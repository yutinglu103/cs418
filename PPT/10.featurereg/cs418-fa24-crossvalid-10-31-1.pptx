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3.xml" ContentType="application/vnd.openxmlformats-officedocument.presentationml.notesSlide+xml"/>
  <Override PartName="/ppt/ink/ink8.xml" ContentType="application/inkml+xml"/>
  <Override PartName="/ppt/notesSlides/notesSlide4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5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6.xml" ContentType="application/vnd.openxmlformats-officedocument.presentationml.notesSlide+xml"/>
  <Override PartName="/ppt/ink/ink36.xml" ContentType="application/inkml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60" r:id="rId1"/>
  </p:sldMasterIdLst>
  <p:notesMasterIdLst>
    <p:notesMasterId r:id="rId23"/>
  </p:notesMasterIdLst>
  <p:sldIdLst>
    <p:sldId id="256" r:id="rId2"/>
    <p:sldId id="500" r:id="rId3"/>
    <p:sldId id="498" r:id="rId4"/>
    <p:sldId id="501" r:id="rId5"/>
    <p:sldId id="499" r:id="rId6"/>
    <p:sldId id="502" r:id="rId7"/>
    <p:sldId id="510" r:id="rId8"/>
    <p:sldId id="506" r:id="rId9"/>
    <p:sldId id="508" r:id="rId10"/>
    <p:sldId id="509" r:id="rId11"/>
    <p:sldId id="511" r:id="rId12"/>
    <p:sldId id="512" r:id="rId13"/>
    <p:sldId id="507" r:id="rId14"/>
    <p:sldId id="491" r:id="rId15"/>
    <p:sldId id="495" r:id="rId16"/>
    <p:sldId id="494" r:id="rId17"/>
    <p:sldId id="516" r:id="rId18"/>
    <p:sldId id="513" r:id="rId19"/>
    <p:sldId id="514" r:id="rId20"/>
    <p:sldId id="275" r:id="rId21"/>
    <p:sldId id="286" r:id="rId22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D0099A61-60B1-E343-B0A1-10E31D92ED86}">
          <p14:sldIdLst>
            <p14:sldId id="256"/>
            <p14:sldId id="500"/>
            <p14:sldId id="498"/>
            <p14:sldId id="501"/>
            <p14:sldId id="499"/>
            <p14:sldId id="502"/>
            <p14:sldId id="510"/>
            <p14:sldId id="506"/>
            <p14:sldId id="508"/>
            <p14:sldId id="509"/>
            <p14:sldId id="511"/>
            <p14:sldId id="512"/>
            <p14:sldId id="507"/>
            <p14:sldId id="491"/>
            <p14:sldId id="495"/>
            <p14:sldId id="494"/>
            <p14:sldId id="516"/>
            <p14:sldId id="513"/>
            <p14:sldId id="514"/>
            <p14:sldId id="27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6" roundtripDataSignature="AMtx7mgjr6sOdHEeufIgXygRCCpSkdg5Sg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E43D9A-B9CC-D204-4563-8196A434CD32}" name="Ravi, Sathya" initials="" userId="S::sathya@uic.edu::617e2e82-06a6-4137-a700-b460764285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8F00"/>
    <a:srgbClr val="FE8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9F83C-5B16-4E0F-93E5-201A7CBD518D}">
  <a:tblStyle styleId="{CA29F83C-5B16-4E0F-93E5-201A7CBD518D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 b="off" i="off"/>
      <a:tcStyle>
        <a:tcBdr/>
        <a:fill>
          <a:solidFill>
            <a:srgbClr val="EFCEC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EFCEC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1"/>
    <p:restoredTop sz="75708"/>
  </p:normalViewPr>
  <p:slideViewPr>
    <p:cSldViewPr snapToGrid="0">
      <p:cViewPr varScale="1">
        <p:scale>
          <a:sx n="81" d="100"/>
          <a:sy n="81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38" Type="http://schemas.openxmlformats.org/officeDocument/2006/relationships/viewProps" Target="viewProps.xml"/><Relationship Id="rId14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13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4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136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13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3.418"/>
    </inkml:context>
    <inkml:brush xml:id="br0">
      <inkml:brushProperty name="height" value="0.053" units="cm"/>
      <inkml:brushProperty name="color" value="#FF0000"/>
    </inkml:brush>
  </inkml:definitions>
  <inkml:trace contextRef="#ctx0" brushRef="#br0">11616 11760 8912,'9'-8'0,"-1"7"0,0-15 0,-4 9 0,5-7 0,-1 3 0,-1 5 0,-3-5 0,2-3 0,0 7 0,-6-9 0,-2 14 0,-4-3 0,4 3 0,-7 2 0,3 0 0,4-2 0,-4-4 0,4 4 0,2-7 0,0 3 0,0 4 0,0-13 0,0 11 0,0-8 0,0 9 0,0-5 0,0 8 0,-2 2 0,-3 4 0,3 11 0,-4 11 0,-2 13 0,3 4 0,-7 7 0,6 5 0,3 6 0,1 4 0,0-4 0,-4 0 0,4-9 0,-4-3 0,4-7 0,2-9 0,0-9 0,0-8 0,2-11 0,2-9 0,2-3 0,2-20 0,-5-17 0,5-12 0,2-9 0,-7-7 0,3-11 0,-4 1-262,-2-12 0,0 5 262,0 1 0,0-2 0,0-4 0,2 14 0,4 3 0,-4 22 0,5 20 0,1 14 0,0 13 0,7 20 0,0 14 0,4 14 0,4 16 0,0 5 0,-2 9 0,8 3 0,-6 7 0,6-2 0,1 4 0,3 2 0,-5 0 0,-1-2 0,-2-5 0,-4-11 0,-2-1 0,-2-9 0,-7-9 0,-4-11 0,-5-7 0,-1-8 0,-9-12 0,-8-5 0,-2-2 0,-10-10 0,0-7 0</inkml:trace>
  <inkml:trace contextRef="#ctx0" brushRef="#br0" timeOffset="1">11667 12121 8912,'-17'0'0,"2"-2"0,4-3 0,3 1 0,10-6 0,4 3 0,9-7 0,8 3 0,13-3 0,-2 3 0,12-4 0,0 3 0,4-3 0,2-2 0,-8 7 0,5-13 0,-5 4 0</inkml:trace>
  <inkml:trace contextRef="#ctx0" brushRef="#br0" timeOffset="2">12339 11966 8912,'-10'-17'0,"-5"8"0,11-5 0,-8 9 0,9-1 0,-5 13 0,8 5 0,2 11 0,4 6 0,-4 9 0,3 4 0,-1 0 0,2 0 0,-4 4 0,3-6 0,-1 0 0,2-6 0,-4-1 0,4-5 0,-4-3 0,0-9 0,3-5 0,-3-3 0,6-16 0,-8-3 0,6-12 0,-1-6 0,3-4 0,-2-1 0,-4-8 0,3-4 0,-1 2 0,2-2 0,-4 8 0,4-2 0,1 6 0,-1 5 0,-2 6 0,0 12 0,-1 7 0,3 8 0,2 7 0,-2 12 0,-3 4 0,9 7 0,-1 1 0,6-1 0,1-5 0,-3-3 0,-2-1 0,-1-4 0,-1-2 0,7-1 0,-1-7 0,0 0 0,0-5 0,0 6 0,1-9 0,-1 3 0,0-6 0,0-6 0,6-3 0,0-8 0,0 0 0,-6-16 0,0-3 0</inkml:trace>
  <inkml:trace contextRef="#ctx0" brushRef="#br0" timeOffset="3">12820 11984 8912,'0'17'0,"0"-6"0,0 1 0,0-8 0,0 11 0,0-4 0,0 5 0,0 1 0,0 0 0,0 6 0,0 0 0,0 2 0,0-2 0,0-4 0,0 4 0,0-4 0,0-2 0,0 0 0,0 0 0,0 0 0,0-7 0,0-4 0,2-12 0,4-5 0,-4-10 0,4-2 0,3-14 0,3 3 0,-3-6 0,3 0 0,-1 3 0,7-3 0,-7 6 0,0 5 0,-5 4 0,6 8 0,-7 8 0,7 3 0,1 4 0,-5 17 0,-2 8 0,1 2 0,-1 4 0,5-1 0,-5 7 0,6-3 0,-7-3 0,9-2 0,-3-8 0,5 0 0,1-4 0,-6-3 0,1-1 0,-1-3 0,6-8 0,-5 0 0,-1 0 0,1-8 0,5-3 0,0-5 0,0-3 0,-1-2 0,-5-2 0,3-5 0,-9 5 0,7 0 0,-6 6 0,-1-6 0,-5 0 0,0 0 0,0 6 0,0 7 0,0-5 0,-2 13 0,-1-2 0,-3 8 0,0 11 0,6 8 0,-2 2 0,-4-2 0,5 2 0,-5 3 0,4-1 0,2-4 0,0-4 0,0 4 0,6-4 0,-1-2 0,7-5 0,-5-3 0,3-1 0,3-4 0,-3-2 0,1-2 0,1-8 0,5-3 0,0-7 0,1-5 0,-3-1 0,-4-5 0,-3-3 0,-8 3 0,-2-4 0,-4-1 0,-11 2 0,-12 3 0,-3 4 0,-2 8 0,1 2 0,2 3 0,5 6 0,1 4 0,4 6 0,9 8 0,5 1 0,7 16 0,0-6 0,0 5 0,7-7 0,10 12 0,10-6 0</inkml:trace>
  <inkml:trace contextRef="#ctx0" brushRef="#br0" timeOffset="4">13698 12001 8912,'0'-27'0,"-6"-3"0,1 7 0,-7-2 0,5 4 0,-3-2 0,4 2 0,-5 9 0,7 5 0,-4 9 0,8 5 0,0 10 0,0 8 0,0 10 0,0-1 0,0 0 0,8 7 0,3-1 0,-1 0 0,1-6 0,1-5 0,5-1 0,-5-7 0,-1 2 0,1-3 0,5-5 0,0-4 0,0-5 0,0-4 0,1-2 0,-3-13 0,-4-5 0,5-10 0,-5-1 0,-1-9 0,-1-2 0,-1 1 0,-4 3 0,-2 2 0,-2-1 0,0 9 0,0 3 0,0 9 0,0 3 0,-2 15 0,-4 1 0,4 15 0,-4 3 0,6 1 0,4-3 0,4 2 0,1-2 0,3-7 0,5-3 0,0-7 0,0 2 0,1-4 0,1-2 0,2 0 0,2 0 0,0-8 0,-6-4 0,0-9 0,0-1 0,1-1 0,-3 5 0,-2 1 0,-1 0 0,-8 0 0,1 0 0,-3 5 0,-2 1 0,0 9 0,0 2 0,-2 4 0,-3 13 0,3-8 0,-4 14 0,4-7 0,2 7 0,0-4 0,0-2 0,0 0 0,0-7 0,8-3 0,1-7 0,8-2 0,1-3 0,-1-5 0,0-7 0,2-2 0,4-4 0,-4 4 0,4-4 0,4-2 0,2 2 0,3 0 0,2 6 0,-5 7 0,0 5 0,-6-3 0,5 2 0,-6 2 0,0 8 0,-2 4 0,-3 1 0,-2 3 0,-3 5 0,3 0 0,-6 0 0,9 1 0</inkml:trace>
  <inkml:trace contextRef="#ctx0" brushRef="#br0" timeOffset="5">14937 11726 8912,'8'11'0,"3"-1"0,5-3 0,1-3 0,-2-10 0,-2-5 0,-3-6 0,-2-6 0,3 4 0,-5-4 0,-2 4 0,-2 2 0,-2-1 0,0 1 0,0 0 0,0 0 0,0 0 0,-8 7 0,-4 4 0,-3 6 0,-2 6 0,-8 11 0,-2 14 0,-1 7 0,-1 8 0,8 5 0,-2 7 0,4 3 0,2 8 0,7-1 0,4 1 0,4-8 0,2-3 0,2-7 0,6-7 0,7-9 0,6-11 0,10-12 0,-2-6 0,5-5 0,6-1 0,4-9 0,8-8 0,-1-8 0,1-9 0,0-9 0,-1-2 0,-9 1 0,-7-2 0,-5 8 0,-12-2 0,-3-2 0,-11 1 0,0 3 0,-6 2 0,-8 3 0,-13 5 0,-4 5 0,-7 11 0,0 5 0,-1 7 0,-5 15 0,0 8 0,0 15 0,5 8 0,3 4 0,3 1 0,6 1 0,12-1 0,3 1 0,10-2 0,7-5 0,14-4 0,12-13 0,16-5 0,11-11 0,6-7 0,-1-12 0,2-10 0,-2-3 0,-10-8 0,-5 5 0,-6-6 0,-8 8 0,2-2 0,-11 2 0,-6-2 0,-4 8 0,-2-8 0,-7 8 0,-2-10 0</inkml:trace>
  <inkml:trace contextRef="#ctx0" brushRef="#br0" timeOffset="6">15866 11863 8912,'10'-7'0,"0"5"0,-5-4 0,-3-4 0,6 7 0,-8-9 0,0 8 0,0-3 0,-2 20 0,-4 4 0,2 12 0,-5 1 0,-1 7 0,1 3 0,3 2 0,-6-2 0,7-2 0,-7 8 0,7-8 0,-7 2 0,8-3 0,-2-3 0,5-7 0,1-4 0,-6-4 0,0-2 0,0-9 0,6-8 0,2-10 0,4-13 0,-2 2 0,7-7 0,-5-7 0,6-5 0,-3 0 0,3 6 0,1-1 0,-7 1 0,5 5 0,-3 2 0,1 3 0,-5 8 0,10 11 0,-9 10 0,1 12 0,-6 12 0,6 4 0,-1 1 0,1 0 0,-6 1 0,2-1 0,4 1 0,-4-9 0,4-1 0,-3-2 0,3 0 0,-2-2 0,7-10 0,-7-3 0,12-8 0,-5 0 0,-1-2 0,1-4 0,-1-5 0,1-12 0,4 2 0,-3-8 0,-3 1 0,1-5 0,-1 3 0,1 1 0,-4 8 0,5-2 0,-7-4 0,11 16 0,-11-3 0,8 20 0,-7 6 0,7 11 0,-1 3 0,7 9 0,-1-1 0,0 1 0,2-3 0,4-3 0,4-5 0,7-6 0,3-3 0,3-4 0,2-3 0,4-8 0,1-4 0,-6-7 0,-1-1 0,-8-13 0,-3 3 0,-6-1 0,-12-6 0,-5 6 0,-4-2 0,-2 2 0,-13 4 0,-5-4 0,-10 10 0,-1 1 0,-5 3 0,-6-3 0,9 5 0,-3 7 0,3 2 0,-2 5 0,5 9 0,5 5 0,4 3 0,1-1 0,9-2 0,3 8 0,4-2 0,2 1 0,16 3 0,6-8 0,11-6 0,7-5 0,6-9 0,9 3 0,3-4 0,-3-2 0,-3-8 0,-6-3 0,4-4 0,-6-10 0,7-2 0</inkml:trace>
  <inkml:trace contextRef="#ctx0" brushRef="#br0" timeOffset="7">17140 12052 8912,'-8'10'0,"-1"-2"0,-9-1 0,1 3 0,0 7 0,6 0 0,1 0 0,0 2 0,1 4 0,3-2 0,-5 8 0,7-8 0,-2 2 0,4 2 0,2-2 0,-2 0 0,-3-6 0,3-8 0,-6-1 0,10-10 0,4-4 0,-3-11 0,7-11 0,0-5 0,-1-1 0,-3-8 0,5-4 0,1 2 0,5-2 0,0 6 0,0-6 0,3 8 0,2-2 0,-2 11 0,3 6 0,-4 12 0,-2 9 0,-2 11 0,-3 14 0,3 10 0,-4 7 0,-1 4 0,1 7 0,-1-1 0,1-4 0,5-4 0,-5-8 0,5-5 0,1-2 0,0-2 0,0-4 0,0-10 0,1-5 0,-1-20 0,0-5 0</inkml:trace>
  <inkml:trace contextRef="#ctx0" brushRef="#br0" timeOffset="8">17639 11382 8912,'0'-17'0,"-2"5"0,-4 1 0,2 9 0,-5 2 0,1 9 0,-3 22 0,5 9 0,-5 15 0,5 9 0,0 8 0,6 5 0,0-1 0,0 0 0,2 5 0,4-7 0,3-1 0,8-10 0,1-12 0,-1-11 0,0-13 0,0-10 0,1-1 0,-1-11 0,0-1 0,2-11 0,2-11 0,2-8 0,0-7 0,-6-1 0,4-1 0,-4 1 0,4-6 0,-9 0 0,3-8 0,2 2 0,-7 4 0,-4 2 0,-2 4 0,1 1 0,-3 9 0,4 3 0,-4 23 0,-2 17 0,6 10 0,-1 18 0,3 1 0,-2 6 0,1-1 0,5 1 0,1 0 0,-7-1 0,5-7 0,-5-4 0,6-3 0,-7-3 0,-1-2 0,-2-3 0,-2-4 0,0-8 0,-2-5 0,-4-1 0,-9-7 0,-8 2 0,-2-5 0,2-1 0,-1-1 0,-5-5 0,-4-11 0,7-10 0</inkml:trace>
  <inkml:trace contextRef="#ctx0" brushRef="#br0" timeOffset="9">17329 11880 8912,'-17'0'0,"0"0"0,0 0 0,15 0 0,7 0 0,24-7 0,11-5 0,16-5 0,7-4 0,4-2 0,1 2 0,1 0 0,0-2-391,-8 4 0,6-13 1,-6 5-1</inkml:trace>
  <inkml:trace contextRef="#ctx0" brushRef="#br0" timeOffset="10">18671 11605 8912,'-11'0'0,"-1"0"0,7 0 0,-7 0 0,1 0 0,-1-2 0,1-3 0,7 3 0,-4-6 0,8 8 0,0 0 0,8 8 0,2 1 0</inkml:trace>
  <inkml:trace contextRef="#ctx0" brushRef="#br0" timeOffset="11">18568 12121 8912,'-17'8'0,"5"-6"0,1 3 0,5-3 0,-5-2 0,7 0 0,2-7 0,8-5 0,7-3 0,-1-2 0,3 0 0,2-1 0</inkml:trace>
  <inkml:trace contextRef="#ctx0" brushRef="#br0" timeOffset="12">12493 13118 8912,'-17'0'0,"0"0"0,0 0 0,0 0 0,-1 0 0,9 0 0,3 2 0,12 4 0,5 7 0,7 6 0,5 4 0,5-2 0,12-1 0,6-3 0,8 0 0,9 0 0,10-7 0,18-5 0,-40-3 0,2-2 0,5-1 0,2-2 0,5-1 0,2-1-386,7-3 1,1-1-1,8-4 1,2-1 385,7 3 0,0-1 0,0-3 0,0-1-360,2 2 1,1 0-1,-28 5 1,0 0-1,2 0 360,4-1 0,2 1 0,0-1 0,0 3 0,-1-1 0,1 1 0,1-3 0,1 0 0,-1 1 0,2 1 0,0 1 0,0-1 0,0-1 0,0 0 0,1 0 0,1 1 0,1-1 0,1 1 0,2 1 0,1 1 0,-2-2 0,-6 0 0,-2 0 0,1 0 0,2 0 0,1 0 0,-1 1 0,-4-2 0,-1 1 0,2 0-283,2 0 0,2 1 0,0-1 0,1-1 1,0 1-1,1-2 283,5-1 0,0-1 0,0 1 0,-8 0 0,0 0 0,-1 0 0,3 1 0,1 1 0,-1 0 0,-3 0 0,-2 0 0,1 2 0,-3 0 0,0 2 0,-1 0 0,-4-1 0,1 1 0,-2 0-146,-1 1 1,0 0 0,-3 1 0,21-2-1,-3 0 146,-6 2 0,-1 1 0,-8 0 0,-2 0 124,-9-4 1,-1 0 0,-3 3 0,-1 0-125,36-8 0,-19 1 648,-15-1 1,-18 1-649,-22 5 0,-20 1 1023,-15-8 0,-17 3-1023,-12-3 0,-7-10 0,-10 10 0,0-13 0</inkml:trace>
  <inkml:trace contextRef="#ctx0" brushRef="#br0" timeOffset="13">13233 14494 8912,'-17'0'0,"0"0"0,0 0 0,0 0 0,-1 0 0,9 2 0,5 2 0,8 1 0,5 7 0,11-7 0,2-1 0,7-2 0,11-2 0,6 0 0,6-2 0,5-3 0,-1-3 0,7-4 0,-2-3 0,4 4 0,-4-5 0,-2-1 0,-7 6 0,-6-1 0,-15 3 0,-3-3 0,-7 5 0,-13 1 0,-8 0 0,-14 0 0,-8 6 0,-9 0 0,2 0 0,-3 6 0,-3 0 0,1 0 0,0-6 0,-1 2 0,1 1 0,-1 3 0,1-2 0,5 0 0,0 1 0,3-3 0,-3 4 0,4 4 0,0-8 0,-1 5 0</inkml:trace>
  <inkml:trace contextRef="#ctx0" brushRef="#br0" timeOffset="14">15522 14064 8912,'-17'-17'0,"0"0"0,0-1 0,-1 1 0,1 8 0,8 16 0,3 16 0,6 10 0,6 7 0,5 6 0,4 3 0,1 3 0,-3 0 0,-1 1 0,1 4 0,-4-1 0,3 7 0,-6-2 0,3 4 0,-1-6 0,-4-5 0,-2-1 0,-2-13 0,-8-7 0,-3-10 0,-5-12 0,-1-5 0,0-12 0,-8-19 0,-2-11 0</inkml:trace>
  <inkml:trace contextRef="#ctx0" brushRef="#br0" timeOffset="15">15230 14270 8912,'0'-26'0,"0"-1"0,0 4 0,5 4 0,1-4 0,9 4 0,3 2 0,1-1 0,9 1 0,1 2 0,6 3 0,7-3 0,2 6 0,1-1 0,1 4 0,0 4 0,6 2 0,-2 0 0,-5 0 0,-4 8 0,-13 4 0,-10 10 0,-13 7 0,-5 5 0,-5 7 0,-7-3 0,-11 8 0,-4-2 0,-7 3 0,0-3 0,-1-2 0,1 4 0,-1-6 0,8-5 0,5-7 0,2-9 0,3-1 0,6-9 0,-1-9 0,8-7 0,-3-3 0</inkml:trace>
  <inkml:trace contextRef="#ctx0" brushRef="#br0" timeOffset="16">16004 14391 8912,'10'0'0,"5"0"0,-4 0 0,5 5 0,1 1 0,0 7 0,0-1 0,1 3 0,-1 2 0,0 8 0,0 4 0,0-2 0,1 1 0,-9-5 0,-3 6 0,-4-8 0,-2 2 0,0-4 0,0-2 0,-2-7 0,-4-5 0,-2-5 0,-3-5 0,-2-5 0,7-7 0,0-8 0,6-4 0,0-5 0,0-6 0,0 4 0,0-4 0,8 5 0,3 6 0,6-3 0,6 3 0,-3 5 0,4 3 0,-1 5 0,0 5 0,0 7 0,2-4 0,2 8 0</inkml:trace>
  <inkml:trace contextRef="#ctx0" brushRef="#br0" timeOffset="17">16624 14442 8912,'-18'12'0,"1"-1"0,0-5 0,0 3 0,0-1 0,-1-4 0,1-2 0,0-2 0,0 7 0,1 3 0,5 7 0,5 0 0,4 1 0,2-1 0,0 0 0,8 0 0,3 0 0,5-7 0,1-4 0,2-4 0,4-2 0,-4 0 0,4-2 0,-4-4 0,-2-6 0,1-3 0,-1-2 0,-2 0 0,-3 0 0,-5-6 0,-7 0 0,0 0 0,0 6 0,0 5 0,-2 1 0,-3-1 0,-7 3 0,-3-7 0,-2 14 0,7-5 0,-5-1 0,5-1 0</inkml:trace>
  <inkml:trace contextRef="#ctx0" brushRef="#br0" timeOffset="18">17037 14425 8912,'-16'-2'0,"5"-4"0,-4-1 0,3-5 0,2 3 0,-1 3 0,1 2 0,-3-5 0,2 1 0,-1 2 0,-5 6 0,2 8 0,3 3 0,5 5 0,-1 1 0,6 6 0,-4 0 0,4 5 0,2-5 0,2 0 0,4-6 0,-4 1 0,21-1 0,-4 0 0</inkml:trace>
  <inkml:trace contextRef="#ctx0" brushRef="#br0" timeOffset="19">17346 14339 8912,'-11'0'0,"-1"0"0,-1 0 0,-2 0 0,-2 2 0,-1 4 0,1-4 0,0 5 0</inkml:trace>
  <inkml:trace contextRef="#ctx0" brushRef="#br0" timeOffset="20">16985 14459 8912,'-8'-9'0,"-1"1"0,-1 1 0,-5 5 0,3-4 0,-3 4 0,-2 2 0,-2 0 0,-2 4 0,0 5 0,5 9 0,1 5 0,7-1 0,1 9 0,-1 7 0,2-1 0,6 3 0,8-10 0,4-3 0,5-2 0,6-4 0,-2-10 0,7-5 0,-5-4 0,6-2 0,-6-8 0,6-3 0,-6-6 0,3-6 0,-1-4 0,-4 0 0,-7-5 0,-3 3 0,-5-1 0,5 1 0,-7-2 0,2 8 0,-4 0 0,-2 6 0,0 8 0,0 32 0,0 7 0,0 27 0,0 5 0,0 1 0,0 4 0,0 1 0,6 1 0,-1 0 0,1-2 0,-6-2 0,0-4 0,0-2 0,-2-4 0,-4-9 0,-3-4 0,-8-7 0,-6-5 0,0-7 0,0-8 0,6-15 0,-6-1 0,0-5 0,0-11 0,6-12 0,1-4 0,5-3 0,3-4 0,0-6 0,7-3 0,-5-3 0,6 0 0,6 1 0,-1-1 0,13 1 0,-5-1 0,10 0 0,4 7 0,1-1 0,12 0 0,6-6 0,4 3 0,0 3 0,-2 8 0,-3 7 0,-6 1 0,1 7 0,-11 2 0,-7 9 0,-8 3 0,-3 3 0,-7 4 0,4-6 0,-8 8 0,-8 0 0,6 0 0,-5 2 0,7 4 0,0 3 0,0 9 0,5-1 0,1 0 0,6 6 0,-7 0 0,9 7 0,-3-1 0,-1-2 0,-1 2 0,1 1 0,-1 3 0,1 1 0,1 0 0,5-5 0,-5 0 0,4-8 0,3 2 0,-7-6 0,1-6 0,-1-3 0,6-8 0,1-2 0,1-4 0,2-5 0,2-5 0,0-8 0,-6-5 0,0 2 0,0-1 0,0-1 0,1-5 0,-3-1 0,-4 3 0,-5 1 0,-4 2 0,-2 3 0,0-3 0,-8 4 0,-1 10 0,-8 3 0,-1 5 0,1 7 0,2 9 0,3 9 0,-1 1 0,5 9 0,1 3 0,-1 1 0,0 3 0,3-1 0,3 2 0,-4 5 0,4-11 0,2 5 0,6-13 0,3 1 0,5-4 0,5-1 0,4-9 0,0-3 0,-2-6 0,8-6 0,1-3 0,10-9 0,-3-6 0,3-5 0,-4-3 0,-1-3 0,-1 1 0,0-1 0,-7 1 0,-4 0 0,-6-1 0,-5 1 0,-5 5 0,-7 1 0,0 6 0,-7 0 0,-5 10 0,3 4 0,-3 8 0,8 2 0,-1 4 0,3 4 0,2 7 0,2 0 0,3 0 0,-1 6 0,8 2 0,1 0 0,2 0 0,1 5 0,-5-1 0,4-2 0,-3 1 0,-4-1 0,-3 2 0,3 1 0,-2-7 0,-1 0 0,-5-6 0,-1 0 0,-5 1 0,-4-1 0,-7 0 0,6-2 0,-1-3 0,1-5 0,-7-7 0,1 0 0,0 0 0,0 0 0</inkml:trace>
  <inkml:trace contextRef="#ctx0" brushRef="#br0" timeOffset="21">19033 14167 8912,'-46'6'0,"0"0"0,0-1 0,2 3 0,-6 2 0,5 7 0,2 8 0,5 1 0,8 3 0,7 0 0,11-3 0,6 3 0,20-4 0,9-8 0,9 2 0,8 0 0,4 0 0,0-3 0,-2-5 0,-7 1 0,-1-3 0,1-3 0,-3 1 0,-3 5 0,-4 1 0,-8-5 0,-2 2 0,-3 3 0,-5 2 0,-7 2 0,-1 1 0,-5-1 0,-11 0 0,-12 0 0,-4 0 0,-1 1 0,-6-1 0,0 0 0,-6 0 0,6 0 0,-6-7 0,4-4 0,-2-5 0,5 7 0,-3 2 0</inkml:trace>
  <inkml:trace contextRef="#ctx0" brushRef="#br0" timeOffset="22">20169 13978 8912,'0'-13'0,"0"7"0,0 23 0,0 14 0,1 15 0,3 1 0,2 3 0,2 2 0,-4-1 0,1 3 0,-1 3 0,-2-11 0,-2 0 0,0-8 0,0-4 0,0-7 0,-2-6 0,-4-8 0,4-7 0,-3-12 0,-3-11 0,2-13 0,2-7 0,3-3 0,-5-8 0,0 3 0,-5-11 0,5-1 0,0-2 0,6 3 0,0-1 0,0 2 0,2 5 0,4-2 0,5 12 0,12-6 0,4 16 0,7 7 0,7 11 0,-1 7 0,-2 5 0,-2 5 0,-9 13 0,-4 10 0,-6 10 0,-5 3 0,-5 6 0,-7-1 0,-9 4 0,-8 1 0,-1-1 0,-5-4 0,-1-2 0,1-4 0,-2-4 0,2 4 0,4-3 0,-4-5 0,6-1 0,5-3 0,4-7 0,8 4 0,14-17 0,3-8 0,12-8 0,1-9 0,7-2 0,3-4 0,2 2 0,-2-8 0,-4 3 0,4-3 0,-5-4 0,-6 5 0,-5 1 0,-6-2 0,-9 8 0,-3-2 0,-4 4 0,-10 8 0,-3 1 0,-5 3 0,-1 3 0,0 4 0,0 6 0,0-3 0,-1 9 0,7-3 0,-1 3 0,9 5 0,-3 0 0,4 0 0,2 6 0,0-2 0,0 2 0,8-4 0,3 4 0,12-4 0,6-3 0,3-3 0,3-1 0,1-9 0,4 3 0,-4-6 0,5-6 0,1-3 0,-2-8 0,-2-1 0,-2 1 0,-9-6 0,-4 0 0,-4-1 0,-2 1 0,-7-2 0,-4-4 0,-4 2 0,-2 6 0,-2-2 0,-4 2 0,4 8 0,-4 2 0,-3 7 0,7-2 0,-4 12 0,-2 5 0,3 12 0,-1 10 0,6 7 0,0 8 0,0-3 0,2 11 0,2 1 0,1 0 0,-1 3 0,4-1 0,-2 4 0,-1 2 0,-5-8 0,6-5 0,0-6 0,0-14 0,-6 2 0,0-11 0,0-5 0,-2-13 0,-4-10 0,-4-20 0,-7-12 0</inkml:trace>
  <inkml:trace contextRef="#ctx0" brushRef="#br0" timeOffset="23">20960 14150 8912,'17'-8'0,"1"-1"0,-1-1 0,0-3 0,0 7 0,2 0 0,4 6 0,-4 0 0,4 0 0,2 2 0,-2 4 0,0 5 0,2 5 0,-6 1 0,4 0 0,-10 6 0,-3 0 0,0 0 0,-1 2 0,-5-4 0,2 7 0,-12-5 0,-6 6 0,-9-8 0,-2 2 0,-5 0 0,5-6 0,-2 4 0,2-9 0,4-5 0,-6 1 0</inkml:trace>
  <inkml:trace contextRef="#ctx0" brushRef="#br0" timeOffset="24">21494 14167 8912,'-8'17'0,"-2"1"0,-7-1 0,0 6 0,0 0 0,0 1 0,1-3 0,3 4 0,1 2 0,9-6 0,-3 2 0,6-6 0,6-5 0,3 1 0,8-7 0,1-1 0,-1-5 0,2-1 0,4-5 0,-4-4 0,4-7 0,-6 0 0,-5 0 0,-5-1 0,1 1 0,-6-6 0,4 0 0,-6 1 0,-6 4 0,2 1 0,-7 0 0,-1 0 0,-5 0 0,0 5 0,-1 1 0,1 7 0,0-11 0,0 5 0</inkml:trace>
  <inkml:trace contextRef="#ctx0" brushRef="#br0" timeOffset="25">21666 14098 8912,'26'0'0,"-1"0"0,-7 2 0,-1 4 0,0-2 0,0 7 0,-2 1 0,1 5 0,-3 2 0,1 4 0,3-2 0,-12 8 0,3-6 0,-2 5 0,-4-7 0,4 2 0,-6-4 0,-6-2 0,-4 1 0,-7-9 0,2-3 0,3-12 0,-1-5 0,7-12 0,2-6 0,2-3 0,2-8 0,0-1 0,2-4 0,4 3 0,6 0 0,3 0 0,4 1 0,4 7 0,-4 2 0,4 3 0,2-2 0,-2 8 0,7 0 0,-3 6 0</inkml:trace>
  <inkml:trace contextRef="#ctx0" brushRef="#br0" timeOffset="26">22234 13720 8912,'11'-9'0,"-1"1"0,-3 0 0,-1 6 0,-8-3 0,-4 10 0,3 13 0,-9 10 0,6 12 0,-3 6 0,1 4 0,4 1 0,-3 1 0,1 0 0,2 3 0,10-3 0,-2 3 0,7-9 0,-5-6 0,5-6 0,-7-7 0,2-10 0,-4-7 0,-10-3 0,-1-7 0</inkml:trace>
  <inkml:trace contextRef="#ctx0" brushRef="#br0" timeOffset="27">22113 14012 8912,'-17'6'0,"0"2"0,0 1 0,5-5 0,2 4 0,3-1 0,1-5 0,16 6 0,7-10 0,10-4 0,13 3 0,6-9 0,9 1 0,2-7 0,1 1 0,1 0 0,-5-8 0,5-2 0</inkml:trace>
  <inkml:trace contextRef="#ctx0" brushRef="#br0" timeOffset="28">23886 14064 8912,'-2'-11'0,"-4"-1"0,-5-1 0,-5-3 0,-1 1 0,0 2 0,0 1 0,-6 8 0,-2-3 0,-2 1 0,-4 0 0,5 10 0,-1 13 0,2 10 0,4 6 0,-2 9 0,4 3 0,6 5 0,3 2 0,4-3 0,6-3 0,0 2 0,0-8 0,8-7 0,3-10 0,5-6 0,1-6 0,6-3 0,0-8 0,7-10 0,-1-7 0,-2-8 0,1-9 0,1-2 0,6-5 0,-7-2 0,1-9 0,-8-2 0,2-3 0,-6-4 0,-5-8 0,-5 2 0,-7 4 0,0-2 0,0 10 0,0 7 0,0 12 0,-7 9 0,5 20 0,-4 7 0,4 15 0,2 13 0,0 18 0,0 6 0,8 11 0,3 0 0,4 4 0,3 2 0,1-6 0,4 0 0,-4-10 0,4-1 0,2-4 0,-2-14 0,0-4 0,-6-12 0,6-9 0,0-3 0,-2-4 0,-2-12 0,-2-7 0,-6-2 0,1-10 0,-6 1 0,5-7 0,-7 1 0,2 0 0,-2-1 0,1 1 0,-3-1 0,4 1 0,-4 7 0,-2 4 0,0 4 0,0 2 0,0 0 0,0 9 0,2 8 0,2 10 0,1 5 0,1 8 0,-6 0 0,6 6 0,0-7 0,1 7 0,-1-6 0,-2 6 0,5-6 0,1-4 0,-1-6 0,3 0 0,5-7 0,-5 0 0,-1-6 0,1 0 0,5-8 0,0-3 0,-2-4 0,-3-3 0,-3 1 0,-3 0 0,-4-6 0,4 0 0,-4 0 0,-2 6 0,0 0 0,0 0 0,0 5 0,0 1 0,1 7 0,5-2 0,-4 6 0,6 8 0,-1 7 0,5 6 0,-3 10 0,3-3 0,-1 3 0,7-1 0,1-1 0,4 2 0,-4-7 0,4-1 0,2-5 0,-2-7 0,7-3 0,-1-8 0,-2-2 0,1-4 0,-7-9 0,2-8 0,-4-8 0,-1 3 0,-7-5 0,1-1 0,-9-1 0,1 3 0,-8 1 0,-7 3 0,-4 1 0,-3-2 0,-1 4 0,-4 8 0,2 8 0,-5 5 0,1 10 0,4 11 0,3 2 0,7 10 0,-2 5 0,7 6 0,2 2 0,10-4 0,5 2 0,4-1 0,10-5 0,4-5 0,5-4 0,7-8 0,3-6 0,7 1 0,5-9 0,-5 3 0,12-19 0,-9-6 0</inkml:trace>
  <inkml:trace contextRef="#ctx0" brushRef="#br0" timeOffset="29">25951 13892 8912,'-27'27'0,"-6"-2"0,7-8 0,-1 0 0,4 0 0,-2 6 0,2 0 0,2 6 0,10-4 0,5-1 0,4 1 0,-4 4 0,0-6 0,3-2 0,1-2 0,9-2 0,-5 0 0,14-7 0,-5-4 0,4-14 0,3-9 0,-7-2 0,1-10 0,-7 0 0,5-5 0,-1 0 0,1-1 0,-4-3 0,5 4 0,-5-5 0,5 11 0,-1 3 0,3 2 0,-3 4 0,-2 2 0,5 7 0,-4 6 0,7 16 0,-5 11 0,5 9 0,-5 8 0,2-3 0,-1 3 0,5-4 0,0-2 0,2-1 0,10-4 0,-2-5 0,2-6 0,3-1 0,-5 0 0</inkml:trace>
  <inkml:trace contextRef="#ctx0" brushRef="#br0" timeOffset="30">26501 13978 8912,'-24'8'0,"4"-5"0,-3 9 0,4-6 0,2 5 0,0-1 0,2 3 0,3-1 0,4-1 0,10 4 0,4-3 0,6-7 0,3-3 0,8-4 0,0-3 0,5 1 0,-5-8 0,0 1 0,-5-6 0,-1-6 0,0 0 0,-2-2 0,-3 2 0,-5 4 0,-7-4 0,0 2 0,0-2 0,-7 6 0,-5 0 0,-5 2 0,-6 9 0,-2 0 0,-3 6 0,-5 8 0,6 5 0,1 10 0,3 11 0,3 3 0,3 9 0,8-2 0,3 1 0,10 3 0,2-8 0,15 0 0,2-5 0,1-9 0,5-3 0,0-11 0,5-6 0,1-4 0,-1-2 0,-7-8 0,5-9 0,-5-10 0</inkml:trace>
  <inkml:trace contextRef="#ctx0" brushRef="#br0" timeOffset="31">26863 13772 8912,'-8'17'0,"6"-6"0,-4 1 0,5-1 0,1 6 0,0 1 0,1 1 0,7 4 0,9 5 0,2 5 0,10 1 0,0 3 0,5 3 0,1-4 0,-1 4 0,-1 0 0,-5-5 0,-3 1 0,-8-13 0,-1-6 0,-5-6 0,4-7 0,-5-4 0,-1-17 0,-1-10 0</inkml:trace>
  <inkml:trace contextRef="#ctx0" brushRef="#br0" timeOffset="32">27207 13789 8912,'-17'27'0,"-6"-3"0,0-6 0,-8 7 0,3 3 0,-7 7 0,-5 5 0,4 2 0,-5 4 0,5 3 0,2-3 0,-1 2 0,1-2 0,13-4 0,4-8 0,11-1 0,0-5 0,6-5 0,6-11 0,11-5 0,10-22 0,7-4 0</inkml:trace>
  <inkml:trace contextRef="#ctx0" brushRef="#br0" timeOffset="33">28067 13531 8912,'0'-17'0,"-7"2"0,-5 3 0,-3 4 0,-2 8 0,7 16 0,4 7 0,5 9 0,1 8 0,0 4 0,1 8 0,3-1 0,2 1 0,7-1 0,-1 1 0,-3 2 0,3 3 0,-3-6 0,3 1 0,-4-8 0,-8-10 0,0-7 0,-8-2 0,-2-8 0</inkml:trace>
  <inkml:trace contextRef="#ctx0" brushRef="#br0" timeOffset="34">27740 13720 8912,'-17'0'0,"0"0"0,0-8 0,7-1 0,14-8 0,17 0 0,13-1 0,9 1 0,10 0 0,10 0 0,4 0 0,2-1 0,2 1-172,3 0 1,-1 2 171,7 3 0,-9-1 0,-2 7 0,-8-7 0,-9 3 0</inkml:trace>
  <inkml:trace contextRef="#ctx0" brushRef="#br0" timeOffset="35">28584 13445 8912,'-27'0'0,"0"0"0,4 0 0,4 2 0,-4 4 0,4 5 0,2 4 0,5 10 0,1 4 0,7 5 0,-2 6 0,4-3 0,2 5 0,0-2 0,0 0 0,6 0 0,0-6 0,0 1 0,-6-1 0,0-1 0,0-5 0,0-3 0,0-8 0,0-5 0,-2-3 0,-4-1 0,4-2 0,-6-8 0,8-4 0,0-5 0,8-6 0,3-6 0,5-4 0,3-6 0,2 3 0,2 1 0,7 0 0,-1-5 0,-4 7 0,-2 4 0,-2 0 0,2 6 0,-4-2 0,4 13 0,-4 1 0,-4 9 0,-1 7 0,-5 12 0,-1 8 0,-2 3 0,-6 0 0,2 3 0,3 3 0,-1-4 0,8 4 0,-7-11 0,7-6 0,-1-4 0,7-2 0</inkml:trace>
  <inkml:trace contextRef="#ctx0" brushRef="#br0" timeOffset="36">28962 13737 8912,'-17'16'0,"0"-5"0,5-3 0,1-8 0,5 7 0,-5 5 0,7 3 0,-2 2 0,4 2 0,2 4 0,2 4 0,4 7 0,5-5 0,10-2 0,2 0 0,-2-1 0,4-5 0,-2 2 0,0-9 0,-6-3 0,0-7 0,1 2 0,-1-4 0,0-2 0,0-8 0,0-4 0,1-5 0,-1-6 0,0-3 0,0-9 0,1-1 0,-1-2 0,0-2 0,0 1 0,0 5 0,1 5 0,-7 6 0,1 12 0,-9-4 0,5 15 0,-8 0 0,0 15 0,0 14 0,0 5 0,0 6 0,0-2 0,0 8 0,6-8 0,-1 3 0,9-5 0,-3-2 0,5-9 0,1-8 0,8 0 0,1-7 0</inkml:trace>
  <inkml:trace contextRef="#ctx0" brushRef="#br0" timeOffset="37">27259 13686 8912,'7'-17'0,"-5"5"0,4 1 0,-4-3 0,-2 9 0,-2 5 0,-4 9 0,4 14 0,-5 8 0,1 7 0,0 8 0,0 5 0,6 7 0,0 5 0,0 3 0,0 3 0,0-2 0,0-4 0,0-6 0,2-7 0,4-10 0,5-7 0,10-18 0,4-4 0,2-5 0,-4-6 0,6-6 0,-2-9 0,1-8 0,-3-7 0,0-5 0,2-9 0</inkml:trace>
  <inkml:trace contextRef="#ctx0" brushRef="#br0" timeOffset="38">27224 13944 8912,'-17'26'0,"5"-3"0,1-11 0,9-5 0,2-7 0,15-1 0,14-5 0,5-4 0,7-7 0,4 0 0,11-2 0,1-2 0,-1-2 0,13-8 0,1 4 0</inkml:trace>
  <inkml:trace contextRef="#ctx0" brushRef="#br0" timeOffset="39">12855 17038 8912,'-15'-2'0,"3"-3"0,6-7 0,6-3 0,6 0 0,6 1 0,3 3 0,8 7 0,0-2 0,7 3 0,-1-1 0,5-2 0,7 2 0,-5-3 0,4 1 0,-2-2 0,1 4 0,3-3 0,2-3 0,-4-1 0,6-7 0,-8 1 0,2 0 0,2 0 0,-2 0 0,-1 1 0,-11 5 0,-3-4 0,-8 13 0,-7-6 0,-10 8 0,-12 0 0,-11 6 0,-5 1 0,-5 5 0,-1 7 0,-1-2 0,1 6 0,3-4 0,-3-2 0,9 1 0,-9-1 0,9 0 0,-4 0 0,2-1 0,-1-5 0,-3 4 0,8-3 0,-2-5 0,2-1 0,4 2 0,-4-3 0,12 1 0,7-6 0,15 0 0,9 0 0,14-15 0,0-4 0</inkml:trace>
  <inkml:trace contextRef="#ctx0" brushRef="#br0" timeOffset="40">15471 16282 8912,'0'17'0,"0"-5"0,0-1 0,-2 4 0,-2 6 0,-2 10 0,2 7 0,-3 8 0,1 11 0,0 4 0,6 8 0,0 2 0,0 3 0,0-11 0,0 0 0,6-7 0,0-7 0,-1-3 0,3-6 0,-6-3 0,13-10 0,-11-14 0,6-19 0,-3-15 0,7-9 0,-5-5 0</inkml:trace>
  <inkml:trace contextRef="#ctx0" brushRef="#br0" timeOffset="41">15884 16316 8912,'-8'10'0,"6"5"0,-11-3 0,7 11 0,0 3 0,6 9 0,0 7 0,0 4 0,0 3 0,0 3 0,2 7 0,4 4 0,-2 2 0,7-2 0,-1-4 0,1-7 0,3-8 0,-9-4 0,1-6 0,-6-5 0,0-12 0,-15-2 0,-4-5 0</inkml:trace>
  <inkml:trace contextRef="#ctx0" brushRef="#br0" timeOffset="42">15453 16918 8912,'-17'0'0,"8"-2"0,3-4 0,4 3 0,2-9 0,4 6 0,7-5 0,8-1 0,16-5 0,5-6 0,0 0 0,14 1 0,-3 4 0,3 3 0,-1 4 0,-7-3 0,0 8 0,0-7 0,6 4 0</inkml:trace>
  <inkml:trace contextRef="#ctx0" brushRef="#br0" timeOffset="43">16279 16523 8912,'16'-8'0,"-3"-2"0,-3-1 0,-3-1 0,5 1 0,-6-6 0,1 0 0,-1 1 0,5 3 0,5 2 0,1 5 0,0-6 0,6 9 0,0-3 0,6 4 0,-4 2 0,-1 0 0,1 0 0,-2 2 0,-6 4 0,-7 3 0,-4 8 0,-4 0 0,-2 1 0,-2 1 0,-4 4 0,-4-4 0,-7 4 0,-2-4 0,-4-2 0,4 0 0,-4 0 0,6 1 0,5-1 0,-3 0 0,7 0 0,-3 0 0,3-7 0,8 5 0,2-7 0,4 3 0,7-3 0,8 0 0,0-5 0,8 9 0,0-3 0,5 3 0,-1 3 0,-5-3 0,-3 3 0,-8 2 0,-1 6 0,-5 0 0,-3 2 0,-8-2 0,-10-4 0,-7 6 0,-10-2 0,-5-1 0,-1 1 0,5-5 0,-3-9 0,8-3 0,0 2 0,6-3 0,0 1 0,-1-6 0,7-8 0,0-3 0,-1-20 0,-5-5 0</inkml:trace>
  <inkml:trace contextRef="#ctx0" brushRef="#br0" timeOffset="44">17845 16660 8912,'6'-17'0,"0"0"0,-2 0 0,-2-1 0,-2 1 0,0 0 0,0 0 0,-2 2 0,-4 3 0,4 6 0,-4 12 0,4 6 0,2 10 0,0 7 0,0 4 0,0 1 0,2 0 0,4 1 0,-2-1 0,5-1 0,1-3 0,0-1 0,-1-6 0,3 5 0,3-12 0,-4 1 0,5-11 0,1-1 0,0-3 0,0-2 0,2-15 0,4-8 0,-4-8 0,4-3 0,-9 0 0,-3-1 0,-5 1 0,5 0 0,-7 7 0,2 4 0,-2 11 0,2 7 0,-3 16 0,9 6 0,-6 12 0,5 0 0,-1 3 0,1 3 0,6-3 0,1-3 0,-1-6 0,8-12 0,-2-5 0,0-4 0,-1-10 0,-4-3 0,-1-12 0,0-6 0,-5-3 0,-1-3 0,-7-1 0,2-4 0,-5 3 0,-1-3 0,-1 4 0,-5 2 0,2 5 0,-7 0 0,5 10 0,-6 2 0,9 0 0,-5 17 0,8 2 0,0 13 0,2 2 0,4 6 0,3 4 0,8 0 0</inkml:trace>
  <inkml:trace contextRef="#ctx0" brushRef="#br0" timeOffset="45">18740 16626 8912,'-2'9'0,"-3"-3"0,-5 4 0,-7-8 0,2 13 0,3-4 0,-1-1 0,7 1 0,2 3 0,2 1 0,2 2 0,0 0 0,0 6 0,0 0 0,2 0 0,4-6 0,-2 0 0,7 1 0,1-1 0,5 0 0</inkml:trace>
  <inkml:trace contextRef="#ctx0" brushRef="#br0" timeOffset="46">18706 16265 8912,'-8'-33'0,"-3"5"0,-5 5 0,-1 4 0,-6 3 0,0 5 0,6 1 0,6 5 0,7 5 0,-2 0 0,12 7 0,5 10 0,12 1 0,6-1 0,3 0 0,3 0 0,-1 0 0,1 1 0,-1-1 0</inkml:trace>
  <inkml:trace contextRef="#ctx0" brushRef="#br0" timeOffset="47">18998 16248 8912,'-17'0'0,"0"0"0,0 0 0,0 1 0,-1 5 0,7 4 0,-1 7 0,9 10 0,-3 5 0,4 8 0,2 4 0,0 2 0,0 6 0,0-1 0,0 1 0,6-1 0,-1 1 0,7-10 0,-4-8 0,-1-9 0,1-6 0,5-3 0,-1-5 0,3-11 0,2-11 0,0-7 0,1-5 0,5-9 0,-1-8 0,3-8 0,-2 2 0,-4-3 0,4-3 0,-4-1 0,-1-3 0,-1-3 0,0-2 0,-7-2 0,-5-6 0,3 10 0,-2 7 0,0 16 0,-6 13 0,0 11 0,-6 7 0,-2 14 0,-1 14 0,3 13 0,-4 22 0,1 5 0,-1 4 0,4 1 0,-5 1 0,7-8 0,-2-3 0,4-3 0,2 2 0,2-11 0,4 0 0,6-10 0,11-7 0,3-12 0,9-11 0,-1-4 0,1-17 0,-1-4 0</inkml:trace>
  <inkml:trace contextRef="#ctx0" brushRef="#br0" timeOffset="48">20427 16007 8912,'-35'0'0,"7"0"0,1 0 0,2 0 0,4 0 0,9 2 0,7 3 0,3 13 0,2 12 0,0 7 0,0 3 0,2 5 0,3-4 0,-3 6 0,6-3 0,-2 2 0,-1 0 0,1-8 0,-6 2 0,0-5 0,0-7 0,0-3 0,0-8 0,-2-1 0,-3-5 0,3-5 0,-4-12 0,4-3 0,2-9 0,8-1 0,3-4 0,4 2 0,3-7 0,1 7 0,4-2 0,-4 4 0,4 1 0,2 3 0,-2 2 0,-2 3 0,-2 3 0,4 1 0,0 6 0,0 2 0,-6 4 0,-6 5 0,1 12 0,-8-2 0,1 8 0,-3-1 0,-2 7 0,-7-1 0,-5 0 0,-5 1 0,-6-1 0,-4-1 0,0-5 0,-5-3 0,3-8 0,4 1 0,2-1 0,-3-8 0,14-1 0,-3-23 0,15-4 0</inkml:trace>
  <inkml:trace contextRef="#ctx0" brushRef="#br0" timeOffset="49">20788 16505 8912,'-8'18'0,"1"-1"0,-5 0 0,-3-7 0,5-3 0,-1-1 0,0 0 0,7-1 0,0-5 0,15 0 0,3 0 0,14 0 0,7-2 0,7-1 0,2-5 0,4-2 0,-6-1 0,-2-6 0,-4-2 0,-1-4 0,-9 4 0,-3-4 0,-11-2 0,-6 2 0,-6-6 0,-8 6 0,-9 2 0,-10 2 0,-7 10 0,-7 3 0,-3 4 0,-7 2 0,-1 15 0,0 8 0,9 10 0,2 7 0,1 4 0,6 7 0,5 9 0,18 1 0,7 0 0,8-4 0,13 1 0,12-7 0,13-11 0,9-17 0,8-9 0,10-3 0,0-9 0,0-2 0,-8-15 0,-3-14 0,-5-19 0,-1-5 0</inkml:trace>
  <inkml:trace contextRef="#ctx0" brushRef="#br0" timeOffset="50">22509 16574 8912,'-12'-6'0,"3"-1"0,1-3 0,3-1 0,-1-1 0,0 1 0,6 5 0,10-3 0,5 1 0,10 4 0,5 2 0,5 2 0,-1 2 0,1 4 0,-3 9 0,-1 10 0,-3 2 0,3 3 0,-8 3 0,-6 1 0,-2 2 0,-9 3 0,-2 3 0,-2 2 0,-10-6 0,-3 2 0,-5-11 0,-1-6 0,-6-6 0,0-6 0,2-5 0,4-14 0,6-9 0,3-15 0,8-14 0,2-6 0,4-5 0,-1 3 0,13-3 0,-5 4 0,10 1 0,-4 8 0,0 6 0,2 7 0,2 8 0,8 6 0,-3 6 0,3 3 0,-2 8 0,3 8 0,-3 3 0,3 4 0,3 3 0,-1-1 0</inkml:trace>
  <inkml:trace contextRef="#ctx0" brushRef="#br0" timeOffset="51">23232 16643 8912,'0'27'0,"-6"3"0,0-7 0,-7 0 0,1-6 0,-3-5 0,-2-1 0,0-7 0,-1 2 0,9-4 0,1-2 0,10-2 0,4-4 0,5-5 0,10-10 0,2-4 0,-2-2 0,-1 4 0,-3-6 0,-2 8 0,-4-2 0,-3 4 0,-8 2 0,0 0 0,0 0 0,-2 7 0,-4 5 0,-3 3 0,-10 2 0,-2 2 0,-2 3 0,-2 7 0,2 11 0,4 5 0,-4 12 0,6 4 0,5 8 0,5-6 0,7 0 0,2-6 0,3 2 0,7-6 0,3-9 0,8-8 0,0-8 0,8-5 0,-3-12 0,7-7 0,5-16 0,-4-1 0,4-16 0,-1-6 0,-3-5 0,0 2 0,-3 1 0,-10-3 0,0 0 0,-4-3 0,-2 3 0,-8 4 0,-3-5 0,-4 5 0,-2 1 0,0 1 0,0 3 0,0 8 0,0 15 0,0 19 0,0 12 0,-2 13 0,-4 15 0,3 8 0,-9 10 0,6 1 0,-5 5 0,7-5 0,-2 5 0,4-5 0,2-1 0,0 1 0,0 4 0,0-3 0,0 3 0,0-9 0,0-2 0,2-6 0,4 6 0,2-16 0,3-1 0,5-10 0,-3-7 0,6-7 0,4-3 0,2-6 0,-2-7 0,4-2 0,7-16 0,-2-5 0,-3-7 0,2-4 0,-8 4 0,0-4 0,-6 4 0,-2 1 0,-3 6 0,-7 1 0,-3 5 0,-2 3 0,0 8 0,-7 7 0,-5 5 0,-3 3 0,-2 2 0,-1 9 0,1 6 0,2 8 0,3 4 0,5 2 0,7 5 0,0 1 0,0-1 0,4-2 0,7-3 0,4 2 0,20-8 0,-3-2 0,14-10 0,2-5 0,2-4 0,1-10 0,1-3 0,-6-7 0,0-5 0,-10-3 0,-1-9 0,-9 7 0,-9-1 0,-7 8 0,-4-2 0,-4-2 0,-4 4 0,-6 4 0,-9 4 0,-2 9 0,-10-2 0,6 4 0,-6 2 0,8 2 0,-1 4 0,2 3 0,3 9 0,2-1 0,3 0 0,5 0 0,-1 0 0,6 6 0,-4 0 0,-1 0 0,1-6 0,0 8 0,6-6 0,0 4 0,8-11 0,2-5 0,7-9 0,0-3 0,0-7 0,0-5 0,1-6 0,-1 2 0,0-8 0,-6 6 0,1-5 0,-2 7 0,1-2 0,2 4 0,-7 2 0,2 7 0,-2 4 0,-3 12 0,9 5 0,-6 5 0,5 1 0,-5 6 0,5 0 0,1 0 0,5-6 0,0 0 0,0-7 0,1-5 0,-1-3 0,0-2 0,0-2 0,0-3 0,-1-5 0,-5-7 0,3-6 0,-9 0 0,9-6 0,-5 5 0,1-1 0,-5 0 0,3-4 0,-2 6 0,2 0 0,-3 6 0,-3 6 0,4-1 0,-4 8 0,0 6 0,3 16 0,-1 1 0,8 9 0,-1 7 0,5 7 0,-3 2 0,-2 3 0,1-3 0,5 2 0,-2-2 0,-3 2 0,1-2 0,-7-4 0,0-9 0,-6 3 0,-8-11 0,-3-2 0,-5-6 0,-1-3 0,-6-8 0,0 1 0,-7-3 0,1-2 0,-2-7 0,3-5 0,-5-3 0,14-18 0,-6-3 0</inkml:trace>
  <inkml:trace contextRef="#ctx0" brushRef="#br0" timeOffset="52">24901 16626 8912,'0'17'0,"0"0"0,0 0 0,0-7 0,8-2 0,3-8 0,10-2 0,2-4 0,8 2 0,-3-7 0,7-3 0,5-1 0,-4-2 0,4 0 0,-3-3 0,-3-2 0,-1 2 0,-5-2 0,-3-3 0,-8 2 0,-7 0 0,-6 4 0,-8-2 0,-8-2 0,-5 0 0,-6 6 0,-9 7 0,-8 4 0,-1 4 0,7 2 0,0 14 0,-1 3 0,3 12 0,3-1 0,-2 7 0,9 5 0,6-2 0,10 8 0,5-2 0,2 4 0,7-4 0,9-2 0,10-2 0,13-6 0,6-13 0,12-4 0,3-11 0,8 0 0,-6-8 0,0-10 0,-2-5 0,2-11 0,0-5 0,-11 4 0,-4-3 0,-14-2 0,-2-1 0,-3 1 0,-6 1 0,-11 5 0,-5-5 0,-7 5 0,-2 1 0,-3-2 0,-7 2 0,-11-1 0,2 5 0,-8 11 0,6 5 0,-5 7 0,-1 0 0,2 0 0,-3 9 0,7 8 0,-6 6 0,6 6 0,0 9 0,6-3 0,0 3 0,0-4 0,5 1 0,1-1 0,7 4 0,-2-2 0,8-5 0,10-4 0,1-6 0,16-10 0,-1-3 0,7-8 0,-1-8 0,1-3 0,-1-12 0,0-6 0,1-5 0,-1-6 0,-5 2 0,-2-8 0,-3-4 0,-2-5 0,-5-1 0,-6-7 0,3-2-188,-9-9 0,1-5 188,-6-7 0,0 2 0,0 4 0,0 13 0,0 16 0,-2 16 0,-4 20 0,-5 13 0,-4 21 0,-3 21 0,1 14 0,0 20 0,0 12 0,8-37 0,1 0 0,-4 46-219,6-46 1,1 0 0,1 46 218,1-46 0,0 0 0,1 44 0,4-9 0,4-5 0,5-11 0,10-7-328,2-9 328,0 0 0,2-8 0,4-4 0,3-4 0,3-2 0</inkml:trace>
  <inkml:trace contextRef="#ctx0" brushRef="#br0" timeOffset="53">27672 16007 8912,'-2'-17'0,"-4"-1"0,-4 1 0,-1 2 0,-1 3 0,3 9 0,-3 14 0,7 16 0,3 15 0,2 11 0,0 16 0,0-2 0,0-4 0,5 4 0,1-2 0,0 4 0,2-1 0,-7-3 0,5-15 0,-6-4 0,-6-6 0,-3-8 0,-8-9 0,0-7 0,-16-24 0,-3-1 0</inkml:trace>
  <inkml:trace contextRef="#ctx0" brushRef="#br0" timeOffset="54">27259 16454 8912,'-18'-8'0,"9"-1"0,1-3 0,8 1 0,4 5 0,7-5 0,18 5 0,23-6 0,9 3 0,15-5 0,9 3 0,4-2 0,5 3 0,-2-1 0,-12 5 0,0-6 0,-11 9 0,-11-3 0,-9 4 0,-29 2 0,-9 8 0,-22 3 0,-9 0 0,-14 5 0,0 3 0,-1 0 0,3 6 0,3-2 0,-2 7 0,8-1 0,0-4 0,6-2 0,8 2 0,3-3 0,4 1 0,4-11 0,4-3 0,7-3 0,8-8 0,6-5 0,7-11 0,1-6 0,-1-5 0,-5-4 0,0-1 0,-8 0 0,1-1 0,-4 1 0,-7 1 0,-5 5 0,-4 5 0,-4 6 0,-4 5 0,2 5 0,-7 7 0,-1 1 0,-5 5 0,6 4 0,-1 7 0,8 2 0,-1 2 0,3 2 0,17 0 0,4-6 0</inkml:trace>
  <inkml:trace contextRef="#ctx0" brushRef="#br0" timeOffset="55">28618 16419 8912,'-34'0'0,"-1"0"0,1 0 0,-1 0 0,1 2 0,0 4 0,1-2 0,4 7 0,-1 1 0,7 5 0,2-6 0,7 1 0,3 1 0,7 3 0,4-7 0,12-3 0,9-4 0,2-2 0,7-8 0,-1-3 0,-2-6 0,-1-5 0,1-2 0,0-3 0,-4-4 0,6-9 0,-8 2 0,1-8 0,-2-2 0,-3-9 0,0 2 0,0-8 0,-7 13 0,-4 0 0,-5 6 0,-1 6 0,0 10 0,0 5 0,0 11 0,0 6 0,0 12 0,0 19 0,0 15 0,0 10 0,0 7 0,0 4 0,0 8 0,0 0 0,0 0 0,0-3 0,0-3 0,0-9 0,0-8 0,2-8 0,4 2 0,-2-13 0,7-10 0,1-7 0,5-10 0,8-8 0,2-2 0</inkml:trace>
  <inkml:trace contextRef="#ctx0" brushRef="#br0" timeOffset="56">28979 16248 8912,'-26'0'0,"3"0"0,-2 0 0,0 0 0,0 1 0,0 5 0,2 4 0,6 7 0,0 8 0,0 3 0,7-1 0,4 4 0,4 1 0,2 1 0,0 5 0,0-9 0,0-5 0,0-1 0,8-6 0,4-5 0,3-4 0,2-8 0,0-2 0,1-4 0,-1-7 0,0-8 0,0 1 0,0-2 0,1-5 0,-1-2 0,0-1 0,0 1 0,-5-4 0,-1 5 0,-1 1 0,3 0 0,-3 2 0,-3 4 0,5 2 0,-6 2 0,-1 6 0,-5-1 0,8 8 0,-6-1 0,4 12 0,-5 10 0,-1 10 0,6 4 0,0-3 0,0 5 0,-6-4 0,5 1 0,1-1 0,8 1 0,-3-7 0,-1-2 0,1-9 0,-5 1 0,5-7 0,1-2 0,5-10 0,0-5 0,0-12 0,-7 2 0,-4-8 0,1 6 0,-1-6 0,2 3 0,-3-3 0,-1-2 0,8 8 0,-8 6 0,1 6 0,-1 7 0,2-2 0,1 12 0,5 5 0,-4 5 0,-8 1 0,5 6 0,1 0 0,2 0 0,-3-6 0,-1 0 0,8 0 0,-7-5 0,7-3 0,1-1 0,3-2 0,1-6 0,-6-8 0,1-3 0,-3-5 0,3-1 0,1-6 0,-7 0 0,5 0 0,-5 4 0,-2-2 0,-2-2 0,-2 6 0,0 6 0,0-1 0,0 3 0,0 3 0,0 13 0,0 11 0,0 3 0,0 11 0,0 6 0,0 4 0,0 4 0,0 6 0,0-1 0,0 1 0,0 5 0,0 1 0,-6 1 0,-2-4 0,1 1 0,-1-7 0,-5-5 0,1-9 0,-3-1 0,-2 0 0,0-7 0,-1-4 0,1-10 0,0-1 0,0-8 0,1-4 0,5-12 0,-4-18 0,5-7 0</inkml:trace>
  <inkml:trace contextRef="#ctx0" brushRef="#br0" timeOffset="57">30046 15749 8912,'10'-42'0,"5"0"0,-3-4 0,-3 6 0,1 11 0,-3 6 0,-1 16 0,-6 12 0,0 22 0,0 25 0,-6 15 0,1 13 0,-9 13-44,9-41 0,-1 0 1,-1-1-1,-1 1 1,-1 3-1,0 1 1,1-1-1,-1 0 44,1 2 0,-1 1 0,0 0 0,1 1-177,0-2 0,-1 0 1,-3-1-1,1-1 177,-1-3 0,1-1 0,-12 37 0,5-8 0,1-17 0,0-11 0,6-16 0,-1-13 0,8-11 0,-1-7 0,10-10 81,5-13 0,15-8 0,1-9 0</inkml:trace>
  <inkml:trace contextRef="#ctx0" brushRef="#br0" timeOffset="58">30494 16007 8912,'9'-8'0,"-3"-3"0,-2-5 0,0-1 0,1 0 0,-1 0 0,-2 0 0,-2-1 0,0 11 0,0 7 0,0 13 0,0 14 0,2 9 0,2 18 0,2 3 0,-3 6 0,-1 6 0,-2 3 0,-2 5 0,-3 1 0,-3-5 0,-3 1 0,-10-7 0,3 2 0,-5-18 0,2 3 0,-2-14 0,-7-9 0,3-14 0</inkml:trace>
  <inkml:trace contextRef="#ctx0" brushRef="#br0" timeOffset="59">30253 16385 8912,'0'-17'0,"0"0"0,0-1 0,7 9 0,5 3 0,11-1 0,6 1 0,5 2 0,6 2 0,4 0 0,8-4 0,1 3 0,5-9 0,-12 6 0,-1-5 0,-8 5 0,-9-3 0,-5 1 0,-11 2 0,-6 8 0,-14 4 0,-9 5 0,-2 12 0,-10 6 0,8-2 0,0 1 0,6 3 0,3 1 0,3 3 0,-3-1 0,4-7 0,8-4 0,0-4 0,0-2 0,8-7 0,4-5 0,5-3 0,6-2 0,-2-13 0,7-4 0,-5-12 0,6 1 0,-8-11 0,0-1 0,-7 4 0,-9 5 0,-3-1 0,-2 3 0,-2 6 0,-3 6 0,-5 2 0,-7 9 0,-6 0 0,0 6 0,0 8 0,6 2 0,-1 7 0</inkml:trace>
  <inkml:trace contextRef="#ctx0" brushRef="#br0" timeOffset="60">30976 16299 8912,'0'-17'0,"0"0"0,0 0 0,0 7 0,0 2 0,2 10 0,1 4 0,3 7 0,-2 8 0,-2 8 0,-2 11 0,6-2 0,-1 8 0,1-8 0,-6 3 0,0-5 0,0-2 0,-2-1 0,-4-5 0,4-3 0,-3-8 0,-5 1 0,8-9 0,-11-3 0,7-12 0,0-5 0,6-12 0,0 2 0,0-8 0,6-5 0,0-6 0,7-8 0,-1 2 0,3 2 0,2 0 0,-1 2 0,-5 4 0,4 9 0,-3 6 0,3 6 0,2 6 0,0 3 0,1 8 0,-7 9 0,1 9 0,-9 7 0,3 9 0,-4 0 0,-2 1 0,0-1 0,0-1 0,0-3 0,0-1 0,0-8 0,0 2 0,0-10 0,0-1 0,0-9 0,8 5 0,1-10 0,9-4 0,-1-9 0,0-8 0,0-7 0,0 1 0,1 2 0,-1-1 0,0-3 0,0-2 0,-2 5 0,-3-1 0,3 8 0,-3-2 0,-3 6 0,3 6 0,-8 3 0,3 16 0,-7 3 0,0 10 0,0 2 0,0 6 0,0-6 0,0 1 0,0-1 0,2-9 0,4 3 0,-2-6 0,7 3 0,3-3 0,-5-7 0,3 2 0,-1-12 0,6-4 0,-1-7 0,-3 0 0,-2 0 0,-5 0 0,6-1 0,-9 1 0,3 0 0,-4 0 0,6 7 0,-6 5 0,3 10 0,-5 7 0,-5 11 0,3-2 0,-4 7 0,-2 1 0,3 5 0,-1-7 0,6-4 0,0 2 0,0-2 0,2-8 0,4-9 0,-3-4 0,9-2 0,1 0 0,3 0 0,1-14 0,0-3 0,-2-11 0,-3-1 0,3-4 0,-5 1 0,-1 1 0,-3 3 0,-4 7 0,-2-2 0,-8 4 0,-3 2 0,-5 7 0,-1 4 0,0 4 0,-2 2 0,-2 2 0,-2 4 0,0 4 0,6 7 0,-1 0 0</inkml:trace>
  <inkml:trace contextRef="#ctx0" brushRef="#br0" timeOffset="61">31698 16282 8912,'18'-17'0,"-1"1"0,0 5 0,6-2 0,0 7 0,0 2 0,2 2 0,-6 2 0,4 0 0,2 4 0,-2 7 0,-6 1 0,-6 11 0,-7 4 0,2 1 0,-4 3 0,-2-3 0,0 3 0,0-8 0,-2-2 0,-4-2 0,4-2 0,-4 0 0,-1-5 0,-1-3 0,-1-1 0,5-2 0,-4-14 0,8-3 0,0-6 0,0-6 0,2 2 0,4-8 0,-2 0 0,7-5 0,-5-1 0,5 1 0,1 2 0,5 3 0,0-2 0,0 8 0,-5 2 0,-1 8 0,3 2 0,1 9 0,2 2 0,-5 9 0,-1 14 0,-5-2 0,5 8 0,1-8 0,5 2 0,-2 2 0,-3-2 0,7-1 0,-8-4 0,8-1 0,-7 0 0,-4 0 0,-1 0 0,-1 1 0,0-1 0,-1 0 0,-12-2 0,-5-3 0,-1-5 0,1 1 0,-3-6 0,6 6 0,-1-16 0,4-3 0,4-12 0,2-6 0,8 2 0,4-1 0,3-1 0,2-6 0,6 7 0,0-1 0,0 8 0,-6-2 0,0 6 0,1 6 0,-1 3 0,0 8 0,0 0 0,0 0 0,1 2 0,-1 4 0,-2-3 0,-3 9 0,3-1 0,-4 7 0,-3-1 0,-2 0 0,1-6 0,-1 1 0,0-1 0,-6 6 0,0 1 0,0-1 0,-6-6 0,-2 1 0,-1 1 0,5-5 0,-4-1 0,10-7 0,4 0 0,-2-7 0,7-5 0,1 3 0,5-3 0,0 1 0,0-6 0,-5-1 0,-1 1 0,1 0 0,-3 0 0,-3 0 0,-4 0 0,-2-1 0,-2 1 0,-4 0 0,-1 5 0,-5 1 0,-3 7 0,4-2 0,-5 5 0,-1 1 0,0 0 0,0 0 0,1 1 0,5 5 0,-4 4 0,5 7 0,-7 0 0</inkml:trace>
  <inkml:trace contextRef="#ctx0" brushRef="#br0" timeOffset="62">32834 16248 8912,'0'-18'0,"0"7"0,-2-1 0,-3-1 0,3 3 0,-4-1 0,4 9 0,2 2 0,0 10 0,0 5 0,0 2 0,0 6 0,0 2 0,0 0 0,0 0 0,0-1 0,0-1 0,6-4 0,-1 4 0,-1-4 0,6-9 0,-1 3 0,9-7 0,-5-2 0,4-10 0,-3-3 0,8-9 0,3-4 0,-2-1 0,0-8 0,-6 2 0,4 5 0,-3 1 0,3 0 0,-10 6 0,-1-3 0,1 15 0,-7 7 0,2 9 0,-4 6 0,-2 6 0,0-4 0,0 4 0,5-4 0,1-2 0,8-1 0,-3-5 0,4-3 0,3-8 0,-1-2 0,0-4 0,0-5 0,0-12 0,6-4 0,0-7 0,-2-3 0,-7-1 0,-5-4 0,-1-2 0,3 4 0,-5-6 0,0 10 0,-6 0 0,0 7 0,0 4 0,-8 2 0,-1 6 0</inkml:trace>
  <inkml:trace contextRef="#ctx0" brushRef="#br0" timeOffset="63">18379 17778 8912,'0'-17'0,"0"5"0,0 1 0,0-3 0,0-1 0,0-2 0,0 5 0,0 1 0,-2-1 0,-4 3 0,2-6 0,-7 5 0,-1-1 0,3-1 0,-6 8 0,3-2 0,-3 5 0,-4 1 0,-2 1 0,-2 5 0,-10 6 0,-1 11 0,-6 13 0,-6 15 0,-2 9 0,8 8 0,-6 3 0,6 4 0,3 5 0,7 4 0,13 0-135,11-4 1,4-5 134,2-12 0,15-14 0,8-14 0,12-10 0,11-14 0,3-3 0,18-8 0,6 0 0,3 0 0,-5-10 0,-2-7 0,2 4 0,-10-10 0,-2-4 0,0-4 0</inkml:trace>
  <inkml:trace contextRef="#ctx0" brushRef="#br0" timeOffset="64">18912 17984 8912,'-25'0'0,"6"0"0,-4-2 0,4-4 0,8 4 0,1-1 0,3 6 0,3 9 0,0 3 0,-2 2 0,4 8 0,-5 4 0,1 3 0,0 3 0,0 5 0,6 0 0,-1 6 0,-3-6 0,-2-2 0,2-2 0,2-3 0,2-4 0,0-10 0,0-8 0,0-7 0,0 4 0,0-8 0,2-8 0,2-5 0,2-8 0,1-6 0,-1-8 0,-2-7 0,7-3 0,-5 1 0,6 0 0,-1 2 0,1 3 0,-1 3 0,0 2 0,1 1 0,-1 5 0,3 5 0,1 4 0,8 7 0,0 1 0,0 9 0,-6 2 0,0 15 0,1 14 0,-1 3 0,0 3 0,0 5 0,0 0 0,-5 6 0,-3-6 0,-1-2 0,-4-2 0,0-1 0,1-1 0,-3-7 0,4-4 0,-4-4 0,-2-2 0,0-7 0,0-3 0,0-22 0,0-6 0,0-4 0,0-7 0,0 3 0,6-3 0,0-3 0,1 1 0,-1-1 0,-2 7 0,7-1 0,-5 8 0,5-2 0,-5 10 0,4 1 0,-3-1 0,7 5 0,-10 3 0,7 10 0,-5 7 0,5 11 0,-5-4 0,4 6 0,-1-3 0,1 1 0,-5 0 0,7-5 0,-3-1 0,3 0 0,3-2 0,-3-3 0,3 3 0,2-13 0,0 4 0,1-4 0,-1-2 0,0 0 0,0-8 0,-1 4 0,-3-6 0,-2 3 0,3 3 0,-5 2 0,3 2 0,-6 0 0,5 0 0,0 2 0,7 4 0,-1 3 0,0 9 0,0-1 0,1-2 0,-1-4 0,0 3 0,0-8 0,0-1 0,1 3 0,-9-6 0,-1-2 0,-8-12 0,-8 3 0,-3-3 0,-5 1 0,-1-6 0,0 0 0,0-1 0,0 3 0,-1 4 0,-5-3 0,0 8 0,0 1 0,6 5 0,0 2 0,0 3 0,0 7 0,-8 11 0,-2 4 0</inkml:trace>
  <inkml:trace contextRef="#ctx0" brushRef="#br0" timeOffset="65">20065 18208 8912,'-28'11'0,"-1"0"0,0 3 0,3 1 0,1 2 0,7 1 0,3-1 0,4 0 0,3-6 0,8 1 0,0-1 0,0 6 0,2 1 0,4-1 0,3-6 0,10-1 0,2-2 0,2-5 0,0-1 0,-6-2 0,1 0 0,-1 0 0,2 0 0,2-2 0,2-3 0,0-5 0,-6-7 0,-2-2 0,-3-4 0,3 2 0,-3-8 0,-5 1 0,-1-7 0,-2-5 0,0-2 0,1-2 0,-1-4 0,-2 4 0,-2-2 0,-2 6 0,-3-5 0,3 12 0,-4-1 0,-2 16 0,3 1 0,-3 12 0,4 1 0,-2 8 0,1 7 0,5 12 0,0 6 0,0 11 0,0-4 0,0 4 0,1 2 0,5-2 0,4 0 0,7-5 0,0-1 0,0 1 0,1-1 0,-1 0 0,2-5 0,4 0 0,2-10 0,3-2 0,3-8 0,-8-9 0,8 0 0,-5-1 0,1-5 0,-4-6 0,2-9 0,-2-2 0,-2-5 0,-10 5 0,3-6 0,-9 6 0,1-5 0,-6 5 0,0-6 0,0 6 0,-2 0 0,-3 8 0,-7 3 0,-3 7 0,-2-5 0,-1 10 0,1 0 0,2 14 0,3 8 0,-1 11 0,7 1 0,1 3 0,5 8 0,0 1 0,0-2 0,1 4 0,5-8 0,0-2 0,11-9 0,-3 2 0,8-9 0,5-6 0,0-11 0,2-3 0,-1-2 0,-1-7 0,2-5 0,1-5 0,-7-6 0,0-4 0,-6-7 0</inkml:trace>
  <inkml:trace contextRef="#ctx0" brushRef="#br0" timeOffset="66">21081 17726 8912,'-27'-17'0,"2"7"0,8 3 0,0 7 0,5 4 0,1 7 0,5 8 0,-6 16 0,9-1 0,-3 0 0,4 8 0,2 2 0,0 2 0,0 0 0,8 0 0,3 5 0,4 1 0,3 0 0,-1-9 0,0-2 0,0-7 0,0-5 0,1-5 0,-1-6 0,0-9 0,0-3 0,0-4 0,-1-10 0,-5-3 0,5-5 0,-5-1 0,-1-6 0,1 0 0,-1-7 0,1 1 0,-1 2 0,-5-1 0,-3 7 0,4-2 0,-4 4 0,-2 2 0,0 5 0,0 1 0,0 7 0,0-4 0,6 12 0,-1 6 0,-1 7 0,-2 9 0,0-1 0,2 2 0,2 4 0,5-1 0,-5-1 0,7 1 0,-1-7 0,-3 6 0,3-6 0,-1 0 0,6-6 0,1-2 0,-1-3 0,-8-5 0,7-14 0,-7-3 0</inkml:trace>
  <inkml:trace contextRef="#ctx0" brushRef="#br0" timeOffset="67">21373 17846 8912,'-7'18'0,"-1"-1"0,-4 0 0,-1 6 0,7 0 0,1 2 0,5-4 0,0 2 0,0-2 0,0-2 0,5-8 0,1 1 0,7-8 0,-9 3 0,8-7 0,-8-7 0,5-3 0,-3-7 0,-4 0 0,3-1 0,-3 7 0,-2-1 0,0 1 0,0-6 0,0 0 0,8 7 0,2 2 0</inkml:trace>
  <inkml:trace contextRef="#ctx0" brushRef="#br0" timeOffset="68">21855 18208 8912,'-2'15'0,"-4"-4"0,3 3 0,-9-9 0,3 3 0,-3-2 0,-3-2 0,3 7 0,-3 1 0,-2 5 0,0 0 0,1 0 0,3 0 0,1 0 0,9-5 0,-3-1 0,4-7 0,2 4 0,2-22 0,4-3 0,1-9 0,5 3 0,3-8 0,-5 2 0,1-3 0,1-2 0,-1 1 0,6 4 0,-2 5 0,-3 6 0,3 1 0,-3 0 0,3 2 0,2 3 0,0 7 0,1 3 0,-1 2 0,0 0 0,6 5 0,0 1 0,0 7 0,-6-1 0,0-3 0,1 3 0,4-8 0,1 1 0,0-3 0,-5-2 0,-1 0 0,0 0 0,0-2 0,0-1 0,1-5 0,-1-2 0,-8 7 0,-1-13 0,-8 14 0,-8-5 0,-3 7 0,-4 0 0,-3 6 0,1-1 0,2 3 0,3-2 0,-3-3 0,4 9 0,3-8 0,0 11 0,8-13 0,0 6 0,8-10 0,3-2 0,5-2 0,1-7 0,0 1 0,2 5 0,4 1 0,-4-2 0,6 3 0,-2 3 0,0 5 0,6 15 0,-6 10 0,0 12 0,-6 6 0,-2 12 0,-3 5 0,-5 11 0,-7 6 0,-2-3 0,-3-3 0,-5-5 0,-7-8 0,-2-9 0,-4-10 0,4-14 0,-4-5 0,4-11 0,1-5 0,1-7 0,2-9 0,3-8 0,-3-8 0,4-10 0,1-5 0,-1 0 0,5-6 0,-4 4 0,3 0 0,3 0 0,2 0 0,2 2 0,0 4 0,-8-6 0,-1 7 0</inkml:trace>
  <inkml:trace contextRef="#ctx0" brushRef="#br0" timeOffset="69">23541 17503 8912,'10'-19'0,"-4"-4"0,1 2 0,-1-6 0,-2 2 0,-2 2 0,-2 0 0,0 0 0,0-5 0,0 5 0,0 0 0,0 11 0,0 1 0,-2 11 0,-2 6 0,-2 16 0,3 15 0,-5 16 0,2 16 0,-5 21 0,7-38 0,0 1 0,0 3 0,-1 1 0,-2 3 0,0 2 0,0 4 0,-1 2-299,-1 3 1,1 1 0,-1 0-1,0-1 299,1-2 0,-1 0 0,3-6 0,1 0 0,0-4 0,0-2 0,1-7 0,1-2 0,-1 30 0,4-15 0,5-29 0,-1-9 0,8-8 0,-1-1 0,6-11 0,1 1 0,-1-6 0,-8 0 0,7-7 0,-7-3 0</inkml:trace>
  <inkml:trace contextRef="#ctx0" brushRef="#br0" timeOffset="70">23232 18122 8912,'-2'-27'0,"-2"4"0,-2 4 0,1 2 0,5-1 0,1 11 0,5 7 0,11 7 0,12 11 0,5-1 0,7 0 0,3-6 0,9-1 0,3-2 0,1-5 0,8-3 0,-2-5 0,0-7 0,2-9 0,0-2 0,-6 2 0,-11 2 0,-8 2 0,-5 7 0,-7 5 0,-10 3 0,-18 2 0,-10 0 0</inkml:trace>
  <inkml:trace contextRef="#ctx0" brushRef="#br0" timeOffset="71">24006 18311 8912,'0'11'0,"0"1"0,0-9 0,2 5 0,4-8 0,-2 0 0,7 0 0,2 0 0,3 0 0,3-8 0,4-3 0,-2-6 0,8-6 0,-7 2 0,7-8 0,-2 6 0,2-5 0,-5 5 0,-6-6 0,-3 8 0,-2-2 0,-3 4 0,-2 2 0,-10 7 0,-10 5 0,-5 5 0,-6 5 0,-4 7 0,-7 11 0,-1 3 0,1 9 0,1 5 0,5 0 0,3 6 0,10-4 0,3 2 0,6 4 0,5-1 0,1-1 0,9-4 0,8-7 0,10-11 0,13-6 0,2-9 0,4-9 0,4-2 0,-4-3 0,-4-7 0,-2-11 0,4-11 0,0-10 0</inkml:trace>
  <inkml:trace contextRef="#ctx0" brushRef="#br0" timeOffset="72">24849 18001 8912,'10'8'0,"5"1"0,-3 9 0,3-1 0,2 0 0,0 0 0,1 0 0,1 1 0,4-1 0,-10 6 0,4 0 0,-1 0 0,-1 1 0,-6-5 0,-3 4 0,-4-3 0,6-3 0,1 0 0</inkml:trace>
  <inkml:trace contextRef="#ctx0" brushRef="#br0" timeOffset="73">25159 17915 8912,'-8'10'0,"-1"5"0,-8-3 0,-6 3 0,-2 2 0,-2 2 0,-4 4 0,-3 6 0,-6 11 0,4-2 0,-5 8 0,5 0 0,4 5 0,3-1 0,6-4 0,10-4 0,1-8 0,8-7 0,-1-4 0,5-6 0,5-5 0,-3-5 0,21-14 0,-4-3 0</inkml:trace>
  <inkml:trace contextRef="#ctx0" brushRef="#br0" timeOffset="74">25383 17778 8912,'6'11'0,"1"-1"0,3-3 0,-6 7 0,1-3 0,-3 4 0,-2 3 0,0-1 0,0 0 0,0 2 0,0 4 0,6-2 0,0 8 0,-1-2 0,-5 1 0,0 5 0,0-5 0,-5 10 0,-1 3 0,-7-1 0,1-6 0,3 1 0,-1 1 0,0 0 0,1-2 0,-3 5 0,-5-13 0</inkml:trace>
  <inkml:trace contextRef="#ctx0" brushRef="#br0" timeOffset="75">25297 18053 8912,'0'9'0,"2"-1"0,3-8 0,5-2 0,7-4 0,0 3 0,1-9 0,6 8 0,7-3 0,7 1 0,8 0 0,-2-1 0,2 1 0,8-4 0,7-7 0</inkml:trace>
  <inkml:trace contextRef="#ctx0" brushRef="#br0" timeOffset="76">26433 18104 8912,'-35'-2'0,"1"-3"0,-1-3 0,1-3 0,-1 3 0,1 8 0,3 4 0,-1 5 0,-4 10 0,-1 6 0,3 12 0,5 8 0,0 5 0,12 2 0,-2-3 0,13-3 0,1 2 0,5-10 0,0-5 0,7-9 0,7-10 0,7-3 0,-2-7 0,4 2 0,4-18 0,1-5 0,5-11 0,1-1 0,-5-5 0,0-7 0,1-4 0,-5-5 0,2 4 0,-6 0 0,2 0 0,-2 2 0,-8-3 0,-3 5 0,-3-2 0,-1-2 0,-6 2 0,0 4 0,-2 5 0,-4 7 0,3 5 0,-9 11 0,1 5 0,1 16 0,4 8 0,4 3 0,2 8 0,0 7 0,0 5 0,0 2 0,0-2 0,2-2 0,2 8 0,4 0 0,1-2 0,-3 5 0,6-3 0,-1-2 0,6 2 0,2-8 0,4 2 0,2-11 0,4-6 0,3-12 0,-3-5 0,4-12 0,1-3 0,0-8 0</inkml:trace>
  <inkml:trace contextRef="#ctx0" brushRef="#br0" timeOffset="77">26794 18225 8912,'0'-17'0,"0"-1"0,-2 3 0,-2 2 0,-3 1 0,-3-1 0,4 5 0,-5 2 0,-1 5 0,-5 1 0,6 7 0,-1 7 0,1 5 0,1 4 0,1 7 0,3-1 0,4 3 0,-4 3 0,2-3 0,-1-3 0,3-4 0,-4-8 0,4 0 0,2 0 0,0-7 0,0-3 0,8-7 0,1-7 0,8-5 0,-5-5 0,-1-6 0,1 4 0,5-4 0,6-2 0,0 2 0,0 1 0,-6 4 0,0 7 0,1-1 0,-1-1 0,0 5 0,-7 8 0,-5 12 0,-3 5 0,-2 6 0,0-2 0,0 8 0,0-3 0,0 5 0,0-2 0,8-8 0,1 2 0,1-4 0,7-10 0,0-3 0,1-4 0,14-10 0,-5-1 0</inkml:trace>
  <inkml:trace contextRef="#ctx0" brushRef="#br0" timeOffset="78">27241 17829 8912,'6'-17'0,"0"0"0,-2 0 0,-2 5 0,-2 1 0,0 7 0,0-2 0,0 12 0,0 11 0,0 12 0,-2 9 0,-2 4 0,-2 2 0,2 4 0,0 1 0,-1 3 0,3 0 0,-4-1 0,2 6 0,-2 1 0,3 5 0,-9-6 0,6-5 0,-5-6 0,1-4 0,-3 0 0,3-10 0,3-5 0,-7-12 0,13-9 0,-5-12 0,4-3 0,2-24 0,0-3 0</inkml:trace>
  <inkml:trace contextRef="#ctx0" brushRef="#br0" timeOffset="79">27121 18259 8912,'-10'-17'0,"5"0"0,3 0 0,2-1 0,0 7 0,0-1 0,0 9 0,7-5 0,5 8 0,3 0 0,2 0 0,2 0 0,4 0 0,4 0 0,8 0 0,1 0 0,2 0 0,4-2 0,2-4 0,4 2 0,9-7 0,-5 0 0,0-7 0,-5 7 0,-12-1 0,-5 3 0,-12-3 0,-11-3 0,-7 6 0,-9-1 0,-14 2 0,-6 8 0,-3 2 0,-3 4 0,3 4 0,3 7 0,-4 8 0,5 3 0,3-1 0,4 2 0,6 1 0,3 3 0,3-1 0,-3-3 0,4 1 0,8-7 0,0 0 0,0-6 0,2-1 0,4-5 0,6-5 0,3-4 0,4-6 0,4-7 0,4-7 0,7-10 0,-1-5 0,-5 5 0,5-5 0,-5-1 0,-1-1 0,2 1 0,-8 5 0,2 1 0,0 12 0,-6-1 0,2 10 0,-11-3 0,-1 4 0,1 8 0,-2 6 0,-6 9 0,0 8 0,0 3 0,2 5 0,3 1 0,-1 1 0,8-1 0,1-5 0,10-1 0,4-7 0,7 4 0</inkml:trace>
  <inkml:trace contextRef="#ctx0" brushRef="#br0" timeOffset="80">28790 18225 8912,'-9'7'0,"-7"-5"0,7 6 0,-1 0 0,-5-7 0,3 5 0,-3-4 0,-2-2 0,0 0 0,-1 0 0,7 0 0,1-2 0,3-4 0,-5-3 0,7-8 0,-9 0 0,10-1 0,-5 1 0,1 0 0,0 5 0,3 1 0,3 5 0,-4-5 0,4 5 0,2-5 0,0 5 0,0-6 0,0 9 0,0-7 0,0 4 0,0 4 0,0-5 0,8-1 0,1-1 0</inkml:trace>
  <inkml:trace contextRef="#ctx0" brushRef="#br0" timeOffset="81">28670 18104 8912,'0'18'0,"2"-1"0,3 0 0,-1-2 0,8-3 0,-7 1 0,7-5 0,1 1 0,2 1 0,3 1 0,-1-3 0,0-8 0,0 0 0,1 0 0,-1 0 0,0-2 0,0-4 0,0-3 0,-1-8 0,-5-1 0,-1 3 0,-5 4 0,-3-5 0,6 7 0,-8-3 0,0 1 0,0 7 0,-2-2 0,-4 12 0,-9 5 0,-8 12 0,-7-2 0,1 8 0,-6 0 0,-5 5 0,4-1 0,-4-5 0,-2-3 0,2-8 0,1-1 0,3-5 0,3-3 0,5-8 0,3-10 0,8-7 0,7-10 0,4-13 0,5-4 0,2-6 0,5 3 0,6 1 0,5 6 0,6-6 0,4 2 0,7-2 0,-5 6 0,-1 11 0,-5-3 0,6 3 0,-8 2 0,2-1 0,-4 7 0,-2-2 0,-5 4 0,-1 2 0,-7-1 0,2 1 0,-4 6 0,-2-1 0,0 8 0,-8-1 0,-3 10 0,-7 7 0,-5 3 0,4 4 0,-4 4 0,6 4 0,6 7 0,3 8 0,8 4 0,0 4 0,0 1 0,8 1 0,3 0 0,4 5 0,3 0 0,1 1 0,2-9 0,4-1 0,1-2 0,-3-14 0,6 3 0,-2-7 0,2 1 0,-5-4 0,-6-8 0,-1-7 0,-8 5 0,-1-6 0</inkml:trace>
  <inkml:trace contextRef="#ctx0" brushRef="#br0" timeOffset="82">29599 17984 8912,'11'-11'0,"-1"-1"0,0 1 0,-1 1 0,-5-5 0,2 3 0,-4-3 0,-2-2 0,0 0 0,-2-2 0,-4-2 0,-6-2 0,3 0 0,-3 6 0,1-1 0,-6 3 0,-1 4 0,1 3 0,0 8 0,-6 15 0,0 8 0,0 15 0,6 8 0,0 6 0,0 5 0,1 4 0,5 8 0,3-2 0,8-4 0,0 2 0,2-10 0,6-5 0,9-8 0,2-13 0,10-6 0,-1-12 0,7-5 0,-1-14 0,1-11 0,-1-14 0,1-16 0,-1-12 0</inkml:trace>
  <inkml:trace contextRef="#ctx0" brushRef="#br0" timeOffset="83">29874 17657 8912,'-17'-23'0,"0"1"0,7-1 0,5 5 0,3 11 0,2 7 0,0 7 0,0 11 0,0 8 0,0 9 0,2 1 0,3 10 0,-3 0 0,4 5 0,2-1 0,-3-4 0,3 3 0,-2-1 0,3 6 0,1 3 0,5 0 0,-3-5 0,3-6 0,2 0 0,0-10 0,1-2 0,6-7 0,3-17 0,8-3 0</inkml:trace>
  <inkml:trace contextRef="#ctx0" brushRef="#br0" timeOffset="84">30201 18001 8912,'-6'-11'0,"1"-1"0,-9 3 0,5-5 0,-1 3 0,-5 7 0,5-2 0,-7 12 0,8 9 0,3 8 0,-2 6 0,2-6 0,1 6 0,5-7 0,0 7 0,0-6 0,0 6 0,0-6 0,0 0 0,0-6 0,0 0 0,0 0 0,7-7 0,-3-3 0,8-7 0,-1-2 0,-1-3 0,5-11 0,-3-7 0,-3-7 0,3 1 0,-3-3 0,3-3 0,-3 1 0,-3 0 0,-2 7 0,7 4 0,-7 4 0,2 2 0,-4 7 0,5 2 0,-5 16 0,4 5 0,-4 8 0,-2 8 0,2-2 0,3 2 0,-3-7 0,4 7 0,2-8 0,-2 2 0,5-4 0,-5-2 0,5-5 0,-5-1 0,7-7 0,-1 2 0,-3-6 0,3-6 0,1-5 0,3-5 0,1-3 0,0-4 0,-2 2 0,-3-7 0,1 5 0,-7-6 0,0 2 0,-6-1 0,5-3 0,1 8 0,0 6 0,-6 6 0,0 7 0,0-2 0,0 12 0,0 7 0,0 8 0,0 0 0,0 8 0,2-1 0,3 7 0,7-1 0,3 1 0,2-1 0,1 0 0,-1 1 0,0-1 0,-2-5 0,-3-1 0,1-1 0,-7 2 0,0-4 0,-6-8 0,0-6 0,0 1 0,-8-3 0,-3 3 0,-5-6 0,-1-12 0,0-11 0,0-10 0</inkml:trace>
  <inkml:trace contextRef="#ctx0" brushRef="#br0" timeOffset="85">30993 17743 8912,'-17'0'0,"-1"0"0,1 0 0,0 0 0,-2 0 0,-4 0 0,4 2 0,-4 4 0,4 4 0,0 9 0,-1 2 0,3 2 0,-2 7 0,13-1 0,1 3 0,5 3 0,2-3 0,3-3 0,5 1 0,7-7 0,0-2 0,1-9 0,4 1 0,1-7 0,0 0 0,-5-6 0,-1 0 0,0 0 0,0 0 0,0 0 0,-5 0 0,-1 0 0,-5 0 0,6 0 0,-9 0 0,3 7 0,-12 5 0,-3 3 0,-8 2 0,-1 0 0,1 1 0,0-1 0,0 0 0,0 0 0,-1 0 0,1-7 0,0-2 0,0-8 0</inkml:trace>
  <inkml:trace contextRef="#ctx0" brushRef="#br0" timeOffset="86">31148 17950 8912,'9'17'0,"-1"-6"0,-8 1 0,0-1 0,0 6 0,0 1 0,6-1 0,-1 0 0,1 0 0,-6 0 0,0 1 0,0-1 0,6 6 0,0 0 0,-1 1 0,-5-1 0,0-4 0,0 4 0,0-3 0,0-3 0,-7 0 0,-3 0 0</inkml:trace>
  <inkml:trace contextRef="#ctx0" brushRef="#br0" timeOffset="87">31096 17743 8912,'0'-17'0,"-2"0"0,-4 0 0,5 0 0,-7 7 0,10 2 0,4 8 0,5 8 0,12 3 0,4-3 0,7 7 0,1-5 0</inkml:trace>
  <inkml:trace contextRef="#ctx0" brushRef="#br0" timeOffset="88">31836 17451 8912,'-34'0'0,"-1"0"0,1 0 0,5 0 0,2 0 0,2 0 0,4 0 0,8 6 0,2 0 0,7 7 0,-2-2 0,4 7 0,2 4 0,0-1 0,0 8 0,2 0 0,4 5 0,1-1 0,5-5 0,1 5 0,-7-5 0,5 7 0,-5 5 0,0-4 0,-6 4 0,6 2 0,-1-2 0,-1 8 0,-9-2 0,1-4 0,-8-2 0,1-3 0,-6-3 0</inkml:trace>
  <inkml:trace contextRef="#ctx0" brushRef="#br0" timeOffset="89">31423 18122 8912,'-11'-18'0,"-1"1"0,6 6 0,-5-1 0,7 1 0,-2-6 0,6 5 0,6 1 0,6-1 0,10-5 0,5 6 0,8-1 0,1 3 0,4-3 0,2-3 0,4 3 0,2-3 0,-6 0 0,0 1 0,0 3 0,-4 1 0,-9-1 0,-4 1 0,-8 5 0,-7 3 0,-3-6 0,-7 16 0,-2 1 0,-1 8 0,-3 1 0,0 7 0,0-6 0,1 4 0,-1 1 0,4-1 0,-2 0 0,-2 2 0,1-6 0,5 4 0,0-4 0,0-2 0,0-5 0,0-1 0,-8-7 0,-2 4 0</inkml:trace>
  <inkml:trace contextRef="#ctx0" brushRef="#br0" timeOffset="90">31991 17589 8912,'-8'-18'0,"4"3"0,-7 4 0,7 3 0,-5 10 0,5 4 0,-2 5 0,0 6 0,6 6 0,0-4 0,0 4 0,0 4 0,0-8 0,0 4 0,6-10 0,0-1 0,0-6 0,-6 5 0,0-7 0,0-4 0,0-12 0,0 3 0,0-3 0,0 1 0,0-6 0,-2 1 0,-4 5 0,4 3 0,-6 8 0,8 8 0,0 2 0</inkml:trace>
  <inkml:trace contextRef="#ctx0" brushRef="#br0" timeOffset="91">32370 17795 8912,'-18'-12'0,"1"1"0,-6 7 0,0-2 0,0 5 0,6 1 0,0 1 0,0 5 0,-1 6 0,1 11 0,2-2 0,2 7 0,3 3 0,2 1 0,3 3 0,5-1 0,0-1 0,0-5 0,7-3 0,5-8 0,-1 0 0,6 1 0,-1-9 0,12-3 0,-5-4 0,6-2 0,0-8 0,5-3 0,1-12 0,-1-4 0,0-7 0</inkml:trace>
  <inkml:trace contextRef="#ctx0" brushRef="#br0" timeOffset="92">32507 17761 8912,'-9'0'0,"-7"0"0,5 0 0,-4 1 0,-3 5 0,1-4 0,0 6 0,2-1 0,3 5 0,-1-3 0,7 3 0,-5-1 0,5 6 0,2 1 0,4-3 0,6-4 0,-2 3 0,7-8 0,-1 1 0,1-1 0,4-4 0,-3 4 0,3-5 0,2-1 0,-5 0 0,-1 0 0,-5-5 0,6-1 0,-7 0 0,7 6 0,-8-7 0,11 5 0,-11-6 0,7 8 0,-5 0 0,5 0 0,-7 0 0,6 2 0,-5 4 0,-3-2 0,4 7 0,-4-7 0,6 11 0,-5-13 0,9 4 0,-8-4 0,11-2 0,-5 0 0</inkml:trace>
  <inkml:trace contextRef="#ctx0" brushRef="#br0" timeOffset="93">32748 17365 8912,'0'17'0,"0"0"0,-2 3 0,-4 2 0,5 13 0,-5 11 0,4 3 0,2 3 0,0 1 0,0 1 0,0-1 0,0-3 0,0-6 0,0-4 0,6-7 0,-1-16 0,9 0 0,-10-7 0,7-5 0,-5-5 0,5-5 0,-1-7 0,1-11 0,5 2 0,-5-7 0,4-1 0,3-6 0,-1 7 0,0-1 0,-6 2 0,1-1 0,-1 5 0,-1 4 0,0 7 0,-5 1 0,-3 7 0,12 4 0,-9 11 0,1 10 0,-6 2 0,0 0 0,0-5 0,0-1 0,0 0 0,0 8 0,0-6 0,0 4 0,0-12 0,0-3 0</inkml:trace>
  <inkml:trace contextRef="#ctx0" brushRef="#br0" timeOffset="94">33058 17399 8912,'-8'10'0,"6"-2"0,-5-1 0,7 3 0,0 7 0,0 0 0,0 0 0,0 1 0,0-1 0</inkml:trace>
  <inkml:trace contextRef="#ctx0" brushRef="#br0" timeOffset="95">32610 17846 8912,'0'-11'0,"0"0"0,0 5 0,0-6 0,0 1 0,2-4 0,4 3 0,11-3 0,12 3 0,5-3 0,7-2 0,3 0 0,7 0 0,1-1 0,-1 1 0,-1 0 0,-4 0 0,-4 7 0,-8 4 0,-7-1 0,-4 1 0,-4 0 0,-9 6 0,-2 0 0,-8 0 0,-8 0 0,6 2 0,-4 4 0,4 4 0,4-1 0,4-3 0,-4 3 0,13-7 0,-13 6 0,6-8 0,-8 0 0,0 0 0,7 0 0,-5 0 0,8 0 0,-4 0 0,-4 0 0,13 0 0,-6 0 0,3 0 0,-1 0 0,-7 0 0,11 0 0,-11 0 0,8 0 0,-8 0 0,11 8 0,-11-6 0,7 3 0,-7-3 0,11-2 0,-11 0 0,8 0 0,-7-2 0,7-3 0,-8 3 0,11-14 0,-6 14 0,9-11 0,-1 7 0,-6 1 0,1 5 0,-8 7 0,1 5 0,3-3 0,-2 3 0,-1-1 0,-5 6 0,0 1 0</inkml:trace>
  <inkml:trace contextRef="#ctx0" brushRef="#br0" timeOffset="96">33471 17004 8912,'19'-17'0,"4"2"0,6 3 0,3 6 0,8 4 0,0 6 0,-3 10 0,-7 14 0,-5 20 0,-8 15 0,-1 19 0,-5 10 0,-10-36 0,-4 3 0,-4 5 0,-5 1-260,-3 7 0,-2 2 1,-6 6-1,-2 2 0,-4 8 1,-1 2 259,10-30 0,-1 0 0,0 1 0,-2 1 0,0 0 0,-1 1 0,-1 3 0,1 1 0,-2 0 0,-2 0 0,-1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3.742"/>
    </inkml:context>
    <inkml:brush xml:id="br0">
      <inkml:brushProperty name="height" value="0.053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2839 619 8912,'-24'17'0,"-5"0"0,-4 1 0,7-1 0,-7 0 0,6 2 0,-1 4 0,-1 6 0,2 11 0,-1 6 0,6 5 0,9 6 0,0 5 0,7 6 0,2 1 0,2 0 0,10-10 0,3-5 0,7-10 0,5-8 0,3 0 0,9-13 0,-7-8 0,1-9 0,0-4 0,-2-2 0,5-8 0,-3-3 0,-3-10 0,1-4 0,0-2 0,0-3 0,-4-10 0,5-6 0,-7 2 0,0-2 0,-5-2 0,-5-1 0,-7-9 0,2 1 0,-4 0 0,-2 5 0,-2 6 0,-4 0 0,-5 8 0,-12-2 0,2 13 0,-6 8 0,0 8 0,0 3 0,1 4 0,-3 10 0,2 4 0,4 7 0,6 8 0,0 3 0,1 5 0,11 1 0,1 0 0,-6 1 0,1-1 0</inkml:trace>
  <inkml:trace contextRef="#ctx0" brushRef="#br0" timeOffset="1">2857 1118 8912,'-18'0'0,"1"0"0,6 0 0,-1 0 0,7 0 0,-5 1 0,2 5 0,5 9 0,8 8 0,5 10 0,7 1 0,6 3 0,2 8 0,2 3 0,3 2 0,-3-4 0,2 0 0,-6-8 0,5 2 0,-7-4 0,2-1 0,-6-9 0,-3-3 0,-3-4 0,1-9 0,-3-2 0,-9-24 0,-9-3 0</inkml:trace>
  <inkml:trace contextRef="#ctx0" brushRef="#br0" timeOffset="2">3442 1135 8912,'-17'2'0,"-1"3"0,1-3 0,0 6 0,5-2 0,1-1 0,9 1 0,2-6 0,2 6 0,9 0 0,3-3 0,-5-1 0,3-2 0,-1-7 0,1 5 0,-1-4 0,-7-4 0,4 9 0,-1-15 0,-5 14 0,-2 2 0,-9 10 0</inkml:trace>
  <inkml:trace contextRef="#ctx0" brushRef="#br0" timeOffset="3">3614 1479 8912,'-17'9'0,"5"5"0,1-9 0,5 7 0,-6-5 0,-1 3 0,5-6 0,1 3 0,-1-7 0,6 0 0,2-7 0,10 5 0,-1-13 0,-1 11 0,-10-6 0,-4 3 0,4 1 0,-13 6 0,11 0 0,-7 0 0,7 0 0,-4 0 0,8 0 0,8 0 0,2 0 0</inkml:trace>
  <inkml:trace contextRef="#ctx0" brushRef="#br0" timeOffset="4">4440 774 8912,'0'-18'0,"-2"3"0,-2 2 0,-2 1 0,3-1 0,1-2 0,2 19 0,0 11 0,0 12 0,0 9 0,0 15 0,0 1 0,0 5 0,0 1 0,5-5 0,1 6 0,0-1 0,1-1 0,-5-2 0,4-9 0,-4-4 0,-2 0 0,2-7 0,4-1 0,-4-7 0,5-20 0,-7-7 0,8-15 0,1-12 0</inkml:trace>
  <inkml:trace contextRef="#ctx0" brushRef="#br0" timeOffset="5">4681 671 8912,'0'-12'0,"0"1"0,0 7 0,0-4 0,0 10 0,0 4 0,0 7 0,2 8 0,3 8 0,-1 9 0,8 4 0,1 2 0,2 4 0,3 1 0,-1 3 0,0 0 0,0-1 0,-5 1 0,-3-3 0,-1-3 0,-4-6 0,-2 0 0,-2-5 0,-16-5 0,-7-12 0,-7-1 0,-5 0 0</inkml:trace>
  <inkml:trace contextRef="#ctx0" brushRef="#br0" timeOffset="6">4423 1307 8912,'-2'-18'0,"-4"1"0,4 0 0,-4 0 0,4 5 0,2 1 0,0 0 0,8-5 0,4 5 0,5-3 0,6 9 0,-2-7 0,7 6 0,5 1 0,5-3 0,-2 6 0,5-4 0,-5 5 0,6 1 0,2 0 0</inkml:trace>
  <inkml:trace contextRef="#ctx0" brushRef="#br0" timeOffset="7">5059 1186 8912,'-26'0'0,"3"0"0,4 0 0,1 0 0,1 2 0,0 4 0,0 4 0,-1 7 0,3 8 0,2 3 0,3 5 0,3 1 0,3 0 0,9 1 0,5-1 0,7 1 0,6-9 0,0-3 0,6-9 0,-6-3 0,2-7 0,-2 2 0,-6-6 0,0-6 0,0 2 0,-5-7 0,-3-7 0,1-6 0,-3-1 0,-3 0 0,-2-6 0,-2 3 0,0 1 0,0-2 0,-2 3 0,-3-3 0,1 4 0,-8 8 0,1 2 0,-5 1 0,3 5 0,2 1 0,7 2 0,-4 6 0,8 8 0,0 3 0,8 5 0,1 1 0</inkml:trace>
  <inkml:trace contextRef="#ctx0" brushRef="#br0" timeOffset="8">5266 1272 8912,'9'0'0,"7"0"0,-14 0 0,5 0 0,-7 0 0,0 0 0,0 8 0,0 3 0,0 5 0,0 1 0,6-6 0,0 1 0,1-6 0,-1 5 0,-2-5 0,7 3 0,3-1 0,1-2 0,2-6 0,1 0 0,-7 0 0,0 0 0,-5-8 0,6-3 0,-7 1 0,5-1 0,-2-3 0,5-1 0,-11 5 0,7 3 0,-3 7 0,-4 7 0,4 5 0,2-3 0,-1 3 0,3 1 0,3 2 0,2 1 0,3-5 0,-1 3 0,0-9 0,0 1 0,0-6 0,1 0 0,-1 0 0,0 0 0,-2-2 0,-1-4 0,-3-5 0,-7-4 0,2-3 0,-4-4 0,-2-1 0,0 0 0,0 4 0,0-2 0,0-2 0,0 0 0,0 6 0,0-1 0,0 1 0,0 0 0,0 0 0,7 0 0,3-1 0</inkml:trace>
  <inkml:trace contextRef="#ctx0" brushRef="#br0" timeOffset="9">6677 860 8912,'-12'-19'0,"1"-2"0,0-2 0,1 2 0,-3 7 0,7 3 0,0 9 0,6 2 0,0 9 0,0 14 0,2 8 0,4 7 0,-4 6 0,3 8 0,3-3 0,-2-3 0,1 4 0,-1-6 0,4 2 0,-1-1 0,5-6 0,-9 1 0,7-4 0,-6-2 0,-1-5 0,-5 0 0,0-8 0,-7 4 0,-3-8 0</inkml:trace>
  <inkml:trace contextRef="#ctx0" brushRef="#br0" timeOffset="10">6539 1272 8912,'-7'-25'0,"-1"6"0,-3-4 0,-3 4 0,8 2 0,1 6 0,5-1 0,2 1 0,3 1 0,7 1 0,11 3 0,0 4 0,11-4 0,-3-1 0,9 1 0,4 0 0,2 6 0,0-6 0,5 1 0,-5-1 0,6 6 0,7-8 0,-5-1 0</inkml:trace>
  <inkml:trace contextRef="#ctx0" brushRef="#br0" timeOffset="11">7142 1118 8912,'-18'17'0,"1"0"0,2 0 0,3 0 0,-1-5 0,7-1 0,-5 1 0,5 5 0,0-6 0,6 1 0,0 1 0,2-5 0,4-2 0,4-5 0,14-1 0,1-1 0,4-3 0,-8-4 0,-8-1 0,3-3 0,-5-5 0,-3 0 0,-2 0 0,-5-1 0,-1 1 0,0 0 0,0 0 0,-1 0 0,-5-1 0,-4 3 0,-7 4 0,0-3 0,0 9 0,-1-7 0,1 6 0,0 2 0,6 3 0,-1 1 0,8 7 0,-3 3 0</inkml:trace>
  <inkml:trace contextRef="#ctx0" brushRef="#br0" timeOffset="12">7968 980 8912,'-27'0'0,"2"0"0,4-2 0,4-4 0,-4 4 0,9-3 0,5 5 0,1 5 0,4 7 0,2 11 0,0 9 0,0 8 0,0 8 0,0-2 0,6 9 0,-1 3 0,7-1 0,-6-5 0,-1-1 0,-5 1 0,0-3 0,0-3 0,-2-4 0,-3-7 0,-5-3 0,-7-3 0,0-4 0,0-16 0,7-16 0,2-12 0</inkml:trace>
  <inkml:trace contextRef="#ctx0" brushRef="#br0" timeOffset="13">7744 963 8912,'0'-17'0,"8"-1"0,3 3 0,12 4 0,-2 1 0,8 4 0,-1 4 0,7-3 0,1 5 0,4 5 0,-9 5 0,3 7 0,-5 6 0,0 2 0,-8 2 0,-8 3 0,-5-3 0,-8 2 0,-2-3 0,-4 3 0,-4 2 0,-7-8 0,-8 7 0,-3-1 0,3-4 0,2-2 0,-4 3 0,8-7 0,-4 4 0,12-11 0,3-5 0</inkml:trace>
  <inkml:trace contextRef="#ctx0" brushRef="#br0" timeOffset="14">8346 1049 8912,'12'0'0,"-1"0"0,-7 2 0,2 3 0,-4-1 0,-2 8 0,0-1 0,0 6 0,-6 6 0,-2 2 0,1 0 0,-1 0 0,2 3 0,6-5 0,0 2 0,0-2 0,0-4 0,0 4 0,0-4 0,0-9 0,0 5 0,0-5 0</inkml:trace>
  <inkml:trace contextRef="#ctx0" brushRef="#br0" timeOffset="15">8432 791 8912,'-9'8'0,"-7"-7"0,7 7 0,-8-8 0,7 0 0,-5 0 0,13 0 0,-6 0 0,10 0 0,4 0 0,-4 0 0,5 0 0,-7 0 0,8 8 0,2 1 0</inkml:trace>
  <inkml:trace contextRef="#ctx0" brushRef="#br0" timeOffset="16">8880 1100 8912,'-18'-5'0,"1"-3"0,0 0 0,0 1 0,-2-7 0,-4 3 0,4 1 0,-4 1 0,4 1 0,1 4 0,7 2 0,-1 2 0,7 2 0,-5 6 0,2 7 0,5 6 0,1 10 0,2-3 0,0 5 0,0 1 0,0-1 0,0-5 0,5 3 0,1-8 0,6 0 0,-7-6 0,9-2 0,-3-3 0,5-6 0,1-5 0,6-1 0,0 0 0,7 0 0,-3-15 0,7-4 0</inkml:trace>
  <inkml:trace contextRef="#ctx0" brushRef="#br0" timeOffset="17">9103 774 8912,'-15'-12'0,"4"1"0,-5 7 0,9-2 0,-5 12 0,-1 13 0,7 15 0,2 10 0,2 6 0,2 9 0,0 4 0,0-2 0,0 1 0,2-3 0,4-4 0,2-3 0,3-6 0,4-6 0,-3-12 0,1-3 0,-1-8 0,3-7 0,-5-4 0,7-12 0,2-5 0,2-11 0,4-2 0,2-3 0,-4-7 0,5-7 0,-7-4 0,2 4 0,-4-6 0,-1 1 0,-3-2 0,-4 2 0,3-2 0,-9 8 0,1 6 0,-6 7 0,-2 4 0,-4 8 0,3 5 0,-9 10 0,-1 8 0,-10 4 0,2 5 0,-8 6 0,2 3 0,-1 9 0,-5-1 0,5 1 0,3-1 0,2 0 0,4-5 0,1 0 0,9-6 0,3 3 0,4-1 0,2-4 0,4-7 0,7-3 0,9-1 0,14 1 0,6-3 0,2-8 0,4 0 0,8 0 0,-7-2 0,11-4 0,-16-4 0,15-14 0,-13-3 0</inkml:trace>
  <inkml:trace contextRef="#ctx0" brushRef="#br0" timeOffset="18">10377 1255 8912,'11'0'0,"1"0"0,1 0 0,-3 0 0,1 0 0,3 0 0,-5 0 0,1-2 0,-3-4 0,5 3 0,-6-9 0,-1-1 0,3-2 0,-6 3 0,4 1 0,-5-3 0,-1-1 0,-7 0 0,-5 3 0,3-1 0,-3 7 0,-1 2 0,-2 2 0,-8 4 0,0 4 0,-6 11 0,6 12 0,-6 3 0,7 3 0,-1 7 0,5 4 0,1-1 0,0 7 0,7-12 0,5 6 0,3-10 0,4-7 0,3-8 0,7-8 0,9-5 0,2-8 0,13-15 0,-1-8 0,5-10 0,0-7 0,-4-4 0,4-7 0,-3-7 0,-5-1 0,-1-4 0,-3-8 0,-12 5 0,1-3 0,-11 8 0,-1 9 0,-8 8 0,-3 4 0,-7 13 0,1 10 0,2 7 0,-1 10 0,1 2 0,-3 6 0,2 9 0,-3 10 0,5 13 0,-3 6 0,3 9 0,-3 3 0,4 1 0,8-2 0,0-9 0,0 4 0,0-5 0,0 5 0,8-2 0,6-5 0,5-4 0,4-5 0,7-4 0,-1-3 0,-2-4 0,1-8 0,-5-7 0,6-5 0,-2-3 0,1-2 0,3-13 0,-8-6 0,-2-6 0,-2-6 0,-2-9 0,1-6 0,-7 2 0,0-1 0,-7 6 0,2-1 0,-4 4 0,-2 2 0,-8 9 0,-3 7 0,-4 9 0,-3 9 0,-5 9 0,-2 9 0,1 8 0,-1 7 0,4 7 0,9 0 0,5 0 0,7-5 0,0-9 0,0-3 0,15 0 0,8-6 0,17-3 0,10-14 0,7-4 0,4-7 0,-3-3 0,5-15 0,-4 1 0,-2-7 0,-3-3 0,-20 4 0,3-4 0,-16 11 0,-6 0 0,-7 4 0,-14 6 0,-6 6 0,-11-3 0,-5 8 0,-5 1 0,-1 7 0,1 3 0,5 7 0,-3 3 0,8 2 0,0 6 0,6 0 0,6 2 0,-1-2 0,8-4 0,-1 6 0,3-2 0,2 0 0,2-6 0,3-6 0,5-5 0,7 6 0,6-9 0,0 3 0,7-10 0,-1-1 0,-2-9 0,0 3 0,-2-5 0,-4-1 0,-2 6 0,-2-1 0,0 1 0,0 1 0,-7 6 0,-4 16 0,-4 1 0,-2 16 0,0 5 0,0 6 0,0 8 0,0-2 0,0 4 0,0 1 0,0-1 0,0-4 0,0-4 0,0-8 0,-8-5 0,-4 0 0,3-8 0,-3 0 0,-1-6 0,-2-4 0,-2-7 0,-1 2 0,1-4 0,2-12 0,3-7 0,5-6 0,7-5 0,0-13 0,0 1 0,0-7 0,7-13 0,3-1 0</inkml:trace>
  <inkml:trace contextRef="#ctx0" brushRef="#br0" timeOffset="19">11667 1152 8912,'-9'0'0,"1"0"0,8 0 0,0 8 0,8 1 0,3 8 0,5 2 0,1 4 0,0-4 0,0 4 0,1 2 0,-1-2 0,-2 0 0,-3-6 0,1 0 0,-7 1 0,1-7 0,-1 1 0,-4-9 0,6 3 0,-10-12 0,-4-5 0,4-6 0,-4-6 0,4 2 0,2-8 0,0 0 0,0-5 0,2 5 0,4 1 0,4 5 0,7-4 0,2 2 0,4 4 0,4 2 0,7 2 0</inkml:trace>
  <inkml:trace contextRef="#ctx0" brushRef="#br0" timeOffset="20">12339 1204 8912,'-23'1'0,"-2"3"0,0 4 0,0 1 0,0-3 0,2 6 0,10-7 0,-4 7 0,11-8 0,-2 3 0,18-7 0,7 0 0,2 0 0,10 0 0,-2-7 0,1-5 0,3-3 0,-8-2 0,6 0 0,-6-1 0,-1 1 0,-4 0 0,-3 0 0,-4 0 0,3-1 0,-8 1 0,-1 0 0,-5 0 0,-2 1 0,-3 5 0,-11 3 0,-9 8 0,-1 2 0,-5 4 0,4 11 0,-1 12 0,5 3 0,-6 3 0,14 5 0,-2 0 0,11 2 0,0-2 0,4-4 0,2 5 0,8-11 0,3-1 0,12-14 0,6 0 0,3-5 0,3-6 0,1-4 0,4-6 0,-3-5 0,3-12 0,2-4 0,-2-8 0,0 1 0,-5 0 0,-3-1 0,-3 1 0,-6-6 0,-12 0 0,3 5 0,-9 9 0,-3 1 0,-6 4 0,-5 9 0,-8 6 0,-6 8 0,0 10 0,-6 7 0,6 15 0,-2 3 0,2 3 0,10-2 0,-4 6 0,3 0 0,5 0 0,-5-6 0,9 2 0,-1-4 0,6-1 0,8-8 0,3-5 0,6-10 0,6-6 0,6-4 0,3-2 0,9-8 0,-1-4 0,7-10 0,-3-13 0,8-9 0</inkml:trace>
  <inkml:trace contextRef="#ctx0" brushRef="#br0" timeOffset="21">13991 1118 8912,'-6'-21'0,"-2"3"0,-1 3 0,-5 2 0,-1 1 0,-2 5 0,0 8 0,-1 5 0,7 10 0,1 8 0,3 3 0,3 4 0,2 1 0,2 3 0,0-1 0,0 0 0,8-5 0,3 0 0,4-10 0,3 0 0,-1-8 0,0-3 0,6-2 0,0-6 0,6-10 0,-6-7 0,5-2 0,-5-10 0,0-5 0,-8-8 0,-3-2 0,-6-4 0,-6 4 0,-6-2 0,-6 2 0,-11-2 0,-5 6 0,-12 12 0,1 10 0,-7 13 0,1 7 0,1 9 0,-2 10 0,11 19 0,5 10 0,13 7 0,9 1 0,10-9 0,13-3 0,12-6 0,21-11 0,5-4 0,16-8 0</inkml:trace>
  <inkml:trace contextRef="#ctx0" brushRef="#br0" timeOffset="22">14799 808 8912,'8'-17'0,"-6"-6"0,4 0 0,-4-6 0,-2 6 0,0 1 0,0-3 0,-6 6 0,0-4 0,-7 9 0,1 3 0,-3-3 0,4 7 0,-1 1 0,6 6 0,-5 6 0,-1 5 0,-5 12 0,6 6 0,-1 11 0,3 6 0,-3 11 0,-1 4 0,5 8 0,1 0 0,-1 0 0,2-3 0,6-3 0,0 2 0,0-7 0,0-3 0,0-9 0,0-6 0,0-11 0,0-2 0,0-5 0,0-10 0,-7-4 0,-3-18 0</inkml:trace>
  <inkml:trace contextRef="#ctx0" brushRef="#br0" timeOffset="23">14421 1152 8912,'-17'0'0,"-1"0"0,1 0 0,8 8 0,5-5 0,15 9 0,16-8 0,19 1 0,6-10 0,5-7 0,4-3 0,8-2-486,-8 0 1,6-8 0,-6-2 0</inkml:trace>
  <inkml:trace contextRef="#ctx0" brushRef="#br0" timeOffset="24">15780 774 8912,'10'-18'0,"-4"1"0,-4 6 0,-2-1 0,0-1 0,0-2 0,0-2 0,-8 7 0,6 12 0,-4 15 0,4 10 0,2 5 0,2 5 0,4 3 0,-4 4 0,4 9 0,-4 3 0,-2 1 0,0-4 0,0-1 0,0-6 0,0 5 0,-2 5 0,-6-10 0,-7-6 0,-6-8 0,-10-7 0,4-8 0</inkml:trace>
  <inkml:trace contextRef="#ctx0" brushRef="#br0" timeOffset="25">15539 1066 8912,'-9'0'0,"1"-2"0,8-4 0,10 4 0,7-3 0,12-5 0,17-1 0,11-5 0,8-1 0,4-2 0,0-4 0,-1-2-595,1-3 595,-8-5 0,-1-1 0,-9-10 0</inkml:trace>
  <inkml:trace contextRef="#ctx0" brushRef="#br0" timeOffset="26">16107 705 8912,'-17'9'0,"0"-3"0,5 2 0,1-2 0,-1 7 0,-5-2 0,6 12 0,-1 6 0,7 5 0,-7 6 0,8 4 0,-1 8 0,3 0 0,2-1 0,0-5 0,0 0 0,0-10 0,0-1 0,5-3 0,1-9 0,8-8 0,-11-7 0,9-8 0,-6-2 0,5-4 0,0-7 0,-1-8 0,3-2 0,-7-11 0,8 3 0,-3-9 0,-1-2 0,1 2 0,-5 5 0,5 7 0,-7 5 0,2-6 0,1 14 0,-1-2 0,0 11 0,0 0 0,-1 14 0,1 9 0,2 10 0,-4 7 0,7 6 0,1-3 0,5 3 0,0-4 0,0-2 0,2-7 0,4-4 0,4-6 0,7-5 0,-5-5 0,0-7 0,-8 0 0,2-4 0,-6-5 0,-6-8 0,3-6 0,-8 0 0,-1 2 0,-5-8 0,0 1 0,0-7 0,-5 7 0,-1-1 0,-8 8 0,3-2 0,-4 6 0,-3 5 0,1 7 0,0 10 0,6 7 0,-1 11 0,8 3 0,-1 9 0,3-1 0,2 1 0,2-1 0,5 0 0,10 1 0,10-1 0,13-7 0,6-4 0,6-6 0,5-6 0,3-3 0,3-8-329,-4 0 0,-7-15 1,-1-4-1</inkml:trace>
  <inkml:trace contextRef="#ctx0" brushRef="#br0" timeOffset="27">17226 739 8912,'-8'-9'0,"6"-7"0,-11 16 0,7 0 0,-5 16 0,5 12 0,-2 20 0,5 9 0,-5 10 0,-2 8 0,6 1 0,-1 4 0,3 8 0,2-9 0,0-7 0,0-5 0,0-17 0,0 1 0,0-12 0,0-5 0,0-7 0,-2-18 0,-4-3 0,-3-12 0,-9-3 0</inkml:trace>
  <inkml:trace contextRef="#ctx0" brushRef="#br0" timeOffset="28">17123 860 8912,'9'0'0,"6"0"0,-5 0 0,7 0 0,0 0 0,1 0 0,1 0 0,4 0 0,2 2 0,5 1 0,-3 5 0,-2 2 0,-2 1 0,-6 6 0,0 0 0,0 1 0,-7 1 0,-4 4 0,-6-2 0,-6 7 0,-4-7 0,-7 4 0,-2-2 0,-4 0 0,4 0 0,-4-6 0,4-7 0,2 5 0,0-5 0</inkml:trace>
  <inkml:trace contextRef="#ctx0" brushRef="#br0" timeOffset="29">17673 980 8912,'-7'17'0,"-3"0"0,-7 1 0,0-1 0,-1 0 0,1 2 0,0 2 0,0 2 0,0-2 0,7 4 0,4-2 0,4 2 0,2-2 0,8-6 0,4 0 0,5-8 0,6-9 0,2 0 0,3 0 0,3-7 0,-8-5 0,0-5 0,2-6 0,-6 2 0,4-7 0,-12 1 0,-5-2 0,-4-3 0,-2 3 0,0-3 0,0-3 0,-8 7 0,-3-1 0,-5 8 0,-1-2 0,0 4 0,0 4 0,0 3 0,-1 6 0,1 4 0,0-5 0,0-3 0</inkml:trace>
  <inkml:trace contextRef="#ctx0" brushRef="#br0" timeOffset="30">18069 653 8912,'0'-9'0,"0"1"0,0 8 0,-2 2 0,-4 4 0,3 11 0,-7 10 0,1 3 0,-1 5 0,6-5 0,-2 10 0,4-1 0,2 1 0,0-6 0,0 0 0,0-1 0,2-10 0,4-2 0,4-4 0,7-5 0,0-7 0,0-10 0,1-5 0,-1-7 0,0-6 0,0 0 0,4-6 0,-2 6 0,-3 2 0,-1 2 0,-7 2 0,7 7 0,-13 3 0,5 9 0,-7 3 0,2 11 0,2 9 0,2-1 0,-2 1 0,0 4 0,1-6 0,5 6 0,7-7 0,-5-4 0,-1-7 0,0-7 0,7 2 0,-1-4 0,0-2 0,0-4 0,0-8 0,1-1 0,-1-16 0,-6 6 0,1-5 0,-6 7 0,5-2 0,-7 4 0,2 1 0,-4 1 0,-4 17 0,-4 12 0,-4 18 0,-7 16 0,-8 6 0,-3 5 0,-5 6 0,-1 12 0,-1-7 0,3 3 0,1-8 0,2-4 0,14-7 0,-2-6 0,4-8 0,3-4 0,2-9 0</inkml:trace>
  <inkml:trace contextRef="#ctx0" brushRef="#br0" timeOffset="31">18981 825 8912,'0'-17'0,"-2"0"0,-3 0 0,1 7 0,-8 4 0,8 14 0,-1 9 0,3 10 0,2 5 0,-2 10 0,-2 2 0,-2 2 0,2 0 0,3-6 0,1 4 0,0-4 0,0-7 0,0-6 0,0-10 0,0 0 0,0-17 0,0-12 0,1-16 0,5-12 0,-2-8 0,7 2 0,-7-4 0,2-1 0,2 1 0,-1 4 0,1 6 0,0 4 0,-1 11 0,-1 8 0,-2 7 0,7 10 0,1 12 0,5 11 0,0 5 0,0 20 0,1 4 0,-1 3 0,0 0 0,0-9 0,6-4 0,0-7 0,0-7 0,-6 1 0,1-10 0,-1-2 0,-6-7 0,1-10 0,-7-4 0,7-7 0,-6-3 0,3-14 0,1-3 0,-1-1 0,-5-5 0,2-3 0,-4 4 0,-2-4 0,0 3 0,0 3 0,0 7 0,0 4 0,0 4 0,0 2 0,0 8 0,0 3 0,0 13 0,0 11 0,0 8 0,0 14 0,0 4 0,0 6 0,2-2 0,3-2 0,-1-8 0,8 2 0,-1-6 0,6-5 0,3-10 0,2-7 0,3-10 0,4-2 0,2-10 0,-8-13 0,1-6 0,-1-11 0,-9 2 0,3-8 0,-11 6 0,-1-6 0,-5 8 0,-5 0 0,-9 7 0,-7 8 0,0 6 0,-7 6 0,-1 3 0,-6 8 0,9 2 0,3 4 0,4 9 0,1 8 0,3 7 0,4-1 0,3 4 0,8-1 0,0-3 0,8 3 0,1-5 0</inkml:trace>
  <inkml:trace contextRef="#ctx0" brushRef="#br0" timeOffset="32">19910 894 8912,'0'12'0,"0"-1"0,0-7 0,0 11 0,0-3 0,-5 3 0,-1 4 0,2 2 0,2 2 0,2 6 0,0-7 0,0 9 0,0-2 0,0 1 0,0-1 0,0-6 0,0-4 0,-2-2 0,-3 0 0,3-7 0,-6-3 0,6-8 0,-2-7 0,-1-7 0,1-6 0,2-10 0,2 2 0,0-9 0,0-2 0,7-6 0,5 6 0,-3 0 0,3 6 0,1 1 0,3 4 0,-5 1 0,1 11 0,1-2 0,10 13 0,-4 2 0,4 10 0,-4 11 0,-2 13 0,1 7 0,-1 3 0,-2 6 0,-4-6 0,5 6 0,-5-6 0,-1-6 0,1-5 0,-5-14 0,6 2 0,-9-3 0,5-5 0,-2-3 0,-1-12 0,3-5 0,-4-12 0,4-6 0,1-3 0,-3-3 0,5 1 0,-1-4 0,1 3 0,3-1 0,-9 13 0,7 0 0,-6 6 0,1 2 0,-3 5 0,2 10 0,5 8 0,-5 9 0,0 8 0,-6 4 0,6 3 0,-1 2 0,9-1 0,-3-4 0,4-7 0,3-2 0,-7-5 0,1-4 0,-1 3 0,6-9 0,1-1 0,-1-10 0,-2-3 0,-3-8 0,3-2 0,-4-4 0,-1 2 0,1-8 0,-5 6 0,4-6 0,-3-1 0,-3-3 0,0 7 0,2 3 0,-4 9 0,3 3 0,-3 7 0,-2-4 0,0 22 0,0 3 0,2 14 0,4 3 0,-4 0 0,3 6 0,3-3 0,-2-3 0,0 1 0,1-1 0,1-7 0,3-4 0,-3-4 0,0-2 0,-6-9 0,3-8 0,-10-16 0,-5-10 0</inkml:trace>
  <inkml:trace contextRef="#ctx0" brushRef="#br0" timeOffset="33">20668 653 8912,'-20'-7'0,"-1"-3"0,-1-1 0,0-1 0,5 6 0,6-5 0,-4 7 0,13-3 0,-4 7 0,12 0 0,11 7 0,11 5 0,5 3 0,1 2 0,8 0 0,2 1 0</inkml:trace>
  <inkml:trace contextRef="#ctx0" brushRef="#br0" timeOffset="34">21081 860 8912,'-42'17'0,"-1"-2"0,-2-3 0,3 3 0,9-4 0,4 5 0,6 1 0,4 6 0,2 0 0,8 5 0,3-5 0,4 6 0,2-6 0,8-2 0,3-10 0,4 3 0,2-9 0,3 1 0,1-6 0,4-4 0,1-7 0,-5-1 0,2-11 0,2-3 0,-2-3 0,0-3 0,-6-3 0,0 1 0,1-1 0,-7 1 0,1 0 0,-3 1 0,3 5 0,1 3 0,-7 7 0,-2 1 0,-3 8 0,-1 9 0,0 11 0,0 12 0,0 6 0,0 9 0,0 2 0,6 6 0,2-6 0,-1-2 0,1-1 0,6-5 0,-3-3 0,4-4 0,3-8 0,1-8 0,4-3 0,-2-6 0,7-6 0,-7-11 0,4-13 0,-2-7 0,0-3 0,0-8 0,-6 3 0,0-5 0,1-2 0,-9 1 0,-3-1 0,-4 1 0,-2-1 0,-2 0 0,-4 1 0,-3 7 0,-9 4 0,1 11 0,0 12 0,0 15 0,0 12 0,-1 12 0,7 15 0,-1 3 0,7 13 0,-7-1 0,8 3 0,-1-3 0,3 5 0,2 1 0,0-7 0,0-5 0,7-8 0,5 2 0,5-5 0,6-7 0,-2-5 0,8-11 0,-8-5 0,19-22 0,-4-4 0</inkml:trace>
  <inkml:trace contextRef="#ctx0" brushRef="#br0" timeOffset="35">22216 413 8912,'-17'-8'0,"0"6"0,2-4 0,3 12 0,-1 11 0,7 12 0,0 11 0,6 6 0,0 4 0,0 1 0,2 8 0,2 2 0,4 1 0,1-5 0,-3-4 0,6-1 0,-9-2 0,3-4 0,-4-6 0,-2-12 0,0-3 0,-8-15 0,-3-5 0,3-3 0,-15-9 0,4-3 0</inkml:trace>
  <inkml:trace contextRef="#ctx0" brushRef="#br0" timeOffset="36">22027 894 8912,'-17'-10'0,"5"-5"0,1 4 0,1 1 0,-1-1 0,3 5 0,8-5 0,2 7 0,4-2 0,11 2 0,12-2 0,5 5 0,6-5 0,-1 4 0,7 2 0,-1-2 0,7-4 0,-2 4 0,-4-3 0,11-5 0,-3 0 0</inkml:trace>
  <inkml:trace contextRef="#ctx0" brushRef="#br0" timeOffset="37">22578 774 8912,'-17'23'0,"-1"0"0,1-1 0,0-4 0,0 5 0,0 1 0,1 3 0,5 4 0,-3-6 0,9-3 0,-1 3 0,6-2 0,2-2 0,4-9 0,3-5 0,8-7 0,2 0 0,4 0 0,-3-2 0,2-3 0,-2-7 0,-3-3 0,0-8 0,0 0 0,-2-6 0,-3 7 0,-4-7 0,-8 6 0,0-6 0,0 6 0,0-5 0,0 5 0,-8 0 0,-4 6 0,-3-1 0,-2 1 0,0 0 0,7 8 0,3 1 0,-1 0 0,-2-1 0</inkml:trace>
  <inkml:trace contextRef="#ctx0" brushRef="#br0" timeOffset="38">23628 516 8912,'0'-27'0,"0"-5"0,0 3 0,-6-2 0,-2 1 0,-1 3 0,-5 2 0,-1 4 0,-2 10 0,-1-3 0,1 9 0,-2 1 0,-4 10 0,4 9 0,-4 12 0,4 3 0,2 6 0,-4 10 0,4 0 0,-4 4 0,9 1 0,2 7 0,-1-1 0,7 0 0,-2-5 0,5-1 0,1 1 0,0 0 0,0-1 0,1-1 0,5-4 0,-2-12 0,7-11 0,1-4 0,5-2 0,0-7 0,1-2 0,-1-8 0</inkml:trace>
  <inkml:trace contextRef="#ctx0" brushRef="#br0" timeOffset="39">23180 928 8912,'-17'-17'0,"0"0"0,7 6 0,4-1 0,14 6 0,9-5 0,8 7 0,10-2 0,7 3 0,3-3 0,-1 4 0,2-4 0,0-1 0,6 1 0,-8 0 0,-4 6 0,2-6 0,-4-1 0,-3-1 0,-5 0 0,-9 3 0,4 5 0,-15 0 0,-3 0 0,-9 7 0,-1 5 0,-3 3 0,-6 2 0,7 0 0,-7 3 0,6 2 0,-1 0 0,3 4 0,-2-1 0,2-4 0,-3-2 0,1-2 0,0 1 0,6-1 0,0-8 0,0 7 0,0-14 0,8-2 0,2-10 0</inkml:trace>
  <inkml:trace contextRef="#ctx0" brushRef="#br0" timeOffset="40">23817 499 8912,'-27'0'0,"-5"0"0,3 0 0,4 0 0,2 2 0,4 3 0,2 7 0,7-3 0,4 3 0,5-7 0,2 5 0,5 0 0,6-1 0,9-5 0,2 2 0,5-4 0,-5-2 0,6-6 0,-6 0 0,-6-5 0,-5 5 0,-9-7 0,3 1 0,-4-3 0,-2 5 0,0-5 0,-2 13 0,-4-4 0,4 4 0,-5-5 0,7-3 0</inkml:trace>
  <inkml:trace contextRef="#ctx0" brushRef="#br0" timeOffset="41">24350 413 8912,'-2'-18'0,"-1"1"0,-3 0 0,2 0 0,-4 0 0,3-1 0,-1 1 0,6 17 0,0 12 0,-2 13 0,-4 7 0,4 10 0,-3 4 0,-5 11 0,-1 6 0,1-2 0,-2 2 0,7-1 0,-7 1 0,8 3 0,-1-2 0,3-11 0,2-1 0,2-14 0,3-4 0,5-9 0,7-14 0,0-3 0,1-8 0,5-8 0,0-3 0,7-12 0,-3-4 0</inkml:trace>
  <inkml:trace contextRef="#ctx0" brushRef="#br0" timeOffset="42">24247 739 8912,'-17'10'0,"0"-4"0,7-5 0,12-1 0,15 0 0,12 0 0,9 0 0,8-1 0,9-3 0,3-4 0,-3-1 0,-1-3 0,5-13 0,2-1 0</inkml:trace>
  <inkml:trace contextRef="#ctx0" brushRef="#br0" timeOffset="43">25056 292 8912,'17'-17'0,"-5"0"0,-1 0 0,-1 0 0,5-1 0,0 1 0,4 0 0,2 7 0,-4 5 0,6 3 0,2 2 0,0 4 0,0 7 0,-2 8 0,-6 16 0,-2 7 0,-3 3 0,-4 5 0,-8 2 0,-2-3 0,-4-3 0,-6 2 0,-10-8 0,-5 6 0,-8-6 0,3-2 0,3-9 0,-3-4 0,3-8 0,4 0 0,2 0 0,4-1 0,2-5 0,7-3 0,-5-8 0,13 0 0,-6 0 0</inkml:trace>
  <inkml:trace contextRef="#ctx0" brushRef="#br0" timeOffset="44">25159 980 8912,'0'17'0,"-2"-2"0,-4-3 0,5 3 0,-5-3 0,-2-3 0,2 3 0,3 1 0,1-5 0,9-1 0,5-7 0,3 0 0,2 0 0,0-5 0,1-1 0,-1-7 0,-2 3 0,-3-7 0,-5 0 0,-7-1 0,-7 3 0,-5 4 0,-3 3 0,-2 8 0,-8-8 0,-2-1 0</inkml:trace>
  <inkml:trace contextRef="#ctx0" brushRef="#br0" timeOffset="45">9534 3267 8912,'-12'0'0,"1"0"0,-3 0 0,-1 0 0,-2 0 0,0 0 0,7 0 0,2 0 0,10 0 0,4 0 0,4-6 0,7 0 0,0 1 0,2 5 0,2 0 0,2 0 0,2 0 0,-2 0 0,2 0 0,3 0 0,5 0 0,-4 0 0,3 1 0,3 5 0,1-4 0,4 4 0,-6-4 0,1-2 0,-3 0 0,-7 0 0,0 0 0,0 0 0,-8 0 0,-5 0 0,-9 0 0,5 0 0,-8 0 0,0 0 0,-8 0 0,5 5 0,-9 1 0,8 0 0,-11-6 0,5 0 0</inkml:trace>
  <inkml:trace contextRef="#ctx0" brushRef="#br0" timeOffset="46">10205 2957 8912,'0'-11'0,"0"-1"0,0 8 0,0-3 0,0 7 0,0 7 0,0 5 0,0 3 0,2 2 0,1 1 0,5-1 0,2 0 0,-5 6 0,7 0 0,-3 7 0,3-1 0,1-2 0,-7 1 0,-2 3 0,-2 2 0,-2-1 0,0-3 0,-2 3 0,-4-3 0,-5 3 0,-12 3 0,-4-3 0,-7-3 0,-1-4 0,1-8 0,-1 0 0</inkml:trace>
  <inkml:trace contextRef="#ctx0" brushRef="#br0" timeOffset="47">11082 2802 8912,'18'-17'0,"-3"0"0,-4 0 0,-5 0 0,-6 1 0,-6 5 0,-3 3 0,-10 8 0,-4 4 0,-6 8 0,-5 3 0,-5 19 0,-5 8 0,-5 6 0,-1 15 0,-11 10 0,31-31 0,1 2 0,0 2 0,2 1 0,3 2 0,2 2 0,2 2 0,2 1 0,2 1 0,1 0-217,3 2 0,1-1 0,5-3 0,1-1 217,1 0 0,2-1 0,2 41 0,6-17 0,7-14 52,8-12 1,8-16-1,11-16 1,6-9-53,4-6 0,9-18 0,2-3 0</inkml:trace>
  <inkml:trace contextRef="#ctx0" brushRef="#br0" timeOffset="48">11392 3009 8912,'8'9'0,"-4"-1"0,7-8 0,-7-2 0,2-4 0,-4-5 0,-4 3 0,-4 3 0,-4 3 0,-7 2 0,-2 2 0,-4 3 0,2 5 0,-6 9 0,2 2 0,4 2 0,-3 5 0,1-3 0,3 0 0,7 0 0,0 4 0,5-5 0,0 1 0,1 0 0,1-2 0,6-6 0,8 0 0,3 1 0,4-3 0,3-4 0,5 3 0,0-8 0,5 5 0,-5-5 0,6 5 0,-6-3 0,-2-1 0,-2 1 0,-2 0 0,0-3 0,-7-1 0,-4 8 0,-4-1 0,-10 6 0,-4 1 0,-9-1 0,-3 0 0,-1 0 0,0 0 0,-6-5 0,3-1 0,1-5 0,-2 5 0,8-7 0,-2 2 0,10-4 0,1-2 0,8-2 0,-1-4 0,3-3 0,2-24 0,0-3 0</inkml:trace>
  <inkml:trace contextRef="#ctx0" brushRef="#br0" timeOffset="49">11685 3026 8912,'0'17'0,"0"2"0,0 4 0,0 6 0,0 3 0,5 5 0,1 1 0,0 4 0,2 2 0,-7-6 0,5 2 0,-4-4 0,-2-1 0,0-8 0,0-3 0,0-6 0</inkml:trace>
  <inkml:trace contextRef="#ctx0" brushRef="#br0" timeOffset="50">11427 3387 8912,'-18'0'0,"1"0"0,0 0 0,0 0 0,9 0 0,10-2 0,13-4 0,10-3 0,10-8 0,7-1 0,4 1 0,3 6 0,3-1 0,-2 1 0,-5-6 0,3 5 0,-8 3 0,-1 1 0,5-5 0,0 3 0</inkml:trace>
  <inkml:trace contextRef="#ctx0" brushRef="#br0" timeOffset="51">12080 3181 8912,'12'0'0,"-1"0"0,-7 0 0,2 0 0,-12 0 0,-3 0 0,-9 0 0,-4 0 0,-1 0 0,-6 5 0,6 1 0,-6 9 0,6 3 0,-2-1 0,4 8 0,0-2 0,6 0 0,0 5 0,9-5 0,-5 0 0,5-6 0,0 8 0,8-8 0,4 0 0,5-9 0,-1-6 0,1-2 0,1-2 0,5-4 0,0-3 0,0-8 0,6-6 0,0 0 0,-2-2 0,-7 4 0,-3-4 0,3-2 0,1 6 0,2-2 0,-5 4 0,-1 2 0,-7 6 0,2-1 0,3 8 0,-7 6 0,4 15 0,-4 3 0,-2 8 0,0-1 0,0 4 0,0-3 0,0 3 0,5-4 0,1 1 0,8-9 0,-3-2 0,-1-1 0,1-11 0,1 1 0,5 2 0,0 1 0</inkml:trace>
  <inkml:trace contextRef="#ctx0" brushRef="#br0" timeOffset="52">12425 2888 8912,'-12'6'0,"3"2"0,-1-1 0,1 1 0,3 0 0,-6-3 0,8-1 0,-1 8 0,-3 1 0,2 8 0,3 4 0,1 2 0,2 3 0,0 10 0,0-1 0,0 6 0,2-6 0,3 1 0,-1-10 0,8-1 0,-1-6 0,6 6 0,-1-14 0,-3 0 0,-2-3 0,3-3 0,-5-5 0,3 2 0,-1-4 0,5-10 0,-5-3 0,4-5 0,-3-1 0,-3 0 0,1-2 0,-2-2 0,-5-2 0,5-6 0,-2 6 0,0 0 0,-6 6 0,0 6 0,0-1 0,0 6 0,0-5 0,0 9 0,0 2 0,0 2 0,0 9 0,5 1 0,1 5 0,0 0 0,-4 1 0,3-1 0,5 0 0,7-2 0,0-3 0,-5 1 0,-1-7 0,1-1 0,5-5 0,2 0 0,4 0 0,-4-7 0,4-5 0,-4-3 0,-2-2 0,1 0 0,-1 0 0,0-6 0,-2 0 0,-1 4 0,-3 5 0,-7-1 0,11 5 0,-13 1 0,6 3 0,-8 12 0,0 5 0,0 5 0,0 3 0,0 4 0,6-4 0,-1 4 0,1 1 0,-6-1 0,0 0 0,0-6 0,0 1 0,0-1 0,0-6 0,0 1 0,-8-1 0,-3 6 0,-4-7 0,-2-4 0,7-4 0,-5-10 0,5-2 0</inkml:trace>
  <inkml:trace contextRef="#ctx0" brushRef="#br0" timeOffset="53">12872 2802 8912,'0'10'0,"-8"5"0,7-11 0,-5 8 0,-4-1 0,1 6 0</inkml:trace>
  <inkml:trace contextRef="#ctx0" brushRef="#br0" timeOffset="54">12321 3335 8912,'-26'0'0,"3"0"0,4 0 0,1 0 0,9-7 0,3-5 0,6-3 0,8-4 0,11-4 0,13-6 0,18 3 0,13-3 0,-2 0 0,1-3 0,-3 3 0,6-3 0,-4 5 0</inkml:trace>
  <inkml:trace contextRef="#ctx0" brushRef="#br0" timeOffset="55">13440 2785 8912,'-17'0'0,"0"0"0,-1 0 0,1 0 0,6 0 0,-1 0 0,6 0 0,-5 0 0,0 2 0,1 4 0,2 3 0,8 9 0,-5 7 0,-1 5 0,2 6 0,2 4 0,2 8 0,0-2 0,0 4 0,0 1 0,0-7 0,2-4 0,2-3 0,2-3 0,-1-7 0,-5-4 0,8-4 0,-4-10 0,7-3 0,-7-4 0,11-2 0,-5-8 0,5-3 0,-1-6 0,-3-6 0,1 4 0,5-4 0,0-2 0,0 2 0,0-2 0,1 2 0,-1 4 0,0-4 0,0 12 0,0 5 0,1 4 0,-1 2 0,-6 8 0,1 3 0,-6 5 0,5 1 0,-5 0 0,5-2 0,1-1 0,-3-3 0,7-1 0,-5 1 0,-1-3 0,1-8 0,1 0 0,5 0 0,0 0 0,0-8 0,0-1 0</inkml:trace>
  <inkml:trace contextRef="#ctx0" brushRef="#br0" timeOffset="56">13767 2734 8912,'-17'0'0,"0"0"0,-1 0 0,1 0 0,0 7 0,0 5 0,-1 3 0,1 2 0,2 0 0,4 1 0,5-1 0,4 0 0,2-5 0,0-1 0,2-1 0,4 1 0,3-3 0,8-8 0,0 0 0,1-8 0,-3-3 0,-4-5 0,-3-1 0,-8 0 0,-8 2 0,-3 3 0,-4 4 0,-3 8 0,-1 0 0,-4 0 0,-11 8 0,-10 2 0</inkml:trace>
  <inkml:trace contextRef="#ctx0" brushRef="#br0" timeOffset="57">13096 3267 8912,'-27'9'0,"-4"5"0,8-9 0,6 1 0,6-6 0,7-2 0,-2-4 0,12-3 0,7-10 0,8-2 0,8-2 0,11-8 0,6 3 0,4 3 0,9-15 0,2 3 0</inkml:trace>
  <inkml:trace contextRef="#ctx0" brushRef="#br0" timeOffset="58">14214 2888 8912,'-24'6'0,"-3"2"0,-2-1 0,0 1 0,3 0 0,-3-3 0,-2 5 0,8 7 0,2 2 0,2 4 0,4 4 0,3 7 0,-1 1 0,7-1 0,1 6 0,5-2 0,0-3 0,0-5 0,2-7 0,3 6 0,-1-14 0,8 2 0,-1-11 0,6 0 0,0-4 0,1-2 0,5-2 0,1-4 0,3-7 0,4-8 0,1 2 0,3-4 0,-3-2 0,-3 2 0,2-6 0,-9 6 0,9-7 0,-2 1 0,-6 2 0,-4 1 0,-6 1 0,1 4 0,-7 2 0,-1 2 0,-4 5 0,-2 1 0,0 7 0,-6-2 0,0 12 0,-5 3 0,5 9 0,-5 1 0,5 4 0,2 5 0,2 5 0,2-1 0,0-3 0,8 3 0,3-3 0,5-2 0,1 1 0,-2-7 0,-3 2 0,1-4 0,-7-1 0,-2-1 0,-3 0 0,-10 0 0,-8 0 0,-10-5 0,-13-1 0,2 1 0,-8 5 0,2-7 0,-4-3 0,2 1 0,8-6 0,-4 5 0</inkml:trace>
  <inkml:trace contextRef="#ctx0" brushRef="#br0" timeOffset="59">14748 2355 8912,'-8'10'0,"6"0"0,-5-7 0,-1 3 0,14 2 0,-1-1 0,11 13 0,7 12 0,11 12 0,10 15 0,2 12 0,0 13 0,-24-33 0,0 3 0,1 4 0,-2 0 0,-3 0 0,-2-1 0,-2 0 0,-3-1 0,-4-2 0,-2 1 0,-3-3 0,-3-1 0,-2 0 0,-3-1 0,-4-1 0,-3 0 0,-6-2 0,-4-1-521,-4-2 0,-3-2 521,-4 1 0,-1 0 0,-4 0 0,-1 0 0,2 0 0,0 0 0</inkml:trace>
  <inkml:trace contextRef="#ctx0" brushRef="#br0" timeOffset="60">11805 2424 8912,'0'-17'0,"0"0"0,0 0 0,0-1 0,0 1 0,0 0 0,0 0 0,-2 2 0,-3 3 0,3 12 0,-4 12 0,4 7 0,2 9 0,6 1 0,-1 13 0,-1 0 0,-2 4 0,4-4 0,0-2 0,-1-4 0,-3-1 0,2-1 0,2 1 0,0-7 0,-6 1 0,0-14 0,0 2 0,0-11 0,0 2 0</inkml:trace>
  <inkml:trace contextRef="#ctx0" brushRef="#br0" timeOffset="61">11754 2321 8912,'0'-17'0,"0"0"0,0-1 0,0 1 0,7 2 0,5 4 0,5-5 0,6 5 0,4 1 0,7 1 0,0 1 0,1 4 0,-1 2 0,1 2 0,-1 2 0,0 4 0,-9 4 0,-7 7 0,-9 0 0,-9 0 0,-15 0 0,-4 0 0</inkml:trace>
  <inkml:trace contextRef="#ctx0" brushRef="#br0" timeOffset="62">11702 2751 8912,'19'-23'0,"4"0"0,-2-2 0,8 2 0,-6-3 0,5-9 0,-5 3 0,2 1 0,-6 2 0,10 1 0,-10-7 0</inkml:trace>
  <inkml:trace contextRef="#ctx0" brushRef="#br0" timeOffset="63">11994 2441 8912,'16'12'0,"-5"-1"0,5-7 0,-13 4 0,9-8 0,-6 0 0,5 0 0,0 0 0,7 0 0,-1 6 0,0-1 0,6 3 0,0-2 0,0-3 0,-6 9 0,0-1 0,1-1 0,-7 5 0,1-3 0,-9 3 0,5 2 0,-8 0 0,-8-7 0,-3-4 0,-4-4 0,-1-10 0,5-4 0,3-9 0,8-1 0,6-7 0,0 6 0,7-2 0,-2 4 0,5-2 0,1 2 0,0 2 0,0 2 0,1 5 0,-1 1 0,0 7 0,0-2 0,0-3 0,1 7 0,-1-2 0,0 8 0,-5 4 0,-1 3 0,-7 4 0,2-3 0,-5 3 0,-1 2 0,0 0 0,0 1 0,0-1 0,0 2 0,0 2 0,0 2 0,0 0 0,0-6 0,0 0 0,0 0 0,2-1 0,4-5 0,-2-3 0,7-8 0,-5-2 0,6-4 0,-3-3 0,3-11 0,-5-1 0,1-1 0,-6-3 0,4 2 0,-4 4 0,-2-4 0,0-2 0,0 2 0,-8 0 0,-2 8 0,-7 3 0,8 5 0,-7 7 0,14 7 0,-5 3 0</inkml:trace>
  <inkml:trace contextRef="#ctx0" brushRef="#br0" timeOffset="64">12700 2390 8912,'17'0'0,"-1"-2"0,-5-4 0,2 2 0,-7-7 0,6-1 0,-7-5 0,-1 0 0,0 8 0,2 3 0,-4 4 0,5 11 0,-7 9 0,6 1 0,0 9 0,-1 1 0,-5 5 0,2 3 0,4 3 0,-4-10 0,4 5 0,-4-5 0,-2-3 0,0-2 0,0-8 0,0 0 0,0-7 0,0-10 0,0-10 0,0-9 0,0-4 0,0-3 0,0-9 0,0-7 0,0-4 0,0 4 0,2 2 0,3 4 0,7 1 0,-3 1 0,3 0 0,-1 9 0,7 8 0,-1 1 0,0 11 0,2-1 0,4 6 0,-2 8 0,8 3 0,-8 12 0,2 6 0,-2 3 0,2 2 0,-10 1 0,4-1 0,-9-5 0,3 0 0,-5-8 0,6 1 0,-9-2 0,3-3 0,-4-6 0,-2 1 0,0-10 0,0-2 0,-6-2 0,1-10 0,-1-7 0,6-10 0,0-3 0,0-2 0,0-6 0,0-1 0,2 1 0,3 6 0,-1 1 0,6 5 0,-1 5 0,1 4 0,1 9 0,7 4 0,-1 12 0,0 6 0,0 11 0,6 5 0,0 12 0,8 2 0,-3 4 0,7 2 0,5-8 0,12 0 0,11-5 0,11-9 0,5-1 0</inkml:trace>
  <inkml:trace contextRef="#ctx0" brushRef="#br0" timeOffset="65">10893 5743 8912,'-17'0'0,"2"-2"0,1-2 0,3-2 0,1-7 0,-1 1 0,-3-3 0,9-2 0,-1 5 0,6 1 0,0 7 0,-8-11 0,6 13 0,-5-6 0,7 8 0,0 0 0,7 0 0,-5 0 0,13 0 0,-5 2 0,7 4 0,0-4 0,1 3 0,-1-1 0,0 0 0,2 2 0,4-2 0,2-2 0,4-2 0,3 0 0,-3 0 0,5 0 0,6 0 0,-1 1 0,7 5 0,-6-4 0,6 4 0,1-4 0,11-2 0,-5 0 0,5 0 0,-3 0 0,3 0 0,-9 0 0,9 0 0,-14 0 0,5 0 0,-3 0 0,-2 0 0,2 0 0,6 0 0,-6 0 0,-1 0 0,-6 0 0,1 0 0,2 0 0,-2 0 0,0 0 0,-5 0 0,-7 0 0,1 0 0,0 0 0,5 0 0,0 0 0,1 0 0,-1 0 0,1 0 0,-1 0 0,1 0 0,-1 0 0,0 0 0,7 2 0,-1 3 0,0-3 0,-6 4 0,3-4 0,1-2 0,2 0 0,-2 0 0,-1 0 0,-3 0 0,0 0 0,1 0 0,-1 0 0,1 0 0,-1 0 0,1 0 0,-1 0 0,0 0 0,7-2 0,-1-4 0,2 4 0,-4-5 0,2 1 0,-2 0 0,-7 1 0,-2 5 0,-1 0 0,7 0 0,-7-2 0,1-4 0,-8 4 0,2-4 0,-2 4 0,2 2 0,-4-2 0,4-3 0,2 3 0,-2-4 0,2-2 0,-2 3 0,2-7 0,5 5 0,-3-1 0,-2 0 0,3-5 0,-5 1 0,2 5 0,-2 1 0,-4-2 0,4 3 0,-4-1 0,-1 6 0,-7-6 0,1 1 0,-1-1 0,6 4 0,0-2 0,1-2 0,5 1 0,0 5 0,-1-6 0,-4 0 0,-1-1 0,0 1 0,0 4 0,1-4 0,-7 2 0,0-1 0,-7 1 0,2-8 0,2 7 0,-3-7 0,1 1 0,-4-8 0,2-2 0,2-2 0,1-8 0,-1 2 0,-2-9 0,7-2 0,-1-8 0,1 2 0,-1 3 0,-4-3 0,-4 7 0,3-3 0,-5 4 0,-5 4 0,-5-4 0,-7 9 0,0-2 0,-1 3 0,-6-5 0,-5 5 0,2 1 0,-2-2 0,1 2 0,-7-3 0,-1 1 0,-4-1 0,3 5 0,-3 2 0,2 4 0,-2 2 0,-2-4 0,-4 2 0,6 3 0,3 1 0,3 5 0,0-1 0,-5 1 0,5-1 0,-4 1 0,9 5 0,-3 1 0,-3-8 0,-5 9 0,0-3 0,-6 2 0,6-2 0,-8 4 0,0-3 0,-5 3 0,-5 2 0,-5 0 0,6 0 0,-1 0 0,7 0 0,-5 0 0,5 0 0,-5 0 0,12 0 0,-2 0 0,1 0 0,1 0 0,-2 0 0,-2 0 0,8 0 0,-2 0 0,2 0 0,1 0 0,-7 0 0,6 2 0,-6 3 0,0-1 0,-7 6 0,-3-1 0,-1 1 0,0-4 0,5 5 0,2-5 0,5 5 0,-3-1 0,8 1 0,-1 5 0,7-5 0,0-1 0,-1 1 0,3 2 0,3 3 0,-4 1 0,5 0 0,-7 0 0,-5 0 0,4 1 0,-4 1 0,3 2 0,3 2 0,-2 1 0,-5-1 0,5-3 0,-4 2 0,4 3 0,1-2 0,1 2 0,-1-2 0,3-4 0,3 4 0,1-4 0,8-2 0,5 0 0,0 1 0,1-1 0,3 0 0,-2 0 0,7 0 0,-8 6 0,3 0 0,1 6 0,-1-6 0,1 2 0,-1-2 0,-2-4 0,7 4 0,-2 1 0,2-1 0,5 6 0,-5-4 0,4 2 0,2 3 0,0 1 0,0-3 0,0 3 0,0-8 0,0 6 0,0-7 0,2 1 0,2-5 0,1-1 0,9-2 0,-3-3 0,-1 1 0,1-7 0,1-1 0,5-5 0,0 0 0,-5 0 0,-1 0 0,-5 0 0,5 0 0,-5 0 0,4-2 0,-3-3 0,5 1 0,-7-8 0,9 1 0,-5-6 0</inkml:trace>
  <inkml:trace contextRef="#ctx0" brushRef="#br0" timeOffset="66">9258 6104 8912,'-17'0'0,"-2"0"0,-2 0 0,-2 0 0,2 0 0,2 0 0,11 0 0,8 0 0,10 0 0,11 0 0,4 0 0,1 0 0,9-8 0,9-5 0,4-7 0,5-2 0,10-11 0,0-1 0,14-3 0,-34 15 0,2-1 0,3-1 0,1 2 0,2-1 0,0 2 0,1-1 0,-1 2-120,35-15 0,-6 9 120,-17 3 0,-13 5 0,-16 7 0,-7 3 0,-17 8 0,-3 0 0,-7 0 0,0 0 0,0 0 0</inkml:trace>
  <inkml:trace contextRef="#ctx0" brushRef="#br0" timeOffset="67">10291 5553 8912,'-23'0'0,"0"0"0,4-2 0,5-3 0,-1 3 0,13-13 0,-4 3 0,14 4 0,9 3 0,8 1 0,10-2 0,-1 4 0,-1-2 0,-3 6 0,-1 4 0,-1 13 0,7-2 0,-6 10 0,-1-4 0,-12 8 0,1-3 0,-12 12 0,1 6 0,-8 4 0,-9 3 0,-14 3 0,-11 1 0,-8 8 0,-8-4 0</inkml:trace>
  <inkml:trace contextRef="#ctx0" brushRef="#br0" timeOffset="68">5662 6138 8912,'-8'-17'0,"6"0"0,-4-1 0,4 1 0,2 0 0,0 0 0,-5 0 0,-1-1 0,2 1 0,2 0 0,2 0 0,0 0 0,0 3 0,0 9 0,0 10 0,0 16 0,0 8 0,0 11 0,0 6 0,0 5 0,0 7 0,-2-5 0,-3 5 0,3-5 0,-4-1 0,2-1 0,0-1 0,-3-6 0,-3-10 0,6-1 0,-1-10 0,1-6 0,-2-6 0,4-9 0,-4-2 0,4-15 0,2-16 0,0-7 0,0-8 0,0-11 0,0-6 0,0-4 0,0-2 0,0-1-108,0-5 1,0 6 107,0 1 0,6 8 0,0 15 0,7 10 0,-1 14 0,3 8 0,2 7 0,0 12 0,3 13 0,3 15 0,-2 3 0,7 8 0,-7 1 0,2 6 0,2-1 0,-2-1 0,-2-2 107,-2-2 1,-4-6-108,-3 6 0,1-8 0,-7 2 0,6-4 0,-7-1 0,1-7 0,-8-1 0,-4-2 0,-5-4 0,-4-4 0,-3-5 0,-14-5 0,-4-7 0</inkml:trace>
  <inkml:trace contextRef="#ctx0" brushRef="#br0" timeOffset="69">5576 6310 8912,'9'8'0,"-1"-7"0,-1 7 0,-3-8 0,8 0 0,1-2 0,10-4 0,-2 3 0,8-9 0,-1 6 0,7-5 0,-1 5 0,1-5 0,7-8 0,2-8 0</inkml:trace>
  <inkml:trace contextRef="#ctx0" brushRef="#br0" timeOffset="70">6264 5897 8912,'-17'0'0,"0"0"0,-1 0 0,-5 0 0,0 0 0,2 2 0,2 4 0,2-2 0,0 7 0,2 3 0,3 8 0,-3-1 0,3 8 0,5 0 0,1 5 0,4 1 0,2-3 0,2-1 0,4-3 0,3-7 0,8 2 0,1-6 0,-1-5 0,2 3 0,4-3 0,-4-5 0,4-1 0,2 2 0,-2-3 0,5 1 0,-3-6 0,0 2 0,0 4 0,-2-4 0,-6 13 0,-7-11 0,-4 7 0,-6-5 0,-6 5 0,-4-5 0,-7 6 0,-8-7 0,-2 5 0,-1-2 0,-1-5 0,8 5 0,-2-2 0,-2-1 0,2-5 0,6-7 0,6-5 0,7-11 0,-12-3 0,7-9 0</inkml:trace>
  <inkml:trace contextRef="#ctx0" brushRef="#br0" timeOffset="71">6574 5983 8912,'-12'0'0,"1"0"0,5 6 0,-5 0 0,-1 1 0,-5-1 0,5 2 0,1 3 0,1 4 0,-3-3 0,3 3 0,3 2 0,-1-5 0,2-1 0,4 6 0,-3 6 0,3 0 0,2-5 0,7-1 0,3 0 0,7 0 0,0-2 0,1-3 0,-1 1 0,0-7 0,0 5 0,1-5 0,-7 6 0,0-7 0,-1 3 0,3-2 0,-1 5 0,-8-1 0,1 1 0,-5-5 0,-5 5 0,1-1 0,-8 1 0,1 3 0,-6-8 0,0 1 0,-1-1 0,7-4 0,-1 4 0,9-6 0,-3-6 0,-4-11 0,1-10 0</inkml:trace>
  <inkml:trace contextRef="#ctx0" brushRef="#br0" timeOffset="72">6746 6000 8912,'9'0'0,"-1"0"0,-8 0 0,0 0 0,0 8 0,0-4 0,0 7 0,0 3 0,0 9 0,2-4 0,4 4 0,-3 1 0,9-1 0,-6 6 0,5-6 0,-1 0 0,1-6 0,4-2 0,-3-1 0,3-3 0,2-7 0,1 2 0,-7-10 0,1-2 0,-7-13 0,7 2 0,-8-10 0,1 4 0,-3-7 0,-2 3 0,0 0 0,0 4 0,0 4 0,0 2 0,0 0 0,0 7 0,2 3 0,4 7 0,-4 7 0,6 5 0,-1 5 0,5 6 0,1-4 0,-2 4 0,5 2 0,-5-2 0,5 0 0,1-6 0,0-6 0,0-1 0,0-3 0,1-3 0,-1-2 0,0-2 0,-6-2 0,1-4 0,-6-3 0,5-8 0,-7-8 0,2-2 0,-4-2 0,-2 1 0,0 5 0,0-6 0,0 8 0,0-2 0,0 4 0,0 2 0,0 7 0,0 3 0,2 20 0,1 6 0,3 4 0,-2 2 0,4 6 0,-3-3 0,3-1 0,-2 2 0,-4-3 0,3 3 0,-1-4 0,0-8 0,2 0 0,-2 0 0,-3 1 0,-1-1 0,0-8 0,0-1 0,0-21 0,0-6 0,0-4 0,0-2 0,0-6 0,0 3 0,0-3 0,0 2 0,2-1 0,4 7 0,-4 0 0,4 6 0,1 0 0,1 1 0,2 5 0,1-4 0,4 15 0,-3 0 0,1 7 0,-7 10 0,5 1 0,-5-1 0,-2 0 0,-2 0 0,-2 0 0,6-5 0,-1-1 0,1-7 0,-6 11 0,8-20 0,-4 1 0,7-19 0,-7 4 0,2-4 0,1-2 0,-1 2 0,6 0 0,-5 6 0,1 0 0,-1 0 0,-1 7 0,2 2 0,-4 10 0,7 4 0,-7 4 0,2 7 0,3 2 0,3 2 0,3 2 0,2-2 0,0-2 0,1-2 0,1-2 0,4-3 0,-4 1 0,4-7 0,-4 0 0,-2-6 0,2-8 0,0-3 0,0-5 0,-3-1 0,-10-6 0,-1 0 0,-3-7 0,-2 1 0,0 4 0,0 2 0,-7 4 0,-5 2 0,-3 0 0,-2 7 0,-1 5 0,1 10 0,0 7 0,2 11 0,3 5 0,4 5 0,8 1 0,0 3 0,0 3 0,2-4 0,4 4 0,9-9 0,8-3 0,10-7 0,1 2 0,1-6 0,7-3 0,-2-5 0,0-1 0,0-2 0,-13-22 0,-2-3 0</inkml:trace>
  <inkml:trace contextRef="#ctx0" brushRef="#br0" timeOffset="73">8312 6327 8912,'-12'-8'0,"1"-1"0,-3-3 0,-1 3 0,-2 1 0,0 4 0,0 2 0,-1 2 0,1 2 0,2 4 0,1 8 0,3 7 0,1 5 0,-1 7 0,5-3 0,4-1 0,2 0 0,0 5 0,0-2 0,0-3 0,0-4 0,2-8 0,4 0 0,3-7 0,9-4 0,-1-12 0,-6-4 0,1-9 0,-1-4 0,-1-5 0,5-5 0,-3-1 0,-3 1 0,3 5 0,-8-5 0,1 5 0,3 3 0,-2 2 0,-3 4 0,7 1 0,-8 11 0,4 7 0,-4 9 0,-2 14 0,1 4 0,3 7 0,4-1 0,2-4 0,-5 3 0,7-3 0,-1-4 0,6-3 0,1-2 0,-1-3 0,0-8 0,0-3 0,0-12 0,1-3 0</inkml:trace>
  <inkml:trace contextRef="#ctx0" brushRef="#br0" timeOffset="74">8622 6224 8912,'-27'-10'0,"2"3"0,8 7 0,0-6 0,-1 0 0,1 4 0,0 6 0,0 6 0,-1 7 0,3 2 0,4 4 0,-3 4 0,9 7 0,1 0 0,2 1 0,2-1 0,0 1 0,2 3 0,3-4 0,5 3 0,7-15 0,0 1 0,1-5 0,1-3 0,4-4 0,-2-3 0,7-8 0,-7-8 0,2-3 0,2-10 0,-2-2 0,6-6 0,-6 4 0,-2-1 0,-2-5 0,-2 1 0,0 1 0,-5-4 0,-1 5 0,-5-3 0,6 3 0,-9-3 0,3 8 0,-4 0 0,-4 6 0,-4 2 0,-5 3 0,1 5 0,-1 7 0,5 0 0,-5 0 0,-1 1 0,-5 5 0,2 9 0,1 10 0,5 2 0,1 4 0,0 1 0,3 2 0,3 1 0,-4-1 0,4-5 0,2 0 0,0-3 0,0 3 0,0-4 0,0 0 0,2-12 0,4 4 0,-2-5 0,7-1 0,1-3 0,5-8 0,0 0 0,0 0 0,0-8 0,1-3 0,-1-5 0,0-1 0,-5-6 0,-1 0 0,-1-5 0,1 5 0,-3 0 0,-6 6 0,1-1 0,3 1 0,0 6 0,-6-1 0,0 8 0,-8-3 0,1 16 0,-5 9 0,-1-1 0,7 8 0,2-1 0,2 5 0,2-2 0,0 2 0,0-8 0,0 1 0,2 1 0,4-5 0,3 3 0,9-12 0,-1 1 0,2-3 0,4-7 0,-4-7 0,4-5 0,-4-5 0,-2-6 0,-5 2 0,-1-8 0,3-1 0,1-3 0,-4 5 0,1-1 0,-6 2 0,5-1 0,-7 1 0,2 4 0,-2 10 0,1-5 0,7 3 0,-3 8 0,3 1 0,-1 6 0,6 6 0,3 3 0,2 8 0,0 2 0,6 4 0,-1-2 0,4 6 0,-5 0 0,-1 0 0,4-6 0,-6 1 0,-8 3 0,-9-2 0,-4 0 0,-2-6 0,-2 1 0,-4-1 0,-3-2 0,-9-4 0,-1 3 0,-2-8 0,-2-3 0,8-8 0,0-13 0,5-8 0</inkml:trace>
  <inkml:trace contextRef="#ctx0" brushRef="#br0" timeOffset="75">9671 6207 8912,'17'-17'0,"-5"1"0,-1 5 0,-7-4 0,4 11 0,-8-8 0,-8 16 0,-3 2 0,-5 7 0,-1 4 0,2 8 0,4 4 0,-5 1 0,5-1 0,-5 4 0,1-5 0,2 5 0,1 1 0,7-5 0,-7-1 0,8-1 0,-1 2 0,3-4 0,2-8 0,0 0 0,0 0 0,7-5 0,5-1 0,3-5 0,2 5 0,0-7 0,1 2 0,-1-2 0,0 1 0,0-3 0,0 4 0,1-4 0,-3 0 0,-4 4 0,-3-3 0,-8 9 0,-2-6 0,-4 5 0,3-5 0,-9 5 0,1-5 0,-7 5 0,7-7 0,0 2 0,-1 4 0,-5-1 0</inkml:trace>
  <inkml:trace contextRef="#ctx0" brushRef="#br0" timeOffset="76">10222 5966 8912,'0'25'0,"0"2"0,0 9 0,0 4 0,0 6 0,0 4 0,0 1 0,0 6 0,0 1 0,0-3 0,0-1 0,-6-5 0,0-3 0,-7 2 0,2-8 0,-5-6 0,-1-9 0,0-6 0,0-5 0,-1-14 0</inkml:trace>
  <inkml:trace contextRef="#ctx0" brushRef="#br0" timeOffset="77">10084 6447 8912,'17'-7'0,"3"3"0,3-7 0,3 5 0,11-6 0,1-3 0,2-6 0,8 2 0,-2-4 0,2 2 0,-1 0 0,-1-2 0,2 2 0,0 4 0,-2 5 0,-4-3 0,-17 15 0,-8 0 0,-21 10 0,-13 13 0,-10 3 0,4 9 0,-6-1 0,6 0 0,1 1 0,4-1 0,3-1 0,4-3 0,5-3 0,4-2 0,2-8 0,0-5 0,13-9 0,5 3 0,10-6 0,1-6 0,-2-11 0,1-12 0,-5-3 0,4-2 0,-4-3 0,-8-3 0,-5 4 0,-10-4 0,0 3 0,0 3 0,-8 2 0,-3 3 0,-5 4 0,-3 8 0,-4 0 0,-3 0 0,-9-1 0</inkml:trace>
  <inkml:trace contextRef="#ctx0" brushRef="#br0" timeOffset="78">361 7771 8912,'-24'0'0,"-3"-2"0,0-3 0,4-7 0,6-3 0,5-2 0,7 0 0,3 5 0,4 1 0,3-3 0,5-1 0,9 0 0,2 1 0,2 3 0,8 5 0,-5-3 0,3 1 0,0 4 0,-2-4 0,1 3 0,5-1 0,-5 6 0,3-2 0,-2-4 0,3 4 0,-3-3 0,9 1 0,4-2 0,2-3 0,4-1 0,9-5 0,6 3 0,4-3 0,2-2 0,8 0-170,3-1 1,-4 3 169,-1 4 0,-4-5 0,-2 5 0,-1 3 0,1 3 0,-6 3 0,0 2 0,-1 0 0,1 0 0,7-2 0,-6-2 0,-5-2 0,-4 2 0,-5-3 0,-4 1 0,-4-5 0,-8 5 0,-7-6 0,-4 7 0,-4-3 0,-2 2 339,-7 4-339,-2-5 0,-10 7 0,-4 0 0,2 0 0,-7 0 0,-3 0 0,5-2 0,-3-4 0,1 4 0,-6-5 0,-1 7 0,1 0 0,0 5 0,0 1 0,0 7 0,-1-11 0,1 6 0</inkml:trace>
  <inkml:trace contextRef="#ctx0" brushRef="#br0" timeOffset="79">2323 6533 8912,'0'21'0,"0"-3"0,-6-11 0,1 5 0,-1-7 0,6 7 0,6-6 0,-1 5 0,9 1 0,-3 5 0,5 0 0,3 2 0,4 4 0,5 6 0,5-3 0,1 3 0,6 0 0,2 3 0,2-1 0,4-3 0,0 1 0,-2 5 0,-6-5 0,-11 0 0,-4-1 0,-8 7 0,-8-7 0,-3 1 0,-8-2 0,-9 1 0,-10 7 0,-19-1 0,-14 3 0,-15 8 0,-5-4 0,-7 4 0,5 1 0,-1-2 0,14-2 0,0-7 0,15-1 0,8 0 0,10 6 0,1 1 0,16-1 0,-10-6 0,13 0 0</inkml:trace>
  <inkml:trace contextRef="#ctx0" brushRef="#br0" timeOffset="80">11599 10006 8912,'-18'0'0,"1"0"0,0 0 0,0 0 0,0 0 0,5 0 0,1 0 0,7 0 0,-2 0 0,10-2 0,2-3 0,7 3 0,-1-4 0,3 4 0,-4 2 0,1 0 0,-3-2 0,3-3 0,3 3 0,-3-4 0,3 4 0,2 2 0,0 0 0,0 0 0,1-8 0,7 6 0,-1-7 0,5 3 0,-4 4 0,-8-3 0,0 3 0,1 2 0,1-6 0,4 0 0,-4 0 0,4 6 0,2 0 0,-2 0 0,-1 0 0,-4 0 0,5 0 0,0 0 0,7 0 0,-3 0 0,2 0 0,-1 0 0,-1 0 0,4 0 0,-3 0 0,3 0 0,-4 0 0,1 0 0,-7 0 0,4 0 0,-2 0 0,0 0 0,2 6 0,-2 0 0,-4 2 0,4-3 0,2-3 0,-2 4 0,5 2 0,-5-3 0,8 1 0,-2-6 0,1 6 0,1-1 0,-2-1 0,1-2 0,-3-2 0,2 0 0,-3 2 0,3 2 0,-4 2 0,0-3 0,-6 1 0,4 2 0,-2-4 0,2 4 0,-4 1 0,4-1 0,-4 2 0,-2-3 0,6-1 0,0 6 0,-2-3 0,-2-3 0,-2 0 0,1 2 0,-1-4 0,0 3 0,0 3 0,1-2 0,4 0 0,1-6 0,0 1 0,-5 5 0,-1-4 0,2 4 0,2-4 0,2-2 0,0 0 0,-8 2 0,-2 1 0,-1 3 0,-1 0 0,7-6 0,-7 0 0,1 0 0,1 0 0,-3 0 0,1 0 0,0 0 0,7 0 0,-1 0 0,0 0 0,-5 0 0,-1 0 0,-5 0 0,5 0 0,-7 0 0,4 0 0,-8 0 0,0 0 0,-8 0 0,6 0 0,-5 0 0,7 0 0,0 0 0,0-8 0,0-1 0</inkml:trace>
  <inkml:trace contextRef="#ctx0" brushRef="#br0" timeOffset="81">13853 8734 8912,'-17'0'0,"0"0"0,1-2 0,3-4 0,1-5 0,9-4 0,-3-2 0,4-1 0,2 1 0,0 0 0,8 7 0,1 7 0,1 6 0,5 7 0,-4 7 0,5 10 0,1 7 0,0 10 0,0 6 0,1 3 0,-1 7 0,0 8 0,0 11 0,-7 10 0,-4 3 0,-5 6 0,-2-5 0,-7 3 0,0-47 0,-1 1 0,0-1 0,-1-1-165,-19 44 0,6-8 165,-6-15 0,6-10 0,-5-7 0,1-4 0,-2-14 0,2-3 0,4-14 0,10-2 0,-4-4 0,3 5 0,-3-7 0,-2 1 0,-4-4 0,-4-20 0,-7-5 0</inkml:trace>
  <inkml:trace contextRef="#ctx0" brushRef="#br0" timeOffset="82">12012 8614 8912,'2'9'0,"3"-3"0,-5-4 0,0-2 0,-2 0 0,-9 0 0,-2 0 0,-3 0 0,-1 2 0,0 4 0,0 5 0,-8 12 0,-4 6 0,-5 7 0,-6 10 0,-4 9 0,-8 20 0,27-33 0,0 2 0,1 4 0,0 1 0,2 2 0,0 1-214,1 2 0,0 1 1,2 0-1,2 1 214,5 1 0,1 1 0,-1-3 0,3 0 0,5-3 0,2 0 0,4 39 0,12-9 0,7-15 0,7-11 0,7-16 0,5-17 0,-4-10 0,4-2 0,2-7 0,-1 2 0,-1-4 0,-6-2 0,1 0 0,-1 0 0,0 0 427,1 0 1,-8 0-428,-4 0 0,-4 0 0,-2 0 0,0 0 0,-7 2 0,-5 4 0,-18-4 0,-6 5 0</inkml:trace>
  <inkml:trace contextRef="#ctx0" brushRef="#br1" timeOffset="83">258 10436 8912,'-17'-17'0,"0"0"0,7 0 0,3 7 0,8 2 0,5 8 0,6 0 0,-3 0 0,3 0 0,-1 0 0,1 0 0,-1 0 0,1 2 0,-3 4 0,6-4 0,-3 4 0,3-4 0,2-2 0,3 0 0,2 0 0,5 0 0,8 0 0,-1-6 0,2-2 0,3-1 0,1-5 0,6 5 0,-6-3 0,0 9 0,-6-3 0,-5 2 0,0 0 0,-1-2 0,-1 3 0,0 1 0,-4 2 0,-2 5 0,8 1 0,-1 2 0,7-2 0,-1-5 0,2 7 0,3-2 0,1 0 0,11-1 0,-5-5 0,6 0 0,-12 0 0,2 0 0,-2 0 0,-3 0 0,3 0 0,-6-5 0,-5-1 0,3 0 0,-3 6 0,2-6 0,-1 1 0,-1 1 0,2 2 0,3 0 0,6-4 0,-2 4 0,8-3 0,-6-3 0,6 2 0,-5-1 0,4 1 0,-4 2 0,4-7 0,-6 7 0,1-2 0,-8-2 0,-1 3 0,1-1 0,-1-2 0,0 6 0,3-3 0,-5-3 0,-1 2 0,-1 1 0,2 5 0,1 0 0,-7 0 0,6-6 0,-6 0 0,8 0 0,-3 6 0,-1 0 0,2 0 0,3 0 0,6 0 0,-7 0 0,4 0 0,-5 0 0,5 0 0,1 0 0,4 0 0,2 0 0,4 0 0,2 0 0,-8 0 0,10 0 0,1 0 0,-5 0 0,4 0 0,-4 0 0,-2 0 0,-4 0 0,6 0 0,-8 0 0,2 0 0,-2 0 0,3 0 0,-3 0 0,8 0 0,-6 0 0,6 0 0,0 6 0,5 0 0,1 0 0,-2-6 0,-3 0 0,-1 0 0,-6 0 0,6 0 0,-6 0 0,6 0 0,-7 5 0,1 1 0,2 0 0,-2-6 0,8 5 0,-2 1 0,3 0 0,3-6 0,0 0 0,-1 0 0,3 0 0,3 0 0,-11 0 0,0 0 0,-8 0 0,-3 0 0,1 6 0,4-1 0,-9 1 0,3-6 0,-1 2 0,7 4 0,-2-4 0,8 3 0,0-3 0,5-2 0,1 0 0,0 0 0,-1 2 0,1 4 0,-6-4 0,0 4 0,-8-5 0,2-1 0,2 0 0,-2 0 0,0 6 0,-5 0 0,1 0 0,4-6 0,4 0 0,8 0 0,0 0 0,-1 0 0,-1 0 0,-4 0 0,4 0 0,-5 0 0,-3 0 0,-1 0 0,-7 0 0,-5 0 0,3 0 0,-3 0 0,-2 0 0,1 0 0,-5 5 0,6 1 0,2-2 0,1-2 0,3-2 0,-1 0 0,0 0 0,1 0 0,-1 6 0,1-1 0,-3 1 0,-3-6 0,3 0 0,-3 0 0,3 0 0,3 0 0,-6 0 0,-3 0 0,1 0 0,0 0 0,0 0 0,1 0 0,5 0 0,-4 0 0,-3 6 0,3 0 0,5-1 0,7-5 0,-1 0 0,-6 0 0,1 0 0,-1 0 0,0 0 0,1 0 0,-1 0 0,1 0 0,-3 0 0,-3 0 0,7 2 0,-7 4 0,5-4 0,-11 4 0,8-5 0,-3-1 0,3 0 0,-2 0 0,3 0 0,-3 0 0,-2 0 0,1 0 0,3 0 0,1 0 0,-3 0 0,0 0 0,-2 0 0,1 0 0,5-1 0,-5-5 0,-3 4 0,-2-4 0,2 4 0,-2 2 0,6 0 0,-6 0 0,5 0 0,-5 0 0,0 0 0,2 0 0,-4 0 0,8 0 0,-6 0 0,5 0 0,1 0 0,6 0 0,-3 0 0,-3 0 0,3 6 0,-3 0 0,3-1 0,3-5 0,-1 0 0,-1 0 0,-3 0 0,-1 0 0,0 6 0,5 0 0,1 0 0,-1-6 0,-2 0 0,-3 0 0,4 0 0,-5 0 0,3 0 0,-2 0 0,-3 2 0,-3 3 0,-2-3 0,8 4 0,-8-4 0,4-2 0,-2 0 0,0 0 0,2 0 0,-2 0 0,1 0 0,7 0 0,-2 0 0,1 0 0,3 0 0,1 0 0,-1 0 0,-5 0 0,5 0 0,-4 0 0,3-6 0,3 0 0,-7 1 0,1 5 0,-8 0 0,2 0 0,4 0 0,1 0 0,-3 0 0,0 0 0,-2 0 0,0 0 0,8 0 0,-3 0 0,5 0 0,1 0 0,-5 0 0,0 2 0,1 1 0,3 3 0,-1 0 0,-3-6 0,3 6 0,-3-1 0,4-1 0,1-2 0,-5-2 0,-1 0 0,-5 2 0,6 4 0,0-4 0,5 3 0,-5-3 0,-1-2 0,1 0 0,5 0 0,1 0 0,-1 0 0,1 0 0,-1 0 0,1 0 0,-1 0 0,-5 0 0,-1 0 0,1 0 0,5 0 0,-5 6 0,0 0 0,-2-1 0,1-5 0,3 0 0,-8 0 0,2 0 0,-2 0 0,-4 0 0,4 0 0,-2 0 0,2 0 0,-2 2 0,7 4 0,-5-4 0,6 4 0,0-4 0,5-2 0,2 0 0,5 0 0,-3 0 0,8 0 0,-8 0 0,2 0 0,-4 0 0,1 0 0,-1 0 0,-2 0 0,3 0 0,-14 0 0,7 0 0,-1 0 0,2 0 0,-3 0 0,5 0 0,-5 0 0,7 0 0,5 0 0,-4 0 0,5 0 0,-3-6 0,0 0 0,2 2 0,-2 2 0,-1 2 0,-3 0 0,1-1 0,-1-5 0,-1 4 0,-5-4 0,5 4 0,-5 2 0,-1 0 0,2 0 0,-6 0 0,5 0 0,-5-5 0,4-1 0,0 2 0,0 2 0,-1 2 0,3 0 0,9-6 0,-3 1 0,3-1 0,-4 6 0,1 0 0,-1 0 0,6 0 0,1 0 0,-1 0 0,-6 0 0,1 0 0,-1 0 0,0 0 0,1 0 0,-1 0 0,1 0 0,-1-6 0,1 0 0,-1 1 0,0 5 0,7 0 0,-1 0 0,0 0 0,-6 0 0,1 0 0,-1 0 0,0 0 0,1 0 0,-1 0 0,1 0 0,-1 0 0,1 0 0,-3 0 0,-3 0 0,3 0 0,-3 0 0,2 0 0,-3 0 0,5 0 0,-6 0 0,1 0 0,1 0 0,1-6 0,11 0 0,-5 0 0,4 6 0,4 0 0,2 0 0,-2 0 0,2 0 0,-8 0 0,2 0 0,-3 0 0,-3 0 0,0 0 0,1 0 0,-1 0 0,1 0 0,-1-5 0,0-1 0,7 0 0,-1 6 0,6-5 0,-6-1 0,8-2 0,-2 2 0,-3 5 0,3-5 0,-7-2 0,1 2 0,-4-1 0,-3 3 0,-3-2 0,-1 2 0,-8-3 0,2 1 0,2 0 0,-2 6 0,7-2 0,-1-3 0,3 3 0,3-4 0,7 4 0,4 2 0,-2-2 0,2-4 0,0 5 0,3-5 0,-1 4 0,-2 2 0,-8 0 0,2 0 0,-5-6 0,-7 0 0,5-1 0,-4 1 0,1 4 0,-1-4 0,3-1 0,-3 1 0,4-5 0,1 3 0,2 0 0,5 1 0,-5-5 0,4 6 0,-2-5 0,0 3 0,3 1 0,-3-1 0,-2 0 0,-1 3 0,-3 3 0,-3-4 0,1-2 0,-7 3 0,0-1 0,-5 6 0,4-6 0,1 1 0,0-1 0,-5 6 0,-1-6 0,2 0 0,2 1 0,2-3 0,6 6 0,-7-4 0,9 4 0,-2 2 0,-2-5 0,1-1 0,-5 0 0,6 6 0,0-2 0,5-2 0,0-1 0,1 1 0,-1 2 0,1 2 0,-1 0 0,0 0 0,1 0 0,-1 0 0,1 0 0,-1 0 0,1 0 0,-1 0 0,-5-6 0,-3 1 0,1-1 0,0-2 0,-6 4 0,2-7 0,2 1 0,-2-3 0,0 2 0,2-3 0,-4 5 0,7-3 0,-5 6 0,6-5 0,-6 5 0,5-5 0,1 5 0,6-5 0,-3 5 0,-3-6 0,1 7 0,-7-7 0,6 6 0,-4-5 0,0-2 0,0-3 0,-2-1 0,-6 0 0,0 0 0,0 0 0,6-1 0,0 1 0,0-6 0,-6 0 0,0 0 0,1 6 0,-1 0 0,0 0 0,-2 0 0,-3-1 0,1 1 0,-7 0 0,7 0 0,-1 0 0,-5-6 0,-1 0 0,-4 0 0,-2 6 0,2-6 0,4 0 0,-4 0 0,3 4 0,-3-2 0,-2-2 0,0-2 0,0 2 0,0 2 0,0-8 0,0 1 0,0-7 0,-2-5 0,-3 0 0,-11-8 0,-7 3 0,-5-5 0,3-2 0,-2 3 0,-4 3 0,5 4 0,-3 7 0,8 3 0,-4 1 0,0 3 0,-3-3 0,1 4 0,-2-1 0,2 5 0,-1-6 0,-5 2 0,5-1 0,-5-3 0,-1 8 0,1-5 0,4 5 0,-7-6 0,5 4 0,-1 0 0,-6 1 0,3-1 0,-9 4 0,0-2 0,-2 2 0,-7-4 0,7 2 0,-4-8 0,1 5 0,3-3 0,6 0 0,1 1 0,-1-7 0,4 5 0,-4-5 0,-2 5 0,0-10 0,-2 3 0,-4 3 0,-10-8 0,-5-4 0,2 2-155,-2-2 1,6 8 154,-6-2 0,7 4 0,-1 1 0,9 9 0,2 3 0,6-2 0,-6 2 0,0-2 0,-5 4 0,-1-4 0,0-2 0,1 5 0,-1-7 0,-5 0 0,-1-5 0,-7-1-202,2 1 0,-11-2 202,-7-4 0,35 19 0,-1 0 0,-5-2 0,0 0 0,8-1 0,0 2 0,-42-12 0,14-3 0,9 14 0,5 2 0,5 2 0,3 2 0,4 0 0,-9 5 0,3 1 0,-5-1 0,-1-5 0,5 0 0,-5 0 0,3 5 0,-2 1 0,3-1 0,-3-5 0,3 0 148,3 0 0,-1 2-148,0 3 0,-7-3 0,-2 5 0,0-1 0,3-1 0,-1 3 0,2-3 0,-1-1 0,7 7 0,-1-5 0,0 5 0,6-2 208,1 3 1,-9 3-209,-9-4 0,2-2 0,-2 3 0,0-1 0,1-2 0,-3 6 0,8-3 0,2 3 0,1 2 0,0-6 0,-1 0 0,-4 1 0,-2-3 0,-1 6 0,-1-4 0,-4-1 0,6-1 0,-2 0 0,0 1 0,8 1 0,-3 6 0,5-2 0,1-4 0,-7 4 0,-4-3 0,-4 3 0,-2 2 0,0 0 0,0 0 0,0 0 0,1 0 0,6 0 0,5 0 0,3 0 0,3 0 0,-7 0 0,1 0 0,-6 0 0,6 0 0,-8 0 0,2 0 0,-2 0 0,1 0 0,5-2 0,8-4 0,-1 4 0,0-3 0,1-3 0,-1 2 0,0 2 0,1 2 0,-1 2 0,1 0 0,-9-5 0,-3-1 0,2-2 0,-2 3 0,0 3 0,-6-4 0,-8-4 0,-3 1 0,-4-1 0,-2 5 0,2-3 0,4 2 0,-1-1 0,12 1 0,-1 4 0,12-4 0,-1 4 0,2 2 0,-3-5 0,-3-1 0,-4 0 0,4 6 0,-2 0 0,0 0 0,4-2 0,2-4 0,-1 5 0,3-5 0,2 4 0,-8 2 0,-1-2 0,-4-4 0,5 4 0,-1-3 0,15 3 0,-3 2 0,4-6 0,-3 0 0,7 0 0,4 6 0,3 0 0,3 0 0,-6-5 0,-1-1 0,-8 0 0,-3 6 0,-7-5 0,-10-1 0,-11-6-197,-1 7 0,-5-3 197,12 2 0,-1 4 0,6-5 0,2 1 0,4 0 0,10 1 0,7 5 0,2 0 0,-4 0 0,2 0 0,-2 0 0,5 0 0,-3 0 0,5 0 0,-4 0 0,-7-6 0,-5 0 0,-10 0 0,-2 6 0,-11 0-87,-18 0 1,8 0 86,-7 0 0,14 0 0,9 0 0,1 0-113,-1 0 1,9 0 112,-4 0 0,6 0 0,0 0 0,-4 0 0,4 0 0,9 0 0,2 0 0,5 0 0,-5 0 0,-2 0 0,-3 0 0,2 6 0,-9 0 0,7 0 0,-6-6 0,0 0 0,-6 0 0,2 5 0,4 1 0,4 0 0,7-6 0,6 0 0,0 0 0,1 2 0,1 3 0,0-3 0,5 4 0,-3-4 0,-2-2 0,0 6 138,-2-1 0,-3 3 1,3-4-1,-4 2-138,-2-3 0,1 5 119,-1-2 1,-5 5-120,-1-5 0,-7 2 0,2-3 0,-2-3 0,2 4 0,-2 2 0,8-3 0,0-1 0,-3-2 0,12 4 0,-3 0 0,5 1 0,0-1 0,-4-4 0,4 4 0,-5 1 0,-7-1 0,3 5 0,-6-3 0,0 2 0,-1 3 0,13-4 0,-3 3 0,12-8 0,0 1 0,9 3 0,3-2 0,5 5 0,-6-5 0,2 2 0,-2-3 0,-5-1 0,0 8 0,-1-8 0,-7 1 0,2-1 0,0 2 0,-8-2 0,2 7 0,4-7 0,2 2 0,4-3 0,1 3 0,6-4 0,1 4 0,5 1 0,-6-1 0,6 6 0,-5-7 0,-1 7 0,-6-4 0,1-1 0,0 1 0,-8 5 0,-4-1 0,-2-3 0,2 3 0,-4-3 0,4 3 0,4 3 0,2-4 0,4-1 0,1 1 0,7-1 0,-1 1 0,6 5 0,-6-5 0,-1 4 0,-3 3 0,-3-1 0,-4 0 0,4 4 0,-5-4 0,-1 10 0,2-10 0,0 2 0,6-7 0,-1 3 0,1-4 0,1 5 0,5 1 0,-5 0 0,4 0 0,3 2 0,-3 4 0,2-2 0,-2 8 0,-1-8 0,7 2 0,-6 2 0,6-2 0,-5 5 0,5-5 0,2 0 0,7-6 0,3 1 0,-3-1 0,-1 6 0,-2 0 0,0 2 0,-1-3 0,1-1 0,0 8 0,0-2 0,0 2 0,-1 1 0,1-7 0,0 6 0,0-5 0,0 1 0,-1 0 0,7 4 0,-1-6 0,1 0 0,1 1 0,-5 1 0,6 6 0,-3-2 0,1 1 0,-1-3 0,-5 2 0,0-1 0,0 7 0,1-1 0,5 0 0,-5-1 0,5-5 0,1 5 0,-1-4 0,7-5 0,-2-1 0,4 2 0,2-2 0,0 6 0,0-6 0,0 2 0,0-3 0,0-1 0,-1 8 0,-3 2 0,-2 1 0,-2 4 0,3 5 0,1-5 0,-8 4 0,7-4 0,-7-1 0,8-7 0,-1 1 0,3-8 0,2 2 0,-6 2 0,0-2 0,0 5 0,6-5 0,0 0 0,0 2 0,0-4 0,0 8 0,0-6 0,0 5 0,0 1 0,0 5 0,0-5 0,0 0 0,0-3 0,0 3 0,0 3 0,0-3 0,0-4 0,0-2 0,0-2 0,0 0 0,0 2 0,0-2 0,0-2 0,0-2 0,6 0 0,0 1 0,0-1 0,1 0 0,-5 0 0,4 0 0,2 1 0,-3-1 0,3-6 0,-2 1 0,-4-1 0,3 6 0,-3-5 0,-2-1 0,0-5 0,0 5 0,6 1 0,0 5 0,-1 0 0,-5 0 0,0-5 0,0-1 0,8 1 0,-6 5 0,4 0 0,3 0 0,-5 1 0,8-1 0,-7 0 0,5 0 0,-2 0 0,-5 1 0,5-1 0,-2 0 0,0 0 0,-6 0 0,5 1 0,1-1 0,2-6 0,-3 1 0,-3-1 0,4 6 0,2 1 0,-3-1 0,7 0 0,-4 0 0,1 0 0,4 0 0,-3 1 0,1-1 0,-1 6 0,2 0 0,3 0 0,-4-6 0,-1 0 0,1 0 0,-5 0 0,6 1 0,-7-1 0,7 0 0,-7-2 0,7-3 0,-6 1 0,3-5 0,1-1 0,-1 1 0,-5 0 0,2-3 0,3-3 0,-5 6 0,8-8 0,-8 2 0,1 4 0,-3-4 0,0 5 0,2-5 0,2 4 0,1-4 0,-1 3 0,-4-3 0,8 4 0,-5 0 0,-3 0 0,8-6 0,-4 0 0,-5 0 0,7 7 0,0-5 0,-4 11 0,7-7 0,-7 0 0,4-6 0,-1 8 0,-5-7 0,8 7 0,-5-8 0,-3 8 0,6-6 0,-6 5 0,2-5 0,1 4 0,1-4 0,2 13 0,-6-13 0,13 13 0,-13-13 0,7 12 0,-3-9 0,-4 3 0,6-4 0,-1 2 0,-5-1 0,6-3 0,-8 4 0,2-4 0,4 4 0,-4-3 0,3 3 0,-3-4 0,0 6 0,2-6 0,2 3 0,-1-1 0,-5 8 0,8-9 0,-4 11 0,5-7 0,-1 3 0,4-4 0,-7 5 0,7-5 0,-7 5 0,9-5 0,-3 4 0,5-3 0,-5 5 0,1-7 0,-7 3 0,7-4 0,1 2 0,-3 5 0,1-5 0,-5 5 0,5-5 0,-7 2 0,2-3 0,2-1 0,-3 8 0,3-8 0,-2 1 0,-4-1 0,3 2 0,-3-4 0,-2 5 0,0-7 0,2 0 0,4 0 0,-4 0 0,6 0 0,-7 0 0,5 0 0,-4 0 0,6 0 0,-8 0 0,0 0 0,0-7 0,0-3 0</inkml:trace>
  <inkml:trace contextRef="#ctx0" brushRef="#br1" timeOffset="84">16538 6516 8912,'0'10'0,"0"-3"0,-2-7 0,-4 0 0,4 0 0,-6-2 0,8-3 0,0-5 0,2-7 0,4 0 0,5 0 0,10-2 0,2-4 0,16-6 0,1-11 0,8-6 0,3-4 0,9-1 0,3-1 0,-4 2 0,-2 5 0,-5 8 0,-6 12 0,-8 4 0,-7 6 0,-7 9 0,-14 6 0,-4 12 0,-4-3 0,-2 3 0,-2 5 0,-4 6 0,-5-2 0,-5-2 0,5-2 0,-1 1 0,1-9 0,-14 6 0,-2-5 0</inkml:trace>
  <inkml:trace contextRef="#ctx0" brushRef="#br1" timeOffset="85">16641 6052 8912,'-8'-10'0,"4"3"0,-7 7 0,5 7 0,-5 7 0,-1 7 0,3 7 0,-9 15 0,3 8 0,-6 8 0,0 2 0,2 6 0,2-4 0,7-3 0,4-5 0,4-7 0,2-8 0,14-13 0,3-10 0,12-8 0,-1-9 0,13-2 0,4-5 0,5-12 0,2-14 0,1-3 0,5-10-630,-5 0 1,7-5 0,-9-1 0</inkml:trace>
  <inkml:trace contextRef="#ctx0" brushRef="#br1" timeOffset="86">17604 5674 8912,'-1'-12'0,"-5"1"0,-6-3 0,-1-1 0,1-2 0,-1 6 0,5-1 0,-1-1 0,5-3 0,-11-1 0,13 15 0,-4 8 0,4 9 0,0 6 0,-2 4 0,-1 2 0,-1 2 0,6 5 0,0-5 0,0-1 0,0-1 0,0 2 0,6-5 0,1-6 0,3-1 0,1-2 0,7-3 0,-1-5 0,0-7 0,0-2 0,0-3 0,-1-5 0,-5-7 0,5-6 0,-7-2 0,3 0 0,-1 0 0,-7 1 0,2 1 0,1 4 0,-1-4 0,0 9 0,-6 3 0,0 5 0,0-5 0,0 14 0,0 3 0,0 13 0,0 4 0,0 0 0,2-6 0,1 1 0,3-1 0,8-2 0,-3-4 0,-1 3 0,1-8 0,1-1 0,5-5 0,0-2 0,0-3 0,-5-5 0,-3-7 0,1 0 0,-1 0 0,-5-6 0,2 0 0,-6 0 0,-6 6 0,0-1 0,-11 1 0,4 2 0,-10 3 0,4 7 0,2 3 0,-8 2 0,6 0 0,-4 0 0,11 0 0,5 7 0,7 5 0,0-3 0,0 3 0,0-1 0,0 7 0</inkml:trace>
  <inkml:trace contextRef="#ctx0" brushRef="#br1" timeOffset="87">17966 5571 8912,'0'-10'0,"-6"4"0,0 12 0,-1 2 0,1 3 0,4 4 0,-4-3 0,3 3 0,-3 2 0,4 1 0,-4-1 0,4 0 0,2 0 0,0 0 0,0 1 0,0-7 0,0 0 0,0-7 0,0 4 0,0-8 0,0-8 0,0-5 0,0-8 0,0 0 0,0-8 0,2 1 0,4 1 0,-2-4 0,7 8 0,-5-5 0,5 5 0,-5 0 0,6 6 0,-3-1 0,5 3 0,-3 4 0,2 5 0,-3 6 0,1 6 0,-5 3 0,6 8 0,-7 1 0,7-1 0,-6 0 0,5 0 0,-5 0 0,3 1 0,1-3 0,-1-4 0,-3 3 0,6-9 0,-7 1 0,7-6 0,-6 0 0,5 0 0,-7-2 0,2-3 0,1-5 0,-1-7 0,2-2 0,-3-4 0,-3 4 0,4-4 0,-2 4 0,2 1 0,-4 7 0,3-1 0,-3 7 0,-2-7 0,2 8 0,4-1 0,-2 3 0,7 2 0,-7 0 0,11 2 0,-3 2 0,3 1 0,-3 1 0,-1-6 0,-5 0 0,5 0 0,1 0 0,5 0 0,0 0 0,-5-6 0,-1 1 0,-7-9 0,2 3 0,1-10 0,-1-2 0,2 0 0,-5 6 0,3-1 0,-2 1 0,-2 0 0,-2 0 0,0 7 0,0 3 0,0 11 0,0 7 0,2 8 0,4 15 0,-5 9 0,5 2 0,2 7 0,0 3 0,1 3 0,4-3 0,-3-1 0,1-3 0,-1 1 0,2-1 0,1-7 0,-7-4 0,-1-9 0,-5-2 0,6-14 0,0 2 0,-8-11 0,-8-6 0,-7-17 0,0-10 0</inkml:trace>
  <inkml:trace contextRef="#ctx0" brushRef="#br1" timeOffset="88">18413 5295 8912,'-11'0'0,"-1"0"0,9 0 0,-5 0 0,8 0 0,2-7 0,4-5 0,3 5 0,8 1 0,2 4 0,4 2 0,-4 0 0,4 0 0,-5 2 0,-7 4 0,8 3 0,-7 8 0,5 1 0,-11-1 0,-1 6 0,-5 2 0,0-1 0,0 1 0,0 4 0,0-6 0,-5 6 0,-1-7 0,-6 1 0,7-5 0,-9-1 0,5 0 0</inkml:trace>
  <inkml:trace contextRef="#ctx0" brushRef="#br1" timeOffset="89">18654 5347 8912,'0'-17'0,"0"0"0,2-1 0,4 1 0,-4 8 0,5 1 0,-7 10 0,0 4 0,2 3 0,4 10 0,4 2 0,-1 2 0,6 6 0,-3-6 0,3 6 0,2-7 0,-5 1 0,-1-5 0,1-1 0,-3 0 0,5-6 0,-8 1 0,7-8 0,-11 3 0,5-9 0,-7-3 0,0-7 0,0-11 0,0-5 0,0-5 0,0-1 0,0-1 0,0 1 0,0 0 0,0-1 0,0 7 0,0 1 0,0 2 0,0 10 0,6 11 0,0 15 0,7 3 0,-1 14 0,-3 1 0,3 5 0,-1 1 0,7-1 0,-7-1 0,0-5 0,3-5 0,1-4 0,2-3 0,1-5 0,-7-3 0,1-8 0,-7 0 0,7 0 0,-7-8 0,5-5 0,-2-6 0,-4-4 0,3-8 0,-1 3 0,0-13 0,-6-3 0</inkml:trace>
  <inkml:trace contextRef="#ctx0" brushRef="#br1" timeOffset="90">19153 4883 8912,'10'-17'0,"3"5"0,-7 1 0,2 5 0,-3-5 0,-3 7 0,8 4 0,-4 11 0,-3 14 0,9 7 0,-1 9 0,-1 3 0,5 1 0,-3 7 0,3 5 0,2 1 0,-7 5 0,-5-6 0,3 0 0,-2-5 0,0-2 0,-6-5 0,-8-5 0,-4-11 0,-3-8 0,-2-7 0,-8 1 0,-2-6 0</inkml:trace>
  <inkml:trace contextRef="#ctx0" brushRef="#br1" timeOffset="91">19153 5364 8912,'0'-11'0,"0"-1"0,0 1 0,0-6 0,0-1 0,8 3 0,3 4 0,7-3 0,5 9 0,1-9 0,5 3 0,9 1 0,-3-1 0,3 1 0,-4-3 0,1 3 0,-1 3 0,-1-5 0,-5 6 0,-5-1 0,-11 1 0,-5 4 0,-7-5 0,-7 7 0,-5 0 0,3 0 0,-3 0 0,7 1 0,-7 5 0,6 4 0,-5 7 0,7-6 0,-2 1 0,4 1 0,2 3 0,0 1 0,0 0 0,0-6 0,0 1 0,0-1 0,0 6 0,0-5 0,0-1 0,2-1 0,4 1 0,-2 5 0,5-5 0,1 3 0,0-3 0,-1 4 0,3-3 0,3-5 0,-4-1 0,10-4 0,2-2 0,0 0 0,2 0 0,2-15 0,7-4 0</inkml:trace>
  <inkml:trace contextRef="#ctx0" brushRef="#br1" timeOffset="92">19756 4969 8912,'-18'-10'0,"9"-5"0,1 13 0,8-6 0,0 8 0,2 8 0,4 5 0,3 7 0,1 2 0,3 3 0,-7-2 0,6-2 0,-7 8 0,3-2 0,-2 1 0,-4 3 0,3-8 0,-1 0 0,2-6 0,-4 0 0,3 0 0,-3 0 0,0-7 0,4-4 0,-2-6 0,5-6 0,-1-5 0,-4-5 0,5-1 0,3 0 0,-3-6 0,3 0 0,-6 2 0,5 10 0,-7-5 0,9 12 0,-7-7 0,2 7 0,-2-2 0,-3 12 0,9 6 0,-8-3 0,1 3 0,-3-7 0,-2 7 0,0-6 0,2 3 0,4-1 0,-4-2 0,5-14 0,-7-2 0</inkml:trace>
  <inkml:trace contextRef="#ctx0" brushRef="#br1" timeOffset="93">19979 4969 8912,'0'-12'0,"0"1"0,8 7 0,-6-11 0,7 13 0,-3-4 0,-4 4 0,6 2 0,-8 2 0,0 4 0,-2 5 0,-4 5 0,4 1 0,-21 8 0,4 1 0</inkml:trace>
  <inkml:trace contextRef="#ctx0" brushRef="#br1" timeOffset="94">19790 5227 8912,'17'-8'0,"0"-1"0,1-9 0,6-5 0,3 0 0,2 1 0,0-3 0,-8 11 0,2-3 0,3 4 0,-7-2 0,4 3 0,-11 4 0,-4 8 0,-8 8 0,0 4 0,0 3 0,0 2 0,0-6 0,0 1 0,0-6 0,0 5 0,0-7 0,1 4 0,5-8 0,-2 0 0,7 0 0,-5 0 0,6 0 0,-3-2 0,3-4 0,1 2 0,-7-7 0,1 7 0,-1-2 0,-2-2 0,8 3 0,-9-3 0,3 2 0,-2 4 0,2-3 0,-3 3 0,9 2 0,-8 0 0,11 0 0,-5 0 0,7 0 0,-6 0 0,1 0 0,-8 0 0,9 7 0,-7 5 0,7 3 0,-11 2 0,6-5 0,-8-1 0,0 1 0,0-3 0,0-9 0,0-9 0,2-7 0,3 5 0,-1-2 0,8 7 0,-7-6 0,7 7 0,-6-7 0,5 7 0,2 1 0,3 2 0,1 2 0,0 0 0,0 0 0,-5 2 0,-1 3 0,-5-3 0,5 4 0,-7 4 0,12-8 0,-7 5 0,1 1 0,-3 1 0</inkml:trace>
  <inkml:trace contextRef="#ctx0" brushRef="#br1" timeOffset="95">20788 4505 8912,'0'-14'0,"0"9"0,0 16 0,0 23 0,0 18 0,-2 17 0,-4 11 0,-5 10 0,-1 5 0,4-44 0,-1 1 0,2 6 0,-1 1 0,-5 0 0,-1 0 0,1 1 0,-1-1-253,1 0 0,0-2 0,-10 35 253,-6-6 0,8-21 0,-4-15 0,0-12 46,-3-8 0,-5-9 0,-1 4 0</inkml:trace>
  <inkml:trace contextRef="#ctx0" brushRef="#br1" timeOffset="96">17536 6447 8912,'-8'-17'0,"-2"0"0,-1 0 0,-1 0 0,9 7 0,-5 10 0,8 13 0,0 10 0,0 12 0,2 9 0,4 5 0,1 9 0,7-1 0,-3-2 0,3-1 0,-1 1 0,-2-3 0,5 1 0,-5-13 0,4-1 0,3-3 0,-1-4 0,0-5 0,0-10 0,-7-7 0,-2-18 0,-8-1 0</inkml:trace>
  <inkml:trace contextRef="#ctx0" brushRef="#br1" timeOffset="97">17364 6877 8912,'-10'-7'0,"0"5"0,5-4 0,5-4 0,-2-1 0,9-4 0,9-3 0,-1 1 0,14 0 0,-1-6 0,7 0 0,-8-7 0,5 11 0,-5-6 0</inkml:trace>
  <inkml:trace contextRef="#ctx0" brushRef="#br1" timeOffset="98">17604 6723 8912,'0'9'0,"0"-1"0,2-8 0,4 0 0,-2 0 0,7 0 0,1 0 0,5 0 0,-4 0 0,5 0 0,-5 0 0,10 0 0,-6 2 0,-5 3 0,3-1 0,-4 8 0,3 1 0,-3 2 0,3 2 0,-9 1 0,1-7 0,-6 1 0,0-1 0,-2-1 0,-3-5 0,3-10 0,-4-7 0,4-9 0,2-4 0,0 0 0,0 1 0,0-5 0,0 6 0,8 0 0,1 6 0,3 0 0,-1 0 0,1-1 0,5 1 0,0 0 0,0 0 0</inkml:trace>
  <inkml:trace contextRef="#ctx0" brushRef="#br1" timeOffset="99">18138 6637 8912,'-2'-10'0,"-4"4"0,2 4 0,-7 2 0,7 0 0,-11 2 0,5 4 0,1 5 0,-5 7 0,9 5 0,-3-2 0,2 7 0,4-5 0,-3 6 0,3-8 0,2 2 0,2-4 0,3-4 0,7-3 0,3-5 0,2-7 0,1-7 0,-1-5 0,0-9 0,0-2 0,0-7 0,1 1 0,-3-3 0,-4-3 0,-5 1 0,-4-1 0,-2 9 0,0 3 0,0 4 0,0 1 0,0 9 0,0 3 0,0 12 0,0-2 0,0 7 0,0 1 0,0 5 0,0 0 0,0 0 0,0-5 0,2-1 0,4 1 0,5-3 0,-1-1 0,1-8 0,1 0 0,5 0 0,0 0 0,0-6 0,0 0 0,-1-7 0,-5 1 0,3-3 0,-9-2 0,3 6 0,-2-1 0,-4 1 0,7-1 0,-3 1 0,-4 7 0,5-4 0,-5 10 0,4 4 0,-2-2 0,6 7 0,-1 2 0,1 3 0,-5-5 0,7 1 0,-3-1 0,3 6 0,1 1 0,-7-1 0,2-6 0,-3 1 0,-3-1 0,14-1 0,-14-3 0,-2-7 0,-10 0 0</inkml:trace>
  <inkml:trace contextRef="#ctx0" brushRef="#br1" timeOffset="100">18276 6327 8912,'-18'0'0,"7"0"0,-1 0 0,7 0 0,-7 0 0,8 0 0,-1 0 0,10 0 0,7 0 0,9 0 0,2 0 0,7 8 0,-3-6 0,8 5 0</inkml:trace>
  <inkml:trace contextRef="#ctx0" brushRef="#br1" timeOffset="101">18654 6516 8912,'12'12'0,"-1"-1"0,-7-5 0,4 3 0,-1-1 0,-5-2 0,6 1 0,-6-5 0,3 4 0,-3-2 0,4 2 0,-4-4 0,-2 3 0,0-10 0,0-7 0,-6-3 0,1-2 0,-1-1 0,6 1 0,0 0 0,0 0 0,0 0 0,0-1 0,7 7 0,5 0 0,1 5 0,-1-6 0,3 8 0,-3-1 0,5 3 0,6 2 0,-4 0 0,6 2 0,-2 2 0,0 1 0,1 7 0,-1-6 0,-3 1 0,2-1 0,3-4 0,-2 4 0,0-5 0,-6-1 0,1 0 0,-1-7 0,0-5 0,-7-3 0,-5-2 0,-3 0 0,-2-1 0,0 1 0,0 0 0,0 0 0,0 0 0,0-1 0,0 1 0,2 8 0,4 3 0,-2 12 0,7 5 0,-5-1 0,5 1 0,1-1 0,5 1 0,0 3 0,1-9 0,4 1 0,1-6 0,2 0 0,-2 0 0,-2 0 0,6-2 0,0-4 0,0-5 0,-6-4 0,2-3 0,-4 1 0,-4 0 0,-2 0 0,-1 0 0,-8 0 0,1-1 0,-5 1 0,-5 0 0,1 7 0,-8 5 0,7-3 0,-7 2 0,8 1 0,-9 6 0,7 5 0,2 6 0,4 1 0,6-1 0,-2 9 0,7-4 0,1 4 0,5-4 0,0 0 0,0 0 0,1 0 0,-1 1 0,-6 1 0,1 2 0,1 2 0,3-2 0,-7-2 0,-3-2 0,-4 0 0,-2 0 0,0 1 0,0-1 0,-8-6 0,-3 1 0,-7-3 0,-5 3 0,2-5 0,-7-7 0,1 0 0,-2 0 0,-11-7 0,4-3 0</inkml:trace>
  <inkml:trace contextRef="#ctx0" brushRef="#br1" timeOffset="102">19153 6018 8912,'-17'0'0,"0"0"0,5 0 0,1 0 0,7 0 0,-4-2 0,10-2 0,4-2 0,6 2 0,3 2 0,2 2 0,0 0 0,0 0 0,1 0 0,7 8 0,1 2 0</inkml:trace>
  <inkml:trace contextRef="#ctx0" brushRef="#br1" timeOffset="103">18603 7101 8912,'-16'11'0,"3"-1"0,1-3 0,9 1 0,-3-2 0,4-4 0,10 5 0,3-7 0,4 0 0,3 0 0,-1 0 0,0 0 0,0 0 0,2 0 0,4 0 0,-4-2 0,4-3 0,-4 1 0,-3-8 0,-3-1 0,-1-2 0,-9 3 0,3 1 0,-4-1 0,-2-5 0,-2 0 0,-4 2 0,-5 3 0,-4 7 0,-4 3 0,-4 2 0,3 0 0,-2 0 0,-3 7 0,2 5 0,0 9 0,7 4 0,3 1 0,2 5 0,7 1 0,-2 3 0,6 3 0,6-4 0,0 5 0,11-11 0,-2-3 0,14-2 0,-1-12 0,7-5 0,-3-4 0,-1-2 0,-2-4 0,1-7 0,1-3 0,-3-14 0,-3 5 0,-9-4 0,-5 0 0,-5 1 0,-4 3 0,-2-6 0,0 8 0,0-2 0,0-4 0,-2 8 0,-4-4 0,2 12 0,-7 5 0,7 12 0,-2 5 0,4 5 0,2 1 0,0 0 0,0 0 0,0 2 0,0 4 0,0-4 0,0 4 0,0-9 0,0-3 0,0 1 0,0 5 0,0-8 0,0-3 0,0-12 0,6 2 0,0-7 0,0-4 0,1-6 0,3 2 0,7-4 0,-2 2 0,-3-2 0,3 9 0,-4-3 0,5 2 0,1 0 0,0 5 0,0 4 0,1-1 0,-1 1 0,6 0 0,0 6 0,0 0 0,-6 0 0,6 0 0,0 0 0,-2 0 0,-2 0 0,6 0 0,2 0 0</inkml:trace>
  <inkml:trace contextRef="#ctx0" brushRef="#br1" timeOffset="104">19394 6946 8912,'0'-10'0,"0"3"0,-7 7 0,-5 0 0,2 4 0,-1 7 0,0 1 0,-7 11 0,3 1 0,2 1 0,1 0 0,-1 0 0,5 3 0,2-5 0,-3 0 0,7-5 0,-4-1 0,6-8 0,6-3 0,4-6 0,7-6 0,-6-9 0,1-8 0,1-7 0,10 1 0,-4-4 0,4-1 0,-6-2 0,-3-3 0,-5-3 0,-1-1 0,3-3 0,-5-6 0,0 4 0,-6 8 0,0 2 0,0 15 0,0 2 0,0 10 0,-6 11 0,0 11 0,1 14 0,5 9 0,0 3 0,0 8 0,0-4 0,2 2 0,1 1 0,3 0 0,2-5 0,-3 1 0,3-12 0,4-5 0,3-2 0,-4 2 0,5-11 0,1-1 0,2-7 0,2-6 0,2-4 0,-2-5 0,4-6 0,-2-6 0,2 2 0,-2-8 0,-4 0 0,4-5 0,-4 0 0,-2-1 0,-2 3 0,-3 3 0,-5-1 0,-7 7 0,8 0 0,-6 13 0,4 6 0,-10 14 0,-2 7 0,0 12 0,6-1 0,0 5 0,0 1 0,0 1 0,0-1 0,-2 0 0,-3 1 0,-5-1 0,-7 1 0,-2-1 0,-4 0 0,-6-1 0,-3-5 0,-10 3 0,-4-8 0,2 0 0,-2-6 0,0-7 0,-6-3 0</inkml:trace>
  <inkml:trace contextRef="#ctx0" brushRef="#br1" timeOffset="105">740 12585 8912,'0'-11'0,"0"-1"0,8 1 0,-6-6 0,3 0 0,3 5 0,-2 1 0,-1-3 0,3-1 0,2-2 0,7 0 0,0-2 0,0-4 0,2 2 0,2-6 0,4 0 0,2 0 0,-4 4 0,6-5 0,-6 7 0,3-2 0,-1 2 0,-4-2 0,-2 4 0,-1-4 0,5 4 0,-1 2 0,-1-1 0,-9 1 0,3 0 0,-3 0 0,3 0 0,2-1 0,0 1 0,1 0 0,-1-2 0,0-4 0,0 2 0,0-8 0,1 8 0,-1-2 0,0-1 0,0 1 0,1 0 0,-1-2 0,2 6 0,4-4 0,-4 4 0,4 2 0,-2-6 0,2 0 0,-2-2 0,8 2 0,-1 4 0,7-4 0,-1 4 0,0 2 0,3-2 0,3-4 0,-2 7 0,8-7 0,-8 8 0,3-8 0,-5 4 0,-2 2 0,-5 5 0,-2 1 0,-1-2 0,1-3 0,-6 5 0,2-1 0,-2 3 0,2-3 0,-4-1 0,4 7 0,-4-5 0,-1 5 0,1 0 0,2 6 0,2-2 0,-2-3 0,-8 3 0,-1-4 0,-1 4 0,6 2 0,-7 0 0,5 0 0,-13 2 0,4 4 0,-4-4 0,-2 5 0,0-7 0,0 0 0,-8 0 0,6 0 0,-6 0 0,8 0 0,0 0 0,-7 0 0,5 0 0,-13 0 0,3 0 0,-3 0 0,-2 0 0</inkml:trace>
  <inkml:trace contextRef="#ctx0" brushRef="#br1" timeOffset="106">2323 10866 8912,'8'17'0,"-4"-1"0,7-5 0,-5-1 0,5-5 0,3 5 0,1-1 0,4 7 0,6-3 0,7 6 0,7 4 0,3 8 0,-2-3 0,-4 3 0,4 1 0,-5 1 0,-6 3 0,-7 2 0,-10-3 0,-4-1 0,-8 0 0,-10 7 0,-7-1 0,-12-4 0,-9-5 0,-14-7 0,-9-6 0</inkml:trace>
  <inkml:trace contextRef="#ctx0" brushRef="#br1" timeOffset="107">5834 11227 8912,'-12'0'0,"1"0"0,7 0 0,-4 8 0,1 1 0,5 3 0,-4-1 0,4-5 0,2 5 0,8-7 0,1 4 0,9-8 0,-1 0 0,0 0 0,2 0 0,4 0 0,-2 0 0,8 0 0,-1 0 0,-1 0 0,11 0 0,-3 0 0,5 0 0,0 0 0,2 0 0,4 0 0,4 6 0,-4-1 0,3 1 0,1-6 0,-2 0 0,-2 0 0,-8 0 0,2 0 0,-3 0 0,-3 0 0,0-6 0,1 1 0,5-1 0,0 6 0,0 0 0,-5 0 0,1-6 0,4 0 0,2 1 0,4 5 0,-2-6 0,-6 0 0,2 2 0,-1 3 0,3-5 0,-2 0 0,-6 0 0,-5 6 0,0 0 0,5 0 0,1 0 0,-1 0 0,-5 0 0,-1 0 0,1 0 0,5 0 0,1 0 0,-1 0 0,1 0 0,-1 0 0,1 0 0,-1 0 0,-2 0 0,-3 0 0,-2 0 0,-4 0 0,-4 0 0,4 0 0,-4 0 0,-2 0 0,-5 0 0,-1 0 0,-5 0 0,5 0 0,-7 0 0,4 0 0,-8 0 0,0 0 0,-8 0 0,6 0 0,-13 0 0,5 0 0,-7 0 0,0 0 0,0 0 0,-2 0 0,-4 0 0,2 0 0,-8 0 0,-5 6 0,-8 0 0,-1-2 0,1-2 0,-5-2 0,1 0 0,-10 5 0,-1 1 0,-6 0 0,5-6 0,-5 0 0,6 0 0,-8 2 0,2 3 0,4-3 0,1 4 0,5-4 0,3-2 0,2 0 0,2 0 0,10 0 0,2 0 0,1 0 0,10 0 0,-7 0 0,1 0 0,4 0 0,2 0 0,2 0 0,-2 0 0,2-2 0,-8-4 0,1 4 0,-7-3 0,-1 3 0,-4 2 0,2 0 0,-8 0 0,7 0 0,-1 0 0,6 2 0,5 3 0,-3-3 0,13 6 0,1-8 0,11 0 0,7 0 0,0 0 0,7 0 0,-5 0 0,8 0 0,-4 0 0,-3 0 0,9 0 0,1 0 0,2 0 0,3 0 0,-1 0 0,8 0 0,3 0 0,5 0 0,1 0 0,7 0 0,-1 0 0,7 0 0,-1 0 0,4 0 0,2 0 0,7-2 0,4-4 0,4 4 0,2-3 0,5 1-162,1-2 0,5 4 162,-5-4 0,-1 5 0,-5 1 0,-8 0 0,-1 0 0,-3 0 0,0 0 0,1 0 0,-7 0 0,1 0 0,0 0 0,-1 0 0,1 0 0,-8 0 0,-4 0 0,-4 0 0,-1 0 0,-8 0 0,-4 0 0,-4 0 324,-2 0-324,0 0 0,0 0 0,0 0 0,-5 0 0,-1 0 0,-7 0 0,4 0 0,-8 0 0,0 0 0,-8 0 0,6 0 0,-13 0 0,4 0 0,-5 0 0,-1 0 0,-2 0 0,-4 0 0,2 0 0,-8 0 0,-7-6 0,-10 0 0,2 0 0,-2 4 0,-4-1 0,-5-3 0,2 0 0,-5 6 0,5 0 0,1 0 0,6-6 0,0 1 0,10-1 0,1 6 0,9 0 0,8 0 0,1 0 0,0 0 0,7 0 0,5 0 0,10 0 0,-3 0 0,14 0 0,-5 0 0,-1 0 0,1 0 0,3 0 0,9 0 0,-4 0 0,6 2 0,-3 2 0,1 1 0,8 1 0,-2-6 0,5 0 0,6 0 0,-2 0 0,8 0 0,0 0 0,6 0 0,5 0 0,3 0 0,1 0 0,4 0 0,2 0 0,1 0 0,-1 0 0,-3 0 0,4-6 0,1 1 0,-2-7 0,4 6 0,-8 3 0,-4 1 0,4 0 0,-5-4 0,-3 4 0,-9-4 0,-4 5 0,-7 1 0,1 0 0,4 0 0,-4 5 0,4 1 0,3 2 0,-3-5 0,-2 3 0,-2-2 0,-3-2 0,-5-2 0,3 6 0,-8-1 0,0 1 0,-6-6 0,0 0 0,1 0 0,-1 0 0,-6 0 0,1 0 0,-8 0 0,3 0 0,-7 0 0,0 0 0,-7 0 0,3 0 0,-8 0 0,1 0 0,-6 0 0,-3 0 0,-3 0 0,-3-6 0,-9 1 0,1-1 0,-1 6 0,-7 0 0,-3 0 0,-5-2 0,-2-4 0,1 4 0,-3-3 0,-1 3 0,-3 2 0,-5 0 0,6 0 0,-8 0 0,2 0 0,-10 0 0,-2 0 0,3 2 0,9 3 0,0-3 0,11 4 0,-2 2 0,14-3 0,2-1 0,2-2 0,7-2 0,0 0 0,6 0 0,-5 0 0,7 0 0,-2 0 0,4 0 0,7 0 0,1 0 0,7 0 0,-4 0 0,10 0 0,4 0 0,-4 0 0,5 0 0,1 8 0,2-6 0,5 7 0,-4-3 0,5-4 0,-5 4 0,10 1 0,4-1 0,2 0 0,3 1 0,5-5 0,5 4 0,4-4 0,8-2 0,7 0 0,4 0 0,11 0-231,7 0 1,3 0 230,2 0 0,-2-2 0,-4-2 0,-5-2-52,-4 3 1,-10 1 51,-4 2 0,1 0 0,-7 0 0,-3 0 0,-15 0 0,-5 0 0,-5 0 0,-4 0 0,-9 0 456,-2 0-456,-8 0 108,-8 0-108,6 0 0,-8 0 0,5 0 0,3 0 0,-6 0 0,0 0 0,-1 0 0,-8 0 0,3 0 0,-3 0 0,-8 0 0,-5 0 0,-12 0 0,-4 0 0,-14 2 0,-8 3 0,-15 5-808,33-2 0,-3 1 808,-3 3 0,-3 1 0,-11-3 0,-3 1 0,1 3 0,1 1 0,-1-1 0,0 0 0</inkml:trace>
  <inkml:trace contextRef="#ctx0" brushRef="#br1" timeOffset="108">16951 12431 8912,'0'11'0,"0"1"0,0-9 0,0 5 0,0-10 0,0-4 0,0 3 0,0-9 0,0 8 0,-2-3 0,-4 7 0,-6 0 0,-3 0 0,-2 0 0,-2 2 0,-4 3 0,-12-1 0,-10 8 0,-7-1 0,-5 6 0,-5 0 0,-6 1 0,-1-1 0,0 0 0,2-6 0,4 1 0,9-3 0,8 3 0,8-3 0,-2-3 0,11-4 0,4 6 0,8-8 0,8 0 0,1 0 0,8 0 0,8 0 0,-6 0 0,5 0 0,1 0 0,-6 0 0,5 0 0,-7 0 0,0 7 0,0 3 0</inkml:trace>
  <inkml:trace contextRef="#ctx0" brushRef="#br1" timeOffset="109">16142 12310 8912,'0'-11'0,"2"-1"0,3-1 0,-3 3 0,4-1 0,-4-2 0,-2 5 0,0-7 0,0 13 0,-10-4 0,-7 12 0,-2 3 0,-10 9 0,1 6 0,-9 3 0,-1 2 0,-2-1 0,-8 7 0,2 5 0,2 2 0,-2-2 0,8-4 0,-2 4 0,6-3 0,5-3 0,4-1 0,8-5 0,7-3 0,5-8 0,5-1 0,5-5 0,7 4 0,11-3 0,3 1 0,9-1 0,1 1 0,4-7 0,10 5 0,7-5 0,-1-2 0,-3-2 0,5-2 0,-1 0 0,-1 0 0,-10 0 0,-10 0 0,-7 0 0,-8 0 0,3 0 0,-14 0 0,-10 2 0,-12 3 0,-3 5 0,-2-1 0,0 7 0,0-7 0</inkml:trace>
  <inkml:trace contextRef="#ctx0" brushRef="#br1" timeOffset="110">17364 12035 8912,'-10'-17'0,"0"6"0,7-1 0,-5 1 0,-2 1 0,5 2 0,-7 8 0,8 2 0,-1 6 0,3 7 0,2 6 0,0 8 0,0-6 0,0 7 0,0-3 0,0 2 0,0-1 0,5-7 0,1 2 0,0 2 0,-6-2 0,0 0 0,0-6 0,0 0 0,0-7 0,0 5 0,0-15 0,0 0 0,0-13 0,0-10 0,6-8 0,-1 3 0,9-12 0,-3-6 0,-1 2 0,1-2 0,1 0 0,5-5 0,-6 7 0,1 4 0,-1 5 0,-1 7 0,5-5 0,-11 22 0,8-1 0,-7 18 0,7 11 0,-7 2 0,7 10 0,-6-1 0,5 7 0,-7-1 0,2 1 0,1-1 0,1-2 0,0-1 0,-1-2 0,1-8 0,-2 2 0,-4 1 0,3-1 0,-3 0 0,-4-7 0,-3-5 0,-5 4 0,-7-5 0</inkml:trace>
  <inkml:trace contextRef="#ctx0" brushRef="#br1" timeOffset="111">17226 12156 8912,'9'0'0,"-1"-8"0,-2-2 0,0-7 0,7 6 0,-2-1 0,5 1 0,1 1 0,6-5 0,2 3 0,1-1 0,5 2 0,2-3 0,1 9 0,0-3 0,1 2 0,-8 4 0,5-13 0,-5 5 0</inkml:trace>
  <inkml:trace contextRef="#ctx0" brushRef="#br1" timeOffset="112">17691 11966 8912,'9'0'0,"-1"0"0,-3 8 0,1 4 0,0 3 0,-6 2 0,2 0 0,4 0 0,-5 1 0,7-3 0,0-4 0,-6 5 0,7-14 0,-3 3 0,-2-3 0,7-2 0,-7-9 0,2-9 0,3 1 0,3-6 0,-3 4 0,3 2 0,-3 0 0,3 0 0,1-1 0,-7 1 0,7 8 0,-1 3 0,-3-2 0,3 3 0,1 1 0,-5 4 0,-2 5 0,1-1 0,-1 8 0,0-6 0,-6 5 0,0-5 0,0 5 0,0-7 0,8 4 0,1-8 0,8 0 0,-5-2 0,-1-4 0,3 2 0,7-7 0,2-1 0,-2 3 0,-8-7 0,-2 5 0,1-4 0,-2-3 0,-5 1 0,-3 8 0,-2 1 0,-7 8 0,-5 0 0,-3 0 0,-2 8 0,1 1 0,5 8 0,-5 1 0,15-7 0,-5 1 0,4-9 0,10 5 0,1-8 0,8 0 0,-5 0 0,-1 0 0,1 0 0,5 0 0,0 0 0,0 0 0,1 0 0,-1-2 0,0-2 0,0-1 0,0-1 0,1 6 0,-1 0 0,0-6 0,0 0 0,0 1 0,1 5 0,-1 0 0,4-2 0,-4-4 0,4 4 0,-9-4 0,5 3 0,4-1 0,2-2 0,-2 2 0,-2-3 0,-2 1 0,-5-8 0,-1 3 0,-1 1 0,1-1 0,-1-1 0,-5-5 0,-3 0 0,-2 8 0,-9 1 0,-8 8 0,-1 0 0,3 2 0,4 4 0,3-3 0,8 9 0,0-8 0,0 11 0,8-13 0,3 4 0,4-5 0,3-1 0,-1 0 0,0 0 0,6 0 0,2-1 0,0-5 0,0-6 0,-1 3 0,-1-3 0,-4 1 0,4-1 0,-11 1 0,3 7 0,-13-3 0,6 14 0,-8 7 0,0 5 0,0 4 0,0 7 0,0-1 0,0 3 0,0 3 0,0-1 0,0 0 0,2 1 0,3-1 0,-3-5 0,4 0 0,-4-3 0,-4 3 0,-4-4 0,-5 0 0,-6-12 0,-6 4 0,2-5 0,-8-1 0,2-3 0,-2-8 0,5-2 0,-1-4 0,6-3 0,-4-9 0,11-1 0,6-4 0,5 2 0,1-7 0,7 5 0,5-6 0,5 8 0,6-2 0,4 2 0,-1-2 0,7 4 0,-4-4 0,1 4 0,-1 2 0,9 0 0,-3-1 0,5-4 0,-2-1 0,2 0 0,-2-2 0,-7 6 0,-2-4 0,-10 4 0,-2 2 0,-2-1 0,-9 1 0,0 0 0,-6 0 0,0 7 0,-8 3 0,-3 7 0,-7 0 0,-5 0 0,4 1 0,-4 5 0,4 9 0,2 10 0,0 2 0,0 4 0,-1-5 0,1 3 0,8 0 0,3 5 0,-2 0 0,2 1 0,3-6 0,8-1 0,5-1 0,9 2 0,4-7 0,6-2 0,3-3 0,3 0 0,-1-7 0,0-3 0</inkml:trace>
  <inkml:trace contextRef="#ctx0" brushRef="#br1" timeOffset="113">17570 12534 8912,'-10'-8'0,"1"6"0,5-5 0,-2-1 0,-1 6 0,1-4 0,4 8 0,-4 10 0,4 1 0,2 16 0,2 1 0,4 3 0,-4 1 0,4 1 0,1 5 0,-1 0 0,2 6 0,-4-4 0,1 0 0,-1 0 0,-2-4 0,-2-9 0,0 1 0,0-7 0,0-2 0,-8-9 0,-1-5 0</inkml:trace>
  <inkml:trace contextRef="#ctx0" brushRef="#br1" timeOffset="114">17518 12671 8912,'0'-11'0,"0"-1"0,0 7 0,-1-5 0,-5 2 0,6-3 0,0 5 0,2-5 0,9 5 0,6-2 0,6 3 0,6 3 0,-6-4 0,6 4 0,-5 2 0,1 0 0,0 0 0,-2 0 0,-6 0 0,-1 8 0,-5 3 0,-3 10 0,-8 2 0,0 8 0,-2-3 0,-4 3 0,-5-2 0,-5 3 0,-1-3 0,2-4 0,3-2 0,-1-4 0,5-4 0,-1-4 0,5-3 0,-4-10 0,10-4 0,4-5 0,-2-6 0,7-6 0,-5-2 0,5-4 0,1-3 0,5 3 0,0 4 0,1 2 0,-1 2 0,0-1 0,-6 8 0,1-3 0,-1 4 0,7 3 0,-7 2 0,1 8 0,-7 2 0,7 4 0,1 5 0,-3 5 0,1 1 0,-5-6 0,5 1 0,-5-1 0,6 7 0,-7-7 0,7 0 0,-6-1 0,5 1 0,-5 3 0,3-7 0,1 1 0,-1 0 0,3-2 0,5-6 0,0 0 0,-5 0 0,-1 0 0,1-8 0,5-4 0,-2-3 0,-3-2 0,-3-6 0,-5 0 0,2 2 0,-2 2 0,-2 7 0,-2 1 0,-2 7 0,-4-2 0,-4 5 0,-7 1 0,2 1 0,3 5 0,-3 9 0,6 8 0,-1-2 0,4-1 0,4-3 0,2 0 0,2 0 0,4 0 0,9-1 0,8-5 0,8 2 0,-3-7 0,7 0 0,5-6 0,-4-2 0,3-4 0,-7-5 0,-3-4 0,-6-3 0,5 1 0,-12 0 0,1 0 0,-9 0 0,3-1 0,-7 7 0,2-1 0,-12 7 0,-7-5 0,-7 2 0,-3 5 0,-5 3 0,5 5 0,0 3 0,6 4 0,-1 9 0,1-4 0,0 4 0,2-4 0,3 0 0,7 0 0,1 1 0,-2-1 0,4 0 0,-6 0 0,16 0 0,2-7 0,7-4 0,0-6 0,0-6 0,0-6 0,1-3 0,-1-8 0,0 0 0,0-7 0,0 1 0,1-11 0,-1-6 0,0-6 0,0-3 0,-1-2 0,-5 1 0,2 11 0,-7 4 0,8 5 0,-12 9 0,-2 20 0,-12 18 0,-1 16 0,1 11 0,-3 0 0,3 8 0,5 0 0,1 6 0,-2-1 0,3-1 0,1-4 0,2-6 0,2-6 0,0-5 0,6 1 0,-1-7 0,9-5 0,-3-7 0,5-9 0,1 0 0,0-6 0,0-11 0,0-2 0,1-1 0,-1-5 0,-2-1 0,-3 1 0,3-6 0,-4 6 0,-3-7 0,0 1 0,-3-2 0,1 3 0,0-3 0,-6 8 0,0 0 0,0 6 0,0 9 0,0 8 0,0 16 0,0 12 0,0 3 0,2-1 0,2-1 0,1 2 0,7-1 0,-6-1 0,7-2 0,-2-4 0,-1-10 0,1 4 0,-5-9 0,6 3 0,-9-7 0,13-4 0,-7-9 0</inkml:trace>
  <inkml:trace contextRef="#ctx0" brushRef="#br1" timeOffset="115">18826 12293 8912,'-7'27'0,"3"-8"0,-8-8 0,1 1 0,-6 5 0,1 0 0,5 0 0,3-7 0,8 0 0,0-5 0,2-3 0,4 4 0,3-4 0,9-2 0,-7 0 0,1 0 0,7-8 0,7-1 0</inkml:trace>
  <inkml:trace contextRef="#ctx0" brushRef="#br1" timeOffset="116">19102 12585 8912,'-2'-17'0,"-2"0"0,-2 0 0,2 0 0,-5-1 0,-1 3 0,-7 4 0,6 3 0,-1 10 0,-1 4 0,-3 5 0,-1 6 0,0 6 0,5 4 0,1 7 0,1 1 0,-1-1 0,3 1 0,8-1 0,0-7 0,0-4 0,0-4 0,2-2 0,6-2 0,9-3 0,2-5 0,10-7 0,0-4 0,5-7 0,0 0 0,1-30 0,-1 5 0</inkml:trace>
  <inkml:trace contextRef="#ctx0" brushRef="#br1" timeOffset="117">19325 12276 8912,'10'-2'0,"-4"-4"0,-4 4 0,-2-5 0,0 7 0,0 7 0,0 3 0,0 9 0,0 4 0,-6 2 0,0 3 0,0 5 0,6-4 0,0 1 0,0-1 0,0 1 0,0-7 0,0 6 0,0-6 0,0 0 0,0-6 0,2-2 0,4-3 0,-2-3 0,7-3 0,-5-4 0,5 4 0,3-6 0,1-6 0,2 2 0,1-7 0,-3-1 0,-4-5 0,5 5 0,-5 1 0,-1 7 0,1-2 0,-7-3 0,11 7 0,-3-4 0,-5 6 0,-1 6 0,-4-4 0,0 11 0,4-7 0,-4 2 0,3-3 0,-3-3 0,6 6 0,-6-8 0,5-8 0,-7-1 0</inkml:trace>
  <inkml:trace contextRef="#ctx0" brushRef="#br1" timeOffset="118">19583 12207 8912,'0'-17'0,"0"0"0,0 0 0,0 7 0,2 2 0,4 8 0,-2 0 0,7 0 0,-7 8 0,2 3 0,-2 5 0,2 1 0,-5 0 0,-1 0 0,-9 1 0</inkml:trace>
  <inkml:trace contextRef="#ctx0" brushRef="#br1" timeOffset="119">18964 12654 8912,'-17'0'0,"7"0"0,3-2 0,7-3 0,9-5 0,8-7 0,10 0 0,13-1 0,10-5 0,9 1 0,0 1 0,1 1 0,-3 3 0,-5 0-288,-1 0 0,9 0 1,1-1-1</inkml:trace>
  <inkml:trace contextRef="#ctx0" brushRef="#br1" timeOffset="120">19738 12379 8912,'-17'0'0,"0"0"0,0 0 0,0 0 0,-1 0 0,1 0 0,2 8 0,3 3 0,-3 4 0,4 3 0,3 1 0,2 4 0,4-4 0,2 4 0,0-4 0,0-2 0,2 0 0,2 0 0,4-1 0,1-5 0,-3-1 0,5-5 0,1-3 0,5 4 0,0-12 0,-5-3 0,-1-8 0,-1-1 0,1 1 0,3 0 0,-9-2 0,1-2 0,2-2 0,-6 0 0,3 6 0,-3 0 0,-2-1 0,0 1 0,0 8 0,0-7 0,0 15 0,2-7 0,4 8 0,-2 2 0,7 4 0,-5-5 0,6 5 0,-1 4 0,6-3 0,0 7 0,1-3 0,-1-1 0,0 1 0,-6 3 0,1-9 0,-2 9 0,1-3 0,-1-3 0,-5-2 0,-3 3 0,6 1 0,-8-1 0,6-3 0,-1-12 0,-1-5 0,0-5 0,2-1 0,-2-2 0,7-4 0,-1 4 0,1-4 0,2 4 0,-7 2 0,8 0 0,-3 1 0,4 5 0,3 3 0,-3 10 0,-4 4 0,3 3 0,-9 9 0,7 5 0,-6 0 0,-1 1 0,-3-3 0,2 2 0,2-2 0,0-2 0,-6-1 0,0 6 0,0 3 0</inkml:trace>
  <inkml:trace contextRef="#ctx0" brushRef="#br1" timeOffset="121">15264 15852 8912,'-17'-8'0,"7"-1"0,5-8 0,3-1 0,0 3 0,-2 2 0,-2 1 0,0 1 0,6-6 0,0 0 0,0 5 0,0 1 0,0 7 0,0-4 0,2 18 0,4 7 0,-4 2 0,4 12 0,-2 5 0,1 8 0,-3 13 0,4 6 0,-2 4 0,2 2 0,-5 0 0,5-1 0,-2 5 0,2-4 0,-4-6 0,3-16 0,-3-4 0,-2-7 0,2 0 0,4-13 0,-4 0 0,6-12 0,-8 1 0,0-8 0,0 5 0,0-3 0,-2-4 0,-4 4 0,-4-12 0,-7-11 0,0-10 0</inkml:trace>
  <inkml:trace contextRef="#ctx0" brushRef="#br1" timeOffset="122">15436 15560 8912,'-9'-17'0,"-7"-1"0,5 1 0,-4 8 0,-3 3 0,1 4 0,0 2 0,-2 8 0,-4 3 0,-2 6 0,-4 6 0,-3 2 0,3 6 0,-3-1 0,-3 7 0,1-3 0,-1 6 0,7-6 0,-1-5 0,6 5 0,-6 1 0,10-7 0,2 7 0,0-12 0,5-2 0,-3-8 0,-2-5 0,0-8 0</inkml:trace>
  <inkml:trace contextRef="#ctx0" brushRef="#br1" timeOffset="123">15264 15663 8912,'8'-17'0,"3"0"0,5 1 0,1 5 0,2 3 0,4 8 0,-4 0 0,4 0 0,-4 8 0,-2 3 0,0 5 0,1 1 0,5 0 0,1 2 0,3 2 0,4 2 0,1 2 0,3-2 0,-1 2 0,1 3 0,-1-3 0,0-8 0</inkml:trace>
  <inkml:trace contextRef="#ctx0" brushRef="#br1" timeOffset="124">14111 17451 8912,'-9'-17'0,"-7"2"0,7 1 0,-3 3 0,1-3 0,7 5 0,-4-1 0,1 3 0,5 9 0,-4 9 0,4 6 0,2 6 0,6 4 0,0 7 0,-1 3 0,3 3 0,-4-4 0,5 4 0,-1-4 0,-4-1 0,-2-1 0,-2 1 0,2-7 0,1-1 0,3-2 0,0-2 0,-6-14 0,0-1 0,0-22 0,-2-5 0,-2-7 0,-2-11 0,1-5 0,5-9 0,-2-1 0,-4 1 0,4-3 0,-4-3 0,4 9 0,2-2 0,0 6 0,0 6 0,0 2 0,0 2 0,0 13 0,0 3 0,2 13 0,4-1 0,4 6 0,7 6 0,0 9 0,0 8 0,8 7 0,2 1 0,4 5 0,3 4 0,-3 0 0,9-5 0,-4 5 0,-2 0 0,1 0 0,-1-5 0,1-1 0,-1 0 0,-7 1 0,-4-1 0,-10-1 0,-1-5 0,-8 5 0,3-7 0</inkml:trace>
  <inkml:trace contextRef="#ctx0" brushRef="#br1" timeOffset="125">14077 17640 8912,'-8'-17'0,"4"0"0,-7 0 0,7 5 0,-2 1 0,6 5 0,6-6 0,7-1 0,8-2 0,8-2 0,11-1 0,12-4 0,11-1 0,4 0 0,2 5 0,-2 1 0,-4 0 0,4-8 0,-6-2 0</inkml:trace>
  <inkml:trace contextRef="#ctx0" brushRef="#br1" timeOffset="126">14696 17485 8912,'-11'0'0,"-1"0"0,8 0 0,-3-7 0,7 5 0,0 2 0,2 9 0,3 9 0,-1-1 0,8 0 0,1-2 0,2-3 0,-3 3 0,-1-4 0,1-3 0,5 0 0,0-8 0,0 0 0,1 0 0,-7-2 0,1-4 0,1-5 0,2-5 0,1-3 0,-5-4 0,2-1 0,-7-5 0,8-2 0,-3 8 0,-1 0 0,1 6 0,-5 0 0,3 0 0,-1 0 0,5 7 0,-3 4 0,7 12 0,-5 2 0,-1 3 0,1 5 0,5-5 0,0 4 0,0 2 0,2-1 0,4-5 0,-4-1 0,4-5 0,2-3 0,-2 4 0,2-6 0,-2-6 0,-6 3 0,0-9 0,1 1 0,-7-7 0,-3 1 0,-3 0 0,-3 0 0,-2 0 0,-2-1 0,-3 1 0,-3 6 0,-3-1 0,1 9 0,4-3 0,2 4 0,-7 2 0,7 2 0,-2 4 0,5 3 0,1 10 0,0 2 0,0 2 0,0 6 0,0-6 0,1 5 0,5-5 0,4 0 0,7-6 0,0 1 0,0-3 0,1-4 0,-1-5 0,0-4 0,0-2 0,0-2 0,1-4 0,-1-3 0,0-8 0,0-6 0,0 0 0,-5-6 0,-1 6 0,-7-5 0,4 5 0,-2 2 0,-1 1 0,7 3 0,-6 0 0,-1 6 0,-5-1 0,0 8 0,6-1 0,0 10 0,7 3 0,-1 3 0,-3 5 0,3-5 0,5-1 0,8-1 0,1 1 0,5-1 0,-6-5 0,7 4 0,-5-8 0</inkml:trace>
  <inkml:trace contextRef="#ctx0" brushRef="#br1" timeOffset="127">19067 15697 8912,'-23'6'0,"0"0"0,0 0 0,0-1 0,-1 3 0,-1 3 0,0 7 0,4 3 0,2 11 0,1 1 0,3 7 0,4 4 0,3 0 0,10 1 0,4-5 0,5-3 0,4-10 0,5-5 0,1-4 0,2-7 0,0-3 0,-6-8 0,2-14 0,2-5 0,0-7 0,-6-11 0,1 3 0,-11-6 0,1 3 0,-6 3 0,0 0 0,0-1 0,-2 3 0,-4 3 0,3-1 0,-9 7 0,1-4 0,-7 10 0,1-2 0,0 13 0,0 0 0,1 8 0,5 4 0,3 3 0,8 9 0,4 1 0,8 4 0,-1-4 0,14 5 0</inkml:trace>
  <inkml:trace contextRef="#ctx0" brushRef="#br1" timeOffset="128">19205 15904 8912,'8'9'0,"1"-1"0,3-8 0,-1 0 0,-5 0 0,5 0 0,-1 7 0,3 5 0,-1 3 0,-7 8 0,7 0 0,-6 6 0,5-6 0,-7 7 0,2-1 0,-4-2 0,-2 1 0,0-7 0,0 2 0,0-9 0,0-3 0,0-7 0,0 0 0,0-16 0,1-11 0,5-7 0,-2-12 0,7-4 0,1 2 0,5-2 0,0 8 0,1-2 0,1 3 0,2 5 0,0 3 0,-6 6 0,2 4 0,-7 10 0,7 1 0</inkml:trace>
  <inkml:trace contextRef="#ctx0" brushRef="#br1" timeOffset="129">19170 16471 8912,'-17'-6'0,"0"-1"0,2-3 0,3-3 0,-3 5 0,4 2 0,1 4 0,0 4 0,3 6 0,3 9 0,2 2 0,2 10 0,0 0 0,0 5 0,8-7 0,3-4 0,4 2 0,3-3 0,1-1 0,4-9 0,3-6 0,1-4 0,6-2 0,-5 0 0,-3-10 0,-2-7 0,2-2 0,-2-10 0,0 6 0,-6-6 0,-5 7 0,-1-7 0,-7 8 0,2-2 0,-2 4 0,1 2 0,-3 7 0,6 16 0,-8 11 0,0 14 0,0 3 0,0 6 0,0 6 0,-6 9 0,0-3 0,-1-2 0,1-5 0,2-6 0,-7 1 0,-1 0 0,-5-6 0,5-3 0,1-16 0,-2-3 0,-3-5 0,-1-7 0,6-15 0,-1-8 0,8-9 0,-1-9 0,3-3 0,2-7 0,0-3 0,0-3 0,7 4 0,3-7 0</inkml:trace>
  <inkml:trace contextRef="#ctx0" brushRef="#br1" timeOffset="130">16159 17210 8912,'-17'0'0,"0"0"0,-1 0 0,1 0 0,0 0 0,0 0 0,-1 0 0,1 8 0,2 3 0,4 5 0,-3 3 0,8 2 0,3 2 0,1-2 0,2-2 0,0-2 0,0 0 0,0 0 0,2-7 0,3-4 0,7-4 0,3-4 0,2-4 0,0-4 0,1-7 0,-7-6 0,1-1 0,1-1 0,2 0 0,-3 0 0,-1 2 0,-5 6 0,5 0 0,-5 0 0,6 5 0,-7-1 0,7 1 0,-6 5 0,5 7 0,-5 1 0,5 7 0,3 7 0,1 6 0,2 2 0,0-5 0,8 4 0,4 1 0,3-2 0,3-9 0,-3-6 0,-3-5 0,4-1 0,-5 0 0,3-1 0,-2-5 0,-10-4 0,-8-7 0,-7-2 0,2-2 0,-6-4 0,-6-2 0,-4 6 0,-7-2 0,-2 6 0,-4 6 0,4-3 0,-4 9 0,4-1 0,2 6 0,1 2 0,5 4 0,3 3 0,8 8 0,0 1 0,0-1 0,2 6 0,4 0 0,5-4 0,5-6 0,1 2 0,0-3 0,0-3 0,1 3 0,-7-8 0,0 1 0,-1-1 0,2 2 0,3-4 0,-8 7 0,5-3 0,1-2 0,-7 7 0,2 1 0,-4 7 0,1 2 0,-1 2 0,-2 9 0,-2 3 0,0 1 0,0 10 0,-2-6 0,-4 4 0,-5-2 0,-4-4 0,-3-1 0,1-3 0,6-7 0,-1-4 0,1-10 0,-6-2 0,-1-7 0,1 2 0,8-12 0,1-5 0,2-6 0,0-6 0,1 2 0,5-8 0,2 0 0,3-5 0,9 0 0,7-1 0,0 1 0,7-1 0,1-5 0,6 0 0,1-8 0,4 3 0,-2-11 0,8-1 0,0-6-142,6 5 0,-8-1 142,-4 2 0,-13 11 0,-10 0 0,-10 10 0,-5 7 0,-4 6 0,-3 12 0,-7 3 0,-11 8 0,2 4 0,-7 8 0,5 7 0,-6 15 0,8 2 0,-2 4 0,6-1 142,5 7 0,-1-1-142,7 7 0,0-8 0,6-4 0,2-4 0,4-1 0,9-3 0,8-3 0,10-6 0,-1-12 0,9-5 0,2-4 0,-4-4 0,1-4 0,-11-3 0,-5-9 0</inkml:trace>
  <inkml:trace contextRef="#ctx0" brushRef="#br1" timeOffset="131">14645 18208 8912,'-18'0'0,"1"0"0,0 0 0,7 1 0,5 7 0,3 9 0,2 10 0,7 6 0,5 3 0,3 4 0,2 6 0,2 3 0,3 3 0,0 0 0,0-1 0,-5-1 0,-4-2 0,-1-3 0,1 3 0,-3-8 0,1-5 0,-7-9 0,0-10 0,-8-5 0,-6-11 0,-7-9 0</inkml:trace>
  <inkml:trace contextRef="#ctx0" brushRef="#br1" timeOffset="132">14662 18328 8912,'0'-27'0,"0"2"0,0 8 0,0 0 0,0 0 0,0 0 0,0-1 0,0 7 0,0-1 0,7 7 0,5-7 0,9 8 0,2-1 0,7-3 0,-1 2 0,4 1 0,1 5 0,1 1 0,-3 5 0,-3 8 0,-6 7 0,-6 0 0,-6 7 0,3 1 0,-9 5 0,1 1 0,-6-1 0,-7 0 0,-5 1 0,2-3 0,-1-3 0,0-6 0,1-4 0,-3-8 0,7 1 0,-8-8 0,13-4 0,-5-12 0,10-11 0,3-5 0,3-5 0,3-1 0,3-1 0,1 1 0,-6 5 0,1 3 0,1 1 0,2 4 0,3 2 0,-1 2 0,0 5 0,0 1 0,0 7 0,1-2 0,-1 6 0,0 6 0,2 1 0,4 5 0,-4 3 0,4-3 0,-4 3 0,-1 2 0,-1 0 0,-2-5 0,-2-3 0,-3 1 0,-2-1 0,-3-5 0,-5 12 0,0-15 0,2 7 0,4-8 0,-4-8 0,4-3 0,1-4 0,-1-2 0,7-1 0,-1 1 0,-3 0 0,3 0 0,-1 0 0,5-1 0,-5 1 0,-1 8 0,-5 3 0,-3 2 0,4-2 0,4 4 0,-7-5 0,9 7 0,1 0 0,3 0 0,1 0 0,0 0 0,0 0 0,0 0 0,1 0 0,-1-6 0,0 0 0,0-7 0,1 1 0,-1 5 0,0 1 0,-6 2 0,1-1 0,-8 3 0,3-6 0,-9 8 0,-3 2 0,-7 4 0,-5 3 0,-6 8 0,4 2 0,-4 4 0,4 2 0,2 4 0,-1 3 0,3-3 0,2 4 0,1 1 0,8 0 0,-1 1 0,3-9 0,2-3 0,0 4 0,7-8 0,3-4 0,7-15 0,6-13 0,0-10 0,0-15 0,-6-2 0,-1-2 0,-5-4 0,4-6 0,-3-5 0,-5-6 0,1 6 0,-2 1 0,0 3 0,-1 1 0,-5 1 0,0 9 0,0 7 0,0 10 0,0 14 0,0 7 0,0 16 0,0 7 0,0 15 0,6 6 0,0 0 0,7 6 0,-3-6 0,1-1 0,1-3 0,-3-2 0,3 1 0,3-1 0,-3 0 0,-3-7 0,3-4 0,-7-6 0,7-5 0,-8 3 0,11-13 0,-11 6 0,5-10 0,-1-4 0,0-4 0,-3-7 0,-3-6 0,4 0 0,2-2 0,-3 3 0,7 2 0,-6-3 0,1 6 0,-3 4 0,2 1 0,1 3 0,-1-3 0,-4 5 0,6 7 0,-1 7 0,-5 3 0,6 7 0,-2 0 0,-1 1 0,3-3 0,-2-4 0,-2 5 0,7-5 0,-7-1 0,2 1 0,3 1 0,-7-3 0,13-1 0,-5-8 0</inkml:trace>
  <inkml:trace contextRef="#ctx0" brushRef="#br1" timeOffset="133">16090 17950 8912,'-17'0'0,"0"0"0,-1 0 0,7-6 0,0 0 0,5-1 0,-6 1 0,9 4 0,3-11 0,11 7 0,4 0 0,2 6 0,6 0 0,0 0 0,8 0 0,-4 0 0</inkml:trace>
  <inkml:trace contextRef="#ctx0" brushRef="#br1" timeOffset="134">16297 17984 8912,'-8'27'0,"-4"-4"0,-3-4 0,-2-2 0,6 0 0,-1 0 0,6 6 0,-5 0 0,7 6 0,-2-6 0,6 2 0,6-2 0,-2-4 0,7 4 0,1-4 0,5-2 0,0-8 0,0-3 0,1-4 0,-1-2 0,0-2 0,-2-4 0,-3-5 0,3-12 0,-5-4 0</inkml:trace>
  <inkml:trace contextRef="#ctx0" brushRef="#br1" timeOffset="135">16469 17846 8912,'0'18'0,"0"-1"0,0 10 0,0 7 0,0 8 0,0 10 0,0-1 0,0 3 0,0 1 0,0 2 0,0-1 0,0-10 0,5-6 0,1-12 0,8-3 0,-3-8 0,4-7 0,3-4 0,-1-12 0,0-5 0,0-12 0,0-6 0,-1-4 0,-5-1 0,4-6 0,-5 0 0,1 0 0,1-2 0,-6 7 0,5-1 0,1 7 0,-3 5 0,6 1 0,-3 5 0,-4 9 0,7 1 0,-11 22 0,5 5 0,-1 4 0,-4 1 0,0 5 0,1-6 0,-3 8 0,4-3 0,2-3 0,-3-2 0,3-4 0,-2-2 0,-2 1 0,7-1 0,-7-8 0,4-1 0,-1-16 0,3-1 0</inkml:trace>
  <inkml:trace contextRef="#ctx0" brushRef="#br1" timeOffset="136">16847 17898 8912,'-11'0'0,"-1"0"0,7 0 0,-7 0 0,1 0 0,1 0 0,-5 8 0,5 1 0</inkml:trace>
  <inkml:trace contextRef="#ctx0" brushRef="#br1" timeOffset="137">16400 18345 8912,'-17'0'0,"-1"0"0,1 0 0,8-2 0,3-4 0,4-3 0,2-8 0,8-8 0,3-4 0,20-3 0,9-3 0,10-1 0,7-4 0,4 4-778,8-4 778,-8 3 0,6 3 0,-6-1 0</inkml:trace>
  <inkml:trace contextRef="#ctx0" brushRef="#br1" timeOffset="138">17002 17932 8912,'0'18'0,"0"-1"0,0 0 0,-2 2 0,-3 4 0,1-2 0,-8 8 0,1-1 0,-6 7 0,5-1 0,1 1 0,7-9 0,0-1 0,6-2 0,4 0 0,9-8 0,2-9 0,0-4 0,6-2 0,4-8 0,2-3 0,-3-10 0,3-2 0,-10-8 0,-2 3 0,-1 1 0,-10-2 0,-3 2 0,-8-1 0,-7 5 0,-3 4 0,-10-4 0,-4 0 0,4 6 0,2 5 0,4 3 0,2-3 0,6-1 0,-1 7 0,8-7 0,-3 3 0</inkml:trace>
  <inkml:trace contextRef="#ctx0" brushRef="#br1" timeOffset="139">17381 18036 8912,'-17'17'0,"1"-6"0,5 1 0,1-8 0,4 1 0,5-3 0,-7 6 0,8-4 0,0 7 0,0-5 0,0 5 0,2-7 0,2 4 0,3-3 0,3 1 0,-6 2 0,1-2 0,5-4 0,-6 5 0,5-9 0,-1-3 0,3-5 0,-5-7 0,6 0 0,-7-1 0,7 1 0,-6 0 0,-1 2 0,3 3 0,-6-3 0,13 7 0,-3-3 0,3 5 0,-4 4 0,1 2 0,-2 8 0,1 3 0,6 10 0,0 2 0,1 0 0,6 2 0,-6 2 0</inkml:trace>
  <inkml:trace contextRef="#ctx0" brushRef="#br1" timeOffset="140">18964 17468 8912,'0'-17'0,"-2"7"0,-2 3 0,-3 1 0,-3 0 0,-3 3 0,-3 1 0,-9 2 0,-3 0 0,-7 2 0,-5 3 0,2 7 0,-6 13 0,2 9 0,4 10 0,3 7 0,7 5 0,7 3 0,7 2 0,7 2 0,7 4 0,3-2 0,9-2 0,7-17 0,15-6 0,3-13 0,3-16 0,8-5 0,7-4 0,-1-6 0,3-7 0,-2-8 0,3-16 0,-7-1 0,-1-4 0,-14-6 0,-1-4 0,-8-1 0</inkml:trace>
  <inkml:trace contextRef="#ctx0" brushRef="#br1" timeOffset="141">19257 17434 8912,'-2'-17'0,"-4"-1"0,2 1 0,-7 0 0,5 8 0,-6 3 0,7 8 0,-7 9 0,3 10 0,-3 19 0,-1 4 0,7 8 0,-5 5 0,5 0 0,0 1 0,6-7 0,2-1 0,4-4 0,3 4 0,8-5 0,3-8 0,3-3 0,-2-5 0,7-1 0,-7-9 0,2-9 0,-4-4 0,-1-8 0,-7 0 0,0-10 0,-1-5 0,2-6 0,-3-7 0,-3 1 0,-4 2 0,3-1 0,3-1 0,-2-5 0,-2 1 0,-2 5 0,-2 3 0,0 8 0,0-1 0,0 1 0,0 8 0,-6 3 0,0 12 0,-5 9 0,5 8 0,0 5 0,6-3 0,0 0 0,0 0 0,8 4 0,3-6 0,5-6 0,1-6 0,6-7 0,2 2 0,-1-6 0,1-6 0,2-5 0,-10-12 0,4 2 0,-9-8 0,-5 6 0,-1-6 0,-6 8 0,-6-3 0,-7 1 0,-8 0 0,-6 5 0,-7 7 0,7 7 0,4-2 0,4 5 0,2 1 0,2 7 0,3 5 0,4 3 0,8 2 0,8-5 0,4-1 0,10 1 0,5 5 0</inkml:trace>
  <inkml:trace contextRef="#ctx0" brushRef="#br1" timeOffset="142">19893 17571 8912,'-25'-7'0,"6"5"0,-4-4 0,4 6 0,2 6 0,-8 3 0,-4 9 0,6 5 0,6-1 0,2 7 0,9-6 0,1 8 0,5-3 0,7-1 0,7 0 0,7-2 0,7-4 0,-1 3 0,2-1 0,-3-2 0,3-9 0,-2 3 0,-4-3 0,-10-3 0,4 3 0,-11-7 0,2 5 0,-2-1 0,-1 1 0,-1 0 0,-10 1 0,3 4 0,-9-3 0,1-3 0,-7 3 0,1-7 0,0 7 0,0-8 0,0 0 0,-1-8 0,1-6 0,0-7 0</inkml:trace>
  <inkml:trace contextRef="#ctx0" brushRef="#br1" timeOffset="143">20117 17709 8912,'-10'0'0,"-5"0"0,13 8 0,-5-7 0,7 7 0,9-8 0,8 0 0,2-2 0,10-4 0,0-1 0,5-8 0,-1 1 0,-5 1 0,-1-10 0,-4 11 0,-10-7 0,5 8 0,-13-4 0,1-3 0,-13 7 0,-11-1 0,-1 9 0,-10-3 0,-3 6 0,-6 6 0,3 9 0,1 8 0,-1 7 0,7-1 0,3 4 0,2 1 0,12 2 0,5 4 0,4-3 0,4 1 0,4-6 0,5-3 0,14-10 0,9-2 0,3-1 0,9-11 0,-3-1 0,3-10 0,-2 1 0,-5-11 0,1-5 0,-2-3 0,-2 3 0,-1-20 0,-1 5 0</inkml:trace>
  <inkml:trace contextRef="#ctx0" brushRef="#br1" timeOffset="144">20995 17210 8912,'0'-17'0,"-2"2"0,-4 3 0,4 5 0,-6 16 0,8 9 0,0 8 0,0 7 0,0 9 0,0 4 0,0 3 0,0 3 0,8-1 0,3 1 0,-1 0 0,2-1 0,-3 1 0,3-1 0,3-1 0,-6-6 0,1-8 0,-4-5 0,-4-10 0,-2 2 0,-2-12 0,-4-5 0,-4-4 0,-7-2 0,-8-8 0,-1-1 0</inkml:trace>
  <inkml:trace contextRef="#ctx0" brushRef="#br1" timeOffset="145">20771 17692 8912,'-12'-2'0,"1"-4"0,7 4 0,-4-13 0,8 13 0,8-13 0,4 3 0,12 3 0,11-3 0,7-5 0,10-6 0,1-2 0,4 2 0,3 2 0,5-5 0,-4-1 0,-2 0 0,-1 6 0,-7-11 0,1 5 0</inkml:trace>
  <inkml:trace contextRef="#ctx0" brushRef="#br1" timeOffset="146">21528 17434 8912,'-17'11'0,"0"1"0,-6 5 0,0 6 0,0 7 0,6-1 0,7 4 0,4 1 0,4 2 0,2 4 0,2-9 0,4 3 0,4-11 0,9-2 0,4-5 0,5-5 0,5-7 0,1 2 0,1-18 0,-1-5 0,-5-6 0,-1 0 0,-7-4 0,2-7 0,-11 0 0,-6-1 0,-4 1 0,-2-1 0,-10 1 0,-7 2 0,-8 1 0,-2 2 0,-5 8 0,3-2 0,-4 6 0,-1 6 0,0 3 0,-1 8 0,7 2 0,-1 4 0,8 3 0,-4 8 0,8 1 0</inkml:trace>
  <inkml:trace contextRef="#ctx0" brushRef="#br1" timeOffset="147">22595 17245 8912,'6'-12'0,"1"3"0,1-1 0,0 1 0,-1 5 0,-3-4 0,2 1 0,0 5 0,-6-4 0,0 12 0,0-4 0,0 13 0,0-4 0,0-3 0,0 0 0,0-8 0,0 0 0,0 7 0,0-5 0,0 6 0,0-8 0,0 0 0,-8 0 0,6 0 0,-6 0 0,8 0 0,0 0 0,-7 0 0,5 0 0,-6 0 0,8 0 0,0 0 0,2-6 0,4 0 0,-4-7 0,3 1 0,-3-5 0,-2-4 0,0-4 0,0-1 0,6-3 0,0-5 0,0-1 0,-6 1 0,0 1 0,0 5 0,0 3 0,0 15 0,0 18 0,0 17 0,0 11 0,0 18 0,2 12 0,1 7 0,3 0 0,2 3 0,-3-1 0,5-3 0,7-9 0,0-6 0,1-11 0,-1 0 0,0-11 0,0-7 0,0-16 0,1-7 0,-1-3 0,-8-9 0,-1-3 0</inkml:trace>
  <inkml:trace contextRef="#ctx0" brushRef="#br1" timeOffset="148">22647 17468 8912,'-18'-7'0,"1"-5"0,2-3 0,3-2 0,7-1 0,5 1 0,5 0 0,13-6 0,10 0 0,11-2 0,1 2 0,6 2 0,-6-5 0,-2 1 0,-2 4 0,-9 2 0,6 2 0,-7-1 0</inkml:trace>
  <inkml:trace contextRef="#ctx0" brushRef="#br1" timeOffset="149">22956 17228 8912,'2'9'0,"4"-3"0,4 1 0,7-1 0,2 6 0,4-7 0,-2 9 0,8-3 0,-8-1 0,2 1 0,-4 1 0,-4 5 0,-4 0 0,-3 0 0,-8 0 0,0-5 0,0-1 0,0-7 0,-2 4 0,-2-10 0,-1-4 0,-1-3 0,6-9 0,8-6 0,3-5 0,6-2 0,6 3 0,-2-5 0,8 5 0,-8-5 0,11-1 0,-5-1 0</inkml:trace>
  <inkml:trace contextRef="#ctx0" brushRef="#br1" timeOffset="150">23490 17107 8912,'-8'17'0,"-3"1"0,3-1 0,0 0 0,8 0 0,0-5 0,0-1 0,0-5 0,0 5 0,0 1 0,2 3 0,2-2 0,4-3 0,1-2 0,-3-3 0,6-5 0,-1 0 0,6 0 0,0 0 0,1-7 0,-3-5 0,-4-3 0,3-8 0,-8 0 0,-1-6 0,-5 6 0,0-7 0,0 1 0,6-1 0,0 1 0,0 4 0,-6 8 0,0 0 0,0 0 0,0-1 0,0 9 0,5 3 0,1 12 0,2 3 0,-3 9 0,5 1 0,7 4 0,0-4 0,1 4 0,-1-4 0,0-2 0,6-7 0,0-5 0,-2-3 0,-2-2 0,4 0 0,0 0 0,0-2 0,-6-3 0,0-5 0,0-7 0,-5-2 0,-1-4 0,-7 4 0,2-4 0,-6 4 0,-6 1 0,-3 1 0,-9 0 0,1 2 0,0 3 0,-2 5 0,-4 7 0,4 7 0,-4 5 0,4 9 0,2 2 0,1 7 0,5-1 0,-3-2 0,9-1 0,1 1 0,2 0 0,10-6 0,3 2 0,12-10 0,6-1 0,3-8 0,3 1 0,5-5 0,0-5 0,8-7 0,-4-9 0,0-2 0,5-7 0,-5 3 0</inkml:trace>
  <inkml:trace contextRef="#ctx0" brushRef="#br1" timeOffset="151">24557 16677 8912,'-8'10'0,"-3"-4"0,-5-4 0,7-2 0,1 1 0,8 5 0,0 6 0,0 3 0,0 4 0,0 4 0,8 4 0,3 7 0,10 0 0,2 1 0,0-8 0,-4-4 0,2-4 0,2-2 0,0-2 0,-6-3 0,1-5 0,-1-7 0,-6-7 0,1-5 0,-3-5 0,3-6 0,1-4 0,-7-7 0,5-6 0,-3 0 0,0 1 0,-1 3 0,5 2 0,-6-1 0,7 7 0,-2-1 0,5 8 0,1-2 0,8 4 0,2 2 0</inkml:trace>
  <inkml:trace contextRef="#ctx0" brushRef="#br1" timeOffset="152">25193 16591 8912,'0'12'0,"0"-1"0,-1-7 0,-5 2 0,0-4 0,-11-2 0,4 2 0,-10 3 0,3-3 0,3 4 0,0 4 0,0 1 0,2 4 0,3 3 0,-1-1 0,7 0 0,0 2 0,-1 4 0,5-4 0,-4 4 0,4-10 0,2-1 0,0-1 0,8-1 0,1-3 0,6-14 0,-1-5 0,-3-3 0,3-2 0,-5 0 0,3 0 0,-3-6 0,3 0 0,3 2 0,-3 9 0,-3-3 0,3 3 0,-3 3 0,3-3 0,3 9 0,-4-3 0,7 4 0,1 4 0,-2 4 0,10 3 0,-10 8 0,4 1 0,-4-1 0,6 0 0,0 0 0,0-7 0,-6-5 0,8-3 0,2-2 0</inkml:trace>
  <inkml:trace contextRef="#ctx0" brushRef="#br1" timeOffset="153">25693 16248 8912,'-10'0'0,"-3"1"0,7 5 0,-6 11 0,7 12 0,-9 11 0,3 6 0,-3 9 0,1 5 0,3-1 0,3 0 0,1-2 0,6-5 0,4-8 0,7-4 0,1-11 0,11-6 0,-4-12 0,-2-5 0,0-4 0,1-2 0,-1-8 0,0-5 0,0-8 0,0-8 0,-1 2 0,-5-1 0,-1-1 0,-5-5 0,-3-7 0,4 1 0,2 6 0,-3 5 0,1 8 0,-6-2 0,2 0 0,4 6 0,-4 4 0,5 13 0,-5 7 0,4 5 0,-4 3 0,4 2 0,3-5 0,3-1 0,1-5 0,-1 6 0,3-9 0,-4 3 0,5-4 0,1-2 0,-6 0 0,1 0 0,-1-2 0,7-4 0,-3-3 0,-4-8 0,5-1 0,-9 1 0,5 0 0,-5 0 0,-7 0 0,0 5 0,0 1 0,0 7 0,2-2 0,4 12 0,-4 3 0,4 9 0,3 5 0,3-1 0,-1 1 0,6-5 0,-3-1 0,9 0 0,-4-2 0,-2-3 0,8 1 0,4-7 0,-3 0 0,3-6 0,-8-8 0,2-4 0,-4-5 0,-2-6 0,-1 2 0,-5-7 0,2 1 0,-7-4 0,-2 3 0,-2-3 0,-8 1 0,0 1 0,-7-4 0,4 16 0,-9 0 0,7 8 0,-1 9 0,3 9 0,-5 6 0,3 8 0,-2 4 0,5 2 0,2 5 0,4 0 0,2 1 0,0-7 0,0 1 0,2-2 0,4 2 0,9-5 0,8-8 0,0-5 0,2-5 0,4-4 0,11-2 0,-4-8 0,4-3 0,12-20 0,1-5 0</inkml:trace>
  <inkml:trace contextRef="#ctx0" brushRef="#br1" timeOffset="154">27138 15766 8912,'17'-17'0,"0"-6"0,1 0 0,-1 2 0,-2 8 0,-1 3 0,-3 2 0,1-3 0,5 5 0,-6-5 0,1 5 0,-7 2 0,5 10 0,0 5 0,-1 5 0,-3 3 0,5 4 0,-1 4 0,1 7 0,-1 6 0,-4 0 0,-4 2 0,3-2 0,-5-1 0,-5 6 0,-7 3 0,-3 2 0,-2-4 0,-1-1 0,1-4 0,0 4 0,0-6 0,0 1 0,-1-12 0,1-3 0</inkml:trace>
  <inkml:trace contextRef="#ctx0" brushRef="#br1" timeOffset="155">27224 16832 8912,'-23'12'0,"0"-1"0,0 0 0,6 7 0,8-9 0,1-1 0,12-8 0,5-2 0,10-4 0,4-5 0,2-5 0,2-1 0,-10 0 0,4 0 0,-9 0 0,-5 0 0,1-1 0,-8 1 0,-4 8 0,-7 3 0,-10 8 0,-18 7 0,-3 12 0,-2 10 0,0 1 0,-2 14 0,6-8 0,12 3 0,10-5 0,11-2 0</inkml:trace>
  <inkml:trace contextRef="#ctx0" brushRef="#br1" timeOffset="156">22387 4124 8912,'-10'0'0,"0"0"0,0-3 0,1-1 0,2-2 0,1 3 0,3-1 0,0 4 0,6 0 0,0 0 0,3 0 0,2 0 0,2 0 0,3 0 0,-1 0 0,3 0 0,0 0 0,0 0 0,7-4 0,7-2 0,6-4 0,10-3 0,7-4 0,-22 8 0,1 0 0,1-1 0,2 0 0,0 1 0,0-1 0,1 0 0,-1 0 0,0 0 0,0 1 0,-2 1 0,-2 2 0,-1 0 0,-1 1 0,19-2 0,-5 3 0,-4 1 0,-8 3 0,-2 1 0,-6 2 0,-2 2 0,-7 5 0,0 0 0,-3 0 0,-1 0 0,1-1 0,-3 1 0,-1 0 0,1 0 0,-2-1 0,4 1 0,-3 0 0,0 0 0,0 0 0,-2 4 0,2 2 0,0 3 0,0 4 0,3 3 0,-4 7 0,2 4 0,-1 4 0,-4 4 0,2 3 0,-4-19 0,1 0-232,-1 2 0,0 0 0,0 3 1,0 0 231,0 4 0,0-1 0,0-2 0,0 1 0,0 1 0,0 1 0,-2-3 0,1 0 0,-1-1 0,0 0 0,1-2 0,0 1 0,1-2 0,-1 0 0,-2 23-171,-1-5 1,0-5 170,1-5 0,1 0 0,-5 0 0,4-1 0,-4-2 0,2-2 0,-3-5 0,2-1 0,-2-1 0,0-4 0,-2-3 0,3-4 0,1 1 0,0-6 446,0 2 1,-2-2-447,5-1 375,0-4-375,3-2 0,0-4 0,0-4 0,0-2 0,0-4 0,0 1 0,0-6 0,0 0 0</inkml:trace>
  <inkml:trace contextRef="#ctx0" brushRef="#br1" timeOffset="157">27893 3792 8912,'-9'-1'0,"2"-3"0,1-2 0,2-3 0,2-1 0,1 1 0,1-1 0,5 0 0,5 0 0,5 1 0,3-1 0,6 0 0,4 0 0,4 0 0,7 1 0,10-1 0,-20 5 0,1 0 0,2 1 0,1-1 0,2 2 0,1 0 0,-3-1 0,0-1 0,2 2 0,-1 1 0,1-1 0,0-1-286,0 1 1,1 0 0,-1 2 0,0 0 285,-2-1 0,0 0 0,-5 4 0,0 1 0,18 6 0,-10 8 79,-8 4 0,-4 6-79,-5 5 0,-4 7 0,-3 9 0,-4 6 0,-6-23 0,-1 0 0,0 6 0,-2 2 0,0 3 0,-1 1 0,-2 0 0,-1 2-371,-1 2 0,-1 0 0,-1 2 1,-1 0 370,1 1 0,0 1 0,0-1 0,1 1 0,0-2 0,1 0 0,3-7 0,0 0 0,1-2 0,0-2 0,0-1 0,0-2-164,1-1 0,-1 0 0,-1 1 0,0 0 164,1-2 0,0-1 0,-1-1 0,-1 0 154,-3 21 0,2-2-154,-2 2 0,4-3 0,-3-4 0,1-6 46,0-6 0,2-7-46,0-3 1435,2-2-1435,1-6 274,0-5 1,0-7 0,0-6-275,0-4 0,0-3 231,0-3 1,1-3-232,2-7 0,-1-6 0,2-10 0,-4-6 0</inkml:trace>
  <inkml:trace contextRef="#ctx0" brushRef="#br1" timeOffset="158">23257 5072 8912,'-11'14'0,"-1"-3"0,-1-5 0,1-1 0,2-3 0,0-1 0,0-1 0,0 0 0,6-1 0,4-3 0,9 2 0,7-4 0,3-2 0,4-1 0,2 0 0,5-1 0,-1 0 0,-1 0 0,-1 1 0,-1-1 0,4 0 0,2 0 0,0 1 0,-2-1 0,-4 0 0,0 0 0,-2 4 0,-1-1 0,-1 2 0,-9-2 0,0 0 0,-3 3 0,-5 1 0,-5 3 0,-2 4 0,-5 3 0,0 2 0,-6-4 0,-7 4 0,-5-4 0</inkml:trace>
  <inkml:trace contextRef="#ctx0" brushRef="#br1" timeOffset="159">23472 4788 8912,'6'-1'0,"-3"-2"0,-4 2 0,-6-2 0,0 3 0,-9 3 0,-1 11 0,-2 9 0,-1 5 0,1 5 0,-5 4 0,-2 8 0,1-3-322,-2 7 0,7-6 322,0-1 0,5-7 0,5-6 0,2-5 0,1-8 0,4-3 78,2-2 1,6-2-79,5-3 0,1-1 0,5-5 0,5-1 0,5-3 0,6-2 0,4-7 0,2-2 0,1-5 0,2-4 0,1-2 0,-2-1 0,3-1 0,-3-2 0,-1-1 0</inkml:trace>
  <inkml:trace contextRef="#ctx0" brushRef="#br1" timeOffset="160">23864 4769 8912,'-6'0'0,"1"0"0,1 0 0,3-5 0,-3 5 0,4 0 0,0 6 0,0 3 0,3 6 0,1 4 0,-1 5 0,-3 6 0,0 2 0,0 1 0,0 2 0,0-3 0,0-4 0,0-4 0,0-3 0,0-2 0,0-4 0,0-5 0,0-10 0,0-6 0,0-7 0,0-5 0,1-3 0,2-5 0,4-3 0,6 0 0,-2 4 0,2 2 0,-3 6 0,0 1 0,0 5 0,0 1 0,0 5 0,-1 5 0,1 1 0,0 2 0,0 3 0,-1 3 0,1 1 0,0 0 0,0-1 0,0 1 0,-1-1 0,1-3 0,0 0 0,0-3 0,-1-2 0,1 2 0,0-2 0,0-2 0,0-1 0,-1-1 0,0-5 0,-2 2 0,0 0 0,-4 0 0,4 3 0,-4-4 0,5 5 0,-7-7 0,8 8 0,-8 1 0,3 6 0,0-1 0,-3 4 0,3-3 0,-3 0 0,-1 0 0,4 1 0,-2 1 0,5-1 0,-5 2 0,7-8 0,-8 1 0,2-9 0,-2-4 0,-1-8 0,-3-2 0,0-2 0,-4 0 0,3-5 0,-1 5 0,1 2 0,0 0 0,0 8 0,3-3 0,-2 3 0,-1 0 0,1 3 0,-1 5 0,5 0 0,3 5 0,2 0 0,7 5 0,3 1 0,0 0 0,0 0 0,0-4 0,4 2 0,-1 1 0,1 0 0</inkml:trace>
  <inkml:trace contextRef="#ctx0" brushRef="#br1" timeOffset="161">24460 4710 8912,'-10'0'0,"1"0"0,-1 0 0,0 0 0,0 0 0,0 0 0,4 5 0,-1 1 0,1 3 0,-3 2 0,2 2 0,0 3 0,5-1 0,-1 1 0,2 1 0,1 2 0,4-3 0,2 1 0,3-5 0,1 1 0,3-2 0,1-3 0,1 0 0,3-2 0,-3-2 0,1 2 0,-1-3 0,2 4 0,-3-1 0,-4 4 0,-1 0 0,1 0 0,-4 1 0,-3 2 0,-2-1 0,-1 4 0,-4-1 0,-4 2 0,-3-1 0,-2-2 0,0-1 0,3-3 0,0-5 0,1-2 0,3-2 0,2-9 0,4-5 0,0-9 0,4-7 0,2-6 0</inkml:trace>
  <inkml:trace contextRef="#ctx0" brushRef="#br1" timeOffset="162">24646 4603 8912,'0'-16'0,"-1"2"0,-2 5 0,2-1 0,-4 4 0,5 3 0,0 6 0,0 7 0,0 8 0,0 3 0,0 5 0,1 0 0,3 4 0,-3-3 0,2 5 0,-1 0 0,1 0 0,-1 0 0,4 3 0,-2-2 0,-2-1 0,3-6 0,-2-3 0,1-4 0,0-2 0,-3-8 0,3-4 0,0-11 0,3-4 0,-2-8 0,3-8 0,2-2 0,2-2 0,4 2 0,-3 2 0,4 2 0,0 5 0,1 3 0,2 3 0,-1 0 0,1 4 0,-1 1 0,1 9 0,-2 2 0,-1 4 0,0 6 0,-4 3 0,0 6 0,-3 1 0,-1 1 0,-3-2 0,2 0 0,-5 4 0,-5-4 0,-8 1 0,-8-3 0,-7 0 0</inkml:trace>
  <inkml:trace contextRef="#ctx0" brushRef="#br1" timeOffset="163">24167 5482 8912,'-10'0'0,"0"0"0,0 0 0,5 4 0,1-1 0,5 2 0,2-1 0,6 0 0,4-4 0,4-5 0,-1-1 0,6-6 0,1-1 0,0-5 0,-4 2 0,0-2 0,-3-2 0,-2 4 0,-4 0 0,-5 0 0,-1 0 0,-8-1 0,-2 4 0,-8 3 0,-5 5 0,-2 1 0,-1 5 0,1 5 0,2 7 0,0 2 0,3 5 0,2 3 0,4 3 0,5 3 0,1 0 0,3-1 0,1-2 0,5 1 0,1-4 0,7-1 0,3-6 0,7-2 0,3-4 0,0-4 0,2-3 0,0-2 0,-1-1 0,-4-4 0,0-3 0,-4-3 0,-3-3 0,-3-2 0,-6-5 0,-2 2 0,-2 1 0,0 0 0,-1 0 0,-1-1 0,-1-2 0,0 4 0,0-1 0,0 4 0,0-3 0,0 4 0,0-1 0,4 2 0,3 2 0,3 0 0,3 2 0,-2 3 0,2 4 0,1 1 0,-1 2 0,3 6 0,-3 4 0,4 3 0,-4-3 0,0 4 0,-4-3 0,0 1 0,-2 2 0,0-3 0,-4-1 0,1 2 0,-4-2 0,0 0 0,0-4 0,-1-2 0,-3-2 0,-2 0 0,0-2 0,0-3 0,3-4 0,-4-3 0,5-3 0,-1-3 0,2 1 0,1-3 0,1 0 0,2 0 0,-1 0 0,5-2 0,0 0 0,6 4 0,-2-1 0,2 1 0,1 3 0,-1 0 0,1 2 0,0 4 0,-4 1 0,3 3 0,-1 1 0,1 2 0,-2 3 0,2 4 0,-2 0 0,-1 3 0,-1-2 0,-3 2 0,3-2 0,-4-1 0,1 0 0,-3-1 0,-1-2 0,1-1 0,-1-2 0,1 2 0,-2-4 0,-1 3 0,-1-5 0,-2 0 0,1-5 0,-1-2 0,2-4 0,1-2 0,3-3 0,1 3 0,3-4 0,0 4 0,1-3 0,2 3 0,3 0 0,0 3 0,-1 2 0,-1 1 0,0 3 0,2 4 0,-2 0 0,3 0 0,-9 4 0,0 3 0,-2 1 0,0 2 0,1 0 0,-4 0 0,0-1 0,0 1 0,0 0 0,0 0 0,0-1 0,0 1 0,0 0 0,1 0 0,2-1 0,-1-3 0,5-3 0,-3-2 0,6-1 0,-3-4 0,6-3 0,-1-2 0,0-4 0,1-4 0,-1-1 0,-1-2 0,-1 1 0,-5-1 0,-1 1 0,-3 0 0,-1 3 0,-5 3 0,-1 6 0,-4 0 0,-3 4 0,2 0 0,-2 6 0,2 1 0,1 1 0,5 3 0,2 5 0,2-2 0,1 3 0,0-9 0,0 0 0</inkml:trace>
  <inkml:trace contextRef="#ctx0" brushRef="#br1" timeOffset="164">25282 5238 8912,'-6'0'0,"2"0"0,5 0 0,2 0 0,2 1 0,1 2 0,3 2 0,-3 1 0,2 3 0,-2-3 0,3 3 0,-2 1 0,-2 3 0,0 0 0,1-1 0,-1-1 0,-2-2 0,1 1 0,-4 0 0,0-5 0,-1 3 0,-2-5 0,1-1 0,-1-5 0,2-3 0,1-3 0,1-2 0,2-2 0,6-1 0,4-2 0,3-3 0,-2 3 0,3-3 0,-1 0 0,-1 4 0,2 1 0,0 0 0,2 1 0,-2 4 0,3 2 0,-6 2 0,5-2 0,-5-1 0,3 1 0,-5 2 0,1-2 0,-3 2 0,0-2 0,-1 3 0,-3-1 0,-1 4 0,-6-3 0,-3 4 0,1 4 0,-7 3 0,3 2 0,-6 0 0,5 1 0,2 0 0,0 1 0,0 1 0,2 2 0,3 1 0,1-3 0,0 1 0,5 1 0,1-1 0,4 3 0,3-3 0,1 4 0,5-4 0,-1-1 0,3-1 0,1-2 0,-3 1 0,1-3 0,-1-1 0,-4-3 0,-2 4 0,-3-4 0,-3 4 0,-4 0 0,-6 2 0,-4 1 0,-7 1 0,-5 2 0,-1-4 0,-3 1 0,3 0 0,0-5 0,0 1 0,-4 2 0,-1-2 0</inkml:trace>
  <inkml:trace contextRef="#ctx0" brushRef="#br1" timeOffset="165">28783 4876 8912,'-21'0'0,"-1"0"0,-1 0 0,-1 0 0,0 0 0,2 0 0,1 0 0,2 0 0,4 0 0,2 0 0,8 0 0,8 0 0,9 0 0,6 0 0,10-3 0,5 0 0,4 1 0,2 1 0,4-3 0,3 0 0,2 0 0,1-1 0,-1-2 0,1 0 0,2-2 0,-2 0 0,-5-1 0,-6 0 0,-9 4 0,-6-1 0,-7 5 0,-6-2 0,-11 4 0,-9 0 0,-5 0 0,-8 0 0,-2-5 0,-4 0 0</inkml:trace>
  <inkml:trace contextRef="#ctx0" brushRef="#br1" timeOffset="166">28793 4749 8912,'-5'6'0,"-1"-3"0,-3-2 0,-1-1 0,1 0 0,2 1 0,0 2 0,1 0 0,-5 3 0,-1 3 0,-1 3 0,-4 4 0,0 7 0,0-2 0,1 6 0,2-2 0,4 1 0,4 1 0,3-4 0,2-2 0,1 0 0,9-6 0,4-2 0,5-3 0,5-4 0,2-1 0,4-5 0,5 0 0,2 0 0,2-5 0,1-2 0,0-5 0,9-8 0,-23 8 0,0-1 0</inkml:trace>
  <inkml:trace contextRef="#ctx0" brushRef="#br1" timeOffset="167">29477 4554 8912,'0'-24'0,"0"0"0,0 2 0,0 6 0,0 8 0,0 4 0,0 13 0,0 4 0,-5 9 0,-5 4 0,-5 3 0,-4 3 0,3-1 0,0 1 0,3-1 0,-4-2 0,9 0 0,-2 1 0,7-5 0,-1-2 0,3-4 0,1-3 0,4 0 0,0-6 0,1 0 0,3-4 0,2-4 0,3-2 0,-2-6 0,2-3 0,1-2 0,-1-6 0,1-2 0,-2-4 0,2 0 0,1-1 0,-3 4 0,1-3 0,-2 6 0,-1 0 0,0 5 0,-1-1 0,-2 7 0,0 3 0,-4 2 0,2 2 0,0 2 0,1 2 0,-3 5 0,5 0 0,-2 0 0,2-1 0,-1 1 0,1-3 0,-1-1 0,2-4 0,0 2 0,1-3 0,0-1 0,0 0 0,-1 0 0,1-5 0,0-1 0,3-2 0,0 2 0,-3-3 0,-4 3 0,1-2 0,3 0 0,-1 2 0,-2 4 0,-1-2 0,-2 8 0,2 2 0,-2 3 0,2 1 0,-3 3 0,4 0 0,-4 1 0,4-1 0,-2-1 0,2 3 0,-3-1 0,0-2 0,-3-1 0,8-1 0,-4-6 0,5-4 0,0-4 0,0-15 0,0-1 0</inkml:trace>
  <inkml:trace contextRef="#ctx0" brushRef="#br1" timeOffset="168">29898 4534 8912,'-19'-9'0,"3"-1"0,3 0 0,6 0 0,3 5 0,4 0 0,0 7 0,0 1 0,0 3 0,6 4 0,3 3 0,5-1 0,6 4 0,3-4 0,1 1 0,0-3 0,0-3 0,2 1 0,-4-1 0,1-3 0,-3-1 0,-1 2 0,1-2 0,-8 0 0,-2-3 0,-8-1 0,-2-1 0,-6-1 0,-7-2 0,-3 2 0,-3 2 0,-4-2 0,2 3 0,-2 3 0,4 0 0,2 7 0,0-2 0,4 5 0,0-1 0,4 0 0,2 2 0,0 1 0,5-3 0,-1 1 0,6-2 0,3-2 0,4 0 0,3-2 0,-1 0 0,3-3 0,0-2 0,-3-1 0,-2 2 0,0 0 0,0 2 0,0-2 0,-2-1 0,-1 5 0,1-1 0,-5 4 0,0 1 0,-3 1 0,0 1 0,0-1 0,0 2 0,0-1 0,-3 0 0,0-3 0,-5 3 0,1 0 0,3 0 0,-5-4 0,8-3 0,-3-2 0</inkml:trace>
  <inkml:trace contextRef="#ctx0" brushRef="#br1" timeOffset="169">30240 4495 8912,'-12'-10'0,"2"1"0,4-1 0,-1 0 0,3 6 0,4 4 0,0 5 0,0 8 0,0 7 0,0 6 0,0 2 0,0 1 0,0 4 0,0 0 0,0-2 0,0-1 0,0 0 0,0-1 0,-3-3 0,-1 0 0,-2-5 0,3-2 0,-2-3 0,2-7 0,2-3 0,-3-3 0,4-6 0,1-5 0,2-4 0,2-3 0,5-5 0,3-2 0,0-1 0,4-3 0,-4 3 0,3 1 0,-3 6 0,3-1 0,-3 4 0,0 1 0,1 1 0,-3 5 0,2 3 0,-1 2 0,1 1 0,-2 5 0,2 5 0,-2 1 0,-1 5 0,0 1 0,-1-2 0,1 3 0,0-1 0,-1 0 0,-3-1 0,2 3 0,-5-3 0,0 1 0,-3 0 0,0 1 0,0-3 0</inkml:trace>
  <inkml:trace contextRef="#ctx0" brushRef="#br1" timeOffset="170">29722 5423 8912,'-10'0'0,"5"-4"0,1 2 0,8-5 0,5 1 0,8-4 0,-2 0 0,1 1 0,0-2 0,0-2 0,1 1 0,-4-4 0,-1 2 0,-5-2 0,-2 3 0,-2-3 0,-3 1 0,0-3 0,-5 3 0,-4 1 0,-2 5 0,-2 6 0,-2-1 0,-5 0 0,4 10 0,0 7 0,0 5 0,-3 5 0,3 3 0,3 2 0,3 2 0,3-1 0,2 0 0,2 1 0,3-1 0,0 0 0,2-5 0,8-4 0,-1-2 0,11-5 0,-2-1 0,9-5 0,-5-3 0,4-4 0,1-9 0,2-2 0</inkml:trace>
  <inkml:trace contextRef="#ctx0" brushRef="#br1" timeOffset="171">29996 5336 8912,'-5'-10'0,"4"3"0,-2 1 0,2-1 0,1 2 0,3 2 0,0 6 0,5 2 0,-2 5 0,3 1 0,1 1 0,0 2 0,-1 1 0,0-2 0,-2 3 0,-3-3 0,-4 4 0,3-5 0,1 1 0,-1-2 0,-3-2 0,0 1 0,0 0 0,-5-5 0,4-5 0,-2-6 0,2-6 0,1-1 0,3-5 0,2 2 0,0-2 0,3-2 0,-3 2 0,2 1 0,-1 0 0,4 4 0,-1 0 0,-3 3 0,6 0 0,-2 1 0,2 0 0,-2 2 0,-1 3 0,1 4 0,0 0 0,0 0 0,0 3 0,-1 1 0,-2 0 0,-1-1 0,2 4 0,0 1 0,-2 2 0,3 0 0,-3 0 0,0 0 0,0-1 0,1 1 0,3 0 0,-4 0 0,1-1 0,-5 1 0,1 0 0,1 0 0,0-1 0,-1 1 0,-4 0 0,-2 0 0,0-5 0,-3-2 0,4-1 0,-7-2 0,8-2 0,-2-1 0,2-3 0,1-6 0,1-1 0,2 1 0,1 0 0,3-1 0,1 2 0,-1-2 0,2 3 0,0 4 0,1-3 0,0 4 0,0-1 0,0 3 0,3-1 0,0 0 0,-4 1 0,-2 3 0,-1 0 0,4 0 0,-4 0 0,-2 1 0,-4 2 0,0 4 0,-4 2 0,-3 0 0,2 4 0,-2 0 0,4 0 0,-4-3 0,5 3 0,-1 0 0,2-1 0,1-1 0,0-1 0,1-5 0,2-2 0,3-1 0,3-2 0,1-2 0,0-1 0,0-3 0,0-7 0,2 2 0,-2-3 0,-2 1 0,-3 0 0,2-4 0,-4 4 0,0 0 0,-3 4 0,-1 3 0,-2 3 0,-2-3 0,-5 6 0,0-1 0,0 5 0,1 1 0,3 2 0,-3 2 0,4 1 0</inkml:trace>
  <inkml:trace contextRef="#ctx0" brushRef="#br1" timeOffset="172">30778 5296 8912,'-10'-4'0,"0"-2"0,2-3 0,1-1 0,3 0 0,4 5 0,1 1 0,2 4 0,3 1 0,3 2 0,1 3 0,0 7 0,0-1 0,0 5 0,-2 0 0,-1 2 0,0-1 0,-3-2 0,-1 3 0,-3-3 0,0-1 0,0 2 0,0-6 0,0 2 0,-1-3 0,-1-2 0,-2-2 0,-3-3 0,6-8 0,-3-8 0,4-5 0,4-5 0,1-2 0,5-4 0,3-5 0,1-2 0,1-2 0,3-1 0,-3 4 0,1 3 0,0 2 0,4 4 0,0 4 0,-1 5 0,1 3 0,-1 4 0,1 1 0,-1-1 0</inkml:trace>
  <inkml:trace contextRef="#ctx0" brushRef="#br1" timeOffset="173">22406 9772 8912,'-8'-5'0,"0"-1"0,3-3 0,-1-2 0,2-1 0,-1-1 0,2 0 0,3 3 0,0 1 0,0 2 0,0 1 0,0 3 0,0-1 0,5 4 0,1 1 0,4 1 0,4 3 0,6 0 0,1-3 0,9 2 0,-1-3 0,10-1 0,8-1 0,-19-1 0,1 0 0,2-1 0,0-1 0,1-2 0,0 0 0,0-1 0,-1 0-157,1-1 1,-2-1 0,1 1-1,-1-1 157,22-4 0,-9 4 0,-11 6 0,-3 7 0,-10 6 0,2 9 0,-8 7 0,0 6 0,-3 4 0,-2 6 0,0 5 0,-1 5 0,-4-23 0,1 1 0,0 0 0,1 0-195,0 2 0,0 1 0,0-2 1,-1 1 194,1 2 0,0 0 0,0 0 0,0-1 0,0 5 0,0-1 0,0-3 0,0-1 0,-1-1 0,1 1 0,0-5 0,1-1 0,7 22 0,-4-5 0,3-7 0,0-5 0,-1-9 0,0-8 0,-2-9 0,2 2 287,2-5 1,-2 0-288,2-3 0,-2 0 0,-1 0 0,0 0 0,-1 0 0,-3 2 0,-3 1 0,1 7 415,0 6 0,-7 6-415,-6 0 0,-14 5 0,-8-2 0</inkml:trace>
  <inkml:trace contextRef="#ctx0" brushRef="#br1" timeOffset="174">27942 9166 8912,'-6'0'0,"2"0"0,4 0 0,0-5 0,1 4 0,2-2 0,4 2 0,3 1 0,3 0 0,3 0 0,7 0 0,3 0 0,7 0 0,9 0 0,7 0 0,2 0 0,2 0 0,-2 0 0,5 0 0,-1 0 0,-25 0 0,-1 0 0,22 0 0,-3 0 0,-5 1 0,-5 2 0,-4 0 0,-8 3 0,-7-3 0,-6 4 0,-3-1 0,-3 4 0,0 0 0,-3 0 0,-1 1 0,-3 2 0,0-1 0,0 4 0,0 4 0,0 6 0,-3 7 0,-1 3 0,-2 7 0,3 7 0,1-22 0,0 1 0,0 1 0,0 0 0,1 3 0,1 1-236,-2-2 0,1 1 1,-2 2-1,1 2 236,1 0 0,-1 0 0,1 1 0,0-2 0,2-1 0,1-1 0,-1-3 0,0-2 0,6 17 0,-2-7 0,2-6 0,0-1 0,-3-2 0,2 1 0,-3-5 0,2-1 0,-2 1 0,-1-1 0,5 1 0,-1-2 0,0 0 0,1 1 0,-3 4 0,2 9 0,-3 5 0,1 8 73,-4 4 1,0-25 0,0 1-74,0-1 0,0 2 0,-1 2 0,0 0 0,0-1 0,-1-1 0,1 1 0,0-1 0,-2-2 0,0-1 0,-1 24-94,-2-4 1,4-8 93,-2-11 0,3-8 0,1-17 0,0-5 0,0-5 0,0 0 708,0 1-708,0 4 0,0 4 50,0 2 0,-4 3 1,-2 1-1</inkml:trace>
  <inkml:trace contextRef="#ctx0" brushRef="#br1" timeOffset="175">4629 17279 8912,'0'-11'0,"0"-1"0,0-1 0,0-2 0,0-3 0,0 7 0,0-1 0,0-1 0,0-2 0,0-2 0,0 5 0,0 1 0,0-3 0,0-1 0,0-2 0,0 0 0,-2 5 0,-4 1 0,-3 1 0,-10-1 0,-4 5 0,4 4 0,-4 2 0,-2 8 0,2 3 0,-6 12 0,4 6 0,1 3 0,-1 3 0,2 5 0,6 0 0,7-6 0,4-5 0,-1-8 0,1 2 0,0-4 0,6-2 0,4-2 0,7-3 0,1-5 0,11-7 0,2-1 0,-2-5 0,5-6 0,-5-11 0,6 2 0,-6-7 0,0 7 0,-6-2 0,0 2 0,1-2 0,-7 10 0,0-5 0,-5 7 0,6-1 0,-9 3 0,3 3 0,-4 4 0,-2-4 0,0 12 0,0 6 0,6 3 0,0 2 0,5 0 0,-5 1 0,7-1 0,-1 0 0,3-2 0,2-3 0,0 3 0,1-4 0,-1-3 0,0-2 0,8 3 0,2 1 0</inkml:trace>
  <inkml:trace contextRef="#ctx0" brushRef="#br1" timeOffset="176">5025 16849 8912,'-10'2'0,"5"4"0,3 3 0,2 9 0,0 7 0,0 3 0,2 10 0,3 2 0,5 14 0,7-2 0,-2 3 0,-1-3 0,-3-1 0,3 1 0,1-6 0,2-1 0,-7-8 0,-5-3 0,3 0 0,-2-5 0,0-4 0,-6-2 0,0-12 0,7-11 0,3-9 0</inkml:trace>
  <inkml:trace contextRef="#ctx0" brushRef="#br1" timeOffset="177">5369 17004 8912,'0'-17'0,"0"0"0,-2 7 0,-4 4 0,5-3 0,-9 7 0,4-4 0,2 12 0,-7 5 0,-1 5 0,3 1 0,-8 8 0,0 3 0,-1 5 0,-5 1 0,4 1 0,2-1 0,0 0 0,0 1 0,-1-7 0,3-1 0,4-2 0,5-4 0,4-2 0,2-2 0,8-7 0,3-4 0,12-5 0,6-1 0,5 0 0,4-1 0,4-3 0,2-2 0,2-7 0,6 1 0,5 3 0,1-3 0,5 1 0,-6-7 0,8-6 0,-4-3 0</inkml:trace>
  <inkml:trace contextRef="#ctx0" brushRef="#br1" timeOffset="178">6006 17193 8912,'0'-17'0,"0"0"0,0 0 0,0-1 0,0 1 0,-8 0 0,-3 2 0,-5 3 0,-1 5 0,0 7 0,0 0 0,5 7 0,1 5 0,1 5 0,-1 6 0,3-2 0,8 7 0,-6-5 0,1 6 0,-1-8 0,6 2 0,0-4 0,0-2 0,0 0 0,0 1 0,2-7 0,4 1 0,-3-9 0,9 3 0,-1-4 0,12-10 0,0-5 0,-2-6 0,-2-4 0,4-2 0,0 2 0,0 4 0,-6-4 0,1 6 0,-1 6 0,0-3 0,0 8 0,8-5 0,2 5 0,0 2 0,-2 4 0,-8 6 0,0 4 0,0 7 0,2 0 0,4 0 0,-2 1 0,8-1 0,-8 0 0,4 0 0</inkml:trace>
  <inkml:trace contextRef="#ctx0" brushRef="#br1" timeOffset="179">9912 17193 8912,'-17'8'0,"7"-4"0,5 7 0,3 2 0,2 3 0,0 1 0,0-6 0,2-1 0,3-1 0,7 1 0,3-6 0,2 2 0,1-5 0,-1-1 0,0 0 0,0 0 0,0 0 0,1 0 0,-9 0 0,-1 0 0,-8 0 0,-8 0 0,-1-1 0,-1-5 0,1 2 0,3-7 0,2 5 0,-7-6 0,5 7 0,-6-7 0,8 8 0,-11-9 0,4 7 0,1-1 0,-1 1 0,-1 4 0,-7-4 0,-2 4 0,-2 2 0,-6 0 0,6 0 0,-5 8 0,5 3 0,-8 7 0,3 5 0,1 1 0,-2 5 0,8 4 0,-2-5 0,6 5 0,5 1 0,7-1 0,3-5 0,2 5 0,7-14 0,5 2 0,5-8 0,6-7 0,2-8 0,4-10 0,3 1 0,-3-12 0,1 2 0,-1-2 0,2 2 0,-8-7 0,5 5 0,-5-6 0,0 2 0,-6-1 0,-1 3 0,-3 7 0,-1 1 0,-9 0 0,5 0 0,-8 7 0,0 10 0,0 10 0,0 7 0,0 0 0,2 0 0,4 1 0,1-1 0,7 2 0,-3 2 0,3 2 0,-5 0 0,3-6 0,-1 6 0,6 0 0,0-2 0,1-10 0,7-3 0,-6 0 0,6 1 0</inkml:trace>
  <inkml:trace contextRef="#ctx0" brushRef="#br1" timeOffset="180">10394 17038 8912,'-8'-17'0,"1"6"0,-5-1 0,-3 8 0,7 1 0,-3 14 0,-3 2 0,9 16 0,-1 6 0,6 5 0,0 7 0,0-1 0,2 4 0,4 1 0,-3 1 0,9 0 0,-1-1 0,-1 1 0,5-8 0,-3-4 0,-3-4 0,1-3 0,-2-5 0,-5-5 0,-1-11 0,-2-5 0</inkml:trace>
  <inkml:trace contextRef="#ctx0" brushRef="#br1" timeOffset="181">10635 17107 8912,'-12'-6'0,"1"1"0,0-1 0,-7 8 0,-1 4 0,-2 7 0,-2 8 0,-7 6 0,1 7 0,2 8 0,-1 4 0,6-4 0,0 0 0,4-2 0,7 0 0,-3-5 0,9-7 0,1-1 0,10 0 0,5-10 0,12-2 0,6-9 0,5-2 0,6-10 0,4-5 0,8-12 0,7-4 0,2-15 0,8-2 0</inkml:trace>
  <inkml:trace contextRef="#ctx0" brushRef="#br1" timeOffset="182">11220 17159 8912,'-8'-16'0,"-3"5"0,-4 3 0,-3 8 0,-8 2 0,-9 4 0,1 4 0,-6 7 0,3 6 0,3 0 0,0 5 0,-1-5 0,8 6 0,4-6 0,6 0 0,6-6 0,5 0 0,4 0 0,8-5 0,0-1 0,13-7 0,-2 2 0,12-6 0,-1-6 0,5-5 0,1-5 0,-5-1 0,-1 0 0,1-6 0,6 0 0,-3 0 0,-1 6 0,-5 2 0,-1 3 0,4-3 0,-6 3 0,6 5 0,-6 1 0,0-2 0,-6 3 0,0-1 0,0 6 0,-2 2 0,-3 4 0,3 3 0,-3 8 0,3 1 0,2-1 0,0 0 0,1 0 0,-1 0 0,0 0 0</inkml:trace>
  <inkml:trace contextRef="#ctx0" brushRef="#br1" timeOffset="183">7796 17761 8912,'-18'-16'0,"1"5"0,0-5 0,0 5 0,7 5 0,4 8 0,4 13 0,2 12 0,0 8 0,0 5 0,0 6 0,0 3 0,0-3 0,0 0 0,-1 0 0,-5-2 0,4 5 0,-4-3 0,4-4 0,2-2 0,-2-5 0,-3-7 0,3-3 0,-4-8 0,4 1 0,2-9 0,2-9 0,4-11 0,3-12 0,8-6 0,6-3 0,0-3 0,0 3 0,-5 3 0,-1-1 0,0 7 0,0 2 0,0 2 0,1 1 0,-1 7 0,0-1 0,-6 9 0,-1-1 0,-2 8 0,-5 7 0,5 4 0,-2 3 0,5-1 0,-5 0 0,7-6 0,-1 1 0,3 1 0,2-5 0,1-2 0,-1-4 0,0-2 0,0-6 0,0-2 0,1-1 0,-1-5 0,0 1 0,0 1 0,-5-3 0,-1 4 0,-5 1 0,5-1 0,-7 7 0,4 4 0,-8 13 0,0 6 0,0 4 0,0 2 0,0-2 0,0 2 0,0 3 0,0 3 0,0-8 0,0 2 0,0-2 0,0-10 0,0 4 0,0-11 0,0-6 0,0-10 0</inkml:trace>
  <inkml:trace contextRef="#ctx0" brushRef="#br1" timeOffset="184">8226 17915 8912,'-8'-17'0,"4"2"0,-7 3 0,7 3 0,-2 3 0,6 4 0,4-2 0,2 8 0,13 6 0,-2 7 0,4-8 0,4 7 0,2-7 0</inkml:trace>
  <inkml:trace contextRef="#ctx0" brushRef="#br1" timeOffset="185">8656 18018 8912,'-17'0'0,"-8"0"0,6 2 0,-4 4 0,4-4 0,2 4 0,-1-2 0,1 1 0,0-1 0,0 8 0,1 1 0,5 2 0,-4 2 0,3 1 0,4-1 0,-5 0 0,7 0 0,3 0 0,1-5 0,2-1 0,0-7 0,0 4 0,7-8 0,-3 0 0,8 0 0,-9-2 0,3-4 0,4 4 0,-8-13 0,5 5 0,-7-7 0,0 0 0,0 0 0,0 0 0</inkml:trace>
  <inkml:trace contextRef="#ctx0" brushRef="#br1" timeOffset="186">7744 17932 8912,'0'-17'0,"0"0"0,-8 8 0,-1 5 0,-1 8 0,-5 7 0,3 12 0,5 6 0,1 11 0,4 0 0,2 11 0,0 5 0,0 13 0,0-1 0,0 1 0,8-6 0,3 0 0,4-15 0,3-2 0,-1-16 0,2-9 0,2-7 0,2-9 0,6-10 0,-6-7 0,5-11 0,-3-7 0,2-8 0,4-8 0,-5-10 0,3-1 0,-8-8 0,2 2 0,-6-10-160,-5-1 0,1-6 160,-7 5 0,-1 3 0,-5 9 0,-7 11 0,-5 12 0,-3 11 0,-2 12 0,5 13 0,1 16 0,7 7 0,-2 15 0,6 2 0,6 5 0,4-3 0,7 8 0,0-10 320,0-2-320,0 1 0,8-16 0,2 6 0</inkml:trace>
  <inkml:trace contextRef="#ctx0" brushRef="#br1" timeOffset="187">8381 18173 8912,'-10'-7'0,"-5"3"0,3-8 0,5 8 0,-3-3 0,4 7 0,4 0 0,-5 2 0,7 3 0,-2 11 0,-4 7 0,4 5 0,-4-5 0,5 8 0,1-3 0,-6-1 0,0 2 0,0-8 0,6 2 0,0-4 0,0-2 0,0-5 0,0-1 0,0-9 0,0-2 0,8-15 0,3-14 0,7-5 0,5-7 0,-2 3 0,7-8 0,-1 8 0,2-2 0,1 4 0,-7 1 0,6 9 0,-6 3 0,0 11 0,-6 7 0,-2 5 0,-3 5 0,1 7 0,-7 11 0,2 3 0,-5 9 0,5 1 0,2 4 0,-5-2 0,7 8 0,-3-8 0,3 3 0,3-13 0,-3-5 0,3-4 0,10-2 0,2 1 0</inkml:trace>
  <inkml:trace contextRef="#ctx0" brushRef="#br1" timeOffset="188">8949 18104 8912,'-23'0'0,"0"0"0,0 0 0,5 0 0,1 2 0,0 4 0,0 4 0,0 7 0,1 0 0,5 0 0,-3 8 0,9 4 0,-1 1 0,6-1 0,0 1 0,0-7 0,8 0 0,3-6 0,-1 1 0,1-3 0,3-4 0,1-5 0,-2-4 0,4-2 0,-3-8 0,9-3 0,-4-12 0,-2-6 0,0-3 0,1-2 0,-1-9 0,0-2 0,0 1 0,0-2 0,-1 0 0,-5-6 0,4 1 0,-3-1 0,-4 6 0,-3 1 0,-3 12 0,-2-1 0,0 11 0,-2 6 0,-3 11 0,-5 19 0,-7 10 0,1 10 0,5 7 0,-4 4 0,3 7 0,5 1 0,1-1 0,-2-1 0,2-4 0,1 2 0,5-6 0,2 0 0,3 0 0,-1-2 0,8-6 0,-1-7 0,6-4 0,1-10 0,-1-1 0,0-8 0,0 1 0,0-3 0,1-2 0,-1-2 0,0-3 0,0 1 0,0-8 0,-1-1 0,-5-2 0,-3-3 0,-8 1 0,6 0 0,-1 0 0,1 0 0,-6 0 0,-6 5 0,1 1 0,-1-1 0,4 3 0,-4 3 0,4 4 0,-5 4 0,7 4 0,0-3 0,0 9 0,0-1 0,0 7 0,2-1 0,3 0 0,3 0 0,3 0 0,5-1 0,-5-5 0,-1-1 0,1-7 0,3 3 0,1-2 0,-4-4 0,1-6 0,-1-3 0,7-9 0,1-1 0,4-4 0,-10-1 0,4-5 0,-3 4 0,1 8 0,-2 0 0,-1 0 0,-1-1 0,-1 9 0,-3 3 0,-7 12 0,2 9 0,2 10 0,2 2 0,-2 3 0,0 1 0,1-3 0,-3-3 0,13-8 0,-5 1 0</inkml:trace>
  <inkml:trace contextRef="#ctx0" brushRef="#br1" timeOffset="189">10015 18018 8912,'-19'-1'0,"-2"-3"0,-2-2 0,2 2 0,2-5 0,2 7 0,0-4 0,5 4 0,1 2 0,-1 0 0,1 2 0,1 4 0,1 7 0,-1 8 0,4 0 0,-5 8 0,7 5 0,-2 6 0,-1 10 0,1 1 0,0 1 0,6 5 0,0-3 0,0-3 0,0 1 0,0 0 0,0-8 0,0-4 0,0-6 0,0-5 0,0-6 0,0-4 0,0-10 0,-7-9 0,-3-9 0</inkml:trace>
  <inkml:trace contextRef="#ctx0" brushRef="#br1" timeOffset="190">9637 18483 8912,'0'-18'0,"2"3"0,4 4 0,-3-3 0,9 9 0,5-7 0,6 6 0,8-5 0,-3 5 0,12-7 0,6 1 0,2 3 0,-2-3 0,2 7 0,-8-7 0,-8 8 0,-9-1 0,-4 1 0,-1-2 0,-9 6 0,-3 0 0,-6 8 0,-6 9 0,2 0 0,-7 0 0,7 2 0,-2 4 0,4-2 0,2 8 0,0-8 0,0 4 0,0-2 0,0 0 0,0 5 0,0-5 0,0 0 0,0-6 0,0-5 0,0-1 0,0-7 0,8 4 0,-6-16 0,4-3 0,-4-7 0,-2-4 0,0-3 0,0-6 0,-2 2 0,-4-1 0,2-8 0,-7-2 0,7-1 0,-2 7 0,4 2 0,2 3 0,0-4 0,0 5 0,0 3 0,0 2 0,2 6 0,4 5 0,-2-1 0,7 7 0,3 2 0,1 3 0,4 1 0,4 0 0,-4 0 0,6 0 0</inkml:trace>
  <inkml:trace contextRef="#ctx0" brushRef="#br1" timeOffset="191">10394 18001 8912,'0'-25'0,"0"4"0,0-7 0,0 12 0,0-1 0,0 12 0,0-3 0,-8 23 0,6-1 0,-3 14 0,-3 8 0,2 10 0,1-2 0,5 2 0,-2 0 0,-2 6 0,-2 1 0,2 4 0,2-9 0,2 4 0,0-12 0,0 0 0,0-4 0,0-1 0,8-9 0,2-8 0,9-11 0,2-9 0,2-3 0,-2-7 0,0-5 0,2-6 0,-2 2 0,7-8 0,-7 1 0,2-7 0,-5-5 0,-7 0 0,2 0 0,-5 6 0,0 1 0,-1 4 0,-1 5 0,-6 6 0,0 7 0,0-1 0,0 11 0,0 1 0,-2 9 0,-3 14 0,3 6 0,-4 11 0,4-2 0,2 8 0,0-8 0,0 2 0,0-4 0,0-1 0,0-1 0,0 1 0,6-9 0,-1-3 0,7-4 0,-6-1 0,7-9 0,-2-3 0,-1-4 0,2-2 0,-1 0 0,6-16 0,0-3 0</inkml:trace>
  <inkml:trace contextRef="#ctx0" brushRef="#br1" timeOffset="192">10841 17932 8912,'-17'0'0,"0"0"0,6 8 0,-1 4 0,8 3 0,-1 2 0,3 6 0,2 0 0,0 0 0,0-6 0,2 0 0,3 0 0,-1 1 0,8-3 0,1-4 0,-3-3 0,1-8 0,-5-2 0,5-4 0,-7-3 0,2-8 0,-2-3 0,1-2 0,-3 2 0,4-2 0,-4 2 0,-2 3 0,-8 0 0,4 2 0,-5 1 0,-1 5 0,1 1 0,5 2 0,-19 6 0,4 0 0</inkml:trace>
  <inkml:trace contextRef="#ctx0" brushRef="#br1" timeOffset="193">10205 18603 8912,'-17'0'0,"7"0"0,2-8 0,8-3 0,10-2 0,7 1 0,8-3 0,9 3 0,8-3 0,6-2 0,6 0 0,3-1 0,0 1 0,3-8 0,1-1 0</inkml:trace>
  <inkml:trace contextRef="#ctx0" brushRef="#br1" timeOffset="194">11048 18328 8912,'-17'9'0,"5"-1"0,1-8 0,-1 0 0,-5 0 0,6 6 0,-1 0 0,8 7 0,-1-2 0,-3 7 0,2 3 0,2 3 0,3 3 0,1 2 0,0 5 0,0-5 0,0 0 0,0-8 0,0 1 0,0-2 0,0-3 0,1-8 0,5-3 0,-2-4 0,7-2 0,-1-10 0,1-7 0,5-8 0,-5-9 0,5 0 0,1-1 0,6 1 0,0-1 0,0 3 0,-6 3 0,0-1 0,0 7 0,0 0 0,-1 6 0,-3 1 0,-1 5 0,-1 3 0,6 8 0,-1 8 0,-5 3 0,4 1 0,-3 5 0,5-9 0,6 9 0,-4-4 0,4 4 0,2-7 0,-2-4 0,0-4 0,2-2 0,-6 0 0,4 0 0,-4 0 0,-2-8 0,-7 4 0,-7-7 0,-6-3 0,-7 7 0,-7 1 0,-6 4 0,0 2 0,-6 0 0,6 0 0,-2 8 0,2 3 0,4 4 0,-4 3 0,4-3 0,2-4 0,6 5 0,-1-5 0,8 4 0,-1 3 0,3-1 0,2 0 0,2 0 0,3 0 0,5 1 0,7-1 0,6 0 0,0 0 0,6 0 0,-6 1 0,0-1 0,1 0 0,-10 0 0,3 0 0,-6 1 0,1-1 0,-4 6 0,-8 0 0,-10 5 0,-7-5 0,-8 8 0,-9-3 0,-3 5 0,-3 1 0,-4-7 0,-8-4 0,-4-5 0</inkml:trace>
  <inkml:trace contextRef="#ctx0" brushRef="#br1" timeOffset="195">7262 18001 8912,'-23'0'0,"0"0"0,2 0 0,2 0 0,4-2 0,3-3 0,5 5 0,7 0 0,0 1 0,0 11 0,2 1 0,3 3 0,-1 7 0,8-1 0,1-2 0,2-7 0,-5 2 0,-3-5 0</inkml:trace>
  <inkml:trace contextRef="#ctx0" brushRef="#br1" timeOffset="196">7434 17881 8912,'8'25'0,"-2"1"0,11 9 0,-2 1 0,14 4 0,-8-3 0,19 5 0,-4-8 0</inkml:trace>
  <inkml:trace contextRef="#ctx0" brushRef="#br1" timeOffset="197">12012 17692 8912,'0'-33'0,"0"3"0,0 3 0,0 2 0,0 12 0,-2 13 0,-4 9 0,2 8 0,-7 8 0,-1 8 0,3 5 0,-7 4 0,5-2 0,1 2 0,-1 6 0,-1-2 0,3 2 0,-5-6 0,9-2 0,-9-4 0,5-9 0,-8-2 0</inkml:trace>
  <inkml:trace contextRef="#ctx0" brushRef="#br1" timeOffset="198">12287 17778 8912,'0'-27'0,"0"4"0,0 4 0,0 2 0,0 7 0,-6 4 0,1 12 0,-9 15 0,3 19 0,-12 12 0,-6 17 0,-3 13 0,-3 4-313,18-34 0,0 1 0,-18 37 1,18-40-1,0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3.94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7813 5880 8912,'-17'10'0,"-1"-3"0,1-7 0,0 0 0,5 0 0,1 0 0,5 0 0,-5 0 0,7 0 0,-4 0 0,8-2 0,0-3 0,-5-5 0,-1-7 0,2 0 0,-4-2 0,3-4 0,-3-4 0,4-9 0,-2-6 0,3-10 0,1-13 0,2-9 0,0-16 0,3-2 0,2 43 0,2-1 0,3-2 0,3 1 0,1 2 0,2 2-140,1 1 0,1 0 0,5 2 0,2 0 140,0 1 0,1 1 0,3-2 0,0 2 0,-1-2 0,1 2 0,25-31 0,3 4 0,-4 14 0,-1 3 0,-8 6 0,-4 10 0,-3 4 0,-3 11 0,-13 9 0,-4 12 0,-3 0 0,-5 2 0,-3 4 0,-4-4 0,-2 13 560,0-13-560,0 6 0,0-1 0,0-5 0,0 6 0,-8-10 0,-3-4 0,-5-3 0,-1-9 0</inkml:trace>
  <inkml:trace contextRef="#ctx0" brushRef="#br0" timeOffset="1">8329 3954 8912,'-2'-15'0,"-4"4"0,4-5 0,-3 13 0,10-9 0,13 8 0,10-1 0,7 3 0,5 2 0,4 2 0,6 1 0,-3 5 0,-1 2 0,-6 3 0,6 10 0,-9 4 0,-3 7 0,-9 8 0,-12 2 0,-3 4 0,-2 3 0,-5-3 0,-8 9 0,-5-5 0,-7-6 0,0-6 0,-1-11 0,1 3 0,0-5 0</inkml:trace>
  <inkml:trace contextRef="#ctx0" brushRef="#br0" timeOffset="2">9430 3903 8912,'-17'-12'0,"0"3"0,2-1 0,1 3 0,3-1 0,7 4 0,-2 10 0,4 5 0,2 14 0,2 8 0,2 5 0,2 0 0,7 6 0,-3 0 0,-1 0 0,-3-4 0,2 2 0,-3-2 0,7 0 0,-6-5 0,-1-3 0,-3-3 0,2-6 0,2-4 0,0-10 0,-6-3 0,0-12 0,1-5 0,3-12 0,2-6 0,-2-3 0,0-1 0,1 5 0,-1-5 0,8 5 0,-8 3 0,1 2 0,5 4 0,-1 2 0,9 7 0,-1 4 0,-6 6 0,1 6 0,1 7 0,2 8 0,-3 0 0,-1 8 0,1-8 0,5 2 0,0 2 0,0-2 0,1-2 0,-1-10 0,-6-3 0,1-8 0,-1 0 0,7 0 0,-1 0 0</inkml:trace>
  <inkml:trace contextRef="#ctx0" brushRef="#br0" timeOffset="3">9843 4109 8912,'0'17'0,"0"-5"0,0-1 0,0 1 0,0 5 0,-5 0 0,-3 2 0,0 2 0,1 2 0,-5 0 0,6-6 0,3 6 0,8 0 0,7-2 0,3-9 0,2-7 0,6-3 0,0-2 0,2-2 0,-2-3 0,-4-5 0,4-7 0,-6-6 0,-5 0 0,-5-6 0,-7 6 0,0-5 0,-1 5 0,-5 2 0,-6 2 0,-3 3 0,-2 5 0,0 3 0,-1 8 0,1 0 0,0 0 0,0 2 0,0 4 0,7-2 0,4 7 0,4 1 0,2 5 0,8 0 0,2 0 0</inkml:trace>
  <inkml:trace contextRef="#ctx0" brushRef="#br0" timeOffset="4">10205 4126 8912,'-10'-7'0,"-5"5"0,5-6 0,-1 8 0,1 2 0,3 6 0,3 9 0,2 2 0,2 10 0,2-6 0,4 5 0,1-5 0,7 4 0,-3 0 0,2-1 0,8-6 0,2-3 0,0 0 0,-5-6 0,-1-3 0,0-2 0,0-4 0,-1-4 0,-3-4 0,-4-5 0,-1-5 0,-2-7 0,-6 0 0,0-5 0,0 5 0,0-8 0,0 5 0,0-1 0,0 4 0,0 4 0,0 2 0,2 15 0,3 7 0,-1 14 0,8 4 0,-6 8 0,5-2 0,0-3 0,7 3 0,-1-8 0,0 2 0,0-4 0,0-4 0,1-3 0,-1-6 0,2-6 0,4-6 0,-10-6 0,5-11 0,-5 2 0,2-7 0,-1-3 0,-3-1 0,-5-3 0,3 3 0,-1 1 0,-4 3 0,-2 7 0,-2-2 0,-2 11 0,-2 8 0,-2 8 0,-5 6 0,5 7 0,0 6 0,6 0 0,2 0 0,4-6 0,4 0 0,7 0 0,0 1 0</inkml:trace>
  <inkml:trace contextRef="#ctx0" brushRef="#br0" timeOffset="5">11134 4230 8912,'0'-12'0,"0"1"0,0-3 0,0-1 0,0-2 0,0 5 0,0 1 0,0 9 0,0 2 0,0 9 0,0 12 0,2 4 0,4 2 0,-4 2 0,3 5 0,-1-5 0,2-1 0,-4-1 0,4 2 0,-5 1 0,-1-7 0,0-2 0,0-2 0,0-9 0,0-2 0,0-29 0,0-8 0,0-7 0,0 1 0,0 1 0,0-2 0,0-3 0,0-1 0,2 2 0,4 9 0,-2-1 0,7 7 0,-5 0 0,6 6 0,1 1 0,2 5 0,2 3 0,1 8 0,-1 8 0,0 3 0,-5 7 0,-1 5 0,1 1 0,3 7 0,-2-2 0,-1 1 0,-7-3 0,7 2 0,-8-8 0,1 2 0,5-4 0,-8-2 0,7-8 0,-3-3 0,-4-12 0,4-5 0,2-6 0,-3-6 0,3 2 0,-2-8 0,-3 8 0,9-2 0,-8 4 0,1 2 0,3 5 0,0 1 0,1-2 0,-5 5 0,11 0 0,-11 14 0,8 0 0,-7 7 0,5-1 0,-2 3 0,-4 2 0,5-5 0,3-1 0,-3-1 0,3 1 0,-7 2 0,7-7 0,1-2 0,-5-2 0,7-2 0,-7-2 0,5-4 0,-1-5 0,-7-4 0,7-3 0,-8 1 0,1 0 0,-1 5 0,2 1 0,-4 0 0,6-7 0,-8 7 0,0-1 0,1 9 0,5-3 0,-4 4 0,6 0 0,-8-4 0,7 4 0,1-7 0,5 3 0,-1-5 0,-1-5 0,7-1 0,-7 2 0,1 3 0,-9 5 0,13 7 0,-13 2 0,9 3 0,-8 5 0,1 7 0,-3-5 0,-2-1 0,6 1 0,0 5 0,2-2 0,-5-2 0,3-1 0,7-1 0,-11 1 0,4-1 0,4-7 0,-1 4 0</inkml:trace>
  <inkml:trace contextRef="#ctx0" brushRef="#br0" timeOffset="6">12304 3868 8912,'-25'-17'0,"0"6"0,-3-1 0,-3 9 0,8-3 0,2 4 0,2 2 0,2 9 0,0 9 0,7 1 0,4 9 0,4 7 0,2 5 0,0-2 0,0-2 0,8-1 0,4-1 0,3-1 0,2-5 0,2-3 0,2-8 0,2-1 0,-2-5 0,-2-3 0,-1-8 0,1-2 0,4-4 0,-4-5 0,4-12 0,-4-4 0,-2-7 0</inkml:trace>
  <inkml:trace contextRef="#ctx0" brushRef="#br0" timeOffset="7">12425 3576 8912,'-18'10'0,"7"3"0,0-7 0,5 1 0,-4-1 0,3 6 0,1 9 0,6 2 0,0 9 0,0 2 0,0 3 0,2 9 0,3 1 0,7 3 0,-2-4 0,1 0 0,-5-8 0,5 2 0,-7-11 0,2-6 0,1-4 0,-1-2 0,0-8 0,-6-1 0,2-16 0,4-3 0,-5-12 0,7-6 0,0-3 0,3-2 0,-1-7 0,1 1 0,1 6 0,5 5 0,-6 10 0,1 2 0,-1 2 0,7 9 0,-1 2 0,0 12 0,0 9 0,-5 8 0,-1 9 0,1-5 0,5 0 0,6-3 0,0 3 0,2-6 0,-3-12 0,5-3 0,8-8 0</inkml:trace>
  <inkml:trace contextRef="#ctx0" brushRef="#br0" timeOffset="8">13457 3507 8912,'-17'-7'0,"0"-5"0,0-3 0,-1 5 0,1 5 0,0 5 0,0 5 0,0 9 0,-1 7 0,1 8 0,2 11 0,1 5 0,3 5 0,7 0 0,-2-2 0,4-3 0,2 3 0,0-6 0,2-2 0,4-7 0,6-10 0,3-2 0,2-16 0,2 1 0,2-10 0,2-7 0,-2-12 0,4-8 0,-2-5 0,0-4 0,2-6 0,-8 2 0,0-2 0,-5 8 0,-7-2 0,-3 4 0,4 1 0,-12 3 0,-5 3 0,-12 6 0,-6 12 0,-3 5 0,-3 4 0,7 4 0,-1 4 0,8 3 0,-2 9 0,12-1 0,5 0 0,4 0 0,2 0 0,0 1 0</inkml:trace>
  <inkml:trace contextRef="#ctx0" brushRef="#br0" timeOffset="9">13646 3542 8912,'18'-17'0,"-1"-6"0,0 0 0,-7 0 0,-3 6 0,-9 7 0,-3 4 0,3 6 0,-4 8 0,4 7 0,2 6 0,0 10 0,0-2 0,6-3 0,0 3 0,5-6 0,-5 5 0,7-7 0,-3 2 0,1-5 0,1-7 0,-1 2 0,6-7 0,1 0 0,-1-8 0,0-4 0,0-9 0,0-8 0,-1-6 0,-5 6 0,-1-7 0,-6 1 0,1-3 0,-1-3 0,-2 7 0,-2-1 0,0 8 0,0-2 0,0 4 0,0 2 0,0 7 0,0 5 0,0 10 0,0 5 0,0 9 0,0 2 0,0 2 0,8 6 0,3-7 0,-1 7 0,1-6 0,1-2 0,3-8 0,-2-3 0,-1-2 0,-1-3 0,6-5 0,1 0 0,-1 0 0,-6-7 0,1-5 0,-3-5 0,3-6 0,1-4 0,-7-7 0,-2 0 0,-2-1 0,-2 1 0,0-1 0,0 3 0,0 3 0,0 5 0,0 14 0,0 6 0,2 16 0,1 11 0,3 7 0,8 12 0,-3 4 0,4 2 0,3-2 0,5 1 0,-1-7 0,11-5 0,-1-8 0,7-5 0,-1-6 0,-2-7 0,6-9 0,2 0 0</inkml:trace>
  <inkml:trace contextRef="#ctx0" brushRef="#br0" timeOffset="10">14799 3250 8912,'6'-23'0,"0"0"0,-2 2 0,-2 0 0,-2 0 0,0-2 0,0 2 0,0 2 0,0 19 0,2 13 0,1 18 0,3 12 0,6 9 0,-5 3 0,1 3 0,0-3 0,3 4 0,-5-1 0,5-3 0,-3-7 0,1-2 0,5 1 0,-5-1 0,3-6 0,-8 1 0,1-13 0,-3-3 0,-17-23 0,-4-14 0</inkml:trace>
  <inkml:trace contextRef="#ctx0" brushRef="#br0" timeOffset="11">14799 3112 8912,'-17'0'0,"6"-6"0,-1 0 0,8-1 0,-1 1 0,5-2 0,5-3 0,13 3 0,10 8 0,7 0 0,5 0 0,-2 0 0,6 0 0,-2 0 0,-4 0 0,3 8 0,-7 3 0,4 10 0,-9 2 0,-6 2 0,-6-2 0,-2 4 0,-9 7 0,-2 1 0,-2-1 0,-10-1 0,-3-5 0,-5 1 0,-1-12 0,0 4 0,0-9 0,0-5 0,-1-1 0,9-12 0,3-5 0,4-12 0,2-4 0,0-2 0,0 1 0,6 1 0,0-2 0,7-1 0,-1 7 0,-3 6 0,3 5 0,-1 3 0,6-3 0,0 5 0,1 7 0,-1 0 0,0 7 0,-2 3 0,-3 7 0,-3 0 0,-3 0 0,-2-5 0,7-1 0,-5-1 0,6 1 0,-7-3 0,7-8 0,-6-8 0,5-3 0,-7-6 0,2-6 0,1 2 0,1-8 0,0 0 0,-1 3 0,-1-5 0,-6 8 0,6 0 0,-1 6 0,1 6 0,-6-1 0,0 8 0,2-1 0,4 10 0,-4 5 0,3 7 0,-1 0 0,2 0 0,-2 1 0,7-1 0,-1-6 0,1 1 0,5-3 0,-5 5 0,4-3 0,3-7 0,-1 4 0,0-8 0,0 0 0,0-8 0,-5 0 0,-1-3 0,-7-4 0,4 5 0,-8-7 0</inkml:trace>
  <inkml:trace contextRef="#ctx0" brushRef="#br0" timeOffset="12">15918 3026 8912,'-8'10'0,"-1"-3"0,-8-7 0,-1 0 0,1 0 0,0 0 0,0-6 0,0 1 0,-1-1 0,1 6 0,6 0 0,-1 0 0,-1 0 0,5 10 0,2 7 0,5 2 0,1 9 0,0-5 0,0 6 0,1-8 0,5 2 0,6-4 0,3-2 0,2-1 0,0-5 0,1-3 0,-1-8 0,2-2 0,4-4 0,-4-5 0,4-12 0,-4-4 0,-2-7 0,0-1 0,1 1 0,-3-3 0,-4-3 0,3 4 0,-8-4 0,-1-2 0,-5 2 0,0 0 0,0 5 0,-2 3 0,-3 3 0,1 12 0,-8 11 0,9 8 0,-3 10 0,4 9 0,2 19 0,0-2 0,0 8 0,0 0 0,0 5 0,0-7 0,0-4 0,2 2 0,2-2 0,3-3 0,3-7 0,-1-5 0,3-8 0,3-7 0,-3-4 0,3-4 0,2-2 0,0-14 0,1-3 0,-1-12 0,0 1 0,0-5 0,0-1 0,-1-1 0,-5 1 0,3 0 0,-9-1 0,3 3 0,-2 3 0,-4 4 0,3 8 0,-3 6 0,-2-1 0,6 16 0,0 2 0,1 7 0,-1 4 0,-4 8 0,4 4 0,1 3 0,-1 1 0,0-3 0,1-1 0,-5-8 0,4 2 0,4 4 0,-1-8 0,1 6 0,-3-24 0,-7-2 0,0-17 0</inkml:trace>
  <inkml:trace contextRef="#ctx0" brushRef="#br0" timeOffset="13">16297 2717 8912,'0'-18'0,"0"1"0,0 0 0,0 7 0,7 3 0,3 9 0,7 3 0,0 7 0,0 3 0,1 2 0</inkml:trace>
  <inkml:trace contextRef="#ctx0" brushRef="#br0" timeOffset="14">16796 2734 8912,'-44'0'0,"4"0"0,3 0 0,3 0 0,1 7 0,5 5 0,-3 9 0,8 2 0,2 7 0,10-1 0,3 3 0,8 3 0,2-1 0,4 1 0,3-1 0,8 0 0,6-5 0,0 0 0,2-14 0,-2 2 0,-4-11 0,4 0 0,2-4 0,-2-6 0,0-8 0,2-11 0,1-15 0,9-6 0</inkml:trace>
  <inkml:trace contextRef="#ctx0" brushRef="#br0" timeOffset="15">16933 2510 8912,'-7'-34'0,"3"7"0,-8 4 0,9 12 0,-5 5 0,8 14 0,-2 9 0,-4 10 0,4 7 0,-3 6 0,3 4 0,2 8 0,0-1 0,0 1 0,0-3 0,0-3 0,0-4 0,0-7 0,0-1 0,0 0 0,5-7 0,1-4 0,8-11 0,-5-5 0,8-14 0,1-5 0,-1-5 0,0-6 0,-2-4 0,-1-7 0,-3 1 0,2 5 0,3-5 0,1 5 0,-2-3 0,-3 2 0,1 5 0,-7 6 0,7 1 0,-5 9 0,3 8 0,-5 10 0,-4 13 0,-2 6 0,6 1 0,0-1 0,-1 3 0,-5-3 0,0-4 0,0-2 0,6 2 0,2-4 0,1-6 0,-5-6 0,11-16 0,-5-3 0</inkml:trace>
  <inkml:trace contextRef="#ctx0" brushRef="#br0" timeOffset="16">17226 2510 8912,'11'0'0,"1"0"0,-8-2 0,1-3 0,-3 3 0,6-6 0,-4 10 0,7 4 0,-7 3 0,2 8 0,-4 1 0,-2-1 0,-8 8 0,-1 1 0</inkml:trace>
  <inkml:trace contextRef="#ctx0" brushRef="#br0" timeOffset="17">16830 2923 8912,'-9'-27'0,"1"2"0,10 8 0,4 0 0,5 2 0,12 3 0,4-3 0,9 3 0,2-3 0,2-2 0,6 5 0,-6 1 0,16-8 0,-3-8 0</inkml:trace>
  <inkml:trace contextRef="#ctx0" brushRef="#br0" timeOffset="18">17501 2665 8912,'-25'9'0,"-1"5"0,-9-8 0,8 5 0,4-5 0,4 7 0,2-1 0,6 3 0,-1 2 0,8 2 0,-1 2 0,3 2 0,2-2 0,2-4 0,3-5 0,5 3 0,7-3 0,0-5 0,1-1 0,-7-4 0,0-2 0,1 0 0,3-2 0,-1-4 0,-3-5 0,-5 1 0,5-1 0,-7-1 0,2-5 0,-4 0 0,-2 0 0,0-1 0,0 1 0,-6 0 0,0 0 0,-1 0 0,3 0 0,-2-1 0,0 7 0,6-1 0,0 9 0,0-13 0,0 7 0</inkml:trace>
  <inkml:trace contextRef="#ctx0" brushRef="#br0" timeOffset="19">17587 2751 8912,'0'9'0,"0"-1"0,2-8 0,4 0 0,-4 8 0,5-4 0,-5 5 0,4-1 0,-4 5 0,6-11 0,-8 8 0,0-5 0,0-3 0,2 6 0,1-10 0,3-4 0,0-3 0,-6-9 0,0 1 0,0 0 0,6 0 0,-1 0 0,3 0 0,-2-1 0,-2 1 0,7 2 0,2 3 0,-3-1 0,1 7 0,-5 1 0,6 5 0,-1 0 0,6 0 0,1 0 0,-1 0 0,2 5 0,4 1 0,2 0 0,5-6 0,-1 0 0,2 0 0,1-2 0,2-4 0,1-3 0,-1-9 0,-5-5 0,0 1 0,-8-3 0,2 2 0,-10 2 0,-1-8 0,-9 8 0,3-2 0,-4 4 0,-4 9 0,-4 5 0,4 3 0,-11 4 0,7 3 0,-5 5 0,5 7 0,-5 8 0,5 4 0,0 3 0,6 3 0,0 1 0,0 2 0,0 2 0,0-2 0,0-1 0,0-3 0,0-1 0,0-5 0,0 3 0,0-8 0,-9 5 0,-9-5 0,-1 0 0,-9-6 0,-1 1 0,-6-1 0,-7-8 0,-3-3 0,-13-4 0,-3-2 0</inkml:trace>
  <inkml:trace contextRef="#ctx0" brushRef="#br0" timeOffset="20">14197 4728 8912,'0'-17'0,"0"0"0,0 0 0,-2-1 0,-3 1 0,-7 2 0,-3 1 0,-2 3 0,-3 7 0,-1-2 0,-3 5 0,-3 1 0,6 1 0,-2 7 0,4 9 0,1 10 0,7 7 0,-1 5 0,1 3 0,1 2 0,3-4 0,7 6 0,0-8 0,0 2 0,0-6 0,0-5 0,2-4 0,3-8 0,5-7 0,7-5 0,0-5 0,3-7 0,1-11 0,2-8 0,7-14 0,-1-6 0,-4-10 0,-2-1 0,-4-6 0,-2 6 0,-7-12 0,-5 6 0,-5 4 0,-5 3 0,-3 12 0,-4 4 0,-3 12 0,6 10 0,-1 26 0,4 15 0,4 9 0,2 8 0,8 4 0,5 8 0,6 0 0,4-1 0,2-1 0,-2-4 0,-4-4 0,4-8 0,-4-7 0,-1-4 0,5-6 0,0-6 0,-2-5 0,-4-12 0,-6-5 0,5-6 0,-5-6 0,-3 2 0,-3-8 0,3 2 0,-2-1 0,-1-5 0,-5 5 0,2-3 0,4 2 0,-4 5 0,4 6 0,-4 1 0,0 8 0,3 3 0,-1 17 0,8 7 0,-7 10 0,7 1 0,-6 9 0,5 2 0,-1 0 0,1-5 0,2-7 0,-5-1 0,0-2 0,-1-4 0,7-2 0,-12-2 0,13-7 0,-5-3 0</inkml:trace>
  <inkml:trace contextRef="#ctx0" brushRef="#br0" timeOffset="21">14455 4453 8912,'0'-17'0,"-2"5"0,-3 1 0,3 5 0,-4-5 0,4 5 0,2-5 0,0-3 0,2 7 0,4 1 0,11-4 0,10 1 0,7-9 0</inkml:trace>
  <inkml:trace contextRef="#ctx0" brushRef="#br0" timeOffset="22">14920 4281 8912,'-17'0'0,"5"0"0,1 0 0,-1 0 0,-5 0 0,0 0 0,0 0 0,-1 0 0,1 8 0,0 3 0,7 6 0,5 6 0,-3 6 0,2 11 0,1-2 0,5 8 0,5 6 0,3 3 0,2-3 0,3-5 0,0-8 0,-1 1 0,3-6 0,-3-5 0,-3-4 0,3-8 0,-9 0 0,5-7 0,-8-3 0</inkml:trace>
  <inkml:trace contextRef="#ctx0" brushRef="#br0" timeOffset="23">14713 4745 8912,'-9'-7'0,"-5"3"0,9-8 0,-1 7 0,6-7 0,0-1 0,8 3 0,3-1 0,6-1 0,6-5 0,6 0 0,9 0 0,4 0 0,2-1 0,-4-6 0,6-5 0,0-4 0,6-1 0</inkml:trace>
  <inkml:trace contextRef="#ctx0" brushRef="#br0" timeOffset="24">15264 4144 8912,'-19'-2'0,"-4"-4"0,2 2 0,-6-5 0,2 1 0,4 4 0,2 4 0,2 6 0,2 9 0,3 8 0,5 9 0,7 1 0,0 7 0,0 4 0,0 4 0,0 9 0,7-2 0,5 9 0,3-3 0,2 2 0,-1-10 0,-3-9 0,-4-4 0,-1-7 0,4-1 0,-7-9 0,3-2 0,-2-9 0,-4 3 0,3-13 0,-10 4 0,-5-20 0,-7-5 0</inkml:trace>
  <inkml:trace contextRef="#ctx0" brushRef="#br0" timeOffset="25">15006 4608 8912,'29'-12'0,"-1"1"0,1-1 0,5-5 0,7-6 0,-1 0 0,6 0 0,-4 4 0,0-2 0,0-2 0,-10 0 0,-9 6 0,-4 0 0,-1 0 0,-9 0 0,-3-1 0,-4 7 0,-4 1 0,-4 3 0,-3 1 0,-9 6 0,1 0 0,0 0 0,5 8 0,1 3 0,0 4 0,1 3 0,0 5 0,5 0 0,3 7 0,-4-1 0,4 9 0,2 2 0,0-2 0,0-1 0,0-9 0,0 1 0,2-2 0,4 1 0,-2-9 0,7-7 0,1-10 0,5-2 0,0-10 0,0-7 0,0-6 0,-5-6 0,-1-11 0,-1 4 0,1-4 0,3 2 0,-9-2 0,1 3 0,-6-3 0,0 6 0,0 5 0,0-1 0,0 7 0,0 2 0,0 9 0,6 6 0,0 12 0,7 6 0,-1 11 0,3-2 0,2 7 0,2 1 0,4 5 0,-4 1 0,4-1 0,-4-5 0,-1-1 0,4-7 0,1 0 0,-2-5 0,-1-5 0,-3-7 0,0-12 0,0-11 0</inkml:trace>
  <inkml:trace contextRef="#ctx0" brushRef="#br0" timeOffset="26">16538 3679 8912,'-8'-17'0,"-4"0"0,-3 0 0,-2 1 0,0 5 0,-1 3 0,3 10 0,4 4 0,1 11 0,6 14 0,-1 9 0,1 11 0,4 3 0,6 9 0,-3-6 0,9 6 0,1 0 0,2-1 0,3 2 0,-1-6 0,0-7 0,0-7 0,1-2 0,-1-3 0,0-11 0,0-5 0,0-11 0,1-7 0,-9-3 0,6-17 0,-5-4 0</inkml:trace>
  <inkml:trace contextRef="#ctx0" brushRef="#br0" timeOffset="27">16434 4092 8912,'0'-10'0,"8"-5"0,1 6 0,9-9 0,-1 3 0,0 4 0,8-5 0,4 5 0,3-4 0,3-3 0,5 3 0,0 4 0,-2 3 0,-9 8 0,1 0 0,-7 0 0,4 2 0,-10 4 0,4 3 0,-11 8 0,-1 1 0,-3-1 0,-4 8 0,-2-6 0,0 4 0,0-4 0,0-2 0,-2-7 0,-4-5 0,3-3 0,-9-2 0,8 0 0,-11 0 0,7-7 0,-3-5 0,5-3 0,4-2 0,2-6 0,0 0 0,2 0 0,4 6 0,4-1 0,7 1 0,0 0 0,0 6 0,0-1 0,1 8 0,-1-1 0,0 3 0,0 4 0,0 3 0,1-1 0,-1 8 0,0-9 0,0 5 0,0-8 0,6 0 0,0 0 0,0-2 0,-6-4 0,1 3 0,-1-9 0,-2-1 0,-3-3 0,1-1 0,-7 0 0,0 0 0,-6 0 0,-2-1 0,-4 1 0,-9 2 0,-8 4 0,-6-5 0,6 5 0,-6 1 0,6-1 0,-5 7 0,5-2 0,2 4 0,2 2 0,7 0 0,1 0 0,1 8 0,-1 3 0,3-1 0,8 1 0,8 1 0,1 5 0</inkml:trace>
  <inkml:trace contextRef="#ctx0" brushRef="#br0" timeOffset="28">17587 3628 8912,'-7'-17'0,"3"1"0,-8 5 0,8-4 0,-3 5 0,7 2 0,0 8 0,7 8 0,-3 9 0,8 0 0,-6 2 0,5 4 0,-7-4 0,2 4 0,1 2 0,-1-2 0,-2-2 0,-2-2 0,-2-2 0,0 1 0,0-1 0,0 0 0,0-7 0,2-3 0,1-9 0,3-3 0,0-7 0,-6-11 0,6-4 0,1-7 0,1 0 0,0-1 0,3 1 0,-5 0 0,5 7 0,-5 4 0,2 4 0,-3 2 0,-3-1 0,14 9 0,-5 3 0,4 4 0,-3 10 0,-1 3 0,-5 5 0,6 1 0,-7 2 0,7 4 0,-8-10 0,1 4 0,5-3 0,-1-5 0,3-1 0,-1-8 0,-5-8 0,6-3 0,-9-4 0,3-3 0,2 1 0,-3 0 0,9 0 0,-3 0 0,5 1 0,1 5 0,6-3 0,0 9 0,7-1 0,-1 6 0,4 2 0,1 4 0,-2 3 0,-3 8 0,-6 1 0,-4-1 0,-4 2 0,-3 4 0,3-4 0,-13 13 0,6-5 0</inkml:trace>
  <inkml:trace contextRef="#ctx0" brushRef="#br0" timeOffset="29">16262 4969 8912,'-9'-17'0,"-7"1"0,7 3 0,-3 2 0,1-1 0,-3 2 0,-1 5 0,0 10 0,1 9 0,3 7 0,-2 8 0,-1 11 0,3 6 0,5 3 0,4 3 0,2-6 0,0-1 0,0 1 0,0-2 0,2-7 0,4-9 0,1-13 0,7 1 0,-3-9 0,3-9 0,7-7 0,2-14 0,-2-8 0,-2-7 0,-2 0 0,0-8 0,-2 6 0,-3-6 0,-2 6 0,-5-6 0,-3 8 0,4 0 0,-4 7 0,-2 8 0,0 4 0,0 2 0,0 7 0,2 3 0,3 7 0,-3 7 0,4 5 0,4-2 0,1 1 0,3 0 0,-3 7 0,6-1 0,0 0 0,1-7 0,5-3 0,-4-1 0,-2 0 0,2-1 0,4-5 0,-4 0 0,4 0 0,-4 0 0,-9-2 0,-5-3 0,-3 1 0,-2-8 0,0 7 0,0-7 0,0 8 0,0-3 0,0 7 0,6 7 0,0 5 0,7-3 0,-1 3 0,3-3 0,2 3 0,0 3 0,1-7 0,-1 3 0,0-3 0,0-8 0,-5-8 0,-3-3 0,-1-4 0,-4-3 0,-2-1 0,-2-4 0,0 2 0,0-5 0,2 1 0,3 4 0,-3 2 0,21-6 0,-4-2 0</inkml:trace>
  <inkml:trace contextRef="#ctx0" brushRef="#br0" timeOffset="30">17105 4745 8912,'-17'0'0,"6"0"0,-1 0 0,1 0 0,-6 0 0,-1 0 0,1 2 0,0 4 0,0 5 0,5 5 0,1 1 0,7 0 0,-2 0 0,-1 0 0,1 1 0,0-1 0,6 0 0,0 0 0,2-1 0,4-5 0,-2-3 0,7-8 0,-5 0 0,5 0 0,1-2 0,5-4 0,-6 4 0,1-4 0,1 4 0,3 2 0,3 0 0,4 0 0,-4 8 0,4 4 0,-4 3 0,-2 2 0,0 2 0,-1 4 0,-3 4 0,-2 0 0,-7 5 0,2-3 0,-4 3 0,-2 3 0,-14-7 0,-3 1 0,-9-8 0,3 2 0,-8-4 0,2-2 0,4-7 0,2-5 0,-1-3 0,1-2 0,4-2 0,5-3 0,-1-20 0,5-12 0</inkml:trace>
  <inkml:trace contextRef="#ctx0" brushRef="#br0" timeOffset="31">17708 4505 8912,'0'-25'0,"0"6"0,0-4 0,0 4 0,0 1 0,0 11 0,0 7 0,2 13 0,3 14 0,-1 3 0,8 16 0,-7 6 0,7 5 0,-6 1 0,5-7 0,-5 1 0,3-3 0,-1-1 0,-4-2 0,-2-8 0,-2 2 0,6-9 0,-1-2 0,1-14 0,-6 2 0,0-11 0,0-1 0,-2-10 0,-4-7 0,4-11 0,-5-3 0</inkml:trace>
  <inkml:trace contextRef="#ctx0" brushRef="#br0" timeOffset="32">17708 4436 8912,'19'0'0,"4"0"0,4 0 0,7 0 0,0 0 0,1 0 0,-1 2 0,1 3 0,-3 5 0,-3 7 0,0 0 0,-10 1 0,-6-1 0,-3 0 0,-5 0 0,-5 0 0,-2-1 0,-3-5 0,1 2 0,-8-7 0,7 0 0,-7-6 0,8-2 0,-1-4 0,-3-3 0,2-8 0,2-1 0,2 1 0,8 0 0,0 0 0,2-2 0,-3-4 0,3 4 0,5-2 0,-1 5 0,1 5 0,3-1 0,1-5 0,0 6 0,0-1 0,2 7 0,2-5 0,4 2 0,2 5 0,-6 1 0,2 2 0,-6 7 0,-5 5 0,3 9 0,-6 2 0,1 0 0,-4 1 0,-4-4 0,-2 3 0,2-4 0,3-2 0,-3 0 0,6 0 0,-8-7 0,0-10 0,0-12 0,2 1 0,2-4 0,3-5 0,3 1 0,1 0 0,6 2 0,1-2 0,-1-2 0,0 0 0,0 6 0,1-1 0,-1 11 0,6-7 0,0 6 0,0-5 0,-6 5 0,0 0 0,0 6 0,0 0 0,1 0 0,3-1 0,-4-5 0,4 4 0,-13-13 0,3 3 0,-5 5 0,-12 1 0,-4 4 0,-7 2 0,0 0 0,0 8 0,0 3 0,1 4 0,5 2 0,-3 3 0,9 3 0,-1-4 0,6 4 0,0-4 0,0-2 0,0 0 0,0 0 0,0 0 0,2-7 0,4-4 0,3-4 0,8-2 0,1-4 0,-1-8 0,6-1 0,0-16 0,2 1 0,-2-7 0,-4 1 0,2-2 0,-6-5 0,-4-4 0,-7-7 0,2-5 0,-4 3 0,-2-3 0,-8-2 0,-3 1 0,1 9 0,-1 9 0,5 11 0,-5 6 0,5 12 0,-6 5 0,7 19 0,-5 12 0,0 13 0,1 14 0,-1-1 0,-1 7 0,5-5 0,4-1 0,2-3 0,0-3 0,8-4 0,3-7 0,5-5 0,1-5 0,2-8 0,4-1 0,-2-9 0,8-1 0,-1-12 0,7-5 0,-1-12 0,1-4 0</inkml:trace>
  <inkml:trace contextRef="#ctx0" brushRef="#br0" timeOffset="33">22902 6471 8912,'-2'-11'0,"-1"0"0,2 0 0,-3 0 0,1 3 0,1 1 0,-2-2 0,0-1 0,4-1 0,0 0 0,-1 1 0,-1 2 0,-2 0 0,0 6 0,-1-3 0,-1 5 0,-5 0 0,0 0 0,2 0 0,-2 0 0,2 0 0,-5 0 0,-4 1 0,0 1 0,-3 2 0,-1-1 0,-2 2 0,-2-2 0,1 5 0,-4-5 0,-1 5 0,-3-5 0,-1 6 0,1-1 0,1 1 0,2 3 0,-2-1 0,2 0 0,-6 1 0,0 2 0,3 1 0,2-2 0,6-1 0,-1 0 0,4-5 0,4 0 0,5-4 0,6 1 0,4 2 0,-2-5 0,5 4 0,0-5 0,0 5 0,0 1 0,0 5 0,-4 0 0,1 4 0,-4 0 0,3 0 0,-3-4 0,4 4 0,-1 0 0,-1 3 0,2-3 0,-2 5 0,1-2 0,3 0 0,-4 1 0,1 4 0,0 1 0,-3 6 0,3-4 0,-3 8 0,3 0 0,-1 3 0,2 0 0,-2 1 0,-3 3 0,3-3 0,4-4 0,-2-1 0,0 0 0,-1-4 0,4-3 0,0-4 0,0-4 0,0 3 0,0-2 0,0-3 0,0-1 0,0-3 0,0-1 0,0 0 0,0 1 0,0-5 0,0 0 0,0-4 0,0 7 0,5-4 0,-4 5 0,4-5 0,-5-1 0,0 0 0,1-4 0,3 3 0,-3-3 0,9-1 0,-4 4 0,6 0 0,-5-1 0,0-3 0,5 0 0,2 0 0,2 4 0,-1 0 0,3-1 0,5-3 0,2 0 0,1 0 0,5 4 0,-2 0 0,4 0 0,0-4 0,-3 0 0,-1 0 0,-3 0 0,4 0 0,0-2 0,-2-1 0,-1 1 0,-5-1 0,1 1 0,-1 2 0,4-1 0,0-2 0,1 1 0,-2-1 0,1 1 0,-1 2 0,3 0 0,2 0 0,-2 2 0,2 1 0,-4-1 0,3 1 0,-3-2 0,4-1 0,-4 0 0,2 0 0,1 0 0,-1 0 0,1 0 0,0 0 0,0 0 0,-3 0 0,-3 2 0,3 1 0,1-1 0,-1 1 0,0-1 0,-3-2 0,3 3 0,0 1 0,-2-2 0,0 0 0,-2-2 0,0 0 0,1 0 0,-1 0 0,5 0 0,3 0 0,-2 0 0,2 0 0,-4 0 0,3 0 0,1 0 0,4 0 0,-1 0 0,0 0 0,-1 0 0,-2 0 0,2-4 0,-2 0 0,-3 1 0,-1 3 0,-1-2 0,1 0 0,2-2 0,1 2 0,-1 0 0,-2 2 0,-1 0 0,5 0 0,-2 0 0,2 0 0,-3 0 0,-5 0 0,0 0 0,1 0 0,-1 0 0,0 0 0,0 0 0,1 0 0,3 0 0,0 0 0,3 0 0,-3 0 0,1 0 0,-1 0 0,-1 0 0,5 0 0,-2 0 0,2 0 0,-4 0 0,-3 0 0,0 0 0,-1 0 0,4 0 0,0 0 0,0 0 0,-4 0 0,0 0 0,0 0 0,4 4 0,0 0 0,5 0 0,-1-4 0,2 0 0,2 0 0,-6 0 0,-2 0 0,-3 0 0,0 0 0,-1 0 0,0 0 0,-1 0 0,-1-2 0,-3 0 0,-1-2 0,4 0 0,-1 4 0,-3 0 0,-1 0 0,1-3 0,-1-1 0,1 0 0,-2 4 0,3-1 0,2-1 0,-1-2 0,-2 1 0,2 2 0,-3 1 0,4 0 0,-5 0 0,5-3 0,-4-1 0,1 0 0,-1 4 0,-3 0 0,3 0 0,-3 0 0,-1 0 0,1 0 0,-1 0 0,0 0 0,0 0 0,0 0 0,0 0 0,2 0 0,1 0 0,-1 0 0,2 0 0,-3 0 0,-1 0 0,4 0 0,0 0 0,1 0 0,-3 0 0,2 0 0,-1 0 0,0-4 0,0 1 0,-1-1 0,2 4 0,1 0 0,-2 0 0,1-1 0,-4-3 0,4 3 0,0-3 0,0-1 0,-4 1 0,0 1 0,0 3 0,-3-1 0,-1-2 0,2-1 0,-3 1 0,1 3 0,-4-5 0,3 3 0,-2-1 0,-3 2 0,4 1 0,-1-2 0,-1-1 0,2 1 0,-1-1 0,-3 1 0,5-1 0,-2-1 0,-3 0 0,4 4 0,-3-3 0,1-1 0,-1-1 0,1 1 0,-2 2 0,1-6 0,1 0 0,0-2 0,4-1 0,-3 0 0,3-1 0,-3-2 0,4-1 0,-5-1 0,5 1 0,-5 1 0,5-4 0,-2-1 0,1-3 0,2 0 0,-5 0 0,3-1 0,-3 1 0,0-1 0,1-3 0,-4 1 0,3-5 0,-2 4 0,2-3 0,-3-1 0,3-3 0,-3 3 0,-1 0 0,1 6 0,3-2 0,-3-1 0,3 1 0,-3 1 0,-1 2 0,0 0 0,0 1 0,0 0 0,0 0 0,0 1 0,0 2 0,0-2 0,0 2 0,0 3 0,0 2 0,0 1 0,0 2 0,-1 1 0,-3 3 0,3-3 0,-4 4 0,5-5 0,-4 3 0,0 1 0,1 4 0,-2-7 0,2 8 0,-4-5 0,-1 4 0,-3-6 0,0 6 0,0-2 0,0 2 0,0-2 0,0-1 0,0 3 0,-1-5 0,-2 6 0,-1-2 0,-4-1 0,4 1 0,-4-3 0,0 3 0,-3-1 0,-4 2 0,1 1 0,-6-1 0,-2 1 0,-3 2 0,-1 0 0,4 0 0,-1 0 0,1 0 0,-1 0 0,1 0 0,3 0 0,1 0 0,-1 0 0,-2 0 0,1 2 0,1 1 0,1-1 0,-5 1 0,-3 2 0,0-1 0,-4 0 0,4-4 0,-5 3 0,1 1 0,-2 1 0,0-3 0,2 2 0,4-1 0,-2-2 0,2-1 0,0 0 0,4 0 0,3 0 0,1 0 0,4 0 0,-1 0 0,-1 0 0,1 0 0,1 0 0,1 0 0,2 0 0,0 0 0,-5 0 0,-3 0 0,2 0 0,-2 0 0,0 0 0,-2 0 0,0 0 0,-1 0 0,7 0 0,-4 0 0,5 0 0,3 0 0,1 0 0,2 0 0,0 0 0,4 0 0,0 0 0,3-1 0,-2-2 0,-1-1 0,-1 1 0,1 3 0,2 0 0,-6 0 0,4-2 0,-3-1 0,-1 2 0,-3-3 0,0 3 0,-1 1 0,0 0 0,-2 0 0,-2 0 0,-1 0 0,3 0 0,-1 0 0,6 1 0,1 3 0,2-3 0,-1 2 0,2 2 0,4-1 0,0 0 0,-2-3 0,0 2 0,0 0 0,-2 1 0,1-4 0,-5 1 0,2 3 0,0-3 0,0 3 0,-1-3 0,-3-1 0,0 4 0,1-1 0,1 0 0,2-2 0,3-1 0,-4 0 0,4 0 0,-3 0 0,4 0 0,-1 0 0,3 0 0,1 0 0,0 0 0,0 0 0,-1 0 0,1 0 0,0 0 0,0 0 0,0 0 0,0 0 0,-2 0 0,-1 0 0,1 0 0,-2 0 0,-2 0 0,0 0 0,-2 0 0,1 0 0,3 0 0,-4 0 0,1-4 0,-4 1 0,3-1 0,0 4 0,5-1 0,-5-3 0,5 3 0,0-3 0,-2 3 0,1 1 0,0 0 0,2 0 0,0 0 0,-2 0 0,0 0 0,4 0 0,0 0 0,0 0 0,-5 0 0,3 0 0,-1 0 0,1 0 0,2 0 0,0 0 0,0 0 0,3 0 0,1 0 0,-2 0 0,-1 4 0,-1-1 0,4 1 0,-1-4 0,1 0 0,-4 0 0,0 4 0,0-1 0,-4 2 0,0-1 0,-5 1 0,2 4 0,-3-2 0,-2 2 0,5-3 0,-1 1 0,4 0 0,-3 0 0,4 2 0,-1-6 0,3 5 0,1-5 0,4 2 0,-1-1 0,1-3 0,1 4 0,1-5 0,5 0 0,0 5 0,-2-2 0,0 4 0,-2 2 0,-5 6 0,3 2 0</inkml:trace>
  <inkml:trace contextRef="#ctx0" brushRef="#br0" timeOffset="34">25762 3225 8912,'0'-8'0,"0"1"0,0-2 0,0-1 0,0-1 0,0 0 0,0 0 0,-2 0 0,0 0 0,-2 0 0,-3 0 0,3-1 0,2 1 0,-3 4 0,1-1 0,0 6 0,0-4 0,1 2 0,-2 3 0,1-3 0,2 4 0,-5 4 0,3 3 0,-1 8 0,1 4 0,3 3 0,-3 4 0,3 2 0,1 1 0,0-2 0,0-5 0,0-1 0,0-2 0,5 0 0,2-4 0,-1-4 0,2-3 0,-1-6 0,4 2 0,4-3 0,0-1 0,5-10 0,-2-5 0,3-6 0,1-5 0,1-2 0,-1 0 0,-5-3 0,-2 5 0,-2-4 0,-2 4 0,-1 2 0,-3 0 0,-2 7 0,-5 2 0,-1 3 0,-3 0 0,-2 3 0,-5 1 0,-4 0 0,0 4 0,-1-4 0,1 5 0,1-1 0,-3 4 0,1 0 0,2 0 0,1 5 0,-1 4 0,-2 4 0,-1 6 0,3 5 0,-1 4 0,3-1 0,1 0 0,1 3 0,3-4 0,3-2 0,3 0 0,1-2 0,0-1 0,1-3 0,3-3 0,2-2 0,5-2 0,0-5 0,0-1 0,0-1 0,0-1 0,1 1 0,-1-4 0,0 0 0,0 0 0,0-5 0,0-2 0,-1-3 0,-2-1 0,1-5 0,-1-3 0,2-1 0,0 1 0,-3 0 0,-3-1 0,1-1 0,-2-1 0,0 1 0,-2 2 0,-2 0 0,-3 4 0,2-4 0,-6 5 0,0 1 0,-2 5 0,-1 3 0,-1 5 0,1 0 0,-1 1 0,-2 4 0,0 6 0,-1 6 0,4 9 0,-1-1 0,1 4 0,0 4 0,1 1 0,3-3 0,3-3 0,3-2 0,1-5 0,0-2 0,0-4 0,5-4 0,2-4 0,3-2 0,1-5 0,0 0 0,1 0 0,0-1 0,3-3 0,-3-6 0,3-4 0,-1-6 0,0 1 0,-1-2 0,2-1 0,-3 0 0,-1 0 0,-3-1 0,-2 2 0,-1 2 0,-3 0 0,-1 1 0,-1-3 0,-1 2 0,-3 4 0,-2 3 0,-5 1 0,-1 1 0,-3 2 0,3 0 0,-3 4 0,2 2 0,2 0 0,-4 4 0,1 1 0,0 5 0,2 2 0,0 2 0,1 3 0,4 2 0,-1 5 0,5 1 0,-3 0 0,1 2 0,2 1 0,2 0 0,1-4 0,5-4 0,2 0 0,3-4 0,1-4 0,0 0 0,1-6 0,0 0 0,3-4 0,-3 0 0,3 0 0,-1-7 0,0-4 0,-1-1 0,2-7 0,-3 2 0,-1-1 0,-3-3 0,-2 2 0,0-1 0,0 2 0,-3-2 0,0 5 0,-1-1 0,-2 1 0,-5 3 0,-3-3 0,-2 3 0,-1 1 0,0 3 0,0 2 0,0 1 0,0 3 0,-1 0 0,1 2 0,0 7 0,0 4 0,0 5 0,0 6 0,1 6 0,3 6 0,-3 0 0,2 7 0,3-9 0,2 2 0,1-5 0,2-4 0,2 1 0,1-10 0,5-1 0,2-4 0,-3-7 0,0-1 0,1-1 0,3-4 0,0-1 0,0-5 0,0-7 0,-3 2 0,-1-6 0,1 1 0,3-4 0,-1 3 0,-3 0 0,-1 1 0,-3-3 0,0 1 0,0 2 0,-2 4 0,-1-1 0,-1-1 0,-3 1 0,-2 4 0,-5 4 0,0 3 0,0-3 0,-1 4 0,1 0 0,0 1 0,0 7 0,0 3 0,0 6 0,3-1 0,1 2 0,5-2 0,-2 2 0,3 1 0,1 3 0,0-2 0,0-3 0,1 0 0,3 0 0,-2-2 0,5-1 0,2 1 0,1-3 0,1-1 0,0 0 0,0-4 0,0-1 0,1-3 0,-1-4 0,4-3 0,-1-8 0,2-3 0,-1-4 0,-1-4 0,4 0 0,-4-3 0,0 1 0,-4 1 0,-3 0 0,-5 2 0,2 7 0,-8-2 0,-3 5 0,-4 0 0,-4 4 0,1 5 0,-4 2 0,-1 3 0,2 1 0,-4 1 0,2 3 0,3 7 0,0 8 0,2 2 0,-1 1 0,0 2 0,4 1 0,1-1 0,2 2 0,0 1 0,4-1 0,0-1 0,4-7 0,2-2 0,0-5 0,3 1 0,1-1 0,2-5 0,3-2 0,1-4 0,3-4 0,-3-2 0,3-5 0,1-6 0,-1-1 0,4-2 0,-3 0 0,0 2 0,0-2 0,-3-1 0,-5-1 0,2 3 0,-3 1 0,-2 1 0,-1-2 0,-4 3 0,-4 5 0,-6 0 0,-5 0 0,1-1 0,-3 1 0,1 5 0,-2 2 0,-2 3 0,5 1 0,-3 5 0,3 3 0,0 6 0,4 5 0,0 3 0,0 4 0,1 4 0,2 2 0,0 0 0,4-2 0,0-2 0,4-2 0,1-7 0,3-1 0,2-6 0,5-4 0,1-3 0,-1-5 0,1-1 0,3-3 0,-1-7 0,3-9 0,0-5 0,0-4 0,-2 0 0,4 0 0,-6 0 0,2-1 0,-6 2 0,-2 2 0,-4 6 0,1-2 0,-4 7 0,-4 0 0,-5 4 0,-4 4 0,-1-2 0,-5 6 0,5-1 0,-5 4 0,4 5 0,-3 2 0,4 4 0,-1 4 0,3 4 0,1 7 0,0 3 0,-1 3 0,6 1 0,3-4 0,1 2 0,2-5 0,2-4 0,1-3 0,3-11 0,7 0 0,2-7 0,3-5 0,3-4 0,1-11 0,-1 1 0,-1-10 0,-2 3 0,-2-1 0,0-2 0,-1 2 0,-8 7 0,0-4 0,-4 9 0,-3-1 0,-5 2 0,-2 4 0,-5 1 0,-2 4 0,0 8 0,-5 4 0,1 8 0,-4 7 0,-1 9 0,1 8 0,1 8 0,3 4 0,3 1-114,7-1 1,5-8 113,6-7 0,12-17 0,7-9 0,9-6 0,3-9 0,4-4 0</inkml:trace>
  <inkml:trace contextRef="#ctx0" brushRef="#br0" timeOffset="35">25784 7327 8912,'0'8'0,"0"-1"0,-1 0 0,-3 0 0,3-7 0,-3-8 0,3-2 0,1-1 0,0 0 0,0 4 0,0-1 0,0 0 0,0-2 0,0-1 0,0 0 0,0 3 0,0 1 0,0-2 0,0-1 0,0-1 0,0 4 0,0-1 0,0 1 0,0-4 0,0 3 0,0 1 0,0 4 0,-4-3 0,0 3 0,1 1 0,-1 0 0,0 9 0,-3 2 0,3 9 0,-5 2 0,2 6 0,1 4 0,-2 7 0,0 4 0,-2 2 0,4 0 0,2-2 0,-1 0 0,1-8 0,1-2 0,3-9 0,0-5 0,0-2 0,1-7 0,3-5 0,-2-6 0,5-5 0,-3-3 0,4-4 0,-5-6 0,3-6 0,1-1 0,-1-3 0,-3-1 0,5-2 0,-6 3 0,2-2 0,-1 6 0,0-6 0,-1 7 0,1 0 0,-2 3 0,-1 5 0,0 3 0,0 8 0,0 3 0,0 8 0,0 2 0,0 5 0,0 4 0,0 0 0,-3 4 0,-1 0 0,2 1 0,0-2 0,2 3 0,0-2 0,0 0 0,0 0 0,0 1 0,0-5 0,0-1 0,0-2 0,0 2 0,0 1 0,0-1 0,0-7 0,0-2 0,0-5 0,0-6 0,0-5 0,0-6 0,0-4 0,0-2 0,2-3 0,1 0 0,-1 2 0,1 5 0,-2-1 0,-1 6 0,0 0 0,0 2 0,0 5 0,0-2 0,-1 12 0,-1 2 0,-2 8 0,2 5 0,-3 3 0,1 1 0,0-1 0,4-2 0,0 2 0,0-4 0,0 2 0,0-1 0,0-4 0,0 1 0,4-3 0,0-1 0,4 0 0,-2 0 0</inkml:trace>
  <inkml:trace contextRef="#ctx0" brushRef="#br0" timeOffset="36">25528 7983 8912,'1'-7'0,"3"-1"0,2 0 0,1-2 0,1-1 0,-6 3 0,2 1 0,-3-2 0,-1-1 0,0-1 0,2 0 0,0 0 0,2 0 0,-1 3 0,-3 1 0,0-2 0,0 3 0,0-1 0,0 4 0,-3 3 0,-1 8 0,-5 3 0,2 4 0,-3 2 0,-1 5 0,0 2 0,0 2 0,0 2 0,-1 4 0,1-1 0,0-1 0,0-2 0,0 2 0,3 1 0,1-5 0,5-5 0,-2-7 0,4-2 0,4-5 0,3-2 0,8-5 0,3-3 0,3-4 0,7-7 0,1-12 0,3 2 0,2-6 0,2 0 0,-3-3 0,2 1 0,-9 2 0,2 3 0,-6 5 0,-2 6 0,-9 5 0,-5 6 0,-2 9 0,-11 5 0,-4 6 0,-8 0 0,2 1 0,-6 1 0</inkml:trace>
  <inkml:trace contextRef="#ctx0" brushRef="#br0" timeOffset="37">25584 7861 8912,'-8'0'0,"1"0"0,4 0 0,-2 2 0,5 6 0,0 0 0,0 12 0,3 4 0,4 4 0,2 9 0,9 4 0,-3 3 0,4 5 0,3-4 0,4 3 0,1 3 0,-1 0 0,4-1 0,-3 0 0,0-6 0</inkml:trace>
  <inkml:trace contextRef="#ctx0" brushRef="#br0" timeOffset="38">10084 14958 8912,'-7'-10'0,"5"-5"0,-6 6 0,0-1 0,7-5 0,-5 3 0,4-3 0,0 4 0,-4-1 0,4 6 0,-3-5 0,1 7 0,-2-2 0,-4 4 0,-7 2 0,0 0 0,0 2 0,-2 4 0,-4 6 0,-2 11 0,-4 5 0,-1 5 0,7 1 0,-2 0 0,6 1 0,0-3 0,3-3 0,11 2 0,-1-9 0,4 1 0,2-5 0,0-1 0,8-2 0,5-4 0,8-5 0,8-4 0,3-10 0,3-3 0,1-4 0,4-2 0,-4-6 0,5 0 0,-7-6 0,-5 6 0,-3-6 0,-3 7 0,-4-3 0,3 4 0,-7-2 0,-4 2 0,-7 2 0,4 9 0,-8 2 0,-2 10 0,-4 4 0,4 9 0,-4 8 0,6 6 0,4-6 0,4 0 0,1 2 0,3-6 0,5 4 0,0-4 0,1-2 0,5 0 0,-1 0 0,1-1 0,-5-5 0,-1-3 0,0-8 0,0-8 0,0-1 0</inkml:trace>
  <inkml:trace contextRef="#ctx0" brushRef="#br0" timeOffset="39">10566 14717 8912,'10'-17'0,"-5"0"0,-3 0 0,-2 0 0,-2 7 0,-3 4 0,3 6 0,-4 6 0,4 5 0,2 14 0,0 8 0,0 5 0,2 8 0,4-6 0,-2 8 0,7-2 0,1-3 0,5 3 0,6-7 0,0 1 0,1 2 0,-1-2 0,-2 6 0,6-8 0,-2-4 0,-4-3 0,-2-6 0,-2-2 0,1 0 0,-1-14 0</inkml:trace>
  <inkml:trace contextRef="#ctx0" brushRef="#br0" timeOffset="40">10979 14803 8912,'-2'-23'0,"-4"2"0,-5 6 0,1 7 0,-1 14 0,-6 6 0,-6 9 0,0 3 0,-2 3 0,4 2 0,-8 5 0,8 1 0,-2-1 0,-2 2 0,3 3 0,0 1 0,3-2 0,2-4 0,0-5 0,7 1 0,5-7 0,3-5 0,2-7 0,2-7 0,3 2 0,7-4 0,11-2 0,0-2 0,9-4 0,7-6 0,3-3 0,-2-2 0,6 0 0,0-6 0,5 0 0,-1 0 0,-4 6 0,-4 1 0,-8 5 0,3-4 0,3 3 0,-4-3 0,6-2 0</inkml:trace>
  <inkml:trace contextRef="#ctx0" brushRef="#br0" timeOffset="41">11616 14958 8912,'9'-17'0,"-1"0"0,-8-1 0,6 1 0,0 0 0,-3 6 0,-10 1 0,-9 2 0,-5 5 0,-9 1 0,1 2 0,-9 9 0,-2 8 0,0 3 0,5 8 0,1 1 0,-1 5 0,9-5 0,3 0 0,5-7 0,7 7 0,3-8 0,8 2 0,0-4 0,2-4 0,4-3 0,11-4 0,12-8 0,3-8 0,3-4 0,-1-5 0,1-6 0,5 2 0,0-7 0,0 7 0,-6-2 0,-5 4 0,-2 1 0,-2 3 0,-4 4 0,4 3 0,-2 8 0,-2 2 0,-10 4 0,4 3 0,-3 8 0,3 6 0,2 0 0,2 2 0,3-4 0,2 2 0,3-2 0,2 4 0,5-2 0,1-8 0,7-7 0,2-8 0</inkml:trace>
  <inkml:trace contextRef="#ctx0" brushRef="#br0" timeOffset="42">8845 16351 8912,'-9'-8'0,"-1"-2"0,6-7 0,-3 0 0,-3 0 0,4 0 0,-3 0 0,-1-1 0,1 1 0,3 0 0,-6 2 0,-1 3 0,-2-1 0,-2 7 0,-1 2 0,1 12 0,0 9 0,0 2 0,0 12 0,-1 5 0,1 8 0,6 6 0,-1 1 0,8 1 0,-1-1 0,3-1 0,2-4 0,7-4 0,5-8 0,5-1 0,6-5 0,-4-10 0,4-13 0,4-3 0,0-4 0,1-3 0,1-7 0,-8-11 0,2-5 0,2 1 0,-2-2 0,-2 1 0,-10-7 0,-3 1 0,-8-1 0,-4 1 0,-7 0 0,-3-1 0,-14 1 0,-9 7 0,-9 4 0,2 4 0,-2 2 0,2 2 0,-1 3 0,3 5 0,9 7 0,4 1 0,6 5 0,6 4 0,6 7 0,5 2 0,12 4 0,3-2 0,8 8 0,16-8 0,3 3 0</inkml:trace>
  <inkml:trace contextRef="#ctx0" brushRef="#br0" timeOffset="43">9155 16402 8912,'-11'0'0,"-1"0"0,8 2 0,-1 4 0,3 0 0,2 11 0,0-4 0,0 12 0,2-2 0,3 0 0,7 6 0,11-7 0,-4 9 0,4-2 0,-4-4 0,-2-3 0,0-4 0,0-7 0,-5 2 0,-1-7 0,-7 0 0,10-8 0,-9-4 0,1-3 0,-6-8 0,0-8 0,0-4 0,0-3 0,2-5 0,2 1 0,2 2 0,5-3 0,-5 14 0,7-5 0,-1 5 0,3 0 0,2 6 0,0-1 0</inkml:trace>
  <inkml:trace contextRef="#ctx0" brushRef="#br0" timeOffset="44">9671 16505 8912,'8'10'0,"3"-4"0,-3-4 0,0-2 0,-8 0 0,2 0 0,3 0 0,5 0 0,7 0 0,-5 0 0,-1 0 0,1-6 0,5 0 0,0-7 0,0 1 0,0-3 0,-1-2 0,-5 0 0,-5-1 0,-4 1 0,-2 0 0,0 0 0,-8 5 0,-3 1 0,-5 7 0,-1-2 0,0 6 0,0 6 0,0 4 0,-1 7 0,3 6 0,2 2 0,3 1 0,2 5 0,3 1 0,5 3 0,0-7 0,0 1 0,7-8 0,5 2 0,9-4 0,2-2 0,7-1 0,-1-5 0,4-3 0,1-10 0,0-4 0,1-5 0,-3-10 0,-3-2 0,2-6 0,-8 6 0,-1-7 0,-4 1 0,-7-2 0,1 3 0,-9-5 0,3 6 0,-4-1 0,-2-1 0,0 8 0,0-4 0,-8 16 0,7 9 0,-5 11 0,4 10 0,2 2 0,0 8 0,0-3 0,2 3 0,4-2 0,-3 1 0,9-7 0,-1 6 0,7-6 0,-1 0 0,0-6 0,6 0 0,0 0 0,0-7 0,2-3 0,1-7 0</inkml:trace>
  <inkml:trace contextRef="#ctx0" brushRef="#br0" timeOffset="45">10876 16076 8912,'-42'-25'0,"5"6"0,-3-4 0,2 4 0,-2 1 0,2 9 0,-6 3 0,4 4 0,7 2 0,1 8 0,9 3 0,2 12 0,9 6 0,-1 5 0,7 6 0,0 4 0,6 8 0,8 5 0,3 1 0,5-1 0,1-7 0,0-3 0,0-1 0,6-2 0,0 2 0,0-6 0,-6-11 0,-1 3 0,-5-3 0,2 3 0,-7 3 0,0-7 0,-6 1 0,-8-2 0,-3 1 0,-12-3 0,-4-8 0,-7 1 0</inkml:trace>
  <inkml:trace contextRef="#ctx0" brushRef="#br0" timeOffset="46">10325 16695 8912,'0'-18'0,"0"1"0,2 2 0,2 2 0,2 1 0,7 2 0,-1-1 0,5-2 0,6 7 0,3-6 0,11 5 0,5-1 0,9 1 0,1-7 0,5 3 0,1 3 0,-7 2 0,3-1 0,-14 1 0,-2 0 0,-9 6 0,-4 0 0,-8 0 0,-9 0 0,-8 0 0,-8 8 0,-1 1 0,3 9 0,-2 5 0,2-1 0,1 3 0,5-2 0,0-2 0,0 8 0,0-2 0,0 1 0,5 3 0,1-8 0,6 0 0,-7-6 0,9 6 0,-3 0 0,5-8 0,-1-11 0,-4-16 0,5-7 0,-7-15 0,8 0 0</inkml:trace>
  <inkml:trace contextRef="#ctx0" brushRef="#br0" timeOffset="47">11065 16162 8912,'-9'7'0,"-7"-5"0,5 4 0,-4 3 0,-3 3 0,1 1 0,2 1 0,3-1 0,7 6 0,3-2 0,2 6 0,0-9 0,0-3 0,7-1 0,5 1 0,3 2 0,2-7 0,1 0 0,-1-6 0,0-2 0,-2-4 0,-3-5 0,-5 1 0,-7-1 0,0-1 0,0-5 0,-2 0 0,-3 0 0,1 5 0,-8 1 0,1 7 0,-6-2 0,5 4 0,1 2 0,-3 0 0,7 2 0,1 4 0,4 4 0,2 7 0,0 0 0</inkml:trace>
  <inkml:trace contextRef="#ctx0" brushRef="#br0" timeOffset="48">11444 16076 8912,'-2'-35'0,"-4"1"0,-3 1 0,-1 5 0,-5 3 0,3 8 0,-3 7 0,-2 4 0,0 6 0,-1 6 0,1 11 0,0 12 0,0 13 0,-1 10 0,9 5 0,3 6 0,4 4 0,2-4 0,0 2 0,0-2 0,2-4 0,4-7 0,5-3 0,5-3 0,9-11 0,3-13 0,5-4 0,1-7 0,1-3 0,-1-8 0,0-8 0,1-3 0,-1-10 0,1-2 0,3-8 0,-4 2 0,-7-3 0,-6-2 0,-4-7 0,1 1 0,-9-2 0,-3 2 0,-4 4 0,-2-4 0,0-4 0,0-2 0,-8-2 0,-3 2 0,1 12 0,-1 11 0,5 6 0,-6 5 0,9 14 0,-3 16 0,4 14 0,2 14 0,-6 4 0,0 1 0,1 1 0,5-1 0,0 1 0,0-1 0,2-5 0,1-2 0,5-2 0,2-4 0,1-9 0,6-6 0,1 4 0,-1-10 0,0 0 0,0-7 0,0-10 0,-5 0 0,-1 0 0,3-2 0,1-4 0,2 4 0,0-11 0,1 7 0,-9-7 0,-1 3 0</inkml:trace>
  <inkml:trace contextRef="#ctx0" brushRef="#br0" timeOffset="49">11960 15904 8912,'0'17'0,"0"0"0,0-5 0,0-1 0,0 0 0,0 7 0,0-1 0,0 0 0,0 0 0,0 0 0,0 1 0,2-1 0,4 0 0,3-6 0,8 1 0,-5-8 0,-1 1 0,3-3 0,1-2 0,0-7 0,-3-5 0,-5-3 0,-7-2 0,0-8 0,0-4 0,-1 4 0,-5 3 0,-4 2 0,-7 3 0,0 0 0,0 7 0,-1 5 0,1 10 0,6 5 0,-1 7 0,1 8 0,-6 2 0</inkml:trace>
  <inkml:trace contextRef="#ctx0" brushRef="#br0" timeOffset="50">11237 16591 8912,'-25'18'0,"6"-9"0,-4-3 0,4-4 0,2-2 0,9-8 0,8-3 0,12-5 0,17-1 0,11 0 0,23 0 0,2 0 0,15-2 0,2-3 0,2 0 0,2-9 0,1 4 0</inkml:trace>
  <inkml:trace contextRef="#ctx0" brushRef="#br0" timeOffset="51">12287 16437 8912,'-17'9'0,"0"-1"0,-1-8 0,1 7 0,2 5 0,1 3 0,3 2 0,1 1 0,-1-1 0,-2 0 0,7 0 0,-2 0 0,4 1 0,-1-1 0,1 0 0,2 0 0,2-7 0,0 5 0,0-13 0,0-2 0,0-10 0,0-7 0,6-6 0,1 0 0,1 2 0,0 2 0,5 0 0,-2-4 0,-1 4 0,1-4 0,1 6 0,5 5 0,-5-1 0,-1 7 0,1-5 0,5 5 0,0 0 0,0 6 0,0 0 0,1 0 0,-1 0 0,0 0 0,6 6 0,0 0 0,6 2 0,-6-3 0,-1-1 0,-4 8 0,-1-9 0,0 3 0,0 2 0,1-3 0,-7 1 0,0-6 0,-5 6 0,6 0 0,-7-1 0,7-3 0,1 4 0,3-4 0,1 4 0,0-4 0,0-2 0,-1-2 0,-5-4 0,4 4 0,-5-13 0,7 3 0,-7-3 0,-5-2 0,-3 5 0,-2 1 0,0-1 0,0-5 0,0 0 0,-2 0 0,-3 0 0,3-1 0,-14 9 0,7 1 0,-8 8 0,-1 8 0,1 3 0,6 12 0,-1 6 0,8-2 0,-1 1 0,3 1 0,2-2 0,0 3 0,0-7 0,9 0 0,9-6 0,1-1 0,9-5 0,1-3 0,5-8 0,1 0 0,-1 0 0,-5-8 0,0-3 0,-8-5 0,2-1 0,-10 0 0,-2 0 0,-7 0 0,2-1 0,-4 7 0,-2-1 0,0 7 0,0-7 0,0 8 0,-2 4 0,-4 12 0,4 11 0,-3 6 0,3 5 0,2 6 0,0 12 0,0 11 0,0 9 0,0 3 0,0 7 0,0-4 0,0 2 0,0 1 0,-2-9 0,-4 3 0,-13-6 0,-15-6 0,-3-6 0,-9-11 0,2-6 0,-2-11 0,4-12 0,10-12 0,1-3 0,3-2 0,7-15 0,-2-8 0,-2-15 0,2-8 0,0-5 0,6-7 0,1 3 0,5-8 0,-2 7 0,7-3 0,2 2 0,2 0 0,2-1 0,0 7 0,0 7 0,0 4 0,0-4 0,8 0 0,1-8 0</inkml:trace>
  <inkml:trace contextRef="#ctx0" brushRef="#br0" timeOffset="52">11960 16505 8912,'10'-7'0,"-1"3"0,-5-8 0,2-1 0,-2-2 0,3 3 0,-1 1 0,0 9 0,-6 2 0,0 10 0,0 5 0,0 2 0,0 2 0,0 4 0,0 2 0,0 4 0,0 3 0,0-3 0,0 3 0,0 3 0,7-1 0,-5 0 0,6 1 0</inkml:trace>
  <inkml:trace contextRef="#ctx0" brushRef="#br0" timeOffset="53">7469 16041 8912,'17'-11'0,"-2"-1"0,-3-1 0,-5 1 0,-7 7 0,0 12 0,0 12 0,0 10 0,0 11 0,2-2 0,4 8 0,5-6 0,10 4 0,4-2 0,2-3 0,4-3 0,7-4 0,2-5 0,-2-10 0,-1-7 0,-3-10 0</inkml:trace>
  <inkml:trace contextRef="#ctx0" brushRef="#br0" timeOffset="54">7882 15835 8912,'-8'-10'0,"6"5"0,-4 10 0,4 13 0,2 10 0,2 10 0,4 4 0,7 4 0,8 8 0,8-1 0,11 10 0,6-2-348,12 2 1,3 4-1,8-6 1</inkml:trace>
  <inkml:trace contextRef="#ctx0" brushRef="#br0" timeOffset="55">13406 15697 8912,'17'0'0,"-2"-2"0,-2-3 0,-3-7 0,-2-3 0,-5 5 0,-10 5 0,-8 7 0,-6 9 0,-8 2 0,4 18 0,0 3 0,0 5 0,-3 3 0,5-2 0,-2 6 0,6 9 0,0 4 0,3 2 0,9-5 0,-5 1 0,8-11 0,-3-4 0</inkml:trace>
  <inkml:trace contextRef="#ctx0" brushRef="#br0" timeOffset="56">13801 15732 8912,'-7'-23'0,"-5"2"0,-3 6 0,-4 22 0,-4 22 0,-10 5 0,-7 12 0,2 4 0,2 5 0,3 6 0,4 8 0,5 7-353,6 5 1,-1 7 352,-4-3 0,-3 5 0,-9-11 0</inkml:trace>
  <inkml:trace contextRef="#ctx0" brushRef="#br0" timeOffset="57">12769 16574 8912,'11'-2'0,"-1"-3"0,-2-7 0,-5-3 0,5 3 0,-2 1 0,-2-2 0,-3-3 0,-1-1 0,-5 6 0,-1-1 0,0 8 0,1-5 0,-1 3 0,0 4 0,6-7 0,2 5 0,4-2 0,-4 0 0,5-1 0,1 5 0,1-6 0,7 10 0,-5 4 0,5-2 0,-5 7 0,6 2 0,6 3 0,-2 7 0,8-1 0,-6 1 0,4-5 0,-1-1 0,1 0 0,-6 0 0,2 0 0,-4 1 0,-9-1 0,-3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3.99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10687 7238 8912,'-2'18'0,"-4"-1"0,-6-2 0,-3-4 0,-2-3 0,0-8 0,5 0 0,1 0 0,5 0 0,-5 0 0,-1-8 0,-5-1 0</inkml:trace>
  <inkml:trace contextRef="#ctx0" brushRef="#br0" timeOffset="1">10601 7256 8912,'0'11'0,"0"0"0,0-7 0,0 6 0,0-4 0,0-5 0,-2 7 0,-4-8 0,4 0 0,-6 0 0,8 0 0,0 0 0,0-8 0,0 7 0,0-7 0,0 8 0,0 0 0,8 0 0,-6-8 0,6 6 0,-8-5 0,0 7 0,0 0 0,0 7 0,0 3 0,0 7 0,0 0 0,0 0 0,0 1 0,0-1 0,0 0 0,0 0 0,0-5 0,0-1 0,0 1 0,0-3 0,7-1 0,-5-10 0,4-4 0,-2 2 0,1-7 0,-3-1 0,4-5 0,2 6 0,-3-1 0,3 3 0,-4-5 0,2 3 0,-3-2 0,1 3 0,2-1 0,-4 5 0,4-6 0,-3 3 0,3-3 0,-4 3 0,4 3 0,-4 4 0,-2-13 0,0 11 0,0-7 0,0 5 0,0-6 0,0 7 0,0-7 0,0 8 0,0-3 0,0 9 0,0 3 0,-2 13 0,-4 10 0,-2 14 0,-3 10 0,-2 9 0,7 13 0,0-3 0,6 6 0,0-3 0,0 1 0,0-7 0,0-5 0,0-13 0,0 2 0,6-20 0,0-3 0,5-8 0,-5-4 0,7-9 0,-3-8 0,-1-10 0,-1-13 0,-8-6 0,0-11 0,0-4 0</inkml:trace>
  <inkml:trace contextRef="#ctx0" brushRef="#br0" timeOffset="2">10979 7617 8912,'0'-18'0,"0"1"0,0 8 0,0 9 0,0 11 0,0 6 0,0 6 0,-2 4 0,-4 7 0,5 1 0,-5-1 0,4-7 0,2-4 0,2 2 0,4-2 0,5-2 0,4-10 0,3-3 0,-1-10 0,0-6 0,0-9 0,-7-6 0,-5-6 0,-3-3 0,-2 3 0,0 2 0,0-1 0,-7 7 0,-5-2 0,-3 6 0,-2 5 0,0-1 0,-1 7 0,1 0 0,2 8 0,3 4 0,5 4 0,9 7 0,3 0 0,5-6 0,7 1 0,0-8 0,1 3 0</inkml:trace>
  <inkml:trace contextRef="#ctx0" brushRef="#br0" timeOffset="3">11203 7668 8912,'27'-7'0,"-8"-1"0,-8-4 0,-7-3 0,4 13 0,-8-5 0,0 7 0,0 7 0,0 5 0,0 3 0,0 4 0,0 2 0,0 2 0,0-2 0,2-2 0,3-2 0,-1-1 0,8-5 0,-7 4 0,7-3 0,-1-5 0,7-1 0,-1-4 0,0-2 0,0 0 0,0 0 0,1-8 0,-1-3 0,-6-4 0,1-3 0,-7-4 0,7-1 0,-8 0 0,1 6 0,-3-1 0,-2 1 0,0 0 0,0 7 0,0 3 0,0 20 0,0 4 0,8 4 0,2-5 0,7-5 0,0-3 0,0-8 0,0 0 0,1 0 0,-1-8 0,0-3 0,0-5 0,0-1 0,-5-6 0,-1 0 0,-5-5 0,4 3 0,-3 0 0,-3 0 0,-2 2 0,-2 6 0,0 0 0,0 15 0,0 8 0,0 7 0,0 4 0,8 8 0,1 2 0</inkml:trace>
  <inkml:trace contextRef="#ctx0" brushRef="#br0" timeOffset="4">12270 7582 8912,'0'-34'0,"-2"1"0,-4 5 0,2 3 0,-7 8 0,5 7 0,-5 4 0,7 8 0,-2 10 0,4 1 0,2 16 0,-6-3 0,1 3 0,-1 2 0,6-6 0,2-1 0,4 1 0,-3 4 0,9-6 0,-1 0 0,7-6 0,-7-6 0,1 1 0,-3-6 0,3 5 0,3-7 0,-4 2 0,3-6 0,-3-6 0,4 2 0,-3-7 0,-2-3 0,-1-7 0,-1-4 0,-4-1 0,3 5 0,-1-2 0,-2 4 0,-2 1 0,-2 7 0,0-1 0,5 7 0,1-7 0,0 8 0,2 4 0,1 2 0,8 4 0,0 2 0,1-3 0,-1 1 0,0-6 0,6-6 0,0-1 0,-2-1 0,-2 1 0,-4-7 0,-3 3 0,3-3 0,-3 3 0,-5-4 0,-1 3 0,-4 4 0,-2 1 0,0 9 0,0 3 0,0 7 0,0 5 0,0 4 0,-2 4 0,-4 2 0,4-4 0,-3 5 0,3-7 0,2 2 0,0-4 0,0-1 0,0-1 0,0 0 0,0-8 0,0 7 0,0-22 0,0-2 0,0-11 0,0-9 0,6 1 0,1-2 0,3 1 0,3 1 0,-3-4 0,1 8 0,-5 2 0,5 10 0,1-3 0,5 9 0,0 1 0,-1 4 0,-3 6 0,-2 5 0,3 4 0,7 1 0,2-5 0,5 4 0,-3-3 0,2 1 0,4-1 0,1-5 0,3-7 0,-1 8 0,0 2 0</inkml:trace>
  <inkml:trace contextRef="#ctx0" brushRef="#br0" timeOffset="5">13233 7462 8912,'-17'11'0,"0"1"0,-6-7 0,-2 7 0,0 1 0,1 3 0,-1 1 0,2 0 0,4 6 0,-4 2 0,5 0 0,7-1 0,3 5 0,8-6 0,0 0 0,0-6 0,0-5 0,0-1 0,8-7 0,2 3 0,7-7 0,0 0 0,0-9 0,0-6 0,1-6 0,-1 0 0,-6-6 0,1-2 0,-3 2 0,3-1 0,-3 5 0,-3-6 0,-4 8 0,4-2 0,-2 6 0,1 6 0,-3-5 0,6 7 0,-8-1 0,0 10 0,0 10 0,0 7 0,0 0 0,0 0 0,0-5 0,0-1 0,0-7 0,0 11 0,0-5 0</inkml:trace>
  <inkml:trace contextRef="#ctx0" brushRef="#br0" timeOffset="6">12717 7703 8912,'-11'0'0,"-1"1"0,-1 5 0,-2-4 0,-3 4 0,1-4 0,0-2 0</inkml:trace>
  <inkml:trace contextRef="#ctx0" brushRef="#br0" timeOffset="7">13165 7238 8912,'-12'-5'0,"1"-3"0,-3-2 0,7 5 0,-1-5 0,0 2 0,6 5 0,-3 8 0,3 13 0,2 10 0,0 7 0,0 5 0,6 6 0,-1 11 0,9-4 0,-3 5 0,-1-1 0,1-4 0,3-5 0,1-4 0,0-6 0,-3-9 0,3-6 0,-4-12 0,5-3 0,1-8 0,0-9 0,2-9 0,2-8 0,2-7 0,0-7 0,-6 0 0,1-2 0,-1 2 0,-8 3 0,-3-3 0,2-2 0,-3 4 0,-1 6 0,-2 7 0,-9 8 0,-5 5 0,1 4 0,-7 8 0,9 8 0,-14 4 0,9 12 0,-3 11 0,0-1 0,6 6 0,3-3 0,2-3 0,4 0 0,2 1 0,0-3 0,0-3 0,0-4 0,0-8 0,2-6 0,4 1 0,4-8 0,7 1 0,0-10 0,0-7 0,2-3 0,4-2 0,-4-6 0,4 0 0,-4-8 0,-1 3 0,-1-5 0,0 1 0,-2 3 0,-3 6 0,1 4 0,-7 2 0,2 2 0,-3 3 0,-1 6 0,8 12 0,-9 6 0,3 10 0,2-1 0,-1 6 0,1 0 0,0 0 0,5-4 0,-1 5 0,-3-7 0,3 2 0,-1-4 0,6-1 0,1-3 0,-1-4 0,0-3 0,0-8 0</inkml:trace>
  <inkml:trace contextRef="#ctx0" brushRef="#br0" timeOffset="8">14214 7118 8912,'-17'0'0,"-2"-8"0,-4-3 0,2-3 0,-6 1 0,2 2 0,4-3 0,2 5 0,2-3 0,0 8 0,0-3 0,7 22 0,4 8 0,4 9 0,2 9 0,6 1 0,2 5 0,-1-1 0,1 2 0,6 2 0,-3 1 0,-1 1 0,-1-3 0,-1-3 0,-4-6 0,3 1 0,-1-7 0,0 2 0,-6-13 0,-8-8 0,-2 1 0,-7-7 0</inkml:trace>
  <inkml:trace contextRef="#ctx0" brushRef="#br0" timeOffset="9">13922 7548 8912,'0'-17'0,"2"-1"0,3 1 0,5 2 0,7 3 0,8-7 0,2 6 0,2 0 0,-1-3 0,1 1 0,5-2 0,1 5 0,-1 1 0,-1 5 0,-5-5 0,-3 7 0,-8-2 0,1 4 0,-9 10 0,-3 3 0,-4 5 0,-2 3 0,0 4 0,0 5 0,0-3 0,0-2 0,-6 2 0,0-2 0,-1 6 0,1-7 0,4 1 0,-4-5 0,4-7 0,0 0 0,-3 3 0,1-6 0,-8-3 0,9-3 0,-5-11 0,8-9 0,0-1 0,0-9 0,0-1 0,0-5 0,0-1 0,0 1 0,0-1 0,0 1 0,0 2 0,0 3 0,0-2 0,2 8 0,4 2 0,-4 2 0,5 10 0,1 1 0,-6 16 0,13 1 0,-5 9 0</inkml:trace>
  <inkml:trace contextRef="#ctx0" brushRef="#br0" timeOffset="10">14817 6998 8912,'-23'-33'0,"-2"4"0,0 7 0,0 2 0,2 9 0,6 1 0,0 3 0,0 3 0,-1 10 0,7 5 0,-1 12 0,9 11 0,-3 12 0,4 6 0,2 3 0,0 3 0,0-3 0,0 4 0,0-1 0,6 1 0,-1-2 0,7-5 0,-6-1 0,5-3 0,-5-14 0,5 3 0,-3-14 0,2-2 0,1-12 0,6-9 0,0-4 0,1-13 0,-1 2 0,0-14 0,0 1 0,0-7 0,6-1 0,0-4 0,0 5 0,-7-1 0,-3 7 0,-2 5 0,-5 1 0,6 5 0,-9 1 0,5 0 0,-8 9 0,0 8 0,0 10 0,0 11 0,0 2 0,0 2 0,0-2 0,2-4 0,4 4 0,-4-4 0,3-2 0,5-6 0,1-1 0,5-2 0,3-3 0,4-5 0,-4 0 0,4 0 0,-2-7 0,2-5 0,-4-1 0,4 1 0,-4-3 0,-4 4 0,-1-3 0,-3 3 0,-5-2 0,5 7 0,-5 0 0,6 6 0,-7 0 0,7 0 0,-6 0 0,5 0 0,-5 2 0,5 2 0,3 3 0,1 3 0,-4-4 0,1 5 0,-1-5 0,7 5 0,-1-7 0,0 4 0,0-8 0,-5 0 0,-1 0 0,-7 0 0,4 0 0,-8-2 0,0-4 0,0 2 0,0-7 0,0 5 0,2-5 0,1-3 0,3-1 0,0-2 0,-6 0 0,0-1 0,0 1 0,6 6 0,-1-1 0,-1-1 0,-2 5 0,-2-7 0,2 13 0,4-4 0,-4 6 0,3 6 0,-3 6 0,-2 3 0,2-4 0,4 1 0,-4-1 0,4 6 0,-5 1 0,7-1 0,2 0 0</inkml:trace>
  <inkml:trace contextRef="#ctx0" brushRef="#br0" timeOffset="11">15126 6877 8912,'-17'-17'0,"0"0"0,0 0 0,0-1 0,7 9 0,4 1 0,12 10 0,6 4 0,3 3 0,2 9 0,0-1 0,0 0 0,1 8 0,-1 2 0</inkml:trace>
  <inkml:trace contextRef="#ctx0" brushRef="#br0" timeOffset="12">14438 7685 8912,'-61'0'0,"9"0"0,12 0 0,13-2 0,10-3 0,31-7 0,20-11 0,23-3 0,16-11 0,13-1 0,-39 18 0,0 0 0,0-4 0,1 0 0,1 1 0,0 0 0,2 2 0,1 0-492,0 1 0,-1 0 492,-3 2 0,0 0 0,6 1 0,1 0 0,-7-1 0,0 1 0</inkml:trace>
  <inkml:trace contextRef="#ctx0" brushRef="#br0" timeOffset="13">10394 10488 8912,'-17'0'0,"5"0"0,1 0 0,-3 0 0,1 2 0,2 3 0,-3 15 0,9 14 0,-1 10 0,-2 6 0,6 9 0,-4 4 0,5 4 0,1 1 0,0 1 0,0 0 0,0-2 0,0-4 0,5-12 0,1-10 0,7-13 0,-1-7 0,3-7 0,2-22 0,1-11 0</inkml:trace>
  <inkml:trace contextRef="#ctx0" brushRef="#br0" timeOffset="14">10618 10866 8912,'-2'29'0,"-4"-3"0,-5 3 0,-5 4 0,-1-1 0,0 14 0,5-2 0,3 4 0,1-3 0,4 3 0,4-8 0,6-5 0,4-5 0,7-13 0,2 3 0,4-15 0,-2-1 0,8-10 0,-3-5 0,5-12 0,-4-6 0,-2-3 0,-4-2 0,-10-1 0,-3 1 0,-8-1 0,0-5 0,0 0 0,-14 8 0,-3 9 0,-10 4 0,3 1 0,-1 3 0,0 4 0,2 3 0,6 8 0,0 0 0,-1 0 0,7 6 0,-1-1 0,10 9 0,2-3 0,8 5 0,9 1 0,2-6 0,4 1 0,4-8 0,8 1 0,-1-3 0,0-2 0,1-2 0,-1-3 0,-7 1 0,-4-8 0,-4 8 0,-2-1 0,1 3 0,-3 4 0,-4 3 0,3 5 0,-9 7 0,7 8 0,-6 2 0,-1 1 0,3 1 0,-4-2 0,7 1 0,-5-1 0,5-4 0,1-4 0,5 6 0,0-15 0,1-5 0,-1-10 0,-6-11 0,1-8 0,-1-3 0,-1-4 0,3-1 0,-7-3 0,2 3 0,-3 3 0,-3-1 0,4 7 0,-4 0 0,-2 11 0,0 1 0,0 9 0,2 2 0,2 11 0,1 10 0,9 0 0,-3 8 0,3-6 0,-3 6 0,6-8 0,0 2 0,1-10 0,5-2 0,-4-7 0,-2 2 0,0-6 0,0-6 0,-1-3 0,-5-8 0,3-6 0,-9 0 0,1-8 0,-6 2 0,0-3 0,0-2 0,-2-1 0,-4 1 0,4 5 0,-5 2 0,1 3 0,0 3 0,1 1 0,5 3 0,7 0 0,3 0 0</inkml:trace>
  <inkml:trace contextRef="#ctx0" brushRef="#br0" timeOffset="15">12390 10952 8912,'-17'0'0,"0"0"0,0 0 0,-1 0 0,1 0 0,0 0 0,0 0 0,0 0 0,-1 0 0,1 0 0,8 8 0,3 5 0,4 6 0,2 4 0,0 13 0,2-1 0,4 3 0,5 4 0,4-6 0,3 4 0,-1-9 0,0-4 0,0-2 0,0-10 0,1-9 0,-1-8 0,0-10 0,0-1 0,0-16 0,-1-7 0,-5-8 0,-5-2 0,-4 0 0,-2 6 0,0-6 0,-2 8 0,-4-2 0,-9 6 0,-10 5 0,-2 6 0,-3 4 0,-3 9 0,-1 5 0,-1 5 0,1 5 0,7 11 0,6 8 0,8 1 0,7 0 0,6 4 0,6-6 0,5-2 0,12-10 0,4 4 0,7-5 0</inkml:trace>
  <inkml:trace contextRef="#ctx0" brushRef="#br0" timeOffset="16">12666 10849 8912,'0'17'0,"0"0"0,1 2 0,3 2 0,4 4 0,2 2 0,-5-4 0,7 6 0,-3-8 0,5 0 0,-5-6 0,-1-4 0,5-7 0,-3 2 0,5-14 0,-3-9 0,-3-2 0,-3-10 0,-4 1 0,4-7 0,-3 1 0,3-1 0,-4 3 0,6 3 0,-3 4 0,1 1 0,8 5 0,-3-4 0,12-4 0,4 0 0</inkml:trace>
  <inkml:trace contextRef="#ctx0" brushRef="#br0" timeOffset="17">13165 10832 8912,'-8'9'0,"-2"5"0,-7-9 0,0 9 0,2-10 0,3 7 0,5-7 0,7 3 0,7-7 0,3 0 0,7 0 0,-2-7 0,-1-5 0,-3-1 0,3 2 0,-5-5 0,3 5 0,-7-3 0,7 3 0,-8-4 0,3 5 0,-7-7 0,0 7 0,0 5 0,0 10 0,-2 5 0,-3 7 0,1 8 0,-8 4 0,8 5 0,-1 6 0,-3-4 0,2 3 0,3-7 0,1-3 0,2-8 0,0 2 0,7-6 0,5-6 0,-1-5 0,6-12 0,-3-5 0,9-12 0,-4-6 0,-2-11 0,4 4 0,-2-6 0,-3 2 0,-1 0 0,-2-1 0,-1 7 0,1 7 0,-7 4 0,0 4 0,1 10 0,-5 3 0,4 12 0,-4 11 0,-2 12 0,0-3 0,2 3 0,2 2 0,1 1 0,3 1 0,-2-5 0,-3-3 0,9-8 0,-1 0 0,7 1 0,-1-9 0,0-3 0,8-4 0,2-17 0,7-5 0</inkml:trace>
  <inkml:trace contextRef="#ctx0" brushRef="#br0" timeOffset="18">14249 10350 8912,'0'-26'0,"0"1"0,0 7 0,0 1 0,0 0 0,-8 0 0,-3 0 0,-5 0 0,-1 7 0,0 4 0,0 4 0,0 4 0,1 4 0,5 5 0,-5 12 0,5 6 0,3 5 0,3 7 0,-3 2 0,2 9 0,2 2 0,2 3 0,-3-4 0,-1 5 0,0-5 0,6-1 0,0-1 0,0 1 0,0-2 0,0-5 0,0-10 0,0-12 0,8-6 0,3-6 0,5-5 0,1-12 0,-8-11 0,-1-10 0</inkml:trace>
  <inkml:trace contextRef="#ctx0" brushRef="#br0" timeOffset="19">13922 10814 8912,'-17'16'0,"-1"-3"0,1-3 0,0-3 0,7-1 0,3-6 0,11-2 0,7-4 0,12-5 0,8-4 0,3-8 0,0 0 0,1-6 0,-1 6 0,1-2 0,-1 2 0,-7 4 0,-2-5 0</inkml:trace>
  <inkml:trace contextRef="#ctx0" brushRef="#br0" timeOffset="20">14266 10591 8912,'6'11'0,"-1"1"0,1-6 0,-6 5 0,0 1 0,0 5 0,0 0 0,0 0 0,-6 6 0,1 0 0,-7 8 0,7-5 0,1 3 0,2 0 0,2-3 0,0 3 0,0 2 0,0-9 0,0-4 0,0-7 0,7-7 0,5 2 0,1-8 0,-1-10 0,3-7 0,-5-15 0</inkml:trace>
  <inkml:trace contextRef="#ctx0" brushRef="#br0" timeOffset="21">14283 10453 8912,'-17'0'0,"0"0"0,0-7 0,-1 5 0,1-4 0,8 2 0,3-1 0,4 3 0,4-6 0,6 8 0,9 0 0,9 0 0,7 0 0,1 0 0,1 0 0</inkml:trace>
  <inkml:trace contextRef="#ctx0" brushRef="#br0" timeOffset="22">14817 10230 8912,'-10'-8'0,"1"4"0,3-7 0,2 7 0,-7-2 0,5 6 0,-6 6 0,7 13 0,-7 16 0,6 14 0,-3 16 0,-1 6 0,1 3 0,5 14 0,-2-2 0,-2 8-169,3-8 1,-1-6 168,6-17 0,0-13 0,0-16 0,8-9 0,3-13 0,4-16 0,5-19 0,1-15 0,2-10 0,5-10 0,-5 1 0,6-2 0,-6 2 0,0 1 0,-6-7 0,0 8 0,0-3 0,-5 5 0,-3 5 0,-1 6 0,-4 8 0,-2 17 0,-2-1 112,0 13 0,0 7 1,0 15-113,0 10 0,-2 5 0,-4 2 0,2 7 0,-5 1 0,1 0 0,4 0 0,2-2 0,2-6 0,0-7 0,0-4 0,0-4 0,0-2 0,2-5 0,4-1 0,4-7 0,7 2 0,0-6 0,0-6 0,0-4 0,1-7 0,-1 0 0,0 0 0,0 0 0,0-1 0,-1 7 0,-5-1 0,3 7 0,-7-5 0,3 2 0,-6 3 0,3 7 0,-7 3 0,0 5 0,0 7 0,6 6 0,0 0 0,1 0 0,-3-6 0,4 0 0,1 0 0,3-1 0,5-5 0,0-3 0,1-8 0,-7 0 0,0 0 0,1 0 0,5-15 0,0-5 0</inkml:trace>
  <inkml:trace contextRef="#ctx0" brushRef="#br0" timeOffset="23">15367 10350 8912,'0'-17'0,"0"8"0,0 1 0,0 8 0,0 0 0,0 8 0,0 3 0,2 4 0,4 2 0,4 1 0,7-1 0</inkml:trace>
  <inkml:trace contextRef="#ctx0" brushRef="#br0" timeOffset="24">14920 10814 8912,'-27'16'0,"4"-5"0,4-5 0,2-4 0,7-2 0,3-8 0,9-3 0,5-6 0,10-6 0,16 2 0,13-8 0,4 0 0,1-5 0,1 0 0,-1-1 0,1 1 0,0-1 0,-3 7 0,-3 1 0,-6 0 0,-3 1 0,-5 4 0,-3 0 0,-4 8 0,-8 3 0,-6 7 0,1-2 0,-8 4 0,9 4 0,-7 4 0,2 3 0,-5 11 0,3 1 0,-2 2 0,-2-1 0,-2-4 0,2-1 0,3 0 0,-3 0 0,4 0 0,4 1 0,-1-9 0,8-3 0,1-4 0,-1-2 0,8-8 0,3-3 0,-1-7 0,2-4 0,0-3 0,5-4 0,-7-1 0,-4 5 0,-4 0 0,-2 0 0,-6 2 0,1 6 0,-8 5 0,2 1 0,-5 7 0,-2-4 0,-5 8 0,2 0 0,-6 2 0,3 4 0,-5-2 0,7 7 0,-3 1 0,2 5 0,4 0 0,-3 0 0,3 6 0,2 0 0,0 6 0,0-6 0,2 7 0,3 1 0,7 5 0,3 4 0,2 8 0,0-2 0,1 11 0,-1 6 0,-2 12-186,-3 5 1,-5-2 185,-7 3 0,-4-3 0,-7 2 0,-8 0 0,-16-11 0,-1-8-60,-4-5 1,-4-14 59,-8-8 0,8-9 0,4-13 0,6-7 0,5-10 0,4-20 0,8-15 0,7-16 0,5-7 0,3-17 0,2-6 0,4 38 0,1-2 0,3 1 0,2-1 0,2-1 0,2-1-58,2 0 0,1 1 1,3 0-1,2 2 58,24-36 0,4 4 0,1 1 0,-22 38 0,1 0 0,2-1 0,0 0 0,1 3 0,0 2 0,2 1 0,-1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02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22698 9387 8912,'-15'-17'0,"2"2"0,3 2 0,2 1 0,3 6 0,5-5 0,0-1 0,0 1 0,0 0 0,-8 7 0,-5-2 0,-8 4 0,-8 2 0,-19 8 0,-13 3 0,-16 6 0,-14 6 0,32-10 0,-3 1 0,-8 3 0,-3 0 0,-4 3 0,-1 1-385,-11-2 0,0 2 1,3 2-1,2 0 385,3-3 0,1 0 0,0 0 0,2 0 0,7-3 0,2 0 0,4 0 0,2-1 0,6-2 0,3 0 0,-40 11-58,20-8 1,9-1 57,19-5 0,11 2 0,12-7 0,12 0 0,3-6 0,8 0 0,2 0 0,4 0 759,5 0 0,5 0-759,1 0 0,6 0 68,0 0 0,2-2-68,-2-4 0,-4 4 0,6-21 0,-8 4 0</inkml:trace>
  <inkml:trace contextRef="#ctx0" brushRef="#br0" timeOffset="1">20995 9284 8912,'-2'-32'0,"-2"1"0,-2 5 0,2 1 0,2 2 0,2 13 0,-7 3 0,-5 8 0,-3 5 0,-10 6 0,-4 11 0,3-2 0,-3 7 0,2 1 0,-1 5 0,1 6 0,4 1 0,4 6 0,-4-1 0,4 11 0,1 6 0,1-1 0,2 3 0,2 1 0,1 1 0,8-2 0,-2-13 0,12-14 0,6-4 0,5-13 0,6-3 0,11-9 0,12-9 0,13-2 0,10-3 0,6-7 0,5-11 0,2 2 0,-5-6 0,-3 3 0,-3 3 0,2-6 0,-12 0 0</inkml:trace>
  <inkml:trace contextRef="#ctx0" brushRef="#br0" timeOffset="2">23559 8906 8912,'9'-8'0,"-1"5"0,-8-9 0,0-1 0,0-3 0,0-1 0,0 0 0,0 8 0,0 10 0,0 17 0,0 8 0,0 7 0,-6 7 0,0 0 0,-5 8 0,5-2 0,0 1 0,-1-1 0,-1 2 0,-3-8 0,1-2 0,6-9 0,-1-6 0,1-4 0,0-9 0,-2-5 0,4-3 0,-5-17 0,7-8 0,0-9 0,0-9 0,0-8 0,0-9 0,-2-12 0,-4 1 0,4-7 0,-4 7 0,4-2 0,2 14 0,0 1 0,0 11 0,2 6 0,4 9 0,-2 13 0,7 11 0,3 14 0,9 9 0,-2 9 0,7 15 0,-5 4 0,6 13 0,-6-3 0,6 8 0,-6-2 0,5 2 0,-7-5 0,2-12 0,-6 3 0,-5-3 0,1 2 0,-7-2 0,0-10 0,-6-9 0,-2-2 0,-4-4 0,-5-4 0,-12-6 0,-12-18 0,-9-13 0</inkml:trace>
  <inkml:trace contextRef="#ctx0" brushRef="#br0" timeOffset="3">23335 9164 8912,'-8'9'0,"6"-1"0,-5-8 0,7 0 0,7-8 0,7-3 0,9-4 0,11-2 0,2-6 0,10 0 0,-5-2 0,4 2 0,-4 6 0,4 0 0,-6 1 0,1 11 0,-6-1 0,-5 6 0,-4 0 0,-8 0 0,-7 0 0,-3 0 0,-7 0 0</inkml:trace>
  <inkml:trace contextRef="#ctx0" brushRef="#br0" timeOffset="4">23886 8975 8912,'26'11'0,"-3"1"0,-11-8 0,1 5 0,-7-3 0,2-4 0,-5 5 0,5 1 0,2 4 0,-5-3 0,7 3 0,-6-1 0,5 6 0,-7-5 0,2-1 0,-3-1 0,3 1 0,-4-1 0,4-5 0,-4-3 0,3 4 0,1-12 0,2-3 0,-2-8 0,-3-8 0,9-4 0,-1-3 0,-1-3 0,5 3 0,-3 3 0,3-1 0,2 7 0,-5 0 0,-1 5 0,1 7 0,5 0 0,-8-1 0,7-5 0,-7 0 0</inkml:trace>
  <inkml:trace contextRef="#ctx0" brushRef="#br0" timeOffset="5">24367 8940 8912,'10'18'0,"0"-3"0,-5-4 0,-3 5 0,6-7 0,0 8 0,-7-5 0,5-1 0,-2-7 0,2 2 0,-2-6 0,7-6 0,1-3 0,5-9 0,0 1 0,-2 0 0,-3 0 0,3-8 0,-13 6 0,4-4 0,-4-2 0,-2 2 0,0 6 0,0 6 0,-2 1 0,-4-3 0,-6 3 0,-3 2 0,-2 5 0,0 8 0,5 5 0,1 7 0,-1 8 0,-5 4 0,8 3 0,3 2 0,4 1 0,2-1 0,2 1 0,4-1 0,3-7 0,8-4 0,2-6 0,4-6 0,6-5 0,4-4 0,1-12 0,0-7 0,7-8 0,-1-9 0,-8 0 0,-9-1 0,-4-1 0,-2-4 0,-5 3 0,-2-1 0,-3 8 0,-3 7 0,-2 4 0,-4 5 0,-4 9 0,4 12 0,-3 16 0,10 6 0,7-6 0,3 5 0,2-5 0,1 0 0,-1-6 0,6 1 0,0-1 0,5-8 0,-5-3 0,8-4 0,-2-2 0,3 0 0,2 0 0,-5-8 0,-2-3 0,-2-6 0,-4-6 0,-2-4 0,-2-7 0</inkml:trace>
  <inkml:trace contextRef="#ctx0" brushRef="#br0" timeOffset="6">25262 8769 8912,'-17'0'0,"0"0"0,0 0 0,-1 0 0,1 0 0,0 0 0,0 7 0,0 3 0,7 7 0,2 0 0,8 0 0,0 0 0,0-5 0,0-1 0,2-7 0,4 2 0,-2-4 0,7-2 0,3 0 0,-5 0 0,3 0 0,-1 0 0,6 0 0,1-6 0,-1-2 0,0 1 0,0-1 0,1-3 0,-1 5 0,0-5 0,0 5 0,2-2 0,4 2 0,-4 5 0,4-7 0,-4 2 0,-1 0 0,-1 1 0,0 5 0,0-8 0,0 6 0,-5-5 0,-1 7 0,-7 0 0,4 0 0,-8 0 0,0 0 0,-8 1 0,-3 5 0,-3 4 0,1 7 0,3 0 0,3 0 0,-5 8 0,7 4 0,-1 5 0,6 6 0,0 0 0,0 10 0,0 4 0,0-1 0,6 6 0,-1-1 0,1 5 0,-6-6 0,0-2 0,0-1 0,-2-12 0,-4-8 0,-5-1 0,-12-10 0,2-2 0,-8-10 0,1-3 0,-7-8 0,3-8 0,3-3 0,-2-12 0,8-6 0,8-9 0,9-2 0,4-2 0,2 5 0,2 1 0,4 4 0,6 3 0,11 0 0,3-1 0,9 7 0,1-6 0,4 6 0,0-7 0,10 3 0,6-4 0,3-3 0,-4 3 0,3-9 0,-11 10 0,-1 1 0,-13 0 0,1-5 0,-13 7 0,-4 4 0,-7 4 0,-10 2 0,-6 0 0,1 0 0,-9 7 0,3 4 0,-5 5 0,-1 1 0,0 1 0,0 5 0,0 11 0,-1 12 0,3 5 0,4 6 0,-3 3 0,8 2 0,-5 3 0,5-8 0,1 0 0,6-5 0,5-1 0,6 1 0,5-9 0,6-3 0,11-11 0,14-7 0,7-7 0,9-9 0,10-16 0,5-17 0</inkml:trace>
  <inkml:trace contextRef="#ctx0" brushRef="#br0" timeOffset="7">26914 8820 8912,'-42'17'0,"8"-7"0,-1-4 0,11-6 0,12-6 0,4 2 0,8-7 0,10 1 0,7-1 0,6-5 0,6 5 0,3-10 0,-5-2 0,2 2 0,0 2 0,-10 2 0,-2-1 0,-2 1 0,-9 0 0,-2 0 0,-2 0 0,-4 1 0,-4 5 0,-11 3 0,-12 8 0,-3 2 0,-3 4 0,-1 5 0,-4 12 0,5 4 0,1 7 0,1 8 0,10 4 0,8 2 0,9-2 0,4 3 0,2-3 0,10-4 0,7-3 0,12-9 0,9-7 0,0-4 0,8-2 0,0-7 0,6-4 0,-8-4 0,-4-2 0,2-14 0,-2-3 0,0-12 0,-13-5 0,-2-10 0</inkml:trace>
  <inkml:trace contextRef="#ctx0" brushRef="#br0" timeOffset="8">27207 8734 8912,'-17'0'0,"-1"0"0,1 0 0,8 2 0,3 4 0,8-4 0,7 5 0,11 1 0,4 3 0,-1 5 0,6 1 0,-8 6 0,2 0 0,-4 5 0,-2-3 0,-1 2 0,-5 4 0,-1-5 0,-5 3 0,-3-8 0,4 2 0,-6-6 0,-6-5 0,3 1 0,-9-7 0,2-3 0,-1-8 0,-2-7 0,7-11 0,0-3 0,6-9 0,0-1 0,0-2 0,2-4 0,4-2 0,3 6 0,9-3 0,-1 11 0,0 3 0,0 2 0,0 4 0,1 2 0,-1 2 0,2 7 0,4 5 0,-4 3 0,4 2 0,-10 0 0,-1 0 0,-1 2 0,7 3 0,1-1 0,4 8 0,-4-3 0,4 3 0,-4 3 0,0-4 0,2 5 0,2 1 0,-2 0 0,-10 0 0,3 6 0,-9 0 0,7 0 0,-6-6 0,-1 6 0,-5 0 0,-1-2 0,-5-7 0,-4-3 0,1 2 0,-7-5 0,5-2 0,1-4 0,-1-2 0,7-10 0,-2-5 0,4-8 0,2-4 0,2 4 0,4-5 0,6-1 0,10-5 0,-1 1 0,6 2 0,0 5 0,0 1 0,1 2 0,7 6 0,-1 1 0,1 5 0,-7 3 0,1 8 0,0 0 0,-2 0 0,-3 0 0,-6 8 0,-5 2 0,-7 7 0,-2-6 0,-16-1 0,-1-1 0,-3 1 0,-1-4 0,0 5 0,0 1 0,0 5 0,-1 0 0,3 0 0,4 0 0,5 1 0,4-1 0,4-8 0,4-3 0,5-4 0,12-2 0,-4-2 0,4-4 0,2-3 0,-2-8 0,0-1 0,-6 1 0,-2 0 0,-3 0 0,1 0 0,-7-1 0,-4 1 0,-6 0 0,-2 5 0,-11 1 0,4 7 0,-10-2 0,-2 5 0,2 1 0,2 0 0,2 0 0,9 0 0,-5 7 0,5 3 0</inkml:trace>
  <inkml:trace contextRef="#ctx0" brushRef="#br0" timeOffset="9">28652 8665 8912,'-24'0'0,"10"-7"0,-3-5 0,6-3 0,-1-2 0,6 0 0,6 7 0,6 4 0,4 4 0,7 2 0,0 0 0,0 2 0,0 4 0,1 5 0,-3 10 0,-4 2 0,3 8 0,-8-2 0,-1-3 0,-5 3 0,0-2 0,0 3 0,0-3 0,0-2 0,0-2 0,0-6 0,-2-2 0,-3-3 0,3-5 0,-6-16 0,8-8 0,2-8 0,4-10 0,3-7 0,8-3 0,8-5 0,4 0 0,4 2 0,1 3 0,0 6 0,1-1 0,7 4 0,4 2 0,-4 7 0,-2 4 0,4 4 0,0 2 0</inkml:trace>
  <inkml:trace contextRef="#ctx0" brushRef="#br0" timeOffset="10">30012 8373 8912,'-25'-17'0,"-2"2"0,-7 3 0,-1 6 0,1 4 0,-6 12 0,0 5 0,3 8 0,7 4 0,1 2 0,12 5 0,-2 2 0,13 4 0,0-9 0,6 3 0,2-11 0,4 0 0,5-6 0,5-5 0,3-4 0,4-8 0,-2-2 0,8-4 0,-7-4 0,7-7 0,-8-2 0,2-2 0,-4-4 0,-2-2 0,-7 1 0,-4-3 0,1 2 0,-1 4 0,0 4 0,-6-4 0,-2 4 0,-4 2 0,4 8 0,-5 1 0,14 14 0,5-1 0,11 9 0,4-5 0</inkml:trace>
  <inkml:trace contextRef="#ctx0" brushRef="#br0" timeOffset="11">30167 8459 8912,'-10'-10'0,"3"-5"0,7 13 0,0-5 0,0 7 0,5 2 0,3 1 0,2 3 0,-5 6 0,5-5 0,-3 3 0,7 1 0,-12 6 0,4 1 0,-5-9 0,-1 6 0,-1-13 0,-5 4 0,4-6 0,-4-6 0,4-3 0,2-8 0,0-2 0,0-4 0,8 3 0,3-2 0,5 2 0,7 5 0,0 4 0,-1 5 0,3 4 0,-4 2 0,8 0 0,-6 8 0,6 3 0,-3 6 0,3 6 0,2-4 0,-8 4 0,5 2 0,-5-2 0,8 0 0,-4-6 0</inkml:trace>
  <inkml:trace contextRef="#ctx0" brushRef="#br0" timeOffset="12">23817 10385 8912,'21'-35'0,"-6"1"0,-5-1 0,-6 1 0,-3 0 0,-1-1 0,0 1 0,0 0 0,0 1 0,0 4 0,0 7 0,0 2 0,0 3 0,0 10 0,0 8 0,0 15 0,8 9 0,4 9 0,-3 8 0,1 4 0,-1 5 0,1 7 0,-1-5 0,3 5 0,3-5 0,-3-1 0,-3-8 0,3-4 0,-1-6 0,6-5 0,1-6 0,-1-12 0,0-5 0,0-4 0,8-10 0,4-3 0,-4-14 0,-3-10 0,-2 1 0,-3-6 0,-2-2 0,-3 2 0,-5 0 0,-7 5 0,0 3 0,0 3 0,0 10 0,0 8 0,0 7 0,0 4 0,0 11 0,0 6 0,0 6 0,0 2 0,0 6 0,0-3 0,0 3 0,8-6 0,3-2 0,5-4 0,1-2 0,0-7 0,0-5 0,8-3 0,4-2 0,-2-7 0,1-5 0,-7-9 0,4-4 0,-2-1 0,0-5 0,0-2 0,-6-1 0,-5 5 0,-1 1 0,-1 7 0,1-2 0,4 11 0,-3 7 0,-1 3 0,7 2 0,-5 2 0,10 5 0,-4 9 0,-2 5 0,-5 11 0,-1 2 0,-1 1 0,1 5 0,-3-4 0,-8-1 0,-2-1 0,-4 2 0,-7 1 0,-8-3 0,0 2 0,-8-13 0,0 0 0,-5-6 0,2-1 0,3-5 0,-2-3 0,8-8 0,6-10 0,8-7 0,1-10 0,2-21 0,6-5 0</inkml:trace>
  <inkml:trace contextRef="#ctx0" brushRef="#br0" timeOffset="13">25056 9834 8912,'9'-34'0,"-1"2"0,-8 3 0,0 4 0,0 16 0,0 5 0,0 15 0,0 14 0,0 11 0,6 8 0,0 8 0,5 5 0,-5 0 0,5 7 0,-5-7 0,7 2 0,-1-2 0,1-3 0,-1 3 0,1-5 0,-7-6 0,5-2 0,-5-4 0,0-12 0,-6 1 0,-16-8 0,-3-4 0</inkml:trace>
  <inkml:trace contextRef="#ctx0" brushRef="#br0" timeOffset="14">25056 10144 8912,'-17'-2'0,"-1"-2"0,1-2 0,8 1 0,3 5 0,12 0 0,5 0 0,14-2 0,7-2 0,7-2 0,10-1 0,3 1 0,2-4 0,9-7 0,-14 2 0,3 3 0,-16-3 0,-7 4 0,-12 3 0,-24-7 0,-3 5 0</inkml:trace>
  <inkml:trace contextRef="#ctx0" brushRef="#br0" timeOffset="15">23731 10608 8912,'-12'-7'0,"1"-5"0,7-3 0,-2-2 0,14-6 0,9 0 0,12-2 0,17 4 0,13-2 0,12 2 0,9-4 0,12 2 0,1 0-242,-44 15 0,0-1 1,-1-2-1,0-1 242,43-11 0,-43 5 0,0-2 0,4 2 0,-1 0 0</inkml:trace>
  <inkml:trace contextRef="#ctx0" brushRef="#br0" timeOffset="16">26088 9852 8912,'-7'-23'0,"-3"0"0,-1 4 0,-1 5 0,8 5 0,-1 3 0,-3 6 0,2 2 0,2 13 0,3 2 0,1 6 0,1 2 0,5-2 0,2 6 0,5-4 0,-1-1 0,1 1 0,2-2 0,3-6 0,1-1 0,4-5 0,-4 3 0,4-9 0,-4 1 0,-2-6 0</inkml:trace>
  <inkml:trace contextRef="#ctx0" brushRef="#br0" timeOffset="17">26398 9714 8912,'-9'-8'0,"-1"5"0,4-9 0,4 8 0,-5-3 0,7 16 0,0 7 0,2 6 0,3 5 0,-1-4 0,8 6 0,-1-2 0,6 1 0,1 3 0,-1-8 0,-2 5 0,-3-5 0,3 0 0,-6-6 0,9 1 0</inkml:trace>
  <inkml:trace contextRef="#ctx0" brushRef="#br0" timeOffset="18">26570 9938 8912,'0'-18'0,"0"1"0,0 0 0,0 0 0,0 0 0,0-1 0,8 9 0,3 3 0,10 4 0,2 2 0,6 0 0,-6 0 0,8 0 0,-3 0 0,-3 8 0,-2 3 0,-4 10 0,-2 2 0,-7 2 0,-4-2 0,-4-2 0,-2 6 0,-2 0 0,-4-1 0,-6-3 0,-11 6 0,4-6 0,-4 5 0,4-6 0,2 0 0,0-4 0,0-7 0,-1-3 0,1-8 0</inkml:trace>
  <inkml:trace contextRef="#ctx0" brushRef="#br0" timeOffset="19">27086 9783 8912,'-26'0'0,"-1"-2"0,4-4 0,4 4 0,-4-1 0,4 6 0,2 9 0,1 5 0,5 6 0,1 4 0,5 7 0,3 0 0,-4 1 0,10-3 0,3-1 0,5-2 0,7 1 0,-2-11 0,6-2 0,2-5 0,-2-1 0,7-3 0,-1-8 0,-2-8 0,2-3 0,-1-12 0,7-4 0</inkml:trace>
  <inkml:trace contextRef="#ctx0" brushRef="#br0" timeOffset="20">27413 9439 8912,'-9'0'0,"-5"2"0,9 4 0,-7 5 0,7 12 0,-3 6 0,2 11 0,4 2 0,-4 4 0,5 3 0,1-5 0,0 2 0,0 0 0,0-4 0,0-2 0,0 0 0,0-13 0,0 7 0</inkml:trace>
  <inkml:trace contextRef="#ctx0" brushRef="#br0" timeOffset="21">27826 9577 8912,'-1'-18'0,"-3"1"0,-2 0 0,-2 7 0,4 9 0,-1 10 0,1 16 0,2 11 0,2 10 0,0 4 0,0 1 0,0 3 0,0 3 0,10-5 0,7-1 0,0-7 0,8-9 0</inkml:trace>
  <inkml:trace contextRef="#ctx0" brushRef="#br0" timeOffset="22">28825 9542 8912,'11'-6'0,"-1"-1"0,-3-3 0,-3-3 0,-2-2 0,-4-3 0,-4 1 0,-5 0 0,-6 0 0,-4 2 0,-2 1 0,2 3 0,1 7 0,1-2 0,-2 6 0,-2 6 0,-1 5 0,2 12 0,0 6 0,1 3 0,3 3 0,7-1 0,-3 1 0,7-1 0,-1 0 0,1 1 0,1-3 0,6-3 0,0-4 0,0-8 0,7-8 0,7-3 0,7-4 0,-2-10 0,4-3 0,-4-12 0,-2-6 0,0-3 0,1-2 0,-1-1 0,0 1 0,-2-1 0,-3 1 0,1 7 0,-7 4 0,7 6 0,-1 6 0,-3 13 0,3 15 0,-3 10 0,3 13 0,3 4 0,-3 7 0,5-5 0,4-2 0,4-4 0,2-7 0,3-7 0,10-9 0,2-7 0,4-4 0,-4-20 0,-7-5 0</inkml:trace>
  <inkml:trace contextRef="#ctx0" brushRef="#br0" timeOffset="23">29444 9284 8912,'-8'-25'0,"5"6"0,-9-4 0,6 6 0,-3 4 0,-1 3 0,1 3 0,3 1 0,-6 6 0,9 0 0,-11 4 0,9 7 0,-7 8 0,6 16 0,-5 7 0,5 4 0,0 5 0,-1 6 0,5-1 0,-4 7 0,4-6 0,2 6 0,0-7 0,0 1 0,0-5 0,0-7 0,0-4 0,0-13 0,0-5 0,0-4 0,-7-9 0,-3-3 0</inkml:trace>
  <inkml:trace contextRef="#ctx0" brushRef="#br0" timeOffset="24">29065 9714 8912,'0'-11'0,"0"-1"0,0 6 0,0-5 0,0 7 0,8-9 0,4 7 0,12-7 0,11 1 0,9-3 0,6-2 0,1-2 0,1-4 0,5 2 0,1-8 0,-3 2 0,-9-1 0,-4-12 0,-8 3 0</inkml:trace>
  <inkml:trace contextRef="#ctx0" brushRef="#br0" timeOffset="25">29788 9095 8912,'0'-21'0,"0"4"0,-7 4 0,-5-5 0,-1 11 0,1 7 0,-1 15 0,7 14 0,-7 11 0,3 4 0,-1 4 0,-1 3 0,6-9 0,-5 10 0,5 1 0,-5 4 0,7 1 0,-2-7 0,4-7 0,2-4 0,0 1 0,2-7 0,4-7 0,4-14 0,7-7 0,8-12 0,3-5 0,-1-12 0,2-6 0,-6 2 0,5-1 0,-7-1 0,0-4 0,-7 3 0,-8 1 0,-3 8 0,3-2 0,-4-3 0,4 8 0,-12 1 0,2 8 0,-7 9 0,5 7 0,-4 7 0,1 5 0,-1 4 0,6 7 0,-1-1 0,3 3 0,2 3 0,0-8 0,0-5 0,7 1 0,5-5 0,5 3 0,6-10 0,-4-3 0,6-5 0,-2-6 0,0-9 0,6-3 0,-6-2 0,0-6 0,-6 0 0,-6-6 0,1 6 0,-7-5 0,7 5 0,-8 6 0,1 5 0,-3-1 0,-2 5 0,0 2 0,0 12 0,0 6 0,0 10 0,6-1 0,0 8 0,0-6 0,-6 6 0,0-6 0,0 3 0,0-1 0,0-4 0,0-2 0,0-1 0,0-1 0</inkml:trace>
  <inkml:trace contextRef="#ctx0" brushRef="#br0" timeOffset="26">29530 9594 8912,'-32'-23'0,"3"0"0,6 2 0,4 2 0,9 2 0,5-1 0,3 7 0,2-1 0,15 7 0,8-5 0,9 1 0,9-1 0,4 4 0,13-5 0,3 1 0,8-1 0,-2-2 0,-4 7 0,9-2-178,-3 2 0,4-11 0,-4-10 0</inkml:trace>
  <inkml:trace contextRef="#ctx0" brushRef="#br0" timeOffset="27">30872 8975 8912,'-24'0'0,"4"0"0,-3 0 0,4 0 0,2 0 0,-2 2 0,-4 3 0,4 7 0,-4 11 0,4 4 0,2 7 0,1 2 0,5 4 0,3-1 0,8 6 0,2-6 0,4 1 0,5-4 0,5-2 0,7-5 0,0 0 0,5-14 0,-5 2 0,8-9 0,-3 3 0,-3-9 0,-2-2 0,-4-4 0,-1-13 0,5 4 0,-2-10 0,-4 2 0,-4-2 0,-3 4 0,1-4 0,3-2 0,-9 2 0,1 0 0,-6 6 0,0 6 0,0-1 0,-2 8 0,-4-1 0,-5 3 0,-2 9 0,1 5 0,-1 9 0,7 2 0,0 0 0,6-6 0,0 0 0,0 0 0,0-5 0,0-1 0,8 1 0,1-3 0,9-3 0,-3-6 0,-4-6 0,5-1 0,-5-5 0,-3-9 0,-2 4 0,-5-4 0,-1 4 0,0-1 0,0 1 0,0 0 0,-1 2 0,-3 1 0,-2 3 0,0 5 0,6-5 0,0 7 0,0-11 0,16 5 0,3-7 0</inkml:trace>
  <inkml:trace contextRef="#ctx0" brushRef="#br0" timeOffset="28">31423 9181 8912,'-34'0'0,"-1"0"0,7 2 0,1 2 0,2 4 0,4 1 0,-2-3 0,6 5 0,3 1 0,14 5 0,0 0 0,8-2 0,3-1 0,7-5 0,5-1 0,-2-2 0,7-6 0,-7 0 0,2 0 0,0-2 0,-6-4 0,4-4 0,-9-7 0,1 0 0,-1 0 0,-5 0 0,-7 0 0,0-1 0,0 1 0,-1 0 0,-5 0 0,-4 1 0,-7 5 0,0-2 0,0 7 0,-1-6 0,1 7 0,6-1 0,-1 6 0,8 0 0,-1 0 0,10 0 0,13 0 0,8 0 0</inkml:trace>
  <inkml:trace contextRef="#ctx0" brushRef="#br0" timeOffset="29">31681 8803 8912,'0'-19'0,"0"-2"0,0-2 0,0 2 0,0 7 0,0 3 0,0 5 0,0-5 0,0 7 0,0-2 0,0 12 0,2 7 0,2 8 0,2 8 0,-1 4 0,-5 1 0,6 0 0,0 1 0,0 5 0,-6 0 0,0 0 0,0-6 0,0-1 0,0-4 0,0 1 0,0-7 0,5 0 0,3-8 0,2-3 0,3-7 0,4-3 0,6-2 0,-4-7 0,4-5 0,2-11 0,-2-5 0,0-7 0,-6-5 0,-2 4 0,-3-4 0,-4-2 0,-8 3 0,0 5 0,0 4 0,-8 9 0,-4-2 0,-3 11 0,-2 6 0,-6 6 0,0 6 0,-2 9 0,2 8 0,4 8 0,-4-2 0,4 3 0,2 2 0,1-5 0,5 0 0,3-8 0,8 2 0,0-4 0,0-2 0,0 0 0,10-7 0,7-5 0,2-3 0,10-4 0,3-3 0,7-7 0,-3 3 0,4-3 0,-2 1 0,3-6 0,-5 1 0,4 5 0,-9-4 0,-3 3 0,-5-3 0,4 0 0,-2 1 0,-4 3 0,-8 7 0,-1-2 0,-8-3 0,3 7 0,-7-4 0,0 12 0,0-2 0,0 7 0,0 0 0,0 7 0,0-1 0,0-6 0,0 1 0,0-1 0,0 6 0,6 1 0,0-1 0,5 0 0,-3 0 0,1 0 0,5 1 0,-5-3 0,3-4 0,-1 3 0,7-9 0,-1 1 0,0-6 0,0 0 0,0 0 0,1-8 0,-1-3 0,0-4 0,0-2 0,0-1 0,1 1 0,-1 8 0,0 3 0,-6-2 0,1 3 0,-6 1 0,5 9 0,-7 1 0,2 9 0,-4 6 0,-2 4 0,0 4 0,0 5 0,0 1 0,0-1 0,-8 6 0,-3 0 0,-5 2 0,-1-2 0,-6-3 0,0 1 0,0-6 0,-2-3 0,6-2 0,-4 2 0,4-7 0,2-10 0,0-4 0,0-8 0,-1-16 0,1-3 0</inkml:trace>
  <inkml:trace contextRef="#ctx0" brushRef="#br0" timeOffset="30">32249 8665 8912,'-36'-7'0,"-3"-7"0,17-3 0,6-4 0,11 19 0,10-4 0,7 5 0,11 1 0,5 0 0,11 0 0,1 0 0,0 0 0,-6 0 0</inkml:trace>
  <inkml:trace contextRef="#ctx0" brushRef="#br0" timeOffset="31">26519 11537 8912,'9'-8'0,"-1"4"0,-8-7 0,0-3 0,-2 1 0,-4 0 0,-5 1 0,-5 1 0,-1-7 0,0 3 0,0 4 0,-2-3 0,-2 9 0,-2 1 0,2 2 0,1 4 0,3 4 0,-2 7 0,-4 8 0,10 6 0,-4 7 0,3 2 0,5 4 0,-1-9 0,4 3 0,4-5 0,-1 0 0,6-6 0,13-12 0,7-5 0,7-8 0,-1-10 0,-2-3 0,1-19 0,-5 3 0,6-9 0,-10-2 0,0 2 0,-7 0 0,-5-2 0,5 6 0,-6-5 0,-1 13 0,-5 5 0,0 9 0,0 3 0,0 7 0,0 4 0,2 14 0,4 7 0,-2 7 0,7 12 0,7 2 0,4 4 0,1-6 0,2-3 0,2-3 0,7 0 0,7-7 0,-1-4 0,0-11 0,-6-7 0,-1-5 0,-4-5 0,3-11 0,-3-7 0,-4-13 0,-3 2 0,-2-12 0,-3-2 0,-2-5 0,-3-5 0,-5-1 0,-7 2 0,0-4 0,0-8 0,-2-6 0,-3 1 0,-5 3 0,-7 14 0,5 9 0,1 19 0,7 5 0,-4 22 0,8 11 0,0 14 0,0 11 0,8 14 0,4 4 0,3 1 0,2 10 0,-5 0 0,-1 6 0,0-2 0,7-4 0,-1-6 0,0-11 0,0 2 0,0-8 0,1-2 0,-1-1 0,0-11 0,0-8 0,-7-11 0,5-22 0,-5-4 0</inkml:trace>
  <inkml:trace contextRef="#ctx0" brushRef="#br0" timeOffset="32">27035 11210 8912,'-17'9'0,"-1"1"0,1-4 0,2-2 0,3 7 0,5 1 0,7 5 0,9-8 0,9-3 0,8-4 0,14-2 0,4-13 0,10-7 0,1-3 0,3-1 0,-1-7 0,-5 2 0,-1-3 0,1-2 0</inkml:trace>
  <inkml:trace contextRef="#ctx0" brushRef="#br0" timeOffset="33">28394 11004 8912,'0'-19'0,"0"-3"0,0 0 0,0 1 0,0 1 0,0 13 0,2 9 0,2 11 0,2 8 0,7 10 0,-3-3 0,-1 5 0,-3 1 0,2 1 0,-3-3 0,-1-3 0,-2-6 0,-2 1 0,0-1 0,6 0 0,0-5 0,-3-1 0,-1-8 0,-2-1 0,0-23 0,0-8 0,0-16 0,0-6 0,2-5 0,4 0 0,4 3 0,-1 1 0,6 7 0,-3-1 0,-3 6 0,3 5 0,-1 12 0,7 9 0,-1 8 0,-2 16 0,-3 7 0,1 13 0,-7 4 0,5 8 0,-3-4 0,-1 0 0,1-4 0,4-10 0,-7-1 0,3-8 0,-2 2 0,-4-4 0,5-9 0,-7-3 0,0-16 0,0-8 0,2-4 0,4-14 0,-2 5 0,5-12 0,1 1 0,-1 1 0,1 6 0,1 5 0,5 8 0,-5-2 0,-1 6 0,1 6 0,1 3 0,5 8 0,0 0 0,0 0 0,1 10 0,-1 7 0,2 0 0,4 6 0,-2 2 0,8-2 0,-3 0 0,3-6 0,4-8 0,-5-3 0,3-4 0,-3-2 0,3 0 0,-8-2 0,0-6 0,2-9 0,-8 0 0,0-6 0,-5 2 0,-7-2 0,-3 4 0,4-4 0,-12 4 0,-5 2 0,-4 2 0,-3 3 0,1 4 0,0 8 0,0 0 0,0 0 0,-1 2 0,1 4 0,0 4 0,0 7 0,5 6 0,1 0 0,5 5 0,-5-5 0,7 2 0,-2-2 0,4-4 0,2 4 0,0-4 0,2-9 0,4-5 0,5-3 0,4-2 0,8-2 0,0-3 0,6-5 0,-6-7 0,0-2 0,-6-4 0,0 10 0,1-5 0,-3 5 0,-4-4 0,5 2 0,-7 1 0,3 5 0,-1 1 0,-5 2 0,5 6 0,-5 0 0,6 0 0,-1 0 0,6 0 0,0 0 0,1 0 0,-1 0 0,0-2 0,0-3 0,-5 3 0,-1-4 0,-5 4 0,5 2 0,-7-8 0,4 7 0,-8-7 0,0 8 0,0 0 0,0 8 0,0 1 0,0 8 0,0 0 0,0-5 0,0-1 0,0-5 0,0 6 0,0-9 0,0 5 0,0-16 0,0-3 0,0-4 0,8-4 0,3-4 0,-1 4 0,1-4 0,1 3 0,5 3 0,0 0 0,0 0 0,0 5 0,1 1 0,-1 7 0,0-2 0,0 6 0,0 6 0,1 6 0,-1 3 0,-6 2 0,1 0 0,-1 0 0,6 1 0,-5-7 0,-1 1 0,-1-7 0,1 7 0,5-8 0,-7 3 0,7-14 0,-3-3 0,-3-3 0,-3-5 0,-1 5 0,-6-10 0,8 4 0,-7 2 0,5 0 0,-4 7 0,-2-5 0,8 13 0,-4-6 0,7 8 0,1 0 0,5 0 0,0 0 0,0 0 0,0 0 0,1 0 0,-7-2 0,1-3 0,-1 3 0,0-12 0,1 9 0,-8-3 0,2 2 0,3 4 0,-7 2 0,4 12 0,1 3 0,-1 2 0,2 8 0,-4 4 0,3 3 0,3 3 0,-6 5 0,1 0 0,-1 8 0,2-2 0,-4 3 0,4 3 0,-6-3 0,-6-3 0,-4-6 0,-7-11 0,0 2 0,0-8 0,-1-2 0,1-10 0,-2-3 0,-4-8 0,10-2 0,-4-4 0,1-5 0,1-5 0,5-16 0,3-4 0</inkml:trace>
  <inkml:trace contextRef="#ctx0" brushRef="#br0" timeOffset="34">30907 10625 8912,'-35'-23'0,"3"2"0,1 6 0,3 8 0,5 5 0,-6 2 0,2 3 0,-1 7 0,6 9 0,9 6 0,0-2 0,7 5 0,0 1 0,6 4 0,0-5 0,0-5 0,0-4 0,0-2 0,8-1 0,3-5 0,5-3 0,1-8 0,0 0 0,0 0 0,0-8 0,1-3 0,-1-6 0,0-6 0,-5 2 0,-1-8 0,1-2 0,-3-1 0,4-4 0,-7-4 0,2-4 0,-2-8 0,-4 0 0,3 1 0,-3 1 0,-2 4 0,2 4 0,4 8 0,-4 7 0,3 4 0,-1 12 0,0 9 0,2 11 0,5 12 0,-5 20 0,6 2 0,-7 9 0,9 2 0,-3 3 0,4-6 0,3 1 0,-1-2 0,0-10 0,8 0 0,4-8 0,5-5 0,6-10 0,-2-7 0,8-10 0,-6-2 0,4-4 0,-3-7 0,-9-8 0,-5-4 0,-10-4 0,-2 3 0,-3 3 0,-6 2 0,-12-8 0,-9 2 0,-8-1 0,-8 1 0,2 4 0,-1 10 0,1-5 0,-2 13 0,8-1 0,-1 6 0,3 4 0,-2 5 0,2 7 0,7-3 0,3 10 0,1-4 0,-3-2 0,3 0 0,3 1 0,1-1 0,6 0 0,0 0 0,2-2 0,4-3 0,-3-4 0,9-8 0,-1-2 0,6-4 0,3 2 0,3-7 0,-4 1 0,4-3 0,-2 1 0,2-1 0,-4 3 0,4-1 0,-4 7 0,-2-2 0,0 4 0,0 2 0,-5 2 0,-1 4 0,-5 4 0,6 7 0,-1 0 0,6 0 0,0 0 0,-5-7 0,-1-2 0,3-3 0,1 1 0,2 0 0,0-6 0,1-8 0,-1-3 0,0-5 0,0-1 0</inkml:trace>
  <inkml:trace contextRef="#ctx0" brushRef="#br0" timeOffset="35">31647 10041 8912,'0'-17'0,"0"-1"0,0 1 0,0 8 0,-6 3 0,0 14 0,2 9 0,3 10 0,1 15 0,0 9 0,-6 3 0,0 9 0,0 0 0,6 5 0,2-6 0,4-5 0,2 0 0,3-5 0,4 1 0,-3-13 0,-4-7 0,-3-10 0,-3-4 0,-2-10 0,0-1 0</inkml:trace>
  <inkml:trace contextRef="#ctx0" brushRef="#br0" timeOffset="36">31475 10574 8912,'-2'-29'0,"-4"0"0,4 8 0,-4-1 0,4 2 0,2 3 0,8 0 0,4 0 0,11 5 0,5 3 0,7-1 0,5 1 0,4-1 0,7-1 0,1-3 0,0 9 0,-3-7 0,-3 6 0,-4 1 0,-7 5 0,-10-2 0,-8-4 0,-8 4 0,-9-6 0,-9 14 0,-7 2 0,-5 0 0,0-1 0,0 7 0,-2-3 0,4 4 0,-4 2 0,4 1 0,2-1 0,6-2 0,-1-3 0,8 3 0,-1-4 0,-3-1 0,2 1 0,-7 1 0,11-3 0,-6-1 0,16-8 0,3-2 0,5-4 0,1-1 0,0-5 0,0-1 0,0 7 0,-5-1 0,-1 1 0,1 4 0,5-4 0,-5 4 0,-1 2 0,1 0 0,5 0 0,6 0 0,2 0 0,1 0 0,5 0 0,-1 0 0,-1 0 0,4-5 0,-5-1 0,-3-6 0,-2 7 0,-4-9 0,-2 3 0,-5 1 0,-1-1 0,-7-1 0,2-5 0,-4 0 0,-2 0 0,0-1 0,0 1 0,-2 0 0,-4 0 0,4 0 0,-3 0 0,1 5 0,-2 1 0,4 7 0,-6-2 0,8 12 0,8 5 0,4 12 0,-3 2 0,3 4 0,-1 3 0,6-3 0,1 3 0,-1 3 0,-6-1 0,-1 0 0,-1 1 0,1-1 0,-6-7 0,1-4 0,-3-4 0,-2-2 0,0 0 0,0 1 0,-2-9 0,-3-3 0,3-4 0,-6-4 0,8-4 0,-8-11 0,-1-10 0</inkml:trace>
  <inkml:trace contextRef="#ctx0" brushRef="#br0" timeOffset="37">32507 10419 8912,'10'-8'0,"-1"6"0,-3-3 0,-2-3 0,7 2 0,1-7 0,7 2 0,2-5 0,2-1 0,6 0 0,-6 0 0,5-2 0,-5-4 0,-6 4 0,-5-4 0,-8 4 0,1 1 0,-5 3 0,-5 4 0,-7 1 0,-11 4 0,2 4 0,-7-3 0,5 10 0,-4 7 0,2 3 0,4 2 0,4 6 0,5 0 0,-1 8 0,7-3 0,2 3 0,2-2 0,4 1 0,4-7 0,4 6 0,7-6 0,6 0 0,0-6 0,13-8 0,-2-3 0,7-4 0,-1-2 0,-2-8 0,8-3 0,-8-12 0,2-6 0,4-11 0,0-4 0</inkml:trace>
  <inkml:trace contextRef="#ctx0" brushRef="#br0" timeOffset="38">33196 9645 8912,'-12'12'0,"1"-1"0,-3 3 0,5 3 0,-3 6 0,1 7 0,1 9 0,-3 4 0,7 9 0,-5 5 0,5 3 0,2-1 0,2 0 0,4-2 0,4-5 0,3-8 0,8-4 0,1-11 0,-1-6 0,6-6 0,0-6 0,2-3 0,-2-8 0,-4-14 0,4-3 0,3-13 0,3-5 0,-2 1 0,2-6 0,-3-4 0,3-2 0,-4-4 0,0-1 0,-6 7 0,4 4 0,-6 11 0,-6 6 0,-1 4 0,-4 2 0,-4 11 0,3 12 0,3 11 0,-2 17 0,0 14 0,-6 4 0,0 11 0,0 0 0,0 4 0,0 1 0,0 1 0,0-2 0,0-4 0,0-6 0,0-11 0,0-6 0,-8-9 0,-4-2 0,-3-14 0,-2 2 0,-6-11 0,0 0 0,-8-6 0,3-6 0,-12-4 0,-6-7 0,2-8 0,0-5 0,2-8 0,-6-14 0,4-9 0</inkml:trace>
  <inkml:trace contextRef="#ctx0" brushRef="#br0" timeOffset="39">32972 10110 8912,'-25'9'0,"6"-1"0,-4-8 0,11 0 0,5 7 0,22-5 0,8 4 0,19-6 0,15-6 0,22-5 0,-29 0 0,3-1 0,2-1 0,1-1 0,5-3 0,0 0 0,2 0 0,1-1-879,2 1 1,-1 0 878,-4 1 0,-1-2 0,-11 1 0</inkml:trace>
  <inkml:trace contextRef="#ctx0" brushRef="#br0" timeOffset="40">7314 9989 8912,'-18'-6'0,"1"1"0,6-9 0,1 3 0,1-4 0,1-3 0,0 1 0,5 0 0,-1 0 0,0 0 0,-2-1 0,2 1 0,2 0 0,2 6 0,0-1 0,0-1 0,0 5 0,0 1 0,0 7 0,0 0 0,8 0 0,-6 0 0,13 0 0,-3 0 0,5 0 0,6 0 0,6 0 0,11 0 0,8 0 0,15 0 0,15-6 0,-30 3 0,2 0 0,4-3 0,1-1 0,2 2 0,0 0 0,3 0 0,1 1-201,2 1 1,0 0-1,-5-1 1,-1 0 200,0 1 0,0 0 0,-4 0 0,0 1 0,44 2 0,-11-2-49,-11-4 0,-14 4 49,-10-4 0,-7-1 0,-11-1 0,-4-1 0,-6-5 0,-4 5 0,-2-3 0,6 3 0,0-3 0,0 3 0,-6 3 0,-6 4 794,1-4-794,-8 4 0,3 4 0,-9 4 53,-3 5 0,-5 5-53,-7 1 0,-6 0 0,0 0 0,0-7 0,6-2 0,0-8 0</inkml:trace>
  <inkml:trace contextRef="#ctx0" brushRef="#br0" timeOffset="41">8931 9216 8912,'0'-18'0,"0"1"0,0 0 0,0 7 0,0 5 0,0 10 0,0 7 0,2 5 0,4 6 0,5-2 0,12 8 0,-2 1 0,8 10 0,2 6 0,1 4 0,-3-2 0,0 3 0,-14-3 0,2 9 0,-11 4 0,0 2 0,-20-3 0,-9-3 0,-17-2 0,-12 3 0,-1-11 0,-8 3 0,1-6 0,-5-11 0,4-9 0</inkml:trace>
  <inkml:trace contextRef="#ctx0" brushRef="#br0" timeOffset="42">1514 9628 8912,'2'-11'0,"2"-1"0,2-1 0,0 3 0,-6-1 0,0 7 0,0-4 0,0 8 0,-8 0 0,6 0 0,-8 0 0,5 0 0,3 0 0,-13-7 0,13 3 0,-4-8 0,-2 7 0,2-7 0,-1 7 0,1-7 0,4 6 0,-5-3 0,1-1 0,0 1 0,0 5 0,6-6 0,0 5 0,0 3 0,0 9 0,8 12 0,3 16 0,7 9 0,5 7 0,-4 3 0,4 9 0,2 2-149,-3 9 1,1-3 148,-5 3 0,-7 1 0,-1-6 0,-3-10 0,-3-9 0,-2-8 0,-2-8 0,-2-9 0,-4-10 0,-5-13 0,-4-25 0,-3-13 0</inkml:trace>
  <inkml:trace contextRef="#ctx0" brushRef="#br0" timeOffset="43">1359 9559 8912,'0'-17'0,"0"0"0,0 6 0,0-1 0,0 1 0,0-7 0,2 7 0,6-1 0,9-1 0,10-2 0,7-8 0,5 0 0,1 4 0,-2 6 0,4 3 0,-2 4 0,2 6 0,-5 0 0,-3 12 0,-7 9 0,-14 7 0,-7 12 0,-6-1 0,-6 7 0,-5-1 0,-10 7 0,-2 0 0,2-1 0,-6 1 0,-2-1 0,3 1 0,-3-1 0,8-7 0,-2-4 0,10-9 0,1-2 0,8-16 0,-11 2 0,5-15 0</inkml:trace>
  <inkml:trace contextRef="#ctx0" brushRef="#br0" timeOffset="44">2117 9783 8912,'-18'0'0,"7"0"0,0 0 0,5 0 0,-6 0 0,1 8 0,-4 5 0,1 8 0,3 8 0,1-3 0,-1 3 0,5 2 0,4 1 0,2-3 0,0-1 0,2-7 0,4 2 0,3-6 0,8-5 0,1-6 0,-1-4 0,6-2 0,0 0 0,0-10 0,-6-7 0,0-2 0,-2-10 0,-3 0 0,-6 3 0,-4-5 0,-2 8 0,0 0 0,0-2 0,-14 8 0,-3 0 0,-10 2 0,4 9 0,-7 0 0,1 6 0,-2 2 0,3 4 0,3 3 0,8 9 0,-1-9 0,9 7 0,1-7 0</inkml:trace>
  <inkml:trace contextRef="#ctx0" brushRef="#br0" timeOffset="45">2530 9611 8912,'0'-29'0,"0"1"0,0-1 0,0 2 0,-2 10 0,-4 11 0,-5 4 0,1 4 0,-1 4 0,-3 6 0,-7 10 0,-2 9 0,2 7 0,2 6 0,2 8 0,5-8 0,1-4 0,7-4 0,-2-2 0,4 1 0,2-1 0,2-7 0,4-4 0,9-4 0,8-2 0,8-5 0,-2-1 0,3-7 0,2 2 0,1-4 0,-1-4 0,1-2 0,-1-2 0,-1-2 0,-5 3 0,-3 3 0,-8-6 0,-11 8 0,-12 0 0,-11 10 0,-17 7 0,-8 2 0,-4 10 0,-4-6 0,-2 5 0,-5-1 0,0 2-294,-1-12 0,7-2 0,-1-5 0</inkml:trace>
  <inkml:trace contextRef="#ctx0" brushRef="#br0" timeOffset="46">740 9903 8912,'-11'-9'0,"-1"1"0,-1 2 0,-3 1 0,5-9 0,-1 3 0,7-3 0,-7 3 0,8 3 0,-3 8 0,9 8 0,3 3 0,5 12 0,7 6 0,-5 9 0,-1 4 0,1 0 0,-3 0 0,5 6 0,-7-4 0,1 0 0,-1-4 0,-1-4 0,-6-1 0,0-3 0,0-3 0,-6-16 0,1-19 0,-14-5 0,1-18 0,-5-5 0,2-6 0,-3 0 0,-3-2 0,-2 5 0,-5-3 0,-1 4 0,1 2 0,-1-1 0,1 1 0,7 1 0,4 5 0,6-3 0,6 8 0,5-5 0,12 5 0,11-8 0,12 2 0,5-1 0,4 1 0,4 6 0,2 4 0,0 2 0,2 0 0,2 7 0,-8 4 0,0 5 0,-5 4 0,-3 9 0,-3 11 0,-12 21 0,-11 7 0,-6 12 0,-6 0 0,-4 2 0,-7 0 0,0-4 0,0-1 0,2 5 0,3-2 0,-7 7 0,7-1 0,-5 2 0,12-14 0,-7-3 0,6-12 0,2-8 0,3-19 0,1-7 0,0-20 0,7-10 0,5-7 0,3-6 0,4-3 0,4-6 0,6-5 0,1 7 0,-1-10 0,2 6 0,-8 0 0,5 4 0,-5 8 0,0 1 0,-6 5 0,1 5 0,-9 11 0,-1 7 0,-8 10 0,0 7 0,0 3 0,0 2 0,0 1 0,0-1 0,0 6 0,0 2 0,0-1 0,0 1 0,0 0 0,0-2 0,0-4 0,0 4 0,0-4 0,0-2 0,0 0 0,0 1 0,0-9 0,2-1 0,3-8 0,-3-8 0,4-3 0,-4-5 0,-2-1 0,0 0 0,0 0 0,6-6 0,-1 0 0,3 6 0,-2 5 0,-2 3 0,7-3 0,-5-1 0,5 7 0,1 1 0,5 5 0,-6 0 0,1 0 0,-8 0 0,11 7 0,-5-5 0,5 2 0,-4-8 0,3 0 0,-9-7 0,3 1 0,-2-1 0,-4-4 0,4 3 0,3-3 0,-7-2 0,4-1 0,3 9 0,1 1 0,7 8 0,0 2 0,0 4 0,1 5 0,1 5 0,4 1 0,4 6 0,7 0 0,2-6 0,4-6 0,-3-7 0,20-4 0,-3-9 0</inkml:trace>
  <inkml:trace contextRef="#ctx0" brushRef="#br0" timeOffset="47">3149 9525 8912,'-17'-6'0,"-2"1"0,-2-1 0,-2 0 0,2 0 0,0 1 0,0 5 0,-4 0 0,-2 0 0,6 2 0,-2 1 0,6 5 0,5 2 0,-1 1 0,7 6 0,3 0 0,1 1 0,2-1 0,0 0 0,2 2 0,3 4 0,5-4 0,7 4 0,2-6 0,4-3 0,6-5 0,3-1 0,1 3 0,-5-5 0,5 0 0,-6-6 0,0 0 0,-5 0 0,-2 5 0,-3 1 0,-8 2 0,-3-2 0,-4-3 0,-2 9 0,-13-1 0,-5 6 0,-12 6 0,-5 0 0,1 0 0,-4-6 0,5 1 0,5-1 0,1-6 0,-2 1 0,4-8 0,8 1 0,2-5 0,3-5 0,5-5 0,7-15 0,0-2 0</inkml:trace>
  <inkml:trace contextRef="#ctx0" brushRef="#br0" timeOffset="48">3493 9439 8912,'-9'-8'0,"-5"5"0,9-9 0,-7 1 0,5-7 0,-3 1 0,6 6 0,-2-1 0,5 9 0,1-7 0,0 4 0,0 4 0,5 2 0,1 12 0,5 3 0,-5 2 0,8 0 0,-3 1 0,-1 5 0,1-1 0,1 0 0,-3-3 0,6 4 0,-3-1 0,-3 1 0,3-5 0,-8-1 0,1 0 0,3 0 0,-2 0 0,2-1 0,-5-3 0,3-2 0,0-14 0,-6 1 0</inkml:trace>
  <inkml:trace contextRef="#ctx0" brushRef="#br0" timeOffset="49">3321 9216 8912,'-28'-14'0,"1"-3"0,2-2 0,4 0 0,9 2 0,5 5 0,7 1 0,4 7 0,5-4 0,8 1 0,14 5 0,3-4 0,3 4 0,9 2 0,-2 6 0,2-1 0,1 1 0,-7-6 0,8 8 0,-4 1 0</inkml:trace>
  <inkml:trace contextRef="#ctx0" brushRef="#br0" timeOffset="50">3803 9130 8912,'10'9'0,"-3"-1"0,-7-8 0,0 2 0,0 3 0,-2 5 0,-3 7 0,3 0 0,-4 1 0,-2 6 0,3 5 0,-1 3 0,6 3 0,0-1 0,0 1 0,0-1 0,0 0 0,2-1 0,4-4 0,-5 1 0,5-7 0,4 0 0,-8-6 0,7-7 0,-3-5 0,-4-10 0,4-7 0,1-11 0,1-5 0,1-3 0,5 2 0,1-3 0,2 3 0,2 4 0,4 3 0,-3-1 0,3 5 0,1-1 0,-1 14 0,0-1 0,-6 6 0,1 2 0,-3 4 0,-4 7 0,-5 8 0,-4 2 0,-2 11 0,-8-3 0,-3 9 0,-10-4 0,-2-1 0,0-1 0,6 0 0,0-1 0,-1-5 0,3-3 0,2-9 0,1-5 0,8-11 0,-11-17 0,6-10 0</inkml:trace>
  <inkml:trace contextRef="#ctx0" brushRef="#br0" timeOffset="51">4285 9026 8912,'-6'-23'0,"0"1"0,-5-1 0,3 7 0,-1 5 0,3 11 0,-5 11 0,5 12 0,-4 8 0,1 5 0,-1 4 0,6 8 0,-1-2 0,3-2 0,2 2 0,7-8 0,5 2 0,3-4 0,2-1 0,6-3 0,0-3 0,6-4 0,-6-8 0,2-8 0,-4-3 0,2-4 0,-2-2 0,-2-2 0,-2-4 0,-2-5 0,-3-12 0,1 2 0,-7-8 0,0 8 0,-6-2 0,0 4 0,0 2 0,-8 0 0,-3 0 0,-5 7 0,-1 4 0,0 4 0,0 2 0,1 2 0,5 4 0,-3 4 0,9 7 0,-1 2 0,6 4 0,0-2 0,0 8 0,2-3 0,4 3 0,5 2 0,12-9 0,4-1 0,7-9 0,3 1 0,3-7 0,4 0 0,7-8 0,1-4 0,0-5 0,-8-12 0,5-4 0,-5-7 0</inkml:trace>
  <inkml:trace contextRef="#ctx0" brushRef="#br0" timeOffset="52">5317 9044 8912,'10'0'0,"-2"0"0,-8 2 0,0 3 0,0 5 0,0 7 0,-6 6 0,0 2 0,0 1 0,-1 5 0,5 2 0,-4 1 0,4 2 0,2 4 0,0-3 0,0 3 0,0 2 0,0-2 0,0 0 0,0-6 0,0 1 0,0-1 0,-2-1 0,-3-5 0,-5-11 0,-15-9 0,-2-8 0</inkml:trace>
  <inkml:trace contextRef="#ctx0" brushRef="#br0" timeOffset="53">5128 9525 8912,'-17'-17'0,"0"-6"0,0 0 0,1-2 0,5 2 0,3 4 0,8-6 0,14 10 0,7 4 0,7 3 0,9 0 0,3 6 0,0-3 0,4 3 0,7 2 0,7 0 0,-1 0 0,2-6 0,-1 0 0,-7-1 0,3 3 0,-10-4 0,-8-1 0,-13 3 0,-17-6 0,-4 7 0,-2-7 0,0 8 0,-8-3 0,-3 7 0,-6 7 0,-6 5 0,9 3 0,-3 2 0,6-5 0,-1-1 0,4 1 0,8 5 0,0 0 0,0 0 0,0 0 0,14-1 0,3-5 0,4-3 0,-4-8 0,6-2 0,0-4 0,6-3 0,-6-9 0,5 1 0,-5 0 0,-3 0 0,-7 0 0,-4-2 0,-3-4 0,-6 5 0,0 1 0,-7 0 0,-11 6 0,-6 3 0,-5 2 0,-4 4 0,-1 2 0,-1 8 0,-14 2 0,-5 7 0</inkml:trace>
  <inkml:trace contextRef="#ctx0" brushRef="#br0" timeOffset="54">4199 10264 8912,'-29'0'0,"1"0"0,-3 0 0,0 2 0,1 2 0,1 2 0,0 7 0,-3 1 0,3 7 0,6 7 0,-2 5 0,4 1 0,6-1 0,7-5 0,7 3 0,1-8 0,1 0 0,5-8 0,6-4 0,3-3 0,2-8 0,0 0 0,1 0 0,-1-8 0,0-3 0,0-6 0,0-6 0,1 4 0,-1-4 0,0-2 0,0 2 0,0 0 0,1 6 0,-1 2 0,0 1 0,0 5 0,0 1 0,1 2 0,-1 6 0,6 2 0,0 4 0,0 11 0,-6 12 0,0 11 0,0 6 0,-1 3 0,-5 3 0,-3 0 0,-8-1 0,-2 1 0,-4-1 0,-3 5 0,-9-5 0,-5-3 0,0-14 0,-5-7 0,5-4 0,-8-11 0,4-7 0,-1-5 0,-1-5 0,8-7 0,-2-11 0,4-2 0,2-3 0,7-5 0,5 5 0,12-5 0,10-1 0,3-6 0,8-1 0,1 1 0,5 6 0,3 1 0,1 1 0,4 0 0,2-5 0,-4 5 0,6 3 0,-6 2 0,6-1 0,-8-3 0,2 8 0,-11-4 0,-6 10 0,-6-4 0,-5 10 0,-5 1 0,-7-1 0,-2 7 0,-3-2 0,-5 4 0,-7 2 0,0 0 0,0 0 0,1 2 0,5 4 0,-5 3 0,5 9 0,1 7 0,1 1 0,1 3 0,4 0 0,2-1 0,2 7 0,0-3 0,0-3 0,8 1 0,4-7 0,9 0 0,3-6 0,5-1 0,7-5 0,1-3 0,9-8 0,0-10 0,5-7 0,-7-8 0,-4-9 0,1-3 0,-7-3 0,4 2 0,-13-6 0,-2 0 0,-6 0 0,-9-2 0,3-5 0,-7 5 0,2 0 0,-10 0 0,-2-5 0,-7-1 0,1 3 0,-1 3 0,2 6 0,1 13 0,4 10 0,4 7 0,-5 22 0,7 10 0,-2 13 0,-4 16 0,4 9 0,-4 3 0,5-2 0,1 2 0,5-2 0,3 4 0,1-4 0,5-2 0,1-1 0,2-7 0,1-9 0,-1-7 0,0-1 0,0-5 0,0-10 0,1-2 0,-7-11 0,1-1 0,-9-10 0,5-13 0,-8-8 0</inkml:trace>
  <inkml:trace contextRef="#ctx0" brushRef="#br0" timeOffset="55">4991 10299 8912,'-35'26'0,"1"-3"0,7-5 0,4-7 0,11-3 0,9-8 0,14 0 0,4 0 0,18-4 0,5-6 0,4-7 0,4-4 0,6 4 0,-1 0 0,1-1 0,-6 1 0,0 0 0,0-8 0,5-1 0</inkml:trace>
  <inkml:trace contextRef="#ctx0" brushRef="#br0" timeOffset="56">20169 11640 8912,'-18'0'0,"1"0"0,0 0 0,5 0 0,3-2 0,1-4 0,4-5 0,3-5 0,1-1 0,0 0 0,0 0 0,1-4 0,3 2 0,4 3 0,1 1 0,-5 0 0,10-2 0,-9-1 0,1 1 0,-6 8 0,-2 1 0,-5 10 0,-11 4 0,-8 11 0,-16 12 0,-14 7 0,-17 10 0,30-20 0,-2 3 0,-8 7 0,-3 3 0,-6 3 0,-4 2-461,-5 4 1,-1 1 0,-4 4 0,-1 1 460,-4 0 0,1 1 0,10-2 0,1-1 0,2-6 0,2 0 0,7-1 0,3-1-139,8-6 1,2-1 0,5 1-1,4 0 139,-22 37 0,20-8 0,11-2 0,10-16 0,6-10 0,7-1 0,-4-19 0,10-2 0,4-11 1720,-4-4-1720,5-2 675,-7 0-675,0 0 0,0-16 0,0-3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08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29633 5175 8912,'16'-2'0,"-3"-4"0,-2-5 0,-5 1 0,4-1 0,-3-2 0,-1-3 0,-6 7 0,0 1 0,0 10 0,0 4 0,-6 3 0,1 10 0,1 6 0,2 10 0,2 9 0,0 13 0,0 4 0,0 8 0,6 11-51,-1 12 0,-1-43 0,-2 1 1,-1 9-1,0 1 0,1 1 0,0 2 51,1 1 0,0 0 0,0 1 0,1 0-193,0 1 1,-2-1 0,-1-4 0,0-3 192,2-6 0,0-1 0,-1 37 0,-2-14 0,0-5 0,0-6 0,0-7 0,0-16 0,0-2 0,0-15 0,-2 2 0,-4-2 328,4-4-328,-6-2 797,8-9-797,0-8 0,0 0 0,-2-6 0,-3 0 0,1-5 0,-8 5 0,1-7 0,-6 1 0,0-3 0,-1-2 0,-7-1 0,-1 1 0</inkml:trace>
  <inkml:trace contextRef="#ctx0" brushRef="#br0" timeOffset="1">29341 6602 8912,'-17'0'0,"-1"0"0,1-2 0,0-3 0,7 3 0,-5-14 0,21 16 0,0 0 0,13 10 0,4 13 0,7 11 0,-1 12 0,-2 4 0,1 1 0,5 7 0,3-1 0,-3-2 0,-1-1 0,-1-5 0,-3-3 0,3-4 0,-8-7 0,0-9 0,-6-3 0,0-5 0,1-7 0,-7 2 0,1-7 0,-9 0 0,7-6 0,-4 0 0,-4-8 0,5-1 0,-7-8 0,-6-1 0,1 1 0,-3 0 0,2 0 0,4-2 0,-3-4 0,3 4 0,-6-14 0,-1 6 0</inkml:trace>
  <inkml:trace contextRef="#ctx0" brushRef="#br0" timeOffset="2">30132 6602 8912,'2'-15'0,"4"3"0,-4-3 0,6 6 0,-8-1 0,-2 4 0,-2 14 0,-2 9 0,-5 10 0,3 13 0,-2 8 0,-3 7 0,-2 1 0,-2 7 0,-3-2 0,-3 2 0,4 2 0,-4-8 0,4-2 0,2-9 0,2-6 0,3-11 0,5-4 0,7-8 0,0-7 0,0-10 0,0-12 0,5-3 0,1-2 0,8 0 0,-5-8 0,8-2 0</inkml:trace>
  <inkml:trace contextRef="#ctx0" brushRef="#br0" timeOffset="3">28119 9284 8912,'-11'0'0,"-1"0"0,-1 0 0,3-5 0,-1-1 0,7 0 0,-4 6 0,8 0 0,0 0 0,8 0 0,-4 0 0,7 0 0,1-2 0,5-4 0,2 5 0,4-5 0,-2 4 0,8 2 0,5 0 0,6 0 0,10 0 0,0-2 0,7-2 0,4-2 0,2 1 0,6 5 0,4-8-215,7-3 0,-5-5 215,11-1 0,3-6 0,-40 12 0,0-1 0,-1-3 0,0 0 0,1 0 0,-1 1 0,40-13 0,-2-1 0,-9 7 0,-12-2 0,-2 4-27,2 1 0,-6 3 27,-2 4 0,-5-3 0,-6 9 0,-4-1 0,-8 6 0,-7 0 0,-4 0 0,-10-2 0,-1-4 428,-8 4-428,3-5 56,-7 7-56,0 0 0,0-8 0,2-2 0,4-7 0,-4 0 0,13-8 0,-5-1 0</inkml:trace>
  <inkml:trace contextRef="#ctx0" brushRef="#br0" timeOffset="4">29960 8442 8912,'-17'-8'0,"0"6"0,0-3 0,-1-3 0,1 2 0,8 0 0,-1 6 0,4 0 0,4 0 0,-5 0 0,7 0 0,0 0 0,7 0 0,-5 8 0,14-6 0,-9 8 0,5-5 0,3-3 0,-3 4 0,3 3 0,2 3 0,0-3 0,1 3 0,-1-1 0,2 9 0,2 1 0,2 1 0,5 9 0,-5-2 0,2-1 0,-2 7 0,-4-3 0,4 14 0,-9-8 0,-3 2 0,-7 2 0,2-1 0,-4 6 0,-4-3 0,-4 0 0,-5-4 0,-11 0 0,0-5 0,-9 3 0,2-9 0,2 1 0,-1-1 0,5-4 0,-6-8 0,8-6 0,-2 1 0,4-8 0,10-4 0,3-12 0,6-3 0,6-2 0,3-1 0,8 1 0,8 0 0,4 0 0,-4 0 0,0 0 0</inkml:trace>
  <inkml:trace contextRef="#ctx0" brushRef="#br0" timeOffset="5">30855 5777 8912,'-11'0'0,"-1"0"0,1-2 0,-1-2 0,1-3 0,-1-3 0,3-3 0,-5-3 0,7-1 0,-1 0 0,0 0 0,-5 1 0,3 3 0,-1 2 0,0-3 0,1 5 0,-1-3 0,-5 8 0,5-1 0,-5 3 0,-1 2 0,0 9 0,0 9 0,0 6 0,-1 11 0,1 1 0,0 4 0,0-2 0,0 8 0,5-8 0,3 3 0,1-5 0,4-2 0,2-7 0,2-4 0,4-12 0,7-5 0,3-6 0,15-6 0,1-7 0,10-16 0,-3-1 0,3-16 0,-4 6 0,-2-6 0,-7 0 0,-4-5 0,-4-1 0,-3-2 0,-5-1 0,-5-2 0,-4-1 0,-2 7 0,-8 1 0,-3 4 0,-3 6 0,3 12 0,-3 8 0,7 11 0,-3 1 0,6 10 0,-1 10 0,3 11 0,2 5 0,0 5 0,0 1 0,0 6 0,0 0 0,0 2 0,0-2 0,0-3 0,0 3 0,2-6 0,3-5 0,-1 1 0,8-7 0,1 0 0,8-5 0,2-3 0,-2-4 0,4-3 0,-2-8 0,2-2 0,-2-4 0,-4-3 0,4-8 0,-4-3 0,-2-3 0,-2 4 0,-3-4 0,-3-1 0,-3 1 0,-4 0 0,4 6 0,-6 1 0,-4 3 0,-2 1 0,-7 9 0,1-3 0,3 12 0,-3 5 0,1 6 0,-4 4 0,3 4 0,6 2 0,-1 0 0,1 1 0,2 3 0,10-8 0,0-6 0,11-6 0,-2-7 0,14 2 0,1-4 0,3-2 0,7-10 0,0-7 0,6-2 0,-6-10 0,0 1 0,-5-7 0,-8 1 0,-4 0 0,-6-1 0,-6 1 0,-3 5 0,-8 0 0,-2 8 0,-4-1 0,-9 8 0,-8 3 0,0 7 0,6-2 0,0 4 0,-1 2 0,3 2 0,4 4 0,-3 3 0,8 9 0,1 1 0,5 4 0,0-4 0,0 4 0,0-2 0,0 2 0,0-4 0,0 4 0,0-4 0,0-2 0,5 0 0,3 0 0,2 2 0,3 4 0,-3-4 0,1 4 0,1-3 0,5-3 0,0 2 0,0 4 0,-2-4 0,-3 4 0,1-2 0,-7 2 0,-2-4 0,-10 4 0,-3-4 0,-9-2 0,-5 0 0,1 0 0,-9-5 0,2-1 0,2-7 0,-1 2 0,7-4 0,-2-4 0,6-6 0,5-9 0,4-2 0,8-10 0,2-1 0,4-10 0,9 3 0,10-3 0,2 2 0,4-2 0,3 2 0,6-8 0,-2 8 0,8-3 0,-5-1 0,2 2 0,-2 2 0,-9 2 0,1 3 0,-10 5 0,-6 3 0,-8 8 0,-1-1 0,-4 1 0,-2 8 0,-2 1 0,0 8 0,-8 0 0,6 8 0,-5 3 0,7 10 0,-2 4 0,-4 2 0,4-4 0,-4 5 0,4-5 0,2 6 0,0-8 0,0 2 0,6 2 0,0-2 0,0-4 0,1-6 0,-3 2 0,7-3 0,1-4 0,5-3 0,0-3 0,1-2 0,6-7 0,5-5 0,4-3 0,1-2 0,-1-3 0,-5-2 0,3 1 0,-8-8 0,0 8 0,-6-2 0,-2-2 0,-3 2 0,-5 0 0,-7 6 0,0 0 0,0 0 0,-2 7 0,-3 4 0,1 4 0,-8 2 0,1 0 0,-6 0 0,0 8 0,-1 4 0,7 5 0,-1 4 0,1 2 0,1-2 0,-3 4 0,7-3 0,0 1 0,6-5 0,0-1 0,2 0 0,4 0 0,6 0 0,3-7 0,2-4 0,8-4 0,4-2 0,5-2 0,6-4 0,6-7 0,4-8 0,1-6 0,1-8 0,-6 1 0,0 0 0,-16 1 0,-1 5 0,-4-5 0,-8 4 0,-3 5 0,-16 1 0,-4 5 0,-6 7 0,-9 3 0,-2 8 0,-1 10 0,1 7 0,-2 2 0,-6 10 0,4 1 0,3 3 0,3 1 0,9 1 0,-1-7 0,7 1 0,0-2 0,6 1 0,16-9 0,8-9 0,13-2 0,9-5 0,9-1 0,2-2 0,5-5 0,-11-1 0,-3-7 0,-14 3 0,1-7 0</inkml:trace>
  <inkml:trace contextRef="#ctx0" brushRef="#br0" timeOffset="6">30804 6482 8912,'-18'-2'0,"1"-2"0,2-4 0,1 1 0,3-1 0,7 4 0,-2 10 0,4 6 0,2 5 0,0 6 0,2-2 0,4 7 0,-2 1 0,6 3 0,-3-1 0,-3-2 0,4-1 0,-3 7 0,1-7 0,-6 1 0,0-8 0,0 4 0</inkml:trace>
  <inkml:trace contextRef="#ctx0" brushRef="#br0" timeOffset="7">30752 6379 8912,'15'-2'0,"-1"-2"0,-3-2 0,1 0 0,5 6 0,0 0 0,0 0 0,6 0 0,0 0 0,0 8 0,-6 4 0,6-3 0,0 3 0,-4 1 0,-5 2 0,1 2 0,-4 1 0,-3-1 0,-2 0 0,-4 6 0,-2 0 0,0 0 0,0 2 0,0-6 0,0 4 0,0-4 0,0-2 0,0 0 0,0 0 0,-8-7 0,6-4 0,-4-12 0,4-4 0,2-7 0,0-6 0,0 0 0,2-5 0,2 3 0,4 0 0,1 0 0,1-4 0,1 7 0,5-1 0,-5 5 0,4 1 0,3 2 0,-1 3 0,0 7 0,0 10 0,1 7 0,-1 11 0,0-2 0,0 8 0,0-3 0,1 3 0,-1 2 0,0-7 0,0 1 0,0 0 0,1-4 0,-1-10 0,0-3 0,0-8 0,0 0 0,1 0 0,-1-13 0,0-6 0,0-4 0,0-2 0,1-6 0,-1 3 0,-2-3 0,-3 2 0,-3-1 0,-3 7 0,-4-6 0,4 6 0,-6 0 0,-6 6 0,-6 8 0,-11 3 0,4 17 0,-4 7 0,4 5 0,2-1 0,0 5 0,0 0 0,5 4 0,1-9 0,7 7 0,-2-6 0,4 0 0,2-6 0,2 0 0,4 1 0,5-7 0,10-1 0,4-3 0,2-3 0,2-4 0,5-6 0,-5-5 0,-1-12 0,1-4 0,6-7 0</inkml:trace>
  <inkml:trace contextRef="#ctx0" brushRef="#br0" timeOffset="8">31767 6327 8912,'-11'0'0,"-1"-2"0,-1-4 0,5-3 0,2-6 0,12 3 0,4-1 0,9 7 0,2 2 0,2 2 0,6 10 0,-6 3 0,5 5 0,-5 1 0,0 8 0,-6 3 0,-5-1 0,-1 2 0,-7-2 0,2 1 0,-4 3 0,-2-8 0,0 0 0,0-6 0,0 0 0,-6-9 0,0-8 0,1-8 0,5-9 0,5-8 0,3-4 0,1-3 0,5-3 0,7 3 0,2 3 0,2 3 0,-2 3 0,-4 9 0,4-3 0,-4 9 0,-2-3 0,0 7 0,0 2 0,1 8 0,-7 7 0,1-3 0,1-1 0,-3 5 0,1-8 0,0-1 0,7-5 0,-7 0 0,1 0 0,-1-2 0,6-3 0,1 1 0,-1-8 0,0-1 0,-2-2 0,-3-3 0,1 7 0,-7 0 0,0 7 0,-6-12 0,-8 16 0,-5 0 0,-7 10 0,-3 5 0,1 2 0,4 1 0,1-1 0,0 0 0,2 6 0,3 0 0,-3 0 0,13-6 0,-4 0 0,12-7 0,5-4 0,10-5 0,2-1 0,8-5 0,-2-1 0,3-7 0,3 1 0,-3-9 0,-3-2 0,1 0 0,-7 6 0,4 0 0,-10 0 0,4 1 0,-9 5 0,-5-4 0,-1 3 0,-4 5 0,-2-1 0,0 8 0,0 0 0,0 8 0,0-7 0,8 7 0,3-8 0,-1 6 0,1 0 0,1-1 0,5-5 0,0 0 0,0 0 0,6 0 0,0 0 0,-2 0 0,-2 0 0,4-5 0,0-1 0,6-2 0,-6 2 0,0 5 0,-6-5 0,0 2 0,0-2 0,1 4 0,-1-3 0,-8 10 0,-3 7 0,-4 3 0,-2 2 0,0 0 0,0 1 0,0-1 0,0 0 0,0 0 0,0 0 0,0 1 0,0-1 0,0-6 0,0 1 0,0-1 0,-2 1 0,-4-1 0,5-7 0,-7 4 0,8-10 0,0-4 0,0-5 0,0-5 0,2-1 0,4 0 0,3-8 0,8-4 0,0 1 0,1-7 0,7 5 0,3-10 0,-1 1 0,2-1 0,-1 2 0,7-6 0,-3 2 0,-3 4 0,-10 11 0,-7 10 0,-9 0 0,5 15 0,-10-2 0,-4 14 0,-5 7 0,-10 11 0,-2-1 0,2 2 0,2 0 0,7-3 0,1 3 0,7 1 0,-2-7 0,4 6 0,2-6 0,0 0 0,0-6 0,2-2 0,4-3 0,4 1 0,9-7 0,4-2 0,5-2 0,5-4 0,1-4 0,6-4 0,1-7 0,-1-2 0,-6-4 0,2 2 0,5-7 0,-13 5 0,1-6 0,-8 0 0,-4 3 0,-5-1 0,-1 4 0,-7 4 0,4-6 0,-8 14 0,0-1 0,-8 8 0,-3-1 0,-3 10 0,3 7 0,-5 3 0,5 2 0,1 2 0,-1 4 0,7-2 0,-2 6 0,4-2 0,2-4 0,0 4 0,0-2 0,0 1 0,0-1 0,0-2 0,0 6 0,0 0 0,0 0 0,-7-4 0,-5 5 0,-9 1 0,-2 5 0,-15-7 0,2 5 0,-16-5 0</inkml:trace>
  <inkml:trace contextRef="#ctx0" brushRef="#br0" timeOffset="9">29220 9542 8912,'-26'-17'0,"3"2"0,3 1 0,3 5 0,0 1 0,8 4 0,3 10 0,4 6 0,2 10 0,2 7 0,4 4 0,-5 3 0,5 2 0,-2 2 0,2-2 0,-4 4 0,3-1 0,-3-1 0,-2-6 0,0 0 0,0 1 0,0-8 0,0-5 0,0-2 0,0-3 0,0-8 0,0-3 0,0-12 0,2-5 0,4-12 0,3-2 0,9-4 0,5-1 0,0 7 0,0 0 0,-6 6 0,6 0 0,0-1 0,7 3 0,-3 4 0,2 3 0,-1 0 0,-7 7 0,2-5 0,0 12 0,-6 5 0,3 4 0,-15 2 0,1 3 0,-6 3 0,-2-2 0,-4 7 0,-3-5 0,-10 4 0,-4 0 0,-6-1 0,-5 1 0,-6 2 0,3-6 0,-3-12 0,9 2 0,3-7 0,1 0 0,-2-6 0,4-13 0,8-5 0,8-10 0,3-1 0,6-3 0,8-3 0,9 1 0,10-1 0,11 7 0,2-1 0,0 6 0,-5-5 0,1 7 0,4-2 0,-6 4 0,1 1 0,-3 3 0,-9 4 0,0-3 0,-6 8 0,-5 3 0,-1 8 0,-5 5 0,4 7 0,-3 2 0,-3 4 0,0-2 0,2 8 0,-4-2 0,3 1 0,-3 5 0,-2-5 0,0-3 0,0-2 0,-5-4 0,-1-2 0,-2-1 0,2-5 0,3-5 0,-9-12 0,8-7 0,-1-16 0,3 0 0,2-11 0,0-4 0,0-1 0,2-3 0,3 0 0,7 4 0,3 2 0,-3-2 0,-1 10 0,1 3 0,5 14 0,2 7 0,4 5 0,-4 5 0,4 5 0,-2 11 0,2 7 0,-2 7 0,8-1 0,-3-2 0,5-1 0,-2-1 0,1-4 0,-3-2 0,2-1 0,-8-1 0,4 0 0,-16-8 0,-3-1 0,-12-8 0,-3-2 0,-9-4 0,1 5 0,0-5 0,0 2 0,0-2 0,-1 4 0,1-3 0,0 8 0,0 3 0,-1 8 0,1-3 0,0 4 0,0 2 0,2 1 0,1-3 0,5-2 0,1-1 0,2-6 0,6 5 0,0-5 0,0 5 0,0-7 0,10-4 0,7-11 0,2-5 0,10-1 0,-8-8 0,2-3 0,2-5 0,-2-1 0,-2-1 0,-2 1 0,-2 5 0,0 1 0,-2 7 0,-3-2 0,-3 9 0,-3 3 0,-4 7 0,6-2 0,-8 12 0,2 5 0,3 12 0,-3 2 0,4 4 0,-2 3 0,0-5 0,3 2 0,3-1 0,-4-7 0,5 2 0,-5-5 0,5-7 0,1-3 0,5-8 0,0 0 0,0 0 0,1-4 0,-1-8 0,6 1 0,0-12 0,2-4 0,-2-1 0,-4-5 0,4-1 0,-4-1 0,-2 1 0,0 0 0,-2-1 0,-3 3 0,-6 3 0,3 4 0,-7 8 0,6 9 0,-8 8 0,0 14 0,0 9 0,0 7 0,0-1 0,2 3 0,3 3 0,-1 3 0,8-4 0,-3 5 0,3-11 0,3-1 0,-5 0 0,1-2 0,1-4 0,-9-2 0,3-2 0,-4 0 0,-2 0 0,-8 0 0,-3 1 0,-6-9 0,-6-3 0,-4-4 0,-7-2 0,-1 0 0,1 0 0,-1 0 0,-7-15 0,-2-5 0</inkml:trace>
  <inkml:trace contextRef="#ctx0" brushRef="#br0" timeOffset="10">31079 9147 8912,'-8'-12'0,"-3"1"0,-5-1 0,-1 3 0,8 3 0,3 14 0,4 9 0,2 13 0,0 13 0,2 0 0,4 5 0,-4 2 0,5 1 0,-1 1 0,0 0 0,5-1 0,-5 1 0,0-3 0,-6-3 0,5 2 0,1-10 0,0-5 0,2-8 0,-5-14 0,9-5 0,-6-4 0,5-2 0,-7-23 0,3-6 0</inkml:trace>
  <inkml:trace contextRef="#ctx0" brushRef="#br0" timeOffset="11">31423 9473 8912,'-29'20'0,"3"2"0,-1 7 0,0 4 0,6 1 0,-2 0 0,6 1 0,5-1 0,5-1 0,7-5 0,0-5 0,7-4 0,9-9 0,7-4 0,5-6 0,-5-6 0,8-6 0,-2-11 0,1 2 0,-1-7 0,-4-1 0,-8-5 0,0 5 0,-2 0 0,-3 1 0,-6 1 0,-5-4 0,-1 9 0,-7 4 0,-5 7 0,-5 7 0,-6-2 0,-4 4 0,-7 2 0,0 8 0,1 4 0,3 3 0,1 2 0,14-7 0,-3-5 0,13 5 0,-3-1 0</inkml:trace>
  <inkml:trace contextRef="#ctx0" brushRef="#br0" timeOffset="12">31681 9422 8912,'-9'17'0,"1"0"0,8 0 0,0 1 0,0 5 0,0-1 0,0-1 0,0-1 0,0-3 0,2-6 0,4 1 0,3-8 0,8 3 0,2-7 0,3 0 0,0 0 0,1-2 0,-5-3 0,-1-5 0,0-7 0,0 0 0,0-1 0,-1 7 0,-5-1 0,3 7 0,-9-7 0,1 8 0,-6 4 0,0 12 0,0-3 0,0 3 0,0-8 0,-2 9 0,-4-7 0,5 0 0,-7-8 0,8-4 0,2 2 0,4-7 0,-3-1 0,9-5 0,-1 0 0,7 0 0,-1-1 0,0 1 0,0 0 0,0 0 0,8 7 0,-6-13 0,6 4 0</inkml:trace>
  <inkml:trace contextRef="#ctx0" brushRef="#br0" timeOffset="13">32266 9491 8912,'-9'0'0,"-7"0"0,13 0 0,-9 0 0,8 0 0,-3 0 0,7-2 0,0-4 0,0-4 0,0-7 0,7 0 0,5 0 0,3 0 0,2-1 0,0 1 0,1 0 0,-3 0 0,-4 0 0,5-1 0,-5 1 0,-3 6 0,-2-1 0,-4 9 0,-2-1 0,-2 13 0,-4 8 0,-9 12 0,-8 0 0,0 9 0,5 2 0,3 6 0,4-6 0,-3 0 0,9-5 0,-7-3 0,6-3 0,1-4 0,7-10 0,3-4 0,11-3 0,7-8 0,7-13 0,-1-5 0,1-10 0,-1-1 0,7-3 0,-7-3 0,6 3 0,-13 3 0,7-3 0,-6 5 0,-2 0 0,-2 4 0,-3 4 0,-5 2 0,-3 7 0,-1 3 0,-5 7 0,0 7 0,-8 5 0,1 3 0,5 2 0,0 0 0,0 1 0,0-1 0,0 0 0,9 0 0,8 0 0,3-5 0,8-1 0,1-7 0,5 2 0,1-4 0,-1-2 0,1-2 0,-1-4 0,0 2 0,1-7 0,-3-1 0,-3-5 0,-4 0 0,-8 0 0,-7 0 0,-3-8 0,-9 6 0,-3-4 0,-5 4 0,-7 3 0,0 5 0,-1 5 0,1 4 0,0 2 0,0 0 0,0 0 0,1 2 0,5 4 0,-3-2 0,9 7 0,-1 1 0,6 5 0,0-6 0,0 1 0,2-3 0,6 3 0,7-5 0,6 1 0,8-6 0,-6 4 0,7-4 0,-1-2 0,3-6 0,3 0 0,-9-5 0,-3 5 0,2-7 0,-2 1 0,-2 3 0,-7-1 0,-3 2 0,-7 1 0,2 1 0,-4 4 0,-2 2 0,-6 4 0,-2 7 0,-1 3 0,3-1 0,-6-1 0,9 3 0,-5-4 0,0 5 0,6-7 0,-5 6 0,7-13 0,0 6 0,0-8 0,2-8 0,3-3 0,-1-6 0,8-6 0,-1-6 0,-1-3 0,5-8 0,-4-1 0,-1-12 0,2 1 0,-9-11 0,3 0 0,-4-4 0,-2-1 0,-2-1 0,-4 0 0,3 16 0,-9 7 0,8 15 0,-3 10 0,-1 8 0,6 17 0,-4 19 0,4 13 0,2 21 0,0 6 0,0 12 0,0-3-147,0 9 1,2-9 146,4 3 0,-2-3 0,9-1 0,4-2 0,4-8 0,10-6 0,-2-3 0,11-6 0,6 0 0,-2-8 0,2 2 0,-8-6 0,2-5 0,2 3 0,-6-3 0,-9 3 0,-10 3 0</inkml:trace>
  <inkml:trace contextRef="#ctx0" brushRef="#br0" timeOffset="14">28360 8872 8912,'8'9'0,"-5"-1"0,9-8 0,-8 0 0,3-2 0,-7-4 0,-7 4 0,-5-3 0,-3 5 0,-2 5 0,-6 5 0,-2 7 0,-2 2 0,-3 4 0,-3 4 0,-1 7 0,-7 3 0,1 5 0,2 7 0,2 7 0,1 7 0,1-6 0,1 6 0,5-6 0,5-7 0,11-12 0,7-7 0,3-8 0,5-6 0,9-6 0,-1 3 0,12-9 0,4 3 0,2-2 0,5-4 0,6 3 0,-1-3 0,7-4 0,1-1 0,3-3 0,9 0 0,4 6 0,2 0 0,-2 0 0,3-6 0,-9 1 0,8-24 0,-4 0 0</inkml:trace>
  <inkml:trace contextRef="#ctx0" brushRef="#br0" timeOffset="15">30287 9009 8912,'10'-11'0,"-4"-1"0,-5-1 0,-1-2 0,0-3 0,0 7 0,0 0 0,0-1 0,0-5 0,0 0 0,0-1 0,-1 1 0,-3 0 0,-2 0 0,0-6 0,6 0 0,-2-6 0,-3 6 0,1-5 0,-6 5 0,1 2 0,-1 2 0,4 9 0,-5 4 0,-6 8 0,-6 10 0,-6 9 0,6 19 0,-7 6 0,1 11 0,2 4 0,-2 8 0,6-8 0,-5-4 0,9-5 0,0-6 0,7-8 0,4-7 0,3-6 0,5-16 0,2-3 0,5-14 0,10-9 0,10-10 0,13-13 0,-1-6 0,5-9 0,-2-6 0,-4-6 0,-9 10 0,-6-6 0,-6-1 0,-6 1 0,-3 4 0,-8 2 0,-2 7 0,-4 10 0,-5 11 0,-5 8 0,5 12 0,-1 3 0,1 6 0,-6 6 0,0 13 0,-1 15 0,1 10 0,0 14 0,0 3 0,0 8 0,7-1 0,4 1 0,4 0 0,2-2 0,0-4 0,0-6 0,2-5 0,4-7 0,5-10 0,12-12 0,-3-12 0,2-5 0,-2-6 0,-3-6 0,6-11 0,0-12 0,0-9 0,-6-2 0,-2-13 0,-3-1 0,-7-3 0,-3-2 0,-2-1 0,0 3 0,-7 2 0,-5-8 0,-11 1 0,-5-1 0,1 8 0,-2 15 0,8 4 0,-2 18 0,4-1 0,2 14 0,5 8 0,3 18 0,1 18 0,4 16 0,2 10 0,2 4 0,0 0 0,0-1 0,0 1 0,0 0 0,8-2 0,3-4 0,5-12 0,1-11 0,0-11 0,0-6 0,1-4 0,-1-11 0,0-8 0,-6-10 0,1-13 0,-1-5 0,7-12 0,-7 1 0,1-7 0,-9 1 0,5-9 0,-2-1 0,0-3 0,-3 1 0,-8 6 0,-5-1 0,-7 0 0,0 5 0,-1 7 0,7 7 0,-1 16 0,3 11 0,-4 12 0,1 17 0,-1 13 0,3 16 0,-1 11 0,1 5 0,-1 7 0,-3-4 0,8 3 0,-5-9 0,5-2 0,1-13 0,5-1 0,0-7 0,0-9 0,7-14 0,3-11 0,7-18 0,0-7 0,6-10 0,0-13 0,0-4 0,-6-7 0,0-1 0,1 0 0,-9 1 0,-3-1 0,-4 1 0,-2-1 0,-4-5 0,-7-1 0,-3 3 0,-15 9 0,8 6 0,-1 11 0,2 8 0,3 8 0,0 9 0,0 16 0,0 14 0,-1 20 0,1 6 0,2 5 0,1 6 0,3 4 0,5 2 0,-5 0 0,7-8 0,-2-4 0,4-13 0,2-10 0,0-7 0,2-12 0,4-3 0,4-8 0,7-16 0,6-9 0,0-19 0,7-4 0,-1-7 0,1-3 0,-1-3 0,-4 1 0,-8-7 0,-1 8 0,-5-2 0,-3-3 0,-12 5 0,-6 3 0,-7 5 0,-4 18 0,4 6 0,0 12 0,-1 11 0,-6 17 0,-5 12 0,2 13 0,-2 15 0,3 2 0,-3 4 0,4 10 0,8-6 0,2-2 0,3-6 0,6-8 0,12-5 0,4-2 0,7-4 0,10-11 0,7 0 0,8-8 0,10-4 0,-8-8 0,13-9 0,-3-9 0</inkml:trace>
  <inkml:trace contextRef="#ctx0" brushRef="#br0" timeOffset="16">17639 6551 8912,'9'9'0,"-1"-9"0,-8-4 0,0-7 0,0 5 0,-2-3 0,-4 1 0,5 0 0,-5 3 0,4 3 0,2-6 0,0 8 0,0 0 0,8 0 0,1 0 0,14 0 0,0 0 0,9 0 0,3 0 0,7 0 0,13-2 0,7-2 0,6-1 0,18-7 0,1 6 0,-3-7-243,-4 2 0,0-3 243,6 3 0,6-10 0,0 3 0,2-3 0,-5 6 0,5 2 0,2 1 0,-1 1 0,-46 2 0,0 1 0,2 2 0,1 2-184,-1 1 1,1 0 0,3 2 0,1 0 183,4 1 0,1 0 0,-3 0 0,0 0 0,-3 0 0,-1 0 0,1 1 0,-1 0 0,-5 2 0,0 0 0,1 2 0,1 2 0,1 0 0,-1 1 0,3 0 0,0 1 0,-3 0 0,1-1 0,-1-2 0,-1-2 0,42 2 0,-40-5 0,3-1 0,7 1 0,2-2 0,-2 1 0,0 0-242,7 1 1,0-2 0,-2 1 0,0-1 241,1-2 0,2 0 0,7 2 0,2 0 0,4-3 0,1 0 0,4 1 0,2 1 0,-1-1 0,1 0 0,-1-3 0,0 0 0,3 3 0,0 1 0,-5-2 0,0 2 0,-3 2 0,-2 0 0,-12 0 0,-2 0 0,-2 0 0,0 0 0,-7 0 0,0 0 0,-1 0 0,-1 0 0,-2 0 0,-1 0 0,-1 0 0,-1 0 0,46 0-206,-1 0 1,-46 0-1,1 0 206,2 0 0,1 0 0,4 2 0,-1 2 0,0-2 0,-1 1 0,-2 1 0,1 0 0,-2-1 0,1 0 0,1-2 0,0 0 0,2 1 0,-1 1 0,2-1 0,1-2 0,1 0 0,-2 0 0,39 0 0,-12 0 0,-12 0 96,-5 0 0,0 0-96,0 0 0,-10 0 310,-7 0 1,-8 0-311,-10 0 0,1 0 329,-1 0 0,-7 0 1,-4 0-330,-4 0 0,4 0 383,0 0 0,0 2-383,-6 4 0,0-4 117,0 4 0,0 1-117,1-1 0,-1 5 0,-2-3 0,-1 2 0,-3 3 0,-5-2 0,5 7 0,-7-5 0,2 10 0,-4-2 0,-2 2 0,5 4 0,1 7 0,0 0 0,-6 3 0,2 1 0,4 2 0,-3 2 0,9-2 0,-6-5 0,5-1 0,-5-2 0,5-9 0,-1 6 0,3-6 0,-3-2 0,-3-2 0,5-2 0,-6 0 0,5-5 0,-5-1 0,0-7 0,-6 4 0,0-8 0,-8 0 0,-2 0 0,-7 0 0,0 0 0,0 0 0,-8 0 0,-4 0 0,-3 0 0,-3 0 0,-1 0 0,-4 0 0,2 0 0,-8 0 0,-6 0 0,-5 0 0,-8 0 0,0 0 0,-8 0 0,-7 0 0,-10 0 0,-2 0 0,0 0-312,6 0 0,-7 2 312,44 1 0,0-1 0,-4-1 0,-1 0 0,-1 2 0,1 0 0,3 1 0,1 0 0,-40 1 0,6-1 0,3-2 0,9 4-156,-3 0 1,2-1 155,-1-5 0,-5 0 0,-7 0 0,-5 0 0,-1 2 0,-2 2 0,45-1 0,-1 0 0,-3 0 0,-1 0 0,-9-3 0,-1 0 0,1 0 0,-2 0-202,-1-1 0,0 2 0,3 1 1,0 1 201,6 0 0,-1 0 0,0 0 0,0 0 0,3-3 0,1 0 0,-3 0 0,1 0 0,5 0 0,1 0 0,-42 0-187,8 0 0,9 0 187,-5 0 0,-14 0 0,43 0 0,-1 0 0,1 0 0,1 0 0,-48 0 0,1 0 0,45-1 0,0 2 0,-3 1 0,-1 1-51,-1 0 0,0 0 0,-3 0 0,-1 0 51,-2-3 0,0 0 0,-2 2 0,0 2 0,-4-1 0,-2 1 0,1 0 0,-1 0 0,-1 0 0,1 0 0,3-1 0,2-1 0,5-1 0,1-2 0,3 1 0,1 0 0,4 0 0,1 0 0,0 0 0,1 0-48,-48 0 0,5 0 48,7 0 0,-6 2 0,0 4 0,-4-2 0,10 7 0,-2-5 0,14 4 0,-1-1 0,-1 1 0,7-5 367,0 7 1,14-6-368,9 5 0,8-5 131,-3 5 1,13-7 0,5 2-132,4-4 826,9-2-826,2 0 450,8 0-450,0 0 0,6 7 10,0 5-10,0 3 0,-6-5 0,0-3 0</inkml:trace>
  <inkml:trace contextRef="#ctx0" brushRef="#br0" timeOffset="17">29771 12843 8912,'-10'17'0,"5"1"0,1-1 0,0 0 0,-2 0 0,3 0 0,-1-7 0,0-2 0,-2-1 0,0 3 0,6 7 0</inkml:trace>
  <inkml:trace contextRef="#ctx0" brushRef="#br0" timeOffset="18">27672 18053 8912,'-18'0'0,"1"0"0,0 0 0,0 0 0,0 0 0,7 0 0,2 0 0,24 0 0,-3 2 0,16 3 0,-6-3 0,7 6 0,7-2 0,7-1 0,5 1 0,3-6 0,15-7 0,7-5 0,18-5 0,-41 5 0,1-1 0,4-2 0,1-2-232,2-2 1,1-1 0,-1 0-1,0-2 232,-1 2 0,-1 0 0,1 3 0,-1 0 0,-5-1 0,-1 1 0,-2 3 0,-1 2-42,33-5 1,-12 1 41,-12 5 0,-13-3 0,-10 9 0,-7-1 0,-17 6 0,-3 0 0,-9 0 917,-3 0-917,3 0 46,-6 0 0,6 0-46,-3 0 0,3-8 0,-6-1 0,8-8 0,2 3 0,4-3 0,-4 4 0,13-20 0,-6 6 0</inkml:trace>
  <inkml:trace contextRef="#ctx0" brushRef="#br0" timeOffset="19">29134 17176 8912,'-51'-2'0,"1"-4"0,6-3 0,10-1 0,7 3 0,17 7 0,4 1 0,14 5 0,9 6 0,10 11 0,13 5 0,-1 10 0,6 3 0,7 6 0,5-1 0,1 10-147,-7 1 1,-1 0 146,-4-5 0,-6-6 0,-11-1 0,-6-6 0,-12 1 0,-3-10 0,-10-3 0,-6 0 0,-9 0 0,-8-4 0,-9 5 0,-6-7 0,0 2 0,-6 2 0,5-2 0,-8-2 0,-3-10 0,-1 3 0,-10-9 0,-3-1 0,0-2 0</inkml:trace>
  <inkml:trace contextRef="#ctx0" brushRef="#br0" timeOffset="20">28016 18465 8912,'-16'-1'0,"5"-5"0,-4 4 0,5-2 0,1 8 0,3 9 0,4 8 0,10 6 0,1 7 0,3 3 0,-1 3 0,6-2 0,6 6 0,-2-4 0,-2-7 0,-1-1 0,-1-9 0,-2 0 0,-2-8 0,-1-3 0,-6-5 0,5-7 0,-7-2 0,2-3 0,-4-13 0,-2-10 0,0-7 0,0-5 0,0-4 0,0-7 0,0 7 0,0 4 0,7-2 0,5 2 0,5 5 0,6 7 0,-2 6 0,8 0 0,-1 4 0,7 7 0,-1 3 0,1 8 0,-1 8 0,0 3 0,1 5 0,-1 1 0,-5-6 0,0 1 0,-10-6 0,-2 5 0,0-7 0,-15 3 0,-2-7 0,-11 0 0,-11 0 0,0 0 0,-1 0 0,5 0 0,1 0 0,0 2 0,0 4 0,0 6 0,-1-1 0,1 6 0,0-3 0,0 8 0,5-2 0,1-3 0,5 0 0,-5 0 0,7 0 0,-2 1 0,6-3 0,6-4 0,3-3 0,9-8 0,4-8 0,1-3 0,0-4 0,-5-3 0,-1 1 0,0 0 0,0 6 0,0-1 0,1 1 0,-1-7 0,0 9 0,0-5 0,0 9 0,1-1 0,-1 6 0,0 0 0,-5 0 0,-1 0 0,0 0 0,7 0 0,-1 0 0,-8 0 0,7 0 0,-7 0 0</inkml:trace>
  <inkml:trace contextRef="#ctx0" brushRef="#br0" timeOffset="21">28825 18500 8912,'9'0'0,"1"6"0,-5-1 0,-3 9 0,14-5 0,-7 8 0,1 1 0,-1-7 0,-3 1 0,-4-9 0,13 5 0,-5-8 0,7 0 0,0-8 0,0-3 0,-5-2 0,-1-1 0,3 3 0,1-3 0,-3 1 0,-1 1 0,0-3 0,7 4 0,-7 3 0,1 2 0,-1-1 0,6 1 0,-5 0 0,-1 6 0,1 0 0,3 8 0,-2 1 0,-3 3 0,-2-1 0,-3 1 0,-5 5 0,6-6 0,0 1 0,0-1 0,-5 5 0,5-5 0,-4-3 0,6-8 0,-8-4 0,0-7 0,0-12 0,0-8 0,0-11 0,0-4 0,0 2 0,0-2 0,5 2 0,1-1 0,-2-1 0,-10 11 0,-1 5 0,-5 13 0,-3-1 0,11 3 0,-7 4 0,7 3 0,-2 16 0,12 3 0,7 4 0,8 3 0,6-1 0,15 0 0,2 0 0</inkml:trace>
  <inkml:trace contextRef="#ctx0" brushRef="#br0" timeOffset="22">29616 18156 8912,'-34'0'0,"1"0"0,5 0 0,3 8 0,7 3 0,1 4 0,2 4 0,2 2 0,1 2 0,8 8 0,-1-2 0,3 3 0,2 2 0,0-7 0,0-4 0,7-4 0,5-2 0,3 1 0,2-9 0,0-3 0,1-12 0,-7-3 0,1-9 0,-7 1 0,7 0 0,-8 0 0,3 0 0,-1-1 0,0 1 0,1 0 0,-1 0 0,-2 0 0,7 0 0,-7-1 0,2 1 0,2 6 0,-3-1 0,7 1 0,-4-5 0,1 5 0,-3-2 0,5 7 0,-7 0 0,11 6 0,-11 2 0,8 4 0,-8 3 0,3 9 0,1-1 0,-4 0 0,7 0 0,-7-5 0,2-1 0,-4-5 0,-2 5 0,7-7 0,-5 4 0,8-8 0,-5 0 0,-3-2 0,4-4 0,-2-5 0,2-5 0,-4-1 0,3 0 0,-3 5 0,-2 1 0,8 0 0,-6-7 0,7 3 0,-3 4 0,4 3 0,7 16 0,0 3 0,0-1 0,0 1 0,-5-5 0,-1 5 0,1-5 0,5 5 0,0-7 0,1 2 0,-1-4 0,0-2 0,0 0 0,0 0 0,1-8 0,-1-1 0</inkml:trace>
  <inkml:trace contextRef="#ctx0" brushRef="#br0" timeOffset="23">30098 18156 8912,'17'-34'0,"0"-1"0</inkml:trace>
  <inkml:trace contextRef="#ctx0" brushRef="#br0" timeOffset="24">30218 17898 8912,'-17'0'0,"0"0"0,0 0 0,0 0 0,5-6 0,1 1 0,7 1 0,-2 10 0,4 3 0,2 10 0,0 4 0,0 6 0,0-3 0,0 3 0,2-6 0,4 6 0,3-8 0,9 2 0,-1-4 0,0-2 0,6-2 0,0-3 0,0-5 0,-4-9 0,2-3 0,2-7 0,0-5 0,-6-6 0,0 2 0,1-8 0,-7 3 0,0-3 0,-5-9 0,6 3 0,-9-1 0,3 6 0,-4 3 0,-2 2 0,-2 4 0,-4 10 0,3 3 0,-9 8 0,3 9 0,-3 9 0,-3 6 0,5 13 0,1 3 0,1-4 0,8 12 0,0-8 0,0-2 0,0-1 0,10-11 0,7-3 0,4-4 0,13-1 0,-1-11 0,13-7 0,0-9 0,5-14 0,9-4 0,3-7 0,-6-1 0,-5 1 0,-8-8 0,-10-2 0</inkml:trace>
  <inkml:trace contextRef="#ctx0" brushRef="#br0" timeOffset="25">30614 18586 8912,'-17'0'0,"0"0"0,0 0 0,-1 0 0,3 2 0,2 3 0,1 7 0,8 3 0,-1 4 0,3 2 0,2 2 0,0 0 0,0-6 0,6 1 0,1 1 0,3 0 0,3-2 0,0 4 0,-1-10 0,-4-3 0,-1 0 0,3-8 0</inkml:trace>
  <inkml:trace contextRef="#ctx0" brushRef="#br0" timeOffset="26">30442 18586 8912,'-17'-8'0,"-6"1"0,0-5 0,8-3 0,7 5 0,8-7 0,4 6 0,7-1 0,9 8 0,16-3 0,4 1 0,6 0 0,-4 0 0,8-1 0,-6-3 0</inkml:trace>
  <inkml:trace contextRef="#ctx0" brushRef="#br0" timeOffset="27">30890 18620 8912,'-18'-2'0,"1"-3"0,6 3 0,-1-4 0,8 4 0,-3 2 0,5 0 0,-4 0 0,4 0 0,-5 0 0,7 8 0,0 3 0,0 4 0,0 3 0,0-1 0,0 0 0,0-6 0,0 1 0,-8-8 0,6 3 0,-6-9 0,8-3 0,0-7 0,0-3 0,0-2 0,0 0 0,8-1 0,2 1 0,7 0 0,0 7 0,0 5 0,0-3 0,1 2 0,-1 1 0,0 5 0,0 0 0,0 0 0,6 0 0,0 0 0,2 0 0,-2 0 0,-4 0 0,14-8 0,-7-2 0</inkml:trace>
  <inkml:trace contextRef="#ctx0" brushRef="#br0" timeOffset="28">31182 18311 8912,'-34'7'0,"5"3"0,0 7 0,6 8 0,-5 4 0,12 1 0,-1-1 0,11 3 0,1-3 0,3 3 0,2 3 0,2-8 0,3-5 0,5-8 0,7-3 0,-1-5 0,-5 5 0,4-7 0,-3 2 0,3-10 0,2-2 0,0-9 0,1-2 0,-1 0 0,0-8 0,-2 0 0,-3-4 0,3 3 0,-3-3 0,-3 8 0,3-2 0,-3 2 0,3-2 0,1 8 0,-7-8 0,5 13 0,-5-7 0,7 12 0,-1-1 0,-4 6 0,-3 6 0,-3 3 0,-2 8 0,6 6 0,0 0 0,1 0 0,-1-6 0,-2-5 0,7-1 0,-5-5 0,6 3 0,1-1 0,2-2 0,2-6 0,1 0 0,-1 0 0,0-8 0,0-3 0,0-5 0,1-1 0,-1 6 0,0-1 0,0 3 0,-1-5 0,-5 3 0,-3 7 0,-8-4 0,0 8 0,0 0 0,0 8 0,0 2 0,0 7 0,0-6 0,0 1 0,7-8 0,5 1 0,3-3 0,2-2 0,1-5 0,-1-1 0,6-8 0,0 3 0,2-4 0,-3-3 0,-2 1 0,3 0 0,-10 2 0,-2 3 0,-7-3 0,2 4 0,-4-5 0,-10 7 0,-1 1 0,-9 8 0,1 2 0,0 4 0,6-2 0,-1 7 0,8 1 0,-3 5 0,7 0 0,0 0 0,0-7 0,5-1 0,1-3 0,7-4 0,-1 4 0,3-5 0,2-1 0,1-5 0,-1-1 0,0 2 0,0-3 0,1 1 0,-7-2 0,0 2 0,1 5 0,5-5 0,0 2 0,1-2 0,1 4 0,2-3 0,2 3 0,-2 2 0,0 7 0,2 5 0,-4 3 0,4 2 0,-4 2 0,-2 4 0,-2-2 0,-3 8 0,-5-2 0,-7 1 0,0 3 0,0-8 0,0 0 0,0-6 0,0 0 0,0-7 0,0-3 0,0-7 0,0-7 0,2-7 0,4-7 0,4 0 0,7-7 0,-6 5 0,1-4 0,1 0 0,3 1 0,-5 3 0,0-6 0,-1 6 0,1-6 0,3 6 0,-8-5 0,5 7 0,-5-2 0,0-2 0,-6 2 0,0 0 0,0 6 0,0 0 0,0 0 0,0-1 0,0 9 0,0 1 0,0 22 0,0 3 0,0 11 0,0 1 0,0 4 0,0 1 0,0 0 0,0 1 0,1-1 0,5 0 0,-2 3 0,8 3 0,-3-6 0,3 1 0,3-1 0,-4-5 0,5-4 0,1-3 0,0-4 0,0-7 0,0 4 0,1-15 0,-1 0 0,0-7 0,0-10 0,-1-8 0,-5-4 0,2-3 0,-5-3 0,2 1 0,-5-6 0,5 0 0,-2 1 0,3 3 0,-5 2 0,0 7 0,-6 4 0,5-2 0,1 2 0,0 0 0,-6 6 0,0 0 0,0 0 0,2 7 0,3 4 0,-3-3 0,6 7 0,-8 2 0,0 11 0,0 5 0,0 1 0,0 0 0,0 0 0,0 1 0,0-1 0,0 0 0,0 0 0,0 0 0,2-5 0,4-1 0,-3-1 0,9 1 0,-6 5 0,5-5 0,-5-1 0,5 1 0,-7 6 0,2 6 0,-4-2 0,-2 4 0,0 0 0,0 3 0,0 9 0,-8-3 0,-7 8 0,-10-6 0,-2 5 0,-9-5 0,-8 6 0,-8-8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110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7193 9387 8912,'-7'-17'0,"5"0"0,-14 0 0,13 2 0,-7 1 0,2 3 0,3-1 0,5-5 0,0 0 0,0 5 0,0 1 0,0-2 0,0-3 0,0 9 0,2 7 0,3 13 0,7 14 0,3 11 0,2 19 0,0 4 0,1 10 0,1 2 0,4 1 0,-4 6 0,4-5 0,2 3 0,-2-9 0,-2-10 0,-2-9 0,-2-16 0,0-11 0,0-11 0,1-7 0,-5-6 0,2-11 0,4-13 0,0-11 0,6-2 0,-2-8 0,0 8 0,-6-2 0,1 3 0,-1 5 0,0 3 0,-9 6 0,-8 12 0,-23 3 0,-14 8 0</inkml:trace>
  <inkml:trace contextRef="#ctx0" brushRef="#br0" timeOffset="1">7365 9869 8912,'0'-12'0,"0"1"0,0-1 0,0-7 0,0-4 0,2 2 0,4-7 0,5-3 0,5-1 0,7-3 0,2 1 0,1 0 0,5-1 0,-1 1 0,-1-1 0,2 7 0,-8 1 0,-2 2 0,-2 4 0,-10 2 0,-16 2 0,-12 0 0</inkml:trace>
  <inkml:trace contextRef="#ctx0" brushRef="#br0" timeOffset="2">7193 9422 8912,'-9'0'0,"-7"0"0,14-8 0,-3-3 0,12-14 0,11-9 0,6-3 0,11-7 0,-1 2 0,1 4 0,-1 2 0,1 3 0,-1 5 0,0 5 0,-1 11 0,-4 7 0,-12 3 0,-2 9 0,-5 3 0</inkml:trace>
  <inkml:trace contextRef="#ctx0" brushRef="#br0" timeOffset="3">7916 9439 8912,'11'-15'0,"1"3"0,-6-1 0,5 5 0,3-1 0,1 5 0,2-2 0,0 4 0,0 2 0,1 2 0,-1 4 0,-6 3 0,1 9 0,-1-1 0,-1 0 0,-1 6 0,-5 0 0,2-2 0,-2-2 0,-2-8 0,-2 1 0,0-8 0,0 3 0,0-9 0,0-3 0,-6-11 0,-2-8 0,1-3 0,-1-4 0,2-1 0,6-3 0,0 1 0,0 0 0,2-1 0,2 3 0,4 3 0,1 6 0,3 4 0,5 4 0,0 3 0,0 5 0,1 7 0,-1 0 0,0 0 0,0 0 0,0 5 0,1 1 0,-7 6 0,1-7 0,-1 1 0,-1 2 0,5-6 0,-6 11 0,9-7 0,-1 0 0,-2-5 0,-1 3 0,-3 2 0,0 5 0,7-5 0,-7 6 0,1-7 0,-7 9 0,5-3 0,-2 4 0,3-3 0,-5-1 0,0-7 0,-6 4 0,0-10 0,-2-4 0,-4-5 0,4-10 0,-4-2 0,4-6 0,2 6 0,2-7 0,4 1 0,2 2 0,5-1 0,-2-1 0,3 2 0,1-3 0,2 7 0,1 0 0,-1 6 0,0 5 0,0 1 0,0 7 0,1-2 0,-9 4 0,-1 10 0,-8 3 0,0 10 0,0 4 0,0 0 0,0 0 0,0 0 0,0-2 0,0-4 0,0 4 0,2 1 0,3-1 0,7-2 0,-3-9 0,3-6 0,-1-4 0,7-2 0,-1-8 0,0-4 0,-2-11 0,-1-5 0,-3-5 0,3-1 0,-7 0 0,-1-1 0,-4 7 0,-2-1 0,-8 8 0,-3-2 0,-5 6 0,-1 5 0,0 5 0,0 7 0,0 2 0,-1 3 0,3 5 0,2 7 0,3 0 0,3 0 0,1-5 0,6-1 0,0-7 0,0 11 0,0-5 0</inkml:trace>
  <inkml:trace contextRef="#ctx0" brushRef="#br0" timeOffset="4">8931 8820 8912,'18'0'0,"-9"-2"0,-3-4 0,-2 3 0,1-9 0,-3 1 0,14-6 0,-7 1 0,10 5 0,2 5 0,2 4 0,8 2 0,-2 0 0,3 10 0,2 7 0,1 2 0,-3 8 0,-1-1 0,-2 1 0,-8 2 0,2 5 0,-12-1 0,-5-5 0,-4-3 0,-4-10 0,-4-3 0,-5-4 0,-12-8 0,2-10 0,-8-7 0,6-12 0,-2-15 0,4-7 0,6-3 0,9-5 0,0 2 0,4-8 0,2 2 0,4-2 0,6 4 0,9 7 0,6 6 0,5 16 0,11-3 0,-5 20 0,6-15 0,-8 11 0</inkml:trace>
  <inkml:trace contextRef="#ctx0" brushRef="#br0" timeOffset="5">13199 16523 8912,'0'-18'0,"0"1"0,0 0 0,0 0 0,0 0 0,0-1 0,0 1 0,-8 2 0,-3 4 0,-6 3 0,-6 8 0,-6 4 0,-3 7 0,-5 10 0,-3 19 0,2 12 0,-8 15 0,-2 11 0,23-33 0,0 2 0,3 5 0,0 3 0,2 2 0,0 0 0,2 2 0,2-1 0,1-1 0,1 1 0,2-1 0,1 0 0,5-5 0,1-1 0,-1 41 0,4-14 0,4-13 0,4-19 0,1-6 0,5-11 0,9-4 0,-4-8 0,4-2 0,4-3 0,4-3 0,11-3 0,10-4 0,7 4 0,0-5 0,-5-16 0,0-4 0</inkml:trace>
  <inkml:trace contextRef="#ctx0" brushRef="#br0" timeOffset="6">14025 17159 8912,'-6'-12'0,"1"1"0,-3 5 0,4-5 0,-4-3 0,-1 1 0,-4 0 0,-3 1 0,1 1 0,0-7 0,-1 3 0,-3 4 0,-2-3 0,4 9 0,0 1 0,0 2 0,-3 6 0,-1 5 0,-2 10 0,2 6 0,8 11 0,3 10 0,1 4 0,-1 2 0,7-7 0,-3 1 0,4-2 0,4 2 0,4-6 0,5-4 0,4-11 0,3-8 0,1-7 0,4-10 0,3-4 0,9-7 0,-1-8 0,1-18 0,-1-3 0,0-6 0,1-11 0,-1-6 0,-7 2 0,-4-2 0,-6-6-208,-5-5 0,-5-10 208,-7-2 0,0 9 0,0 3 0,-2 12 0,-3 17 0,1 12 0,-8 16 0,9 11 0,-3 18 0,-2 1 0,2 16 0,1-1 0,5 7 0,0 7 0,0 4 0,0 3 0,0 3 0,0-1 208,0 1 0,2-6-208,3 0 0,3-6 0,3 6 0,5-8 0,-5 2 0,5-6 0,1-3 0,2-4 0,4-2 0,-4-10 0,4-9 0,2-5 0,-2-1 0,7-7 0,-3-7 0,0-5 0,-4-4 0,0-7 0,-6 1 0,2-9 0,-13-2 0,5 6 0,-5 5 0,-2 0 0,-2 2 0,-10 3 0,-2 6 0,-7 11 0,2 9 0,2 11 0,1 8 0,8 15 0,-1-1 0,3 3 0,2-4 0,2 1 0,3-3 0,7-1 0,3-3 0,12-12 0,7 1 0,8-11 0,10-3 0,-2-6 0,-4-9 0,3-11 0,-3-5 0,2-11 0,-2-1 0,-6 0 0,-11 6 0,-6 1 0,-12 5 0,-3-3 0,-8 8 0,-4 0 0,-8 6 0,-1 2 0,-16 3 0,6 5 0,-3 7 0,1 0 0,4 0 0,2 7 0,1 5 0,7 5 0,1 4 0,3 4 0,3 2 0,2-5 0,2 7 0,0-6 0,0 6 0,0-8 0,0 2 0,6-4 0,0-2 0,7-6 0,-2 1 0,5-8 0,1 1 0,0-3 0,0-2 0,1-7 0,-1-5 0,0-3 0,0-2 0,-5 0 0,-1-1 0,-1 1 0,3 0 0,-2 0 0,-5 5 0,6 1 0,-7 7 0,7-2 0,-3 12 0,3 6 0,3 10 0,-3 7 0,1 5 0,-1 7 0,3 4 0,-4 13 0,-1-3 0,-1 8 0,-1 2 0,-4 2 0,-2 0 0,-2-4 0,-2-4 0,-4-7 0,2-14 0,-7-4 0,-1-11 0,-5 0 0,0-6 0,0-5 0,5-5 0,1-7 0,-1-1 0,-5-5 0,2-6 0,3-3 0,3-10 0,3-3 0,4-13 0,-4-4 0,5-5 0,8-2 0,3 1 0</inkml:trace>
  <inkml:trace contextRef="#ctx0" brushRef="#br0" timeOffset="7">15333 17124 8912,'0'-24'0,"0"-1"0,0-4 0,0 4 0,0 16 0,6 3 0,1 12 0,3 7 0,3 8 0,3 0 0,1 8 0,0-3 0,0 5 0,0-2 0,1 1 0,-1 3 0,0 1 0,-6-1 0,-1-5 0,0-3 0,-1 0 0,-5-6 0,2 4 0,-4-10 0,-2-1 0,0-8 0,0-4 0,0-12 0,-6-5 0,0-6 0,0-4 0,6-9 0,0-2 0,0-2 0,0-2 0,0 2 0,2 3 0,4-3 0,4 10 0,7 1 0,-6 10 0,1 2 0,-1 1 0,6 11 0,1 1 0,-1 9 0,-6 7 0,-1 9 0,-1 4 0,1 2 0,0-6 0,1 1 0,4-1 0,-3 2 0,-3-9 0,3 3 0,-1-6 0,7 1 0,-1-4 0,0-8 0,0 0 0,0 0 0,6 0 0,0 0 0,0-8 0,-6-4 0,-1-5 0,-5-6 0,5 4 0,-7-4 0,1 4 0,-5 2 0,-3-2 0,-2-4 0,-5 4 0,-3-2 0,-2 6 0,-3 3 0,-2 8 0,-3-1 0,1 3 0,0 2 0,0 7 0,0 5 0,1 9 0,5 2 0,-4 13 0,3-2 0,3 5 0,-3-5 0,8 0 0,-2 1 0,12 3 0,6-4 0,5 5 0,6-13 0,7-1 0,9-8 0,-1-1 0,8-11 0,0-1 0,5-10 0,-5-9 0,0-8 0,-8-7 0,2 1 0,-3 2 0,-3-1 0,-5-1 0,0-5 0,-10 5 0,-2 0 0,-8 6 0,-9-5 0,0 7 0,-1-2 0,-5 4 0,-6 1 0,-3 9 0,-2 3 0,0 4 0,-1 2 0,3 4 0,4 7 0,-5 3 0,5 15 0,-2-1 0,1 7 0,-1-1 0,7 0 0,0-1 0,6-3 0,0-1 0,0 2 0,2-5 0,4 3 0,5-10 0,12-2 0,2-1 0,4-11 0,9 1 0,-4-6 0,12-8 0,0-3 0,2-6 0,0-4 0,-4-4 0,-2-2 0,4 0 0,-6-1 0,-8-5 0,1 7 0,-6-9 0</inkml:trace>
  <inkml:trace contextRef="#ctx0" brushRef="#br0" timeOffset="8">17604 17365 8912,'12'-17'0,"-1"0"0,3-1 0,1-1 0,2-2 0,-1-2 0,-5 2 0,4 2 0,-5 2 0,1 0 0,1 0 0,-8 0 0,1-1 0,-3 1 0,-2 6 0,0-1 0,-7 8 0,-1-1 0,-5 10 0,1 9 0,-1 7 0,3 2 0,-1 9 0,-1 5 0,3-1 0,-1 8 0,4 2 0,5 1 0,-5 1 0,4-4 0,2-2 0,2-2 0,4-5 0,3-5 0,8-7 0,2-2 0,4-15 0,-2-2 0,8-10 0,0-19 0,5-15 0,-5-8 0,0-3 0,-8-7 0,0 1 0,-8 2 0,-7 1 0,-6 8 0,-6 0 0,-11 8 0,-12-2 0,-3 17 0,-3 6 0,7 13 0,-1 4 0,0 10 0,-5 13 0,13 3 0,3 9 0,13-1 0,-1 1 0,4-3 0,2-3 0,8-5 0,1-6 0</inkml:trace>
  <inkml:trace contextRef="#ctx0" brushRef="#br0" timeOffset="9">18585 16626 8912,'-34'-2'0,"0"-2"0,1-2 0,4 2 0,-1 3 0,7 1 0,0 1 0,6 5 0,1 8 0,5 7 0,3 5 0,8 9 0,0 7 0,0 4 0,0 11 0,0 6 0,2 6 0,4 5 0,-2-1 0,7 7 0,-7 0 0,2 6 0,-4-2 0,-2-3 0,5-5 0,1-7 0,6-14 0,-7-3 0,3-22 0,-2-7 0,-4-11 0,5-12 0</inkml:trace>
  <inkml:trace contextRef="#ctx0" brushRef="#br0" timeOffset="10">18224 17468 8912,'-29'0'0,"-1"0"0,1 0 0,2 0 0,4 0 0,14 0 0,5 0 0,15 0 0,10-13 0,22-6 0,8-6 0,10-6 0,6-1 0,2-3 0,2 3 0,3 1 0,5 5 0,-1 1 0,-1 2 0,-9 6 0,1 0 0</inkml:trace>
  <inkml:trace contextRef="#ctx0" brushRef="#br0" timeOffset="11">19274 17124 8912,'0'33'0,"-6"-1"0,0 20 0,-1 5 0,3 18 0,-2 7 0,2 8 0,2 5 0,2-44 0,0-1 0,0 48 0,0-6 0,2-20 0,4-7 0,5-10 0,5-9 0,1-7 0,0-22 0,-5-2 0,-3-5 0,-1-10 0,-10-16 0,-8-10 0</inkml:trace>
  <inkml:trace contextRef="#ctx0" brushRef="#br0" timeOffset="12">19170 17554 8912,'0'-25'0,"0"-1"0,0-3 0,0 0 0,0 8 0,0-2 0,4 2 0,8-2 0,1 4 0,16-4 0,1 2 0,11-2 0,4 10 0,11-2 0,-1 5 0,-5 6 0,0 10 0,-10 6 0,-8 5 0,-9 6 0,-5 5 0,-7 13 0,-3-3 0,-8 8 0,-10-1 0,-7 7 0,0 0 0,-6-1 0,-2-5 0,2 0 0,0-8 0,6 2 0,2-5 0,3-7 0,-3-3 0,13-15 0,-6-3 0</inkml:trace>
  <inkml:trace contextRef="#ctx0" brushRef="#br0" timeOffset="13">19859 17434 8912,'-17'0'0,"-1"0"0,1 0 0,6 2 0,-1 3 0,7 13 0,-7 10 0,8-1 0,-2 2 0,5-1 0,1 7 0,1-1 0,5 1 0,6-9 0,9-3 0,4-4 0,1-1 0,-5-9 0,2-3 0,-4-4 0,-1-2 0,-1-8 0,0-3 0,0-10 0,-1-4 0,-5 0 0,-5 0 0,-4-5 0,-2 1 0,-2-2 0,-4 3 0,-4-3 0,-7 8 0,0 0 0,0 6 0,-6 7 0,0 5 0,0 3 0,6 2 0,0-8 0,-1-1 0</inkml:trace>
  <inkml:trace contextRef="#ctx0" brushRef="#br0" timeOffset="14">20306 16970 8912,'-13'-35'0,"-4"3"0,-2 3 0,5 12 0,3 11 0,5 8 0,-6 10 0,7 7 0,-5 17 0,3 2 0,3 2 0,2 14 0,2-3 0,2 3 0,3-8 0,-1 3 0,8-3 0,-1 2 0,6-2 0,6-4 0,0-8 0,0-5 0,-6 0 0,1-10 0,-1-2 0,0-10 0,0-5 0,-1-4 0,-5-3 0,4-5 0,-3-7 0,1-8 0,-1-3 0,1-5 0,-7-1 0,5-1 0,-5 1 0,0 7 0,-6 4 0,2 10 0,3 1 0,-3 10 0,4 2 0,-4 8 0,-2 9 0,0 2 0,0 4 0,2-4 0,4 4 0,-3-4 0,9-1 0,-1-9 0,7-3 0,-1-4 0,0-2 0,0-2 0,0-4 0,6-3 0,0-9 0,-2-4 0,-9-1 0,1-6 0,-7 6 0,5 0 0,-5 6 0,0 0 0,-6 0 0,0 9 0,0 8 0,0 8 0,0 13 0,0 5 0,0 9 0,0 12 0,0 5 0,2 2 0,4 9 0,-5 0 0,7 3 0,-2-1 0,0-2 0,1-9 0,-1-2 0,-4-7 0,4-5 0,-5-11 0,-1 0 0,0-8 0,-7-12 0,-3-9 0,-7-9 0</inkml:trace>
  <inkml:trace contextRef="#ctx0" brushRef="#br0" timeOffset="15">21081 17296 8912,'-10'8'0,"2"-4"0,8 7 0,0 6 0,0 6 0,0 8 0,0-2 0,0 9 0,2 2 0,2-2 0,2-2 0,5-1 0,-5-1 0,6-1 0,-7-5 0,3-9 0,-2-7 0,-4-8 0,5 3 0,-1-22 0,0-10 0,-1-11 0,3-10 0,-6-4 0,4-1 0,3-1 0,3 1 0,1 5 0,1 4 0,-3 4 0,2 5 0,-3 12 0,1 4 0,1 7 0,5 12 0,0 4 0,-7 4 0,-2 9 0,-3 2 0,1 2 0,5 5 0,-5-5 0,2-2 0,-2-9 0,-3 3 0,9-4 0,-6-3 0,5-2 0,-5 1 0,5-1 0,-5-2 0,6-10 0,-7 2 0,7-7 0,-3-2 0,3-10 0,1 4 0,-5-6 0,-1 2 0,1 0 0,-2 0 0,-6 6 0,0 0 0,0 7 0,0 2 0,0 24 0,0 1 0,0 11 0,0-1 0,0-4 0,2-4 0,3 4 0,7-4 0,3-9 0,2-4 0,1-5 0,-1-1 0,0-5 0,0-1 0,1-13 0,-1 2 0,-6-6 0,-1 2 0,-3-2 0,-3 2 0,-4-4 0,-6 2 0,-3 0 0,-8 6 0,-6 2 0,0 3 0,2 5 0,2-1 0,1 6 0,1-4 0,2 12 0,2 4 0,1-1 0,8 14 0,-3-4 0</inkml:trace>
  <inkml:trace contextRef="#ctx0" brushRef="#br0" timeOffset="16">21993 17245 8912,'-18'-27'0,"7"2"0,0 8 0,5 2 0,-6 3 0,9 5 0,-5 7 0,8 9 0,0 8 0,2 2 0,2 10 0,1 0 0,-1-3 0,-2 7 0,-2-4 0,6-3 0,0 3 0,-1-2 0,-5 1 0,0-3 0,0-8 0,0 1 0,0-1 0,0-8 0,0-1 0,0-10 0,0-4 0,0-5 0,0-14 0,0-9 0,6-3 0,0-8 0,7 4 0,-3-1 0,1 4 0,1 6 0,-3 3 0,3 0 0,3 5 0,-4 6 0,-1 3 0,1 4 0,1 3 0,5 8 0,0 8 0,-1 3 0,-3 4 0,-1 3 0,-3 1 0,3 4 0,3-4 0,-4 4 0,-1-4 0,1-2 0,-5-6 0,4 1 0,-1-1 0,1-1 0,-5-3 0,7-7 0,-6 0 0,5 0 0,-5-1 0,5-5 0,-1-4 0,1-7 0,3 0 0,-7 0 0,1 0 0,0-1 0,-3 1 0,-5 0 0,6 5 0,0 1 0,0 7 0,-6-3 0,2 8 0,3 5 0,7 6 0,-3 1 0,3-1 0,-1 1 0,7-7 0,-1 5 0,0-5 0,0 0 0,0-6 0,1 0 0,-1 0 0,0 0 0,0 0 0,0-2 0,1-4 0,-1-6 0,0-3 0,-5 4 0,-1-1 0,-7 1 0,9-1 0,-7 1 0,0 7 0,-6-4 0,0 10 0,0 4 0,0 5 0,0 5 0,0 1 0,0 0 0,5 0 0,1 1 0,0 1 0,-6 4 0,0-10 0,0 4 0,0-2 0,8 1 0,-7-7 0,7-9 0,-8-9 0</inkml:trace>
  <inkml:trace contextRef="#ctx0" brushRef="#br0" timeOffset="17">22647 16987 8912,'-18'-25'0,"3"0"0,4-3 0,3 10 0,8 11 0,2 7 0,4 0 0,5 0 0,12 0 0,4 5 0,7 1 0,1 6 0,-1-7 0,0-1 0,1-2 0,7 6 0,2 1 0</inkml:trace>
  <inkml:trace contextRef="#ctx0" brushRef="#br0" timeOffset="18">23232 16987 8912,'-25'0'0,"-4"0"0,-1 0 0,-1 0 0,2 2 0,-1 3 0,-7 5 0,3 7 0,-2 2 0,13 4 0,0-2 0,7 8 0,3 0 0,2-3 0,7-1 0,-2-8 0,4 1 0,2-1 0,6-6 0,0 1 0,7-9 0,-2 3 0,5-6 0,1-6 0,0-5 0,0-6 0,1-6 0,-3 2 0,-4-8 0,5 1 0,-5-7 0,-1 3 0,1 3 0,-5 2 0,3 6 0,-1-2 0,5 0 0,-11 14 0,8 5 0,-4 16 0,-2 1 0,7 16 0,-5-1 0,5 7 0,3-3 0,1-3 0,8 1 0,0-7 0,7 0 0,-1-6 0,-2-7 0,1-4 0,1-6 0,6-6 0,-1-7 0,0-8 0,1-8 0,-1-11 0,-5 2 0,0-8 0,-8-8 0,2-9 0,-6-2 0,-6 2 0,-3-9-173,-8 3 1,0-11 172,0-1 0,-2 7 0,-4 5 0,-5 12 0,-4 9 0,3 15 0,1 16 0,5 12 0,-6 16 0,1 18 0,-6 22 0,-1 16 0,1 13 0,0 4-237,0 2 0,7 0 237,5 0 0,3 0 0,2 0 0,0-7 0,3-7 0,9-9 164,11-11 1,4-8-165,7-10 0,-3-9 0,9-8 0,4-9 0,2-14 0,-4-4 0,0-3 0,-8-4 0,1-8 0,-1-5 0</inkml:trace>
  <inkml:trace contextRef="#ctx0" brushRef="#br0" timeOffset="19">24299 15233 8912,'0'-11'0,"0"3"0,0 6 0,7 21 0,7 25 0,7 17 0,7 20 0,-11-31 0,-1 3 0,2 8 0,0 4 0,1 5 0,0 3 0,1 5 0,1 1 0,2 2 0,0 0-89,-3 3 0,0-2 1,0-7-1,0-3 1,-3-6-1,-2-2 1,0-4-1,-1-1 89,-2-4 0,-1-1 0,-2-3 0,-1 1 0,-1-3 0,-2-1 0,-2 46 0,-14-8 0,-10 5 0,2-42 0,-4 0 0,-2 1 0,-2 1 0,-2 1 0,-3 1 0,-2 6 0,-3-1 0,0-6 0,-2-1 0,-1 1 0,0 1 0,-1-1 0</inkml:trace>
  <inkml:trace contextRef="#ctx0" brushRef="#br0" timeOffset="20">24178 16781 8912,'2'-10'0,"2"2"0,2 1 0,-1 3 0,-5-8 0,0 7 0,0-7 0,-2 8 0,-3-1 0,-7 3 0,-3 2 0,-2 5 0,0 1 0,-1 8 0,1-3 0,2 4 0,3 3 0,-1-1 0,7 0 0,-5 2 0,5 4 0,0-4 0,6 4 0,0 2 0,2-2 0,4 0 0,5 1 0,5-3 0,1 8 0,0-8 0,0 2 0,1-2 0,-1 2 0,-6-10 0,1 5 0,-8-5 0,1 4 0,-3 0 0,-2 1 0,-9-1 0,-9 0 0,-8 0 0,-15 0 0,-2 2 0,-9 4 0,-2-2 0,-3 8 0,-4-8 0,-8 4 0</inkml:trace>
  <inkml:trace contextRef="#ctx0" brushRef="#br0" timeOffset="21">19687 18551 8912,'-12'-28'0,"1"-3"0,-1 3 0,1 3 0,1 7 0,3 5 0,1 2 0,-2 1 0,6 2 0,-5 10 0,7 4 0,0 6 0,0 3 0,5 8 0,3 2 0,2-1 0,3 1 0,0 4 0,-1-6 0,3 2 0,-5-4 0,1 2 0,1-2 0,-1-2 0,6-2 0,1 0 0,-7-5 0,1-1 0,-1-9 0,6 0 0,0-6 0,-5-15 0,-1 2 0,-7-6 0,2 0 0,-4 2 0,-2-8 0,0 8 0,0-2 0,0 10 0,0 1 0,0 9 0,0-3 0,0 12 0,0-3 0,0 9 0,2-1 0,3 7 0,-1-3 0,8-2 0,1-3 0,2-3 0,3-1 0,-1-6 0,0 0 0,0 0 0,6-7 0,0-5 0,0-3 0,-6-2 0,1-1 0,-1 1 0,-6 0 0,-1 0 0,-3 0 0,1 1 0,-2 5 0,-4 3 0,5 18 0,-7 5 0,0 6 0,0 10 0,0-3 0,6 7 0,0 1 0,0 0 0,1-3 0,-5-5 0,4 1 0,-2-2 0,1-4 0,-3-4 0,6 6 0,-16-16 0,-1-3 0,-8-12 0,-1-5 0,1-12 0,0-4 0</inkml:trace>
  <inkml:trace contextRef="#ctx0" brushRef="#br0" timeOffset="22">20323 18603 8912,'2'10'0,"4"-5"0,-4-3 0,8-2 0,-5 0 0,5 0 0,7 0 0,0 0 0,2-2 0,4-3 0,6-7 0,-2-3 0,1-2 0,-1-1 0,2 1 0,3 2 0,-3 3 0,-6-3 0,-4 6 0,-5-1 0,-5 1 0,3 3 0,-5 4 0,-14-6 0,-5 8 0,-3 6 0,-2 0 0,-1 7 0,1-3 0,0 1 0,0 1 0,5-1 0,1 6 0,7 0 0,-2 1 0,4-1 0,2 0 0,0 0 0,0 0 0,8-1 0,3-5 0,11 2 0,0-7 0,9 0 0,-2-6 0,3 0 0,3 0 0,1 0 0,4 0 0,-4-6 0,5 0 0,-13-5 0,-5 5 0,-4-7 0,-1 3 0,-17-5 0,-6 4 0,-9 1 0,-3 4 0,0 4 0,0-3 0,5 3 0,1 2 0,5 0 0,-5 0 0,7 0 0,-12 0 0,15 0 0,-7 0 0,8 0 0,0-2 0,0-4 0,8 2 0,3-7 0,4-1 0,3-5 0,-1-2 0,0-4 0,0 2 0,0-7 0,1-3 0,-1-2 0,-2 5 0,-3-1 0,-3 8 0,-3-2 0,-4 4 0,5 10 0,-7 3 0,0 12 0,0 7 0,0 8 0,0 6 0,0 7 0,6 0 0,0 1 0,5-3 0,-5-3 0,7 3 0,-1-3 0,3-2 0,2 2 0,8-14 0,2 0 0,4-5 0,3-7 0,-3-1 0,9-2 0,4-15 0,0-4 0</inkml:trace>
  <inkml:trace contextRef="#ctx0" brushRef="#br0" timeOffset="23">21838 18036 8912,'-17'0'0,"-1"0"0,1 0 0,0 0 0,0 0 0,7 7 0,4 5 0,-1 5 0,1 6 0,2 5 0,2 5 0,10 3 0,3 4 0,5-3 0,1 3 0,0-2 0,0 2 0,1-4 0,-1 5 0,-2-11 0,-3-3 0,-7-2 0,-3-4 0,-2-2 0,-7-2 0,-3 0 0</inkml:trace>
  <inkml:trace contextRef="#ctx0" brushRef="#br0" timeOffset="24">21631 18431 8912,'10'-11'0,"-4"-1"0,3 1 0,1-7 0,-1 1 0,7 6 0,-5-1 0,10 7 0,2-7 0,8 3 0,-3-3 0,5-1 0,1 5 0,-1 0 0,-5 1 0,9-5 0,-9 7 0,7-7 0,-12 6 0,0 1 0,-6 5 0,0 0 0,-5 5 0,-1 1 0,-7 9 0,2 1 0,-4 5 0,-2 0 0,-6-2 0,0-2 0,0 0 0,6 0 0,0 1 0,0-1 0,0-6 0,0 1 0,0-8 0,8 3 0,3-7 0,5-2 0,1-3 0,0-7 0,0-3 0,1-2 0,-1-1 0,-8 1 0,-3 0 0,-4 0 0,-2 0 0,-2 0 0,-4-1 0,-3 7 0,-8-1 0,-1 7 0,1-5 0,0 2 0,7 3 0,3 5 0,14 0 0,3-8 0,7-1 0</inkml:trace>
  <inkml:trace contextRef="#ctx0" brushRef="#br0" timeOffset="25">22888 17984 8912,'9'-27'0,"-1"-3"0,-8 7 0,0-6 0,-2 6 0,-4 2 0,-5 2 0,-7 8 0,-5-1 0,4 8 0,-4-1 0,-1 3 0,1 2 0,-6 13 0,6 4 0,-4 18 0,10-1 0,-2 14 0,13 1 0,2 9 0,2 3 0,2 0 0,0 2 0,0 2 0,0-8 0,6 6 0,0-5 0,2-1 0,-3-5 0,-3-8 0,4-4 0,-4-10 0,-2-1 0,0-8 0,0 2 0,0-12 0,0-11 0,-8-9 0,-1-8 0</inkml:trace>
  <inkml:trace contextRef="#ctx0" brushRef="#br0" timeOffset="26">22423 18620 8912,'-17'-17'0,"-1"0"0,3-6 0,4 0 0,5 2 0,8 2 0,9 2 0,3-1 0,14 1 0,3-2 0,9-4 0,-2 4 0,8-4 0,0 2 0,6-2 0,-2 4 0,-3-6 0,-3 4 0,-2 4 0,-1-4 0,-7 10 0,-7 3 0,-4 2 0,-12 4 0,-3 10 0,-8 3 0,0 10 0,0 2 0,-8 2 0,-1-4 0,-3 4 0,1 2 0,7 0 0,-2 1 0,-2-3 0,3-8 0,-1 2 0,6 4 0,0-4 0,0 4 0,0-4 0,0-1 0,0-7 0,2-1 0,4-3 0,-4-1 0,5-8 0,-7-4 0,-6-3 0,1-8 0,-1-8 0,6-4 0,-6-5 0,0-6 0,-5 3 0,5-3 0,2 4 0,3 2 0,1-7 0,0 1 0,0 6 0,0 5 0,0 8 0,0-2 0,7 4 0,5 2 0,5 6 0,6-1 0,-2 8 0,8-1 0,-1 3 0,-1 2 0,5 0 0,3 0 0,9 0 0</inkml:trace>
  <inkml:trace contextRef="#ctx0" brushRef="#br0" timeOffset="27">23473 17898 8912,'11'-40'0,"1"0"0,-9 5 0,3 9 0,-4 1 0,-2 2 0,0 13 0,0 10 0,0 16 0,-2 10 0,-4 7 0,3-1 0,-7 14 0,0 2 0,1 2 0,5 7 0,-2 0 0,4 1 0,2-7 0,0-5 0,0 0 0,0-2 0,0 2 0,2-10 0,4-7 0,4-10 0,9 0 0,2-8 0,2-3 0,7-4 0,-1-10 0,4-4 0,-7-22 0,-1-4 0</inkml:trace>
  <inkml:trace contextRef="#ctx0" brushRef="#br0" timeOffset="28">23421 18139 8912,'-42'0'0,"8"0"0,-1 0 0,12 0 0,17 0 0,24-10 0,22-7 0,15-8 0,8-9 0,14-8 0,9-4 0,-42 21 0,0 0 0,3 0 0,1 1 0,-1 0 0,0 0-216,-1 1 0,-2 0 0,36-23 0,-3-5 0</inkml:trace>
  <inkml:trace contextRef="#ctx0" brushRef="#br0" timeOffset="29">11891 4419 8912,'0'-27'0,"0"2"0,0 2 0,0 0 0,0 2 0,0 2 0,0 10 0,0 1 0,0 10 0,0 4 0,0-3 0,0 9 0,0-1 0,0 6 0,2 3 0,2 1 0,2 2 0,-1 7 0,-5-1 0,2 3 0,4 3 0,-4 7 0,4 3 0,-2 5 0,1 2 0,-3 1 0,4 5 0,-4 3 0,-2 7 0,0 3-168,0 4 1,0-3 167,0 8 0,-2-5 0,-4 5 0,4-7 0,-3 1 0,3-3 0,2-2 0,0-2-44,0-4 1,2 2 43,3-8 0,-1 2 0,8-2 0,-3-3 0,3 3 0,3-3 0,-4-3 0,-1-3 0,1 4 0,-1-7 0,1 7 0,5 0 0,-5-7 0,4 7 166,3 5 0,-1-3-166,0 3 0,6-3 0,0-3 0,2 3 0,-2 3 0,-2-3 0,8 3 0,-7 2 0,5 0 0,-2 2 0,-4 4 0,-2 0 0,-2-2 0,6 2 0,0-7 0,0 5 0,-6-6 0,1-2 22,-1-9 1,-6 2-1,1-8 1,1 0-23,3 2 0,1-5 0,0 3 0,0-4 0,0-2 0,6 8 0,0 4 0,6-2 0,-6 2 0,7-6 0,-1 6 0,4 4 0,3 3 0,2-3 0,2-1 0,1-1 0,-7-2 0,-2 8 0,-3-9 0,4 7 0,-5-12 0,3 8 0,-2-2 0,3 1 0,-3-1 0,-2-9 0,1-9 0,-5 1 0,6 5 0,0-5 0,5 0 0,-5-8 0,-1 2 0,1 1 0,5 1 0,1 0 0,-1 0 0,1 4 0,-1-7 0,2 9 0,5-2 0,-5 1 0,4-1 0,-4 2 0,-1-9 0,5 7 0,0-6 0,2 0 0,-4-4 0,4 2 0,2 2 0,-3-6 0,5-5 0,3-1 0,3 6 0,3-1 0,-9-5 0,2 2 0,-2-7 0,2 6 0,-8-7 0,6 7 0,-6-6 0,8-1 0,-2-5 0,9 2 0,2 4 0,14-4 0,-2 4 0,11-5 0,1-1 0,1 0 0,-2 0 0,-9-1 0,-8-5 0,-6 2 0,6-7 0,1-1 0,4-5 0,1 0-153,0-1 1,2 1 152,3 0 0,-3-6 0,4 0 0,-5-5 0,-1 5 0,8-8 0,5 2 0,6-3 0,-42 15 0,0 0 0,40-18 0,-6 1 0,-7 1 0,1 5 0,3-11 0,-3 5 0,3 2 0,-3 3 0,3 0 0,3-5 0,0 0 0,-11-1 0,-4 1 0,-13-1 0,0-5 0,-1 0 0,8-6 0,5 4 0,2 0 0,3 0 0,0 0 0,0 2 0,-2 4 0,-4-4 0,-4 3 0,-7 3 0,1 0 0,5-1 0,-5 3 0,5 3 0,-3-3 0,3 3 0,-3 2 0,8-1 0,-13 5 0,1-6 0,-9 0 0,4-5 0,-5-2 0,2-3 0,1-3 0,0-2 0,-3 4 0,4-6 0,9 3-152,9-3 1,-2-2 151,2 8 0,-7-8 0,1 2 0,-1-3 0,1-3 0,-9 0 0,3 1 0,-8-1 0,2 1 0,1-1 0,6 0 0,0 9 0,1 1 0,3 1 0,1 1 0,2-2 0,-1 2 0,-11-2 0,5-4 0,-8-9 0,8 3 0,-5-17 0,11 1 0,-5-5 0,-1 4 0,7-1 0,-27 33 0,-1-1 0,3-2 0,-1 0 0,2-2 0,-1 0 0,-3 2 0,-1 2 0,28-37 0,-18 10 0,-6 2 0,-5 6 0,0-6 0,1 7-21,-7-1 0,6 4 21,-6 1 0,2 0 0,-4-1 0,3-3 0,3-1 0,-4-15 0,6-3 0,0-9-109,-12 38 0,0 0 1,15-42 108,-3-3 0,-4 3 0,-8 2 0,-7 0 0,-5 0 0,-5 10 0,-5 7 0,-9 11 0,-7 11 0,0-3 0,-7 4 0,-3-2 0,-9 3 0,-4-11 0,-8 5 0,1-7-49,-1 1 0,-5 2 49,-1-8 0,-1 5 0,2-5 0,-3 4 0,-5 0 0,2 7 0,-2 2 0,0 3 0,2 1 0,-2-2 0,8 8 0,-3 2 0,3 9 0,-8 4 0,-15 8 0,-14 2 0,40 9 0,-1 0 0,-3-1 0,0 1 0,0 3 0,1 0 0,-2 1 0,1-1 0,1-2 0,-1 2 0,1 2 0,0 0 0,5-2 0,0 0 0,-1 1 0,1 0 0,-40-3 0,3 3 0,8-4 0,-3 4 0,4 2 0,-6 0 0,-6 0 0,-5 0 0,42 0 0,1 0 0,-2 0 0,1 0-203,-2 0 0,-1 0 0,-3 3 1,0 2 202,-2 0 0,-1 1 0,0 2 0,-2 0 0,-5 0 0,-1 1 0,2-1 0,0 1 0,5-1 0,0 1 0,6 0 0,2-1 0,1 1 0,1 0 0,1-3 0,1-1 16,1 1 0,0-1 0,0 1 0,-1 0-16,4 2 0,1 1 0,-2-3 0,2 0 0,-32 5 0,-12-5 0,44-1 0,-1 1 0,-5 0 0,-1 0 0,-2 2 0,1 1 0,-1-1 0,-1 1 0,1-1 0,-1 1 0,0 2 0,0 1 0,-5-1 0,0 1 0,-3 2 0,0 1 0,-1-3 0,2-1 0,6 0 0,3-1 0,-30 1 0,8 4 0,9-3 0,-4 3 0,2 0 0,4-1-89,0-3 1,1 1 88,-3 5 0,2 0 0,4 0 0,-4 1 0,4-1 0,-8 8 0,-9 3 0,-6 5 0,37-16 0,0 0 0,-41 16 0,8-5 0,13 3 0,12-8 0,5 0 175,6-6 0,4-6-175,8 1 0,-3-3 219,-3 3 0,-9 3 0,-11-5 0,1 1-219,0 1 0,-6-1 0,2 6 0,-4 6 144,-2 0 0,4 2-144,-4-2 0,2-2 0,-13 7 0,1-5 0,1 4 0,9-2 104,10-4 1,13-4-105,6-5 0,11 1 0,6-7 0,4 5 0,2-5 0,2 2 0,1-5 0,3 5 0,-3 2 0,-1-7 0,-2 3 0,0 4 137,-1 1 1,-4 4-138,-1 3 0,-10 1 0,-1 4 0,-3-2 0,-9 7 0,1 1 0,1-2 0,3-1 0,13-3 0,3-9 0,8 3 0,-1-4 0,9-3 0,1-2 0,8-1 0,0-3 0,0 7 0,0 3 0,0 1 0,0 4 0,2 4 0,4 6 0,3 5 0,9 6 0,7-11 0,-6 3 0,5-14 0</inkml:trace>
  <inkml:trace contextRef="#ctx0" brushRef="#br0" timeOffset="30">12407 13617 8912,'0'-17'0,"-1"0"0,-3-1 0,-2 1 0,2 0 0,0 0 0,1 0 0,-3-1 0,2 1 0,-4 6 0,3-1 0,-1 8 0,6-3 0,0 7 0,0 0 0,0 7 0,0 3 0,0 7 0,0 2 0,0 4 0,-2 12 0,-4 10 0,2 13 0,-7 5 0,-3 4 0,-1 1 0,4-1 0,-1-4 0,8 2 0,-1-7 0,3-11 0,2-12 0,0-8 0,0-18 0,0-1 0,0-31 0,6 2 0,-1-19 0,3-4 0,-2-2 0,-4-4 0,3-1 0,-1-1 0,0 0 0,4 1 0,1-1 0,-5 1 0,2-1 0,1 1 0,-1-1 0,2 2 0,-3 4 0,-3 12 0,4 11 0,4 4 0,-8 10 0,5 3 0,-7 12 0,0 5 0,0 6 0,0 6 0,0 4 0,0 7 0,0 3 0,0 1 0,0 4 0,0 2 0,0-4 0,0 6 0,0-8 0,0 4 0,0-2 0,0 0 0,0 0 0,0-5 0,0-3 0,0-3 0,0 1 0,0-7 0,0-7 0,0-9 0,0-7 0,0 0 0,0-7 0,0-7 0,0-7 0,6-13 0,0-12 0,5-4 0,-5-1 0,5-7 0,-5 1 0,6-6 0,-7 6 0,-1 1 0,-2 3 0,4 3 0,0 4 0,-1 0 0,-5 12 0,0 9 0,-2 18 0,-3 5 0,1 9 0,-8 22 0,1 2 0,-6 14 0,-1 7 0,1 5 0,6 6 0,1-5 0,3-3 0,3-1 0,2-5 0,2-3 0,0 8 0,0-9 0,0 1 0,0-11 0,2-3 0,3-3 0,-1-6 0,8-12 0,-8-3 0,11-8 0,-11-10 0,7-7 0,-7-15 0,2-14 0,1-4 0,-1-3 0,-2-3 0,-2-1 0,-2 0 0,0 5 0,0 8 0,0 4 0,0 4 0,0 1 0,0 16 0,0 6 0,-2 20 0,-2 12 0,-2 14 0,-5 9 0,5 10 0,-5 1 0,5 4 0,0-9 0,6 4 0,8-12 0,3 0 0,7-6 0,5-5 0,3-19 0,9-12 0</inkml:trace>
  <inkml:trace contextRef="#ctx0" brushRef="#br0" timeOffset="31">11581 14391 8912,'-5'-12'0,"-1"1"0,-2 5 0,4-5 0,-3-3 0,-3-1 0,-1-2 0,-6 1 0,-1 5 0,-5-2 0,1 7 0,-7 0 0,6 6 0,-8 0 0,3 4 0,-3 7 0,2 12 0,-1 10 0,7 7 0,-6 6 0,6 11 0,2-3 0,10 3 0,5-4 0,4-1 0,2-6 0,0 0 0,10-18 0,7-5 0,2-11 0,10-12 0,-1-2 0,-1-4 0,6-11 0,-5-12 0,-3-9 0,-2-2 0,-4 0 0,-2 5 0,1 7 0,-1 1 0,-2 2 0,-3 4 0,3 8 0,-4 1 0,5 8 0,1-1 0,0 12 0,0 11 0,2 6 0,4 11 0,-2-1 0,10-1 0,3-7 0,5-8 0,14-9 0,-1-9 0,11-23 0,-2-13 0,8-25 0</inkml:trace>
  <inkml:trace contextRef="#ctx0" brushRef="#br0" timeOffset="32">15574 13789 8912,'-6'-12'0,"0"1"0,-1 5 0,1-5 0,4 7 0,-6-4 0,8 8 0,0 0 0,0 10 0,0 7 0,0 8 0,0 9 0,0 3 0,0 3 0,0-2 0,0 8 0,0-6 0,0 6 0,0-10 0,0 0 0,0-5 0,0-1 0,0-10 0,0-3 0,0-12 0,6 1 0,0-12 0,5-7 0,-3-16 0,0-11 0,-1-7 0,1-11 0,-2 1 0,-4-6 0,3 6 0,-3-1 0,-2-1 0,-2 6 0,-3-5 0,1 14 0,-8 10 0,8 7 0,-1 10 0,3 7 0,0 7 0,-2 14 0,-2 12 0,3 8 0,1 11 0,2 3 0,0-1 0,0 2 0,0-6 0,0 6 0,0-2 0,0 2 0,2-4 0,1-9 0,3-3 0,-2-1 0,0-8 0,1 2 0,-3-12 0,6-3 0,-6-12 0,2-8 0,2-12 0,-3-13 0,-1-7 0,-2-7 0,0-1 0,0 1 0,0-1 0,-2 1 0,-3 1 0,-7 4 0,3 4 0,-3 8 0,8 7 0,-1 4 0,-5 11 0,8 7 0,-4 12 0,4 11 0,2 8 0,0 14 0,0 6 0,0 10 0,0 1 0,0-2 0,0-9 0,2 4 0,4-4 0,-2-4 0,7-2 0,-5-6 0,6-5 0,-1-4 0,6-8 0,0-2 0,1-3 0,-1-5 0,0-7 0,-7-7 0,-3-3 0</inkml:trace>
  <inkml:trace contextRef="#ctx0" brushRef="#br0" timeOffset="33">16176 14081 8912,'-6'-27'0,"-1"5"0,-1 2 0,0 3 0,-5 8 0,11 11 0,-4 15 0,5 10 0,1 5 0,0 8 0,0 2 0,0 0 0,0 0 0,0 6 0,0-2 0,0-4 0,1-2 0,3-4 0,2-1 0,0-1 0,-6 0 0,2-9 0,3-8 0,-3 1 0,6-16 0,-8-2 0,2-14 0,4-7 0,-3-6 0,9-7 0,-1 0 0,7-1 0,-5 3 0,4 3 0,-7 4 0,13 8 0,-8 2 0,8 3 0,-4 5 0,-2-1 0,0 6 0,1-4 0,-3 12 0,-4 6 0,-3 5 0,-8 6 0,-2-2 0,-4 7 0,-5 1 0,-12 5 0,2 1 0,-8-1 0,1-1 0,-5-5 0,4-5 0,6-4 0,2-3 0,-1-5 0,8-3 0,-3-8 0,4 0 0,-5-16 0,1-3 0</inkml:trace>
  <inkml:trace contextRef="#ctx0" brushRef="#br0" timeOffset="34">19842 13600 8912,'-18'-2'0,"1"-2"0,0-2 0,6 1 0,1 3 0,2 0 0,4 2 0,-3 4 0,1 15 0,2 4 0,2 5 0,2 5 0,0 3 0,0 4 0,0 6 0,0-2 0,0 2 0,0-6 0,0 2 0,0-4 0,0-5 0,0-5 0,0 1 0,0-10 0,0-8 0,0-9 0,0-2 0,0-15 0,0-14 0,8-5 0,3-6 0,-1-4 0,2-8 0,-7-5 0,5 0 0,-3 1 0,-3 3 0,4 9 0,-2 4 0,-1 4 0,-5 1 0,0 8 0,0 3 0,0 24 0,0 13 0,0 16 0,0 9 0,-5 12 0,-1 1 0,0 1 0,6 5 0,0-4 0,0-1 0,0-2 0,0-3 0,0-3 0,0-2 0,0-3 0,0-11 0,0-9 0,0-7 0,0-8 0,2 1 0,4-10 0,-4-12 0,3-14 0,-1-7 0,2-8 0,-4-2 0,4 2 0,-4-3 0,-2 3 0,0-4 0,0-1 0,-2 1 0,-4 4 0,4 4 0,-6 9 0,3 5 0,-1 5 0,0 11 0,6 7 0,0 10 0,0 7 0,0 11 0,0 9 0,0 8 0,0 2 0,2-3 0,4 3 0,5 2 0,3-6 0,-3 2 0,4-4 0,-3-1 0,11-1 0,4 0 0</inkml:trace>
  <inkml:trace contextRef="#ctx0" brushRef="#br0" timeOffset="35">20255 14528 8912,'0'-27'0,"0"5"0,0 2 0,0 3 0,0-2 0,0-2 0,-2-2 0,-4 2 0,2 8 0,-7 1 0,-1 7 0,-7-5 0,-2 2 0,-2 5 0,-8 8 0,3 7 0,-5 11 0,-1 5 0,-1 12 0,3 8 0,3 6 0,6 3 0,10 8 0,1-2 0,9-4 0,-3-1 0,14-7 0,9-5 0,10-6 0,13-11 0,11-6 0,12-12 0,10-3 0,2-10 0,-1-4 0,3-5 0,-12-12 0,4-6-331,-12-3 1,-5-10 0,-10-2 0</inkml:trace>
  <inkml:trace contextRef="#ctx0" brushRef="#br0" timeOffset="36">24041 5691 8912,'0'-29'0,"0"3"0,0 1 0,-6-4 0,-2 6 0,0 2 0,-1 2 0,-1 2 0,-1 2 0,-6 3 0,-1 6 0,-1 8 0,-4 10 0,-1 9 0,-7 19 0,4 8 0,2 7 0,0 8 0,4 12 0,0 5 0,6 4 0,6 0 0,9-4 0,1-7 0,5-8 0,6-2 0,11-12 0,3-13 0,11-20 0,5-13 0,9-8 0,1-22 0,5-15 0,-3-16 0,-2-7 0,-10-6 0,-6-5 0,-9-2 0,-8 3 0,-10-2 0,-20 12 0,-10 4 0,-19 2 0,-12 7-134,-11 10 1,-4 8 133,-2 14 0,8 9 0,4 3 0,13 14 0,9 9 0,10 8 0,14 9 0,11 2 0,15 3 0,12-1 0,13-6 0,16 1 0,7-10 0,4-8 0,7-7 0,1-8 0,-1 0 0</inkml:trace>
  <inkml:trace contextRef="#ctx0" brushRef="#br0" timeOffset="37">24557 5777 8912,'0'-12'0,"0"1"0,-8 7 0,6-3 0,-5 8 0,7 5 0,0 13 0,0 14 0,1 9 0,5 7 0,-2 1 0,8 13 0,-7-6 0,7 6 0,-7-5 0,7 5 0,-6-6 0,5 6 0,-7-13 0,2 0 0,-4-7 0,-2-4 0,0-11 0,0-5 0,-8-11 0,-4-7 0,-10-10 0,-5-5 0</inkml:trace>
  <inkml:trace contextRef="#ctx0" brushRef="#br0" timeOffset="38">24488 5914 8912,'0'-34'0,"0"2"0,0 3 0,0 4 0,0 8 0,0 0 0,2 1 0,4 5 0,3 3 0,8 8 0,2 0 0,4 0 0,4 2 0,8 4 0,-1 4 0,0 7 0,-5 0 0,0 0 0,-8 8 0,2 4 0,-10 3 0,-3 2 0,-3 3 0,-3 3 0,-15-2 0,-6 8 0,-12-8 0,0 2 0,2-3 0,-1-3 0,7-7 0,-2-4 0,4-12 0,1-5 0,9-27 0,1-8 0</inkml:trace>
  <inkml:trace contextRef="#ctx0" brushRef="#br0" timeOffset="39">25125 5364 8912,'-6'-11'0,"0"-1"0,-7 9 0,3-5 0,-7 12 0,2 7 0,3 12 0,5 10 0,7 7 0,0 4 0,0 7 0,0 7 0,0-1 0,5 6 0,3-6 0,2-1 0,3-3 0,2-1 0,2-1 0,-5-3 0,-1-8 0,-1-2 0,1-15 0,5-7 0,-12-9 0,7-7 0,-1-7 0,1-5 0,4-11 0,-3-6 0,-3-9 0,1-2 0,0 0 0,-1-2 0,-5 6 0,2-4 0,1 5 0,-1 7 0,0 3 0,-6 8 0,0 7 0,5 16 0,1 11 0,2 17 0,-2 1 0,-4 9 0,3-4 0,3 0 0,-2-6 0,5-1 0,-5-5 0,7 3 0,-1-8 0,3-8 0,2-9 0,0-4 0,1-2 0,-1-2 0,0-4 0,0-11 0,0-10 0</inkml:trace>
  <inkml:trace contextRef="#ctx0" brushRef="#br0" timeOffset="40">25469 5261 8912,'-29'6'0,"2"1"0,3 5 0,2 7 0,1 6 0,-1 9 0,10 1 0,1-1 0,7 0 0,4 1 0,7-3 0,5-3 0,9-12 0,2-11 0,6-4 0,-5-2 0,1-2 0,0-4 0,-8-5 0,-5-12 0,-8 2 0,1-8 0,-3 6 0,-2-6 0,-9 8 0,-9-1 0,-1 8 0,-7 5 0,-1 1 0,0 4 0,0 2 0,-1 2 0,-5 10 0,4 7 0,-3 0 0,-3 16 0,1-7 0</inkml:trace>
  <inkml:trace contextRef="#ctx0" brushRef="#br0" timeOffset="41">24798 6000 8912,'-27'0'0,"4"0"0,4-2 0,2-3 0,7-5 0,4-7 0,14-2 0,9-4 0,18-4 0,14-7 0,9-1 0,3 1 0,2 5 0,6 1 0,0 7-126,-1-2 1,1-4 0,0 0 0</inkml:trace>
  <inkml:trace contextRef="#ctx0" brushRef="#br0" timeOffset="42">25899 5691 8912,'0'17'0,"-8"-5"0,-3-1 0,-4 1 0,-3 5 0,1 0 0,0 0 0,0 0 0,0 0 0,5 6 0,1 0 0,7 6 0,-2-6 0,-2 6 0,3-7 0,-1 9 0,6-2 0,0-4 0,0-3 0,0 3 0,0-2 0,0 0 0,0-6 0,-8-7 0,6-2 0,-5-24 0,7-7 0,0-9 0,0-8 0,7-4 0,5-8 0,3 1 0,2-1 0,-1 2 0,-5 5 0,10-3 0,-4 10 0,3 3 0,-1 5 0,-2 11 0,0 1 0,0 3 0,0 9 0,5 10 0,-5 13 0,4 10 0,-12 11 0,1 4 0,-4 2 0,-4-4 0,-2 6 0,0-8 0,0 3 0,0-7 0,0-5 0,0 1 0,0-7 0,0-6 0,0-5 0,0-8 0,0 3 0,0-16 0,1-7 0,3-7 0,2-3 0,7-3 0,-1-5 0,3-1 0,2 1 0,6-1 0,0 1 0,0 7 0,-4 4 0,2 6 0,2 6 0,2 3 0,-2 8 0,-4 2 0,4 4 0,2 3 0,-2 9 0,6-1 0,-6 0 0,5 2 0,-5 4 0,6-10 0,-6 4 0,6-5 0,-5-1 0,3-5 0,4-4 0,-5-2 0,3 0 0,-6-2 0,6-4 0,-10-3 0,-2-8 0,-2-6 0,-9 0 0,0 0 0,-6 6 0,-8 0 0,-3-1 0,-5 1 0,-1 2 0,-2 3 0,-4 7 0,4 3 0,-4 2 0,2 2 0,-2 3 0,6 11 0,0 7 0,0 7 0,5-1 0,3-2 0,-3 1 0,8-1 0,-2 2 0,5-3 0,1-3 0,0 6 0,1-12 0,5-5 0,4-9 0,7-3 0,2-7 0,4-5 0,-2-5 0,8-6 0,-8-4 0,2-7 0,-4-2 0,-2-4 0,0 3 0,0-3 0,-5 4 0,-1 2 0,-7 7 0,2 4 0,-4 4 0,-2 9 0,0 4 0,0 12 0,6 11 0,-1 10 0,1 2 0,2-1 0,1 1 0,9 6 0,-1-7 0,0 1 0,0-8 0,0 2 0,6-4 0,0-2 0,8-7 0,-2-5 0,3-3 0,2-2 0,-5-7 0,0-7 0,-1-7 0,-1-7 0,-2 1 0,-8-2 0,1-5 0,-1-6 0,-2-2 0,-3 2 0,-5-4 0,-7-8 0,0-7 0,0-4 0,-7-2 0,-5 2 0,2 5 0,-1 13 0,5 10 0,-5 12 0,7 14 0,-4 11 0,3 15 0,-1 15 0,-2 20 0,2 17 0,5 5 0,-5 6 0,-2 4-185,2-3 0,1 1 185,5-2 0,0-9 0,0-8 0,0-2 0,0 2 0,7-6 0,7-11 0,5-8 0,4-7 0,2-8 0,-2-12 0,5-5 0,5-4 0</inkml:trace>
  <inkml:trace contextRef="#ctx0" brushRef="#br0" timeOffset="43">28498 5657 8912,'-52'-8'0,"0"0"0,1-3 0,1 3 0,2 8 0,4 2 0,2 4 0,4 5 0,9 12 0,6-2 0,12 8 0,-3 0 0,9 5 0,1 0 0,2 1 0,2-1 0,0 0 0,6-1 0,-1-4 0,9-7 0,-3-10 0,5-6 0,1-6 0,0-6 0,0-11 0,0-12 0,1-3 0,-1-3 0,2-7 0,2-2 0,2-3 0,-2-5 0,-2 4 0,-2-9 0,0-8 0,1 2 0,-3-8 0,-4 8 0,3 6 0,-8 5 0,-1 8 0,-5 10 0,-2 15 0,-3 7 0,-5 12 0,-7 12 0,5 15 0,1 18 0,1 7 0,-3 5 0,3 6 0,3 4 0,1 2 0,6 0 0,0-8 0,0-4 0,4-5 0,7-6 0,1-1 0,11-10 0,4-5 0,1-12 0,5-3 0,1-4 0,1-3 0,-1-8 0,0-8 0,1-3 0,-3-6 0,-3-6 0,2 2 0,-10-6 0,-4 0 0,-4 1 0,-7 3 0,5-6 0,-7 2 0,2-1 0,-10-3 0,-2 8 0,-7 0 0,2 6 0,-5 2 0,-1 3 0,0 6 0,0 12 0,-1 6 0,1 11 0,0 3 0,0 9 0,7 1 0,5 4 0,3-4 0,2 5 0,3-5 0,9-2 0,7-3 0,15-8 0,9-2 0,2-16 0,7 1 0,5-6 0,-1-13 0,5-6 0,0-6 0,0-6 0,-13-1 0,-2-3 0,-17 3 0,-12 1 0,-9 3 0,-6-3 0,-10 4 0,-4-1 0,-11 7 0,-5-2 0,1 6 0,-2 5 0,8 5 0,-2 7 0,4 0 0,2 0 0,0 9 0,0 8 0,1 8 0,3 10 0,3-1 0,3 0 0,1 3 0,6 3 0,0-10 0,0 5 0,0-7 0,0 1 0,6-4 0,-1-8 0,9-2 0,-3-3 0,5-5 0,1-7 0,0-2 0,0-3 0,0-5 0,1-7 0,-7 2 0,1 1 0,-1 3 0,-1-2 0,5 5 0,-6 0 0,9 18 0,-1 7 0,-8 8 0,-3 9 0,2 8 0,-2 4 0,-1 9 0,-5 3 0,0-1 0,0-5 0,-2-1 0,-3 1 0,-5-2 0,-7-5 0,-2-5 0,-4-3 0,-2-10 0,-4-5 0,-1-4 0,7-7 0,-6-3 0,6-8 0,6-16 0,5-6 0,9-17 0,-5-5 0</inkml:trace>
  <inkml:trace contextRef="#ctx0" brushRef="#br0" timeOffset="44">29427 5828 8912,'-10'-11'0,"5"0"0,3-1 0,4-3 0,3 3 0,7 7 0,3 3 0,8 9 0,0 5 0,8 9 0,-5 4 0,3 1 0,0 5 0,-3 3 0,3 6 0,-10-5 0,-7-1 0,-8 1 0,1-7 0,3-3 0,-2-2 0,-8-4 0,-8-9 0,-7-5 0,0-5 0,0-5 0,5-7 0,1-11 0,7-3 0,-2-11 0,4-1 0,2-2 0,8-2 0,3 2 0,6 5 0,6 1 0,2 0 0,4 5 0,3 6 0,-3 6 0,4 2 0,1 9 0,-1 2 0,-5 2 0,-3 4 0,-8 4 0,-1 3 0,-5 9 0,2-1 0,-7 0 0,0 6 0,-6 0 0,0 0 0,2-4 0,2 2 0,1 2 0,7-6 0,-6-6 0,7-5 0,-2 6 0,5-9 0,1 3 0,0-4 0,0-2 0,3-8 0,1-3 0,1-4 0,0-3 0,-9-1 0,-2-4 0,-7 4 0,2-4 0,-4 2 0,-2-2 0,0 10 0,0-4 0,-8 5 0,-3 1 0,-5 3 0,-1 8 0,-6 0 0,0 0 0,0 14 0,6 3 0,-4 10 0,4-4 0,-2 7 0,13-1 0,2 1 0,2-1 0,4 3 0,4-3 0,5-4 0,12-2 0,6-6 0,4-5 0,9 1 0,4-7 0,3-6 0,3-6 0,1-13 0,5 2 0,-10-10 0,3 4 0,-11-6 0,1 6 0,-11-7 0,-1 1 0,-16-1 0,-1 1 0,-9-2 0,-3 8 0,-7-5 0,-7 5 0,-5 2 0,-4 2 0,-7 9 0,1 4 0,2 8 0,-1 10 0,1 1 0,-2 16 0,-1 0 0,9 5 0,3 2 0,5 4 0,9-3 0,-2 3 0,5 2 0,4-2 0,9-4 0,11-5 0,9-3 0,8-10 0,-1 1 0,7-14 0,-1 1 0,7-6 0,-2-7 0,-4-5 0,-4-11 0,-8-6 0,1-11 0,-1-4 0</inkml:trace>
  <inkml:trace contextRef="#ctx0" brushRef="#br0" timeOffset="45">31354 5605 8912,'-34'0'0,"7"-6"0,4 1 0,4-1 0,9-2 0,3 6 0,20-4 0,4 12 0,12 4 0,0 7 0,7 0 0,-2 0 0,5 8 0,-13-6 0,9 6 0</inkml:trace>
  <inkml:trace contextRef="#ctx0" brushRef="#br0" timeOffset="46">31251 6258 8912,'-34'10'0,"3"5"0,8-3 0,0-5 0,21 1 0,-6-8 0,22 0 0,3 0 0,10-8 0,-4-3 0,7-5 0,-3-1 0</inkml:trace>
  <inkml:trace contextRef="#ctx0" brushRef="#br0" timeOffset="47">22423 5846 8912,'0'-18'0,"-2"1"0,-2 0 0,-3 0 0,-3 0 0,-5 1 0,-6 5 0,-8 5 0,2 4 0,-2 6 0,-1 8 0,-3 11 0,-1 22 0,0 13 0,7 14 0,4 9 0,11 10 0,9-42 0,1 0 0,0 2 0,2 1 0,-1 2 0,2 1 0,1 40 0,3-3 0,9-16 0,7-11 0,6-15 0,7-16 0,6-16 0,2-20 0,2-16 0,4-14 0,2-18 0,1-13 0,-7-4 0,-4-1 0,-11-1 0,-8 0 0,-7 0 0,-9 0 0,-18 8 0,-10 4 0,-15 5 0,-8 7 0,-6 5 0,-5 11 0,5 6 0,1 11 0,7 5 0,9 7 0,8 7 0,4 5 0,12 11 0,5 6 0,-1 3 0,1 2 0,0 1 0,6-1 0</inkml:trace>
  <inkml:trace contextRef="#ctx0" brushRef="#br0" timeOffset="48">22234 6344 8912,'17'12'0,"0"-1"0,-6-7 0,-1 4 0,0-1 0,-1 5 0,-5-3 0,2 3 0,3 1 0,3 10 0,3-2 0,2 8 0,2-1 0,4 7 0,-2-1 0,8 1 0,-2-1 0,2 0 0,3-1 0,-3-5 0,3-3 0,3-8 0,-3-1 0,-3-5 0,3-26 0,-5-14 0</inkml:trace>
  <inkml:trace contextRef="#ctx0" brushRef="#br0" timeOffset="49">22870 6104 8912,'0'-18'0,"0"1"0,0 0 0,0 0 0,0 7 0,8 8 0,3 8 0,5 6 0,1-7 0,0 9 0,0-5 0,1 8 0</inkml:trace>
  <inkml:trace contextRef="#ctx0" brushRef="#br0" timeOffset="50">23025 6396 8912,'-2'15'0,"-3"-3"0,3 3 0,-14-6 0,14 3 0,-1-3 0,6-1 0,7-2 0,7-14 0,0-1 0</inkml:trace>
  <inkml:trace contextRef="#ctx0" brushRef="#br0" timeOffset="51">23714 8081 8912,'0'-23'0,"0"2"0,0 0 0,0 2 0,-2 2 0,-2 3 0,-2 3 0,-2 7 0,5 0 0,-3 10 0,2 11 0,-4 17 0,3 18 0,-1 9 0,6 14 0,0 1 0,0 6 0,2-4 0,4-1 0,-3 1 0,9-9 0,-6-6 0,5-17 0,-1-4 0,3-10 0,-2-3 0,3-6 0,-6-14 0,-3-9 0,5-7 0,-8-26 0,5-3 0</inkml:trace>
  <inkml:trace contextRef="#ctx0" brushRef="#br0" timeOffset="52">24041 8321 8912,'-10'2'0,"4"4"0,4-2 0,2 7 0,0 1 0,0 5 0,0 0 0,0-7 0,0-3 0,0-22 0,0 4 0,0-6 0,0 9 0,0 8 0,8 8 0,2 1 0</inkml:trace>
  <inkml:trace contextRef="#ctx0" brushRef="#br0" timeOffset="53">26364 8064 8912,'0'11'0,"-2"-1"0,-4-3 0,4-3 0,-4-10 0,4-5 0,2-4 0,0-3 0,-5 7 0,-1-1 0,-2 1 0,3-6 0,1 5 0,-8 3 0,-1-1 0,-2 1 0,-3 5 0,1-2 0,-8 4 0,-3 2 0,-5 10 0,-1 7 0,-1 10 0,1 13 0,-6 10 0,2 9 0,5 0 0,8 0 0,8-2 0,5-5 0,5-2 0,7-4 0,2-14 0,3-15 0,5-1 0,7-11 0,8-3 0,4-13 0,11-5 0,6-18 0,-2 3 0,2-11 0,0 2 0,-2 0 0,-8 0 0,-7 6 0,-8 7 0,2 4 0,-4 4 0,-2 2 0,-8 7 0,5 6 0,-7 14 0,3 9 0,3 6 0,3 5 0,1 11 0,0-5 0,0 4 0,8-11 0,4-6 0,5-4 0,6-2 0,-1-8 0,7-3 0,-8-4 0,-4-10 0,-9-1 0</inkml:trace>
  <inkml:trace contextRef="#ctx0" brushRef="#br0" timeOffset="54">23645 9817 8912,'-17'-17'0,"-1"0"0,3 0 0,4 0 0,5-1 0,4 7 0,2-3 0,2-3 0,4-4 0,5-2 0,12 6 0,-2-4 0,8 2 0,1 6 0,3 3 0,-1 4 0,-3 6 0,3 10 0,-5 7 0,0 10 0,-4 5 0,0 12 0,-6 6 0,-7 5 0,-7 1 0,-3 3 0,0-2 0,-9 3 0,-8-3 0,-8-4 0,-10 5 0,1-5 0,0-1 0,-7 3 0,1-3 0,2-6 0,9-18 0,3-11 0,3-11 0,5-6 0,1-6 0,0-13 0,7-15 0,-1-10 0,0-6 0,7-7 0,-2 0 0,4 1 0,2 10 0,0 6 0,0 12 0,6-3 0,0 8 0,13 8 0,-2 9 0,12 4 0,-1 4 0,7 6 0,5 9 0,-2 2 0,8 10 0,0-6 0,5 5 0,1-1 0,0 2 0,-1-4 0,-1-10 0,0-4 0,1-5 0,-10-4 0,4-2 0,-14-4 0,-8-7 0,-4-8 0,-2-16 0</inkml:trace>
  <inkml:trace contextRef="#ctx0" brushRef="#br0" timeOffset="55">24402 9989 8912,'-10'2'0,"5"4"0,3-4 0,2 13 0,0-11 0,0 7 0,0-7 0,0 4 0,0-8 0,0 0 0,0-8 0,-2 4 0,-4-7 0,4 7 0,-7-4 0,3 8 0,4 0 0,-6 0 0,16 0 0,3 0 0,5 0 0,9-7 0,1-3 0</inkml:trace>
  <inkml:trace contextRef="#ctx0" brushRef="#br0" timeOffset="56">26020 9319 8912,'-18'-8'0,"1"-3"0,0-3 0,0 3 0,5 3 0,3 10 0,1 4 0,2 11 0,6 12 0,0 11 0,0 6 0,2 3 0,4 3 0,-2 7 0,7 4 0,-1-2 0,1 2 0,5-7 0,-7 3 0,3-4 0,-1-3 0,-7-4 0,2-14 0,-4-7 0,-2-4 0,0-4 0,0-10 0,0-1 0,0-21 0,1-7 0,5-4 0,-4-7 0,4-9 0,3-4 0,3-8 0,3 3 0,2 3 0,1 6 0,-1 11 0,0-1 0,0 7 0,6 0 0,0 6 0,8 7 0,-3 4 0,7 14 0,3 11 0,0 12 0,-5 7 0,-6 10 0,-10-3 0,-2 5 0,-3 2 0,-5-3 0,-7-3 0,-8 2 0,-3-8 0,-14-2 0,-9-9 0,-10 3 0,-14-3 0,-3-4 0,-8-4 0,1-6 0,-1-3 0,-4-9 0,4 3 0,10-12 0,13-5 0,8-12 0,-4-4 0,7-7 0</inkml:trace>
  <inkml:trace contextRef="#ctx0" brushRef="#br0" timeOffset="57">23714 11502 8912,'-25'0'0,"-2"0"0,0 0 0,4 0 0,4 0 0,2 0 0,9-7 0,10-5 0,13-3 0,5-2 0,8-1 0,3 1 0,1 0 0,5 0 0,1 2 0,2 1 0,-2 3 0,-1 7 0,-3-2 0,-7 6 0,-4 4 0,-4 6 0,-2 5 0,-7 0 0,-5 14 0,-10 1 0,-7 10 0,-11-1 0,-5 7 0,-3-6 0,2 5 0,-3-6 0,3 1 0,-1-4 0,1-2 0,6-7 0,11-4 0,7-4 0,3-9 0,6-3 0,7-7 0,6-7 0,12-5 0,9 3 0,-3-3 0,9 9 0,-4-3 0,-2 4 0,-2 2 0,3 8 0,-5 3 0,-3 4 0,-14 2 0,0 6 0,0 0 0,-7 6 0,-5-6 0,-5 6 0,-5-7 0,-9 1 0,-7 2 0,0-6 0,-7 4 0,-1-4 0,-5-1 0,-1-3 0,1-4 0,-6 5 0,-1-5 0,1-3 0,8-3 0,1-3 0,2-2 0,8 0 0,4-9 0,11-8 0,12-3 0,6-8 0,11-1 0,11-5 0,10-1 0</inkml:trace>
  <inkml:trace contextRef="#ctx0" brushRef="#br0" timeOffset="58">24540 11709 8912,'5'17'0,"1"0"0,0-6 0,-8-1 0,-4-2 0,4 5 0,-13-11 0,13 4 0,-4-12 0,10 2 0,2-7 0,5-1 0,-5-5 0,0 0 0,-6 0 0,0-1 0,0 1 0,0 0 0,0 0 0,0 5 0,0 1 0,-6 5 0,0-5 0,1 7 0,5-4 0,0 6 0,0-3 0,7 3 0,3-6 0</inkml:trace>
  <inkml:trace contextRef="#ctx0" brushRef="#br0" timeOffset="59">26192 11124 8912,'-2'-15'0,"-4"1"0,-6 3 0,-3-3 0,-10 1 0,-3 2 0,1 3 0,-2 8 0,1 2 0,-7 4 0,1 9 0,-1 12 0,7 3 0,-1 16 0,14-6 0,-3 6 0,13 0 0,-1 5 0,6-1 0,6-4 0,5-4 0,12-8 0,11-5 0,12-4 0,6-6 0,5-9 0,6-7 0,12-3 0,-4-2 0,3-3 0,-11-5 0,-5-7 0,-12-6 0,-6 0 0,-4-6 0,-1 7 0,-9-3 0,-3 2 0,-11-4 0,-5-7 0</inkml:trace>
  <inkml:trace contextRef="#ctx0" brushRef="#br0" timeOffset="60">26708 8940 8912,'0'-22'0,"0"-1"0,0 2 0,2 1 0,2 3 0,1 0 0,1 8 0,-4 1 0,4 8 0,-4 0 0,5 0 0,-9 8 0,-3 3 0,1-3 0,-8-3 0,-1 3 0,-10-2 0,2 1 0,-8-1 0,-7-2 0,-12 5 0,-7 1 0,-8 0 0,-6-5 0,-6 7 0,-9-6-220,-8 5 1,41-6-1,-1 0 220,3 0 0,1 1 0,-48 9 0,16-3 0,-5-5 0,5-1 0,-8 2 0,0-3 0,6 1-153,4 2 1,3-4 152,6 7 0,-5-5 0,-1 5 0,1-5 0,5 6 0,0-7 0,-2 7 0,-2-1 0,-1-1 0,1-1 0,10-3 0,4-4 0,7 4 0,3-4 0,3-2 0,2 0 0,3 0 0,5 0 0,-4 0 0,4 0 0,1 0 0,1 0 319,-1 0 0,1 7-319,0 5 0,-1 3 163,1 2 0,-6 6-163,-1 0 0,1 2 0,6-2 0,-1 5 0,1 5 0,0-4 0,-1-1 0,3 1 0,3 5 0,-2 1 0,8-1 0,-5 0 0,5 1 0,2 1 0,9 4 0,-3 4 0,4 8 0,-5-1 0,-1 1 0,6 7 0,-1 4 0,3-2 0,-3 2 0,-1-5 0,7 5 0,-2 2 0,3 9 0,1-9 0,-8 4 0,8-12 0,-3 0 0,1-3 0,0-2 0,1-9 0,5-2 0,2-7 0,3-5 0,-1-3 0,8-3 0,-1-4 0,6 4 0,0-11 0,1 1 0,-1-7 0,0-2 0,0-2 0,2 3 0,4 1 0,-4 0 0,4-6 0,2 0 0,-2 0 0,6 0 0,-6 0 0,7 0 0,-1 0 0,4 0 0,1 2 0,0 2 0,1 1 0,9 1 0,7-6 0,9 6 0,9-1 0,7 1-258,4-6 0,6 0 258,6 0 0,-4 0 0,4-2 0,-4-2 0,-2-1 0,4-3 0,-41 5 0,-1 0 0,40 1 0,4-3 0,-6 3 0,-11 2 0,-1 0 0,-5 0 0,0 0 0,2 0 0,1 2 0,3 3 0,5-3 0,-5 4 0,-1-4 0,-5-2 0,-8 2 0,-3 4 0,3-4 0,2 3 0,4-3 0,2-2 0,0 0 0,-1 0 0,3 0 0,4 0 0,-12 0 0,0 0 0,-13 0 0,-4 0 0,-1-2 0,7-3 0,-2 3 0,-2-4 0,-4 4 0,-2 2 0,0 0 0,-2 0 0,-4 0 258,4 0 0,-5-6-258,-7 1 0,-1-3 0,-4 2 0,-9 2 0,1-7 0,-6-2 0,3-5 0,-6-5 0,5 2 0,-5-7 0,5-1 0,-5-5 0,7-8 0,-1-4 0,-3-10 0,3-3 0,1-2 0,3-4 0,1-7 0,0-3 0,0 0 0,0 7 0,1 7 0,-1 3 0,-2 5 0,-3 1 0,-5 8 0,-5 2 0,2 2 0,2 0 0,-1-6 0,-5 6 0,0-6 0,0 6 0,0-8 0,0 2 0,0-1 0,0 1 0,0 6 0,0 11 0,0 4 0,0 8 0,0 0 0,-7 7 0,3 1 0,-7 3 0,7 4 0,-12-6 0,14 7 0,-3-5 0,-5 4 0,6-6 0,-7 8 0,7-7 0,-9 3 0,5-6 0,-2 3 0,5-5 0,-7 6 0,7 1 0,-7 5 0,1-8 0,-7 4 0,1-7 0,0 7 0,0-2 0,0 4 0,-3 2 0,-1 0 0,-2 0 0,-7 0 0,1 0 0,-3 0 0,-3 0 0,1 0 0,-1 0 0,7 0 0,-1 0 0,0 0 0,3 0 0,-7 0 0,4 0 0,-3-2 0,-3-3 0,7 1 0,-1-8 0,0 7 0,-5-7 0,5 1 0,3-5 0,-1 3 0,0 2 0,4 1 0,-6-1 0,8-3 0,-2 9 0,8-1 0,-2 6 0,9 0 0,-9 0 0,4 0 0,-5 0 0,1 0 0,2 2 0,2 2 0,1 1 0,1 7 0,-7-7 0,7 3 0,-1-2 0,7-4 0,-7 3 0,8-3 0,-5-2 0,3 0 0,4 0 0,-7 0 0,3 0 0,4-2 0,-4-3 0,-3 3 0,-3-4 0,-3-2 0,-2 3 0,0-7 0,-3 5 0,-1-1 0,-2 0 0,-5 1 0,5 1 0,-6 4 0,6-4 0,0 4 0,6 2 0,0 0 0,0 0 0,-1 0 0,1 0 0,0 0 0,2 2 0,3 4 0,5-4 0,5 6 0,-4-8 0,4 0 0,-6 0 0,1 2 0,-5 3 0,3-3 0,-3 4 0,8-4 0,-3-2 0,7 7 0,7 3 0,3 7 0</inkml:trace>
  <inkml:trace contextRef="#ctx0" brushRef="#br0" timeOffset="61">27620 9989 8912,'-8'0'0,"8"0"0,10 0 0,7 0 0,8 0 0,7 0 0,7 0 0,10 0 0,1 0 0,6 0 0,-1 0 0,-7 0 0,-4 0 0,-2-2 0,-4-3 0,-9 3 0,-4-6 0,-18 8 0,-7 0 0,-7 0 0,-11 0 0,1 0 0,0 0 0,0-15 0,0-4 0</inkml:trace>
  <inkml:trace contextRef="#ctx0" brushRef="#br0" timeOffset="62">28188 9542 8912,'9'0'0,"-1"0"0,0 0 0,1 0 0,8 0 0,1 0 0,6 8 0,5 3 0,4 5 0,1 1 0,6 8 0,0 3 0,1 10 0,-7 3 0,-7 6 0,-4-1 0,-6-2 0,-6 2 0,-3-8 0,-10 2 0,-4-5 0,-5-7 0,-12 3 0,-6-8 0,-1 0 0,1-6 0,-2-7 0,8-5 0,1-3 0,-3-9 0,-2-3 0</inkml:trace>
  <inkml:trace contextRef="#ctx0" brushRef="#br0" timeOffset="63">28945 9577 8912,'-17'0'0,"0"0"0,5 1 0,1 5 0,-1 4 0,-5 7 0,5 2 0,3 6 0,1 7 0,4 7 0,3 8 0,1-1 0,1 2 0,5-2 0,4-4 0,9-10 0,2-3 0,2-6 0,2-6 0,-2-5 0,-2-7 0,7-10 0,-5-7 0,6-11 0,-8-4 0,0-7 0,-6-2 0,-3-4 0,-8-2 0,1-4 0,-3 4 0,-2 7 0,-9 1 0,-8 0 0,-3 1 0,-8 4 0,5 6 0,-6 12 0,2 3 0,-1 8 0,3 0 0,9 2 0,5 4 0,5 5 0,-3 12 0,-1 4 0</inkml:trace>
  <inkml:trace contextRef="#ctx0" brushRef="#br0" timeOffset="64">29341 9628 8912,'-16'-17'0,"3"2"0,4 1 0,1 3 0,2 7 0,6-4 0,0 10 0,0 4 0,2 9 0,2 12 0,2 13 0,5 16 0,-5 7 0,0 3 0,-6 3 0,1 0 0,5 0 0,-4 1-109,4 5 1,-4-10 108,-2 4 0,0-14 0,0-3 0,0-8 0,0-10 0,0-15 0,7-4 0,3-15 0</inkml:trace>
  <inkml:trace contextRef="#ctx0" brushRef="#br0" timeOffset="65">29255 9594 8912,'11'-25'0,"-1"-2"0,1 2 0,5 8 0,-3 0 0,10 6 0,4 1 0,-1 0 0,3 3 0,0 3 0,-6 2 0,5 2 0,-5 8 0,6 3 0,-10 6 0,-2 6 0,-7 6 0,-10 11 0,0-2 0,0 8 0,-8-2 0,-3 4 0,-4-4 0,-3-2 0,1 4 0,0-6 0,2-2 0,3-9 0,-1-10 0,7-8 0,-7-7 0,3 4 0</inkml:trace>
  <inkml:trace contextRef="#ctx0" brushRef="#br0" timeOffset="66">29685 9198 8912,'0'-17'0,"0"0"0,0 7 0,0 26 0,0 10 0,0 20 0,0 4 0,0-6 0,0 2 0,0 0 0,0-1 0,0 7 0,0 0 0,0-1 0,6-1 0,-1-4 0,9-6 0,-3-12 0,5-3 0,1-15 0,0-4 0,0-6 0,0-6 0,1-11 0,-1-12 0,0-5 0,0-7 0,0 3 0,1-8 0,-3 14 0,-4-2 0,3 11 0,-8 0 0,7 4 0,-11 11 0,4 8 0,-3 8 0,3 9 0,-4 8 0,4 3 0,-4 3 0,-2-2 0,0 1 0,0-7 0,5 6 0,1-6 0,2-2 0,-4-8 0,1-2 0,9-7 0,-5 4 0</inkml:trace>
  <inkml:trace contextRef="#ctx0" brushRef="#br0" timeOffset="67">30046 9216 8912,'-9'-8'0,"-5"4"0,9-7 0,-9 7 0,12-6 0,-3 4 0,3 12 0,7-4 0,1 15 0,6 1 0,-7-1 0,9 0 0,-5 0 0</inkml:trace>
  <inkml:trace contextRef="#ctx0" brushRef="#br0" timeOffset="68">29599 9611 8912,'0'10'0,"0"-3"0,2-9 0,4-3 0,11-13 0,11-10 0,15-5 0,8-1 0,12-1 0,10 1 0,3 0 0,5-1 0,-11 3 0,-6 3 0,-15 4 0,3 8 0,-20 6 0,-3-1 0,-16 8 0,-5-3 0,-14 14 0,1 5 0,-1 3 0,-2 2 0,6-5 0,-3-1 0,3 1 0,2 5 0,0 0 0,0 0 0,0 0 0,0 1 0,0-7 0,0 1 0,0-1 0,0 6 0,0-5 0,0-1 0,0-7 0,0-4 0,0-11 0,5-5 0,1-1 0,6 0 0,-7 0 0,7-1 0,-5 1 0,3 2 0,3 4 0,-3-5 0,1 5 0,1 3 0,5-5 0,0 7 0,1 2 0,-1 2 0,-6 2 0,1 0 0,-1 0 0,6 0 0,1 0 0,-1 0 0,-6 0 0,1 0 0,-7 0 0,7 0 0,-6 0 0,5 0 0,3 0 0,-5 0 0,3 0 0,-1 0 0,6 0 0,0 0 0,1 0 0,-1 0 0,0 0 0,0 0 0,1 0 0,-1 0 0,2 0 0,2 0 0,4 0 0,2 0 0,-6 0 0,1 0 0,5 0 0,2 0 0,-2-5 0,1-1 0,-1-2 0,2 2 0,-4-1 0,-8-5 0,0-3 0,0 4 0,-5 1 0,-1-1 0,-7-1 0,2-5 0,-4 0 0,-2 0 0,-2 1 0,-4 5 0,2 1 0,-7 5 0,5 3 0,-5-4 0,-3 4 0,5 4 0,-3 4 0,6 3 0,-5 8 0,5 1 0,-5-1 0,7 0 0,-2 0 0,4 0 0,2 1 0,0-1 0,0 0 0,2-2 0,4-3 0,3-5 0,9-7 0,-1 0 0,0 0 0,6-5 0,0-1 0,6-8 0,-4 5 0,-1-3 0,1 1 0,4 1 0,-6-1 0,0 1 0,-6 5 0,-5 3 0,-1-4 0,0 4 0,7-6 0,-1 7 0,0-9 0,0 4 0,-1 2 0,-3-7 0,-2 0 0,3 1 0,5-5 0,-2 3 0,4-3 0,-9-2 0,-3 0 0,3-1 0,-8 9 0,1 1 0,-10 8 0,-3 10 0,-4 7 0,-1 0 0,7 6 0,-5-4 0,5-2 0,2 1 0,2-1 0,2-6 0,0 1 0,0-9 0,2 5 0,2-10 0,6-4 0,5-5 0,-2-12 0,10-6 0,-4-5 0,-1-6 0,-3-12 0,-4-11 0,3-5 0,-9-7 0,-1-7 0,-2-8 0,-9-5 0,1 43 0,0 0 0,-1 4 0,-1-1 0,-1-1 0,1 3 0,-10-26 0,1 10 0,0 15 0,7 31 0,5 11 0,3 31 0,2 27 0,0 16 0,0 24 0,2 6 0,0-45 0,1 1 0,3 0 0,0 0-152,1 0 0,1-1 0,1-1 0,-1 0 152,1-4 0,0 1 0,2 2 0,2 1 0,2 0 0,-1-1 0,13 39 0,2 0 0,-1-12-56,-1-11 0,-10-6 56,-11-9 0,-4-4 0,-6-4 0,-7-8 0,-9-9 0</inkml:trace>
  <inkml:trace contextRef="#ctx0" brushRef="#br0" timeOffset="69">28446 11210 8912,'-15'-17'0,"1"1"0,5 3 0,-1 4 0,2-1 0,1 0 0,1 14 0,6 4 0,0 13 0,0 13 0,0 10 0,2 12 0,2 3 0,2 2 0,5 2 0,-5 4 0,0-4 0,1-6 0,-5-3 0,4-3 0,-2-7 0,-1-6 0,3-7 0,-2-8 0,-2-12 0,-4-3 0,-2-10 0,-3-6 0,-3-9 0,6-15 0,-2-14 0,5-6 0,1-5 0,1 2 0,5-8 0,2 2 0,3-3 0,5 0 0,-5 6 0,2 3 0,-1 9 0,3 6 0,-3 11 0,3 12 0,2 11 0,6 8 0,0 12 0,-2 12 0,-2 11 0,0 16 0,4-1 0,-9 3 0,3-3 0,-4-7 0,4 1 0,-1-7 0,-5 1 0,3-4 0,-9-2 0,1-7 0,-6-4 0,8-4 0,-6-9 0,5-5 0,-7-10 0,6-7 0,0-11 0,1-3 0,-1-9 0,-4-7 0,6-4 0,-3-1 0,1 1 0,0-2 0,-6 8 0,2 2 0,4 1 0,-4 11 0,3 3 0,-1 11 0,2 6 0,-4 6 0,3 6 0,-3 4 0,-2 7 0,6 0 0,0 0 0,1 0 0,-1 1 0,-4-7 0,4 1 0,2-7 0,-3 7 0,9-8 0,-3 1 0,4-3 0,3-2 0,5-2 0,0-3 0,-1-7 0,3-3 0,-6-2 0,4-1 0,-4 7 0,-1 0 0,-1 7 0,0-2 0,-5-2 0,-1 3 0,-7 1 0,2 10 0,-4 9 0,-2 8 0,0 2 0,0-2 0,5-4 0,1 4 0,0-4 0,-4-2 0,3 0 0,5 0 0,7-7 0,0-5 0,-5-10 0,-1-7 0,-7-3 0,2-2 0,2-2 0,-3-4 0,1 2 0,-6-8 0,-2 6 0,-4-5 0,-3 7 0,-8-2 0,-1 5 0,1 5 0,0 2 0,0 7 0,7 4 0,-5 9 0,5 9 0</inkml:trace>
  <inkml:trace contextRef="#ctx0" brushRef="#br0" timeOffset="70">29633 11227 8912,'-28'12'0,"1"-1"0,2 2 0,4 3 0,-4 7 0,2 0 0,0 7 0,6-1 0,2-2 0,3-1 0,5-1 0,-1-4 0,6-2 0,-4-2 0,4-7 0,2-2 0,2-8 0,4 0 0,4-10 0,7-7 0,0-4 0,0-14 0,2 3 0,4-14 0,-4 6 0,4-6 0,-3 2 0,-3-2 0,0-5 0,0 3 0,0-4 0,1 3 0,-3 9 0,-4 0 0,-1 5 0,-6 7 0,1 5 0,-1 11 0,-9 6 0,-5 18 0,-7 5 0,5 12 0,1-1 0,1 12 0,-1 6 0,-3 0 0,9 6 0,-1-10 0,6 9 0,0-11 0,0 1 0,8-5 0,3-2 0,12-1 0,6-5 0,3-8 0,3-9 0,1-7 0,4 2 0,-2-6 0,6-8 0,-4-7 0,-7-6 0,-1-8 0,-9 4 0,-3 0 0,-7 0 0,-5-3 0,-8 5 0,-8-6 0,-4 4 0,-5 1 0,-6-1 0,4 2 0,-4 6 0,0-1 0,6 1 0,-4 8 0,10 3 0,1 4 0,-1 2 0,5 13 0,-6 5 0,8 10 0,-1 1 0,3 3 0,2 3 0,6-1 0,-1 1 0,9-3 0,-3-3 0,6-5 0,6-6 0,-2-3 0,6-4 0,0-5 0,0-4 0,1-17 0,7-8 0,-1-10 0,1-7 0,-1-4 0,0-7 0,1-3 0,-1-3 0,-1-2 0,-5-4 0,-5-2 0,-11 7 0,-4-1 0,-8 2 0,0-2 0,0-4 0,-8 5 0,-4 12 0,-3 8 0,-2 13 0,0 8 0,1 21 0,3 9 0,2 20 0,-3 17 0,5 9 0,-1 10 0,2-1 0,5 1 0,1 0 0,2 0 0,0-2 0,0-4 0,2-6 0,3-4 0,11-3 0,7-4 0,7 0 0,-1-12 0,1 2 0,-1-13 0,-4 0 0,-8-6 0</inkml:trace>
  <inkml:trace contextRef="#ctx0" brushRef="#br0" timeOffset="71">28962 12327 8912,'-34'0'0,"5"0"0,2 0 0,1 2 0,-1 4 0,6 6 0,-2 11 0,4 7 0,1 8 0,3 14 0,2 11 0,3 4 0,3 2 0,1-3 0,6-3 0,0-5 0,0-5 0,6-11 0,-1-7 0,9-9 0,-3-10 0,4-5 0,8-3 0,0-8 0,8-15 0,-2-8 0,3-10 0,3-7 0,-1 2 0,0-8 0,-1 8 0,-4-2 0,1-2 0,-7 1 0,-2 3 0,-9 10 0,3 3 0,-13 8 0,5 11 0,-7 12 0,-5 11 0,-1 17 0,-5 2 0,5 5 0,0-5 0,6 2 0,2-5 0,4-5 0,3-7 0,8 2 0,1-11 0,-1-7 0,6-5 0,2-5 0,0-9 0,-1-7 0,3-6 0,-10-7 0,4 5 0,-9 1 0,-4-1 0,-3-3 0,-3 3 0,-2 6 0,-9 4 0,-9 2 0,1 5 0,-6 1 0,-3-1 0,6-5 0,-4 0 0</inkml:trace>
  <inkml:trace contextRef="#ctx0" brushRef="#br0" timeOffset="72">29461 12706 8912,'0'-12'0,"0"1"0,0 5 0,0-5 0,0 7 0,8-4 0,3 8 0,5 0 0,-5 8 0,1 3 0,-3 6 0,5 6 0,-5 6 0,-1 4 0,3-5 0,-5 1 0,0-2 0,-6 1 0,0-3 0,0-8 0,0 0 0,0 1 0,0-16 0,0-8 0,0-15 0,0-8 0,2-9 0,3-2 0,-3-8 0,4 2 0,2-3 0,-3-3 0,9 6 0,-3 0 0,-1 10 0,1 2 0,1 13 0,5 11 0,0 2 0,0 16 0,1 9 0,-1 6 0,0 0 0,0 2 0,0 4 0,-5-5 0,-1-6 0,-1-1 0,1 0 0,3-6 0,-8 1 0,7-8 0,-5 1 0,3-10 0,4-11 0,-3-7 0,1-13 0,1 2 0,-3-4 0,2-4 0,-3 5 0,1-3 0,-7 6 0,2 5 0,4 12 0,-9 9 0,13 10 0,-8 4 0,-3 5 0,-1 5 0,4 1 0,0 0 0,7 0 0,-1 0 0,-3-5 0,3-1 0,1-7 0,10 2 0,-4-4 0,4-4 0,-4-4 0,-2-5 0,1-10 0,-1-2 0,0-6 0,0 6 0,-7-7 0,-3 3 0,-1-2 0,0 1 0,0 7 0,-6-4 0,0 15 0,-2 6 0,-2 16 0,-2 11 0,0 9 0,6 10 0,0 10 0,0 9 0,0 8 0,0 5 0,8-1-212,4 7 1,3 0 211,2 6 0,0-9 0,1-9 0,-1-1 0,-2-9 0,-2-3 0,-1-1 0,-8-12 0,1-8 0,-3 0 0,-9-16 0,-5-1 0,-11-8 0,-3-9 0</inkml:trace>
  <inkml:trace contextRef="#ctx0" brushRef="#br0" timeOffset="73">30046 12276 8912,'25'0'0,"-4"-2"0,8-4 0,5 4 0,8-1 0,2 4 0,4 5 0,-4 8 0,2-3 0,-8 4 0,2 2 0,-11 3 0,-8 1 0,-7 3 0,-9 3 0,-5 2 0,-5 5 0,-7 1 0,-11-1 0,-4 0 0,-7 1 0,1-1 0,5 1 0,-5-9 0,5-3 0,3-11 0,-8 3 0,6-5 0</inkml:trace>
  <inkml:trace contextRef="#ctx0" brushRef="#br0" timeOffset="74">30511 11898 8912,'-6'-33'0,"1"5"0,1 5 0,2 3 0,2 11 0,0 3 0,0 12 0,0 7 0,0 8 0,0 14 0,0 11 0,2 3 0,3 3 0,-3-1 0,4 1 0,2-6 0,-3 0 0,9-8 0,-5 2 0,3-6 0,-1-5 0,1-4 0,5-8 0,0-7 0,0-5 0,6-5 0,0-5 0,0-7 0,-6-11 0,1-4 0,-1-7 0,-2-2 0,-3-4 0,-5 3 0,-7-3 0,0 6 0,0 5 0,-2 6 0,-3 4 0,1 10 0,-8 3 0,1 4 0,-4 17 0,3 8 0,-1 10 0,7 7 0,2 4 0,2 0 0,2 5 0,0-3 0,2-4 0,4-2 0,3 0 0,9-5 0,5-1 0,0-17 0,5 3 0,-5-15 0,6 1 0,-6-6 0,-2-4 0,-2-7 0,-2-8 0,0-23 0,1-2 0</inkml:trace>
  <inkml:trace contextRef="#ctx0" brushRef="#br0" timeOffset="75">30907 11898 8912,'-10'-12'0,"4"1"0,6 7 0,6-2 0,4 6 0,7 6 0,6 3 0,0 9 0,7-1 0,-1 0 0,2 0 0,-3 0 0,5 3 0,-4 2 0,-3-2 0,3 2 0,-8-2 0,2-3 0,-4 0 0,-2 0 0,-1 0 0,-5 1 0,-3-1 0,-1 0 0,-5-8 0,14-9 0,-7-9 0</inkml:trace>
  <inkml:trace contextRef="#ctx0" brushRef="#br0" timeOffset="76">31337 11829 8912,'-27'9'0,"4"-3"0,4 4 0,2 1 0,0 6 0,0 6 0,-1 4 0,1 7 0,0 7 0,0-1 0,5 7 0,1-1 0,7-4 0,-2-2 0,4-5 0,2-5 0,0-3 0,0-2 0,0-2 0,0-6 0,2-7 0,4-5 0,-4-3 0,13-17 0,-5-4 0</inkml:trace>
  <inkml:trace contextRef="#ctx0" brushRef="#br0" timeOffset="77">31509 11846 8912,'-9'0'0,"1"0"0,8 4 0,0 7 0,6 3 0,-1 14 0,9-5 0,-3 6 0,-3-6 0,-2 6 0,1-8 0,1 1 0,0-2 0,-1-3 0,-1 0 0,-6 0 0,8 0 0,-5-1 0,9-5 0,-1-3 0,7-8 0</inkml:trace>
  <inkml:trace contextRef="#ctx0" brushRef="#br0" timeOffset="78">31492 11262 8912,'-17'17'0,"5"2"0,1 4 0,7 3 0,-2 9 0,4-3 0,2-3 0,0-6 0,0-4 0,2-2 0,4 0 0,3-7 0,9-4 0,-1-4 0,4-6 0,-2-6 0,-4-9 0,1-6 0,-7 2 0,3-5 0,-9 1 0,3-2 0,-4-1 0,-2 7 0,-8 0 0,-3 6 0,1 7 0,-1 4 0,-6 5 0,-6 1 0,0 3 0,6 9 0,-1 1 0,1 16 0,2 1 0,3 3 0,5 1 0,14-7 0,3-2 0</inkml:trace>
  <inkml:trace contextRef="#ctx0" brushRef="#br0" timeOffset="79">31819 11158 8912,'-8'-24'0,"-1"4"0,-9-3 0,9 12 0,1 7 0,6 16 0,-3 11 0,3 17 0,-4 11 0,4 3 0,2 9 0,0-8 0,0 3 0,0-5 0,0-1 0,6-7 0,-1 1 0,9-7 0,-3 1 0,-1-14 0,1-7 0,3-7 0,1-4 0,-3-3 0,-1-5 0,0-7 0,7-5 0,-1-9 0,0-2 0,0-7 0,1 1 0,-3-5 0,-4-6 0,5 3 0,-7-1 0,3 6 0,-1 3 0,-7 14 0,2-3 0,-4 5 0,-2 4 0,0 1 0,0 10 0,0 4 0,0 5 0,0 12 0,0 6 0,5 3 0,1 2 0,7-1 0,-1-3 0,3-3 0,2-2 0,1 4 0,-1-6 0,0 0 0,0-6 0,6 2 0,0 4 0,0-2 0,-6 7 0,0-5 0,1 6 0,-9 2 0,-1 7 0,-2 4 0,-1 2 0,1-4 0,-6 6 0,-2-8 0,-4 2 0,3-4 0,-9-1 0,6-9 0,-5-3 0,-1-4 0,-5-1 0,0-1 0,0-8 0,0-3 0,-8-19 0,-2-6 0</inkml:trace>
  <inkml:trace contextRef="#ctx0" brushRef="#br0" timeOffset="80">31698 11709 8912,'-17'0'0,"2"-8"0,3-4 0,16-10 0,19-7 0,23-13 0,32-14 0,-28 21 0,2-2 0,8-7 0,2-2 0,8-4 0,2-1-549,2-3 1,1-1 0,-2 1 0,-1-1 548,0 1 0,0-1 0,-2-3 0,-1 0 0,0 5 0,0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19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5868 16643 8912,'-15'-8'0,"1"-1"0,3-1 0,-2 4 0,-3 5 0,7 10 0,3 8 0,4 2 0,2 10 0,0 2 0,0 1 0,0 8 0,0 0 0,2 6 0,4-6 0,-2 0 0,5-3 0,-1 1 0,-4 2 0,3 0 0,-1-5 0,0 5 0,-6 0 0,2 6 0,3-6 0,-3-6 0,4-7 0,-4-2 0,-2-4 0,0-10 0,-8-3 0,-1-23 0,-8-5 0</inkml:trace>
  <inkml:trace contextRef="#ctx0" brushRef="#br0" timeOffset="1">5748 16781 8912,'-8'-62'0,"6"3"0,-4 8 0,4 9 0,2 7 0,0 8 0,8 12 0,4 4 0,3 5 0,4 4 0,4 2 0,2 6 0,4-1 0,3 11 0,-3 1 0,3 2 0,3 8 0,-1 0 0,0-1 0,-1 9 0,-4 5 0,-5 2 0,-6-2 0,-9 4 0,-3 7 0,-6 1 0,-8 0 0,-7-3 0,-6-3 0,-15 4 0,1-4 0,-3 0 0,4-6 0,-1-2 0,1-15 0,7 5 0,4-7 0,4-5 0,9-9 0,5-12 0,3-13 0,2-8 0</inkml:trace>
  <inkml:trace contextRef="#ctx0" brushRef="#br0" timeOffset="2">6488 16815 8912,'-18'0'0,"1"2"0,0 4 0,0 5 0,0 12 0,-6 4 0,0 7 0,0 8 0,7 4 0,5 2 0,5-2 0,6-4 0,6-8 0,5-2 0,12-3 0,-2-4 0,8-8 0,0-7 0,5-5 0,1-5 0,-1-5 0,1-7 0,-1-11 0,-5-3 0,-1-9 0,-7 1 0,2-1 0,-11-5 0,-7 0 0,-3-6 0,-4 6 0,-5 2 0,-10 2 0,-3 3 0,-8 5 0,-1 5 0,-5 11 0,-1 5 0,1 7 0,7 1 0,4 5 0,12 4 0,5 7 0,4 0 0,10 0 0,1 0 0</inkml:trace>
  <inkml:trace contextRef="#ctx0" brushRef="#br0" timeOffset="3">6918 16866 8912,'-10'-9'0,"1"1"0,3 8 0,2 8 0,-7 3 0,7 7 0,-2 5 0,-1 1 0,1 7 0,2-2 0,2 1 0,2 3 0,0 1 0,0-2 0,0-3 0,0 2 0,0-8 0,0 0 0,0-6 0,6-6 0,0 1 0,1-9 0,-1 3 0,-4-6 0,4-6 0,3-5 0,3-12 0,-3-4 0,3-7 0,1 0 0,2-1 0,3 3 0,-1 3 0,0-2 0,0 9 0,0-1 0,1 5 0,-1 3 0,0 4 0,0 3 0,0 8 0,-5 8 0,-1 5 0,1 8 0,-3 8 0,1 3 0,-4 3 0,-3-1 0,9 0 0,-6 1 0,5-1 0,-7-5 0,4-2 0,-3-3 0,1-3 0,7-2 0,-3-9 0,7-2 0</inkml:trace>
  <inkml:trace contextRef="#ctx0" brushRef="#br0" timeOffset="4">7383 16488 8912,'-8'-27'0,"-4"3"0,-3 3 0,-2 3 0,7 5 0,3 13 0,7 2 0,2 4 0,1 5 0,3 4 0,8 8 0,-3 0 0,4 8 0,3-2 0,1 3 0,4 2 0,-4 7 0,4-1 0,-4-2 0,-2-10 0,0 5 0,0-6 0</inkml:trace>
  <inkml:trace contextRef="#ctx0" brushRef="#br0" timeOffset="5">7727 16488 8912,'-6'-32'0,"0"3"0,2 6 0,2 4 0,2 2 0,0 7 0,0 3 0,2 20 0,4 6 0,6 6 0,3 6 0,-4 1 0,1 2 0,-1 8 0,7 4 0,-7 4 0,0 2 0,-1 1 0,3 4 0,-1 6 0,1 4 0,-3 2 0,1 0 0,-7-8 0,4-2 0</inkml:trace>
  <inkml:trace contextRef="#ctx0" brushRef="#br0" timeOffset="6">7778 16866 8912,'-34'0'0,"-6"-5"0,0-1 0,7 0 0,16 6 0,13 0 0,16 0 0,14 6 0,20 0 0,13-1 0,10-5 0,-4-1 0,10-5-309,-16-4 0,16-15 1,-14-1-1</inkml:trace>
  <inkml:trace contextRef="#ctx0" brushRef="#br0" timeOffset="7">9103 16471 8912,'0'-32'0,"-2"1"0,-1 4 0,-3 2 0,0 6 0,0 4 0,-1 5 0,-3 3 0,4 3 0,-3 10 0,1 5 0,-3 8 0,5 8 0,2 9 0,2 6 0,-3 6 0,-1 8 0,2 3 0,2 2 0,2-4 0,0 6 0,0 4 0,0 4 0,0-6 0,0-4 0,-2-6 0,-4-9 0,5 0 0,-5-12 0,2-3 0,-2-14 0,4-9 0,-3-8 0,8-10 0,3-13 0,8-3 0,-3-9 0,10-7 0,2-4 0,2-1 0,-2 1 0,-2-4 0,6 6 0,-1 0 0,1 4 0,-4 11 0,6 6 0,-8 6 0,2 6 0,-4 3 0,-2 8 0,0 15 0,1 8 0,-1 10 0,0 5 0,0 2 0,0-2 0,6-1 0,0-3 0,8 0 0,-2 1 0,5-8 0,6-5 0,2-8 0,4-3 0,4-7 0,-4 2 0,1-6 0,-1-6 0,-4 0 0,-7-11 0,-8 4 0,-4-10 0,-12-2 0,-5 2 0,-12-2 0,-5 2 0,-12 4 0,-6-4 0,-4 4 0,-1 2 0,0 8 0,-1 3 0,6 4 0,1 2 0,5 0 0,-6 0 0,10 8 0,2 3 0,0 4 0,7 4 0,1 2 0,3 2 0,4 0 0,2-6 0,2 1 0,4-1 0,3 0 0,8 0 0,6-7 0,0-5 0,6-3 0,-6-2 0,0 0 0,2 0 0,-6-2 0,4-3 0,-4-5 0,-2-7 0,0 0 0,0 0 0,-5 5 0,-1 1 0,-5 1 0,4-3 0,-3 1 0,-1 8 0,2-3 0,-4 7 0,7 0 0,-5 0 0,5 0 0,-5 7 0,5 3 0,3 1 0,1 1 0,4-1 0,4 7 0,-2-1 0,8 0 0,-6-6 0,5 1 0,-6-3 0,0 3 0,3-3 0,-2-5 0,-2 2 0,-2-2 0,-1-4 0,-1-6 0,-2-3 0,-3-9 0,-3 1 0,-3 0 0,-4-6 0,4 0 0,-5-6 0,-2 7 0,-3 1 0,-2 1 0,0 3 0,4 2 0,-3 4 0,3 3 0,-6 8 0,8 2 0,2 4 0,4 5 0,5 4 0,4 2 0,3 1 0,1 1 0,4 4 0,-2-10 0,7 4 0,-5-5 0,6-1 0,-6-1 0,6-5 0,-8-3 0,4 2 0,-2-6 0,-1-3 0,1-15 0,-5 3 0,-7-10 0,1 5 0,-9-9 0,3 2 0,-4-1 0,-2 1 0,0 6 0,0 4 0,-2 10 0,-4 3 0,4-4 0,-5 8 0,7-3 0,0 10 0,0 7 0,7 3 0,7 2 0,7 0 0,8 1 0,5-3 0,6-4 0,-2 3 0,8-8 0,0-1 0,6-5 0,-1-7 0,1-5 0,0-5 0,-3-4 0,-3-4 0,-6-2 0,-13 6 0,-10-2 0,-1-1 0,-11 1 0,-8 0 0,-15 6 0,-6 5 0,-11 1 0,-5 7 0,0-2 0,2 4 0,1 2 0,3 14 0,-1 3 0,7 9 0,-1-3 0,14 8 0,-2-2 0,11 3 0,0 2 0,6 5 0,6-5 0,15 4 0,19-11 0,17 0 0,14-4 0,9-12 0,12-5 0,-2-4-1158,8-2 1158,-16-15 0,8 1 0,-16-15 0,1 1 0</inkml:trace>
  <inkml:trace contextRef="#ctx0" brushRef="#br0" timeOffset="8">12975 16316 8912,'-2'-17'0,"-1"0"0,-5 2 0,-2 5 0,-3 10 0,3 17 0,-1 18 0,-2 11 0,-3 9 0,-1 12 0,0 7 0,0 1 0,-1 1 0,9 3 0,3 6 0,4-2 0,2-9 0,8-9 0,5-19 0,10-8 0,12-7 0,1-8 0,10-12 0,-8-7 0,4-16 0,-4-10 0,-3-9 0,3-3 0,-11-16 0,7-4 0</inkml:trace>
  <inkml:trace contextRef="#ctx0" brushRef="#br0" timeOffset="9">13285 16695 8912,'-8'-10'0,"5"2"0,-9 8 0,6 8 0,-5 3 0,-1 12 0,-5 6 0,0 5 0,2 7 0,1 4 0,3 5 0,7-4 0,-2 0 0,12-14 0,6 3 0,10-20 0,7-4 0,4-7 0,1-4 0,1-13 0,-1-4 0,-7-14 0,-2-1 0,-4-7 0,-4 1 0,-4-6 0,-13-2 0,-7 4 0,-5 2 0,-11-2 0,-6 2 0,-3 8 0,-2 9 0,-1 5 0,1 7 0,1 3 0,4 8 0,12 2 0,12 4 0,5 2 0,5 3 0,12-3 0,12-8 0,4 0 0,1 0 0</inkml:trace>
  <inkml:trace contextRef="#ctx0" brushRef="#br0" timeOffset="10">13922 16385 8912,'-15'-34'0,"3"7"0,-11 4 0,10 6 0,1 5 0,1 5 0,-6 7 0,-1 2 0,3 5 0,2 12 0,1 14 0,1 9 0,-6 9 0,1 1 0,5 0 0,3 5 0,8 0 0,0 8 0,0-2 0,8-2 0,3 0 0,5-1 0,1-5 0,2-1 0,4-3 0,-6-7 0,0-4 0,0-11 0,-15-12 0,6-9 0</inkml:trace>
  <inkml:trace contextRef="#ctx0" brushRef="#br0" timeOffset="11">13612 16918 8912,'-9'-25'0,"-5"0"0,8-3 0,1 1 0,5 4 0,7 10 0,5-5 0,5 7 0,6 0 0,11 1 0,14 6 0,8-3 0,7-3 0,6 6 0,5-2 0,6 3-994,12-3 994,-4 4 0,-34-5 0,1-1 0,-2 3 0,-1 0 0</inkml:trace>
  <inkml:trace contextRef="#ctx0" brushRef="#br0" timeOffset="12">15126 16729 8912,'-34'0'0,"-6"8"0,0 3 0,-6 12 0,6 8 0,3 7 0,7 8 0,5 3 0,8 3 0,7 3 0,4-3 0,6-6 0,8-18 0,9-5 0,10-4 0,7-3 0,7-5 0,-3-5 0,8-12 0,-8-9 0,2-8 0,0-8 0,-5 3 0,-5 1 0,-14-2 0,-5-1 0,-5-3 0,-4-7 0,-2 0 0,-10-6 0,-7 6 0,-8 0 0,-9 6 0,-7 5 0,1 0 0,6 16 0,5 1 0,8 9 0,-2 3 0,6 1 0,6 5 0,3-4 0,23 13 0,4-5 0</inkml:trace>
  <inkml:trace contextRef="#ctx0" brushRef="#br0" timeOffset="13">16021 16385 8912,'-32'-32'0,"3"3"0,4 6 0,0 4 0,4 9 0,-7 5 0,1 10 0,-2 7 0,2 11 0,6 7 0,0 9 0,6 6 0,-2 13 0,5 5 0,5 5 0,1 7 0,-2 3-232,3 8 0,-1 0 232,6 0 0,2-6 0,4 1 0,-5-16 0,5-4 0,-2-10 0,2-5 0,-4-8 0,3 3 0,-5-20 0,-5-10 0,-7-1 0,-11-5 0,-4 1 0</inkml:trace>
  <inkml:trace contextRef="#ctx0" brushRef="#br0" timeOffset="14">15471 17090 8912,'-23'-2'0,"0"-2"0,4-3 0,5-3 0,-1 6 0,13-3 0,-4 7 0,14 0 0,11 0 0,15 0 0,16 0 0,11-2 0,14-4 0,11-11 0,-38 3 0,0 1 0</inkml:trace>
  <inkml:trace contextRef="#ctx0" brushRef="#br0" timeOffset="15">17691 17107 8912,'-14'-6'0,"-1"-1"0,-4-1 0,-2 1 0,-2 1 0,-2 0 0,-2 0 0,-7 1 0,-6 5 0,-1 0 0,-1 0 0,4 7 0,-6 7 0,2 5 0,4 4 0,3 9 0,5 1 0,5 7 0,6 4 0,0 0 0,13 1 0,2-3 0,10-9 0,5-4 0,5-6 0,3-6 0,4-6 0,3-3 0,9-8 0,7-15 0,4-8 0,2-16 0,-1-6 0,-3-5 0,-2-2 0,-3-5 0,-11 0 0,3-8 0,-8 2 0,-8-12-181,-9-5 0,-4-2 181,-2 2 0,-8 5 0,-3 12 0,-10 19 0,-4 17 0,0 12 0,0 9 0,2 8 0,6 10 0,2 9 0,3 19 0,-1 13 0,7 16 0,4 9 0,6 6 0,0 8 0,7 0 0,7-6 0,4-6 0,9-4 0,0 1 0,5-12 0,4-10 0,6-7 0,-6-14 0,6-9 90,-6-8 1,0-9-1,-5-16 1,-1-9-91,1-10 0,-3-7 0,-3-6 0,-6-2 0,-12-4 0,3-4 0,-9 6 0,-3 1 0,-6 2 0,-5 5 0,-8 2 0,-6 5 0,0 0 0,-6 16 0,4 2 0,0 7 0,1 4 0,-5 9 0,6 9 0,0 6 0,6 11 0,1 1 0,3 2 0,4 2 0,1-1 0,2-3 0,6-2 0,2-1 0,4-5 0,5-3 0,12-8 0,-2-1 0,6-5 0,-2-5 0,-4-4 0,4-10 0,-2-3 0,5-10 0,-5-2 0,0-8 0,-6 3 0,-5-5 0,-1-1 0,-7-1 0,2 1 0,-4 7 0,-2 4 0,0 4 0,0 2 0,0 9 0,0 8 0,0 10 0,2 5 0,4 2 0,3 6 0,8 0 0,2 2 0,4-2 0,-2-6 0,8 0 0,-2-1 0,3-11 0,-1-1 0,2-2 0,1-4 0,3-4 0,-7-9 0,1-8 0,-8-9 0,2-3 0,-4-1 0,-2-10 0,-5-2 0,-1-9 0,-7 0 0,2-12 0,-4-2 0,-2-11 0,0 4 0,0 2 0,0 3 0,0 10 0,0 13 0,0 16 0,0 15 0,0 13 0,0 12 0,0 13 0,0 15 0,0 10 0,0 13 0,-6 5 0,0 8 0,2 3 0,3 1 0,1 7 0,0-7 0,1 6-161,5-5 0,9-1 161,8-5 0,0-8 0,-5-3 0,3-7 0,0-5 0,0-6 0,2-4 0</inkml:trace>
  <inkml:trace contextRef="#ctx0" brushRef="#br0" timeOffset="16">18413 17056 8912,'-44'-23'0,"4"0"0,6 4 0,5 5 0,12 7 0,13 7 0,15 0 0,12 0 0,18-2 0,10-4 0,10 2 0,14-7 0,5 1-272,12-1 0,-4-5 272,4 5 0,-4-12 0,-2-4 0</inkml:trace>
  <inkml:trace contextRef="#ctx0" brushRef="#br0" timeOffset="17">19188 16884 8912,'-35'15'0,"1"-4"0,-1 10 0,1-1 0,1 4 0,5 7 0,-3 1 0,8 3 0,2 3 0,10-4 0,3 5 0,8-11 0,0-3 0,0-2 0,2-6 0,4-5 0,3 1 0,9-7 0,-1-4 0,0-6 0,6-2 0,0-11 0,2 2 0,-4-14 0,2-2 0,-2-1 0,-4-8 0,-6 0 0,3-6 0,-8 6 0,5 0 0,-5 5 0,5 3 0,-5 3 0,0 4 0,-6 8 0,0 0 0,0 9 0,0 10 0,0 13 0,2 10 0,3 10 0,-1-1 0,8 0 0,-1 1 0,6-1 0,2-5 0,4 0 0,2-14 0,4 2 0,3-11 0,-3-1 0,6-3 0,5-2 0,-6-7 0,0-5 0,1-5 0,-6-6 0,-5-4 0,-1-7 0,-3 0 0,-3-1 0,-8-1 0,-3-4 0,-4 2 0,-2-6 0,0 4 0,0 7 0,-6 6 0,0 10 0,-1 2 0,1 3 0,4 5 0,-5 14 0,7 5 0,0 11 0,0 5 0,1 13 0,5 4 0,4 5 0,7 2 0,0-1 0,0 1 0,1-1 0,-1 1 0,-6-6 0,1 0 0,-3-8 0,3 2 0,-5-9 0,-7-3 0,0-12 0,0 1 0,-7-6 0,-5 1 0,-5-5 0,-4-7 0,-2 0 0,2 0 0,2-7 0,2-5 0,1-5 0,5-6 0,3-4 0,8-7 0,8-16 0,2-3 0</inkml:trace>
  <inkml:trace contextRef="#ctx0" brushRef="#br0" timeOffset="18">19996 16849 8912,'-11'0'0,"0"0"0,5 0 0,-6 0 0,9 2 0,-3 4 0,19 2 0,10 3 0,10-3 0,7-8 0,9-8 0,11-5 0,1-6 0,4-4 0,-8-6 0,-5 6 0,-4-6 0,-12 5 0,-7-1 0,-8 0 0,-8-4 0,-13 6 0,-15 0 0,-8 6 0,-13 8 0,-5 3 0,-4 4 0,4 2 0,-5 10 0,6 7 0,0 4 0,8 11 0,3 6 0,6 4 0,6 6 0,5 10 0,7-3 0,10 6 0,9-4 0,7-7 0,13 0 0,12-10 0,6-8 0,5-9 0,-3-11 0,3-7 0,-3-6 0,-3-11 0,5-7 0,-5-15 0,-1-8 0,-10-4 0,-5-6 0,1-3 0,-7-3 0,-5 3 0,3-4 0,-10 1 0,2-6 0,-13 0 0,6-10-243,-7-6 1,1-6 242,-6-6 0,2 4 0,4-4 0,-4 16 0,3 13 0,-3 23 0,-2 28 0,0 16 0,0 25 0,0 9 0,0 19 0,0 12 0,0 11 0,-7 12-202,1-43 1,0 0 0,-1 44 201,1-1 0,4 2 0,2-3 0,4-40 0,2-1 0,11 44 0,9-10-109,7-9 1,1-12 108,1-17 0,5-8 221,0-15 1,0-8-222,-5-15 0,-7-10 0,1-7 0,-6-10 0,6-13 0,-8-4 0,2-7 0,-4-3 0,-2-3 0,0-4 0,0-8 0,3-5 0,1-1 0,2 4 310,-2 6 0,-2 10-310,-2 15 0,-6 9 243,1 20-243,-8 3 0,3 25 0,-7 12 0,0 11 0,0 12 0,0 7 0,0 2 0,0 4 0,0 4 0,0-6 0,2 8 0,4-5 0,5 5 0,10-10 0,2 2 0,0-15 0,-7-8 0,-3-4 0,-1-1 0,-9-8 0,-5-4 0,-15-12 0,-11-5 0,-11-4 0,1-2 0,-8 0 0,0-8 0,-5-17 0,-1-11 0</inkml:trace>
  <inkml:trace contextRef="#ctx0" brushRef="#br0" timeOffset="19">20736 16729 8912,'-55'0'0,"7"0"0,10 0 0,15 0 0,21-4 0,25-7 0,29-12 0,-5 0 0,7-4 0,18-6 0,5-3 0,-17 9 0,3-2 0,2-1 0,9-5 0,2-3 0,3 1 0,6-4 0,3 1 0,1-2-1063,-17 8 0,2 0 0,0 0 0,0 1 1063,2 1 0,0 2 0,1 0 0,0-1 0,4-2 0,0-1 0,1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21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9017 8081 8912,'-5'-17'0,"-1"-1"0,0 7 0,6-1 0,0 9 0,2-5 0,4 8 0,3 0 0,9 0 0,-1 0 0,-6 0 0,1 0 0,-1 0 0,6 0 0,1 0 0,-1 0 0,0 0 0,0 0 0,0 0 0,3-2 0,2-4 0,0 4 0,6-3 0,-5 3 0,4 2 0,0 0 0,-1 0 0,-3-6 0,6 0 0,-2 1 0,2 5 0,3 0 0,-3 0 0,-3 0 0,3 0 0,0 0 0,5 0 0,1 0 0,-1 0 0,1 0 0,1 0 0,2 0 0,2 0 0,2 0 0,-2 0 0,4 0 0,8 0 0,-8 2 0,-4 3 0,-3-3 0,-3 4 0,2-4 0,4-2 0,-3 0 0,3 0 0,-4 0 0,-1 0 0,1 0 0,4 0 0,-4 0 0,5 0 0,3 0 0,1 0 0,-1 0 0,2 0 0,-2 0 0,2 0 0,2 0 0,-8 0 0,2 0 0,-2 0 0,-3 2 0,3 2 0,-4 1 0,-1-1 0,7-2 0,4-2 0,-2 0 0,1 0 0,1 0 0,6 0 0,7 0 0,4 0 0,-3 0 0,-3 0 0,-3-6 0,-3 1 0,1-1 0,-1 6 0,-1-2 0,-2-2 0,-2-2 0,2 3 0,3 1 0,7 2 0,-7 0 0,1 0 0,-1-2 0,-5-4 0,4 4 0,0-4 0,-4 4 0,-6 2 0,-4 0 0,-1 0 0,7 0 0,4 0 0,-4 0 0,-2 0 0,2 0 0,-2 0 0,8 0 0,-2 0 0,1 0 0,-1 0 0,-4 0 0,0 0 0,1 0 0,2 0 0,-1 0 0,-5 0 0,3 0 0,2 0 0,0-5 0,2-1 0,-2 0 0,-4 6 0,2 0 0,4 0 0,1 0 0,-6 0 0,5 0 0,-6 0 0,0 0 0,-6 0 0,-1 0 0,-3 0 0,-3 0 0,-2 0 0,6 2 0,-3 4 0,-1-4 0,2 4 0,-1-5 0,7-1 0,-1 2 0,1 4 0,1-4 0,4 4 0,-4-4 0,5-2 0,1 2 0,0 1 0,0 3 0,0-2 0,0-2 0,-2-2 0,-6 0 0,1 0 0,-1 0 0,-5 0 0,4 0 0,1 0 0,-5 0 0,-1 0 0,1 0 0,5 0 0,1 0 0,-1 0 0,1 0 0,-1 0 0,2 6 0,3-1 0,1-1 0,-2-2 0,0-2 0,2 0 0,2 0 0,4 0 0,-2 0 0,-4 0 0,4 0 0,8 0 0,5 0 0,1 0 0,1 0 0,-2 0 0,-3 0 0,3 0 0,-3 0 0,-2 0 0,-8 0 0,-4 0 0,2 0 0,-2 0 0,0 0 0,-6 0 0,7 0 0,-1 0 0,0 0 0,-6 0 0,6-6 0,1 1 0,-1-1 0,-6 6 0,1 0 0,-1 0 0,0 0 0,1 0 0,-1 0 0,1 0 0,-7 0 0,1 0 0,5 0 0,7 0 0,-1 0 0,-6 0 0,3 0 0,3 0 0,-2 6 0,8-1 0,-2 1 0,4-6 0,-3 0 0,3 0 0,-4 0 0,2 0 0,-6 0 0,4 0 0,0 0 0,0 0 0,-6 0 0,3 0 0,1 0 0,-2 0 0,8 0 0,-2 0 0,-2 0 0,1 0 0,-4 0 0,4 0 0,-4 0 0,5 0 0,-3 2 0,3 2 0,-4 1 0,1-1 0,-5-2 0,8-2 0,-8 6 0,2 0 0,4-1 0,2-5 0,4 0 0,1 0 0,7 0 0,-1 0 0,0 0 0,-5 0 0,1 0 0,5 0 0,-10 0 0,3 0 0,-3 0 0,-4 0 0,6 0 0,-6 0 0,0 0 0,-4 0 0,2 0 0,-2 0 0,6 0 0,-4 0 0,0 0 0,0 0 0,-2 0 0,-5 0 0,-1 0 0,1 0 0,-7 0 0,1 0 0,-2-5 0,1-1 0,5 0 0,-4 6 0,3 0 0,3 0 0,-7 0 0,1 0 0,1 0 0,3 0 0,1 0 0,1 0 0,-7 0 0,1 0 0,-6 0 0,6 0 0,-6 0 0,5 0 0,-5 0 0,6 0 0,-6 0 0,6 0 0,-3 0 0,3 0 0,-2 0 0,-4 0 0,4 0 0,5 0 0,-1 0 0,-3 0 0,1 0 0,5 0 0,1 0 0,-1 0 0,-1 0 0,-4 0 0,3 0 0,-3 0 0,1 0 0,-1 0 0,3 0 0,-3 0 0,-2 0 0,2 0 0,-6 0 0,3 0 0,-1 0 0,-4 0 0,0 0 0,2 0 0,-4 0 0,4 0 0,-4 0 0,-1-6 0,-1 1 0,0-1 0,0 6 0,0 0 0,1 0 0,-1 0 0,0 0 0,0 0 0,0 0 0,3 0 0,3 0 0,-4 0 0,4 0 0,1 0 0,1 0 0,0 0 0,0 0 0,6 0 0,-3 0 0,-1-6 0,2 1 0,-1 1 0,-1 2 0,0 2 0,-4 0 0,-4 0 0,4 0 0,-4-2 0,-2-4 0,1 4 0,-1-5 0,0 7 0,-6-6 0,1 0 0,-6 0 0,3 5 0,-1-5 0,5 2 0,-1-6 0,3 3 0,-4-1 0,1 2 0,1-5 0,1 1 0,-1-1 0,-1-2 0,-3-5 0,4-3 0,-3-2 0,-2 2 0,3-3 0,-5 1 0,2-8 0,-3 2 0,5-5 0,-1-6 0,1 4 0,-4-4 0,-2 1 0,5 1 0,-1-2 0,-4 2 0,3 1 0,-1 3 0,0 5 0,-6 3 0,0 1 0,0 4 0,0 2 0,0 2 0,0 5 0,0 1 0,0-1 0,-2-5 0,-4 0 0,4 0 0,-4-1 0,3 3 0,-1 2 0,-4 1 0,-1-1 0,5-2 0,-2-3 0,-4 3 0,1 2 0,-3 3 0,1 3 0,-1-5 0,-5 6 0,0-5 0,0 5 0,-8-1 0,-4 1 0,1 4 0,-7-4 0,5 4 0,-11 2 0,5 0 0,2 0 0,-8 0 0,-2 0 0,-2 0 0,0 0 0,0 6 0,-6 0 0,6 1 0,1-1 0,1-4 0,-2 4 0,-2-4 0,8-2 0,0 0 0,5 0 0,1 0 0,-1 0 0,1 0 0,0 0 0,-3 0 0,-3 0 0,-2 0 0,-4 0 0,-4 0 0,4 0 0,-9 0 0,-2 0 0,-1 0 0,7 0 0,7 0 0,4 0 0,1 0 0,3 0 0,0 0 0,3 0 0,3 0 0,-5 0 0,-1 0 0,-4 0 0,3 0 0,-3 0 0,4 0 0,1 0 0,-1 0 0,-4 0 0,2 0 0,-8 0 0,6-2 0,-6-4 0,8 4 0,-3-4 0,5 4 0,2 2 0,-1-5 0,1-1 0,-3 0 0,-3 6 0,4 0 0,-4-2 0,3-1 0,3-3 0,0 0 0,-1 6 0,3 0 0,3 0 0,-3 0 0,3 0 0,2 0 0,-2 0 0,1 0 0,-7 0 0,7 0 0,-1 0 0,-2 0 0,-1 0 0,-3 0 0,1 0 0,0 0 0,-1 0 0,1 0 0,-1 0 0,1 0 0,-1 0 0,1 0 0,0 0 0,-1 0 0,1 0 0,5 0 0,0 0 0,1 0 0,-7 0 0,1 0 0,0 0 0,5 0 0,2 0 0,0 0 0,1 0 0,-3 0 0,-6 0 0,3 0 0,3 0 0,-5 0 0,-1 0 0,1 0 0,-6 0 0,-2 0 0,2 0 0,-1 0 0,7 0 0,-6 0 0,0 0 0,2 0 0,1 0 0,3 0 0,-1 0 0,3 0 0,3 0 0,-3 0 0,3 0 0,-4 0 0,-1 0 0,-6 0 0,0 0 0,0 0 0,3 0 0,-1 0 0,-2 0 0,-14 0 0,5 0 0,-3 0 0,-2 0 0,12 0 0,-9 0 0,-1 0 0,1 0 0,-5 0 0,8 0 0,-5 0 0,-5 0 0,-5 0 0,6 0 0,1 0 0,3 0 0,-4 0 0,-1 0 0,3 0 0,1 0 0,3 0 0,-1 0 0,0 0 0,1 0 0,-9 0 0,-3 0 0,-4 0 0,-1 0 0,-1 0 0,-2 0 0,-2 0 0,-1 0 0,1 0 0,10 0 0,-4-2 0,4-4 0,-8 5 0,2-5 0,8 4 0,6 2 0,9 0 0,0 0 0,0 0 0,-6 0 0,7 0 0,-1 0 0,-2 0 0,-2 0 0,-7-6 0,-1 0 0,-12 1 0,-1 5 0,-6 0 0,-5 0 0,6 2 0,1 3 0,6-3 0,6 4 0,-4-2 0,4 2 0,6-5 0,5 5 0,1-4 0,5-2 0,-4 6 0,-2 0 0,1-3 0,-1-1 0,6 4 0,0 0 0,0 5 0,-5-3 0,-3-1 0,-3 1 0,-4 4 0,-8-7 0,0 7 0,0-7 0,8 1 0,4-6 0,11 0 0,6 0 0,3 0 0,5 0 0,3 0 0,6 0 0,-2 0 0,2 0 0,-7 0 0,1 0 0,-3 0 0,-3 0 0,-1 0 0,-4 0 0,-4-2 0,-8-3 0,0 3 0,1-4 0,-1 2 0,3 0 0,3-1 0,5 1 0,5 2 0,2 2 0,1-6 0,5 0 0,-7 1 0,1 5 0,-1 0 0,-5 0 0,-2 0 0,2 0 0,-10 0 0,-1 0 0,5 0 0,-4 0 0,4 0 0,2 0 0,12 0 0,-3 0 0,12 0 0,0 0 0,4 0 0,2 0 0,0 0 0,5 0 0,1 0 0,-1 0 0,-5 0 0,-6 0 0,-2 0 0,-1 0 0,-5 0 0,-2-2 0,-1-4 0,-2 4 0,-4-4 0,3 4 0,-3 2 0,4 0 0,1 0 0,7 0 0,-1 0 0,2 0 0,-1 0 0,-3 0 0,6 0 0,0 0 0,0 0 0,-3 0 0,5 0 0,-6 0 0,6 0 0,-7 0 0,1 0 0,2 0 0,-2 0 0,8 0 0,-2 0 0,-1 0 0,1 0 0,2 0 0,1 0 0,-2 0 0,-1 0 0,-2 0 0,4 0 0,-4 0 0,-2 0 0,4 0 0,-6 0 0,-5 2 0,-6 4 0,0-4 0,5 4 0,7-4 0,-1-2 0,0 2 0,-5 3 0,1-3 0,3 4 0,3-4 0,2-2 0,0 0 0,2 0 0,4 0 0,-6 0 0,2 0 0,0 0 0,-1 0 0,1 0 0,2 0 0,-8 0 0,8 0 0,-2 0 0,-2 0 0,2 0 0,0 0 0,6 0 0,0 0 0,0 0 0,5 0 0,1 0 0,5 0 0,-6 0 0,1 0 0,-6 0 0,0 0 0,5 0 0,1 0 0,-1 0 0,-5 0 0,0 0 0,-1 0 0,1 0 0,0 0 0,0 0 0,5 2 0,1 3 0,7-3 0,-11 6 0,7-6 0,-3 4 0,-5-3 0,5 7 0,-4-2 0,-3 3 0,1-5 0,6 2 0,-1-5 0,-1 5 0,-2 2 0,-1-5 0,5 7 0,-5-8 0,5 1 0,3 5 0,-7-8 0,7 7 0,-3-3 0,3-4 0,8 7 0,-2-3 0,-3 6 0,3-3 0,-4 3 0,4-1 0,2 6 0,-6-5 0,1-1 0,-1 1 0,6 5 0,-2 0 0,-4 0 0,4 1 0,-3-1 0,3 0 0,0 0 0,-2 2 0,-2 4 0,0-4 0,6 4 0,-5 2 0,-1-2 0,0 0 0,6-6 0,0 2 0,0 4 0,0-10 0,0 5 0,0-5 0,0 4 0,0 0 0,0 1 0,0-1 0,0 0 0,0 0 0,0 0 0,2-1 0,4-5 0,-4 4 0,4-3 0,-3 3 0,3 2 0,-4-5 0,4-1 0,-4 1 0,-2 5 0,0 0 0,2-5 0,3-1 0,-3-5 0,4 5 0,-4-5 0,-2 5 0,0-5 0,0 6 0,0-7 0,2 5 0,4-2 0,-5 5 0,7-4 0,-8 9 0,8-1 0,-6 0 0,5 0 0,-5-2 0,2-1 0,2-3 0,0-7 0,-5 10 0,5-9 0,-4 3 0,4-2 0,-4-3 0,-2 9 0,5-6 0,1 5 0,0-7 0,0 5 0,-1-3 0,1-4 0,-6 6 0,0-8 0,0 0 0,8 0 0,-4 0 0,7 0 0,-5 0 0,5 0 0,-5 0 0,5 0 0,3 0 0,1 0 0,2 0 0,1 0 0,-1 0 0,0 0 0,0 0 0,2 0 0,4 0 0,-4 0 0,4 0 0,-9-6 0,-3 0 0,1 1 0,5 5 0,-6-6 0,1 0 0,-1 0 0,7 6 0,-1-5 0,0-1 0,0 0 0,0 6 0,1-2 0,-1-2 0,0-1 0,0-1 0,0 6 0,-5-2 0,-1-2 0,3-1 0,-5-1 0,3 6 0,-8 0 0,3 0 0,1 0 0,-6 0 0,5 0 0,-7 0 0,0 0 0,-7 0 0,5 0 0,-6 0 0,8 0 0,0 0 0,-7 7 0,-3 3 0,-7 7 0</inkml:trace>
  <inkml:trace contextRef="#ctx0" brushRef="#br0" timeOffset="1">4767 9198 8912,'17'-7'0,"-6"5"0,-1-6 0,0 2 0,-1 1 0,-5-9 0,2 3 0,-4-4 0,-2-3 0,0 1 0,0 0 0,0 0 0,0 0 0,0-1 0,0 1 0,0 0 0,0 0 0,0 5 0,0 1 0,-2 7 0,-4-2 0,-7 6 0,-8 6 0,-6 6 0,-8 10 0,-1 11 0,-4 7 0,4 14 0,-5-3 0,5 6 0,2 1 0,5-3 0,0 8 0,10 4 0,2 2 0,7-4 0,10-16 0,2-3 0,4-6 0,9-7 0,8-10 0,8-2 0,-2-15 0,11-3 0,6-8 0,9-7 0,2-11 0,1-3 0,-7-9-417,1-7 1,-8-2 0,-2-7-1</inkml:trace>
  <inkml:trace contextRef="#ctx0" brushRef="#br0" timeOffset="2">5283 8889 8912,'-2'-29'0,"-4"1"0,5 12 0,-5-1 0,4 11 0,-4 8 0,0 15 0,-1 10 0,1 13 0,4 4 0,-4 8 0,4-3 0,2-3 0,0 4 0,0-4 0,0 4 0,0 1 0,8-7 0,4-4 0,3-4 0,2-1 0,0-1 0,0-1 0,1-7 0,-1-8 0,0-3 0,0-9 0,2-3 0,4-1 0,-3-4 0,2-3 0,-8-11 0,-3-8 0,1-3 0,-3-4 0,1-1 0,-4-3 0,-4 7 0,3-1 0,-3 8 0,-2-2 0,0 4 0,0 2 0,0 7 0,0 5 0,0 10 0,2 11 0,4 7 0,-4 7 0,5-1 0,-1 5 0,0 6 0,9-5 0,2-1 0,3 0 0,6-7 0,1 0 0,0-4 0,0-12 0,1-5 0,-3-4 0,0-17 0,2-4 0</inkml:trace>
  <inkml:trace contextRef="#ctx0" brushRef="#br0" timeOffset="3">5765 8923 8912,'-25'17'0,"-2"-7"0,-7-4 0,7-4 0,4 0 0,4 3 0,4 5 0,3 7 0,5-6 0,7 1 0,7-8 0,5 1 0,3-3 0,2-2 0,0 0 0,1 0 0,-1 0 0,-8-2 0,-3-3 0,-4-7 0,-2-3 0,0-2 0,-2 7 0,-4 5 0,5 3 0,-15 2 0,14 7 0,-5 3 0</inkml:trace>
  <inkml:trace contextRef="#ctx0" brushRef="#br0" timeOffset="4">6006 9387 8912,'25'10'0,"-14"-2"0,4-8 0,-15 0 0,0 2 0,0 3 0,-5 5 0,-1 7 0,-2 0 0,3 0 0,3 1 0,-4 1 0,2 2 0,-2 2 0,4 0 0,-5-6 0,7 0 0,0-7 0,0-5 0,0-10 0,0-7 0,0-3 0,6-2 0,-1-1 0,9-6 0,-3-3 0,4-2 0,3 0 0,-1 8 0,0-1 0,-5 4 0,-1 7 0,0-2 0,7 7 0,-7 0 0,1 6 0,-1 2 0,6 4 0,-5 3 0,-1 8 0,1 1 0,-3-1 0,7 0 0,-5 0 0,4-1 0,1-3 0,-3-2 0,-1 3 0,-1-5 0,6 3 0,0-8 0,1 3 0,-1-7 0,0 0 0,0 0 0,0-7 0,1-5 0,-1-3 0,0-2 0,0 1 0,-1 3 0,-3 1 0,-2-1 0,-5 4 0,6-3 0,-9 8 0,5-3 0,-8 7 0,0 2 0,0 3 0,0 5 0,0 7 0,0-6 0,0 1 0,0 1 0,0-3 0,0 1 0,8-7 0,1 4 0,3-8 0,-1 0 0,1-15 0,5-5 0</inkml:trace>
  <inkml:trace contextRef="#ctx0" brushRef="#br0" timeOffset="5">6643 9078 8912,'-18'0'0,"1"0"0,0 0 0,0 6 0,1 1 0,5 3 0,3-6 0,8 5 0,0-3 0,2-4 0,4 4 0,4-4 0,7-2 0,0 0 0,-2-2 0,-3-4 0,1 2 0,-7-7 0,0 5 0,-6-6 0,0 9 0,-6-7 0,0 4 0,-7 4 0,3-5 0,-7 14 0,0 3 0</inkml:trace>
  <inkml:trace contextRef="#ctx0" brushRef="#br0" timeOffset="6">7262 9301 8912,'-17'0'0,"0"-7"0,-1-3 0,1-7 0,0 6 0,0-1 0,5 8 0,-1-1 0,-4 3 0,-4 2 0,-2 0 0,2 7 0,0 7 0,3 7 0,3 7 0,-2 5 0,11 1 0,1 1 0,5-1 0,0 0 0,0 1 0,1-3 0,5-3 0,4-4 0,7-8 0,6-2 0,0-3 0,7-5 0,-1-7 0,4-2 0,1-3 0,0-5 0,1-7 0,-6-2 0,-1-4 0,-7 2 0,2-8 0,0 3 0,-6-3 0,2-2 0,-13 6 0,-2 1 0,-2-1 0,-2 2 0,0 6 0,0 5 0,0 1 0,-8 7 0,-3-2 0,1 4 0,-1 4 0,-1 4 0,3 5 0,-5 5 0,9 1 0,-3 0 0,2 0 0,4 0 0,-3 1 0,3-1 0,2 0 0,2-2 0,3-3 0,7-6 0,3-5 0,2-1 0,1 0 0,-1 0 0,-6-7 0,1-5 0,-1-3 0,4-2 0,-1 2 0,-3 3 0,-5-3 0,6 3 0,-9 3 0,3-3 0,-2 9 0,2-3 0,-4 4 0,5 10 0,-7 3 0,6 4 0,0 2 0,5 1 0,-5-1 0,7 0 0,-1 0 0,-3-5 0,3-1 0,1 1 0,2-3 0,5-1 0,3-8 0,-4 0 0,4 0 0,1-2 0,-1-4 0,0-3 0,-5-9 0,-1-5 0,0 1 0,0-9 0,0 2 0,-1-9 0,-3-4 0,-3-4 0,-3-7 0,-1 1 0,-6-5 0,0 9 0,0 2 0,-6 14 0,1-3 0,-9 12 0,6 8 0,-3 15 0,1 15 0,7 14 0,-3 6 0,2 5 0,2 9 0,2 9 0,0 1 0,0-4 0,2 1 0,4-7 0,3 1 0,9-10 0,1 6 0,4-6 0,-2-2 0,7-9 0,-1 0 0,2-12 0,1 2 0,-7-13 0,8-8 0,-4-8 0</inkml:trace>
  <inkml:trace contextRef="#ctx0" brushRef="#br0" timeOffset="7">8862 8958 8912,'-9'7'0,"1"3"0,8 9 0,0 4 0,0 6 0,0 3 0,0 4 0,0 2 0,0 3 0,2 4 0,4-4 0,-4-1 0,5-4 0,-1 2 0,0 2 0,0-7 0,-6-10 0,0 3 0,0-6 0,0 4 0</inkml:trace>
  <inkml:trace contextRef="#ctx0" brushRef="#br0" timeOffset="8">8673 9439 8912,'-25'-17'0,"-1"0"0,-1-1 0,8 3 0,7 4 0,8 3 0,-1 2 0,10 1 0,7 1 0,17-4 0,5 2 0,6-1 0,0 1 0,4 4 0,8-4 0,-2-1 0,-5 1 0,3 0 0,-8 6 0,8-7 0,-4-3 0</inkml:trace>
  <inkml:trace contextRef="#ctx0" brushRef="#br0" timeOffset="9">9293 9387 8912,'-2'18'0,"-4"-1"0,4-8 0,-6-1 0,10-8 0,4 0 0,6 0 0,3 0 0,2 8 0,-2-5 0,-3 9 0,1-6 0,-7 5 0,2 1 0,-3 5 0,-3 0 0,4 0 0,-4 2 0,-2 2 0,-2 2 0,-4-2 0,4-7 0,-3-3 0,3-7 0,2 4 0,2-12 0,3-8 0,5-1 0,7-16 0,0 1 0,1 1 0,-3-4 0,-4 8 0,5-5 0,-5 5 0,4 2 0,3 9 0,-7-1 0,-1 5 0,-1 1 0,1-1 0,-5 2 0,7 6 0,-8 2 0,2 4 0,-3 3 0,3 9 0,-4-1 0,4 0 0,-4-6 0,-2 1 0,0-1 0,0 7 0,0-1 0,0-6 0,0 1 0,0-8 0,0 3 0,7-7 0,3 0 0</inkml:trace>
  <inkml:trace contextRef="#ctx0" brushRef="#br0" timeOffset="10">9654 9130 8912,'-11'0'0,"-1"0"0,-1 0 0,3 0 0,-1 0 0,7 1 0,-2 5 0,4-4 0,4 11 0,4-7 0,-2 0 0,7-6 0,1 0 0,5 0 0,-2-2 0,-3-4 0,3 4 0,-6-5 0,1-1 0,-2 6 0,-8-5 0,0 7 0,-2 0 0,-4 0 0,-4 0 0,-7 0 0</inkml:trace>
  <inkml:trace contextRef="#ctx0" brushRef="#br0" timeOffset="11">10222 9439 8912,'-27'-8'0,"0"5"0,4-9 0,2 3 0,-5-5 0,1 5 0,4 1 0,-4-3 0,2 5 0,-6 0 0,6 6 0,6 0 0,6 2 0,-3 6 0,-1 9 0,0 0 0,3 6 0,5 2 0,7-2 0,0 0 0,0-6 0,0 6 0,0 0 0,1-6 0,5-6 0,4-5 0,7 6 0,0-9 0,0 3 0,1-6 0,-1-6 0,6-5 0,0-12 0,0 4 0,-6-4 0,0-2 0,0 2 0,0-6 0,1 7 0,-1-1 0,-2 5 0,-1 3 0,-3 4 0,-7-5 0,11 15 0,-13-5 0,4 12 0,1 9 0,-1 8 0,6 0 0,-7-6 0,9 2 0,-3 4 0,-1-10 0,1 4 0,1-5 0,7-1 0,2-5 0,2-4 0,2-2 0,-2 0 0,-4-8 0,4-3 0,2-10 0,-2-2 0,-1-8 0,-4 3 0,-3-5 0,-4-1 0,3-8 0,-8-4 0,-1-4 0,-5-1 0,0-1 0,0 3 0,-2 3 0,-3 6 0,3 5 0,-4 6 0,-4 12 0,3 13 0,-5 16 0,-3 15 0,4 19 0,-5 11 0,-1 6 0,2 6 0,1 3 0,5 3 0,1-3 0,2-1 0,6-2 0,0 0 0,0-1 0,2-5 0,4 0 0,4-9 0,7-1 0,0-7 0,0-4 0,0-9 0,1-1 0,-1-5 0</inkml:trace>
  <inkml:trace contextRef="#ctx0" brushRef="#br0" timeOffset="12">4457 10385 8912,'0'-18'0,"0"1"0,0 8 0,-2 1 0,-2 10 0,-1 4 0,-1 3 0,6 10 0,0 2 0,0 2 0,0 8 0,0-2 0,0 3 0,0 2 0,0 1 0,0-1 0,0 1 0,0-1 0,0-5 0,0-1 0,0-5 0,0 4 0,0-2 0,0-8 0,0-6 0,0-7 0,0 2 0,0-12 0,0-3 0,0-9 0,0-6 0,0-5 0,0-3 0,0-3 0,0-5 0,0 0 0,0-8 0,0 2 0,0-3 0,0-3 0,0 0 0,0 1 0,0-1 0,0 1 0,0 9 0,0 7 0,0 9 0,0 8 0,7 9 0,3 3 0,7 16 0,0 11 0,1 11 0,1 20 0,4-1 0,-2 12 0,7 0 0,-5 4-119,6 2 0,-6-6 119,6 0 0,-8-9 0,2-3 0,-4-1 0,-4-10 0,-3-4 0,-7-5 0,3-6 0,-2-8 0,-1 0 0,-5 0 0,-7-7 0,-5-4 0,-3-5 0,-17-8 0,-5-3 0</inkml:trace>
  <inkml:trace contextRef="#ctx0" brushRef="#br0" timeOffset="13">4371 10660 8912,'-2'11'0,"-4"1"0,4-9 0,-3 3 0,10-12 0,5-3 0,9-8 0,4-2 0,6-4 0,3 2 0,3-8 0,-1 8 0,1-2 0,1 4 0,2 2 0,2 0 0,-2-1 0,-1 1 0,-3 0 0</inkml:trace>
  <inkml:trace contextRef="#ctx0" brushRef="#br0" timeOffset="14">5163 10367 8912,'-18'12'0,"-1"-1"0,-4 3 0,2 1 0,-7 2 0,-1 6 0,-5 2 0,-3 2 0,-3 3 0,2 9 0,-8 1 0,10 0 0,1-6 0,10-1 0,14-5 0,5-5 0,4-4 0,10-2 0,3 1 0,7-9 0,4-3 0,-1-4 0,8-2 0,-2 0 0,4-2 0,-5-2 0,-1-2 0,4-1 0,-6 1 0,5 4 0,-5-4 0,6-1 0,-6 1 0,0 0 0,-4 6 0,4 0 0,-4 2 0,4 4 0,-11-2 0,-7 7 0,-3 1 0,-4 5 0,-3 0 0,-7 0 0,-3 6 0,-2 0 0,-6 6 0,0-6 0,-6 5 0,6-5 0,0 0 0,6-6 0,2 1 0,3-1 0,5-8 0,7-1 0,0-16 0,0-1 0</inkml:trace>
  <inkml:trace contextRef="#ctx0" brushRef="#br0" timeOffset="15">5369 10350 8912,'15'-17'0,"-3"0"0,-6 0 0,-4-1 0,-2 9 0,0 11 0,0 15 0,0 4 0,0 13 0,0-3 0,0 9 0,1 2 0,5-2 0,6-2 0,3-1 0,-2 3 0,5 0 0,-11 0 0,10-5 0,-5-1 0,-1 0 0,-3 1 0,-8-1 0,-8-7 0,-9-2 0,-10-8 0</inkml:trace>
  <inkml:trace contextRef="#ctx0" brushRef="#br0" timeOffset="16">5231 10677 8912,'10'-2'0,"-4"-4"0,3 4 0,-5-7 0,8 3 0,-7 2 0,7-7 0,-1 5 0,8-5 0,2-1 0,2 3 0,8-7 0,-2 5 0,3 1 0,3-1 0,5 5 0,0-5 0,0-1 0,-6-5 0</inkml:trace>
  <inkml:trace contextRef="#ctx0" brushRef="#br0" timeOffset="17">5730 10574 8912,'-9'0'0,"1"7"0,8-3 0,0 8 0,0-8 0,2 9 0,4-7 0,-2 5 0,7-5 0,-1 7 0,1-1 0,3 3 0,-7 2 0,1 2 0,0 4 0,-3-4 0,-5 4 0,2-4 0,4-2 0,-4 6 0,4 0 0,-4 0 0,-2-6 0,0-7 0,0-2 0,0-24 0,0 3 0,1-14 0,3 0 0,2 1 0,5 5 0,-5-2 0,8 4 0,-3 2 0,-1 5 0,1 1 0,-5 7 0,5-2 0,1 4 0,3 4 0,-3 4 0,-3 3 0,-3 9 0,-2-1 0,7 0 0,-5-6 0,5 1 0,1-6 0,5 3 0,0-1 0,0-3 0,1-5 0,-1-5 0,0-1 0,-2-7 0,-3 1 0,1-3 0,-7-2 0,0 0 0,-6-1 0,-2 1 0,-4 0 0,-4 5 0,-7 1 0,-6 7 0,0-2 0,0 5 0,6 1 0,-8 0 0,6 0 0,-6 0 0,8 0 0</inkml:trace>
  <inkml:trace contextRef="#ctx0" brushRef="#br0" timeOffset="18">6298 10677 8912,'16'-8'0,"-3"-1"0,-1-1 0,-9 1 0,3 3 0,-4 4 0,-2-6 0,-8 16 0,6 3 0,-3 12 0,-3-4 0,2 4 0,1-3 0,5-3 0,0 0 0,0 0 0,0 0 0,0 0 0,0-5 0,0-1 0,-8 1 0,6 5 0,-6-7 0,8-3 0,2-7 0,2-2 0,2-3 0,5-11 0,-3-9 0,2 1 0,3-1 0,2-6 0,2 3 0,1 3 0,-1 2 0,-6 4 0,1 2 0,-6 7 0,5 4 0,-1 6 0,3 6 0,-2 5 0,-7 5 0,2 1 0,2 2 0,-3 4 0,3-4 0,-2 4 0,-2-4 0,7-2 0,-5-5 0,5-1 0,-5-1 0,5 1 0,1-3 0,-1-10 0,1-4 0,-6-3 0,5-9 0,-5-4 0,3-3 0,1 0 0,-1 0 0,-5 2 0,2 6 0,-4 0 0,-2 0 0,0 7 0,0-5 0,0 15 0,0 0 0,0 2 0,0 11 0,0 4 0,0 4 0,0 2 0,0-6 0,6 1 0,-1-1 0,7 0 0,-6 0 0,7-5 0,-1-1 0,3-7 0,2 2 0,0-5 0,0-1 0,1 0 0,-1-5 0,0-1 0,-7-13 0,-5 2 0,3-4 0,-2 4 0,-1-1 0,-5 1 0,-7 0 0,-5 0 0,-3 1 0,-2 5 0,0-2 0,-1 7 0,1 0 0,0 6 0,0 6 0,0 0 0,1 7 0,5-2 0,-4 5 0,5 9 0,-7 1 0</inkml:trace>
  <inkml:trace contextRef="#ctx0" brushRef="#br0" timeOffset="19">7056 10608 8912,'9'0'0,"-1"0"0,-8 0 0,0 0 0,0 8 0,0 3 0,6 5 0,-1 1 0,1 0 0,-6 0 0,2 0 0,2 2 0,1 2 0,-1 2 0,-2 0 0,-2-6 0,0 1 0,0-1 0,0 0 0,0-9 0,0-8 0,0-10 0,2-7 0,4-6 0,-2-2 0,7-3 0,-7-5 0,2 4 0,1 3 0,-1-3 0,6 8 0,-7-2 0,7 10 0,-5 3 0,3 3 0,1 1 0,5 13 0,-5 5 0,3 3 0,-9 2 0,7 1 0,-6-1 0,5 0 0,-5 0 0,5 0 0,-3 1 0,1-1 0,3 0 0,5-8 0,0-1 0,1-8 0,-7 0 0,0 0 0,-1-8 0,3-3 0,-3-4 0,-2-2 0,-1-3 0,-1-3 0,-4 2 0,4-7 0,-4 7 0,-2-2 0,0 4 0,0 2 0,0-1 0,0 7 0,0-1 0,0 16 0,0 2 0,5 7 0,1 5 0,2-1 0,-3 0 0,-1 0 0,8 0 0,-7-1 0,7-3 0,-1-2 0,-1 3 0,5-7 0,-5 9 0,7-14 0,0 3 0,-5-3 0,-1-2 0,1-7 0,5-5 0,0-3 0,-5-2 0,-1 0 0,0 1 0,7 5 0,-3-4 0,-4 3 0,5 4 0,-7 1 0,3 1 0,-1 0 0,-1 3 0,1 8 0,3-1 0,-9 8 0,7-1 0,-6 6 0,7 0 0,-5 1 0,5-3 0,-3-2 0,-3-1 0,7-9 0,-5 5 0,3-8 0,-1 0 0,-5-2 0,5-4 0,-7-3 0,6-8 0,-5 0 0,-3 5 0,4 1 0,-4 7 0,-2-2 0,0 12 0,2 9 0,4 8 0,-4 9 0,3 3 0,-1 11 0,2 9 0,-4 6 0,4 8 0,1 0 0,-1 0 0,0-1 0,-6 1 0,0-2 0,-2-6 0,-2-9 0,-2-10 0,-9-8 0,-2-5 0,-1-1 0,-4-10 0,8-5 0,3-13 0,-1 0 0,-5 0 0,6 0 0,-1 0 0,6-13 0,-3-5 0,1-3 0,4-3 0,2-9 0,2-7 0,0-2 0,0 2 0,0 4 0,0-5 0,6-1 0,0 2 0,5 0 0,-5 6 0,15-8 0,-2-2 0</inkml:trace>
  <inkml:trace contextRef="#ctx0" brushRef="#br0" timeOffset="20">9000 10196 8912,'0'-18'0,"-2"1"0,-2-2 0,-3-2 0,-1-2 0,-1 0 0,1 0 0,0 0 0,-3 0 0,5 6 0,0-2 0,-1-4 0,3 4 0,-8-4 0,9 8 0,-3 9 0,4 18 0,0 24 0,-4 17 0,-5 20 0,3-24 0,0 3 0,0 10 0,-1 2 0,-2 4 0,-1 0 0,0 3 0,-1 1 0,1 2 0,0 1-326,-1 2 0,1-1 0,0 0 0,3-1 326,2-2 0,2-3 0,1-10 0,3-3 0,6 29 0,12-31 0,8-15 0,15-11 0,8 3 0</inkml:trace>
  <inkml:trace contextRef="#ctx0" brushRef="#br0" timeOffset="21">9585 10127 8912,'-17'-6'0,"2"-2"0,1 1 0,3-1 0,7 0 0,-2 3 0,-1 14 0,1 8 0,2 22 0,2 14 0,2 16 0,0 11 0,2 10 0,4 2 0,-3-44 0,1 1 0,10 45 0,-3-3 0,3-3 0,1-13 0,2-18 0,-1-7 0,-5-10 0,-3-2 0,-8-15 0,0-8 0,0-7 0</inkml:trace>
  <inkml:trace contextRef="#ctx0" brushRef="#br0" timeOffset="22">9379 10419 8912,'0'-29'0,"0"3"0,0 1 0,0 4 0,0 2 0,0 1 0,9 1 0,8 0 0,8 0 0,10 2 0,1 1 0,4 3 0,4 7 0,8-2 0,-6 6 0,0 6 0,-8 9 0,2 8 0,-13 10 0,-10-1 0,-9 8 0,-6 4 0,-6 2 0,-8 6 0,-1-7 0,-16 1 0,6-6 0,-5 6 0,1-8 0,-2 3 0,-1-7 0,7-5 0,5-6 0,7-12 0,5-3 0,-5-8 0,7-8 0,-4-2 0</inkml:trace>
  <inkml:trace contextRef="#ctx0" brushRef="#br0" timeOffset="23">9998 10213 8912,'2'13'0,"4"4"0,-4 2 0,4 14 0,-3-1 0,3 5 0,2 8 0,3 1 0,3 2 0,-7 0 0,1-4 0,0-2 0,3-4 0,-5-9 0,7 3 0,-9-15 0,7 1 0,-7-9 0,12-18 0,-7-9 0,3-8 0,-1-7 0,1-3 0,5-4 0,-6 2 0,1-8 0,-1 7 0,6-1 0,-5 4 0,-1 2 0,-7 7 0,2 4 0,3 12 0,-7 3 0,8 23 0,-6 8 0,1 6 0,-1-1 0,4 5 0,-2-4 0,5-5 0,-5-1 0,7 0 0,-1-6 0,1 4 0,1-11 0,-3 0 0,2-5 0,3-3 0,1-2 0,-6 0 0,1 0 0,-1-2 0,6-3 0,1-5 0,-1-7 0,-6 5 0,1 1 0,-8-1 0,1-5 0,-1 6 0,2-1 0,-4 7 0,4-7 0,-4 6 0,-2-5 0,7 7 0,-5-4 0,13 8 0,-5-5 0,7-1 0,-5-2 0,-1 3 0,-1 1 0,1-8 0,4 7 0,-5-7 0,0-1 0,-5-3 0,5-1 0,-8 0 0,13 0 0,-13 7 0,6 3 0,-8 16 0,0 8 0,0 8 0,0 10 0,7 7 0,5 4 0,-3 9 0,3 2 0,1 1 0,2 1 0,3-8 0,-1 1 0,-2-2 0,-3-10 0,1-8 0,-7-9 0,0-4 0,-6-9 0,-2-4 0,-4-12 0,-4-4 0,-7-9 0,0-4 0,-8-4 0,-2-7 0</inkml:trace>
  <inkml:trace contextRef="#ctx0" brushRef="#br0" timeOffset="24">11237 10471 8912,'17'-2'0,"1"-4"0,-1-5 0,-6-3 0,-1 1 0,-2 1 0,-3 1 0,-5-6 0,0-1 0,-7 9 0,-5 3 0,-3 4 0,-8 4 0,0 4 0,-6 3 0,6 9 0,-5 5 0,5 1 0,2 3 0,2 4 0,1-5 0,1 3 0,8-6 0,3 6 0,-2-8 0,2 4 0,5-4 0,4-4 0,1 4 0,8-10 0,5 3 0,6-3 0,6 2 0,-7-7 0,9 0 0,-2-6 0,3 0 0,3 0 0,-3 0 0,-3 0 0,3 8 0,-13-7 0,-3 15 0,-16-7 0,-10 1 0,-11 5 0,-2-3 0,-5 1 0,5-2 0,-6 5 0,4-5 0,0 3 0,0-3 0,2-3 0,6-8 0,0 0 0,0 0 0</inkml:trace>
  <inkml:trace contextRef="#ctx0" brushRef="#br0" timeOffset="25">11564 10488 8912,'10'0'0,"-3"2"0,-7 3 0,0 5 0,0 7 0,2 0 0,2 3 0,2 2 0,-2 7 0,-2-2 0,-2 1 0,0 1 0,0 6 0,0-7 0,0-1 0,0-2 0,0-4 0,-8-2 0,-2-10 0,-7-3 0,0-12 0,0-5 0,0-12 0,5-4 0,1-7 0,1-8 0,-3-4 0,3-6 0,3-5 0,1 6 0,6-1 0,0 0 0,0 7 0,6 3 0,-1 1 0,9 13 0,-3 5 0,4 11 0,3 7 0,5 3 0,-1 2 0,9 7 0,-4 3 0</inkml:trace>
  <inkml:trace contextRef="#ctx0" brushRef="#br0" timeOffset="26">11891 10419 8912,'-17'0'0,"0"0"0,0 2 0,-1 4 0,3 5 0,4 12 0,-3 4 0,8 7 0,3 2 0,1 5 0,2-3 0,0 8 0,5-8 0,1 2 0,8-6 0,-3-5 0,4-4 0,3-8 0,-1-7 0,0-5 0,6-3 0,0-2 0,0-7 0,-6-5 0,0-5 0,0-6 0,6-2 0,0-3 0,0-7 0,-6 1 0,-5-1 0,-1-5 0,-1 4 0,1 2 0,3 7 0,-8 4 0,-1 4 0,-5 2 0,2 9 0,4 8 0,-4 10 0,4 12 0,3 7 0,1 9 0,1 4 0,1 2 0,-3-6 0,3 3 0,1 1 0,-7-2 0,5-6 0,-5-5 0,-2-6 0,-12 3 0,-9-1 0,-10-4 0,-5-2 0,-3-1 0,-7-1 0,-4 0 0,-3-7 0,-11-3 0,-1-7 0</inkml:trace>
  <inkml:trace contextRef="#ctx0" brushRef="#br0" timeOffset="27">12993 10711 8912,'-18'10'0,"1"-2"0,2-1 0,3 5 0,5-5 0,14 1 0,5-8 0,3 0 0,2 0 0,1-8 0,1-3 0,2-6 0,2-6 0,5 2 0,-5-8 0,-2 2 0,-7-3 0,-5 1 0,-1-2 0,-2 5 0,-6-3 0,-2 8 0,-4-2 0,-4 12 0,-7 5 0,-8 4 0,-3 4 0,-5 6 0,-1 9 0,1 10 0,5 13 0,3-2 0,8 8 0,1 1 0,5 3 0,5-6 0,12-4 0,3-5 0,9-7 0,8-3 0,9-8 0,1-7 0,10-4 0,-2-6 0,2-6 0,-4-11 0,0-10 0,2-8 0</inkml:trace>
  <inkml:trace contextRef="#ctx0" brushRef="#br0" timeOffset="28">13406 10453 8912,'-10'8'0,"-5"-6"0,13 13 0,-4-3 0,4 3 0,2 2 0,10 0 0,7 1 0,8-1 0,9 0 0,8 0 0,4 0 0,4-1 0,1-5 0,-1 2 0,-2-5 0,-4 0 0,-2-1 0,-9-1 0,-1-6 0,-5 0 0</inkml:trace>
  <inkml:trace contextRef="#ctx0" brushRef="#br0" timeOffset="29">13733 10316 8912,'-18'0'0,"7"6"0,-1-1 0,1 16 0,-8 2 0,-2 12 0,-2 11 0,-2 1 0,4 16 0,-2 2 0,2 2 0,4-6 0,5-3 0,5-7 0,7-5 0,0-8 0,0-7 0,7-6 0,3-16 0,15-16 0,1-13 0</inkml:trace>
  <inkml:trace contextRef="#ctx0" brushRef="#br0" timeOffset="30">14042 10402 8912,'0'17'0,"0"0"0,0 0 0,0 10 0,0 8 0,0 9 0,0 5 0,0-3 0,0 0 0,0 0 0,0 5 0,2-1 0,4-4 0,-2-4 0,7-8 0,-7 1 0,2-1 0,-4-7 0,-2-4 0,0-4 0,0-10 0,0-1 0</inkml:trace>
  <inkml:trace contextRef="#ctx0" brushRef="#br0" timeOffset="31">14042 10247 8912,'-9'-2'0,"3"-4"0,4 5 0,8-5 0,1 10 0,3 3 0,3 3 0,3-4 0,1 5 0,0 0 0,0 7 0,-1-1 0,-3 2 0,-2 4 0,3 6 0,-6 3 0,-3 2 0,-3 3 0,-4 1 0,-3 4 0,-7 2 0,-9 0 0,-2 2 0,-6-4 0,6-8 0,-7-7 0,3-2 0</inkml:trace>
  <inkml:trace contextRef="#ctx0" brushRef="#br0" timeOffset="32">14318 10677 8912,'5'-12'0,"3"1"0,2-2 0,-5 3 0,7-1 0,-1 5 0,6-6 0,1 7 0,-1-7 0,8 1 0,3-6 0,-1-1 0,2 1 0,-2 0 0,3 0 0,-3 0 0,-2-1 0,-2 1 0,-14 0 0,-3 0 0,-6 7 0,-8 5 0,-9 3 0,-2 4 0,-10 3 0,3 5 0,-3 7 0,4 2 0,8 4 0,0-2 0,-1 8 0,1 1 0,0 3 0,8-1 0,3-3 0,4 1 0,2-7 0,0 6 0,0-6 0,8-2 0,3-10 0,12-3 0,6-8 0,3 0 0,3 0 0,-1-8 0,0-3 0,1-12 0,-1-4 0,-1-1 0,-5-1 0,-3 0 0,-8-5 0,-1 5 0,-3 1 0,-3-1 0,-3 2 0,-1-5 0,-6 13 0,0-6 0,0 15 0,-8 10 0,7 10 0,-5 7 0,4 0 0,2 0 0,2 1 0,2-1 0,1 0 0,9-2 0,-3-3 0,5 1 0,1-7 0,0 0 0,0 1 0,0-5 0,1 4 0,-1-4 0,0-2 0,6-8 0,0-3 0,0 1 0,-6-1 0,-2-1 0,-3-5 0,3-6 0,-3 0 0,-5 0 0,7 6 0,-9 0 0,1 7 0,-6 3 0,0 9 0,0 3 0,2 5 0,4 7 0,-4 0 0,3 0 0,3 1 0,-2-1 0,5 0 0,-5 0 0,5 0 0,-3 1 0,2-1 0,-7 0 0,13-7 0,-14-3 0,5-7 0</inkml:trace>
  <inkml:trace contextRef="#ctx0" brushRef="#br0" timeOffset="33">15075 10041 8912,'-8'9'0,"4"1"0,-7-4 0,7-4 0,-4 5 0,10-5 0,4 2 0,6 4 0,3 1 0,10 3 0,1 5 0</inkml:trace>
  <inkml:trace contextRef="#ctx0" brushRef="#br0" timeOffset="34">15505 10539 8912,'-17'12'0,"0"-1"0,5-7 0,1 2 0,5 2 0,-6-3 0,9 9 0,-5-5 0,8 8 0,0 1 0,0-1 0,2 0 0,4 0 0,-3-7 0,9-5 0,-8 5 0,11-8 0,-11 6 0,7-8 0,-7-2 0,4-4 0,-2-6 0,-1-3 0,3-4 0,-2-4 0,-3-2 0,9-3 0,-2-5 0,1 4 0,4 3 0,-3-3 0,1 8 0,-1-2 0,3 4 0,-4 2 0,5 7 0,1 5 0,0 3 0,0 2 0,-1 2 0,-5 3 0,-5 7 0,1 3 0,-1 2 0,0 0 0,-6 1 0,0-1 0,0 0 0,0 0 0,0-7 0,2-3 0,4-7 0,-5-2 0,7-1 0,0-5 0,3-2 0,-1 7 0,1-3 0,-5-2 0,6 3 0,1 1 0,2 2 0,-1 2 0,3 0 0,-4 0 0,10 0 0,4 2 0,2 3 0,3-1 0,2 8 0,1-8 0,-1 1 0,1-3 0,-1-2 0,-1 0 0,-5 0 0,5-7 0,-6-5 0,-1-3 0,-3-2 0,-11-1 0,-6 1 0,-5-2 0,-1-4 0,-1 4 0,-5-4 0,-6 4 0,-9 4 0,-2 3 0,2 7 0,2 3 0,2 2 0,0 2 0,0 3 0,1 5 0,5 7 0,-3 6 0,9 0 0,-1 7 0,6-1 0,0-2 0,0 2 0,2-8 0,2 1 0,3-2 0,3-3 0,3-2 0,10-3 0,-4-5 0,4-7 0,4 0 0,2 0 0,-2-7 0,1-5 0,-7-3 0,2-2 0,-2-6 0,2 0 0,-9 6 0,3 5 0,-2-1 0,-7 5 0,-1 0 0,-7 8 0,0 2 0,0 4 0,0 4 0,-5 7 0,-1 0 0,-8 0 0,3 0 0,3 1 0,-7-9 0,13-1 0,-6-8 0,8 0 0,6-8 0,2-1 0,1-1 0,3-5 0,5 3 0,6 3 0,0-1 0,-2 1 0,-2-1 0,-2 6 0,1-1 0,-1 3 0,0 2 0,0 2 0,0 3 0,1 7 0,-9 3 0,5 2 0,-9 0 0,-1 1 0,-2-9 0,-2 6 0,0-5 0</inkml:trace>
  <inkml:trace contextRef="#ctx0" brushRef="#br0" timeOffset="35">16951 9852 8912,'-16'2'0,"5"3"0,-5 7 0,5 11 0,1 11 0,1 12 0,1 6 0,4 5 0,3 4 0,1 8 0,5-2 0,1-4 0,7 2 0,-1-8 0,5-4 0,4-11 0,2-9 0,-2-6 0,-2-12 0,-2-7 0,1-8 0,-3-8 0,-4-4 0,5-10 0,-5-7 0,4-4 0,3-1 0,-7-8 0,1-4 0,-1-4 0,6-1 0,-1 1 0,-3 4 0,-2 6 0,3 4 0,-1 9 0,-1 4 0,3 12 0,-5 13 0,7 15 0,-6 10 0,-1 13 0,-3 6 0,-3 3 0,4 9 0,-2-1 0,5 0 0,-5-5 0,1-6 0,-1 0 0,-4-14 0,4 2 0,-4-5 0,-2 0 0,0-10 0,0-8 0,-8-7 0,-3 2 0,-7 1 0,-3-1 0,-3-2 0,-3-2 0,-2-17 0,-5-4 0</inkml:trace>
  <inkml:trace contextRef="#ctx0" brushRef="#br0" timeOffset="36">16692 10299 8912,'27'0'0,"8"0"0,18-10 0,22-7 0,-29 5 0,3-1 0,10-3 0,3-2 0,4-2 0,2 0-534,3 0 0,1-1 1,-4-2-1,-2-1 534,-5 1 0,-2 0 0,-9-1 0,-2-2 0,-6 0 0,0 1 0</inkml:trace>
  <inkml:trace contextRef="#ctx0" brushRef="#br0" timeOffset="37">4922 11674 8912,'-12'0'0,"3"2"0,-1 2 0,1 2 0,-3-1 0,-5-5 0,5 0 0,1 0 0,-1 0 0,3 0 0,-6 0 0,13 0 0,-6-2 0,8-3 0,0 3 0,0-8 0,0 5 0,2 1 0,4-8 0,-4 6 0,3-5 0,-3 5 0,-2-5 0,6 5 0,0-5 0,-1 5 0,-5-6 0,0 1 0,0-6 0,0 0 0,0 7 0,0 2 0,-7 8 0,5 2 0,-4 4 0,-2-2 0,3 7 0,-3-1 0,2 1 0,4 5 0,-3-5 0,3 4 0,2 3 0,0-1 0,0 0 0,0 0 0,0 0 0,0-7 0,0-2 0,7-8 0,3-8 0,0-2 0,-5-7 0,-3 8 0,6-14 0,1 4 0</inkml:trace>
  <inkml:trace contextRef="#ctx0" brushRef="#br0" timeOffset="38">5094 11502 8912,'9'-7'0,"-1"3"0,-8-8 0,2 1 0,2-1 0,1 1 0,1-1 0,-6-5 0,0 0 0,6 0 0,0 0 0,-3-1 0,-1 1 0,-2 0 0,2 0 0,2 0 0,2 0 0,0-1 0,-6 1 0,-2 2 0,-4 3 0,-6 7 0,-3 10 0,-2 7 0,-6 3 0,0 2 0,-8 8 0,3 4 0,1 3 0,-2 3 0,3-1 0,-3 0 0,0-1 0,12-4 0,-4 3 0,10-5 0,-3 0 0,3-5 0,3 3 0,8-2 0,2 0 0,4-6 0,3-5 0,8-1 0,8-7 0,4 2 0,3-4 0,3-2 0,-1 0 0,1 0 0,-7 0 0,1 0 0,0 0 0,-2 0 0,-3 0 0,-6 0 0,-1 2 0,0 3 0,-7 1 0,-5 11 0,-3-1 0,-2 12 0,-9 1 0,-9 5 0,-8 3 0,-14 3 0,1-4 0,-7 4 0,8-6 0,-2-5 0,2-6 0,-2-4 0,11-4 0,0-3 0,8-4 0,4-8 0,2-2 0,3-4 0,5-4 0,7-7 0,7-6 0,5 0 0,5-5 0,6 5 0,4-6 0,7 6 0,0-7 0,1 3 0</inkml:trace>
  <inkml:trace contextRef="#ctx0" brushRef="#br0" timeOffset="39">5524 11691 8912,'0'-17'0,"0"0"0,0 0 0,0 5 0,0 1 0,2 7 0,4-2 0,-4 20 0,3 9 0,-3 9 0,-2 8 0,2 12 0,4 11 0,-4 2 0,3-2 0,3 4 0,-2-4 0,2-2 0,-3 2 0,-1-4 0,8-2 0,-9-1 0,3-16 0,-4-2 0,-2-9 0,0 3 0,2-20 0,4-1 0,-4-22 0,5-8 0</inkml:trace>
  <inkml:trace contextRef="#ctx0" brushRef="#br0" timeOffset="40">5558 11777 8912,'0'-17'0,"0"0"0,0 0 0,8-6 0,5 0 0,8 0 0,8-2 0,4 6 0,1-4 0,0 4 0,-1 4 0,-2 3 0,-3 7 0,-7 3 0,2 2 0,-6 2 0,-5 3 0,-4 5 0,-8 7 0,0 2 0,0 4 0,-8 9 0,-4 9 0,-9 1 0,-2-2 0,-5 2 0,5 4 0,0-4 0,6-8 0,-1-5 0,3-3 0,4-1 0,5-4 0,4-2 0,4-9 0,4-4 0,11-20 0,10-5 0</inkml:trace>
  <inkml:trace contextRef="#ctx0" brushRef="#br0" timeOffset="41">6057 11674 8912,'10'17'0,"-2"-7"0,-8 5 0,-2-5 0,-2 9 0,-2 2 0,2 2 0,-3 5 0,1-3 0,2 2 0,2 4 0,4-7 0,4-1 0,-2 2 0,7-2 0,1-2 0,5-9 0,0 1 0,0-7 0,0-3 0,-1-3 0,-5-5 0,-3-7 0,-8-11 0,0-1 0,0-5 0,0-4 0,0 5 0,-8-3 0,-3 3 0,-8-5 0,1 4 0,-3 5 0,10 1 0,-2 4 0,1 1 0,-1 7 0,5 1 0,-1 3 0,-3 1 0,-5 6 0</inkml:trace>
  <inkml:trace contextRef="#ctx0" brushRef="#br0" timeOffset="42">6367 11898 8912,'10'-8'0,"5"6"0,-13-7 0,4 3 0,3 4 0,-7-13 0,8 13 0,-5-4 0,3 6 0,4 6 0,-5 3 0,-7 8 0,0 1 0,2 1 0,2 2 0,2 2 0,-1 0 0,-5-6 0,0 0 0,0 0 0,0 0 0,0 1 0,0-9 0,0-3 0,0-12 0,0-9 0,0-8 0,0-13 0,2 1 0,4-3 0,6-4 0,3 6 0,2-4 0,2 3 0,4 3 0,-4 7 0,4 4 0,-4 4 0,6 2 0,2 0 0</inkml:trace>
  <inkml:trace contextRef="#ctx0" brushRef="#br0" timeOffset="43">7159 11313 8912,'-17'2'0,"-3"2"0,1 3 0,2 3 0,-4 1 0,10 9 0,-3 3 0,3 5 0,3 5 0,8 1 0,0 2 0,0 4 0,8-3 0,3 3 0,3-4 0,-3-1 0,10-3 0,-4-3 0,4 1 0,-3-7 0,-1-6 0,0-5 0,0-8 0,0 1 0,1-3 0,-1-2 0,0 0 0,0 0 0,0-9 0,1-8 0,-1-6 0,0-6 0,-5-4 0,-1 5 0,-5-5 0,5-1 0,-7 1 0,2 5 0,-4 3 0,-2 8 0,0 0 0,0-1 0,0 9 0,0 3 0,0 12 0,2 5 0,3 5 0,-3 8 0,4 5 0,4 4 0,1 1 0,-1 6 0,1 0 0,-1-2 0,3-7 0,-3-4 0,-3-2 0,5-3 0,-7-4 0,1-1 0,-8-2 0,-3-3 0,-5-3 0,-9-5 0,-2 2 0,-2-2 0,-6-3 0,6-1 0,-7-7 0,3-3 0</inkml:trace>
  <inkml:trace contextRef="#ctx0" brushRef="#br0" timeOffset="44">6918 11605 8912,'-8'-9'0,"6"-6"0,-5 11 0,7-8 0,17 7 0,12-7 0,18-7 0,20-12 0,12-5 0,-34 16 0,1 0 0,1-3 0,0 0 0,2 3 0,0 0 0,39-20-344,-2 6 0,0-1 0,-8 1 1</inkml:trace>
  <inkml:trace contextRef="#ctx0" brushRef="#br0" timeOffset="45">4509 13050 8912,'0'-6'0,"-2"12"0,-4 15 0,4 11 0,-4 6 0,4 4 0,2 2 0,0 8 0,0 5 0,6 6 0,2-5 0,1-3 0,5-2 0,-5-9 0,3-4 0,-1-9 0,7-6 0,-1-6 0,0-6 0,0-13 0,6-7 0,0-5 0,8-5 0,-3-6 0,7-4 0,1-5 0,2 1 0,1 3 0,-15 7 0,5-2 0,-8 4 0,-4 1 0,1 1 0</inkml:trace>
  <inkml:trace contextRef="#ctx0" brushRef="#br0" timeOffset="46">4543 13428 8912,'-15'-8'0,"3"-3"0,-3 3 0,13-7 0,-2 5 0,14-7 0,9-2 0,6-4 0,5 2 0,11-8 0,1 3 0,5-5 0,-3 4 0,-2 2 0,2 3 0,-9 4 0,1 3 0,-13 4 0,-2 1 0,-9 4 0,-5-3 0,-7-8 0</inkml:trace>
  <inkml:trace contextRef="#ctx0" brushRef="#br0" timeOffset="47">4474 13067 8912,'-9'0'0,"1"-2"0,8-4 0,2-9 0,6-10 0,9-2 0,10-3 0,13-3 0,6-1 0,11 1 0,6 5 0,2 3 0,-2 8 0,4 0 0,-6-1 0</inkml:trace>
  <inkml:trace contextRef="#ctx0" brushRef="#br0" timeOffset="48">5214 12964 8912,'0'11'0,"0"1"0,0-1 0,0 6 0,-2 10 0,-3 7 0,3 5 0,-4 12 0,4-1 0,2 13 0,0 0 0,0-2 0,8-2 0,3-7 0,4-8 0,3-4 0,5-13 0,0-10 0,-1-2 0,-4-9 0,-1-2 0,0-10 0,0-4 0,-1-9 0,-3-4 0,-2-5 0,-1-5 0,2-1 0,1-1 0,-7 1 0,-1-2 0,-5-4 0,0 3 0,-2-1 0,-1 8 0,-3 7 0,-7 4 0,3 9 0,-7 4 0,5 6 0,1 6 0,7 11 0,-2 12 0,4-2 0,2 1 0,0 3 0,0 1 0,8-3 0,3 0 0,7-8 0,5 2 0,3-6 0,9-6 0,5-3 0,0-8 0,8-2 0,-2-4 0,-4-5 0,-2-12 0,-6-4 0,-5 0 0,-2-7 0,-4 0 0,-12-1 0,5-7 0</inkml:trace>
  <inkml:trace contextRef="#ctx0" brushRef="#br0" timeOffset="49">5868 13118 8912,'-15'-17'0,"1"2"0,3 3 0,5-1 0,-5 7 0,5 1 0,-5 5 0,-3 0 0,5 15 0,-3 8 0,8 15 0,-1 8 0,3 4 0,2 1 0,2 1 0,3-1 0,5-1 0,9-4 0,2-6 0,2-4 0,8-3 0,-3-5 0,-1-10 0,2-13 0,-8-5 0,2-5 0,-4-5 0,6-23 0,1-3 0</inkml:trace>
  <inkml:trace contextRef="#ctx0" brushRef="#br0" timeOffset="50">6281 12689 8912,'0'11'0,"0"0"0,-6 1 0,1 5 0,-3 2 0,2 4 0,2 10 0,-7 7 0,7 11 0,-2-5 0,5 8 0,1-8 0,0 3 0,0 3 0,1-8 0,5-4 0,4-6 0,7-5 0,-2-4 0,-3-8 0,11 0 0,-12-7 0,12-7 0,-4-6 0,-2-9 0,1-5 0,-1-6 0,0-2 0,0-3 0,-1-5 0,-5 4 0,4 3 0,-3-3 0,-5 14 0,1-2 0,0 1 0,-6 9 0,11 1 0,-7 12 0,0 3 0,-6 8 0,0 6 0,0 0 0,0 6 0,0-6 0,0 7 0,1-3 0,3 0 0,2-4 0,2 0 0,-3-6 0,-1 2 0,8-13 0,-7-1 0,7-5 0,-1 0 0,7 0 0</inkml:trace>
  <inkml:trace contextRef="#ctx0" brushRef="#br0" timeOffset="51">6625 12740 8912,'-17'0'0,"0"0"0,2 2 0,3 4 0,-3-4 0,13 7 0,-4-3 0,4-4 0,10 6 0,3-8 0,-1 0 0,1 0 0,1 5 0,5 1 0,0 7 0,1-3 0</inkml:trace>
  <inkml:trace contextRef="#ctx0" brushRef="#br0" timeOffset="52">6161 13342 8912,'-27'-2'0,"4"-2"0,6-3 0,5-3 0,5 4 0,7-5 0,0-1 0,3-5 0,9-2 0,11-4 0,15 2 0,8-8 0,4 8 0,1-2 0,1 4 0,0 2 0,7 0 0,-6-8 0,7-2 0</inkml:trace>
  <inkml:trace contextRef="#ctx0" brushRef="#br0" timeOffset="53">7004 13136 8912,'-25'9'0,"6"6"0,-4-3 0,4 9 0,2 2 0,1 5 0,5-3 0,5 0 0,4 0 0,2-2 0,0-6 0,8-2 0,3-3 0,7-5 0,5-7 0,-4 0 0,4 0 0,1-1 0,-1-5 0,-2-4 0,-9-7 0,3-6 0,-5-2 0,-1 0 0,-3 1 0,-4-5 0,-2 6 0,-2-8 0,-4 3 0,-3 3 0,-8 2 0,1 4 0,5 2 0,-5 0 0,5-1 0,-12 1 0,-4 0 0</inkml:trace>
  <inkml:trace contextRef="#ctx0" brushRef="#br0" timeOffset="54">7245 13273 8912,'0'-9'0,"0"1"0,0 8 0,0 0 0,6 8 0,-1 3 0,-1 4 0,-2 2 0,-2 1 0,0-7 0,0 1 0,0-1 0,0 6 0,0-7 0,0-3 0,0-8 0,0-5 0,0-6 0,0-11 0,0-5 0,0-5 0,0-1 0,0 0 0,6 5 0,0 0 0,7 8 0,-2-2 0,5 12 0,1 5 0,0 6 0,0 6 0,1 3 0,-1 9 0,0-1 0,2-2 0,2-2 0,2-1 0,2-8 0,-2 1 0,-4-3 0,4-2 0,-4-2 0,-2-3 0,0-5 0,1-9 0,-1-4 0,0-6 0,-2 3 0,-3-3 0,1 0 0,-7-5 0,5 0 0,-5-1 0,2 8 0,-2 5 0,-5 2 0,9 5 0,-6 6 0,2 9 0,5 9 0,-5 14 0,7-2 0,-1 8 0,-3-2 0,3 1 0,-3 5 0,3-5 0,1-1 0,-7 0 0,0 0 0,1-1 0,-5-3 0,4 6 0,-14-8 0,-9 2 0,-2 2 0,-10-2 0,-5 5 0,-6-5 0,-14-2 0,2-9 0,-11 3 0,2-6 0</inkml:trace>
  <inkml:trace contextRef="#ctx0" brushRef="#br0" timeOffset="55">6952 11296 8912,'12'-17'0,"-3"-2"0,1-2 0,-2-4 0,-1 0 0,-3 0 0,-2 4 0,-2 2 0,0 2 0,0 3 0,0 9 0,0 3 0,2 17 0,2 6 0,1 4 0,3 4 0,-2 5 0,-2 6 0,5 0 0,-1 0 0,-4 2 0,3-5 0,-1 3 0,6 2 0,-7-2 0,1 0 0,-6-6 0,6-5 0,-1 0 0,-6-1 0,-9 7 0</inkml:trace>
  <inkml:trace contextRef="#ctx0" brushRef="#br0" timeOffset="56">6815 11605 8912,'24'-7'0,"7"-3"0,9-1 0,12-1 0,-1 1 0,16-6 0,-5-1 0</inkml:trace>
  <inkml:trace contextRef="#ctx0" brushRef="#br0" timeOffset="57">2943 16368 8912,'5'-17'0,"1"-1"0,-2 1 0,-2 0 0,0 8 0,4 3 0,5 6 0,6 4 0,6 1 0,13 9 0,16-3 0,9-1 0,14-1 0,7-1 0,8-4 0,-2-2 0,4-2 0,-12-2 0,-4-2 0,-1-4 0,0-1 0,-1-3 0,-5-5 0,-8 6 0,-3-1 0,-7 6 0,-5-5 0,0 7 0,-12-2 0,-5 3 0,-2-3 0,-8 4 0,4-4 0,-4 4 0,-2 2 0,-7 0 0,5 0 0,-13 0 0,6 0 0,-16 0 0,-3 0 0,-12 0 0,2-2 0,-8-3 0,0 1 0,-5-8 0,-6 7 0,-1-7 0,-14 3 0,-2-3 0,-10 6 0,-8 5 0,-3 1 0,-8 0 0,-2 0-286,-4 0 1,4 0 285,-4 0 0,6 0 0,6 0 0,13 5 0,15 1 0,16 0 0,15-4 0,8 3 0,7-1 0,12 8 0,3-3 0,8 3 0,8 3 0,4-4 0,11 5 0,6 1 0,11-2 0,6-3 0,6 1 0,6-7 0,-1-1 0,12-5 0,8 0 0,-44 0 0,0 0 0,2 0 0,1 0-51,1 1 1,1-2-1,1 1 1,1-1 50,3-2 0,0 0 0,-7 1 0,-1 0 0,-3-4 0,0 1 0,39-1-146,-8-6 0,-4 9 146,-7-3 0,-17-2 0,-10 2 0,-11 1 0,-7-3 0,-8 6 0,-9-13 0,-7 13 0,0-13 374,0 3 1,0-3-375,0-2 0,-7 0 158,-5-1 0,-5-5-158,-6 1 0,-11-7 0,-12 6 0,-12 0 0,-5 6 0,-9 2 0,-5 3 0,1 6 0,-1 4 0,-5 2 0,2 0 0,1 2-171,-1 4 0,7 4 171,-1 7 0,1 2 0,-1 4 0,12-4 0,3 6 0,11-2 0,6 0 0,4 5 0,9-5 0,4 0 0,16-6 0,3 1 0,4-7 0,2 0 0,15 1 0,8 5 0,16-5 0,10-1 0,13 0 0,12-1 0,18 3 0,-41-9 0,1-2 0,3 1 0,1 0-174,4-2 0,1-2 1,5-2-1,1 0 174,2 1 0,0-2 0,4-2 0,1-1 0,-2 2 0,0-1 0,-1-2 0,-1-2 0,-3-1 0,-2-1 0,-2 3 0,-2-1 0,-6-1 0,-3-1 0,40-5 0,-13 6 0,-18-5 0,-10 5 0,-14 3 0,-14 3 0,-12-5 0,-11 8 0,-11-4 0,-5 5 0,-8-1 0,-5-4 0,-11 2 0,-6-7 0,-10-1 0,-1-5 0,-8 2 0,2 3 0,-10-3 291,-1 3 0,-14-3-291,2-2 0,-6 0 0,0 2 0,44 8 0,-1 2 0,-2 2 0,0 0 0,1 2 0,-1 0 0,-47 1 0,14 0 0,15 0 0,16 8 0,13 4 0,0 3 0,5 2 0,3 8 0,9 3 0,4-1 0,-4 2 0,5-2 0,7 1 0,5-3 0,4 0 0,2-6 0,0 4 0,16-4 227,7-2 1,15-5-228,8-1 0,11-5 0,6 5 0,10-7 0,1 2 0,-1-4 0,-2-2 0,5 0 0,5 0 0,3-2-264,2-4 1,0-3 263,0-9 0,-10-1 0,-7-4 0,-2-1 0,-11-5 0,-9 4 0,-10 0 0,-5 4 0,-9-7 0,-2 7 0,-9-2 0,-5 4 0,-7 1 0,-2 1 0,-3 0 0,-5 0 0,-9 0 0,-4-2 0,-6-4 0,-3 2 263,-3-8 1,-1 8-264,-4-2 0,4-2 0,-5 2 0,3 0 0,-2 6 0,-4 0 0,-8 0 0,-1 7 0,-4 4 0,-7 5 0,-10 2 0,-6 7 0,-5 9 0,-1 4 0,0 14 0,38-19 0,-1 0-211,-5 6 0,-1 2 1,2-1-1,1 0 211,-6 2 0,1 1 0,4 0 0,1 0 0,2 0 0,2 0 0,4-1 0,2 1 0,-30 26 0,9-3 0,11-3 0,17-4 0,18-7 0,8-7 0,9 1 0,11-8 0,12 2 0,13 2 0,22-2 0,5 0 0,13-6 0,10-2 0,10-3 0,-41-8 0,1-1 0,4-2 0,0-2 0,2 1 0,1-2-36,6 0 0,-1-1 0,-7-2 0,-1-2 36,3-4 0,0-1 0,-2 1 0,0-1 0,0-4 0,-1-2 0,0 2 0,-2-1 0,-2-5 0,-3-1 0,35-14 0,-9 1 0,-22 5 0,-15 1 0,-11-1 0,-3 3 0,-8 1 0,-3 4 0,-2 4 0,-9-4 0,0 2 0,-6 0 0,0-2 0,-8 0 0,-2 6 493,-7 0 1,6 5-494,-1 1 0,1 5 0,-7-5 0,-6 7 0,-3-4 0,-2 2 0,0 1 0,-7-1 0,-10 6 0,-3 0 0,-3 0 0,-9 7 0,-8 5 0,-4 3-300,-13 2 0,2 8 300,35-11 0,1 1 0,-40 19 0,2 5 0,11 1 0,10-2 0,8 4 0,11-2 0,19 0 0,15-6 0,18 1 0,11-1 0,18 1 0,16-3 0,11-3 0,5-6 0,1-12 0,1-5 0,8-4-210,3-2 0,4-2 210,2-4 0,2-11 0,4-12 0,-6-3 0,0-3 0,-9-5 0,-12 0 0,-6 2 278,-6 2 1,1 3-279,-14 5 0,-9 3 0,-14 8 0,-8-1 0,-16 7 0,-7 1 0,-7 1 0,-7-1 0,-5 1 0,-1-3 0,-8-3 223,-4 3 1,2-1-224,-2 2 0,0-5 4,-6 5 0,3 1 0,1 1 0,4 1-4,2 4 0,-4 2 0,6 2 0,-4 0 0,9 0 0,-1 8 0,13 4 0,0 3 0,6 2 0,2 8 0,3 3 0,6 5 0,5 1 0,1 1 0,0-1 0,1-1 0,5-5 0,11-1 0,12-4 0,6-10 0,5 4 0,4-11 0,7 0 0,1-4 0,0-2 0,-1-10 0,1-7 0,-1-2 0,1-10 0,-8 6 0,-4-5 0,-4-1 0,-1-5 0,-3-1 0,-3 1 0,-12 5 0,-11 1 0,-4 5 0,-2-6 0,-2 8 0,-4-2 0,-5 4 0,-12 2 0,-8 0 0,-7-1 0,0 3 0,-8 4 0,6 3 0,-6 8 0,6 0 0,-6 0 0,6 8 0,-6 3 0,8 6 0,-1 4 0,7 6 0,3 6 0,8-3 0,-2 10 0,12 2 0,5-2 0,4 1 0,2-7 0,2-2 0,4-3 0,11-6 0,12-12 0,5-3 0,4-8 0,4-2 0,2-4 0,-4-5 0,6-12 0,-6 2 0,6-8 0,-13 1 0,1-7 0,-11 1 0,0 0 0,-4 1 0,-2 4 0,-7-1 0,-4 7 0,-6 6 0,-6 5 0,-5 3 0,-12-3 0,-6 5 0,-11 7 0,-6 2 0,-13 5 0,-10 10 0,-23 8 0,39-8 0,1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26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4096 6447 8912,'-23'0'0,"0"0"0,2 0 0,2 0 0,1 0 0,1 0 0,0 0 0,0 0 0,7-7 0,4-3 0,12-9 0,8-4 0,7-5 0,13-14 0,12-10 0,7-17 0,-22 26 0,0-2 0,4-5 0,2-1 0,4-5 0,1-1 0,-1-2 0,2-2-367,5-2 1,1 0 0,0-1 0,0 0 366,2-2 0,1 0 0,2 1 0,1 2 0,0 2 0,-1 2 0,-7 10 0,-2 2 0,-7 6 0,-2 2 0,24-22 0,-13 13 0,-6 16 0,-13 14 0,-3 1 0,-15 15 0,-3 2 0,-7 12 0,0-3 0,0 3 0,0-6 0,0 5 0,0 0 0,0 7 1465,0-1-1465,0 8 0,-7-6 0,-5 4 0,-3-4 0,-2-2 0</inkml:trace>
  <inkml:trace contextRef="#ctx0" brushRef="#br0" timeOffset="1">5197 4608 8912,'-11'-6'0,"-1"0"0,6-5 0,-5 5 0,7-2 0,-2 3 0,4 1 0,2-8 0,0 9 0,8-11 0,5 9 0,10 1 0,12 2 0,1 4 0,10 3 0,6 11 0,5 7 0,0 9 0,-5 3 0,-8 1 0,-4 8 0,-5 0 0,-7 0 0,-11 1 0,-11 7 0,-6-2 0,-6-4 0,-9 1 0,-8-7 0,-6 1 0,7-9 0,1-3 0,1-12 0,3-9 0,0-8 0</inkml:trace>
  <inkml:trace contextRef="#ctx0" brushRef="#br0" timeOffset="2">6281 4384 8912,'-7'-17'0,"-5"0"0,-3 0 0,3 7 0,3 8 0,1 12 0,2 11 0,6 19 0,0 6 0,0 3 0,0 9 0,0 1 0,0 2 0,0 4 0,6-6 0,0-1 0,0-7 0,1-5 0,-5-6 0,4-11 0,-4-4 0,-2-18 0,0-7 0,0-15 0,0-14 0,-6-5 0,0-8 0,1-8 0,-3-5 0,6-10 0,-4 2 0,-1-4 0,1-2 0,-6 0 0,7 1 0,-1 5 0,6 0 0,0 15 0,0 2 0,2 17 0,4 12 0,3 11 0,8 18 0,6 9 0,0 19 0,8 4 0,-3 7 0,-1 3 0,0 1 0,0 3 0,0-3 0,1 0 0,7 3 0,-7-10 0,1 3 0,-8-11 0,2 0 0,-6 2 0,-5-1 0,-5-9 0,-7 0 0,0-5 0</inkml:trace>
  <inkml:trace contextRef="#ctx0" brushRef="#br0" timeOffset="3">6178 4814 8912,'-25'-27'0,"8"-3"0,0 7 0,7 6 0,10 5 0,15 1 0,8-6 0,12 5 0,11 1 0,0-1 0,11-5 0,2 5 0,-1 1 0,7-2 0,-4-8 0,0-2 0,-4 2 0,-3 2 0,-3 1 0,1-1 0,0-4 0,-8-3 0,-2-9 0,-8 1 0</inkml:trace>
  <inkml:trace contextRef="#ctx0" brushRef="#br0" timeOffset="4">7090 4247 8912,'0'-17'0,"0"-1"0,0 1 0,-8 2 0,-3 3 0,-6-1 0,-6 7 0,-4 1 0,-7 5 0,-1 1 0,1 5 0,-1 6 0,1 9 0,1 5 0,5 7 0,5-3 0,11 11 0,5 1 0,7-2 0,2 7 0,3-1 0,5 2 0,7-2 0,6 2 0,0-6 0,-2 0 0,-2 0 0,-2-2 0,0-6 0,-5-5 0,-1 0 0,-7-3 0,2 3 0,-4-4 0,-17-8 0,-5 0 0</inkml:trace>
  <inkml:trace contextRef="#ctx0" brushRef="#br0" timeOffset="5">6608 4780 8912,'-15'2'0,"1"1"0,3 3 0,0 0 0,3-6 0,8-2 0,9-4 0,12-1 0,2-5 0,8-3 0,-2 3 0,3-3 0,3-2 0,7-8 0,2-2 0</inkml:trace>
  <inkml:trace contextRef="#ctx0" brushRef="#br0" timeOffset="6">7331 4109 8912,'-17'-7'0,"5"5"0,1-4 0,5 4 0,-4 6 0,1 7 0,-1 12 0,1 10 0,-3 7 0,-3 6 0,4 11 0,3 0 0,2 10 0,4 2 0,2-4 0,0 2 0,0-10 0,8-2 0,3-9 0,10-9 0,2-9 0,0-14 0,-6 1 0,1-15 0,-1-2 0,0-4 0,-5-3 0,-1-9 0,-5-4 0,5-1 0,-7-8 0,2 2 0,-2-3 0,1-2 0,-3-1 0,4 1 0,-4 1 0,-2 5 0,-6 3 0,0 8 0,1-1 0,5 1 0,0 0 0,-8 7 0,6 10 0,-4 12 0,5 3 0,1 4 0,0 4 0,1-4 0,5 4 0,-4-9 0,4-3 0,3-1 0,3 1 0,3-5 0,2-4 0,1-2 0,-1-2 0,0-4 0,0 2 0,0-7 0,1-1 0,-1-5 0,0 6 0,0-1 0,0 8 0,1-1 0,-1 3 0,0 2 0,-5 2 0,-1 3 0,2 9 0,3 7 0,-5-2 0,1 4 0,-7-2 0,7 2 0,-6-4 0,5 4 0,-7-4 0,2-2 0,-3 0 0,1 1 0,2-1 0,-8-8 0,-7 7 0,-9-7 0</inkml:trace>
  <inkml:trace contextRef="#ctx0" brushRef="#br0" timeOffset="7">7279 4608 8912,'-25'5'0,"-1"1"0,-1-2 0,2-2 0,15-2 0,5 0 0,12 0 0,11-2 0,10-6 0,10-9 0,3-2 0,10-10 0,-3 7 0,9-7 0,-3 0 0,5-13 0,2-2 0</inkml:trace>
  <inkml:trace contextRef="#ctx0" brushRef="#br0" timeOffset="8">8329 4212 8912,'-33'0'0,"3"0"0,3 2 0,2 4 0,2 0 0,6 11 0,2-2 0,1 12 0,5 0 0,1-1 0,2 9 0,6 5 0,0 0 0,0-6 0,6-1 0,2-3 0,1-3 0,5-2 0,-5-2 0,3-6 0,-1-7 0,7-5 0,-7-3 0,0-2 0,1-2 0,5-3 0,0-7 0,1-3 0,-1-8 0,0 0 0,0-7 0,0 1 0,-7 2 0,-4-2 0,1 8 0,-1-1 0,0 2 0,-6 3 0,0 0 0,0 8 0,-8 3 0,-3 12 0,1 11 0,1 9 0,1 3 0,4 0 0,2-2 0,2 1 0,0 3 0,0-8 0,8 0 0,7-8 0,8-4 0,0-5 0,-6-12 0,0 2 0,1-7 0,-3-2 0,-2-8 0,-3-2 0,-2 2 0,-3 2 0,-5 1 0,0 1 0,-7 2 0,-5 3 0,-3-1 0,-2 7 0,-1 3 0,1 8 0,0-1 0,0 8 0,0-1 0,-1 6 0</inkml:trace>
  <inkml:trace contextRef="#ctx0" brushRef="#br0" timeOffset="9">8742 4230 8912,'-17'-25'0,"2"6"0,3-4 0,2-2 0,7 2 0,-3 2 0,0 2 0,6 9 0,-2 4 0,-2 14 0,-1 11 0,1 14 0,2 11 0,2 11 0,0 2 0,0 6 0,0-5 0,2-1 0,4-5 0,5-1 0,12 1 0,-4-8 0,4-4 0,2-8 0,-2-9 0,2-2 0,-2-15 0,-4 0 0,4-6 0,-2-16 0,0-8 0,2-13 0,-2-9 0,-2-3 0,-2-3 0,-2 1 0,-3-1 0,3-7 0,-3-4 0,-5 4 0,-1 1 0,-4 7 0,-2 5 0,0 4 0,0 7 0,-2 11 0,-4 6 0,-5 11 0,1 20 0,-1 10 0,5 15 0,-5 8 0,5 6 0,-6 5 0,9 4 0,-3 8 0,4-8 0,2-4 0,2-3 0,4-3 0,3-1 0,8-4 0,2-8 0,4-7 0,2-6 0,4-8 0,3-8 0,-3-3 0,4-8 0,1-9 0,0-8 0,1-16 0,-3 1 0,-3-1 0,0-5 0,-12 0 0,4 0 0,-11 4 0,-1-3 0,-3-1 0,-4 2 0,-2 10 0,-8 3 0,-3 7 0,-5 3 0,-1 4 0,0 5 0,0 12 0,0 9 0,-1 8 0,7 8 0,-1-3 0,7 5 0,-7 1 0,8 0 0,-1 1 0,5-1 0,5 1 0,5-9 0,7-3 0,8-6 0,4-5 0,9-4 0,2-8 0,6-16 0,-6-7 0,0-7 0,-5-5 0</inkml:trace>
  <inkml:trace contextRef="#ctx0" brushRef="#br0" timeOffset="10">10015 4281 8912,'-26'8'0,"-7"-1"0,4 5 0,-3 3 0,-2-3 0,7 5 0,4 6 0,4-2 0,2 7 0,1 3 0,5 1 0,3-3 0,8 0 0,4-6 0,7 5 0,1-9 0,13 1 0,0-9 0,3-3 0,7-5 0,5-8 0,-4-5 0,4-7 0,-3 0 0,5-16 0,2-3 0</inkml:trace>
  <inkml:trace contextRef="#ctx0" brushRef="#br0" timeOffset="11">10222 3972 8912,'-17'-16'0,"1"3"0,3 3 0,2 3 0,7 1 0,-4 14 0,8 3 0,-2 18 0,-4 5 0,5 12 0,-5 0 0,4-2 0,2 2 0,0 0 0,0 5 0,0-7 0,0-4 0,0-5 0,0-7 0,6-1 0,-1-4 0,7-10 0,-6 4 0,7-11 0,-3 2 0,7-16 0,0-1 0,0-9 0,-5-1 0,-1-4 0,-5 6 0,3-2 0,1 6 0,0-1 0,-5 5 0,7-3 0,-8 9 0,9-7 0,-5 6 0,1-2 0,-5 1 0,11 12 0,-11 3 0,8 7 0,-7-7 0,7-5 0,-6-3 0,5-2 0,-7 0 0,11-7 0,-5-3 0</inkml:trace>
  <inkml:trace contextRef="#ctx0" brushRef="#br0" timeOffset="12">10601 4075 8912,'-8'-10'0,"6"-5"0,-13 13 0,13-6 0,-6 10 0,8 4 0,2 4 0,4 7 0,-2 0 0,7 0 0,-7 0 0,11 1 0,-5-1 0</inkml:trace>
  <inkml:trace contextRef="#ctx0" brushRef="#br0" timeOffset="13">10291 4333 8912,'-48'17'0,"6"-2"0,9-3 0,7-7 0,10-1 0,11 2 0,3-4 0,6 5 0,7-8 0,14-5 0,11-6 0,10-3 0,6-8 0,5 0 0,-1-7 0,7 1 0,0-2-146,6 3 1,3-5 145,-3 5 0,0 1 0,-18-2 0,-3 10 0,-13 2 0,-9 0 0,-10 15 0,-16-4 0,-8 8 0,-9 8 0,0 7 0,0 2 0,-6 8 0,0 1 0,2-1 0,9 2 0,-1-3 145,7 3 1,0-4-146,6-8 0,0 0 0,0 0 0,0 1 0,8-9 0,3-3 0,5-4 0,1-2 0,0 0 0,0-2 0,1-4 0,-1-3 0,0-9 0,0-1 0,0-4 0,1 4 0,-1-4 0,0-1 0,0 1 0,-2-2 0,-3 2 0,1 4 0,-7-4 0,6 4 0,-7 2 0,1 5 0,-6 1 0,0 7 0,0-11 0,8 13 0,3-4 0,4 6 0,3 6 0,1 3 0,4 8 0,-2 1 0,7-1 0,-5 6 0,6 0 0,0 1 0,5-1 0,1-9 0,-1 3 0,2-11 0,4-1 0,4-10 0,8-5 0</inkml:trace>
  <inkml:trace contextRef="#ctx0" brushRef="#br0" timeOffset="14">2650 6499 8912,'-19'-17'0,"0"0"0,0 1 0,3 7 0,3 9 0,4 11 0,3 10 0,-2 6 0,2 7 0,4 3 0,6 3 0,0 2 0,8 8 0,1-3 0,2 1 0,3 6 0,-1-9 0,-2 5 0,-4 2 0,5-1 0,-7 1 0</inkml:trace>
  <inkml:trace contextRef="#ctx0" brushRef="#br0" timeOffset="15">2392 7359 8912,'17'9'0,"0"-3"0,-5-4 0,-1-2 0,-5-6 0,6 0 0,-1-5 0,6 5 0,0-5 0,1 5 0,-1 2 0,0 4 0,-2 6 0,-3 5 0,-4 7 0,-8 4 0,-2 7 0,-4 4 0,2 1 0,-7 0 0,5 1 0,-4-3 0,3-3 0,3-6 0,2-4 0,2-2 0,0 0 0,2-1 0,4-5 0,5-3 0,10-8 0,6-2 0,5-4 0,-7-2 0,10-3 0,-5-4 0,5 5 0,-1-7 0</inkml:trace>
  <inkml:trace contextRef="#ctx0" brushRef="#br0" timeOffset="16">2581 7892 8912,'-17'0'0,"0"0"0,0 0 0,-1 0 0,7 0 0,0 0 0,7 0 0,-4 0 0,16 0 0,-4 0 0,7 0 0,2 0 0,5 0 0,3 0 0,2 0 0,-2 0 0,-2 5 0,-2 1 0,-6 2 0,1-3 0,-6-1 0,5 8 0,-7-6 0,2 5 0,-4-5 0,-2 5 0,0 1 0,0 5 0,0-6 0,0 1 0,0-1 0,1 4 0,5-3 0,-4 3 0,6-3 0,-1 3 0,-3-4 0,8 1 0,-7-1 0,5 7 0,-2-1 0,3-6 0,-5 1 0,0-1 0,-6 6 0,0 1 0,0-1 0,-2 0 0,-4 0 0,-4 6 0,-7 0 0,0-2 0,0-2 0,-2-2 0,-4 0 0,2-1 0,-8-5 0,0 4 0,-5-5 0</inkml:trace>
  <inkml:trace contextRef="#ctx0" brushRef="#br0" timeOffset="17">2719 8665 8912,'-17'0'0,"5"0"0,1 0 0,5 0 0,-5 0 0,7 0 0,-4-7 0,8-3 0</inkml:trace>
  <inkml:trace contextRef="#ctx0" brushRef="#br0" timeOffset="18">2736 9078 8912,'-17'0'0,"-6"0"0,0 0 0,6 0 0,5 0 0,9 0 0,3 0 0,11 0 0,4 0 0,10 0 0,2 0 0</inkml:trace>
  <inkml:trace contextRef="#ctx0" brushRef="#br0" timeOffset="19">2788 9508 8912,'-21'2'0,"4"2"0,1 1 0,1 1 0,5-6 0,18 0 0,11 0 0</inkml:trace>
  <inkml:trace contextRef="#ctx0" brushRef="#br0" timeOffset="20">2650 10247 8912,'-44'17'0,"6"6"0,15 0 0,2 8 0,15-5 0,2 1 0,2-4 0,4-6 0,4-5 0,4 3 0,7-3 0,8-5 0,2 1 0</inkml:trace>
  <inkml:trace contextRef="#ctx0" brushRef="#br0" timeOffset="21">2667 11227 8912,'-40'35'0,"0"-3"0,4-1 0,5-3 0,8-7 0,12 2 0,-3-2 0,9 0 0,1 2 0,2-2 0,2-2 0,-8-2 0,-1 1 0</inkml:trace>
  <inkml:trace contextRef="#ctx0" brushRef="#br0" timeOffset="22">2461 12207 8912,'-29'23'0,"-1"0"0,1-2 0,2-2 0,6 4 0,8 0 0,1-2 0,8-8 0,-1-1 0,10-8 0,7-1 0,3-6 0,10-15 0,2-8 0</inkml:trace>
  <inkml:trace contextRef="#ctx0" brushRef="#br0" timeOffset="23">2650 12757 8912,'-42'26'0,"0"0"0,-34 25 0,12-1 0,17-4 0,16-4 0,8-8 0,6-1 0,5-4 0,5 3 0,7-5 0,0-1 0,0-1 0,0-7 0</inkml:trace>
  <inkml:trace contextRef="#ctx0" brushRef="#br0" timeOffset="24">1738 14906 8912,'-17'0'0,"5"-1"0,1-5 0,7 19 0,-2 4 0,4 14 0,2 9 0,2 12 0,4 13 0,6 5 0,3 5 0,-4 7 0,1-2 0,-1-3 0,6-5 0,1-9 0,-1-11 0,-6-10 0,1-14 0,-8-10 0,3-11 0,-7-7 0</inkml:trace>
  <inkml:trace contextRef="#ctx0" brushRef="#br0" timeOffset="25">2220 15027 8912,'-25'34'0,"6"2"0,-4 5 0,6 4 0,5 5 0,5-4 0,7-2 0,2-2 0,3-4 0,7-9 0,11-6 0,-2-12 0,7-5 0,1-14 0,6-9 0,-3-12 0,-3-9 0,1-6 0,-7-7 0,4-1 0,-10 1 0,2 5 0,-13 0 0,0 8 0,-8-2 0,-4 3 0,-5 3 0,-5 9 0,-1 8 0,-8 7 0,-3 10 0,1 2 0,-2 4 0,8 11 0,-2 12 0,4 3 0,2 3 0,7-1 0,5 0 0,3-7 0,2-4 0,0-4 0,0-2 0,15-7 0,4-2 0</inkml:trace>
  <inkml:trace contextRef="#ctx0" brushRef="#br0" timeOffset="26">2736 14889 8912,'-17'8'0,"0"3"0,7 5 0,4 1 0,-1 2 0,1 4 0,0 4 0,6 7 0,0 6 0,0 0 0,2-5 0,4-7 0,4-7 0,7 2 0,2-6 0,4-5 0,-4-6 0,4-12 0,2-6 0,-2-11 0,-2-7 0,-2-8 0,-8-6 0,1-8 0,-8 1 0,1-1 0,-5 2 0,-5 5 0,-7 2 0,-11 9 0,-4 4 0,-9 7 0,-2 11 0,-2 8 0,-10 16 0,-2 11 0,-7 11 0,-10 18 0</inkml:trace>
  <inkml:trace contextRef="#ctx0" brushRef="#br0" timeOffset="27">9981 14477 8912,'-17'-2'0,"0"-2"0,-1-2 0,3 0 0,4-1 0,3 5 0,8-13 0,2 7 0,2-5 0,3 3 0,3 2 0,1-3 0,7 5 0,5-5 0,1 5 0,1 2 0,0 2 0,0 2 0,-2 0 0,-2 0 0,8 0 0,-8 8 0,2 3 0,-4 12 0,-2 6 0,-6 9 0,1 2 0,-8 14 0,0-1 0,-8 6 0,-8 6 0,-11 2 0,-5 2 0,-5-2 0,-1-4 0,-3-6 0,-3-11 0,4-4 0,-4-9 0,3-7 0,3-8 0,7-9 0,4-9 0,6-2 0,6-4 0,-3-5 0,8-12 0,1 0 0,5-11 0,0 3 0,0-9 0,0 4 0,0 1 0,2 3 0,3 3 0,5 4 0,7 8 0,2-4 0,4 4 0,-2 4 0,8 13 0,2 0 0,9 2 0,4 3 0,0 7 0,5 3 0,-3 2 0,-2 6 0,2 0 0,-2 0 0,2-6 0,-2-5 0,-4-1 0,-5-7 0,1 2 0,-7-4 0,-5-2 0,-8 0 0,-9-8 0,-7-2 0</inkml:trace>
  <inkml:trace contextRef="#ctx0" brushRef="#br0" timeOffset="28">10583 14614 8912,'0'-27'0,"0"5"0,0 2 0,0 3 0,0 0 0,0 6 0,0 3 0,0 6 0,0 10 0,0 20 0,0 9 0,0 14 0,0 8 0,0 4 0,8-1 0,3 1 0,5-10 0,1-1 0,14-8 0,3-12 0,4-5 0,4-10 0,0-9 0,4-14 0,-4-13 0,-7-16 0,-9-8 0,-4-13 0,-9-1 0,-7 1 0,-6 3 0,-6 1 0,-11 3 0,-12 3 0,-11 0 0,-6 12 0,-4-3 0,-1 16 0,-3 6 0,-3 7 0,11 6 0,0 2 0,10 16 0,7 7 0,10 15 0,7 8 0,10 9 0,2 2 0,8 1 0,17-7 0,2 1 0</inkml:trace>
  <inkml:trace contextRef="#ctx0" brushRef="#br0" timeOffset="29">11237 13307 8912,'10'-17'0,"3"4"0,-7-2 0,-2-4 0,-2-1 0,-2 1 0,0 2 0,0 0 0,0 0 0,0 0 0,0-1 0,0 1 0,0 0 0,0 0 0,0 0 0,0-1 0,0 9 0,0 1 0,-8 16 0,-3 3 0,-5 12 0,-3 8 0,-4 7 0,-5 8 0,1 5 0,-2 7 0,2-10 0,-1 3 0,1-5 0,4 0 0,6 2 0,-2-8 0,7-4 0,4-5 0,3-7 0,5-6 0,0-1 0,0 0 0,7-8 0,5-3 0,3 2 0,2-2 0,6-1 0,0-5 0,2 2 0,-4 2 0,4 4 0,2 1 0,-4 3 0,5 5 0,-5 0 0,6 0 0,-8 2 0,2 4 0,-6 4 0,-3 7 0,-5 1 0,-1-1 0,-2 6 0,-6 0 0,-2 8 0,-4-2 0,2 2 0,-7-2 0,-1-4 0,-5-8 0,5 4 0,1-3 0,7 1 0,-2-13 0,4 0 0,2-6 0,0 0 0,0 0 0,0 1 0,0-1 0,0-6 0,0 1 0,0-1 0,0 6 0,0 2 0,0 4 0,0 6 0,-1 11 0,-3 6 0,-2 4 0,-7 7 0,1 0 0,3 8 0,-3-2 0,3 6-221,-3 6 0,-1 9 221,7 7 0,0-1 0,6-10 0,2-5 0,4-12 0,5-8 0,5-7 0,8-19 0,5-12 0,4-11 0,1-1 0,1-3 0,-1-2 0,0 0 0,1 0 0,-8-15 0,-3-4 0</inkml:trace>
  <inkml:trace contextRef="#ctx0" brushRef="#br0" timeOffset="30">11151 6172 8912,'2'-17'0,"2"0"0,4 0 0,1-2 0,3-2 0,-1 0 0,-1 3 0,-3 5 0,7 4 0,-5-5 0,1 3 0,3 5 0,-7-6 0,0 11 0,-6 1 0,-4 9 0,-8 6 0,-1 12 0,-16 8 0,-1 10 0,-3 11 0,-7 11 0,0 7 0,-6 10 0,4 4 0,21-39 0,0 1-191,0 3 0,0 1 1,0 4-1,2-1 191,1-2 0,1-1 0,4 0 0,1-1 0,3-4 0,1-1 0,-1 48 0,9-14 0,0-11-19,0-8 1,7-6 18,5-5 0,9-5 0,2-7 0,7 1 0,-1-13 0,4-3 0,1-2 0,6 2 0,0 0 0,-2 0 0,-1-1 0,-5 7 380,-3-2 0,2 11-380,-8 6 0,-2 5 10,-10 6 0,-3 12 0,-10 13 0,-4 6-10,-5 4 0,-7 2 0,-5-3 0,2-1-201,7-42 0,0 1 0,2 0 0,1 0 201,-4 2 0,1 1 0,3-4 0,1 0 0,-13 43 0,4-9 0,2-1 0,7-22 0,4-6 0,5-13 0,1-13 0,1-6 0,5-4 0,-2-5 0,7-1 0,1-7 0,5 2 0,0 2 0,1-1 0,-1 1 0,0-1 0,0 7 402,0-3 0,3 6-402,2 6 0,-2 6 0,3 11 0,-10 4 0,-2 8 0,-5 9 0,6 8 0,-9 7-49,3 10 1,-10 9-1,1-44 1,-1 2 0,-1 3-1,0 2 49,-1 4 0,-1 0 0,-1-3 0,0-1-203,0 2 0,-1 0 1,3-1-1,1-1 203,-1 2 0,0 0 0,3-2 0,1 1 0,-4 1 0,0 0 0,4-8 0,0-1 0,0 4 0,-1-1 0,-5 42-15,5-48 0,0 1 1,0 0-1,0-1 0,3 2 1,0 0-1,0 42 15,0-12 0,0-10 0,0-7 0,8-9 0,4-8 0,3-16 0,2-1 0,0-8 66,0-4 0,6-1 0,2-5 0,0-5-66,0-4 0,-2-2 413,-6 0 0,6 0-413,0 0 0,-2-16 28,-9-7 1,-5-15 0,-7-6 0</inkml:trace>
  <inkml:trace contextRef="#ctx0" brushRef="#br0" timeOffset="31">10291 6172 8912,'0'-11'0,"0"-1"0,0 18 0,0 6 0,0 11 0,0 11 0,0 2 0,0 4 0,0 4 0,0 10 0,0 1 0,0 2 0,6 3 0,1-5 0,1 4 0,-1 2 0,7-5 0,-5 1 0,3-5 0,-1-6 0,-7-4 0,11-8 0,-5 0 0</inkml:trace>
  <inkml:trace contextRef="#ctx0" brushRef="#br0" timeOffset="32">10532 8218 8912,'-18'0'0,"7"2"0,0 2 0,-1 4 0,1 1 0,-1 5 0,8 1 0,-11 10 0,5 1 0</inkml:trace>
  <inkml:trace contextRef="#ctx0" brushRef="#br0" timeOffset="33">10618 8734 8912,'0'25'0,"0"-12"0,-2 3 0,-4-7 0,4-3 0,-11-8 0,7-4 0,0 4 0,6-13 0,0 6 0</inkml:trace>
  <inkml:trace contextRef="#ctx0" brushRef="#br0" timeOffset="34">10910 9336 8912,'-32'9'0,"3"-3"0,6-2 0,4 2 0,2-4 0,0 3 0,7-5 0,4-5 0,20-5 0,5-7 0</inkml:trace>
  <inkml:trace contextRef="#ctx0" brushRef="#br0" timeOffset="35">10480 11502 8912,'-17'-17'0,"0"0"0,-1 2 0,1 1 0,0 3 0,6 7 0,-1 0 0,-1 8 0,3 5 0,-1 9 0,1 5 0,-3-1 0,3 1 0,3 2 0,1 0 0,6 4 0,0-4 0,0-1 0,0-3 0,0 8 0,2-8 0,3 4 0,5-2 0,0 0 0,11 5 0,-4-5 0,6 2 0,0-2 0,-4-4 0,6 6 0,-2-2 0,0 0 0,-1 6 0,-4-7 0,-7 3 0,1-2 0,-9-4 0,3 4 0,-6-4 0,-6-3 0,-5-5 0,-4-5 0,-3 1 0,1-1 0,-6-2 0,0-10 0,0-3 0,6-8 0,2-8 0,3-4 0,-1-5 0,7-6 0,1 1 0,5-6 0,7 4 0,5-4 0,3 6 0,2-1 0,2 4 0,4 2 0,-4-1 0,22 1 0,-5-1 0</inkml:trace>
  <inkml:trace contextRef="#ctx0" brushRef="#br0" timeOffset="36">10910 11657 8912,'-23'17'0,"0"2"0,2 2 0,2 2 0,4 6 0,3-6 0,-1 7 0,7-1 0,1 2 0,7-3 0,3-7 0,7-7 0,3-1 0,2-7 0,6-1 0,0-5 0,0-7 0,-6-5 0,1-5 0,-1-6 0,0-2 0,-2-5 0,-3 1 0,-7-1 0,-3 3 0,-2-2 0,0 6 0,0-5 0,-7 12 0,-5-1 0,-3 6 0,-2-1 0,-8 5 0,-4 7 0,-3 0 0,-3 0 0</inkml:trace>
  <inkml:trace contextRef="#ctx0" brushRef="#br0" timeOffset="37">13302 14941 8912,'-17'-8'0,"0"4"0,0-7 0,1 5 0,5-5 0,5 7 0,12-2 0,5 4 0,5 4 0,1 2 0,2 4 0,4 1 0,4 1 0,7 1 0,8 3 0,6-7 0,7 3 0,9 3 0,8 1 0,3-3 0,7 4 0,-2-3 0,4-3 0,1 1 0,-5-1 0,-6 1 0,-10-6 0,-7 1 0,-7-3 0,-10-2 0,-2 0 0,-15 0 0,-8 0 0,-9 0 0,-12 0 0,2 0 0,-7 0 0,7 0 0,-11 0 0,3 0 0,-3 0 0,-2 0 0,-2 0 0,-4 0 0,-6 0 0,-11 0 0,-4 0 0</inkml:trace>
  <inkml:trace contextRef="#ctx0" brushRef="#br0" timeOffset="38">13887 14511 8912,'-11'10'0,"-1"-5"0,9-3 0,-7-2 0,4 0 0,4 0 0,-5-2 0,7-3 0,0 3 0,-2-6 0,-4 8 0,-5 0 0,-12 0 0,0 6 0,-12-1 0,3 9 0,-16-1 0,-4 6 0,-3 4 0,-8 6 0,6-6 0,1 5 0,10-5 0,2 0 0,4-5 0,11-1 0,1 0 0,9-6 0,7 1 0,4-8 0,8 3 0,0 1 0,2-4 0,4 7 0,-2-5 0,7 5 0,-5 1 0,4 5 0,-1 2 0,1 4 0,1-2 0,6 8 0,6 1 0,0 10 0,8-3 0,-2 3 0,-1 2 0,5-2 0,3-2 0,0-1 0,3-5 0,1-3 0,-4 1 0,4-7 0,-3-2 0,-3-9 0,-7 1 0,-4-7 0,-4-2 0,-8-3 0,1-1 0,-8 0 0,3 0 0,-9 8 0,-3 2 0,-5 1 0,1 1 0,-14-1 0,4 6 0</inkml:trace>
  <inkml:trace contextRef="#ctx0" brushRef="#br0" timeOffset="39">14765 14924 8912,'10'-19'0,"-5"-2"0,-3-2 0,-2 0 0,0 0 0,0-2 0,0-2 0,0 6 0,0-2 0,0 4 0,0 2 0,-2 0 0,-3 0 0,3 7 0,-6 4 0,8 12 0,0 5 0,0 5 0,6 9 0,0 3 0,1 7 0,-3 3 0,2 4 0,-2 2 0,-3-4 0,-1 6 0,0-2 0,0 2 0,0 1 0,0-7 0,0 6 0,0-6 0,-1-5 0,-5-10 0,4-2 0,-13-22 0,5 7 0</inkml:trace>
  <inkml:trace contextRef="#ctx0" brushRef="#br0" timeOffset="40">14713 14906 8912,'-7'-34'0,"5"7"0,-4 4 0,-2-1 0,3 1 0,-1 0 0,6 6 0,2 1 0,2 3 0,5 1 0,7-1 0,-1 0 0,14 1 0,-1 5 0,7 7 0,-1 0 0,1 0 0,-1 7 0,0 5 0,-7 11 0,-4 7 0,-6 8 0,-5 8 0,-5 2 0,-7-2 0,-2 2 0,-3-8 0,-5 6 0,-7-6 0,0 0 0,0-8 0,-3-1 0,-3-3 0,2-5 0,-7 6 0,7-10 0,-2-2 0,6-5 0,5-6 0,-3-5 0,3 5 0,5-12 0,-9-3 0,7-8 0</inkml:trace>
  <inkml:trace contextRef="#ctx0" brushRef="#br0" timeOffset="41">15161 15078 8912,'27'0'0,"-8"-2"0,-8-3 0,-7 3 0,4-4 0,-8 12 0,-6 5 0,0 12 0,0-2 0,6 8 0,0-6 0,0 5 0,0 1 0,0 6 0,2-9 0,4-3 0,4-4 0,7-2 0,0-1 0,0-5 0,1-3 0,-1-8 0,0-8 0,0-3 0,0-6 0,1-6 0,-9-4 0,-3-7 0,1 5 0,-1 0 0,-4-1 0,-6-3 0,-5 6 0,-8 4 0,-1 4 0,1 2 0,0 0 0,0 0 0,0 7 0,-1 5 0,1 3 0,0 2 0,7 7 0,-5 3 0,5 7 0</inkml:trace>
  <inkml:trace contextRef="#ctx0" brushRef="#br0" timeOffset="42">15660 15096 8912,'11'0'0,"1"0"0,-8-8 0,3 6 0,-12 2 0,-3 13 0,-2 7 0,-3 2 0,3 7 0,-1-6 0,7 8 0,-2-3 0,3-1 0,-3 2 0,4-8 0,-4 2 0,4-4 0,2-2 0,0 0 0,0-7 0,0-3 0,0-20 0,0-6 0,0-6 0,6-4 0,0-5 0,1 0 0,-1-1 0,-2 3 0,7 3 0,-5-3 0,6 3 0,-1-2 0,6 3 0,1 5 0,-1 4 0,0 9 0,0 4 0,0 4 0,1 2 0,-3 2 0,-4 4 0,5 4 0,-7 7 0,3 0 0,-1 0 0,-7 0 0,2 1 0,1-1 0,-1 0 0,2-6 0,-3 1 0,-1-8 0,8 1 0,-1-3 0,6-2 0,-5-2 0,-1-3 0,-5 1 0,6-8 0,-7 1 0,7-6 0,-8 5 0,1 1 0,-3 5 0,0-3 0,2-1 0,2 0 0,-1 7 0,-5-5 0,0 8 0,0 8 0,0 5 0,0 8 0,2-2 0,2 6 0,4-2 0,1 0 0,3 0 0,5-6 0,2-6 0,4 1 0,-2-8 0,8 1 0,-8-5 0,2-5 0,-4-5 0,-4-9 0,-3-2 0,-7-2 0,3-2 0,-2 2 0,-2 2 0,-10-7 0,-4 7 0,-7-2 0,0 4 0,0 1 0,-6 1 0,0 2 0,2 3 0,2 7 0,2 3 0,-1 2 0,7 0 0,-1 0 0,9 7 0,-5 3 0,8 7 0,6-5 0,-1-1 0,16-7 0,-1 4 0</inkml:trace>
  <inkml:trace contextRef="#ctx0" brushRef="#br0" timeOffset="43">16469 14649 8912,'9'-27'0,"5"-4"0,-9 8 0,1 0 0,-6 6 0,0 8 0,0 3 0,0 14 0,0 11 0,0 13 0,-6 10 0,1 10 0,-7 1 0,6 5 0,1-5 0,5 4 0,0-3 0,0-3 0,0-7 0,2-2 0,1-1 0,3-1 0,8-6 0,-3-5 0,-1-10 0,1-2 0,-7-7 0,11-10 0,-5 0 0</inkml:trace>
  <inkml:trace contextRef="#ctx0" brushRef="#br0" timeOffset="44">16314 14958 8912,'-8'17'0,"6"0"0,-13 1 0,13-1 0,4-2 0,15-3 0,10-7 0,15-10 0,10-7 0,9-3 0,13-10 0,7-4 0,-7 3-606,-5-3 606,-8 8 0,-9-12 0,0 7 0</inkml:trace>
  <inkml:trace contextRef="#ctx0" brushRef="#br0" timeOffset="45">14765 15852 8912,'-2'-15'0,"-4"3"0,4 1 0,-3 11 0,1 8 0,0 18 0,-2 11 0,3 5 0,1 11 0,2 10 0,0 4 0,0 2 0,0 0 0,0-3 0,2-3 0,3-5 0,-1-12 0,8-6 0,-1-6 0,6-7 0,2-10 0,4-9 0,4-8 0,8-6 0,1-11 0,4-12 0,4-3 0,0-3 0,4-5 0,-8 0 0,0-8 0,-6 4 0</inkml:trace>
  <inkml:trace contextRef="#ctx0" brushRef="#br0" timeOffset="46">15230 16265 8912,'-18'11'0,"1"1"0,0 1 0,7 8 0,5 2 0,-3 2 0,2-2 0,1-4 0,5 4 0,7-4 0,5-2 0,3 0 0,2 0 0,0-7 0,1-4 0,5-4 0,0-2 0,0-2 0,-6-4 0,-2-4 0,-4-7 0,3-6 0,-8 0 0,-1-5 0,-5 5 0,0-8 0,0 4 0,-2-1 0,-3-1 0,-3 6 0,-3-5 0,-5 7 0,5-2 0,1 9 0,-1 3 0,-1 7 0,3-4 0,1 10 0,8 4 0,0 5 0,15 5 0,5 1 0</inkml:trace>
  <inkml:trace contextRef="#ctx0" brushRef="#br0" timeOffset="47">15677 16213 8912,'-17'0'0,"-6"0"0,0 0 0,0 8 0,6 3 0,0 6 0,-1 4 0,1 4 0,0 2 0,7 2 0,5 5 0,3 0 0,2 1 0,2-3 0,3-3 0,5-6 0,7-12 0,0 3 0,1-9 0,5 1 0,0-6 0,-2-2 0,-2-3 0,-2-7 0,0-11 0,0 2 0,1-8 0,-9 7 0,-3-7 0,-4 6 0,-2-6 0,0 6 0,0-3 0,-2 1 0,-4 4 0,-2 2 0,-3 2 0,-4 1 0,3 5 0,-3-3 0,-2 9 0,-1-1 0,1 6 0,0 8 0,0 1 0</inkml:trace>
  <inkml:trace contextRef="#ctx0" brushRef="#br0" timeOffset="48">16125 15955 8912,'-10'-7'0,"2"5"0,6-6 0,-3 8 0,3 8 0,-4 3 0,4 12 0,2 6 0,0 5 0,0 6 0,0 4 0,0 8 0,0-1 0,0 1 0,6-6 0,1-2 0,3-2 0,3-4 0,-3-8 0,1-1 0,-5-10 0,6-2 0,-1-7 0,6-10 0</inkml:trace>
  <inkml:trace contextRef="#ctx0" brushRef="#br0" timeOffset="49">16365 16041 8912,'18'0'0,"-11"0"0,-7 0 0,-5 8 0,-9 3 0,3 6 0,-3 6 0,-1-2 0,-2 8 0,0 0 0,-1-3 0,3 5 0,4-8 0,-3 6 0,9-6 0,-1-1 0,6-4 0,0-1 0,0 0 0,0 0 0,2-1 0,3-5 0,5-3 0,7-8 0,6 0 0,0 0 0,6 0 0,-6 0 0,7-2 0,-1-4 0,3-5 0,11-5 0,1-1 0</inkml:trace>
  <inkml:trace contextRef="#ctx0" brushRef="#br0" timeOffset="50">17037 16196 8912,'-12'-6'0,"1"0"0,-1 1 0,-5 5 0,0 0 0,0 0 0,-1 7 0,1 5 0,0 3 0,0 2 0,1 1 0,5-1 0,-2 6 0,7 0 0,-6 1 0,7-1 0,-1-4 0,6 4 0,0-4 0,0-1 0,0-9 0,2-3 0,4-12 0,3-3 0,8-9 0,1-6 0,-1-5 0,0-4 0,0 1 0,-2 3 0,-3 6 0,1 4 0,-7 2 0,5 0 0,-5 0 0,8 7 0,-11 4 0,7 12 0,-2 6 0,-3 5 0,-5 6 0,2-4 0,4 4 0,-2 2 0,7-2 0,-5-2 0,6-10 0,-3 4 0,3-3 0,3-5 0,-4-1 0,5-4 0,1-2 0,2-8 0,4-3 0,-4-12 0,4-6 0,-4 3 0,-2-3 0,1-2 0,-1-9 0,-2 4 0,-4-4 0,-3 2 0,-8-1 0,0-1 0,0 2 0,0-4 0,0 2 0,-6 0 0,1 5 0,-3 9 0,2 3 0,4 9 0,-3 3 0,3 7 0,2 4 0,0 14 0,0 7 0,0 7 0,2 12 0,1 6 0,3 4 0,2 3 0,-2 5 0,-5-5 0,5 4 0,4-9 0,1-2 0,-1-8 0,1 2 0,-1-5 0,1-7 0,5-5 0,-7-9 0,3-5 0,-1-1 0,-7-2 0,11-14 0,-5-2 0</inkml:trace>
  <inkml:trace contextRef="#ctx0" brushRef="#br0" timeOffset="51">17157 16230 8912,'-11'0'0,"-1"0"0,8 0 0,-1 0 0,10 0 0,9-7 0,14-5 0,9-3 0,16-4 0,3-4 0,1-6 0,6 3 0,-6-3 0,1 0 0,-7-5 0,-7 7 0,-3 4 0,-15 4 0,-8 2 0,-17 0 0,-10-1 0</inkml:trace>
  <inkml:trace contextRef="#ctx0" brushRef="#br0" timeOffset="52">14937 17434 8912,'-11'0'0,"1"2"0,2 3 0,5 7 0,1 11 0,2 6 0,0 3 0,0 2 0,5 1 0,3-1 0,2 1 0,3-1 0,2-2 0,1-1 0,-3-4 0,-2-2 0,-1-3 0,2-4 0,3-9 0,-6-1 0</inkml:trace>
  <inkml:trace contextRef="#ctx0" brushRef="#br0" timeOffset="53">14782 17331 8912,'-5'-18'0,"-1"1"0,2 0 0,2 0 0,2 5 0,0 1 0,8 7 0,3-2 0,6 5 0,6 1 0,-2-2 0,8-4 0,7-4 0,8-7 0</inkml:trace>
  <inkml:trace contextRef="#ctx0" brushRef="#br0" timeOffset="54">15505 17142 8912,'0'17'0,"0"10"0,0 7 0,0 12 0,0 9 0,0 8 0,0 12 0,6-5 0,1 3 0,3-8 0,3-8 0,3-9 0,1-2 0,6-18 0,0-5 0,0-13 0,2-8 0,-8-6 0,0-7 0,0-9 0,-7-14 0</inkml:trace>
  <inkml:trace contextRef="#ctx0" brushRef="#br0" timeOffset="55">15453 17606 8912,'-26'7'0,"1"-5"0,9 8 0,5-4 0,3-4 0,12 5 0,8-7 0,9-15 0,21-8 0,9-10 0,11-7 0,4-4 0,3-7 0,8-8 0,-38 28 0,0 0 0</inkml:trace>
  <inkml:trace contextRef="#ctx0" brushRef="#br0" timeOffset="56">16331 17503 8912,'-2'-12'0,"-2"1"0,-3-3 0,-3 1 0,-3 1 0,5 5 0,0 16 0,8 7 0,0 7 0,0 3 0,8 3 0,2 5 0,1 1 0,1-1 0,-1-5 0,6-1 0,-5-5 0,-1 4 0,3-2 0,1-4 0,-4-4 0,1-5 0,1-5 0,8-7 0,2-2 0,-2-3 0,4-13 0,-2-10 0,8-12 0,-3-6 0,-3-2 0,-2 2 0,-10-2 0,-1 8 0,-6 8 0,5 9 0,-7 11 0,4 9 0,-8 14 0,0 10 0,0 19 0,0 4 0,0 8 0,0-3 0,0-3 0,7-2 0,5-4 0,9-9 0,2 3 0,5-17 0,-5 1 0,8-13 0,-2 1 0,-5-13 0,-1-11 0,-3-7 0,-3-9 0,-6 5 0,1 1 0,-8-1 0,1-5 0,-3 5 0,-2 2 0,-2 1 0,-3-1 0,1 8 0,-8 2 0,6 1 0,-5 11 0,5-1 0,-5 6 0,5 2 0,-5 3 0,7 5 0,-2 7 0,4 0 0,2 1 0,-6 5 0,1-1 0,-1 1 0,6-5 0,0-1 0,0 0 0,0 0 0,0 0 0,0-5 0,0-1 0,0-7 0,6-4 0,-1-11 0,9-12 0,-3-6 0,-1-3 0,1-3 0,1 1 0,5-1 0,0 1 0,0 0 0,1 1 0,-1 4 0,0 7 0,0 10 0,0 6 0,1 4 0,-1 4 0,0 4 0,-5 11 0,-1 12 0,0 3 0,7 3 0,-1-1 0,-2 1 0,0-1 0,3 0 0,-5-7 0,10-4 0,-4-4 0,-2-2 0,-7-7 0,5-2 0,-5-8 0</inkml:trace>
  <inkml:trace contextRef="#ctx0" brushRef="#br0" timeOffset="57">17536 16918 8912,'-27'-25'0,"-4"8"0,8 0 0,6 2 0,6 9 0,7 12 0,-2 16 0,4 13 0,2 16 0,2 14 0,4 4 0,1 6 0,5-1 0,3 3 0,-1 5 0,5-6 0,4-5 0,0 0 0,-6-14 0,6-8 0,0-8 0,0-15 0,-6-8 0,0-9 0,0-9 0,1-8 0,-1-5 0,0-8 0,0-8 0,0-9 0,1-2 0,-7-6 0,1 6 0,-9-6 0,3 6 0,-4-6 0,-2 6 0,0 2 0,0 9 0,0 4 0,0 8 0,0 6 0,0 3 0,0 6 0,0 8 0,0 17 0,0 6 0,0 11 0,2-4 0,4 4 0,-3-4 0,9-1 0,-1-7 0,7 1 0,-1-8 0,0 2 0,0-6 0,0-5 0,1-5 0,-1-9 0,0-3 0,-7-12 0,-3-10 0,-7-8 0</inkml:trace>
  <inkml:trace contextRef="#ctx0" brushRef="#br0" timeOffset="58">17828 17056 8912,'6'11'0,"0"1"0,1-7 0,-1 7 0,-4-1 0,4 6 0,3 1 0,1-1 0</inkml:trace>
  <inkml:trace contextRef="#ctx0" brushRef="#br0" timeOffset="59">17432 17589 8912,'-28'-8'0,"1"-2"0,4-1 0,8-1 0,7 1 0,14-6 0,5 0 0,14-1 0,10 1 0,1 0 0,10 0 0,2-6 0,9 0 0,-4-6 0,5 5 0,-5-3 0,-1-10 0,0-6 0</inkml:trace>
  <inkml:trace contextRef="#ctx0" brushRef="#br0" timeOffset="60">18327 16849 8912,'-17'-23'0,"0"0"0,0 8 0,-1 9 0,7 8 0,-1 10 0,7 9 0,-7 19 0,8 12 0,-1 11 0,3 3 0,2 3 0,0 0-128,0 0 1,7 5 127,5 1 0,3 3 0,2-9 0,1 0 0,-1-18 0,0-3 0,0-14 0,0 1 0,1-16 0,-1-8 0,0-15 0,0-13 0,0-9 0</inkml:trace>
  <inkml:trace contextRef="#ctx0" brushRef="#br0" timeOffset="61">18930 16729 8912,'-8'-27'0,"-2"4"0,-1 6 0,-1 6 0,7 5 0,-7 12 0,8 17 0,-1 11 0,3 17 0,2 3 0,2 5 0,3 6 0,5-4 0,7 2 0,0-3 0,1-3 0,1 0 0,4-11 0,-4-4 0,4-2 0,-4-4 0,-2-1 0,0-8 0,0-4 0,-7-4 0,-2-2 0,-8 0 0</inkml:trace>
  <inkml:trace contextRef="#ctx0" brushRef="#br0" timeOffset="62">18689 17348 8912,'-12'-6'0,"1"0"0,7-7 0,-4 3 0,10-5 0,6 0 0,9-2 0,10 3 0,13-9 0,-2 2 0,8-1 0,0 0 0,6-6 0,-1 5 0,-1-6 0,-4 1 0,-6 1 0,-6-4 0,-5 8 0,-4-5 0,-8 5 0,-7 0 0,-5 6 0,-5 5 0,-5 1 0,-5 7 0,-7-2 0,7 4 0,3 4 0,7 4 0,0 3 0,0 9 0,0 7 0,0 3 0,0 7 0,0 5 0,0-2 0,0 8 0,0-8 0,0 2 0,5-4 0,1-1 0,0-3 0,-6-1 0,0-4 0,0-3 0,0-1 0,0-6 0,0-7 0,0-4 0,0-12 0,6-5 0,-1-12 0,7-4 0,-6-8 0,7 1 0,-2 0 0,-1 5 0,1 0 0,-5 8 0,6-2 0,-7 6 0,7 6 0,1 5 0,3 6 0,1 6 0,0 3 0,0 9 0,0 1 0,1 4 0,5-4 0,-1 4 0,7-4 0,-6-2 0,8-8 0,-3-3 0,3-4 0,-2-2 0,3-2 0,-3-4 0,-4-9 0,-2-8 0,-6-2 0,-6 4 0,-5-3 0,-4-3 0,-2 6 0,0-2 0,-2 4 0,-4 4 0,-5 3 0,-4 6 0,-3 4 0,1 2 0,0 16 0,0 7 0,0 7 0,-1 5 0,7-1 0,-1 0 0,9 1 0,-3-1 0,4 0 0,2 1 0,8-6 0,3-1 0,6-13 0,6 3 0,2-13 0,4 1 0,3-4 0,-1-4 0,5-6 0,4-9 0,0-8 0,3-17 0,0-2 0</inkml:trace>
  <inkml:trace contextRef="#ctx0" brushRef="#br0" timeOffset="63">20392 17176 8912,'-17'8'0,"6"-6"0,-1 3 0,6-3 0,-5-2 0,7 0 0,4 0 0,12 0 0,5-7 0,6-5 0,-2-3 0,7-2 0,-5-6 0,6 0 0,-8-6 0,2 6 0,-10-2 0,-1 2 0,-8 4 0,1-4 0,-5 6 0,-5 6 0,-7 5 0,-5 4 0,-6 6 0,-6 7 0,-3 12 0,3 10 0,1 5 0,-1 4 0,2 2 0,-2 2 0,10 3 0,6-3 0,3-6 0,7-5 0,8-7 0,12-5 0,12-11 0,6-6 0,5-5 0,2-8 0,4-5 0,1-11 0,-6-5 0,5-5 0,-6-1 0,0 0 0,-6-1 0,-1 1 0,-5-1 0,-5 9 0,-11 3 0,-5 6 0,1 5 0,-6-3 0,0 15 0,-10-2 0,1 9 0,-1 9 0,-3-3 0,5 10 0,-6-4 0,7-2 0,-1 6 0,6 0 0,-6 0 0,0-6 0,3 1 0,1-1 0,2 0 0,0 0 0,0-7 0,0-3 0,0-22 0,2 2 0,1-14 0,5 2 0,2 4 0,1-2 0,6 6 0,0-4 0,1 9 0,-1-1 0,0 2 0,2 3 0,4 8 0,0 0 0,12 0 0,-5 6 0,10-1 0,-1 9 0,1-3 0,-2-3 0,8-2 0,-2-4 0,2-2 0,1-2 0,-6-4 0,5-6 0,-6-9 0,-2-3 0,-2-3 0,-11 0 0,-6-2 0,-7 5 0,-5-1 0,-3 6 0,-10-4 0,-11 9 0,-11 3 0,-3 7 0,2-2 0,-3 6 0,5 8 0,-2 9 0,1 10 0,7 2 0,-2 5 0,4-3 0,1 9 0,1-4 0,0-2 0,5 6 0,1 1 0,7-1 0,-2-6 0,6-1 0,6-5 0,4-3 0,7-8 0,8-7 0,3-6 0,5-10 0,1-11 0,7-8 0,-1-10 0,6-1 0,-6-4 0,0-4 0,-6-7 0,-1-3 0,-5-1 0,-6-3 0,-9 3 0,-5-6 0,-8-2 0,-2-4 0,-4-2 0,-6 0-117,-11 1 1,4-1 116,-4 0 0,4 10 0,2 7 0,8 16 0,3 13 0,4 12 0,2 18 0,-2 20 0,-2 15 0,-2 15 0,1 16 0,5 7 0,-6 6 0,0 4 0,2 2 0,2-3 0,2-1-211,0-2 1,0-2 210,0-3 0,8-13 0,4-10 0,9-7 0,2-5 0,0 4 0,-4-10 0,0 8 0,-2-1 0,-4-1 0</inkml:trace>
  <inkml:trace contextRef="#ctx0" brushRef="#br0" timeOffset="64">22767 2699 8912,'0'-17'0,"0"6"0,0-1 0,0-1 0,0-2 0,0-3 0,0 1 0,0 0 0,0 6 0,2-1 0,4-1 0,-4-3 0,5 5 0,-7-1 0,8 9 0,-6-7 0,4 4 0,-5 4 0,-1-5 0,0 7 0,0 0 0,0-8 0,0 6 0,0-5 0,-1 7 0,-5 0 0,4 0 0,-8 0 0,5 0 0,3 0 0,-8 0 0,4 0 0,5 0 0,-7 0 0,8 0 0,0 0 0,0-8 0,0 6 0,0-13 0,0 11 0,0-7 0,0 5 0,0-6 0,0 7 0,2-5 0,2 0 0,1 1 0,7-3 0,-6-5 0,5 0 0,-5 0 0,5 0 0,-5-1 0,5-1 0,-5-4 0,6 4 0,-5-4 0,1 4 0,0 2 0,3 0 0,-5 0 0,5 5 0,-5 1 0,2 5 0,-3-5 0,-3 7 0,6-4 0,-8 20 0,0 11 0,-2 13 0,-4 21 0,-11 20 0,-12 14 0,13-36 0,-2 1 0,-2 7 0,0 2 0,-4 8 0,0 3-383,-3 7 0,-1 2 0,6-24 0,0 1 1,-1 0 382,-2 3 0,1 1 0,-2-2 0,0-1 0,0-1 0,0-1 0,-9 26 0,1-2 0,2-11 0,3-3-106,7-10 1,4-2 0,0-10 0,3-2 105,-2 21 0,2-6 0,3-11 0,-1-9 0,7-7 0,2-11 0,2-12 0,10-5 908,-6-7 1,5-1-909,-7-5 0,2 2 0,2-9 0,2-5 129,-2-3 1,5-9-1,1 3 1</inkml:trace>
  <inkml:trace contextRef="#ctx0" brushRef="#br0" timeOffset="65">23197 2888 8912,'-17'0'0,"6"0"0,1 2 0,2 4 0,5 6 0,1 12 0,2 9 0,0 7 0,0 4 0,7 2 0,5 7 0,3 3 0,2 1 0,-1-2 0,-3-7 0,-3-4 0,-3-2 0,5-4 0,-7-7 0,-1-4 0,-2-3 0,-2-6 0,0-7 0,-15-7 0,-4 4 0</inkml:trace>
  <inkml:trace contextRef="#ctx0" brushRef="#br0" timeOffset="66">23025 2974 8912,'16'-17'0,"8"0"0,13 0 0,9 0 0,5 1 0,5 5 0,1 5 0,-2 4 0,-3 12 0,-6 7 0,-4 8 0,-11 11 0,-8 4 0,-12 6 0,-7 11 0,-4 6 0,-15 4 0,-8 2 0,-14-8 0,-3-3 0,-6-5 0,6-3 0,2-4 0,2-6 0,3-12 0,4-5 0,4-4 0,16-9 0,1-12 0,8-15 0,16-8 0,3-9 0</inkml:trace>
  <inkml:trace contextRef="#ctx0" brushRef="#br0" timeOffset="67">24006 3060 8912,'0'-17'0,"-8"8"0,-3 3 0,-6 4 0,-6 4 0,-6 6 0,-3 9 0,-3 13 0,1 10 0,-1 2 0,1-1 0,7-3 0,4 6 0,6-2 0,6-4 0,3-7 0,8-3 0,0-7 0,0 2 0,8-6 0,3-5 0,-1-5 0,1-7 0,6 0 0,6-2 0,-2-3 0,-2-7 0,1-5 0,2-6 0,-2-2 0,3-3 0,-10-3 0,-2 8 0,-5-5 0,6 5 0,-9-6 0,5 6 0,0 2 0,-6 2 0,5 9 0,-7 5 0,0 10 0,6 5 0,0 7 0,5 6 0,-3 2 0,1 0 0,5 0 0,1-3 0,2-4 0,6-1 0,0 0 0,2-5 0,-2-1 0,-2-7 0,6 0 0,0-6 0,-1-4 0,-5-15 0,4 2 0</inkml:trace>
  <inkml:trace contextRef="#ctx0" brushRef="#br0" timeOffset="68">24316 2699 8912,'0'-17'0,"0"6"0,0-1 0,-6 10 0,0 2 0,1 10 0,5 13 0,0 9 0,0 8 0,0 8 0,0-2 0,5 4 0,1 1 0,2-5 0,-2 0 0,-5 0 0,5 5 0,2 5 0,-2-5 0,-1 3 0,-5-14 0,0 0 0,0-6 0</inkml:trace>
  <inkml:trace contextRef="#ctx0" brushRef="#br0" timeOffset="69">24178 3267 8912,'-17'-17'0,"6"-1"0,-1 1 0,8 0 0,-2 0 0,12 0 0,6-1 0,11 1 0,5 0 0,5 0 0,7 0 0,0-1 0,10-1 0,1-4 0,3 4 0,9-4 0,0 4 0,6 2 0,-8 0 0,-3 0 0,-13 5 0,-4 1 0,-13 7 0,-5-2 0,-11 4 0,-12 2 0,-16 8 0,-7 3 0,1 7 0,4 4 0,1-2 0,0 3 0,0-2 0,-1 1 0,9-8 0,3 3 0,-1-4 0,1 5 0,2-1 0,2-6 0,2 1 0,0-8 0,2 3 0,4-9 0,5-3 0,4 1 0,3-8 0,-1 6 0,0-5 0,0 5 0,1-3 0,-1 1 0,0 4 0,6 2 0,0 2 0,2 0 0,-2 0 0,-4 2 0,4 4 0,-2 2 0,2 3 0,-4 4 0,4-5 0,-4 1 0,-2 1 0,0-8 0,0 3 0</inkml:trace>
  <inkml:trace contextRef="#ctx0" brushRef="#br0" timeOffset="70">26519 2579 8912,'-2'-19'0,"-2"-2"0,-4-2 0,-1 2 0,-3-4 0,-5 2 0,0 0 0,-2 6 0,-4 2 0,-6 3 0,-4 5 0,-1 7 0,-6 2 0,2 3 0,3 9 0,5 7 0,1 5 0,-5 9 0,7 5 0,4 2 0,4 2 0,2 4 0,1-6 0,5-2 0,3-4 0,8-2 0,2-7 0,4-4 0,5-6 0,12-5 0,-2-5 0,8-7 0,0-9 0,5-8 0,4-8 0,-3-10 0,1 1 0,-11 0 0,0-1 0,0 1 0,-3-6 0,-4 0 0,-1 5 0,0 7 0,-2 7 0,-3-2 0,-4 4 0,-8 17 0,0 7 0,0 16 0,0 8 0,1 5 0,5 7 0,-2-5 0,7 4 0,3 0 0,9-5 0,-4 3 0,4-10 0,2-5 0,-2-5 0,15-1 0,-2-8 0</inkml:trace>
  <inkml:trace contextRef="#ctx0" brushRef="#br0" timeOffset="71">27517 2063 8912,'-18'-42'0,"1"8"0,0-1 0,-2 9 0,-2 10 0,-4 5 0,-2 5 0,4 4 0,-5 2 0,7 8 0,-2 3 0,9 12 0,3 6 0,1 5 0,-1 6 0,3 4 0,8 8 0,0 0 0,0-1 0,6 3 0,0 3 0,7-4 0,-2 5 0,5-3 0,1 2 0,0-3 0,0 3 0,1-9 0,-1-2 0,-8-8 0,-1 4 0,-8-8 0</inkml:trace>
  <inkml:trace contextRef="#ctx0" brushRef="#br0" timeOffset="72">27069 2854 8912,'0'-17'0,"0"0"0,0-1 0,0 1 0,2 6 0,4-1 0,7-3 0,8-6 0,6 4 0,7 0 0,7-6 0,-1 6 0,13-6 0,-1 0 0,9-4 0,-3-7 0,7-8 0,-4-2 0</inkml:trace>
  <inkml:trace contextRef="#ctx0" brushRef="#br0" timeOffset="73">27964 1926 8912,'-9'-18'0,"-1"1"0,4 0 0,4 6 0,-3-1 0,-5 8 0,6 4 0,-5 16 0,-1 8 0,1 11 0,-1 11 0,-2 0 0,-1 5 0,7 6 0,-5-1 0,5 7 0,-5-6 0,5 4 0,2-1 0,2-5 0,2-2 0,0-1 0,2-8 0,4-4 0,-2-13 0,7-10 0,1 0 0,3-17 0,-4 0 0,5-9 0,-5-14 0,4-2 0,3-4 0,-7-3 0,1 3 0,-3-3 0,3-3 0,1 3 0,-7 3 0,0 6 0,1 4 0,-5 2 0,6 7 0,-8 5 0,0 10 0,0 7 0,0 11 0,0 5 0,0 5 0,0-1 0,0-3 0,0 2 0,0-9 0,7 7 0,5-6 0,3-2 0,2-10 0,1 3 0,-1-8 0,6-3 0,0-8 0,7-5 0,-1-7 0,-2-8 0,1-4 0,1-1 0,4-1 0,-3 3 0,-1-3 0,-8 6 0,2 2 0,-4 6 0,-2 6 0,-5 3 0,-1 8 0,-5 2 0,5 4 0,-5 11 0,6 12 0,-9 3 0,3 2 0,-4 7 0,-2-1 0,2 5 0,2-4 0,1-3 0,-1-2 0,-2-9 0,-2-4 0,0-4 0,0-2 0,0-7 0,-7-3 0,-3-7 0</inkml:trace>
  <inkml:trace contextRef="#ctx0" brushRef="#br0" timeOffset="74">27844 2407 8912,'-44'0'0,"4"0"0,11 0 0,6 0 0,13 0 0,10 0 0,25-8 0,21-3 0,15-4 0,12-3 0,11-4 0,8-1 0,2-2-416,-3 2 0,-3 4 416,4-4 0,-15 6 0,-14 5 0,-12-3 0,-16 5 0</inkml:trace>
  <inkml:trace contextRef="#ctx0" brushRef="#br0" timeOffset="75">23868 4230 8912,'0'-18'0,"0"7"0,0-1 0,0-1 0,-1 0 0,-5 1 0,4 8 0,-4 16 0,4 11 0,4 15 0,4 8 0,-2 5 0,7 7 0,-7 3 0,4 8 0,-3-1 0,1 1 0,6 0 0,-7 0 0,1-2 0,-6-4 0,0-10 0,0-11 0,-2-4 0,-4-5 0,-11-10 0,-10 2 0</inkml:trace>
  <inkml:trace contextRef="#ctx0" brushRef="#br0" timeOffset="76">23765 4281 8912,'0'-17'0,"0"-6"0,0 0 0,0 8 0,10 1 0,7 9 0,15-7 0,14 6 0,6 3 0,5 1 0,3 2 0,3 0 0,2 7 0,-8 5 0,-7 5 0,-10 6 0,-13 6 0,-10 11 0,-2 4 0,-9 7 0,-10 3 0,-13 3 0,-8 4 0,-9 8 0,-8-2 0,-4-2 0,-2-4 0,2-2 0,-2-3 0,6-9 0,2-5 0,4-5 0,-3-7 0,13-13 0,-9 1 0</inkml:trace>
  <inkml:trace contextRef="#ctx0" brushRef="#br0" timeOffset="77">24316 4677 8912,'11'5'0,"1"1"0,-1 2 0,6-3 0,1-1 0,1 6 0,6-3 0,9-3 0,2-2 0,10-2 0,-7-8 0,1-3 0,2-10 0,-4-4 0,-7 0 0,-12 0 0,-4 1 0,-9 1 0,-4 4 0,-14-4 0,-7 9 0,-17 5 0,-2 1 0,-3 4 0,1 12 0,6 9 0,1 2 0,5 10 0,3 1 0,8 11 0,1-5 0,5 4 0,3-4 0,8-3 0,4-3 0,7-1 0,3-14 0,14 2 0,9-11 0,9 0 0,3-12 0,1-7 0,-2-8 0,-2-8 0,-6-3 0,6-3 0,-14 1 0,3 0 0,-12 1 0,0 6 0,-6 8 0,-6 6 0,-1 9 0,-4-2 0,-3 14 0,7 9 0,-2 12 0,-5 9 0,1 8 0,2 11 0,-4-1 0,4 7 0,1-6 0,-1 6 0,2-6 0,-3 6 0,-3-13 0,4 2 0,-4-10 0,-2 3 0,0-12 0,0 1 0,-2-11 0,-4 0 0,4-11 0,-13-12 0,6-10 0</inkml:trace>
  <inkml:trace contextRef="#ctx0" brushRef="#br0" timeOffset="78">24901 4436 8912,'0'-10'0,"0"3"0,10 7 0,7 0 0,2 0 0,8 2 0,-1 3 0,1 7 0,2 3 0,5 2 0,-5 0 0,-2 3 0,-2 1 0,-4 1 0,-4 9 0,-6-2 0,-3 3 0,-8 3 0,-10-1 0,-7 0 0,-2 1 0,-10-1 0,6-7 0,-5-4 0,1 2 0,-2-2 0,4-6 0,8-6 0,0-7 0,0-12 0,0-11 0</inkml:trace>
  <inkml:trace contextRef="#ctx0" brushRef="#br0" timeOffset="79">25469 4058 8912,'2'-18'0,"2"1"0,1 0 0,1 7 0,-8-3 0,-4 7 0,3 16 0,-9 13 0,8 11 0,-1 12 0,-3 2 0,2 13 0,0 0 0,-1 0 0,5 2 0,-4 6 0,4 4 0,2-5 0,6 1 0,0-17 0,7 1 0,-1-13 0,3-3 0,2-14 0,0-8 0,0-15 0,1 0 0,7-23 0,1-6 0</inkml:trace>
  <inkml:trace contextRef="#ctx0" brushRef="#br0" timeOffset="80">25710 4315 8912,'-8'27'0,"-3"-4"0,1-2 0,-1 2 0,-1 6 0,3 3 0,-7 5 0,5 3 0,3-2 0,2 8 0,5-8 0,1 0 0,1-7 0,5-8 0,4-6 0,7-6 0,2-3 0,4-8 0,-2-8 0,8-3 0,-8-10 0,2-2 0,-4-8 0,-2 3 0,-6 1 0,1-2 0,-8 1 0,2-7 0,-5 7 0,-2 1 0,-5 2 0,-6 4 0,-3 2 0,-2 2 0,2 5 0,1 3 0,3 1 0,-3 4 0,7 2 0,-9 2 0,14 0 0,-5 0 0</inkml:trace>
  <inkml:trace contextRef="#ctx0" brushRef="#br0" timeOffset="81">26140 4384 8912,'-8'10'0,"-1"3"0,-8-7 0,5 9 0,1 2 0,5 1 0,-6 5 0,9 3 0,-3 1 0,4 0 0,2-4 0,8-6 0,3-6 0,6 3 0,6-9 0,-2 1 0,8-6 0,-6-2 0,6-3 0,-7-7 0,7-11 0,-8 4 0,2-4 0,-6 2 0,-5-2 0,1 4 0,-5-6 0,0 2 0,-1 0 0,-1 6 0,-6 6 0,0 5 0,0-5 0,0 7 0,0 6 0,0 15 0,-2 10 0,-4 5 0,4 12 0,-3 8 0,3 7 0,2 10 0,0 1 0,2 3 0,1 1 0,3-1 0,0-10 0,-6-6 0,6-5 0,-1-6 0,1-4 0,-6-8 0,-8-7 0,-3-4 0,-6-4 0,-6-2 0,-4-2 0,-7-3 0,-1-5 0,1-7 0,-1 0 0,1 0 0,7-7 0,4-8 0,4-10 0,2-10 0,7-11 0,-5-5 0,6-10 0</inkml:trace>
  <inkml:trace contextRef="#ctx0" brushRef="#br0" timeOffset="82">26863 4298 8912,'-10'-2'0,"4"-3"0,5 3 0,1-6 0,0 18 0,0 7 0,0 10 0,0 5 0,1 2 0,5 1 0,-2-1 0,6 3 0,-3 1 0,-3 2 0,4-2 0,-3-9 0,1 1 0,-6-7 0,0 0 0,0-6 0,0-7 0,0-2 0,-6-12 0,1-8 0,-7-9 0,6-19 0,3-6 0,1-3 0,2-11 0,0-3 0,5 4 0,1 2 0,8 5 0,-3 4 0,4 6 0,3 6 0,-1 6 0,0 12 0,-6 9 0,1 3 0,5 6 0,6 6 0,0 5 0,-6 12 0,0 6 0,1 3 0,-3 1 0,-4-5 0,3 3 0,-8-8 0,5 0 0,-5-6 0,-2 0 0,-3 0 0,1-5 0,4-1 0,-4-7 0,6 4 0,-6-18 0,3-7 0,3-2 0,5-10 0,-1-1 0,1-3 0,8-1 0,2 0 0,0 5 0,-6 0 0,2 14 0,4-2 0,-3 11 0,3 0 0,-4 4 0,-2 2 0,2 8 0,4 3 0,-4 10 0,4 2 0,4 2 0,1-2 0,-1-6 0,2 1 0,0-3 0,5-9 0,2-3 0,4-1 0,-5-4 0,-1-3 0,-1-5 0,-10-7 0,-2-2 0,-10-4 0,-3 4 0,-8-4 0,0-2 0,0 2 0,-8-2 0,-3 2 0,-5 10 0,-1-2 0,0 5 0,0 6 0,0 2 0,-1 2 0,7 4 0,-1 8 0,9-1 0,-3 12 0,4-2 0,2 0 0,2 2 0,4-2 0,3-2 0,8-2 0,8-7 0,4-4 0,3-4 0,3-2 0,-1-4 0,1-8 0,-1 1 0,1-12 0,-1-2 0,0 2 0,-1-6 0,-4 7 0,-6-1 0,-4-2 0,-4 11 0,-4-3 0,-3 11 0,-8-3 0,0 3 0,0 4 0,0-3 0,0 10 0,0 7 0,0-3 0,0 3 0,0-1 0,0 6 0,0-5 0,0-1 0,0-5 0,0 6 0,2-9 0,4 3 0,-2-4 0,7-2 0,-5-8 0,5-3 0,1-6 0,5-6 0,0 2 0,0-6 0,1 2 0,-1 4 0,0 2 0,0 2 0,0 2 0,1 3 0,5 4 0,-1 8 0,1 0 0,-5 0 0,-1 6 0,0 0 0,6 5 0,0-5 0,2 2 0,-4-4 0,4 1 0,1-1 0,-3-10 0,6-5 0,-6-12 0,6-6 0,-6-5 0,5-6 0,-7 2 0,2-8 0,-6 0 0,-5-6 0,-4 1 0,-6-3 0,1-1 0,3-2 0,0-12 0,-6 6 0,0 7 0,0 16 0,0 4 0,-8 9 0,6 25 0,-3 19 0,3 22 0,2 12 0,0 12 0,0 10 0,5 3 0,1 5 0,0 3-217,-6-4 1,0 2 216,0-2 0,6-5 0,-1-12 0,9-6 0,-3-9 0,4-8 0,3-9 0,5-5 0,0-20 0,1-8 0,-1-9 0,-4 3 0,6 0 0</inkml:trace>
  <inkml:trace contextRef="#ctx0" brushRef="#br0" timeOffset="83">29065 3473 8912,'-49'27'0,"5"-2"0,11-2 0,14-1 0,11-1 0,18-7 0,13-5 0,15-1 0,20-2 0,10-6 0,11-10 0,11-7 0,-43 4 0,1-3 0,3-2 0,0-2 0,-5 1 0,-1 0-184,4-4 1,0 0 0,-4 3 0,0 0 183,41-26 0,0 6 0,0-6 0,-15 8 0,-4-4 0</inkml:trace>
  <inkml:trace contextRef="#ctx0" brushRef="#br0" timeOffset="84">23610 15182 8912,'-9'-25'0,"1"-2"0,2 0 0,1 4 0,-1 4 0,-2 2 0,4 7 0,-5 9 0,1 10 0,-3 4 0,5 16 0,2 2 0,2 1 0,2 4 0,0 5 0,0-5 0,0 4 0,0-4 0,0-1 0,0-1 0,0 0 0,0-7 0,0-4 0,2 0 0,2-4 0,2-4 0,7-9 0,-1 0 0,3-12 0,2-5 0,-4-12 0,5-6 0,-7-5 0,6-6 0,1 3 0,-7-3 0,2 6 0,-1 5 0,3-3 0,-13 13 0,8 5 0,-5 20 0,-3 7 0,4 22 0,-2-3 0,2 12 0,5 0 0,4 0 0,8-8 0,0-1 0,10-9 0,1-8 0,3-9 0,8-3 0,-6-8 0,1-9 0,-6-9 0,-5-16 0,-6-4 0,-4-6 0,-4 2 0,-3-2 0,-5 8 0,-7-2 0,-7-2 0,-5 2 0,-3 2 0,-2 9 0,-6 4 0,0 8 0,-6 7 0,6 5 0,6 3 0,7 4 0,3 3 0,3 7 0,6-3 0,9 3 0,1-8 0,20 11 0,-5-5 0</inkml:trace>
  <inkml:trace contextRef="#ctx0" brushRef="#br0" timeOffset="85">24419 14958 8912,'10'-29'0,"-5"1"0,-5 7 0,-5-2 0,-5 11 0,-7 7 0,5 18 0,1 10 0,1 9 0,-1 8 0,-4 4 0,3 8 0,5 0 0,-1-1 0,2 1 0,0-1 0,1 3 0,5 3 0,0-11 0,0 0 0,0-8 0,0-4 0,0-7 0,0-4 0,0-11 0,0-7 0,0-10 0,7-7 0,5-11 0,1-11 0,1-10 0,-3-2 0,2 0 0,3 0 0,1-5 0,0 7 0,0 4 0,-1 11 0,-5 6 0,-1 4 0,-5 2 0,-3 9 0,4 8 0,-4 10 0,4 13 0,-1 5 0,1 5 0,-6 1 0,8-5 0,3-1 0,5-5 0,1 6 0,0-10 0,0-2 0,0-1 0,3-11 0,1-1 0,2-2 0,-1-2 0,-4 0 0,5-8 0,0-3 0,-1-10 0,-4-2 0,-3-6 0,-4 6 0,3 1 0,-8 4 0,7 1 0,-11 0 0,6 7 0,-8 10 0,0 10 0,0 7 0,0 0 0,0 1 0,7-1 0,5 0 0,3-8 0,2-3 0,0 2 0,1-2 0,-1-3 0,0-1 0,-2-4 0,-3-3 0,3-3 0,-3-3 0,-5-5 0,-1 5 0,-4 1 0,-2-1 0,7 7 0,-5-11 0,6 17 0,-8 1 0,0 15 0,0 6 0,-6 13 0,1 9 0,-3 3 0,2 3 0,4 11 0,-3 0 0,3 8 0,2-10 0,0 0 0,0-4 0,0-5 0,0-6 0,0-12 0,0-11 0,0-4 0,0-2 0,-2-7 0,-4-5 0,4-3 0,-11-9 0,7-5 0,0-5 0,-1-6 0,5-4 0,-14-15 0,7-2 0</inkml:trace>
  <inkml:trace contextRef="#ctx0" brushRef="#br0" timeOffset="86">25262 15044 8912,'0'-17'0,"2"0"0,4-1 0,-2-1 0,7 0 0,5 0 0,5 4 0,5 3 0,9 1 0,5 3 0,0 8 0,-2 2 0,-1 4 0,-3 3 0,1 9 0,-9 6 0,-3 5 0,-6-2 0,-5 2 0,-4-3 0,-8 3 0,0 3 0,0-3 0,-6-2 0,-2 0 0,-1-1 0,-5 1 0,-3 0 0,-6 1 0,4 3 0,-4-8 0,4 8 0,2-3 0,5-1 0,1 2 0,-1-1 0,3-1 0,1 4 0,8-9 0,-8 9 0,-1-4 0</inkml:trace>
  <inkml:trace contextRef="#ctx0" brushRef="#br0" timeOffset="87">25641 15852 8912,'-17'8'0,"1"1"0,3 7 0,2-3 0,-3-2 0,5-1 0,-3 1 0,8 5 0,-3-7 0,9 1 0,5-4 0,9-5 0,5-1 0,7-5 0,-5-1 0,6-7 0,-6 1 0,0-3 0,-6-2 0,-7-1 0,-5 1 0,-3 0 0,-4 2 0,-3 3 0,-9 7 0,-7 3 0,-8 4 0,-11 3 0,-2-1 0,-4 8 0,4 5 0,8 6 0,7 0 0,2-6 0,8 0 0</inkml:trace>
  <inkml:trace contextRef="#ctx0" brushRef="#br0" timeOffset="88">26828 14442 8912,'-17'0'0,"6"0"0,-1-2 0,-1-1 0,-3-5 0,-1-2 0,0-1 0,2-6 0,1-1 0,3 1 0,-2 0 0,-3 0 0,5 0 0,-1 0 0,-1-1 0,-2 3 0,-3 4 0,1 5 0,0 12 0,0 7 0,0 8 0,-1 6 0,1 7 0,0 8 0,0 4 0,1 2 0,5-2 0,5-4 0,4 0 0,2-8 0,0 0 0,0-1 0,0-10 0,8-8 0,3-9 0,7-4 0,5-2 0,1-10 0,5-7 0,4-8 0,-5-9 0,-1-1 0,0 1 0,-2 0 0,-4-1 0,-8 7 0,-1-1 0,-9 8 0,3-2 0,-4 4 0,-2 9 0,0 3 0,0 20 0,0 4 0,0 12 0,0 0 0,0 1 0,0-1 0,0 1 0,0-7 0,8 6 0,3-6 0,10 0 0,2-6 0,6-2 0,-6-3 0,5-5 0,-5-7 0,8-7 0,-4-11 0,7-8 0</inkml:trace>
  <inkml:trace contextRef="#ctx0" brushRef="#br0" timeOffset="89">27138 14528 8912,'-17'0'0,"0"0"0,-1 0 0,9 0 0,3 0 0,12 0 0,5 0 0,5-7 0,1-5 0,8-3 0,1-2 0</inkml:trace>
  <inkml:trace contextRef="#ctx0" brushRef="#br0" timeOffset="90">27758 14030 8912,'-27'-6'0,"4"-2"0,4 1 0,2-1 0,-3 2 0,-1 6 0,-3 0 0,-3 0 0,6 14 0,-2 3 0,4 11 0,3 1 0,3 4 0,2 1 0,7 6 0,-2 0 0,6 6 0,6-6 0,-1-5 0,11-9 0,5-1 0,4-4 0,-2-4 0,5-5 0,-1 1 0,2-7 0,1-2 0,-5-10 0,2-5 0,4-5 0,-5-7 0,3 0 0,-8-7 0,2 1 0,0-9 0,-6-4 0,-5 0 0,-3 0 0,-7-4 0,4 6 0,-12-8 0,-5 2 0,-5 4 0,-1 2 0,-6 6 0,0 5 0,0 4 0,6 10 0,0 4 0,0 5 0,5 6 0,1 6 0,7 5 0,-2 12 0,4-2 0,2 8 0,8-6 0,3 5 0,5-7 0,8 12 0,3-7 0</inkml:trace>
  <inkml:trace contextRef="#ctx0" brushRef="#br0" timeOffset="91">28067 14064 8912,'12'11'0,"-1"1"0,-7-1 0,4 7 0,-8-1 0,5 6 0,1 0 0,6 7 0,-7-1 0,9 3 0,-3 1 0,5-3 0,1-1 0,0 0 0,0 5 0,-1-7 0,-5-4 0,4-6 0,-3-6 0,-5 5 0,1-14 0,-8 3 0,0-12 0,0-11 0,0-8 0,2-7 0,4-1 0,-4-6 0,3 0 0,-3-6 0,-2 6 0,0 1 0,0 11 0,6-5 0,0 5 0,1 3 0,-1 2 0,-2 10 0,7 3 0,3 2 0,9-5 0,4 3 0</inkml:trace>
  <inkml:trace contextRef="#ctx0" brushRef="#br0" timeOffset="92">28652 14288 8912,'-17'26'0,"0"-3"0,6-9 0,-1-5 0,-1-1 0,5-3 0,0-5 0,8 0 0,8-1 0,4-5 0,3-6 0,8 1 0,0-4 0,-2-4 0,-2-1 0,2 1 0,-4 2 0,4 0 0,-9 0 0,-3 0 0,3-1 0,-9 1 0,3 0 0,-4 0 0,-2 0 0,0 5 0,0 1 0,-8 7 0,-3-2 0,-4 6 0,-3 6 0,-4 5 0,-1 12 0,0 4 0,5 7 0,3-1 0,4-5 0,-3 5 0,9-4 0,-1 1 0,6-1 0,0 1 0,0-7 0,2-5 0,3-9 0,7-1 0,3-4 0,4-4 0,4-6 0,2-4 0,4-7 0,1-6 0,-7 0 0,2-5 0,-2 5 0,-9-8 0,3 2 0,-6 5 0,1 1 0,-3-2 0,-5 2 0,2 2 0,0 9 0,-6 5 0,0 9 0,0 3 0,0 7 0,0 11 0,0-2 0,0 7 0,0-5 0,0 6 0,7-8 0,5 2 0,3-2 0,2 2 0,0-4 0,1 4 0,-1-6 0,0-5 0,0 1 0,0-7 0,1-1 0,-1-5 0</inkml:trace>
  <inkml:trace contextRef="#ctx0" brushRef="#br0" timeOffset="93">29668 13737 8912,'-8'-17'0,"0"-6"0,-3 0 0,-4 0 0,5 6 0,1 0 0,-7 7 0,14 3 0,-5 9 0,7 3 0,-2 11 0,-2 9 0,-2 1 0,2 5 0,3 7 0,1 2 0,0 8 0,0-2 0,0-2 0,0 2 0,0-2 0,0 1 0,0 5 0,0-4 0,0-4 0,0-2 0,0-2 0,0 2 0,-6-5 0,0-1 0,-7-7 0,3-10 0,-7 0 0</inkml:trace>
  <inkml:trace contextRef="#ctx0" brushRef="#br0" timeOffset="94">29461 14150 8912,'-9'-2'0,"3"-4"0,4 4 0,2-5 0,0 5 0,2-2 0,4-2 0,3 1 0,8 3 0,1-2 0,-1-2 0,0 0 0,0 6 0,0 0 0,1 0 0,7 0 0,-6 0 0,4 0 0,-4 0 0,-2 0 0,0-7 0,0-3 0</inkml:trace>
  <inkml:trace contextRef="#ctx0" brushRef="#br0" timeOffset="95">29909 13995 8912,'9'0'0,"-1"0"0,-8 0 0,0 8 0,0 3 0,0-1 0,0 1 0,-6 8 0,0 8 0,3 2 0,1-1 0,2 1 0,0 6 0,0-3 0,0-3 0,-6 1 0,0-7 0,0 0 0,6-13 0,0-3 0,0-7 0</inkml:trace>
  <inkml:trace contextRef="#ctx0" brushRef="#br0" timeOffset="96">29891 13823 8912,'0'-17'0,"0"6"0,0-1 0,-7 1 0,5 1 0,-6 3 0,8 8 0,0 5 0,2 4 0,4 7 0,3 0 0,9 0 0,1-1 0,4-5 0,4 4 0,7-5 0</inkml:trace>
  <inkml:trace contextRef="#ctx0" brushRef="#br0" timeOffset="97">30287 13634 8912,'-15'2'0,"3"4"0,-1 5 0,7 12 0,-5 6 0,3 11 0,1 8 0,-1 7 0,0 1 0,3 7 0,3-2 0,-4 2 0,4-8 0,2-7 0,0-6 0,0-8 0,6-13 0,-1-3 0,9-7 0,-3 0 0,5-5 0,1-12 0,6-9 0,0-8 0,5-9 0,-5-3 0,6-1 0,-4-10 0,0-2 0,0-1 0,-2-9 0,-6 1 0,0-2 0,0 2 0,-5 9 0,-1-4 0,-7 14 0,2 4 0,-4 7 0,-10 17 0,-2 12 0,-7 16 0,0 8 0,0 7 0,1 1 0,5 1 0,-2-1 0,7 0 0,-6 1 0,7-1 0,-1 0 0,6 1 0,0-3 0,0-3 0,0-4 0,0-8 0,2 0 0,4-2 0,5-3 0,4-6 0,3-4 0,-1-2 0,2 0 0,4 0 0,-2-2 0,8-4 0,-7 2 0,7-7 0,-6 7 0,6-2 0,-8-2 0,2 3 0,-4-1 0,-2 6 0,0 0 0,-5 0 0,-1 0 0,-7 0 0,11 0 0,-5 0 0,7 0 0,0 0 0,-5-6 0,-1 1 0,-5-1 0,6 6 0,-1 0 0,6 0 0,0 0 0,-5 0 0,-1 0 0,-1 7 0,1 5 0,3-3 0,-7 3 0,1 1 0,0 3 0,-1 3 0,-1 4 0,-4-4 0,4 4 0,-4-4 0,-2-2 0,5-6 0,1 1 0,0-1 0,-6 7 0,0-9 0,0-1 0,0-8 0,0-8 0,0-9 0,0-10 0</inkml:trace>
  <inkml:trace contextRef="#ctx0" brushRef="#br0" timeOffset="98">31199 13806 8912,'0'-17'0,"0"0"0,0 0 0,0-1 0,0 9 0,0 1 0,0 10 0,0 4 0,0 3 0,0 9 0,0-1 0,0 0 0,0 0 0,-15 0 0,-4 0 0</inkml:trace>
  <inkml:trace contextRef="#ctx0" brushRef="#br0" timeOffset="99">30132 13961 8912,'-51'9'0,"9"-1"0,7-8 0,10-8 0,18-3 0,13-4 0,26-12 0,25-7 0,10-3 0,8-7 0,7 2 0,-37 23 0,0 0 0,37-17 0,4 1 0,-15 11 0,-8 6 0,-11 9 0,-18 9 0,-7 2 0,-4 3 0,-6 5 0,-5 7 0,-5 0 0,-7 1 0</inkml:trace>
  <inkml:trace contextRef="#ctx0" brushRef="#br0" timeOffset="100">26673 15457 8912,'-23'2'0,"-1"1"0,-1 3 0,0-2 0,6 0 0,4 0 0,3 1 0,8 9 0,-2-3 0,5 4 0,1 10 0,1 4 0,3 3 0,2 3 0,2-1 0,-4 2 0,1 3 0,-1 1 0,-2 6 0,-2-6 0,0-2 0,0-2 0,0-3 0,0-5 0,0-1 0,0-4 0,-2-10 0,-4 5 0,4-13 0,-5-5 0,7-11 0,0-10 0,0-2 0,2-11 0,3 5 0,-1-7 0,8 7 0,-3-2 0,3 3 0,3 3 0,-3 8 0,3-1 0,2 1 0,0 8 0,0 3 0,8 4 0,4 2 0,3 4 0,3 7 0,-3 3 0,-3 14 0,4-5 0,-5 6 0,-5-6 0,-6 6 0,-1-6 0,-11 5 0,-1-1 0,-11 2 0,-11-7 0,-8-2 0,-1-3 0,-2 0 0,-1-2 0,-3-3 0,-1-5 0,-1-7 0,3 0 0,3 0 0,-2-2 0,9-3 0,1-7 0,9-3 0,6-2 0,4-6 0,2 0 0,2 2 0,4 2 0,9 0 0,8-4 0,8 4 0,-2-4 0,11 6 0,6 5 0,3-3 0,3 3 0,0 5 0,-1 1 0,-1 4 0,-4 2 0,-6 2 0,-11 4 0,-5 3 0,-14 8 0,-4 1 0,-6-3 0,-6-4 0,4-3 0,-6-8 0,8 0 0,0 0 0,0-8 0,6-1 0,0-8 0,2 5 0,-5 1 0,3-3 0,0-1 0,2 6 0,-5 1 0,9 8 0,-1 0 0,7-8 0,-1-1 0</inkml:trace>
  <inkml:trace contextRef="#ctx0" brushRef="#br0" timeOffset="101">27654 15491 8912,'-2'-10'0,"-3"5"0,-5 3 0,-1 6 0,-1 7 0,8 8 0,-1 16 0,3 9 0,2 7 0,2 1 0,3 5 0,5 2 0,7-3 0,0-5 0,1-3 0,-1-12 0,0-1 0,2-11 0,4-12 0,-4-4 0,4-8 0,-4-10 0,-2-7 0,-5-8 0,-1-9 0,1-8 0,5-4 0,-5 2 0,-1-2 0,-7 2 0,2-2 0,-5-2 0,-1 10 0,0 4 0,0 3 0,8 18 0,-6-2 0,8 15 0,-5 0 0,5 7 0,7 3 0</inkml:trace>
  <inkml:trace contextRef="#ctx0" brushRef="#br0" timeOffset="102">28153 15697 8912,'0'18'0,"0"-1"0,0 0 0,0-6 0,0 1 0,0-1 0,0 6 0,-7 1 0,3-1 0,-6 0 0,3 0 0,3 0 0,2 1 0,2-1 0,0 0 0,0 0 0,0-5 0,0-1 0,0-5 0,0 5 0,0-7 0,0 4 0,0-8 0,0-8 0,0-5 0,0-8 0,6-4 0,-1-4 0,9-3 0,-5 3 0,3-1 0,-1 1 0,1-2 0,5 8 0,0 1 0,0 4 0,-5 9 0,-1 3 0,3 4 0,1 2 0,2 4 0,0 7 0,6 3 0,0 14 0,2-1 0,-2 4 0,4-4 0,0-3 0,11-1 0,-4-6 0,-1-1 0,-4-5 0,-1-5 0,-1-4 0,6-10 0,-14-1 0,5-9 0</inkml:trace>
  <inkml:trace contextRef="#ctx0" brushRef="#br0" timeOffset="103">28738 15783 8912,'-17'-9'0,"0"-1"0,0 4 0,0 5 0,-1-5 0,5 4 0,-2 2 0,-2 2 0,3 4 0,-3 3 0,5 8 0,-1 6 0,2 0 0,-3 0 0,9-6 0,-3 0 0,2 1 0,4-1 0,-4 0 0,5-5 0,1-1 0,7-7 0,5 2 0,3-5 0,2-8 0,0-5 0,1-3 0,-1-2 0,6-6 0,0 0 0,0-8 0,-6 3 0,-2-5 0,-3-1 0,1 0 0,-7-1 0,5-5 0,-5 0 0,0-6 0,-6 6 0,5 0 0,1 5 0,0 9 0,-6 3 0,0 11 0,-6 8 0,0 16 0,3 11 0,-1 9 0,0 8 0,-2 8 0,2 8 0,2-5 0,2 1 0,0-3 0,0-8 0,0 1 0,0-2 0,0-10 0,0 5 0,2-12 0,4-2 0,6-8 0,-3-5 0,3-8 0,-1-2 0,6-4 0,1-5 0,-1-12 0,0 3 0,0-4 0,0 1 0,1 0 0,-7-8 0,1 3 0,-9 3 0,3 2 0,-4 4 0,-2 2 0,0 5 0,0 1 0,0 7 0,0-2 0,0 12 0,-2 3 0,-4 9 0,4-1 0,-3 0 0,-3 0 0,2 0 0,2 0 0,3 1 0,-7-1 0,6 0 0,-6 0 0,8-5 0,0-1 0,2-7 0,4 2 0,-2-4 0,7-2 0,1 0 0,5 0 0,0-2 0,0-2 0,1-2 0,-1 0 0,0 6 0,0 0 0,0 0 0,1 0 0,-1 0 0,0 0 0,0 0 0,0 0 0,-5 0 0,-1 0 0,1 0 0,5 0 0,0 0 0,1 0 0,-1-7 0,0-3 0</inkml:trace>
  <inkml:trace contextRef="#ctx0" brushRef="#br0" timeOffset="104">29582 15302 8912,'0'-12'0,"0"1"0,0-2 0,-2 5 0,-4 2 0,2 4 0,-7 2 0,-3 2 0,-1 4 0,4 4 0,-1 7 0,6 8 0,-5 3 0,1 7 0,-1 5 0,-2-2 0,7 8 0,0 0 0,6 5 0,-6-5 0,1 0 0,-1-8 0,6 2 0,0-4 0,0-1 0,2-3 0,3-3 0,-3-4 0,4-8 0,-4-5 0,-2-1 0,0-7 0,0 3 0,0-7 0</inkml:trace>
  <inkml:trace contextRef="#ctx0" brushRef="#br0" timeOffset="105">29289 15783 8912,'-11'0'0,"-1"0"0,8 0 0,-3 0 0,9 0 0,3-2 0,9-1 0,7-3 0,6-8 0,7 3 0,0 1 0,1-1 0,-6 0 0,-1-7 0,1 3 0,5 4 0,-5-3 0,-2 8 0,-2 3 0,-2 1 0,-6 2 0,-8 2 0,-3 3 0,2 5 0,-3 7 0,1 2 0,-6 2 0,0 4 0,0 2 0,0-6 0,0 2 0,0-4 0,0-2 0,0 0 0,0 0 0,-2-1 0,-3-5 0,-7-5 0,4-4 0,-7-2 0,6 0 0</inkml:trace>
  <inkml:trace contextRef="#ctx0" brushRef="#br0" timeOffset="106">29599 15560 8912,'0'-27'0,"0"4"0,0 4 0,0 2 0,2 7 0,4 5 0,-3-3 0,9 2 0,5 0 0,6 6 0,2 0 0,-2 0 0,-4 0 0,13 0 0,-5 0 0</inkml:trace>
  <inkml:trace contextRef="#ctx0" brushRef="#br0" timeOffset="107">30081 15216 8912,'-10'8'0,"-5"-7"0,11 15 0,-7-5 0,1 6 0,-1 6 0,1 12 0,4 11 0,2 5 0,-5 5 0,1 3 0,4 2 0,3-6 0,1 3 0,5-11 0,1-1 0,7-15 0,-1-3 0,3-7 0,2-5 0,1-5 0,-1-5 0,6-12 0,0-5 0,5-12 0,-5-6 0,6-5 0,-6-6 0,0-4 0,-6-8 0,0 1 0,0-1 0,-1-7 0,-5-4 0,-1 2 0,-6-1 0,1 3 0,-1 4 0,-2 5 0,-2 10 0,0 8 0,-2 22 0,-4 4 0,-1 12 0,-5 5 0,-1 18 0,5 7 0,-1 6 0,-5 6 0,1 2 0,1 1 0,3 1 0,3 0 0,4-7 0,-3 1 0,3-4 0,2 0 0,0-7 0,0-3 0,0-7 0,0-2 0,7-4 0,3-9 0,7-5 0,0-3 0,0-2 0,3-2 0,1-1 0,3-5 0,3-2 0,-4-1 0,6-6 0,-8 0 0,2-1 0,-4 1 0,-2 0 0,-5 5 0,-1 1 0,-7 0 0,9-1 0,-7 1 0,7-1 0,-3-5 0,7 7 0,0 3 0,1 7 0,-9 7 0,-3 5 0,2 3 0,-3 2 0,3 6 0,-2 0 0,-4 0 0,3-6 0,3 1 0,-2-1 0,5 0 0,-3-2 0,0-1 0,-1-3 0,7-1 0,-3 1 0,-1 2 0,1-7 0,1 8 0,-1-7 0,0 5 0,-7-3 0,2-3 0,-2-4 0,2 4 0,-4-5 0,5-16 0,-7-4 0</inkml:trace>
  <inkml:trace contextRef="#ctx0" brushRef="#br0" timeOffset="108">30872 15285 8912,'-9'-8'0,"3"-3"0,4 1 0,2-1 0,0 5 0,0-6 0,2 3 0,4-3 0,1 3 0,5 3 0,3 4 0,-5-5 0,7 14 0,0 3 0</inkml:trace>
  <inkml:trace contextRef="#ctx0" brushRef="#br0" timeOffset="109">29874 15766 8912,'-49'15'0,"3"-3"0,21-5 0,19-7 0,23-9 0,23-8 0,12-8 0,17-9 0,5-3 0,1-3 0,7 2-47,-1-8 0,5 2 0,-42 21 1,1 0-1,2 3 0,0 0 47,1 2 0,0 0 0,-3-3 0,0 0 0,1-1 0,1 0 0</inkml:trace>
  <inkml:trace contextRef="#ctx0" brushRef="#br0" timeOffset="110">28085 13359 8912,'0'-17'0,"-2"2"0,-2 1 0,-4 3 0,-1-3 0,-5-1 0,5-2 0,-3 0 0,8 5 0,-1 1 0,3 5 0,2-5 0,-2 7 0,-4-2 0,-5 4 0,-12 4 0,-6 4 0,-13 5 0,-10 12 0,-9-2 0,-15 8 0,-10 1 0,38-14 0,0 1 0,1 0 0,0 0 0,1 1 0,0-1 0,-41 11-269,0 1 0,7-6 269,0 6 0,9-8 0,2 1 0,2-2-55,10-3 1,-6 2 54,6 4 0,7-4 0,10 4 0,5 2 0,7-2 0,-1 7 0,12-1 0,3 3 0,14 3 0,0-1 0,0 0 0,0 7 266,0-1 0,0 6-266,0-6 0,0 7 57,0-1 1,6 12-58,0 5 0,0 5 0,-6 7 0,0 7 0,0 8 0,0-40 0,0 1 0,-1 4 0,2-1 0,1-3 0,1-1-139,3 42 1,2-12 138,-3-5 0,5-7 0,7-6 0,0-11 0,1-9 0,-1-7 0,0-7 0,0-11 0,0-11 0,1-4 0,-1-2 0,0-2 0,0-4 0,2-5 0,4-12 0,4 2 0,7-8 0,3-1 138,3-3 1,10 1-139,7 3 0,6-1 0,-5 7 0,7-6 0,0 6 0,7 2 0,8 2 0,7 2 0,4 0 0,-41 10 0,2 2-189,2-1 0,1 1 0,5 0 1,0 0 188,-2-1 0,-1 1 0,2-1 0,0 2 0,-2 2 0,-1 0 0,5-1 0,1-1 0,1-1 0,2 0 0,0 2 0,0 0 0,1-2 0,0-1 0,-1 1 0,0-2-254,-2-1 0,0-1 0,2 0 1,0-1 253,3-1 0,2-1 0,0 3 0,1-1 0,-2-1 0,0-1 0,2 2 0,-1 1 0,-3 0 0,-2 1 0,-1-1 0,0 1 0,-1-1 0,0 0 0,0 1 0,-1-1-157,-5 1 1,0-1 0,2 1 0,-1-1 156,-6 0 0,-1 1 0,1-1 0,0 1 0,2-1 0,1 0 0,-4 1 0,-1-1-75,42-8 0,-16 2 75,-18 3 0,1-1 0,-2 7 0,6-5 0,-5 5 0,-3-6 306,-9 7 0,-4-9-306,-8 3 0,-7 1 996,-4-1-996,-4-1 0,-3-5 0,-3 0 0,-2-2 370,3-4 1,-1 2-371,-1-8 0,3 1 49,-4-7 0,-1-7 0,0-6 0,-3-7-49,-3-8 0,-2-13 0,-2-10 0,0 5 0,0-5 0,0 10 0,0-2 0,0 1 0,0 5 0,-8 3 0,-3 6 0,-4 4 0,-3 7 0,-5 6 0,-1 2 0,-3 4 0,-4 8 0,4-1 0,-1 10 0,5 0 0,-6 6 0,0 0 0,-5 0 0,0 0 0,-1-1 0,-1 7 0,-4 0 0,-4 5 0,-8-6 0,-7 8 0,-6-1 0,-10 3 0,-11 2 0,36 0 0,-3 2 0,-6 1 0,-3-1 0,-1 0 0,-2 0-331,-3 4 1,-1 0-1,-5-1 1,-1 1 330,-5 3 0,-1-1 0,-1 1 0,-1 0 0,-5-1 0,-1 1 0,0 0 0,0 1 0,-2 1 0,-2 1 0,-2-2 0,-3 1 0,28-2 0,-1 1 0,0 0 0,4-1 0,0 0 0,0 1-269,0 1 1,0 1 0,0 0 0,1-1 0,1 0 0,-1 1 268,-29 5 0,1 0 0,4 0 0,2-1 0,7-2 0,2 0 0,7 2 0,2-1 0,5-3 0,2-1 0,6 0 0,3 1-106,-38 13 1,14-4 105,15 7 0,21 3 0,19 9 0,11 4 0,16 4 0,8 3 0,7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380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7864 7771 8912,'-7'-17'0,"-3"2"0,-7 1 0,2 3 0,3-2 0,3-1 0,5 1 0,-2 1 0,2-1 0,2 3 0,2-1 0,0 5 0,0-5 0,0 5 0,2-3 0,4 1 0,-4 2 0,13 6 0,-5 4 0,7 7 0,0 12 0,-5 12 0,-1 11 0,1 9 0,5 20 0,-6 3-310,1 8 1,-1 7 309,-3-44 0,1 0 0,9 44 0,-1-1 0,6-14 0,0-9 0,0-13 0,-6-11 0,2-16 0,4-6 0,-4-11 0,4-12 0,2-10 0,-2-7 0,7-8 0,-1-9 0,4-1 0,1 1 0,-5-2 309,-1-5 1,-14 11-310,-3-5 0,-15 5 0,-5-5 0</inkml:trace>
  <inkml:trace contextRef="#ctx0" brushRef="#br0" timeOffset="1">8071 8373 8912,'0'10'0,"0"5"0,0-15 0,0 0 0,8-15 0,3-14 0,10-11 0,2-6 0,8-4 0,-3-1 0,5-1 0,1 1 0,1 7 0,-1 4 0,-9 9 0,-8 2 0,-7 8 0,-10-4 0</inkml:trace>
  <inkml:trace contextRef="#ctx0" brushRef="#br0" timeOffset="2">7813 7892 8912,'-16'-23'0,"5"0"0,5-8 0,12 3 0,5-5 0,12-1 0,8-1 0,7 1 0,0 7 0,8 6 0,0 8 0,-2 7 0,-2 12 0,-7 5 0,-1 12 0,1 4 0</inkml:trace>
  <inkml:trace contextRef="#ctx0" brushRef="#br0" timeOffset="3">8518 7995 8912,'2'-10'0,"4"5"0,7 3 0,8 2 0,0 0 0,6 2 0,0 3 0,0 7 0,-4 9 0,3 4 0,-1-1 0,-4 1 0,-2 4 0,-1-6 0,-3 0 0,-4-6 0,-3 0 0,0 0 0,-8-1 0,0-5 0,-8-11 0,-9-11 0,2-12 0,3-6 0,-1-3 0,5-5 0,0-1 0,1-2 0,1 0 0,6 5 0,0 3 0,0 1 0,0 5 0,0 1 0,2 2 0,4 6 0,3-1 0,8 1 0</inkml:trace>
  <inkml:trace contextRef="#ctx0" brushRef="#br0" timeOffset="4">8862 7806 8912,'10'7'0,"-2"-5"0,-8 6 0,7-8 0,-3 0 0,8 0 0,-1 0 0,6 0 0,2 0 0,2 2 0,2 4 0,0-5 0,-4 7 0,2-2 0,2 0 0,0 5 0,-5-5 0,-7 1 0,1-3 0,1 2 0,-5 0 0,-1-6 0,-14 0 0,-1-10 0,-4-7 0,-1 0 0,7-6 0,1-4 0,5-2 0,0 5 0,0 1 0,0-2 0,2 2 0,3 2 0,7 2 0,9 2 0,2-1 0,5 7 0,-5-1 0,16 1 0,-3-6 0</inkml:trace>
  <inkml:trace contextRef="#ctx0" brushRef="#br0" timeOffset="5">9499 7582 8912,'-11'10'0,"1"-3"0,1-1 0,-1 0 0,-1 7 0,-7-1 0,3 3 0,4 2 0,-3 2 0,7 2 0,-1 4 0,0 2 0,3-6 0,5 2 0,7-4 0,3-4 0,7-3 0,0-5 0,0-7 0,1-2 0,-1-3 0,0-5 0,0-9 0,0-2 0,1-2 0,-9-2 0,-3 2 0,-4 4 0,-2-4 0,0 4 0,0 2 0,-2 2 0,-4 1 0,-5 5 0,-5 1 0,-1 2 0,0 6 0,-6 8 0,0 3 0,0 5 0,6 1 0,5-6 0,1 1 0,7-1 0,-3 7 0,7-1 0</inkml:trace>
  <inkml:trace contextRef="#ctx0" brushRef="#br0" timeOffset="6">9585 7376 8912,'0'-17'0,"-7"-1"0,5 1 0,-4 0 0,4 6 0,2-1 0,0 6 0,2-3 0,4 1 0,5 3 0,12 5 0,-2 0 0,8 0 0,-1 1 0,7 5 0,-1 4 0,1 7 0,-1 2 0,1 4 0,-3-4 0,-3 6 0,-6-2 0,-4 0 0,-2 0 0,-7-6 0,-5 0 0,-5-7 0,-5-5 0,-5-12 0,-7-11 0,0-8 0,-1-14 0,3 1 0,4-6 0,3-3 0,8-11 0,2-8 0,4-6 0,13-9 0,15 2 0,6-4-165,6-2 0,-21 39 0,0 0 0,-3-1 0,0 1 0</inkml:trace>
  <inkml:trace contextRef="#ctx0" brushRef="#br0" timeOffset="7">18861 10591 8912,'-2'-11'0,"-2"-1"0,-2-1 0,0-3 0,1-1 0,-1 0 0,2 0 0,2 0 0,2-1 0,0 1 0,0 0 0,2 0 0,4 0 0,5-1 0,-3 7 0,-2 0 0,1 5 0,-1-6 0,8 9 0,-13-5 0,7 10 0,-8 5 0,0 11 0,0 1 0,0 9 0,2 3 0,4 9 0,-2 0 0,7 12 0,-5-3 0,5 14 0,-1 2 0,3 10 0,-1 9 0,1 12 0,-8-45 0,0 3 0,0 5 0,1 2 0,-1 1 0,0 0-193,0-2 1,1 0 0,-1 1 0,0-1 192,-2-8 0,-1-1 0,-1 1 0,0-1 0,5 35 0,-4-6 0,-2-17 0,0-13 0,0-14 0,0-5 0,0-10 0,0-4 0,0-9 0,0-8 0,0-2 769,0-4-769,0 4 0,0-5 0,0 7 0,0 0 0,-8 0 0,-3 0 0,-12 0 0,-4 0 0,-7-8 0,-1-2 0</inkml:trace>
  <inkml:trace contextRef="#ctx0" brushRef="#br0" timeOffset="8">18603 11863 8912,'0'-17'0,"0"0"0,0 0 0,0 5 0,0 1 0,0 7 0,7 6 0,5 15 0,3 2 0,2 10 0,0-6 0,3 5 0,2 3 0,7 1 0,-2-3 0,2 0 0,-1-6 0,7 5 0,-1-5 0,1 6 0,-1-14 0,0 2 0,1-3 0,-1-5 0,-1 5 0,-5-9 0,-3 1 0,-8-6 0,1-8 0,-9-1 0,-1-8 0</inkml:trace>
  <inkml:trace contextRef="#ctx0" brushRef="#br0" timeOffset="9">19188 11812 8912,'-12'32'0,"1"8"0,-1 10 0,-5 7 0,2 4 0,3 8 0,-3 8 0,5 3 0,-1 6 0,-1 5 0,9-5 0,-3 0-646,4-7 0,-6-18 0,-1-2 0</inkml:trace>
  <inkml:trace contextRef="#ctx0" brushRef="#br0" timeOffset="10">18499 14494 8912,'-17'-8'0,"0"-3"0,7 3 0,3 0 0,9 8 0,3 0 0,5 0 0,7 0 0,0 0 0,1 0 0,6 0 0,7 0 0,7 0 0,8 0 0,6 6 0,5 0 0,6 0 0,12-6 0,5 0 0,14 0 0,-42 0 0,1 0 0,5 0 0,2 0 0,6-3 0,0-2-268,3 0 1,0-1 0,1-1 0,0 0 267,-7 2 0,0-1 0,1-2 0,0 0 0,-1 3 0,0-1 0,-2-1 0,-1-1 0,0-1 0,0 0 0,-3 1 0,-1-1 0,-4 1 0,-1-1 0,45-8 0,-6 2 0,-10 1 0,-11 3 0,0 1 0,-6-1 0,-4-3 0,-2 9 0,-17-7 0,-5 6 0,-12 1 0,0 5 0,-12 0 0,-3 0 1069,-8 0-1069,-8 0 0,6 0 0,-7 0 0,5 2 0,-2 3 0,-7-1 0,1 8 0,3-7 0,-3 7 0,3-6 0,-3 5 0,-3 1 0,4 5 0,1-6 0,-1 1 0,7-1 0,-4 4 0,0-3 0,-1 3 0,-8-5 0</inkml:trace>
  <inkml:trace contextRef="#ctx0" brushRef="#br0" timeOffset="11">20736 14081 8912,'-15'-7'0,"4"-5"0,-5 4 0,7 1 0,-3 1 0,1 0 0,7 3 0,-2 8 0,4 7 0,2 3 0,2 2 0,6 0 0,9 1 0,8-1 0,9 0 0,3 0 0,3 0 0,4 1 0,8-1 0,1 0 0,4 0 0,-3 0 0,3 1 0,3-1 0,-3 0 0,-3-2 0,-7-3 0,-1 3 0,-11-4 0,1 10 0,-13 2 0,-8 2 0,-9-2 0,-4 4 0,-4 7 0,-6 3 0,-9 3 0,-10 4 0,-13 7 0,-4 1 0,-7-1 0,-3 7-172,-3-1 1,3 0 171,-3-5 0,9-6 0,2 0 0,-6-8 0,-5 2 0,2-4 0,5-5 0,2-8 0,0-12 0,2-7 0</inkml:trace>
  <inkml:trace contextRef="#ctx0" brushRef="#br0" timeOffset="12">22492 15336 8912,'9'-2'0,"-3"-3"0,-4 1 0,-2-8 0,0 7 0,0-7 0,-2 8 0,-4-1 0,-1 5 0,-7 5 0,3 9 0,-3 7 0,-1 5 0,-2 9 0,-8 7 0,-4 6 0,-3 7 0,-3 8 0,-1 2 0,-4-2 0,2 2 0,-8-8 0,8-1 0,-3-8 0,5-6 0,2-6 0,5-6 0,0-12 0,8-3 0,-2-4 0,4-3 0,2-8 0,0 0 0,0-10 0,1-5 0,3-8 0,1-4 0,7 5 0,-7-7 0,8 0 0,-1-5 0,3 1 0,2 5 0,0-3 0,0 8 0,7-2 0,5 2 0,3 6 0,2-2 0,3 8 0,2 3 0,5 2 0,8 6 0,-7 14 0,1 3 0,-2 12 0,1-1 0,5 5 0,-6 1 0,1 0 0,1 1 0,-6-1 0,6 1 0,-1-1 0,7 0 0,-1-7 0,1-4 0,1-6 0,4-5 0,-2 1 0,8-7 0,2-2 0,2-2 0,-6-10 0,-2-9 0,-8-10 0</inkml:trace>
  <inkml:trace contextRef="#ctx0" brushRef="#br0" timeOffset="13">23662 15371 8912,'-17'-2'0,"0"-2"0,-1-2 0,1 2 0,8 4 0,3 6 0,4-2 0,4 5 0,4-1 0,5-2 0,14-6 0,9 0 0,10 0 0,14-8 0,7-3 0,7-6 0,9-6 0,10-4 0,-42 10 0,0 0 0,1 0 0,1 1 0,0 0 0,0 1 0,-2 2 0,-1 0-127,44-12 0,-14 4 127,-9 9 0,-17 5 0,-18 7 0,-15 2 0,-13 5 0,-8 9 0,-9 5 0,-3 11 0,-14 2 0,-9-1 0,-9 1 0,4 1 0,-9-14 0,-1 7 0,-7 1 0</inkml:trace>
  <inkml:trace contextRef="#ctx0" brushRef="#br0" timeOffset="14">23903 15800 8912,'-33'0'0,"3"0"0,3 0 0,2 0 0,2 6 0,6 0 0,7 2 0,7-5 0,6 3 0,9 6 0,11-7 0,11 1 0,12-6 0,11 0 0,7 0 0,3-2 0,1-4 0,-1 3 0,-2-9 0,-4-1 0,-1-3 0,3 1 0,-6 4 0,-7-5 0,-10 5 0,-11 3 0,-6 3 0,-6 1 0,-6-2 0,-3 4 0,-16-5 0,-3 7 0,-6 0 0,-6 0 0,2 0 0,-8 0 0,-7-8 0,-8-2 0</inkml:trace>
  <inkml:trace contextRef="#ctx0" brushRef="#br0" timeOffset="15">24213 14924 8912,'0'-25'0,"0"4"0,0-8 0,0 8 0,-2-2 0,-4 4 0,4 10 0,-6 3 0,8 13 0,0 11 0,0 8 0,0 16 0,0 10 0,0 7 0,0 10 0,2 7 0,2 5 0,4 3 0,1 2 0,-3 2 0,6 3 0,-3-3-222,3 4 1,1-12 221,-7-5 0,5-12 0,-5-6 0,0-7 0,-6-10 0,2-12 0,3-7 0,-3-11 0,6-2 0,-8-8 0,0-10 0,2-7 0,4-10 0,1-13 0,5-6 0,3-19 0,-6-6 0</inkml:trace>
  <inkml:trace contextRef="#ctx0" brushRef="#br0" timeOffset="16">24471 14820 8912,'-19'-5'0,"-2"-1"0,0 4 0,5 6 0,-1 9 0,6 16 0,1 13 0,0 19 0,3 6 0,3 9 0,2 14 0,2 8 0,3-44 0,2 1 0,0 2 0,1 0 0,-1-2 0,0-1 0,0-2 0,1-1 0,8 41 0,1-10 0,-4-6 0,1-7 0,-8-8 0,1-3 0,-1-13 0,2-4 0,-4-11 0,4-1 0,-4-14 0,-2 2 0,0-13 0,0-4 0,0-15 0,7-12 0,3-7 0</inkml:trace>
  <inkml:trace contextRef="#ctx0" brushRef="#br0" timeOffset="17">25228 15285 8912,'0'-17'0,"-8"1"0,-1 3 0,-1 1 0,-3 10 0,7 2 0,0 16 0,6 14 0,0 10 0,0 12 0,0 7 0,0 10 0,0 6 0,2 1 0,2 0 0,2 1 0,-1-3 0,-5-5 0,6 0 0,0 0 0,5-4 0,-5-8 0,2-2 0,-2-15 0,-5-5 0,5-9 0,-4-1 0,-10-9 0,-1-16 0,-8-10 0</inkml:trace>
  <inkml:trace contextRef="#ctx0" brushRef="#br0" timeOffset="18">25090 15474 8912,'0'-17'0,"-2"-1"0,-3 1 0,3 8 0,2-5 0,11 9 0,6 1 0,6 2 0,6-4 0,11 0 0,2 1 0,4 5 0,4 0 0,-4 0 0,2 0 0,-3 0 0,-4 7 0,-15 5 0,-8 5 0,-11 6 0,-7-2 0,-6 8 0,-11-1 0,-11 7 0,-7-1 0,-5 0 0,-2 1 0,-4-1 0,-2 1 0,8-3 0,4-3 0,5-6 0,6-4 0,8-2 0,0-8 0,7-1 0,18-23 0,11-4 0</inkml:trace>
  <inkml:trace contextRef="#ctx0" brushRef="#br0" timeOffset="19">25710 15594 8912,'-19'-17'0,"-4"0"0,4 0 0,-6 1 0,0 5 0,6 3 0,-4 8 0,6 2 0,5 4 0,-1 9 0,7 10 0,0 2 0,-1 3 0,5 3 0,-4 1 0,6 1 0,6-1 0,-2 0 0,7 1 0,-1-9 0,1-3 0,4-4 0,-3-1 0,3-7 0,2-1 0,1-3 0,-7-1 0,0-6 0,-5-8 0,6-3 0,-3-10 0,3-2 0,1-2 0,-7 2 0,1-4 0,-3-5 0,4 3 0,1 6 0,-5-1 0,2 1 0,2 5 0,-3 7 0,3 1 0,-2-1 0,-4 3 0,7 8 0,-3 0 0,-2 8 0,5 5 0,1 6 0,0 4 0,1 2 0,6-2 0,-1-4 0,-5 4 0,4-4 0,-3-2 0,3 1 0,2-1 0,0 0 0</inkml:trace>
  <inkml:trace contextRef="#ctx0" brushRef="#br0" timeOffset="20">26002 15594 8912,'0'-17'0,"0"0"0,0 0 0,-7-1 0,5 11 0,-2 9 0,8 13 0,3 4 0,5 10 0,1-3 0,-7 3 0,5 6 0,-5-1 0,6-5 0,-7 5 0,1-5 0,-6-1 0,2-5 0,4-4 0,-4-2 0,3 1 0,-3-9 0,-2-1 0,0-12 0,0-7 0,6-3 0,0-14 0,7-7 0,-1-5 0,3 2 0,2 2 0,2 7 0,4 0 0,-4 8 0,4-2 0,-2 10 0,2 1 0,-2 9 0,8-3 0,0 4 0,5 2 0,1 0 0</inkml:trace>
  <inkml:trace contextRef="#ctx0" brushRef="#br0" timeOffset="21">26622 15594 8912,'9'-11'0,"-3"-1"0,-4 7 0,-2-7 0,-2 3 0,-4-3 0,-3-1 0,-8 7 0,-1 0 0,1 6 0,-6 0 0,0 0 0,0 2 0,6 4 0,0 7 0,0 8 0,1 0 0,5 8 0,-2-6 0,7 5 0,0-5 0,6 6 0,0-8 0,0 2 0,0-4 0,0-2 0,2-7 0,4-4 0,5-5 0,5-1 0,1-1 0,0-5 0,2-4 0,4-7 0,-4-2 0,4-4 0,-4 4 0,-2-4 0,-5-2 0,-1 2 0,3 2 0,1 2 0,-4 10 0,1 3 0,-8 4 0,5 2 0,-3 0 0,-2 6 0,7-1 0,1 7 0,5-6 0,2 5 0,2-3 0,4-1 0,2 1 0,-4-2 0,5-6 0,1 0 0,6 0 0</inkml:trace>
  <inkml:trace contextRef="#ctx0" brushRef="#br0" timeOffset="22">27018 15543 8912,'-27'-18'0,"8"1"0,7 0 0,8 7 0,-5 3 0,3 7 0,4 2 0,-4 3 0,10 7 0,2 11 0,2-2 0,-3 8 0,-1-7 0,8 7 0,-8-6 0,1 6 0,-1-3 0,2 3 0,-4-2 0,3-4 0,-1-4 0,2 4 0,-4-10 0,4-1 0,-4 1 0,-2-5 0,0-3 0,0-10 0,0-13 0,0-10 0,0-5 0,0-1 0,0-2 0,0-4 0,0 3 0,0-3 0,5 4 0,1 1 0,6 9 0,-5 3 0,1 4 0,0 1 0,5 7 0,-2 0 0,-1 7 0,1-2 0,-1 12 0,1 5 0,5 6 0,-5 6 0,-3-2 0,-2 8 0,-3-6 0,1 4 0,2-3 0,-2-3 0,-2-1 0,-2-3 0,0 0 0,0 0 0,0-7 0,0-3 0,0-22 0,5 4 0,1-12 0,6-2 0,-5 2 0,3 2 0,3 2 0,-3 2 0,1-1 0,1 1 0,5 8 0,0 3 0,-5 4 0,-1 2 0,1 8 0,5 5 0,0 4 0,2 8 0,4-13 0,-2 7 0,6-10 0,0 1 0,-1-5 0,3-3 0,6-2 0,-7 0 0,1 0 0,-2-13 0,1-4 0,-3-4 0,-8 4 0,-5-3 0,-1-2 0,-7 2 0,2-2 0,-6 2 0,-6 3 0,-5 0 0,-5 0 0,-1 2 0,0 3 0,5 4 0,1 8 0,0 4 0,-7 8 0,1-1 0,0 12 0,5 4 0,1 2 0,7 3 0,-2 2 0,5-1 0,1-4 0,0 1 0,0-7 0,7 6 0,5-6 0,9 0 0,2-6 0,7-6 0,-1 1 0,9-9 0,2 3 0,0-6 0,-5-6 0,-1-3 0,1-16 0,-1-2 0</inkml:trace>
  <inkml:trace contextRef="#ctx0" brushRef="#br0" timeOffset="23">28222 15010 8912,'-23'0'0,"0"0"0,-5 0 0,3 3 0,0 7 0,0 7 0,4 12 0,10-1 0,-3 13 0,8 4 0,3 7 0,1 5 0,7-1 0,1 7 0,8-4 0,-3-2 0,2-1 0,-1-16 0,3-2 0,-5-9 0,1-6 0,1-4 0,-7-8 0,7 1 0,-1-9 0,7-3 0,-1-15 0,0-8 0,0-2 0,-1 3 0,-3-7 0,-2-4 0,-1 5 0,1-1 0,-1 6 0,-4-6 0,-4 8 0,3-1 0,-3 8 0,-2 3 0,0 7 0,0-2 0,0 12 0,-2 5 0,-3 5 0,3 7 0,-4-1 0,4 7 0,2-6 0,2 0 0,4-6 0,3 0 0,8 1 0,3-9 0,3-3 0,-2-4 0,7-2 0,-7-8 0,2-3 0,-4-5 0,-1-1 0,-1 0 0,0 0 0,-6 0 0,1-1 0,-8 9 0,3 1 0,-5 8 0,4 0 0,-4 8 0,4 3 0,-4 10 0,-2 2 0,0 0 0,0 2 0,0-6 0,0 4 0,0-4 0,0-2 0,0 1 0,0-1 0,0 0 0,0 0 0,0 0 0</inkml:trace>
  <inkml:trace contextRef="#ctx0" brushRef="#br0" timeOffset="24">27964 15457 8912,'-17'-18'0,"2"1"0,3 0 0,-3 8 0,15-7 0,0 7 0,9-1 0,22 1 0,9 3 0,16-2 0,7-3 0,6-5 0,5 5 0,12-12 0,-38 10 0,0-1 0</inkml:trace>
  <inkml:trace contextRef="#ctx0" brushRef="#br0" timeOffset="25">29169 15268 8912,'-25'-2'0,"-4"-4"0,-3-2 0,-3-3 0,1 5 0,-1 4 0,7 2 0,-1 0 0,2 0 0,-1 0 0,3 4 0,8 7 0,1 1 0,3 13 0,1 0 0,-1 3 0,5-1 0,3 2 0,3-1 0,2 7 0,0-1 0,0 0 0,5-1 0,1-4 0,8 1 0,-5-5 0,3 0 0,-1 0 0,1-4 0,5-10 0,6 4 0,0-3 0,5-3 0,-5 3 0,0-6 0,-6 5 0,-5-7 0,-3 3 0,1-1 0,0 0 0,-7 7 0,-3-3 0,-11 7 0,-10-2 0,-2-3 0,-6 3 0,6-3 0,-7-3 0,3 3 0,0-1 0,4-1 0,4-3 0,2-14 0,0-3 0</inkml:trace>
  <inkml:trace contextRef="#ctx0" brushRef="#br0" timeOffset="26">30270 14889 8912,'-6'-26'0,"1"3"0,1 3 0,-6 11 0,6 5 0,-5 16 0,1 12 0,4 13 0,2 9 0,2 11 0,0-2 0,0 8 0,0-5 0,0 5 0,0 2 0,0 1 0,0-2 0,0-1 0,6-10 0,0-1 0,5-7 0,-5-4 0,0-13 0,-6 1 0,0-16 0,0-5 0,-8-8 0,-1 0 0</inkml:trace>
  <inkml:trace contextRef="#ctx0" brushRef="#br0" timeOffset="27">30064 15405 8912,'-6'-17'0,"0"0"0,2-1 0,4 1 0,6 0 0,11 0 0,12 0 0,13 0 0,10-1 0,7 1 0,10 0 0,5 0-814,1 0 814,7-1 0,-4-6 0,8-3 0</inkml:trace>
  <inkml:trace contextRef="#ctx0" brushRef="#br0" timeOffset="28">30838 15147 8912,'-25'8'0,"4"-4"0,-8 7 0,6 2 0,-5 10 0,-1 4 0,-5 8 0,-1 1 0,1 4 0,9-4 0,8 4 0,7-3 0,12-5 0,4-3 0,5-6 0,14-12 0,10-5 0,-1-4 0,6-2 0,0-8 0,-5-3 0,3-10 0,-9-2 0,-6-6 0,-4 4 0,-8-1 0,-3-5 0,3-2 0,-5-1 0,-6 5 0,-6 1 0,-7-1 0,1-5 0,-9 5 0,-2 0 0,-5 10 0,3 0 0,0 8 0,0 3 0,-5-5 0,3 3 0</inkml:trace>
  <inkml:trace contextRef="#ctx0" brushRef="#br0" timeOffset="29">25090 17228 8912,'-9'-8'0,"-5"4"0,7-7 0,-1-3 0,0-1 0,-5 3 0,1 1 0,-3-2 0,0-3 0,2 1 0,1 4 0,-5 3 0,-8 12 0,-2 7 0,-3 12 0,3 10 0,0 9 0,0 7 0,1 7 0,6 9 0,1-2 0,8 2 0,3-2 0,2-6 0,6-11 0,2-12 0,4-13 0,7-7 0,9-9 0,2-18 0,5-10 0,9-15 0,-3-8 0,-3-4 0,-5-3 0,-2-2 0,-4-3 0,-4-5 0,-5 6 0,-5-6 0,-7 5 0,0-5 0,0 6 0,-7-4 0,-5 9 0,-3 10 0,-2 10 0,7 7 0,-5 16 0,13 12 0,-4 20 0,10 12 0,2 16 0,7 8 0,-2 5 0,5 0 0,1 0 0,6 0 0,0-6 0,2 3 0,-2-10 0,-2 3 0,7-14 0,-1-7 0,2-11 0,3-4 0,-5-7 0,2-5 0,-1-4 0,-6-10 0,0-3 0,-4-12 0,-7-6 0,3-3 0,-9-3 0,1-1 0,-6-4 0,0 2 0,0-8 0,-10 8 0,-7-3 0,0 7 0,-8 5 0,2 6 0,0 4 0,0 10 0,6 3 0,-6 14 0,0 9 0,2 15 0,10 14 0,-3 6 0,9 5 0,-1 2 0,6 4 0,2 2 0,4-7 0,11-5 0,11-13 0,13-3 0,4-20 0,5-8 0,2-5 0,5-25 0,1-8 0,-3-20 0,-9-3 0,0-9 0,-12 4 0,1 1 0,-16 9 0,-6 3 0,-3 2 0,-5-6 0,-5 2 0,-2 2 0,-3-2 0,-3 0 0,-3-5 0,-5-6 0,5-1 0,3 9 0,2 8 0,5 7 0,1 5 0,0 14 0,0 17 0,0 13 0,0 18 0,0 13 0,0 13 0,0 10 0,5-1 0,1 7 0,2 3-169,-3 2 1,-3-3 168,4-3 0,2-5 0,-1-4 0,1-4 0,0-2 0,3-3 0,-5-10 0,5-12 0,-5-11 0,7-12 0,-1-5 0,-3-4 0,3-4 0,-1-5 0,-1-11 0,5 1 0,-5-8 0</inkml:trace>
  <inkml:trace contextRef="#ctx0" brushRef="#br0" timeOffset="30">25607 17313 8912,'-35'0'0,"3"0"0,3 0 0,12-7 0,9-5 0,12-9 0,7-3 0,12-3 0,14 4 0,3-6 0,6 6 0,-6-5 0,8 7 0,-2-2 0,-4 6 0,-2 5 0,2 2 0,-2 5 0,0 3 0,-5-6 0</inkml:trace>
  <inkml:trace contextRef="#ctx0" brushRef="#br0" timeOffset="31">26192 17365 8912,'-18'34'0,"-1"-9"0,-4-8 0,4-5 0,-4-6 0,10-4 0,3 1 0,3-6 0,9-7 0,9-7 0,6-2 0,6-4 0,2 2 0,4-8 0,1 6 0,-7-5 0,0 5 0,-6-6 0,1 8 0,-1-2 0,-8 4 0,-3 2 0,-4 0 0,-11 7 0,-7 4 0,-9 6 0,-7 6 0,1 5 0,-9 12 0,10-2 0,1 8 0,8 0 0,-2 5 0,9 0 0,3 1 0,7-3 0,-2-3 0,14 2 0,9-8 0,8 3 0,10-9 0,-1 4 0,0-9 0,3-4 0,1-3 0,2-3 0,-2-2 0,-1-15 0,-3-4 0</inkml:trace>
  <inkml:trace contextRef="#ctx0" brushRef="#br0" timeOffset="32">26501 17313 8912,'8'10'0,"-6"-2"0,7-1 0,-3 5 0,-2 3 0,8 2 0,-7 6 0,5 2 0,-1 2 0,1 3 0,-4 1 0,5-2 0,-7 1 0,2-7 0,-2-2 0,-1-8 0,3-1 0,0-10 0,-6-2 0,6-14 0,-1-8 0,1-15 0,-6 3 0,6-6 0,1 2 0,3-3 0,3 3 0,5-4 0,5 2 0,3 0 0,9 6 0,-1 7 0,1 4 0,-1-4 0,0 0 0</inkml:trace>
  <inkml:trace contextRef="#ctx0" brushRef="#br0" timeOffset="33">27207 17279 8912,'-25'0'0,"6"0"0,-6 0 0,8 0 0,7 0 0,3 8 0,7 1 0,0 8 0,5 3 0,1 3 0,6-4 0,-7 5 0,-1-1 0,-2 0 0,-2 2 0,0-2 0,0-4 0,-2 6 0,-4-8 0,5-7 0,-15-3 0,14-20 0,-3-4 0,5-14 0,5-3 0,-1-2 0,8-10 0,-3 0 0,3-6 0,3 8 0,-4 4 0,5 6 0,-1 5 0,-2 6 0,-1 4 0,-1 4 0,7 3 0,-7 7 0,0 10 0,-5 13 0,6 10 0,-8 5 0,1 1 0,-3 1 0,-2-1 0,2 0 0,4 1 0,-4-3 0,3-3 0,-3-4 0,-2-8 0,0 0 0,0 0 0,8-7 0,-4-3 0,7-7 0,-5-9 0,6-6 0,1-8 0,2-4 0,2-2 0,1-5 0,-1-1 0,0 1 0,0 2 0,0 1 0,-1 4 0,-5 2 0,5 3 0,-9 8 0,5 8 0,-3 3 0,-3 14 0,-2 1 0,7 5 0,-5 0 0,5 0 0,-1 0 0,1 1 0,5-7 0,-5 0 0,5-5 0,1 6 0,0-9 0,0 3 0,-5-4 0,-1-2 0,3-2 0,1-4 0,-4 3 0,1-9 0,-3 1 0,5-6 0,-5-1 0,-1 1 0,-2 0 0,-6 0 0,0 0 0,0 5 0,0 1 0,0 7 0,0-2 0,0 12 0,0 5 0,0 5 0,0 1 0,0 2 0,0 2 0,2 2 0,3-2 0,-1-2 0,8-2 0,-1 0 0,6 0 0,0 1 0,1-9 0,-1-3 0,0-4 0,0-2 0,-5-2 0,-1-4 0,-1-3 0,1-9 0,5-6 0,-7-3 0</inkml:trace>
  <inkml:trace contextRef="#ctx0" brushRef="#br0" timeOffset="34">27964 16523 8912,'-34'0'0,"1"2"0,4 3 0,-1-1 0,5 9 0,0 5 0,0 3 0,4 2 0,10-6 0,3 0 0,8 0 0,4 0 0,7 1 0,3-9 0,15-3 0,-7-4 0,5-2 0,-2-2 0,-4-4 0,-4-3 0,-5-9 0,1 1 0,-7 0 0,-2 0 0,-4 1 0,-6 5 0,2-2 0,-7 7 0,-1 0 0,-5 6 0,6 0 0,-1 0 0,8 2 0,-1 4 0,3 3 0,2 9 0,7 5 0,5-1 0,11 9 0,3-4 0</inkml:trace>
  <inkml:trace contextRef="#ctx0" brushRef="#br0" timeOffset="35">28308 17021 8912,'-2'-27'0,"-3"5"0,3 10 0,-6-3 0,6 13 0,-4-4 0,5 12 0,-5 5 0,4 5 0,2 1 0,0 6 0,0 0 0,0 5 0,-2-3 0,-2 0 0,-2 0 0,1-2 0,5-6 0,-2 0 0,-2 0 0,-2 1 0,0-1 0,6-8 0,0-11 0,0-15 0,0-15 0,0-14 0,8-4 0,4-1 0,5-7 0,6 1 0,-2-6 0,7 6 0,-1 1 0,2 10 0,-2 10 0,-6 11 0,2 6 0,-2 10 0,-2 7 0,-2 7 0,-6 13 0,1 10 0,-1 12 0,7 6 0,-1-4 0,0-2 0,0 2 0,0-1 0,3-7 0,3-5 0,-2-8 0,7 1 0,-5-10 0,6-6 0,0-4 0,5-4 0,-2-6 0,-3-9 0,4-2 0,-5-10 0,3 0 0,-2-5 0,-5 0 0,-6-1 0,-3 1 0,-4 0 0,3-7 0,-8 1 0,-3 2 0,-8 9 0,-7 1 0,-11 11 0,2-3 0,-7 15 0,5 3 0,-6 13 0,-2 14 0,-1 11 0,-3 14 0,1 7 0,1 8 0,5-2 0,5 2 0,11-2 0,5 8 0,7-8 0,15 0 0,8-11 0,23-10 0,11-8 0,8-3 0,4-14 0,0 2 0,0-13 0,-2-2 0,-4-8 0,-8-4 0,-7-1 0,-8-3 0,-11-5 0,3 0 0,-13-8 0,6-2 0</inkml:trace>
  <inkml:trace contextRef="#ctx0" brushRef="#br0" timeOffset="36">20926 4161 8912,'-10'0'0,"3"0"0,7-8 0,0 6 0,0-5 0,0 5 0,0-4 0,0 4 0,0-6 0,0 8 0,-8 0 0,6 0 0,-6 0 0,8 0 0,0 0 0,-7 0 0,5 0 0,-6 0 0,8-7 0,0 5 0,0-6 0,0 8 0,0 0 0,0-7 0,0 5 0,0-8 0,0 4 0,2 4 0,4-3 0,-4 1 0,3-2 0,-3 4 0,0-11 0,4 7 0,-2-7 0,7 1 0,-5 3 0,5-3 0,-5 3 0,6-3 0,-8-3 0,9 11 0,-7-7 0,1 5 0,-1-6 0,-4 9 0,13-13 0,-11 9 0,8-5 0,-9 5 0,5 5 0,-8-4 0,8 4 0,-6-13 0,13 13 0,-11-11 0,7 7 0,-7-2 0,2 2 0,-4 5 0,5-7 0,-5 6 0,4-4 0,-2 4 0,1-3 0,5-5 0,0 8 0,-1-11 0,-3 7 0,-4 0 0,13-1 0,-13 5 0,8-12 0,-5 9 0,5-9 0,-1 10 0,-3-7 0,4 7 0,-6-5 0,7 3 0,-7 4 0,5-6 0,-3 8 0,-2-5 0,7-1 0,-7 0 0,6 4 0,-4-4 0,-5 5 0,15-7 0,-12 6 0,7-4 0,-7 4 0,11-5 0,-3 7 0,-5 0 0,9 0 0,-13 0 0,9 0 0,-8 0 0,5 0 0,-3 0 0,-4 0 0,13 2 0,-3 3 0,-3-3 0,3 4 0,-8-4 0,11-2 0,-6 8 0,9-7 0,-1 5 0,-6 2 0,1-2 0,-8-1 0,11 3 0,-7-4 0,3 7 0,4-7 0,-5 9 0,5-5 0,-1 0 0,-3-1 0,-5 5 0,5-6 0,1 7 0,5-5 0,0 3 0,-5 2 0,-1-7 0,-5 6 0,5-7 0,-5 9 0,6-3 0,-3-1 0,4-1 0,-3 1 0,-2-1 0,-1-3 0,-1 6 0,-2-3 0,7 3 0,-7 3 0,11-6 0,-11 9 0,8-1 0,-8-6 0,3-1 0,-1-1 0,0 1 0,1-1 0,-1 3 0,-4 3 0,4-3 0,1-3 0,-1 3 0,6-7 0,-7 7 0,3-3 0,-2 3 0,-2 3 0,5-3 0,-1 3 0,5 2 0,-9 0 0,7 1 0,-5-1 0,6 0 0,-9 0 0,3 0 0,2-3 0,-2 3 0,5-10 0,-5 11 0,1-5 0,-3 4 0,2 0 0,7 1 0,-11-7 0,4 1 0,-2-9 0,2 3 0,-5 4 0,7-8 0,-6 13 0,4-4 0,-2 5 0,7 1 0,-7 0 0,2 0 0,1 6 0,-1 0 0,6 0 0,-7-6 0,7 0 0,-7 1 0,9 6 0,-5-5 0,7 4 0,-3-3 0,-1-3 0,-7-2 0,7-4 0,-7 5 0,7-5 0,-6 4 0,5 3 0,-5-7 0,5 1 0,-5-1 0,6 6 0,-7 0 0,5 1 0,-1-1 0,1 0 0,-4 0 0,5 0 0,-5 1 0,5-1 0,-5-6 0,6 1 0,-7-1 0,7 6 0,-3 1 0,3-1 0,1 0 0,-7 0 0,5 0 0,-5 1 0,6 4 0,-7 1 0,9 6 0,-3-6 0,-1 6 0,-1-5 0,1 3 0,0 4 0,-1-6 0,3-2 0,1-4 0,-7-2 0,5 6 0,-5 0 0,5-6 0,-5-6 0,6 1 0,-7 5 0,3-2 0,-4-1 0,3-3 0,3 2 0,-6 3 0,2 1 0,1 6 0,-1 0 0,5 0 0,-5-6 0,6 6 0,-7 0 0,9 7 0,-3-1 0,-1-2 0,1 1 0,1 1 0,5 5 0,-2-1 0,-3-4 0,3 3 0,-4-3 0,5-3 0,1 1 0,-2 0 0,-3 0 0,3-4 0,-4 5 0,5-5 0,1 6 0,0-2 0,0 1 0,1 5 0,-1-5 0,2-1 0,4 2 0,-2-1 0,8 7 0,-6-7 0,5 1 0,1 4 0,-2 5 0,5 0 0,-3 8 0,-2 0 0,1 5 0,-5 1 0,6-1 0,-8-5 0,2 0 0,-4-10 0,-4 1 0,-1-9 0,-3-3 0,-1-2 0,1-6 0,3 1 0,-9-1 0,3-2 0,-2-4 0,3 12 0,9-9 0,-1 12 0,0 1 0,0 0 0,0 2 0,1 5 0,4 0 0,1 1 0,2 7 0,-2 4 0,-4-4 0,4-2 0,2-4 0,-2-2 0,2 1 0,-4-3 0,2-3 0,-2-6 0,-2 2 0,-2-2 0,1 0 0,-1-6 0,-2 0 0,-4 0 0,5 0 0,-5 1 0,5 1 0,1 4 0,-6-4 0,1 4 0,-1 1 0,6-1 0,1 8 0,-1-4 0,0 1 0,0 1 0,-1-6 0,-5 6 0,4-6 0,-3 5 0,3-1 0,2 2 0,-1-5 0,-5-6 0,4 5 0,-3-1 0,3 1 0,2-5 0,1-1 0,-1 0 0,0 0 0,0 0 0,0 1 0,1-1 0,-1 0 0,0 0 0,0-5 0,0-1 0,1 1 0,-1 5 0,2 6 0,2 0 0,2-2 0,-2-2 0,-2 0 0,-2 4 0,0-4 0,1 4 0,-1-4 0,0-2 0,0 0 0,1 0 0,-7 1 0,0-1 0,-1-6 0,2 1 0,3-3 0,-4 3 0,-1 1 0,1-5 0,3 1 0,1 5 0,-4-1 0,1-2 0,-1 5 0,7-7 0,-1 9 0,0-1 0,0 0 0,0-6 0,1 1 0,-1-1 0,0 6 0,0 1 0,0-1 0,1 0 0,-1 0 0,0 0 0,0 1 0,6-1 0,0 0 0,2 0 0,-2 0 0,-2 1 0,8-1 0,-8 0 0,2 0 0,-4-5 0,0-1 0,2 2 0,2 3 0,0-1 0,-6-3 0,-2 3 0,-3-4 0,7 5 0,-8 1 0,9 0 0,-9 0 0,2 0 0,1 1 0,-3-3 0,3-4 0,-1 5 0,-1-5 0,3 4 0,-4 2 0,5 1 0,1-1 0,0 0 0,-6-2 0,1-3 0,-1 3 0,7-3 0,-7-3 0,1 3 0,1-1 0,2-1 0,8 5 0,0-4 0,0-1 0,-6 1 0,1-1 0,-1 1 0,6 3 0,0-9 0,0 9 0,-6-5 0,2 3 0,4-1 0,-4-1 0,4 1 0,-2 3 0,2-9 0,-4 9 0,4-3 0,-4-1 0,-2 1 0,0-1 0,1 1 0,-1 3 0,0-7 0,0 1 0,1 0 0,-1-1 0,0-1 0,-6-2 0,1 7 0,-1-5 0,7 5 0,-1-7 0,0 2 0,-2 4 0,-3 1 0,3-1 0,-3-1 0,3 1 0,2-1 0,0-3 0,0 5 0,1-1 0,-1 1 0,6-1 0,0-4 0,0-4 0,-6 3 0,6 3 0,2 0 0,0-1 0,-1 1 0,1 0 0,-2-3 0,-4-3 0,4 4 0,-4 2 0,-1-3 0,-1 1 0,0-6 0,0 8 0,0-5 0,1 7 0,-1-2 0,0 3 0,0-5 0,-1 2 0,-5-3 0,4-3 0,-3 4 0,3 2 0,2-3 0,1 3 0,-1-2 0,0-4 0,0 5 0,0 1 0,-5-6 0,-1 3 0,1-3 0,5-2 0,-6 2 0,1 4 0,-6-4 0,5 4 0,1-4 0,5-1 0,0 5 0,0-4 0,0 4 0,1-4 0,-1-2 0,-6 2 0,1 3 0,-1-3 0,7 4 0,-1-4 0,0 0 0,0 2 0,0 1 0,1 1 0,-1-6 0,-4 2 0,4 4 0,-9-4 0,9 3 0,-3-3 0,3-2 0,0 6 0,0 0 0,0-2 0,1-2 0,-1-2 0,0 0 0,0 0 0,0 0 0,-5 5 0,-1 1 0,1 0 0,5-6 0,0 0 0,1 0 0,-1 0 0,0 5 0,0 1 0,0-2 0,-5-2 0,-1-2 0,-5 0 0,6 0 0,-1 0 0,6 0 0,0 0 0,1 0 0,-1 0 0,0 0 0,0 0 0,0 0 0,1 0 0,1 0 0,2 0 0,2 0 0,-2 0 0,-2 0 0,-2 0 0,0 0 0,1 0 0,-1 0 0,0 0 0,0 0 0,0 0 0,1 0 0,-1 0 0,0 0 0,0 0 0,0 0 0,1 0 0,-1 0 0,-6 0 0,1 0 0,-1 0 0,6 0 0,1 0 0,-1 0 0,-6 0 0,1 0 0,-1 0 0,6 0 0,1 0 0,-1 0 0,-6 0 0,1 0 0,-6 0 0,5 0 0,-5 0 0,5 0 0,-5-2 0,5-4 0,1 4 0,5-3 0,8-5 0,4-1 0,3-3 0,5 1 0,1 1 0,2-1 0,6-2 0,-6-2 0,0 5 0,-5 1 0,-1 7 0,0-2 0,-7 2 0,-4-1 0,-4 3 0,-2-6 0,-5 8 0,-1 0 0,1 0 0,5 0 0,0 0 0,-5-2 0,-1-4 0,-5 4 0,5-3 0,-5 3 0,6 2 0,-7 0 0,5-2 0,-2-4 0,5 4 0,-11-5 0,7 7 0,-3 0 0,-4 0 0,8 0 0,-5 0 0,5 0 0,7-8 0,0 6 0,1-6 0,-1 8 0,-6 0 0,1 0 0,-8 0 0,3 0 0,-5 0 0,4 0 0,-4 0 0,5-7 0,-7 5 0,0-6 0,0 8 0,8 0 0,-6 0 0,6 0 0,-8 0 0,0 0 0,0-7 0,0-11 0,0-8 0</inkml:trace>
  <inkml:trace contextRef="#ctx0" brushRef="#br0" timeOffset="37">25779 4952 8912,'-18'-16'0,"-1"3"0,-2 2 0,-2-1 0,2 2 0,2 5 0,2 3 0,0 2 0,0 0 0,-3 0 0,-1 0 0,-2 0 0,0 7 0,6 5 0,0 5 0,0 6 0,-6 8 0,-2 13 0,0 11 0,0 10 0,-3 9 0,5 18 0,11-44 0,1 2 0,2 3 0,2 1 0,1-1 0,1 1 0,2-4 0,0 1 0,2 0 0,0-1-180,1 42 0,2-8 180,4-10 0,4-13 0,9-11 0,4-12 0,5-7 0,12-18 0,6-1 0,4-10 0,2-8 0,-1-19 0,5 2 0,-1-15 0,1-6 0,1-8 0</inkml:trace>
  <inkml:trace contextRef="#ctx0" brushRef="#br0" timeOffset="38">26123 5502 8912,'-52'0'0,"2"7"0,5 5 0,-1 5 0,9 6 0,7 6 0,3 3 0,6 8 0,9 0 0,5 1 0,7-7 0,0 0 0,0 1 0,2-1 0,3 0 0,5-7 0,7-4 0,0-6 0,1-5 0,-1 1 0,0-7 0,0 0 0,0-6 0,1-10 0,-1-7 0,2-2 0,4-10 0,-4-7 0,4-10 0,-4 2 0,-2-2 0,-5-7 0,-3-8 0,1-2 0,0-1 0,-7 1 0,3-5 0,-6-7-129,-6 1 1,3 1 128,-9 10 0,1 13 0,-7 16 0,7 3 0,-1 14 0,9 8 0,-3 20 0,4 12 0,2 10 0,0 7 0,2 4 0,4 7 0,3 6 0,8 1 0,6 5 0,0-6 0,0-1 128,2-3 1,-4-3-129,8-4 0,-2 1 0,1-7 0,-1-7 0,-4-10 0,-4-4 0,4-2 0,2-7 0,-2-5 0,0-5 0,-6-5 0,0-7 0,0-9 0,-1-4 0,-5-1 0,-1-3 0,-5-5 0,-3 1 0,4 4 0,-4-3 0,-2 3 0,0 4 0,0 3 0,-2 2 0,-4 3 0,4 8 0,-11 3 0,7 12 0,-5 11 0,5 12 0,-5 3 0,5 2 0,0 3 0,6-1 0,0 0 0,0-3 0,2-5 0,4 1 0,1-4 0,5-8 0,5-7 0,0-5 0,1-3 0,4-2 0,0-9 0,-1-7 0,0-6 0,-6-5 0,0-2 0,-9-5 0,0 1 0,-6 5 0,0-3 0,-2 6 0,-4 0 0,-5 1 0,-5 1 0,-1 5 0,-6 9 0,0 3 0,0 4 0,6 2 0,2 2 0,3 4 0,3 3 0,3 9 0,4-1 0,-4 0 0,4 0 0,2 0 0,8-1 0,2-3 0,-1-1 0,14-9 0,-4 5 0</inkml:trace>
  <inkml:trace contextRef="#ctx0" brushRef="#br0" timeOffset="39">26897 5467 8912,'-6'-17'0,"1"0"0,-7 0 0,5 2 0,-3 3 0,6 4 0,-3 12 0,7 8 0,0-1 0,0 12 0,0 2 0,0-2 0,5 6 0,1-7 0,7 7 0,-1-6 0,3 0 0,2-6 0,1 0 0,-1 1 0,0-7 0,0 0 0,6-7 0,0 2 0,0-4 0,-6-2 0,0-8 0,1-3 0,-1-6 0,0-6 0,-2 2 0,-3-8 0,1 0 0,-7-5 0,0 0 0,-6-1 0,0 8 0,0 5 0,0 2 0,0 3 0,0 15 0,0 8 0,0 13 0,0 4 0,7 0 0,5-6 0,-3 0 0,3 1 0,-1-1 0,7 0 0,-1-7 0,0-5 0,2-3 0,4-2 0,-4 0 0,4 0 0,-2-2 0,0-3 0,2-7 0,-2-3 0,-9-2 0,-7-1 0,3-6 0,-2-5 0,-8-11 0,-8-4 0</inkml:trace>
  <inkml:trace contextRef="#ctx0" brushRef="#br0" timeOffset="40">27431 4883 8912,'-12'0'0,"1"0"0,5 2 0,-6 3 0,9 5 0,-3 7 0,4 8 0,2 4 0,0 5 0,0 6 0,0 2 0,0 4 0,8 2 0,3-8 0,4 6 0,3-6 0,-1 6 0,0-6 0,-2-4 0,-3-5 0,3-1 0,-3-7 0,-5 0 0,-1-6 0,4-7 0,-9-2 0,7-8 0,-2-14 0,0-3 0,-1-14 0,-5-3 0,2-2 0,4-10 0,-4 8 0,6-4 0,-3 2 0,1-1 0,7 3 0,-1 10 0,1 3 0,-1 8 0,3 1 0,-4 5 0,5 3 0,1 8 0,0 8 0,0 3 0,-7 12 0,-4 6 0,1 9 0,-1 2 0,0 0 0,-6-5 0,0-1 0,0 0 0,0 1 0,0-1 0,-6-5 0,0 0 0,-5-8 0,3 1 0,-1-2 0,5-11 0,-11-1 0,13-24 0,-6-3 0</inkml:trace>
  <inkml:trace contextRef="#ctx0" brushRef="#br0" timeOffset="41">27930 4694 8912,'-18'0'0,"1"0"0,0 0 0,7 2 0,5 3 0,-3 7 0,2 11 0,3 7 0,1 9 0,2-1 0,0 8 0,5-6 0,1 6 0,7-1 0,-1 7 0,3-8 0,2-4 0,-1-6 0,-5-5 0,10-4 0,-4-8 0,5-2 0,-5-3 0,0-6 0,0-5 0,2-2 0,4-5 0,-4-4 0,4-7 0,-4-8 0,-1-3 0,5-5 0,-1-1 0,0 5 0,-11 0 0,2 3 0,-7-3 0,0-2 0,-6 9 0,0-1 0,-2 13 0,-2 6 0,-2 8 0,-7 8 0,2 10 0,-5 7 0,-1 11 0,0-2 0,0 8 0,5-2 0,1 2 0,7-4 0,-2-8 0,14-1 0,9-4 0,8-6 0,9-12 0,8-3 0,4-8 0,4-8 0,2-3 0,-3-5 0,-3-1 0,-8 0 0,-7 0 0,-6 1 0,-8 5 0,-7-4 0,-18 13 0,-11-6 0</inkml:trace>
  <inkml:trace contextRef="#ctx0" brushRef="#br0" timeOffset="42">27052 7359 8912,'-25'26'0,"0"5"0,-5-6 0,1 0 0,-2-1 0,7 7 0,1-2 0,5 1 0,7-1 0,-2 1 0,7-5 0,2 0 0,2 0 0,2-2 0,2-8 0,2-1 0,2-3 0,7-7 0,-2 2 0,5-5 0,1-1 0,0-9 0,0-8 0,1-10 0,-1-11 0,2-4 0,4-2 0,-10-8 0,4-5 0,-3-6 0,3 6 0,-5-3 0,-1 3 0,-7 2 0,2-8 0,-5 1 0,-1-1 0,-1 12 0,-5 11 0,2 5 0,-7 7 0,-1 11 0,-5 9 0,7 23 0,5 8 0,-3 15 0,2 8 0,2 4 0,8 1 0,4 1 0,1 0 0,-3-1 0,6-1 0,1-2 0,2-3 0,2-4 0,1 4 0,-1-6 0,2 1 0,2-6 0,2-5 0,0-6 0,-6-12 0,6 2 0,0-7 0,6-4 0,-6-13 0,1-1 0,-1-11 0,-3-2 0,3 3 0,-6-9 0,-6 2 0,4-3 0,-3-3 0,-4 1 0,-3 0 0,3 1 0,-2 5 0,-1-5 0,-6 6 0,-3 1 0,-2 3 0,-7 9 0,1 3 0,3 7 0,-3-2 0,-1 6 0,-3 6 0,5 4 0,-1 7 0,3 8 0,-3 3 0,-1 5 0,7 1 0,-5 6 0,5 0 0,0-5 0,6-7 0,0-1 0,0 2 0,8-6 0,3-12 0,7-3 0,5-8 0,-2 0 0,7 0 0,-7-8 0,2-3 0,2-5 0,-2-1 0,0 0 0,-6 0 0,1 2 0,-1 3 0,0 4 0,0 8 0,0 0 0,1 0 0,-1 0 0,0 0 0,0 2 0,0 4 0,-5 4 0,-1 7 0,-1 2 0,1 4 0,-3-4 0,-8 4 0,0 2 0,0-2 0,-8 7 0,-3-1 0,-10 3 0,-2 3 0,-8-7 0,3 1 0,-5-2 0,-1-6 0,-1 2 0,1-12 0,-1-3 0,1-1 0</inkml:trace>
  <inkml:trace contextRef="#ctx0" brushRef="#br0" timeOffset="43">27930 6963 8912,'-12'-6'0,"1"-1"0,-3-3 0,1 5 0,0-5 0,1 2 0,3 12 0,-3 13 0,3 4 0,5 12 0,-2 3 0,2 0 0,2 6 0,2-1 0,0-1 0,0-6 0,2 1 0,4-1 0,-2 0 0,7 1 0,1-9 0,5-3 0,0-9 0,0-3 0,6-1 0,0 1 0,2-3 0,-2-8 0,-2-2 0,8-4 0,-6-3 0,5-10 0,3-2 0,1-2 0,-3 0 0,0 5 0,-8-3 0,2 4 0,-4-4 0,-2 10 0,-5 1 0,-1-1 0,-7 7 0,3-4 0,-7 8 0,0 0 0,-7 0 0,5 0 0,-6 0 0,1 0 0,5 0 0,-6 8 0,8-6 0,0 6 0,2-8 0,4 0 0,-4 0 0,7 0 0,-3 0 0,-4 0 0,7 0 0,-3 0 0,-4 0 0,6-8 0,-1 6 0,-5-13 0,12 5 0,-7-7 0,1 0 0,0 0 0,3-6 0,-5 0 0,7-8 0,-1 2 0,-5-3 0,-1-2 0,-4 7 0,-2 4 0,-2-2 0,-4 2 0,-3 10 0,-8 13 0,-6 7 0,0 11 0,2 1 0,1 4 0,3 3 0,0 9 0,2-1 0,3 1 0,5-1 0,7 0 0,0 1 0,0-1 0,2-7 0,3-4 0,7-6 0,11-6 0,3 3 0,9-8 0,1-3 0,4-8 0,-1-13 0,7-10 0,-1-1 0,5-3 0,-4-5 0,-6 1 0,-9 0 0,-4-1 0,-1-1 0,1-2 0,-8 0 0,-2 6 0,-1 5 0,-11 2 0,-1 2 0,-2 4 0,-2 10 0,-2 3 0,-3 8 0,3 0 0,-6 2 0,8 4 0,-6 3 0,0 9 0,1 1 0,5 4 0,0-2 0,0 7 0,2-5 0,3 6 0,-3-2 0,4 1 0,-2 3 0,0-8 0,1 0 0,-1 2 0,4-6 0,-2 4 0,-1-10 0,-5-2 0,0-5 0,0 6 0,0-10 0,0-2 0,0-10 0,0-13 0,0-6 0,0-3 0,0-2 0,0-1 0,0-5 0,0 0 0,0 0 0,0 5 0,0 1 0,0 0 0,2 7 0,4 4 0,-2 10 0,7 1 0,1 8 0,5-1 0,0 5 0,0 5 0,3 5 0,2 7 0,0-5 0,6-1 0,-5-5 0,6 5 0,-1-7 0,5 2 0,-2-6 0,-3-6 0,-7 0 0,2-11 0,2 4 0,-4-12 0,-4 0 0,-3-4 0,-5-3 0,3-2 0,-3-1 0,-3 1 0,-4-8 0,4-4 0,-4-6 0,-2-5 0,-6-2 0,0-4 0,-7-2 0,1 7 0,5 3 0,1 9 0,-4 12 0,8 17 0,-5 20 0,5 20 0,-2 18 0,-2 12 0,1 10 0,5 12 0,0-5 0,0 5 0,0-6 0,0-5 0,1-2 0,5-3 0,-2-4 0,8-9 0,-1 2 0,6-8 0,2-2 0,4-9 0,-4-6 0,6-10 0,-2-3 0,0-3 0,0-1 0,-6-6 0,-7 0 0,-2-10 0,-8-7 0,-2-2 0,-4-9 0,-11-9 0,-10-7 0</inkml:trace>
  <inkml:trace contextRef="#ctx0" brushRef="#br0" timeOffset="44">29341 6568 8912,'-17'-8'0,"7"6"0,2-5 0,18 5 0,7-4 0,8-4 0,9-7 0,8-8 0,4-3 0,10-5 0,1-1 0,2-1 0,-1 1 0,-7 0 0,1-1 0,-4-5 0,-14 0-150,-11-8 0,-15-3 0,-8-10 0</inkml:trace>
  <inkml:trace contextRef="#ctx0" brushRef="#br0" timeOffset="45">28876 4401 8912,'4'-15'0,"7"4"0,18-3 0,23 9 0,24-1 0,22 6 0,-45 0 0,3 2 0,4 1 0,2 3 0,1 5 0,0 3-650,3 5 1,0 6 0,3 9 0,-2 7 649,3 5 0,-2 5 0,-6 3 0,-4 3 0,-1 4 0,-5 4 0,-8-2 0,-6 2 0,-4 0 0,-5 2 0,-6 3 0,-5 1 0,-2-2 0,-4 0 0,-4 1 0,-2 1 0,-2-2 0,-3 0 0,-2 1 0,-3 1 0,-1 3 0,-2 1 0,-1 1 0,-1 1 0,-2 9 0,-1 0 0,2-9 0,-1 0 0,-3 5 0,-1-1 0,0-2 0,0 0 0,-1 1 0,-1-1 0,-3 2 0,-2 0 0,0 0 0,-2-1 0,-1-5 0,-1-1 0,-2 1 0,-2-1 0,1-4 0,-3-3 0,-1-3 0,-3-2 0,1-1 0,-2-3 0,-1-6 0,-1-1 0,-1 1 0,0-1 0,0 1 0</inkml:trace>
  <inkml:trace contextRef="#ctx0" brushRef="#br0" timeOffset="46">19257 13067 8912,'-18'-10'0,"1"5"0,2 1 0,3-2 0,3 4 0,3-4 0,4 4 0,-6 2 0,8-7 0,0 3 0,0-8 0,0 9 0,0-13 0,0 13 0,0-9 0,0 8 0,0-11 0,0 13 0,-7-6 0,5 8 0,-6 0 0,8 0 0,-7 0 0,5 0 0,-6 0 0,8 0 0,0 0 0,-6-1 0,1-5 0,-1 4 0,6-6 0,-8 8 0,6 0 0,-5 0 0,7 0 0,-8 0 0,6 0 0,-6 0 0,8 0 0,0 0 0,0 8 0,0-6 0,0 5 0,0-7 0,0 8 0,0-6 0,0 6 0,0-8 0,0 0 0,0 7 0,0-5 0,0 6 0,0-8 0,0 0 0,8 0 0,-6 0 0,8 2 0,-5 3 0,-3-3 0,13 6 0,-5-8 0,7 0 0,0 0 0,1 0 0,-1 0 0,0 0 0,0 0 0,1 0 0,-1 0 0,0 0 0,0 0 0,6 0 0,0 0 0,-2 0 0,-2 0 0,4 0 0,0 0 0,2 0 0,-2 0 0,2 0 0,3 0 0,-1 0 0,-4 0 0,-4 0 0,4 0 0,2 0 0,-2 0 0,0 0 0,-4 0 0,2 0 0,2 0 0,0 0 0,-6 0 0,2 0 0,4 0 0,-4 0 0,4 0 0,-4 0 0,-1 0 0,1 0 0,4 0 0,-4 0 0,4 0 0,-2 0 0,2 0 0,-4 0 0,4 0 0,2 0 0,0 0 0,1 0 0,5 0 0,1 0 0,3 0 0,-1-2 0,1-4 0,-1 4 0,0-3 0,1 3 0,-1 2 0,1-2 0,-1-4 0,-1 4 0,-5-3 0,3 3 0,-8 2 0,2 0 0,-4-2 0,2-2 0,-2-2 0,4 0 0,-2 6 0,7 0 0,-1 0 0,-2-5 0,1-1 0,1 0 0,5 6 0,1 0 0,-1 0 0,1 0 0,-1 0 0,0 0 0,1 0 0,-1 0 0,1 0 0,-7 0 0,-1 0 0,0 0 0,0 0 0,-4 0 0,5 0 0,-5 0 0,6 0 0,-2-2 0,1-3 0,7 3 0,-1-4 0,1 4 0,5 2 0,-2 0 0,2 0 0,-2 0 0,8 0 0,-7 0 0,1 0 0,-4 0 0,-2 0 0,1 0 0,-1 0 0,-1 0 0,-5 0 0,3 0 0,-8 0 0,-2 0 0,6 0 0,-2 0 0,3 0 0,-1 0 0,-6 0 0,4 2 0,2 2 0,3 2 0,3-1 0,1-5 0,1 0 0,-1 6 0,1 0 0,-1-1 0,0-5 0,1 0 0,-1 0 0,-3 6 0,3 0 0,-9 0 0,8-6 0,-5 0 0,-1 0 0,-4 5 0,6 1 0,-8 0 0,2-6 0,2 0 0,-3 0 0,3 0 0,-2 0 0,-4 2 0,4 3 0,-2-3 0,2 4 0,-2-4 0,8-2 0,0 0 0,-3 0 0,5 0 0,-8 0 0,6 0 0,-6 0 0,2 6 0,-3-1 0,-2 1 0,3-6 0,1 6 0,-1 0 0,2-1 0,-2-5 0,-4 0 0,4 0 0,-4 2 0,-1 4 0,-1-4 0,0 4 0,2-4 0,2-2 0,2 0 0,-2 0 0,4 0 0,-2 0 0,7 0 0,-1 0 0,4 0 0,1 0 0,0 0 0,1 0 0,-1 0 0,1 0 0,5 0 0,0 0 0,0 0 0,-5 0 0,3 0 0,0 0 0,-2 0 0,3 0 0,-7 0 0,-3 0 0,0 0 0,5 0 0,0 0 0,1 0 0,-7 0 0,1 0 0,-2 0 0,2 0 0,3 0 0,-3 0 0,-4 0 0,-1 0 0,-1 0 0,0 0 0,6 0 0,-6 0 0,0 0 0,-6 0 0,0 0 0,1 0 0,5 0 0,-1 0 0,1 0 0,-5 0 0,-1 0 0,0 0 0,6 0 0,0 0 0,2 0 0,-2 0 0,-4 5 0,4 1 0,4 0 0,1-6 0,-1 0 0,2 0 0,-6 0 0,5 0 0,1 0 0,-2 0 0,5 0 0,-3 0 0,-2 0 0,1 0 0,-7 0 0,2 0 0,2 0 0,-2 0 0,0 0 0,-6 0 0,6 0 0,0 0 0,0 0 0,-6 0 0,1 0 0,-1 0 0,0 0 0,0 0 0,0 0 0,1 0 0,-1 0 0,0 0 0,-5 0 0,-1 0 0,-5 0 0,5 0 0,1 0 0,5 0 0,0 0 0,2 0 0,4 0 0,-4 0 0,4 0 0,-4 0 0,-1 0 0,1 0 0,4 0 0,-4 0 0,4 0 0,2 0 0,-3 0 0,9 0 0,-2 0 0,1 0 0,-1 0 0,4 0 0,-5 0 0,5 0 0,1 0 0,-5 0 0,0 0 0,-1-2 0,7-4 0,-7 4 0,1-3 0,-2 3 0,1 2 0,3 0 0,-8 0 0,0 0 0,2 0 0,-6 0 0,4 0 0,-4 0 0,-2 0 0,0 0 0,1 0 0,-1 0 0,0 0 0,0 0 0,0 0 0,-7 0 0,5 0 0,-11 0 0,8 0 0,-9 0 0,13 0 0,-5 0 0,-1 0 0,1 0 0,-7 0 0,11 0 0,-5 0 0,7 0 0,0 0 0,0 0 0,-5 0 0,-1 0 0,-5 0 0,6 0 0,-7 0 0,7 0 0,-6 0 0,5 0 0,-5 0 0,5 0 0,3 0 0,-5-6 0,3 0 0,-1 0 0,6 6 0,1 0 0,-1 0 0,0 0 0,0 0 0,-5 0 0,-1 0 0,1 0 0,5 0 0,0 0 0,-5 0 0,-1 0 0,2 0 0,3 0 0,1 0 0,0 0 0,0 0 0,1 0 0,-1 0 0,0 0 0,0 0 0,0 0 0,1 0 0,-1 0 0,6 0 0,0 0 0,2 0 0,-4 0 0,1 0 0,0 0 0,2 0 0,-1 0 0,0 0 0,-6 0 0,1 0 0,-1 0 0,0 0 0,0 0 0,1 0 0,-7 6 0,0 0 0,-5 0 0,6-6 0,-1 0 0,6 0 0,1 0 0,-7 0 0,1 0 0,1 0 0,-4 0 0,3 0 0,-1 0 0,1 0 0,-1 0 0,-5 0 0,6 0 0,-9 0 0,13 0 0,-7 0 0,8 0 0,1 7 0,-7-5 0,1 4 0,-7-4 0,7-2 0,-6 0 0,5 0 0,2 0 0,3 0 0,1 0 0,0 0 0,0 0 0,1 2 0,-1 3 0,6-3 0,0 4 0,5-4 0,-5-2 0,8 0 0,-2 0 0,3 0 0,2 0 0,-1 0 0,-4 0 0,3 0 0,-3 0 0,-2 0 0,1 0 0,-5 0 0,6 0 0,-8 0 0,2 0 0,-4 0 0,-2 0 0,0 0 0,1 0 0,-7 0 0,1 0 0,-1 0 0,6 0 0,-5 0 0,-1 0 0,1 0 0,5 0 0,0 0 0,-5 0 0,-1 0 0,2 0 0,3 0 0,1 0 0,-6 0 0,1 0 0,-6 0 0,5 0 0,1 0 0,5 0 0,0 0 0,-6 0 0,1 0 0,-1 0 0,7 0 0,-1 0 0,0 0 0,0 0 0,0 0 0,1 0 0,-1 0 0,0 0 0,0 0 0,6 0 0,0 0 0,2 0 0,-2 0 0,-2-6 0,8 1 0,-6-1 0,5 6 0,-5 0 0,6 0 0,2-2 0,1-4 0,1 4 0,-5-3 0,5 3 0,-5 2 0,5-6 0,1 0 0,-1 0 0,-5 6 0,5-2 0,-6-1 0,1-3 0,1 2 0,-8 2 0,2 2 0,-2-6 0,2 1 0,-10-1 0,5 6 0,-5 0 0,4 0 0,0 0 0,1 0 0,-7-6 0,1 1 0,-7-1 0,7 6 0,-3-2 0,3-4 0,-4 4 0,-1-5 0,-3 7 0,7 0 0,-5 0 0,4-2 0,-1-2 0,1-2 0,-4 0 0,5 6 0,-5 0 0,5 0 0,1-1 0,5-5 0,-6 4 0,1-4 0,-1 4 0,7 2 0,-1 0 0,0-2 0,0-1 0,0-3 0,1 0 0,-1 6 0,-6 0 0,1 0 0,-1-6 0,6 1 0,-5-1 0,-1 6 0,1 0 0,5 0 0,0-2 0,1-2 0,-1-2 0,0 3 0,-6 1 0,1 2 0,-1-2 0,7-4 0,-1 4 0,0-6 0,0 8 0,-7 0 0,-3 0 0,-7 0 0,0 0 0,-7 0 0,5 0 0,-6 0 0,8 0 0,0 0 0,-7 0 0,5 0 0,-6 0 0,8 0 0,0 0 0,-6 2 0,1 4 0,-11 4 0,-1 7 0,-8 0 0,-32 8 0,-6 2 0</inkml:trace>
  <inkml:trace contextRef="#ctx0" brushRef="#br0" timeOffset="47">16142 9216 8912,'-12'0'0,"1"0"0,-3-2 0,-1-4 0,4 2 0,-1-7 0,1-3 0,1-1 0,4-2 0,-1 0 0,1-1 0,2-1 0,2-4 0,2 4 0,0-4 0,0 2 0,0 0 0,2-4 0,4-1 0,-2-1 0,7-2 0,-5-3 0,5 3 0,-5 2 0,6-1 0,-1-1 0,6-5 0</inkml:trace>
  <inkml:trace contextRef="#ctx0" brushRef="#br0" timeOffset="48">16211 8545 8912,'0'-11'0,"0"-1"0,0 1 0,-2-7 0,-4 1 0,4 6 0,-4-1 0,4 1 0,0-4 0,-3 3 0,3 3 0,-4 3 0,4 4 0,2-6 0,0 16 0,0 3 0,0 7 0,0 4 0,2-1 0,4 8 0,-4 0 0,3 5 0,-1 1 0,2-1 0,-4 8 0,4 4 0,-4 5 0,-2 9 0,0 6 0,0 7 0,-2 4 0,-4-3 0,2 2-241,-7 5 1,7 8 240,-2-3 0,4 10 0,2-4 0,0-43 0,0 1 0,0 47 0,0-44 0,-2-1 0,-1 0 0,1 0 0,1 1 0,0 1 0,-2-5 0,0 1 0,2 2 0,0 1 0,1 1 0,0 1 0,-3 6 0,0 0 0,0-1 0,0 1 0,0 1 0,1 0-199,1-2 1,2 0 0,-1-1 0,0 0 198,0-1 0,0-1 0,0-2 0,0-1 0,0 43 0,0-11 0,0-11 0,0-6 0,0-4 0,0-4 0,0-2 0,0-4 0,0-9 0,0 2 0,0-8 0,0 6 221,0-6 0,0 0-221,0-5 0,0-1 416,0 0 0,0 3-416,0 3 0,5 4 0,1 7 0,0 3 0,2 3 0,-5 2 0,9 4 0,-8-3 0,1-9 0,-1 1 0,2-1 0,-4 1 0,4-1 0,1-1 0,-1-4 0,0-4 0,-6-8 0,0-1 0,0-5 0,0-5 0,0-11 0,7-4 0,5-8 0,11-10 0,6-7 0,9-12 0,2-17 0,0-7 0,-21-31 0,-4-4 0</inkml:trace>
  <inkml:trace contextRef="#ctx0" brushRef="#br0" timeOffset="49">21356 3954 8912,'6'-44'0,"1"2"0,1 2 0,0 2 0,-5 4 0,-1 3 0,-2 1 0,6 5 0,0 2 0,-2 4 0,-2 2 0,-2-1 0,0 1 0,0 0 0,-6 0 0,-2 0 0,1-1 0,-1 1 0,-4-6 0,7 0 0,-7-7 0,6-1 0,3-5 0,1-4 0,2-10 0,0-1 0,0 7 0,0-2 0,0 15 0,0 8 0,0 4 0,0 2 0,7 7 0,-5 3 0,6 7 0,-8 0 0,0 2 0,0 3 0,0-3 0,0 8 0,0-4 0,0-4 0,0 5 0,0-7 0,0 8 0,0 1 0,0 9 0,0 1 0,0 4 0,-6 3 0,0 9 0,-1 7 0,1 4 0,4 11 0,-4 6 0,-1 6 0,1 5 0,0 6 0,6 14 0,0-44 0,0 1 0,0 2 0,0 1 0,0 3 0,0-1-127,0-4 1,0-1 0,0-1 0,0 0 126,0 35 0,8-6 0,3-5 0,-1-5 0,1-6 0,-5 2 0,4-6 0,-3 2 0,-3 4 0,-2 2 0,-2 2 0,0 4-283,0 7 1,-2 10 282,-1-37 0,1 3 0,0 2 0,0 2 0,-4 3 0,0 0 0,1-1 0,1 0 0,-2-3 0,0-1 0,3-1 0,0 0 0,0-3 0,-1-1 0,1 2 0,0-1 0,1-2 0,0-1 0,0 47 0,-1-47 0,-1-1 0,2 44 0,-1-45 0,0 1 0,1 47 0,2-14 0,0 6 0,0-14 0,0 5 0,0-5 0,0 12 0,0-1 0,2 6 0,2 0 0,-1-44 0,0 1 0,-1 2 0,-1 0 0,1-1 0,-2 1 0,0 46 0,0-47 0,0 0 0,0 41 0,0-41 0,0 0 0,0 47 0,0-45 0,0 1 0,0-1 0,0-1 0,0 3 0,0-1 0,0 45 0,-2-44 0,-1 1 0,0 1 0,0 2 0,-1 4 0,0 0 0,1 2 0,0-2 0,0-4 0,-1-3 0,-3-4 0,0-1 0,-2 46 0,1-6 0,-5 3 0,1-1 0,3 0 0,-3-6 0,7 0 0,-7 0 0,6 3 0,-3 1 0,-1-2 0,1 2 0,7-41 0,0 1 0,-1 2 0,0-1 0,1-2 0,0 0 0,-1 2 0,1 1 0,1-2 0,0-1 0,-2 3 0,0-1 0,1 45 0,2-4 0,0-12 0,0-6 0,0-11 0,2-3 0,2 1-92,2 8 1,-1-1 91,-5 7 0,2-5 0,4-1 0,-4 2 0,4 3 0,-5 7 0,-1 3 0,0 9 0,0 5 0,0-48 0,0 1 22,0 1 0,0-1 0,0 43-22,0-8 0,0-10 0,-1-13 0,-3-6 0,-2-3 0,0-4 0,6-5 0,-5-2 278,-1-9 1,0 6-279,6 0 0,-6 8 48,1-2 1,-1 5 0,6 5 0,0 5-49,0 6 0,0 0 0,0 13 0,0 6-65,0 5 0,0 1 65,0-6 0,0-15 0,0-8 0,6-15 0,-1-8 0,1-12 0,-4-7 0,4-7 0,-4-7 0,5-7 0,-7 0 0,0 0 565,0-7-565,0 5 0,0-6 0,0 8 0,0 0 0,0-9 0,0-9 0,0-6 0,0-11 0,-7 1 0,-3 0 0</inkml:trace>
  <inkml:trace contextRef="#ctx0" brushRef="#br0" timeOffset="50">18775 8356 8912,'-19'15'0,"-2"-1"0,-2-5 0,2-1 0,1-4 0,3-1 0,0 1 0,0 2 0,0 0 0,-1-6 0,3-8 0,2-3 0,3-5 0,2-1 0,3-2 0,5-4 0,-2-6 0,-4-3 0,4-1 0,-4 5 0,3-3 0,-1 6 0,-2 1 0,2-1 0,-5 2 0,7 6 0,-6 7 0,10 10 0,2 13 0,4 10 0,1 12 0,3 1 0,5 10 0,6-6 0,0 6 0,0-2 0,-6 2 0,6 3 0,0-3 0,5-4 0,-5-2 0,0 2 0,-6-2 0,6 1 0,-2-9 0,-5-3 0,-22-12 0,-13-9 0</inkml:trace>
  <inkml:trace contextRef="#ctx0" brushRef="#br0" timeOffset="51">18517 8287 8912,'-23'-23'0,"0"0"0,0 2 0,5 10 0,3 3 0,4 0 0,3 7 0,8-7 0,13 0 0,5-3 0,5-4 0,0-3 0,-2-5 0,7 1 0,1-9 0,5 4 0</inkml:trace>
  <inkml:trace contextRef="#ctx0" brushRef="#br0" timeOffset="52">19119 8253 8912,'-17'7'0,"7"3"0,4 7 0,-1 2 0,1 4 0,-2-2 0,3 8 0,3-1 0,-4 7 0,4-1 0,2 1 0,0-7 0,0 1 0,0 0 0,0-3 0,0-1 0,0-8 0,0 1 0,0-9 0,0-3 0,0-12 0,6-5 0,-1-12 0,1-12 0,-6-11 0,6 1 0,0-7 0,1 6 0,-1-5 0,-2-1 0,7 6 0,-5 4 0,4 2 0,-1 6 0,1 5 0,-1 10 0,3 7 0,3 11 0,-5 2 0,1 15 0,1 10 0,-1 7 0,6 1 0,1 1 0,-1-1 0,2-7 0,4-4 0,-2-4 0,7-2 0,1-7 0,6-5 0,-1-3 0,0-2 0,-7-9 0,-4-8 0,4-24 0,0-12 0</inkml:trace>
  <inkml:trace contextRef="#ctx0" brushRef="#br0" timeOffset="53">19583 7857 8912,'-34'0'0,"5"0"0,1 0 0,7 4 0,-2 8 0,6 7 0,5 15 0,-1 2 0,7 4 0,0 4 0,6 8 0,0-6 0,0 0 0,8-8 0,3 2 0,5-6 0,1-5 0,2-6 0,4-12 0,4-3 0,5-8 0,-1 0 0,-3 0 0,-5-8 0,6-3 0,-6-6 0,6-6 0,-8-2 0,2-4 0,-6-3 0,-6 3 0,3-3 0,-9-3 0,7 3 0,-6 3 0,-1-1 0,-5 7 0,0 0 0,0 6 0,-5 5 0,-3 3 0,-2 1 0,5 2 0,-7 6 0,8 0 0,-3 2 0,7 4 0,0 3 0,0 9 0,2-1 0,2 0 0,3-2 0,3-3 0,1 3 0,6-4 0,1-3 0,-1-2 0,0-4 0,0-2 0,6 0 0,0 0 0,0-14 0,-6-3 0,0-6 0,1 0 0,-3-3 0,-4-1 0,3-6 0,-8 5 0,-1-3 0,-5 1 0,0 3 0,0 2 0,0 2 0,0 6 0,-7 7 0,5-5 0,-12 15 0,9 0 0,-1 8 0,6 9 0,0 0 0,0 0 0,0 0 0,0 1 0,8-1 0,3-2 0,2-1 0,-1-3 0,3-7 0,-3 2 0,3-5 0,2-1 0,2 0 0,4 0 0,-4-7 0,4-5 0,-4-9 0,-1-2 0,-1-5 0,0 5 0,-6-6 0,1 6 0,-8-5 0,2 3 0,-5 0 0,-1 0 0,0 8 0,0 5 0,-7 9 0,-5-3 0,3 4 0,-3 2 0,1 8 0,-6 3 0,5 2 0,1-1 0,7 3 0,-2-3 0,4 3 0,2 2 0,0 0 0,2 1 0,4-1 0,-2-8 0,7-3 0,1-4 0,5-2 0,0-6 0,0 0 0,0-7 0,1 2 0,-1-5 0,0-1 0,-2 0 0,-3 0 0,1 0 0,-7-1 0,5 1 0,-5 0 0,0 0 0,-6 0 0,0-1 0,0 1 0,-8 0 0,6 0 0,-13 7 0,13 3 0,-7 7 0,3 0 0,4 0 0,-6 0 0,8 0 0,0 0 0,0 7 0,0-5 0,0 13 0,2-7 0,4 4 0,-2 3 0,7-4 0,-7-1 0,2 1 0,1-5 0,-1 6 0,8-3 0,-3 3 0,-1 3 0,1-4 0,1-1 0,5-1 0,0-1 0,-6 3 0,1-5 0,-1 2 0,7-4 0,-1 1 0,-8 1 0,5-4 0,-9 4 0,1-4 0,-6 13 0,0-5 0,0 7 0,0 0 0,-7 0 0,-1-5 0,-5-3 0,1-1 0,6-4 0,-5-10 0,5-4 0,-5-7 0,7-2 0,-2-4 0,4 2 0,2-8 0,0 1 0,0-7 0,0 7 0,0-1 0,6 0 0,0-5 0,7 2 0,-2 3 0,-3-2 0,-2 8 0,2 0 0,-3 6 0,1 2 0,2 4 0,-6-5 0,5 12 0,-7-7 0,-2 7 0,-3-2 0,3 5 0,-8 6 0,4 1 0,4 13 0,-3-2 0,-3 14 0,2 3 0,1 8 0,5 10 0,0-6 0,0 0 0,0-8 0,0 2 0,7-6 0,5-5 0,9-12 0,2-11 0,15-8 0,2-10 0,10-14 0,7-16 0,-1-4 0,7-11-460,-16-5 1,11 1 0,-14-8 0</inkml:trace>
  <inkml:trace contextRef="#ctx0" brushRef="#br0" timeOffset="54">12132 6774 7938,'0'-61'0,"6"4"0,9 5 118,14 6 1,0 4 0,-5 8 0</inkml:trace>
  <inkml:trace contextRef="#ctx0" brushRef="#br0" timeOffset="55">12924 6018 8912,'-6'-12'0,"-2"1"0,1-3 0,-3-1 0,2-2 0,-1 2 0,1 1 0,1 3 0,-1 5 0,2-5 0,4 5 0,-3-6 0,3 10 0,2 2 0,2 12 0,3 9 0,5 13 0,7 12 0,0 6 0,1 5 0,-1 2 0,0 4 0,0 4 0,0-6 0,2 2 0,4 0 0,-3-9 0,2-1 0,0-9 0,0-7 0,-2-9 0,3-16 0,-10-7 0,-2-14 0,1-14 0,-3-15 0,-1-18 0,-8-5 0</inkml:trace>
  <inkml:trace contextRef="#ctx0" brushRef="#br0" timeOffset="56">13199 5691 8912,'-29'0'0,"3"0"0,1 0 0,4 0 0,7 6 0,3-1 0,1 3 0,-1-2 0,3-4 0,8 13 0,0-4 0,0 5 0,2 1 0,4 0 0,3 0 0,9 0 0,-1 1 0,0-1 0,0 6 0,0 0 0,6-4 0,0-2 0,0-9 0,-6 9 0,1-2 0,-1 0 0,0-3 0,0-1 0,1-5 0,-1 6 0,-6-9 0,-1 5 0,-3 0 0,-1 1 0,-6 8 0,0 2 0,0 4 0,-8-2 0,-3 8 0,-4 0 0,-2 5 0,-1-1 0,1-5 0,0-7 0,0-7 0,5-7 0,1-7 0,-1 0 0,-5 0 0</inkml:trace>
  <inkml:trace contextRef="#ctx0" brushRef="#br0" timeOffset="57">13474 5416 8912,'-17'0'0,"0"2"0,0 3 0,0 5 0,-1 7 0,9 6 0,3 0 0,-2 13 0,3-1 0,3 3 0,6 4 0,5-6 0,8 4 0,1 2 0,-1-1 0,2-7 0,4-5 0,-4-3 0,4 3 0,2 2 0,-2-9 0,-2 1 0,-10-5 0,-3-9 0,-8 6 0,0-5 0</inkml:trace>
  <inkml:trace contextRef="#ctx0" brushRef="#br0" timeOffset="58">13457 5846 8912,'-9'-8'0,"-5"4"0,9-7 0,-1 5 0,6-5 0,0-1 0,4-7 0,7-4 0,12-6 0,8-3 0,3-2 0,6 1 0,0 4 0,6 5 0,-6 6 0,6 9 0,-8 5 0,-5 12 0,-8 15 0,-6 3 0,-9 32 0,-3-5 0</inkml:trace>
  <inkml:trace contextRef="#ctx0" brushRef="#br0" timeOffset="59">13646 6877 8912,'-43'-17'0,"0"6"0,9-1 0,2 8 0,3-1 0,6 3 0,4 4 0,3 3 0,5 7 0,3 3 0,8 4 0,0 4 0,0-2 0,0 8 0,8-1 0,3 7 0,5 1 0,-1 2 0,-2 2 0,-1-1 0,-1-3 0,7-2 0,-1-7 0,0-4 0,-6-4 0,1-2 0,-6-7 0,5-4 0,1-6 0,-3-6 0,5-11 0,-9-12 0,7-5 0,-6-7 0,-1 3 0,-5-8 0,0 1 0,0-7 0,-2 0 0,-3 1 0,-5-1 0,-7 1 0,0 1 0,-1 4 0,-5 0 0,1 12 0,4-2 0,7 15 0,-1 3 0,3 5 0,1 9 0,8 6 0,0 15 0,2 8 0,4 10 0,3 7 0,9 3 0,5-1 0,1 2 0,1 0 0,0-2 0,0-2 0,-2-8 0,-2 1 0,8-1 0,-3-1 0,3-5 0,-4-7 0,0-7 0,-6-1 0,4-7 0,-10 0 0,-1-6 0,-1-8 0,-1-2 0,-5-7 0,3-6 0,-2 0 0,-2 2 0,-2 2 0,-2 0 0,0-4 0,-6 10 0,0-4 0,0 3 0,-1-3 0,5 7 0,-6 5 0,8 10 0,0 7 0,2-3 0,4 3 0,-2-1 0,7 7 0,1-7 0,5 1 0,0-9 0,0 3 0,-5-4 0,-1-2 0,3 0 0,-1-2 0,-2-4 0,3-3 0,-8-8 0,-1-1 0,-5 1 0,0 0 0,0 0 0,0 0 0,0-1 0,0 1 0,0 0 0,0 0 0,0 0 0,-7-1 0,5 1 0,-4 0 0,6 6 0,6 1 0,5 2 0,4 3 0,3 5 0,-1 0 0,0 0 0,0 7 0,1 5 0,-1 9 0,0 2 0,-2 7 0,-3-1 0,1 3 0,-7 3 0,0-1 0,-6 1 0,0-3 0,0-3 0,0 1 0,0-7 0,-8 4 0,-4-10 0,-3-3 0,-2-14 0,0 0 0</inkml:trace>
  <inkml:trace contextRef="#ctx0" brushRef="#br0" timeOffset="60">14249 6447 8912,'-17'0'0,"-1"0"0,1 0 0,2 8 0,3 4 0,-1 5 0,7 6 0,1 5 0,5 12 0,1 6 0,5 4 0,4 0 0,7-5 0,2 3 0,4-8 0,4 0 0,7-5 0,-5-10 0,0-8 0,-1-8 0,7-9 0,-3 0 0,-3-1 0,-6-7 0,-4-9 0,0-10 0,4-13 0,-10 2 0,5-8 0,-11 2 0,5-2 0,-8-2 0,1 8 0,-3 0 0,-2 6 0,0 1 0,0 4 0,-2 8 0,-3 8 0,-5-2 0,-5 15 0,3 0 0,-1 13 0,7 10 0,-5 2 0,5-2 0,0 2 0,6 3 0,0 3 0,0-8 0,2 5 0,2-5 0,4-2 0,1-1 0,-3-5 0,5-4 0,1 3 0,5-9 0,-6 1 0,1-6 0,-1 0 0,7 0 0,-7 0 0,1 0 0,-1 0 0,0 0 0,1 0 0,1 0 0,-5 2 0,-2 4 0,-4-2 0,-2 7 0,0-7 0,0 11 0,0-13 0,-2 6 0,-2-10 0,-2-4 0,2-5 0,-3-7 0,1-5 0,-2 2 0,3-7 0,3-1 0,-4-5 0,4 1 0,2 5 0,0-3 0,0 8 0,0 2 0,8 2 0,1 11 0,8 8 0,1 8 0,-1 9 0,0 6 0,0 0 0,0-2 0,1-2 0,-1-2 0,0 1 0,-5-3 0,-1-4 0,1-3 0,5-8 0,-6 0 0,1 0 0,-3-13 0,3-7 0,-7-4 0,-3-7 0,4-9 0,0-6 0,0-4 0,-6-1 0,-8-1 0,-4 1 0,-3-7 0,-2 1 0,0 0 0,1 9 0,3 6 0,2 8 0,7 16 0,-2 1 0,-4 11 0,9 6 0,-5 12 0,6 11 0,6 6 0,3 11 0,8 5 0,1-1 0,-1 2 0,2 0 0,2 4 0,4-4 0,1-6 0,-3 0 0,6-6 0,-6 4 0,6-9 0,-6-2 0,5 2 0,-7-10 0,2-2 0,-11-8 0,-5-9 0,-7 0 0</inkml:trace>
  <inkml:trace contextRef="#ctx0" brushRef="#br0" timeOffset="61">14731 6310 8912,'-18'9'0,"1"7"0,0-7 0,9 7 0,8-5 0,10-5 0,13-14 0,6-9 0,11-10 0,6-13 0,5-6 0,5-9 0,1-3 0,0-6 0,-5 2 0</inkml:trace>
  <inkml:trace contextRef="#ctx0" brushRef="#br0" timeOffset="62">25847 8923 8912,'0'-17'0,"0"0"0,0 0 0,0 7 0,8 4 0,4 12 0,3 7 0,2 8 0,0 1 0,0 6 0,1 3 0,-1 1 0,0 3 0,0-1 0,-7 0 0,-2 3 0,-3 1 0,1 2 0,-2 0 0,-10-6 0,0 1 0,-11-1 0,4 1 0,-10-1 0,-2-7 0,0-4 0,0-4 0,0-2 0,1-2 0,1-3 0,9-7 0,-3-10 0,6-7 0,-1-11 0,4-3 0,8-9 0,0 1 0,0-1 0,2 3 0,4 3 0,4-1 0,7 7 0,0 2 0,0 9 0,2-1 0,4 7 0,-2 1 0,8 5 0,0 7 0,5 5 0,1 3 0,-1 2 0,2 2 0,4 4 0,-3-6 0,3 1 0,-10-3 0,-1-9 0,-2-1 0,2-5 0,-5-7 0,-6-3 0</inkml:trace>
  <inkml:trace contextRef="#ctx0" brushRef="#br0" timeOffset="63">26364 8889 8912,'-18'0'0,"1"0"0,0 0 0,8 7 0,1 3 0,8 9 0,2 2 0,2 2 0,1-2 0,7-2 0,-6-2 0,5 1 0,-5-1 0,5 0 0,-5 0 0,2-2 0,-3-3 0,-3-4 0,14-8 0,-9-10 0,5-7 0,-5-10 0,1-5 0,-4-3 0,7 1 0,-1-1 0,1 1 0,5 2 0,-5 3 0,2-2 0,-1 8 0,3 2 0,-3 10 0,3 5 0,2 4 0,-2 4 0,-3 4 0,9 4 0,-4 7 0,4 6 0,-4 0 0,6-1 0,0-4 0,6-1 0,-6 0 0,2-5 0,-4-3 0,2-1 0,0-3 0,-12-10 0,1-1 0,-8-9 0,1-3 0,-10 1 0,-7-6 0,-3-1 0,-2 1 0,-1 0 0,-1 6 0,-2 1 0,-2 5 0,0 3 0,6 8 0,6 0 0,-1 0 0,6 10 0,-5 7 0,7 2 0,-2 10 0,4-6 0,2 5 0,0-1 0,0 2 0,0-6 0,0-4 0,2-2 0,4 0 0,-2-7 0,7-5 0,-5-3 0,6-2 0,-1-2 0,6-3 0,-5-13 0,-1-10 0,1-7 0,3-3 0,-4-4 0,-5-2 0,-2-2 0,2-5 0,-4-1 0,3 1 0,-5 1 0,-5 4 0,1 0 0,-8 12 0,9-2 0,-3 13 0,-4 7 0,8 24 0,-3 15 0,3 9 0,2 8 0,7 4 0,5 8 0,3 0 0,2-1 0,1-5 0,-1 0 0,8-2 0,3 4 0,3-5 0,-2 0 0,3-3 0,-3-6 0,3 0 0,3 1 0</inkml:trace>
  <inkml:trace contextRef="#ctx0" brushRef="#br0" timeOffset="64">27396 9370 8912,'-17'0'0,"0"0"0,0 0 0,-1 0 0,1 0 0,0 0 0,0 0 0,0 2 0,-1 4 0,1 5 0,0 7 0,0 4 0,5 5 0,1 8 0,7 1 0,-2 2 0,4 4 0,2 2 0,0-8 0,0-1 0,6-3 0,0-9 0,7 0 0,-3-13 0,7-5 0,-6-5 0,1-5 0,5-14 0,6-14 0,-4-7 0,-5-4 0,1-2 0,-4-5 0,-1-1 0,1 0 0,-7 1 0,2-1 0,-4-7 0,-2-4 0,0 4 0,-2 1 0,-2 7 0,-2 5 0,-5 4 0,5 8 0,-7 15 0,11 3 0,-6 26 0,8 7 0,0 15 0,0 14 0,0 4 0,2 3 0,4 3 0,5 1 0,5 0 0,1-5 0,-6-6 0,1 0 0,1-6 0,10 6 0,-4-14 0,4 3 0,2-14 0,0-2 0,0-8 0,0-3 0,3-2 0,-5-6 0,0-8 0,-6-4 0,2-5 0,4-6 0,-9 2 0,3-7 0,-9 1 0,3-2 0,-7-3 0,2 3 0,-4-1 0,-2 1 0,-8-2 0,-4 8 0,3 0 0,-3 6 0,7 6 0,-7-1 0,8 10 0,-1 2 0,3 14 0,2 9 0,0 7 0,0-1 0,5 5 0,1 6 0,8-3 0,-3 3 0,4-6 0,3-5 0,-1-4 0,0-8 0,0 0 0,0 0 0,1-7 0,-1-4 0,0-6 0,0-6 0,-1-6 0,-3-9 0,-3-3 0,-3-3 0,5-4 0,-7-9 0,1 4 0,-6-4 0,0 3 0,0 3 0,0 2 0,0 3 0,0-2 0,0 8 0,6 1 0,0 4 0,1 7 0,-1 1 0,5 3 0,5 3 0,1 10 0,0-3 0,0 9 0,2 5 0,4 6 0,-3 2 0,2-2 0,-2-2 0,-3 7 0,-6-1 0,-1 4 0,-3-3 0,-3 3 0,-2-4 0,-2 1 0,-7 1 0,-5 5 0,-3-1 0,-2-4 0,-1-7 0,1-10 0,0-4 0,-8-8 0,-2 0 0</inkml:trace>
  <inkml:trace contextRef="#ctx0" brushRef="#br0" timeOffset="65">28308 8923 8912,'-17'8'0,"0"3"0,7 1 0,5 5 0,-3 0 0,2 18 0,-1-3 0,3 14 0,-2 4 0,2 5 0,10-2 0,5 5 0,5-7 0,1-5 0,6-6 0,0-11 0,2 0 0,-2-10 0,3-6 0,1-3 0,-2-5 0,-8-5 0,6-13 0,0-4 0,0-12 0,-6 1 0,0-7 0,1-5 0,-1 4 0,0-4 0,-6-2 0,-1 0 0,-2 0 0,-4-1 0,-3 3 0,-1 6 0,0 2 0,0 3 0,-5 10 0,-1 7 0,-7 8 0,1-1 0,3 12 0,-3 11 0,6 1 0,-5 9 0,5 1 0,-3 5 0,1 1 0,4-1 0,2-5 0,2-1 0,0-7 0,0 2 0,8-9 0,3-3 0,-1-7 0,1 2 0,7-6 0,4-6 0,7-4 0,-6-7 0,6-8 0,-6-3 0,0 1 0,-6 0 0,0 2 0,0 4 0,1 2 0,-1 2 0,-6 6 0,1-1 0,-8 8 0,5-3 0,-3 7 0,-4 2 0,3 3 0,-3 5 0,-2 7 0,0 0 0,0 1 0,0-1 0,0 0 0,-2-2 0,-3-3 0,3-3 0,-4-3 0,4-4 0,0 4 0,-3-12 0,3-4 0,-6-13 0,8 0 0,0 1 0,0 4 0,0 1 0,0 0 0,2 2 0,4 3 0,-3-3 0,9 3 0,-1 5 0,7 1 0,-1 4 0,0 2 0,6 0 0,0 0 0,7 0 0,-1 0 0,-2 6 0,2 0 0,-1-1 0,7-5 0,-9 0 0,-3 0 0,2 0 0,-2-2 0,-2-3 0,-2-7 0,-3-3 0,-5-2 0,3-8 0,-9-4 0,1-3 0,-6-3 0,0-5 0,0 0 0,-2-8 0,-4 3 0,-3-7 0,-8-5 0,-1 3 0,1-3 0,6 11 0,1 8 0,1 7 0,-1 8 0,6 4 0,-3 19 0,7 12 0,0 18 0,0 16 0,0 6 0,0 5 0,7 4 0,5 8 0,-3 0 0,3 0 0,-1-8 0,6-4 0,6-4 0,2-1 0,0-2 0,0-4 0,4-6 0,-6-12 0,5-3 0,-5-8 0,6-1 0,-6-5 0,0-3 0,-14-16 0,-1-1 0,-8-9 0</inkml:trace>
  <inkml:trace contextRef="#ctx0" brushRef="#br0" timeOffset="66">29461 8872 8912,'-11'0'0,"-1"0"0,8 0 0,-3 0 0,11-2 0,7-4 0,4 2 0,20-7 0,-3-3 0,14-7 0,2-3 0,2-3 0,-4 4 0,0-6 0,-8 1 0,2-7 0,-11 1 0,-5-1 0</inkml:trace>
  <inkml:trace contextRef="#ctx0" brushRef="#br0" timeOffset="67">29565 7565 8912,'19'2'0,"4"4"0,11 5 0,14 12 0,9 9 0,12 12 0,2 14 0,-31-20 0,0 4 0,-3 1 0,-3 4 0,1 7 0,-3 3 0,-5 1 0,-3 2-459,-4 2 0,-3 0 1,-3 1-1,-2 0 459,-2-2 0,-2-1 0,0-4 0,-1-2 0,-1-2 0,-1 0 0,0 2 0,-2 0 0,-2-1 0,-2 0 0,1 2 0,0 0-18,1 4 1,-2-1-1,-3-7 1,-2-1 17,-11 42 0,-4-6 0,-2-12 0,8 1 0</inkml:trace>
  <inkml:trace contextRef="#ctx0" brushRef="#br0" timeOffset="68">25693 8287 8912,'-16'-11'0,"3"1"0,1 2 0,-1 5 0,-2 5 0,-2 11 0,-1 16 0,1 11 0,0 15 0,2 6 0,3 8 0,4 21 0,9-42 0,2 1 0,2 8 0,2 1 0,2 6 0,5 2 0,7 2 0,4 1 0,2 5 0,3-1 0,2-2 0,1-2-91,0-1 0,3-2 1,2-8-1,2-2 1,2 0-1,2-3 1,3-6-1,2-4 91,1-6 0,1-3 0,0-7 0,1-5 0,0-8 0,0-5 0,-1 0 0,1-1 0,1-1 0,1-2 0,2-2 0,1-1 0,3 0 0,0-2 0,2 0 0,-1-2 0,-4 0 0,0-1 0,-1-1 0,-1 0 0,-3-2 0,0 1 0,-1 1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44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18052 6052 8912,'-44'0'0,"4"-2"0,3-4 0,5 4 0,3-3 0,6-5 0,10 1 0,1-3 0,-1 1 0,4 5 0,-3-6 0,8 9 0,-11-5 0,3 8 0,-3 0 0,4 0 0,-1 0 0,1 0 0,-6 0 0,5 0 0,1 0 0,-1 0 0,-5-8 0,0-1 0</inkml:trace>
  <inkml:trace contextRef="#ctx0" brushRef="#br0" timeOffset="1">17553 6018 8912,'-8'-23'0,"-3"0"0,3-8 0,-7 12 0,13 0 0,-4 8 0,4 7 0,2-12 0,0 7 0,0-1 0,8 3 0,-4 7 0,7 0 0,-5 0 0,5 0 0,1 0 0,5 0 0,0 0 0,0 0 0,1 0 0,1 0 0,4 0 0,4-6 0,7 0 0,8-1 0,4 1 0,6 4 0,5-4 0,0-1 0,12 1 0,-4-2 0,10 4 0,-5-1 0,-1 1 0,0 2 0,0 2 0,-6 0 0,0 0 0,0-6 0,6 0 0,4-1-160,7 1 0,-7 4 160,7-4 0,-7-1 0,-5 1 0,7 0 0,0 6 0,1 0 0,-1 0 0,-3-5 0,9-1 0,-1 0 0,6 6 0,-8 0 0,-3 0 0,-6 0 0,-6 0 0,10 0 0,-5 0 0,7 0 0,0 0 0,-5 0 0,5 0 0,-4 0 0,-3 0 0,1 0 0,0 0 0,8 0 0,3 0 0,6 0 0,6 0 0,-10 0 0,4 0 0,-11-6 0,-1 1 0,-1 1 0,1 2 0,-3 2 0,4 0 0,-5 0 0,-1 0 0,2 0 0,4 0 0,-7 0 0,1 0 0,0 0 0,-6 0 0,12 0 0,5 0 0,4 0 0,2 0 0,-5 0 0,-1 0 0,-6 0 0,7 0 0,-14 0 0,1 0 0,-1 0 0,0 0 0,2 0 0,0 0 0,-8 0 0,-3 0 0,-11 0 0,-1 0 0,-6 0 0,6 0 0,-6 0 0,6 0 0,0 0 0,6 0 0,7 0 0,4 0 0,4 0 0,2 0 0,-6-6 0,0 0 0,0 3 160,-2 1 0,-3 2-160,-12 0 0,3 0 0,-3 0 0,10 0 0,1 0 0,0 0 0,-5 0 0,-2 0 0,-4 0 0,1 0 0,-6 0 0,5-2 0,-4-2 0,2-2 0,3 2 0,9-5 0,1-3 0,8 3 0,-2-3 0,-2 7 0,3-7 0,-9 8 0,2-1 0,-13-3 0,-9 2 0,-3-1 0,-9 1 0,0 4 0,-6-4 0,-5 4 0,-1 2 0,-7-7 0,11 5 0,-3-4 0,3 4 0,2 2 0,6-6 0,0 1 0,8-1 0,-2 6 0,1-6 0,-1 1 0,1-1 0,-7 6 0,0-6 0,-5 0 0,-9 1 0,-1 5 0,-8 0 0,0 0 0,-8 0 0,6 0 0,-5 0 0,7 0 0,0 0 0,-8 0 0,-2 0 0</inkml:trace>
  <inkml:trace contextRef="#ctx0" brushRef="#br0" timeOffset="2">24436 6877 8912,'-9'-19'0,"3"-4"0,-2 10 0,3-4 0,1 1 0,2 1 0,2-2 0,0 0 0,0 0 0,0-1 0,0-1 0,0-2 0,0-2 0,0 2 0,6 2 0,-1 2 0,-1 0 0,-2 0 0,-2 5 0,-2 3 0,-4 1 0,-5 4 0,-4 2 0,-4 6 0,-4 6 0,-6 7 0,-5 13 0,-7 5 0,5-1 0,-4 6 0,9 2 0,5-2 0,1-1 0,4-3 0,7-7 0,3-1 0,7-1 0,-2 2 0,4 1 0,2-7 0,8 0 0,3-6 0,12 0 0,6 1 0,-2-7 0,2 0 0,-1-5 0,7 6 0,-3-1 0,-3-1 0,1-1 0,-7-3 0,0-2 0,-6 7 0,-7 1 0,-2 5 0,-10 0 0,-4 2 0,-5 4 0,-12-4 0,-6 4 0,-4 2 0,-1-2 0,0 2 0,-1-4 0,1 2 0,-1-2 0,3-10 0,3-5 0,4 2 0,8-3 0,8-1 0,3-10 0,6-7 0,6-8 0,11-6 0,11-7 0,7-6 0,3 0 0,2 1 0,-2 3 0,-1 2 0,-3-1 0,1 1 0</inkml:trace>
  <inkml:trace contextRef="#ctx0" brushRef="#br0" timeOffset="3">24574 7066 8912,'17'0'0,"-5"-2"0,-1-3 0,1 3 0,5-6 0,-6 8 0,1 0 0,-8 8 0,1 3 0,-3 5 0,4 1 0,0 0 0,1 2 0,-1 4 0,-4-4 0,4 4 0,1-4 0,-1-2 0,6-5 0,-7-1 0,1-7 0,-6 4 0,-8-16 0,-1-1 0</inkml:trace>
  <inkml:trace contextRef="#ctx0" brushRef="#br0" timeOffset="4">24712 6929 8912,'0'-25'0,"0"6"0,0-6 0,0 8 0,0 7 0,7 3 0,3 9 0,7 3 0,0-1 0,0 8 0,1-1 0,-1 6 0,0 0 0,0 1 0,-1-1 0,-5 0 0,2 0 0,-7 0 0,6 1 0,-7-1 0,1 0 0,-6 0 0,0 0 0,0 1 0,0-9 0,6-3 0,0-12 0,5-5 0,-3-12 0,1-4 0,5 0 0,-1-5 0,-1 3 0,3 4 0,-4 2 0,5-3 0,1 7 0,0 1 0,0 13 0,-5 5 0,-1 5 0,3 7 0,1 3 0,8 0 0,0-3 0,7 1 0,-1-7 0,2 5 0,-3-5 0,5 0 0,-6-6 0,-1 0 0,-3 0 0,-5-2 0,-7-4 0,2 2 0,-7-7 0,0-1 0,-14-5 0,-3 0 0,-5 2 0,-1 1 0,0 5 0,0 1 0,0 2 0,-1 6 0,3 8 0,4 4 0,3 9 0,8 2 0,0 5 0,0-5 0,2 13 0,4-1 0,3 5 0,8 0 0,-1-2 0,-3 6 0,-1 0 0,1 0 0,0-4 0,-1 6 0,-5-6 0,-7 6 0,0-8 0,0 2 0,-7-9 0,-5-2 0,-9-8 0,-2 1 0,0-4 0,-1-7 0,4-3 0,-3-8 0,4-2 0,2-4 0,2-9 0,3-8 0,-1-13 0,7 1 0,0-9 0,8 2 0,4-2 0,6-3 0,9 3 0,2-2 0,7 6 0,-1-6 0,3 10 0,3 1 0,1 1 0,4 5 0,-3-1 0,3 1 0,-4 8 0,-1 7 0,-9-1 0,-3 4 0,-4 3 0,-9-7 0,-2 15 0,-8 0 0,0 7 0,0 11 0,0 5 0,0-1 0,5 7 0,1-6 0,5 6 0,-5-6 0,6 0 0,-7-6 0,7 0 0,-4 0 0,1-2 0,5-3 0,-5 1 0,3-7 0,-1 0 0,6-8 0,0-4 0,1-5 0,-1-12 0,0-6 0,0-3 0,-5-3 0,-1 1 0,-1 5 0,1 0 0,3 8 0,-9-1 0,1 2 0,-6 3 0,0 10 0,0 7 0,6 7 0,0 10 0,-3 3 0,-1 2 0,4-2 0,0 3 0,7 1 0,-1-1 0,3-2 0,2-9 0,6 1 0,0-7 0,6 0 0,-6-6 0,5-2 0,-5-4 0,0-6 0,2-3 0,-6-10 0,4-3 0,-4-11 0,-2-1 0,-7-7 0,-4 1 0,1-4 0,-1-1 0,0-7 0,-6 1 0,0 3 0,0 7 0,-6 7 0,0 11 0,1-4 0,3 22 0,-4-1 0,4 16 0,-4 8 0,3 16 0,-1 9 0,-2 5 0,2 5 0,2 3 0,2 2 0,2-1 0,4 1 0,3-6 0,9 0 0,5-6 0,0 6 0,7-8 0,-1 0 0,3-7 0,3-9 0,-1-4 0,1-7 0,-3-3 0,-3-8 0,1-2 0,-7-4 0,0-11 0,-6-10 0,-1-1 0,-5-1 0,-1 0 0,-4-5 0,-5-1 0,5 1 0,-10 2 0,-1 3 0,-9-4 0,5 22 0,-9 0 0,1 7 0,0 6 0,0 5 0,0 10 0,1 8 0,5 10 0,-3-3 0,9-3 0,-1 3 0,6-3 0,0-2 0,0-1 0,0-1 0,0-4 0,8-2 0,3-1 0,-1-9 0,1-3 0,6-4 0,6-2 0,0-8 0,-6-3 0,6-12 0,2-6 0,0-3 0,0-3 0,0 1 0,-2-1 0,-4 1 0,4 0 0,-6 5 0,-5 0 0,-5 14 0,-7-2 0,6 13 0,0 4 0,-1 8 0,-5 9 0,0 6 0,0 0 0,8 0 0,4-6 0,3 0 0,2 0 0,6-7 0,0-4 0,0 1 0,-6-1 0,0 0 0,0-8 0,1-4 0,-1-5 0,-6-5 0,1-1 0,-8 0 0,1 0 0,-1-6 0,2 0 0,-4 0 0,4 6 0,-4 0 0,-2-1 0,0 1 0,0 8 0,1 3 0,5 12 0,-2 3 0,7 8 0,-1 8 0,2 4 0,3 3 0,-4 3 0,-1-1 0,-1 0 0,1 1 0,0-1 0,-7-5 0,3 0 0,-4-8 0,-2 1 0,0-2 0,0-11 0,0-3 0,0-12 0,0-11 0,0-12 0,2-5 0,2-6 0,3-6 0,3-4 0,1 4 0,7 1 0,-1 6 0,0-1 0,6 6 0,0 5 0,0-1 0,-6 7 0,0 0 0,8 6 0,2-1 0</inkml:trace>
  <inkml:trace contextRef="#ctx0" brushRef="#br0" timeOffset="5">28205 6585 8912,'0'17'0,"0"0"0,2 1 0,2 1 0,1 4 0,9 1 0,-3 7 0,3-4 0,-3-2 0,5 3 0,-5-5 0,4-4 0,2-5 0,-5-1 0,-1-7 0,3-2 0,1-3 0,0-14 0,-3-4 0,3-12 0,-5-1 0,-1-7 0,-3-3 0,2 0 0,-3 6 0,7 7 0,-6 4 0,7 4 0,-2 2 0,5 1 0,3 3 0,2 4 0,2 1 0,0 2 0,-6 6 0,8 8 0,2 1 0</inkml:trace>
  <inkml:trace contextRef="#ctx0" brushRef="#br0" timeOffset="6">28825 6688 8912,'-8'-17'0,"0"5"0,-3 1 0,-5 7 0,5-2 0,-4-3 0,-3 7 0,1-4 0,0 4 0,0 4 0,0 4 0,-1 4 0,1 7 0,2 6 0,3 0 0,-1 5 0,7-5 0,-5 6 0,5-6 0,0 2 0,6-2 0,0-10 0,0 4 0,8-11 0,4 0 0,9-6 0,1-6 0,7-11 0,-6-12 0,6 2 0,-6-1 0,5 7 0,-5-2 0,0 4 0,-5 1 0,-3 7 0,-2 1 0,-1 3 0,-1 1 0,-1 6 0,-1 8 0,-3 3 0,-2-1 0,7 1 0,-5-1 0,6 3 0,1-3 0,2-3 0,-3-1 0,-1-6 0,-1-2 0,1-4 0,12-3 0,-4-8 0</inkml:trace>
  <inkml:trace contextRef="#ctx0" brushRef="#br0" timeOffset="7">29324 6207 8912,'-8'-35'0,"6"9"0,-4 3 0,2 5 0,-1 7 0,3 5 0,-4 12 0,2 11 0,-1 12 0,1 11 0,-8 6 0,8 3 0,-1 3 0,3 2 0,2-1 0,2 2 0,3 1 0,-1-8 0,8 3 0,-7-1 0,7-10 0,-3 0 0,3-6 0,3-9 0,-3-7 0,3-11 0,2-7 0,0-6 0,-5-11 0,-1-11 0,-1-5 0,1-1 0,-1-6 0,-4-1 0,-2 3 0,7 10 0,-7-3 0,2 8 0,-5 2 0,-1 2 0,0 9 0,0-5 0,0 13 0,0 2 0,6 4 0,0 8 0,-2 1 0,5 2 0,3 2 0,3 1 0,-3-3 0,-1-4 0,1-1 0,5-4 0,0-4 0,0 3 0,6-3 0,0-2 0,-2 0 0,-2 0 0,-2-2 0,1-3 0,-7 1 0,1-8 0,-1 3 0,6-3 0,-5-3 0,-1 3 0,-7 3 0,4-1 0,-1 3 0,3-7 0,-1 12 0,1 2 0,-4 12 0,-4 9 0,3 2 0,3 7 0,0-1 0,3 2 0,8-3 0,-2 3 0,6-8 0,4 4 0,2-10 0,-2 4 0,1-10 0,-5-3 0,6-2 0,-6-12 0,6-6 0,-7-11 0,7-5 0,-8-3 0,0 1 0,-5-1 0,-5-5 0,-7 1 0,2-5 0,1 4 0,-1 2 0,0 1 0,-6 4 0,-6-1 0,-2 9 0,-1 6 0,-5 7 0,-1 6 0,-2 2 0,0 10 0,-1 7 0,1 8 0,0 9 0,0 0 0,0 1 0,1-1 0,5 1 0,5-3 0,4-3 0,2 1 0,0-7 0,10 6 0,7-6 0,2-2 0,10-10 0,1-3 0,10-8 0,6-2 0,4-4 0,4-11 0,3-12 0,-2-9 0,9-2 0,-11-2 0,-1 2 0,-8 4 0,-10-6 0,-1 2 0,-5-1 0,-5 3 0,-11 10 0,-5 3 0,-7 7 0,0 9 0,0 1 0,0 10 0,0 4 0,0 3 0,2 9 0,2 1 0,2 4 0,5-2 0,-5 7 0,6-7 0,-7 2 0,1 2 0,-6-2 0,0 0 0,0-6 0,-8 2 0,-5 2 0,-10 2 0,-11-2 0,-3-2 0,-9-1 0,6-1 0,-6 0 0,8-2 0,-2-3 0,9 1 0,3-7 0,7 0 0,-12-14 0,6-2 0</inkml:trace>
  <inkml:trace contextRef="#ctx0" brushRef="#br0" timeOffset="8">31595 6568 8912,'0'-25'0,"0"6"0,0-4 0,0 4 0,0 9 0,0 12 0,0 15 0,-13 16 0,-6 15 0,-8 7 0,-9 8 0,-1 10 0,-9 1 0,23-30 0,0 0 0,-1-1 0,-1 0 0,1 1 0,2 2 0,1 1 0,2-1-292,-18 42 0,17-37 1,-2-1-1,0-2 1,0 0-1</inkml:trace>
  <inkml:trace contextRef="#ctx0" brushRef="#br0" timeOffset="9">27895 5261 8912,'-17'0'0,"0"0"0,5-8 0,3-3 0,1-4 0,10-1 0,10 5 0,3 7 0,2 8 0,-2 6 0,-1 9 0,-5 4 0,-1 5 0,3 10 0,-5 4 0,-2 4 0,-2 8 0,-4-3 0,-4 7 0,2 1 0,-7-2 0,5-1 0,-5-9 0,-1-3 0,3-2 0,1-9 0,8-10 0,0-4 0,0-2 0,10-7 0,7-5 0,2-10 0,10-7 0,-3-3 0,5-2 0,-4-1 0,-2 1 0,-2 0 0,-6 0 0,-8-6 0,-3 0 0,-19-8 0,-6 5 0</inkml:trace>
  <inkml:trace contextRef="#ctx0" brushRef="#br0" timeOffset="10">27689 5828 8912,'0'-17'0,"7"-2"0,5-4 0,11 2 0,6-7 0,11 1 0,7-4 0,9 3 0,7-3 0,-4 6 0,-1 2 0,-5 10 0,-1 1 0,-8 7 0,-4-7 0,-6 8 0,-5-1 0,-4 3 0,-8 2 0,2 7 0,4 5 0,-11 3 0,1 0 0,-5-1 0,-3-3 0,1-7 0,-6 4 0,0-8 0,0 0 0,2-10 0,6-5 0,9-6 0,0-8 0,6 6 0,2-7 0,-2 3 0,-2-2 0,-2 1 0,-4 5 0,-3-6 0,-5 8 0,-7-2 0,-1 6 0,-5 6 0,-10 3 0,-6 8 0,-9 8 0,2 3 0,-5 6 0,-4 6 0,-3 6 0,3 3 0,8 5 0,1 3 0,8-4 0,-2 4 0,10-6 0,1-5 0,10 4 0,2-5 0,12-3 0,16-2 0,11-6 0,16-5 0,4-7 0,3-3 0,-1-9 0,2-5-215,-12-11 0,-1-11 0,-6-10 0</inkml:trace>
  <inkml:trace contextRef="#ctx0" brushRef="#br0" timeOffset="11">28876 5416 8912,'0'-17'0,"-7"7"0,7 2 0,0 8 0,1 0 0,11 0 0,1 8 0,10 4 0,-4 3 0,6 4 0,-2 2 0,0 2 0,0 2 0,-6-2 0,-1-2 0,-5 7 0,-1-7 0,-5 2 0,-3-4 0,4-1 0,-4-1 0,-2-8 0,-6-3 0,0-12 0,3-7 0,1-8 0,4-13 0,3-12 0,11-4 0,7-2 0,7 7 0,-1-1 0,5 2 0,6-2 0,-3 6 0,3 11 0,2 4 0,-2 8 0,0 2 0,-5 3 0,-7 5 0,1 7 0,-6 0 0,6 0 0,-8 0 0,2 0 0,-4 0 0,-10 0 0,-1 0 0,-10 7 0,-4 5 0,-3 5 0,-8 6 0,-1 4 0,1 7 0,0 0 0,2 1 0,1-1 0,3 1 0,7-1 0,-2 0 0,4-7 0,2-4 0,8-6 0,3-5 0,14-5 0,10-7 0,9-7 0,11-9 0,2-10 0,-1-14 0,-1-8 0,-9-4 0,-4 1 0,-24-1 0,-7 2 0,-17 5 0,-19-1 0,-15 11 0,-23 12 0,-11 18 0,-7 12 0,1 11 0,5 8 0,14 12 0,10 3 0,7-1 0,9-6 0</inkml:trace>
  <inkml:trace contextRef="#ctx0" brushRef="#br0" timeOffset="12">24075 8167 8912,'-8'-17'0,"-1"-1"0,-3 3 0,3 2 0,1 1 0,2 1 0,-1 1 0,-3-3 0,-7 7 0,0 2 0,-8 2 0,-4 2 0,-5 0 0,-6 0 0,1 0 0,-7 0 0,-1 2 0,-3 4 0,6-4 0,4 4 0,5 1 0,7-1 0,3 0 0,0 1 0,6-3 0,-4 8 0,4-7 0,2 7 0,-1 1 0,1 10 0,-6-2 0,0 8 0,2 1 0,2 3 0,4 3 0,3 4 0,-3-3 0,4 3 0,3-2 0,2 2 0,2-2 0,-1 8 0,3-8 0,-4 2 0,4 4 0,2 4 0,0 9 0,0 12 0,-2 4 0,-4 13 0,-1-2-210,2-36 0,-2 1 0,-2 5 0,-1 1 210,4 2 0,1 1 0,-5 3 0,1 0 0,2-3 0,2-1 0,1-2 0,0 0 0,1 0 0,1-1 0,3-3 0,3-2 0,10 37 0,9-18-47,11-10 1,6-14 46,6-4 0,10-6 0,-5-5 0,5-1 0,-5-10 0,1 1 0,0-13 0,-3-1 0,-3-5 0,4 0 0,-4 0 0,2 0 0,-1 0 0,-3 0 0,-1 0 0,-5 2 416,-10 4 0,-5-2-416,-11 7 50,3-7 1,-13 11-51,4-3 0,-4-3 0,-2 3 0,0-7 0,0 7 0,0-6 0,0 5 0,0-7 0,0-12 0,0-11 0</inkml:trace>
  <inkml:trace contextRef="#ctx0" brushRef="#br0" timeOffset="13">25004 8218 8912,'0'-17'0,"0"0"0,0 0 0,0 0 0,0-1 0,0 1 0,0 0 0,0 6 0,0-1 0,0-1 0,0 5 0,2 4 0,2 16 0,2 11 0,-3 7 0,-1 5 0,-2-1 0,2 2 0,2 2 0,2 3 0,-2-3 0,-2-2 0,-2-2 0,0 1 0,0-1 0,0-1 0,0-3 0,0-3 0,0-2 0,-2-2 0,-4-6 0,4 0 0,-6 0 0</inkml:trace>
  <inkml:trace contextRef="#ctx0" brushRef="#br0" timeOffset="14">24884 9044 8912,'-12'0'0,"-1"0"0,-6 0 0,2 0 0,-6 0 0,3 0 0,11-2 0,5-2 0,8-2 0,5 0 0,9 6 0,5-5 0,0-1 0,5 0 0,-3 6 0,0 0 0,0 0 0,-2 2 0,-6 4 0,-2-2 0,-3 7 0,1 6 0,-7 6 0,0 2 0,-6-2 0,-6 4 0,-4 7 0,-3 1 0,-6-1 0,-2 0 0,4 1 0,-1-7 0,1 1 0,6-8 0,-1 2 0,8-4 0,-3-8 0,7 1 0,4-8 0,5 0 0,8-8 0,6 0 0,0-8 0,-4 3 0,4-3 0,2-1 0,-2 7 0,0-5 0,-6 5 0,-5 0 0,-1 6 0,-7-7 0,4-3 0</inkml:trace>
  <inkml:trace contextRef="#ctx0" brushRef="#br0" timeOffset="15">24849 9852 8912,'-17'0'0,"6"-2"0,-1-2 0,-1-2 0,5-7 0,0 11 0,16-11 0,6 7 0,5 0 0,4-2 0,5 7 0,-5-5 0,6 2 0,-6-2 0,0 4 0,-6-3 0,0 3 0,0 2 0,-7 7 0,-4 5 0,-4 3 0,-2 2 0,-2 6 0,-4 0 0,-4 2 0,-7-2 0,0-4 0,0 4 0,0-2 0,-1 2 0,3-4 0,2 4 0,1-4 0,1-2 0,1 0 0,4-1 0,12-5 0,4-1 0,7-5 0,2-3 0,4 6 0,4-2 0,0-1 0,3 7 0,-7-6 0,6 7 0,-6-2 0,-6 7 0,-6 5 0,-7-2 0,2 7 0,-12 7 0,-5 5 0,-14 2 0,-8-2 0,-7 4 0,-4 0 0,-2-2 0,-5-8 0,-1-7 0,0-4 0,9-12 0,2-5 0,1-6 0,6-6 0,-4-19 0,11-11 0</inkml:trace>
  <inkml:trace contextRef="#ctx0" brushRef="#br0" timeOffset="16">25865 8029 8912,'2'10'0,"3"-5"0,7-3 0,-3-7 0,3-3 0,1 0 0,2 1 0,-3-5 0,-1 5 0,3-1 0,1 0 0,2 3 0,1 3 0,-1-2 0,0-2 0,0 0 0,0 6 0,-5 8 0,-3 4 0,-1 5 0,-4 6 0,-4 3 0,-6 9 0,-5 7 0,-12 4 0,-4 3 0,-7 5 0,-1-1 0,1-1 0,7-4 0,4-14 0,4 0 0,2 1 0,7-8 0,4-5 0,6-4 0,6-7 0,4-1 0,7-5 0,13-5 0,5 0 0,11-2 0,0-9 0,5-4 0,7-6 0,-5 0 0,5-8 0,-5 8 0,-1-2 0,-8 4 0,-4 2 0,-11 2 0,-7 3 0,-2 4 0,-11 8 0,-1 2 0,-10 2 0,-4 2 0,-3 15 0,-9-2 0</inkml:trace>
  <inkml:trace contextRef="#ctx0" brushRef="#br0" timeOffset="17">26037 9061 8912,'11'0'0,"1"-2"0,1-2 0,0-4 0,-1-1 0,-3-1 0,-3-1 0,-6 3 0,0 8 0,-7 0 0,-11 4 0,-1 6 0,-4 7 0,4 6 0,-4 0 0,-2 1 0,1 7 0,-1-4 0,0-2 0,2 3 0,6-5 0,-1 6 0,3-6 0,2-2 0,1-2 0,8 6 0,-3-6 0,20-2 0,4-11 0,18-6 0,-1-6 0,12-4 0,0-7 0,4 0 0,1 0 0,1 0 0,0-1 0,-8 1 0,-4 0 0,-12 2 0,-5 3 0,-4 5 0,-9-1 0,-4 8 0,-12-2 0,-7 6 0,-8 0 0,-6 5 0,-8 1 0</inkml:trace>
  <inkml:trace contextRef="#ctx0" brushRef="#br0" timeOffset="18">25933 9198 8912,'2'-9'0,"4"3"0,-2 4 0,7 2 0,-7 0 0,6 2 0,-4 4 0,-5 3 0,5 10 0,-4 4 0,-2 6 0,0 3 0,0 3 0,0 5 0,0 0 0,0 8 0,0-2 0,-2 3 0,-4 3 0,-3 0 0,-8-1 0,-1 1 0</inkml:trace>
  <inkml:trace contextRef="#ctx0" brushRef="#br0" timeOffset="19">25882 10006 8912,'-12'12'0,"1"-1"0,1 3 0,-1 9 0,-4 3 0,3 9 0,3 9 0,-1 5 0,2 9 0,5 3 0,1-6 0,2 3 0,7-5 0,5-1 0,5-14 0,4-8 0,2-7 0,-2-7 0,0-11 0,2 1 0,-4-6 0,4-6 0,-4-3 0,-2-8 0,-5-8 0,-1-4 0,1-3 0,-3-3 0,5-5 0,-9 0 0,-1 0 0,-10 5 0,3 1 0,-9 0 0,1 7 0,-6 4 0,-1 10 0,1 1 0,-6 8 0,-2-1 0,0 5 0,1 5 0,-7-3 0,4 6 0</inkml:trace>
  <inkml:trace contextRef="#ctx0" brushRef="#br0" timeOffset="20">26174 7857 8912,'-9'-17'0,"1"0"0,12 0 0,6 1 0,11 3 0,9 2 0,8 5 0,14-6 0,7 9 0,4-3 0,6 4 0,6 2 0,3 0 0,6 0 0,-3 2 0,-7 4 0,-11 9 0,-5 12 0,-7 3 0,-5 6 0,-11 10 0,-12 0 0,-6 8 0,-6 7 0,-3 9 0,0 7 0,-7 3 0,5 6 0,-4 2-40,-2 4 1,0 3-1,0-44 1,0 1-1,1 1 1,0-1 39,2 2 0,0 1 0,-2 5 0,0 1-228,1 4 0,1 1 1,-1-4-1,0-1 228,1-1 0,0 0 0,-2-2 0,0 1 0,2 1 0,0 0 0,-2 1 0,0 0 0,-1 3 0,0-2 0,-4-5 0,0-1 0,-1-1 0,-2-1 0,0 1 0,-3-1-12,-1-5 0,-1-1 0,0 4 0,-3-1 0,-1-4 0,-2-2 0,-18 41 12,-4-10 0,-4-3 0,-8-16 0,-9 6-243,-8-5 1,0-1 242,-5-5 0,3-5 0,2-7 0,-7-1 0,-5-16 0,1-10 0,-6-15 0,-8-13 0,42 4 0,-1-3 0,-2-4 0,1-2 0,0-2 0,1-2 0,0-3 0,1 0 0</inkml:trace>
  <inkml:trace contextRef="#ctx0" brushRef="#br0" timeOffset="21">21063 9078 8912,'0'17'0,"2"2"0,4 4 0,7 6 0,10 5 0,12 6 0,9 6 0,6 2 0,1 0 0,1-4 0,-1-2 0,-1-2 0,-2-6 0,-2 1 0,2-1 0,-6-7 0,-4-4 0,-6-6 0,-3-6 0,-8 5 0,-19-22 0,-21 4 0,-25-15 0</inkml:trace>
  <inkml:trace contextRef="#ctx0" brushRef="#br0" timeOffset="22">21614 9147 8912,'0'-17'0,"0"-1"0,0 1 0,-8 8 0,-3 5 0,-6 10 0,-6 11 0,-4 9 0,-7 15 0,-1 4 0,3 13 0,1 3 0,2 0 0,3 12 0,-3-5 0,0 3 0,12-8 0,-2-4 0,13-7 0,2-2 0,3-5 0,1-10 0,0-12 0,7-12 0,5-5 0,3-8 0,2-9 0,2-9 0,4-14 0,-4-16 0,6-3 0</inkml:trace>
  <inkml:trace contextRef="#ctx0" brushRef="#br0" timeOffset="23">22044 9267 8912,'19'-2'0,"4"-4"0,10-3 0,9-10 0,4-2 0,7-2 0,1-6 0,9 6 0,-8 2 0,1 8 0,-10 3 0,-12 3 0,-15 1 0,-19 6 0,-9 0 0</inkml:trace>
  <inkml:trace contextRef="#ctx0" brushRef="#br0" timeOffset="24">22096 9611 8912,'0'-17'0,"0"5"0,0 1 0,8-1 0,5-5 0,8-2 0,8-4 0,13 2 0,9-8 0,11 7 0,12-7-626,5 8 0,7-12 0,0 7 0</inkml:trace>
  <inkml:trace contextRef="#ctx0" brushRef="#br0" timeOffset="25">28859 8579 8912,'-17'10'0,"5"-1"0,1-5 0,-3 2 0,-1-2 0,-2-2 0,0-2 0,-1 0 0,9 0 0,1-2 0,8-4 0,0 4 0,0-5 0,0 5 0,0-4 0,0 4 0,-2-6 0,-3 8 0,3-2 0,-4-3 0,-4 3 0,7-8 0,-9 5 0,8 3 0,-5-8 0,5 4 0,-2-5 0,0 1 0,6-1 0,0 5 0,0-5 0,2 5 0,4-6 0,-2 7 0,7-7 0,1 7 0,5-7 0,2 8 0,2-1 0,2 5 0,-2 5 0,-2 5 0,-1 7 0,-1 0 0,0 0 0,-7 10 0,-5 8 0,-3 1 0,-2 10 0,-9 7 0,-9 10 0,-8 4 0,-15 2 0,-6 0 0,-9-1 0,1-6 0,-8-5 0,7-11 0,-1-6 0,11-12 0,6-5 0,11-11 0,6-6 0,10-12 0,1-6 0,9-11 0,-3-3 0,6-5 0,6-3 0,5 3 0,12-9 0,6-2 0,11 2 0,-4 0 0,4 5 0,-3 9 0,-3 3 0,2 4 0,4 1 0,-3 9 0,3 3 0,-4 6 0,-1 6 0,-7 3 0,1 9 0,-2 6 0,2 5 0,-5-4 0,-6-2 0,-1 2 0,0-2 0,-2 0 0,-1-6 0,-3 0 0,3 0 0,-5-7 0,3-5 0,-1-3 0,6-9 0,0-3 0</inkml:trace>
  <inkml:trace contextRef="#ctx0" brushRef="#br0" timeOffset="26">29220 8476 8912,'-2'-17'0,"-3"0"0,-7 0 0,5 7 0,-1 2 0,8 12 0,0 6 0,0 7 0,0 12 0,0-1 0,0-1 0,0 2 0,0-3 0,0 3 0,0 2 0,0-8 0,0-2 0,0-2 0,-2-2 0,-4 0 0,4-7 0,-5-3 0,7-9 0,0-5 0,0-10 0,7-14 0,5-9 0,-1-8 0,5 2 0,3-3 0,0-3 0,6 2 0,-2 5 0,0 8 0,-6 9 0,0 12 0,0-1 0,0 13 0,1 4 0,-7 12 0,1 16 0,-7 3 0,5 13 0,-1 0 0,1 0 0,-4-6 0,5 2 0,1-9 0,5-3 0,0-7 0,0 2 0,6-11 0,0-7 0,0-3 0,2-2 0,-6-2 0,4-3 0,-4-7 0,-2-11 0,-7-2 0,-4-3 0,1-10 0,-1 3 0,0-1 0,-6 5 0,-2 5 0,-4 1 0,2 2 0,-7 6 0,-1 7 0,-5 4 0,-2 8 0,-4 10 0,4 1 0,-4 16 0,4 5 0,2 6 0,1-1 0,5-3 0,-2-2 0,7 1 0,0-7 0,6 1 0,0-8 0,0 2 0,2-6 0,4-6 0,3-3 0,10-10 0,2-4 0,2-5 0,8-12 0,-2-6 0,-3-5 0,3-6 0,-8 2 0,2-8 0,-4 0 0,-2-6 0,-7-5 0,-4-2 0,-4-2 0,-2-4 0,-2 13 0,-4 6 0,2 12 0,-7 11 0,5 2 0,-6 15 0,9 4 0,-3 14 0,-2 7 0,3 15 0,-3 10 0,2 8 0,4-1 0,-3 7 0,5-5 0,5-1 0,5 1 0,7 5 0,0-11 0,0 5 0,8-12 0,4 0 0,-2-2 0,1-1 0,3-1 0,2-3 0,-1-11 0,-3 1 0,3-5 0,-3-7 0,-4-3 0,7-24 0,-5-3 0</inkml:trace>
  <inkml:trace contextRef="#ctx0" brushRef="#br0" timeOffset="27">30201 8665 8912,'0'18'0,"0"-7"0,0 0 0,0-5 0,0 6 0,-2-7 0,-3 7 0,3 1 0,-6 8 0,2 4 0,1 2 0,-1 1 0,6 7 0,0-1 0,0 1 0,0-3 0,0-3 0,2 1 0,3-7 0,7 0 0,9-8 0,2-3 0,-2-6 0,6-4 0,1-2 0,-1-14 0,2-3 0,-8-12 0,2 1 0,0-5 0,-6-1 0,2-1 0,-13 1 0,0 2 0,-6 1 0,0 4 0,0 2 0,-8 3 0,-2 4 0,-7 16 0,0 8 0,2 15 0,3 8 0,-1 3 0,7 3 0,0-1 0,6 0 0,0-7 0,0-4 0,2-4 0,4-2 0,4-1 0,7-5 0,0-3 0,0-8 0,6-2 0,0-4 0,6-3 0,-6-9 0,0-1 0,-6-4 0,-8 4 0,-1-6 0,-2 3 0,-1-1 0,-8 2 0,-15 9 0,-3-1 0,-13 7 0,3-2 0,-9 3 0,6 3 0,5-4 0,-1 4 0,7 2 0,2 0 0,3-2 0,7-4 0,3-3 0,8-8 0</inkml:trace>
  <inkml:trace contextRef="#ctx0" brushRef="#br0" timeOffset="28">30700 8425 8912,'-7'-18'0,"3"1"0,-8 0 0,9 6 0,-3-1 0,4 10 0,2 2 0,0 10 0,0 13 0,0 3 0,0 11 0,0 1 0,0 2 0,0 8 0,0-2 0,0 0 0,0 5 0,0-9 0,0 10 0,0-12 0,0 0 0,0-4 0,0-1 0,8-9 0,1-3 0,8-11 0,0-5 0,1-7 0,5-9 0,0-8 0,0-2 0,-6-10 0,0 0 0,0-5 0,-2-1 0,-3 1 0,1 2 0,-7 3 0,2-2 0,-3 8 0,-3 1 0,4 4 0,-4 9 0,-2 1 0,0 10 0,0 4 0,-2 5 0,-4 5 0,4 3 0,-3 4 0,3-4 0,2 4 0,0-4 0,0-2 0,0 0 0,7-2 0,5-3 0,3-6 0,2-5 0,1-1 0,-1 0 0,0 0 0,0-7 0,0-5 0,1-3 0,-1-2 0,-6 0 0,1 0 0,-6-1 0,3 1 0,-1 0 0,-4 0 0,-3 7 0,-1-5 0,0 15 0,0 0 0,-1 8 0,-5 9 0,4 6 0,-4 0 0,4 1 0,2-3 0,0 2 0,0-2 0,2-2 0,4-1 0,3-7 0,9 1 0,5-9 0,0 3 0,5-4 0,-5-2 0,8-8 0,-3-3 0,-1-6 0,0-4 0,-4-4 0,-8-2 0,2 4 0,-5-5 0,-4 5 0,-3-6 0,-3 14 0,-2-2 0,0 3 0,0 3 0,0-1 0,0 10 0,-2 2 0,-3 10 0,3 7 0,-4 6 0,4-4 0,2 4 0,0 2 0,0-2 0,0 5 0,0-5 0,0 0 0,0-6 0,0 1 0,0-1 0,0 0 0,0 0 0,0 0 0,0-7 0,0-2 0,0-24 0,0 3 0,0-16 0,0 6 0,0-5 0,6-1 0,0-5 0,7 5 0,-4 2 0,3 2 0,-1 4 0,-1 2 0,1 2 0,5 8 0,-5 3 0,4 4 0,3 2 0,-7 8 0,1 3 0,-3 6 0,3 6 0,-5-2 0,-7 6 0,2 0 0,4-1 0,-4-5 0,4 2 0,-4-4 0,-2-1 0,0-9 0,1-1 0,5-8 0,-2-8 0,7-3 0,1-6 0,5-6 0,0-4 0,1 0 0,-7-3 0,1 7 0,-1 0 0,6 6 0,-1-1 0,-5 1 0,-1 8 0,-5 3 0,-3 0 0,4 6 0,-2 4 0,1 13 0,-3-5 0,4-1 0,2 1 0,-2 5 0,7-2 0,-2-4 0,5 3 0,1-8 0,0-3 0,0-1 0,1-2 0,-1 0 0,0 0 0,0 0 0,0-5 0,1-1 0,-7-8 0,0 3 0,-1 1 0,2-1 0,-5 0 0,-5-5 0,2 3 0,2 1 0,-1 9 0,-5-5 0,0 16 0,0 3 0,-2 6 0,-3 6 0,3-2 0,-4 8 0,4-8 0,2 4 0,0-2 0,0 0 0,0-1 0,0-4 0,0-1 0,0 0 0,-7-7 0,5-3 0,-6-9 0,8-3 0,0-11 0,0-9 0,0-1 0,0-5 0,6-1 0,-1-3 0,7 3 0,-6 3 0,7-1 0,-1 7 0,1 0 0,-2 6 0,5 7 0,-3 4 0,6 4 0,4 2 0,0 4 0,-6 8 0,0 1 0,1 16 0,-1-1 0,0 7 0,0 5 0,1 0 0,-7 0 0,0-6 0,1 1 0,5-1 0</inkml:trace>
  <inkml:trace contextRef="#ctx0" brushRef="#br0" timeOffset="29">32524 8597 8912,'0'-25'0,"-5"4"0,-1-8 0,0 8 0,6-2 0,0 4 0,0 2 0,0 5 0,0 1 0,0 7 0,0-2 0,0 14 0,0 9 0,0 2 0,0 10 0,0 2 0,0 1 0,2 2 0,4 1 0,-4-7 0,3 1 0,-3-2 0,-2 1 0,6-3 0,0-7 0,7 6 0,-3-6 0,7-1 0,2-8 0,4-9 0,-2-2 0,8-3 0,-1-9 0,-1-7 0,4-4 0,-8-3 0,0-5 0,-6 5 0,0 3 0,0 2 0,-5 4 0,-1 2 0,-7-1 0,2 1 0,-4 8 0,0 1 0,2 10 0,1 4 0,7 3 0,-7 8 0,9 1 0,-3-1 0,-1 6 0,1 0 0,-5 5 0,6-5 0,-9 2 0,3-2 0,-4-4 0,-2 4 0,-2-4 0,-4-2 0,-5 0 0,-4 1 0,-5-3 0,-2-4 0,-5-18 0,-8-12 0</inkml:trace>
  <inkml:trace contextRef="#ctx0" brushRef="#br0" timeOffset="30">32421 8356 8912,'-17'-35'0,"7"1"0,5 0 0,3 5 0,2 0 0,4 8 0,5 0 0,8 6 0,2 4 0,8 7 0,2-2 0,3 8 0,3 9 0,-1 3 0,1 14 0,-9 1 0,-1 6 0</inkml:trace>
  <inkml:trace contextRef="#ctx0" brushRef="#br0" timeOffset="31">28825 10161 8912,'-8'-25'0,"-4"-3"0,-3-3 0,-2 2 0,0 7 0,-1 4 0,1 7 0,-2 3 0,-2 8 0,-4 4 0,-2 7 0,6 5 0,-3 16 0,1 6 0,0 4 0,0 4 0,6 4 0,1-2 0,5-2 0,-3-2 0,9 1 0,1-6 0,2-9 0,4-7 0,4-11 0,5-5 0,12-9 0,6-5 0,3-11 0,-3-12 0,0-10 0,-3-6 0,3 6 0,2-6 0,-8 6 0,-1 0 0,-4 5 0,-3 9 0,-2 1 0,-1 4 0,1 4 0,-3 3 0,1 14 0,1 10 0,5 7 0,2 8 0,4 9 0,4 1 0,7-1 0,3 0 0,5-1 0,7-5 0,7-5 0,1-11 0,-5-6 0,-1-20 0,1-5 0</inkml:trace>
  <inkml:trace contextRef="#ctx0" brushRef="#br0" timeOffset="32">28067 11004 8912,'10'-16'0,"-2"5"0,-8-12 0,0 2 0,0 0 0,0-2 0,0 2 0,-6 2 0,0 2 0,2-1 0,2 11 0,2 7 0,0 15 0,0 16 0,0 9 0,0 11 0,0 9 0,0 8 0,0 3 0,0 4 0,0-10 0,0 1 0,0-6 0,0-11 0,0 1 0,0-10 0,2-7 0,4-11 0,-2-10 0,7-6 0,3-6 0,1-6 0,8-11 0,0-12 0,6-3 0,-7-3 0,3-5 0,-2 0 0,-9 0 0,3 5 0,-4 1 0,4 0 0,-7 7 0,-2 4 0,-1 4 0,-5 11 0,4 8 0,-4 10 0,-2 13 0,0-2 0,0 7 0,0-1 0,0 2 0,0-2 0,0-4 0,6-4 0,-1 4 0,3-10 0,-2-2 0,-2-7 0,7 2 0,1-4 0,3-4 0,-2-4 0,-1-5 0,-9-12 0,13-12 0,-7-9 0</inkml:trace>
  <inkml:trace contextRef="#ctx0" brushRef="#br0" timeOffset="33">28360 11021 8912,'-17'0'0,"-1"0"0,1-6 0,0 0 0,0-1 0,0 1 0,5 4 0,1-4 0,7-3 0,-4 7 0,16-6 0,3 8 0,12 0 0,6 0 0,3 0 0,3 0 0</inkml:trace>
  <inkml:trace contextRef="#ctx0" brushRef="#br0" timeOffset="34">28652 11158 8912,'-9'18'0,"-6"-9"0,3-3 0,4 3 0,1-5 0,7 8 0,0-9 0,0 13 0,0-5 0,0 5 0,0 1 0,0 0 0,0 0 0,6 0 0,-1 0 0,1 1 0,-6-1 0,6-6 0,-1 1 0,1-8 0,-6 3 0,0-9 0,0-3 0,0-7 0,0-11 0,0-5 0,0-5 0,0-7 0,0 0 0,0 0 0,0 5 0,2 1 0,4 0 0,-2 7 0,7 4 0,1 4 0,5 9 0,0 5 0,0 5 0,0 5 0,1 9 0,-1 7 0,6 0 0,0 7 0,0-1 0,-6 2 0,6-4 0,0-8 0,6-2 0,-7-4 0,3-3 0,-2-8 0,-2 0 0,8 0 0,-8-13 0,2-4 0,-4-6 0,-2 0 0,0 2 0,-1-8 0,-5 0 0,-5 3 0,-6-5 0,-6 8 0,-5 0 0,-12 6 0,2 7 0,-8 5 0,2 5 0,-1 5 0,-5 7 0,6 11 0,1 6 0,3 3 0,4 2 0,1 1 0,9 1 0,3 4 0,4-9 0,2 3 0,10-11 0,7-2 0,10-6 0,5-3 0,10-10 0,4-2 0,4-8 0,1-9 0,1-8 0,0-4 0,-3-5 0,-3-6 0,-4 4 0,-7-5 0,-6 5 0,-1 2 0,-14 7 0,-3 4 0,-7 4 0,-4 2 0,0 5 0,0 1 0,-8 7 0,-3-2 0,-5 10 0,-1 2 0,-6 7 0,0-1 0,6 3 0,6 2 0,1 2 0,-1 4 0,-5-4 0,7 4 0,-1-4 0,4-1 0,-3-1 0,7 0 0,-4 0 0,4 0 0,2 1 0,0-7 0,0 0 0,0-7 0,8 4 0,3-8 0,5 0 0,1 0 0,0-6 0,0 0 0,3-1 0,2 1 0,0 2 0,6-7 0,-5 5 0,6-5 0,-8 5 0,2-6 0,2 7 0,-2-7 0,-2-1 0,5-2 0,1-3 0</inkml:trace>
  <inkml:trace contextRef="#ctx0" brushRef="#br0" timeOffset="35">29668 10832 8912,'-17'0'0,"7"-8"0,10 6 0,11-4 0,7 4 0,5 2 0,1 6 0,7 2 0,-2 3 0,1 8 0,-5-1 0,-2 5 0,0-2 0,-6 1 0,4-2 0,-11 3 0,-1-4 0,-3-2 0,-4 0 0,-2 0 0,0-7 0,0-5 0,0-10 0,0-12 0,0-12 0,0-4 0,0-1 0,0-8 0,0-4 0,10-2 0,7 3 0,2-3 0,10 8 0,-1 0 0,7 5 0,-1 8 0,1 4 0,-3 12 0,-3 5 0,-4 6 0,-8 6 0,0 4 0,8 7 0,2 0 0</inkml:trace>
  <inkml:trace contextRef="#ctx0" brushRef="#br0" timeOffset="36">30786 10471 8912,'-2'-19'0,"-1"-2"0,-5-2 0,0 2 0,-1 1 0,-1 3 0,4 6 0,-5 1 0,-2 5 0,-3 6 0,-1 15 0,0 12 0,-2 7 0,-4 5 0,9 4 0,-3 7 0,4-1 0,3-4 0,-3 4 0,7-5 0,0-3 0,6-1 0,0-13 0,0-5 0,8-4 0,4-3 0,5-5 0,6-5 0,-2-6 0,7-6 0,1-4 0,5-7 0,-5-6 0,0 0 0,-8-5 0,2 5 0,-4-6 0,-2 6 0,-2-5 0,-3 5 0,-3-2 0,-5 4 0,2-2 0,-2 2 0,-2 9 0,-10 5 0,-3 7 0,1 7 0,-1 5 0,-1 11 0,-5 5 0,7 5 0,5 1 0,-3-1 0,2-5 0,1 3 0,5-8 0,0-2 0,0-2 0,7-2 0,3-7 0,7-4 0,0-6 0,0-6 0,2-9 0,4-8 0,-5-6 0,-1 6 0,-2-6 0,-9 5 0,-2-1 0,-2 0 0,-2 2 0,0 6 0,-2 0 0,-4-1 0,-4 7 0,-7 1 0,0 1 0,0-1 0,0 6 0,-1-3 0,9 14 0,1-3 0,10 6 0,4-3 0,5-3 0,5 6 0,1-1 0</inkml:trace>
  <inkml:trace contextRef="#ctx0" brushRef="#br0" timeOffset="37">31027 10608 8912,'0'-11'0,"0"-1"0,0 7 0,0-7 0,0 6 0,0-5 0,0 7 0,8-4 0,-6 10 0,4 4 0,1 4 0,-1 7 0,5 6 0,-5 0 0,2 5 0,-2-5 0,-5 6 0,5-6 0,-4 0 0,-2-6 0,0 0 0,0 0 0,0 0 0,0 1 0,0-9 0,0-1 0,0-8 0,0-13 0,0-5 0,0-10 0,0-1 0,8-9 0,3-2 0,-1-2 0,1 2 0,1 3 0,5-1 0,0 7 0,0 9 0,-5 4 0,-1 7 0,-5-2 0,5 7 0,-5 2 0,6 10 0,-8 3 0,1 8 0,-3 8 0,4-6 0,0 4 0,-1-4 0,-5-1 0,2-9 0,4-3 0,-4-4 0,13-2 0,-5-2 0,7-4 0,-6-3 0,1-9 0,-1 1 0,7 0 0,-1-2 0,-2-2 0,-1 0 0,-3 6 0,-5-3 0,5 7 0,-7 3 0,11-7 0,-13 13 0,14 2 0,-13 10 0,9 7 0,-6-2 0,5-3 0,-5 1 0,3-5 0,1-1 0,-1 1 0,3-2 0,5-6 0,-5 0 0,-1 0 0,2-2 0,3-4 0,1-4 0,0-7 0,-2-2 0,-3-4 0,3 2 0,-3-7 0,-5 1 0,-1-2 0,-4-3 0,-2 3 0,0-3 0,0-3 0,0 3 0,0 3 0,0 6 0,0 4 0,-8 9 0,6-5 0,-5 13 0,7 4 0,0 13 0,0 6 0,0 10 0,0-2 0,0 3 0,0 3 0,0 1 0,0 4 0,0-4 0,0 4 0,0-5 0,0-7 0,0 3 0,0-8 0,0 0 0,0-6 0,0 0 0,0-5 0,0-1 0,0-9 0,0-2 0,6-4 0,-1-13 0,9 4 0,-3-10 0,-1 4 0,1 1 0,1 1 0,5 0 0,0 0 0,0 0 0,0 1 0,1 5 0,-1 5 0,0 4 0,0 2 0,1 0 0,-3 2 0,-4 4 0,3 5 0,-9 10 0,-1 4 0,-2 2 0,-4 0 0,-4 1 0,-9 5 0,-8-6 0,0-1 0,-2-3 0,6-4 0,-4-1 0,4-3 0,2-4 0,0-3 0,7-8 0,3-13 0,7-5 0,7-10 0,5-1 0,9-3 0,2-3 0,7 3 0,-1 3 0,4-1 0,-1 7 0,-3 2 0,-6 1 0,-4 3 0,-2 6 0,0-1 0,-7 9 0,-1 3 0,-3 11 0,-4 0 0,4 7 0,-4-11 0,-2 10 0,0-3 0,0 3 0,0 0 0,0 0 0,0 1 0,5-1 0,1 0 0,0-6 0,-6 1 0,2-8 0,3 1 0,-3-3 0,8-9 0,-6-5 0,1-3 0,1-2 0,-6 0 0,0-1 0,0 1 0,0 6 0,0-1 0,2 3 0,4-3 0,-4-3 0,13 5 0,-5 1 0,7 1 0,0 8 0,0 0 0,-1 8 0,-5 3 0,2-1 0,-5 1 0,2 3 0,1 1 0,6 2 0,1-1 0,-1-5 0,-6-3 0,1-8 0,-1 0 0,6 0 0,-1-2 0,-5-4 0,8-4 0,-7-7 0,7 0 0,-8 0 0,-3 5 0,-2 1 0,1-1 0,-1-5 0,0 8 0,-8 1 0,-2 10 0,-2 4 0,-7-4 0,9 11 0,-7-7 0,7 7 0,-6-9 0,5 7 0,3-5 0,-4 6 0,4-7 0,2 7 0,2-6 0,4 5 0,3-1 0,8 1 0,-5-3 0,-1-8 0,3 0 0,1 0 0,2 0 0,0 0 0,1 0 0,-1-8 0,0-9 0,0-10 0</inkml:trace>
  <inkml:trace contextRef="#ctx0" brushRef="#br0" timeOffset="38">32731 10024 8912,'-8'-18'0,"-1"1"0,-3 2 0,1 3 0,7 5 0,-4 7 0,8 2 0,2 5 0,4 11 0,-4 1 0,4 9 0,1-5 0,1 6 0,0 0 0,-1-3 0,-1 7 0,-6-5 0,6-1 0,-1 2 0,1-6 0,-6 5 0,0-5 0,0 6 0,0-8 0,0 2 0,-2-10 0,-4-1 0,5-8 0,-7 3 0,8-9 0,0-3 0,0-7 0,2-3 0,4-2 0,3-1 0,1 1 0,5 0 0,-4 0 0,-1 0 0,1 1 0,1 3 0,-2 2 0,5 7 0,-6-10 0,9 9 0,-7-1 0,1 6 0,-7 0 0,7 0 0,-1 0 0,6 0 0,1 0 0,-7 2 0,1 4 0,-7-3 0,7 9 0,-6-8 0,3 3 0,-1 1 0,-3-6 0,1 7 0,0-3 0,0-4 0,-6 6 0,0-8 0,0-8 0,0-3 0,0 1 0,0-1 0,0-1 0,0-5 0,0 0 0,0 0 0,0-1 0,0 1 0,0 6 0,0-1 0,0-1 0,0-2 0,7 5 0,3-5 0,7 13 0,0-6 0,0 8 0,1 0 0,-1 0 0,0 0 0,0 0 0,1 0 0,-1 0 0,0 0 0,0 0 0,0 0 0,1 0 0,-1 0 0,0 0 0,0 0 0,-5 6 0,-1 0 0,-7 1 0,2-1 0,-6 4 0,-6 7 0,-4-2 0,-7-3 0,-8 3 0,-1-6 0</inkml:trace>
  <inkml:trace contextRef="#ctx0" brushRef="#br0" timeOffset="39">28807 12156 8912,'-28'7'0,"1"3"0,2 3 0,4 2 0,2 6 0,4 4 0,1 8 0,3 5 0,7-2 0,-2 4 0,6-3 0,6-3 0,3-1 0,11-7 0,3-9 0,5-9 0,3-8 0,-1-8 0,-1-9 0,2-9 0,-1-7 0,-1-1 0,-4-1 0,-8 1 0,-2-1 0,-3 1 0,-5 2 0,-7 3 0,-7-2 0,-5 8 0,-11 1 0,-5 4 0,-5 3 0,-1 4 0,-1 5 0,1 4 0,-1 10 0,1 3 0,7 4 0,4 3 0,12-1 0,5 0 0,-3 8 0,-1 2 0</inkml:trace>
  <inkml:trace contextRef="#ctx0" brushRef="#br0" timeOffset="40">29358 11915 8912,'-17'-17'0,"5"5"0,1 1 0,5 7 0,-5-2 0,1 14 0,-1 9 0,3 8 0,8 9 0,6 8 0,-1 4 0,3-2 0,-2 2 0,1 0 0,5 5 0,3 1 0,-3-1 0,-3-5 0,3 0 0,-7-2 0,7 2 0,-8 4 0,2-5 0,-5-8 0,-2-5 0,-5-5 0,-11-12 0,-10-7 0</inkml:trace>
  <inkml:trace contextRef="#ctx0" brushRef="#br0" timeOffset="41">29031 12413 8912,'8'-9'0,"3"-4"0,12 7 0,12-6 0,10 5 0,7-3 0,5-3 0,10-1 0,8 3 0,-2-6-153,-10 0 1,4-3 152,-4-8 0,11-1 0,5-5 0</inkml:trace>
  <inkml:trace contextRef="#ctx0" brushRef="#br0" timeOffset="42">30064 11898 8912,'-27'0'0,"0"-6"0,4 0 0,4 0 0,-4 6 0,6 2 0,5 4 0,-1 4 0,7 7 0,0 8 0,6 3 0,0 7 0,0 3 0,0 4 0,0 2 0,0-4 0,0 6 0,0-2 0,0 2 0,6-4 0,0-8 0,0 0 0,-6 1 0,0 5 0,0 0 0,0-6 0,0-5 0,-8-10 0,-3-2 0,-10-1 0,-2-11 0,-8 1 0,4-6 0</inkml:trace>
  <inkml:trace contextRef="#ctx0" brushRef="#br0" timeOffset="43">29737 12465 8912,'28'-6'0,"1"1"0,-8-7 0,2 6 0,-2-7 0,2 2 0,-2-5 0,8-1 0,-6 6 0,5-1 0,1 1 0,5-7 0,-5 7 0,0 0 0,-6 7 0,5-2 0,-7 4 0,2 2 0,-9 2 0,-5 4 0,1 5 0,-1 4 0,-3 8 0,6 0 0,-9 8 0,3-4 0,-4 1 0,-2 1 0,6-2 0,0 1 0,-1-1 0,-5-4 0,0-4 0,0 4 0,0-11 0,0-5 0,0-7 0,-7-7 0,-3-3 0</inkml:trace>
  <inkml:trace contextRef="#ctx0" brushRef="#br0" timeOffset="44">30253 12207 8912,'9'-2'0,"-3"-4"0,-4 5 0,-2-15 0,6 12 0,1-5 0,3 1 0,3-3 0,10 5 0,2 0 0,4 6 0,5-5 0,1-1 0,-1 2 0,6 10 0,-3 3 0,-3 9 0,-5 1 0,-1 4 0,-7-2 0,2 7 0,-9-1 0,-5 2 0,-1-5 0,-4 1 0,-2-6 0,-2 4 0,-2-9 0,-4-3 0,2-7 0,-7 2 0,-3-4 0,-1-2 0,4-8 0,-1-3 0,8-5 0,-1-1 0,3 0 0,2 0 0,7-6 0,5 0 0,5 2 0,6 2 0,-2 3 0,8 5 0,-1-4 0,7 3 0,-3-3 0,-1 0 0,-4 1 0,-3 3 0,5 1 0,-6-1 0,0-4 0,-11 7 0,-1-4 0,-7 3 0,0 5 0,-8-2 0,-6 1 0,-7 5 0,2 7 0,3 5 0,-7-3 0,8 3 0,-8-1 0,7 6 0,4 1 0,3-1 0,-3 0 0,2 0 0,1 0 0,5 1 0,0-1 0,0 0 0,1 0 0,5 0 0,6 0 0,3 1 0,2-1 0,0 0 0,1 0 0,-1 0 0,0 1 0,0-1 0,-1 0 0,-5 0 0,-3 0 0,-8 1 0,0-1 0,0 0 0,-2-6 0,-4 1 0,-4-3 0,-7 3 0,0-6 0,0-4 0,0-2 0,-1 0 0,-6-16 0,-3-3 0</inkml:trace>
  <inkml:trace contextRef="#ctx0" brushRef="#br0" timeOffset="45">31285 11743 8912,'-5'-17'0,"-1"0"0,-7 7 0,11-5 0,-4 3 0,4 5 0,2 7 0,2 13 0,4 8 0,3 8 0,8 9 0,-1 4 0,-5 2 0,4-6 0,-3 2 0,-3 2 0,3-2 0,-6 0 0,3-5 0,-1-1 0,-4 1 0,-2-1 0,-2 0 0,0-7 0,0-4 0,-16-12 0,-3-3 0</inkml:trace>
  <inkml:trace contextRef="#ctx0" brushRef="#br0" timeOffset="46">31113 12070 8912,'-9'-18'0,"-7"7"0,5-1 0,3 1 0,1 0 0,7-1 0,9 6 0,8-5 0,18-1 0,16-3 0,11 2 0,5 1 0,1 1 0,1-6 0,2-1-859,4 1 859,-12 0 0,4-8 0,-16-2 0</inkml:trace>
  <inkml:trace contextRef="#ctx0" brushRef="#br0" timeOffset="47">32008 11571 8912,'-29'-10'0,"3"3"0,-1 1 0,0 0 0,6 3 0,-2 8 0,4 5 0,2 7 0,0 2 0,-1 4 0,3 2 0,4 4 0,3 3 0,8-3 0,0 3 0,0 2 0,2-7 0,2-4 0,5-4 0,7-2 0,-3-1 0,10-5 0,-4-3 0,-2-8 0,6 0 0,0 0 0,6-6 0,-4-2 0,0-1 0,-1-4 0,-3-3 0,-9-1 0,3 0 0,-3 0 0,-5-2 0,-1-4 0,-4 4 0,-2-4 0,0 4 0,0 9 0,-8 2 0,1 10 0,-5 4 0,-1 5 0,7 10 0,0 2 0,-1-2 0,5-2 0,-4-1 0,6-1 0,6 0 0,-2-7 0,7-5 0,1 3 0,7-2 0,2-4 0,2-6 0,0-6 0,-6-7 0,4 0 0,-4 0 0,4-6 0,-9 0 0,-5 0 0,-1 6 0,-4-6 0,-2 0 0,-10 6 0,-7 5 0,0 3 0,-6-3 0,4 3 0,2 5 0,-1-2 0,1 2 0,2 4 0,3 6 0,-3-4 0,13 6 0,-5-8 0,14 0 0,3 7 0,7 3 0</inkml:trace>
  <inkml:trace contextRef="#ctx0" brushRef="#br0" timeOffset="48">32421 11313 8912,'-17'-8'0,"2"-1"0,3-8 0,-3 7 0,11 3 0,-6 8 0,1 5 0,-1 6 0,7 11 0,-3 5 0,4 10 0,2 3 0,0 4 0,0-5 0,0 3 0,0-5 0,0 2 0,0-2 0,6-4 0,-1-5 0,9 0 0,-3-12 0,-1 4 0,1-10 0,1-3 0,5-4 0,0-8 0,0-7 0,1-12 0,-1 2 0,0-8 0,-2 6 0,-3-6 0,1 1 0,-5-5 0,-1 3 0,1 1 0,-2 8 0,-6-2 0,0 4 0,0 2 0,0 7 0,0 5 0,0 10 0,0 5 0,0 7 0,0 0 0,0 0 0,0 1 0,0-1 0,0 0 0,0 0 0,6-5 0,-1-1 0,9-7 0,-3 2 0,4-4 0,3-2 0,-1 0 0,2 0 0,4-2 0,6-4 0,-3-2 0,3-3 0,-8-4 0,2 3 0,-4-1 0,-2 1 0,-1-3 0,-3 5 0,-1 1 0,-9 1 0,5 8 0,-10 0 0,-4 0 0,3 8 0,-7 3 0,2 5 0,3-5 0,5 1 0,0-7 0,0 7 0,0-7 0,0 7 0,0-6 0,0 5 0,0-7 0,7 4 0,3-8 0,7-2 0,0-2 0,0-2 0,-1-7 0,-5 1 0,4 3 0,-3-3 0,-2 7 0,1-7 0,0 8 0,1-9 0,-1 7 0,-5 0 0,6 4 0,1-3 0,2 3 0,2-6 0,1 8 0,-3-2 0,-4-3 0,5 3 0,-5-6 0,5 2 0,1 1 0,0-1 0,0 6 0,-5-6 0,-1 0 0,1 1 0,-1 5 0,1 0 0,-9-8 0,5 6 0,0-6 0,-6 8 0,7 0 0,-3 0 0,-4 2 0,5 2 0,1 2 0,4-2 0,-3-2 0,3-2 0,-1 0 0,6 0 0,0 0 0,1 2 0,-1 3 0,0-3 0,2 4 0,2-2 0,2 1 0,2-3 0,-2 4 0,-2 2 0,8-3 0,-1 1 0,14-6 0,2 0 0</inkml:trace>
  <inkml:trace contextRef="#ctx0" brushRef="#br0" timeOffset="49">20392 11313 8912,'0'-17'0,"0"0"0,0 0 0,0-1 0,0 7 0,-2 1 0,-1 1 0,-3-1 0,0-1 0,6-6 0,2 7 0,4 4 0,3 4 0,8 2 0,1 0 0,-1 2 0,0 4 0,-2 5 0,-3 12 0,1 4 0,-7 8 0,2 1 0,-3 4 0,-3-2 0,4 8 0,-12 0 0,-5 5 0,-6-1 0,-6-4 0,2 4 0,-8-5 0,0-3 0,-5-1 0,5-7 0,0-5 0,3-6 0,-3-12 0,-2-3 0,9-8 0,-1-2 0,7-4 0,5-7 0,5-8 0,4-6 0,2-8 0,2-1 0,4-4 0,5 4 0,12-4 0,2 9 0,4 2 0,3 8 0,-3-1 0,3 4 0,3 7 0,-1 5 0,1 4 0,-3 2 0,-3 0 0,1 14 0,-7 3 0,2 11 0,-2 1 0,-9 2 0,3-3 0,-6 5 0,1-5 0,3-3 0,-5-2 0,1-6 0,1-5 0,-9-5 0,13-22 0,-7-4 0</inkml:trace>
  <inkml:trace contextRef="#ctx0" brushRef="#br0" timeOffset="50">20805 11193 8912,'10'-35'0,"-3"1"0,-7 0 0,0 7 0,0 4 0,-1 11 0,-5 7 0,4 3 0,-6 9 0,8 5 0,-5 5 0,-1 6 0,0-2 0,6 8 0,-2-6 0,-4 5 0,5-5 0,-5 4 0,2-2 0,-2-4 0,4-2 0,-3-2 0,3 0 0,2 0 0,0-7 0,0-2 0,0-10 0,0-4 0,2-5 0,3-12 0,7-6 0,3-3 0,2-1 0,0 4 0,1-1 0,-1 7 0,0 0 0,0 6 0,6 1 0,0 5 0,0 3 0,-6 10 0,1 4 0,-1 5 0,2 11 0,4 0 0,-4 7 0,4-6 0,4 0 0,1-6 0,3-2 0,-2-3 0,1 1 0,-7-7 0,6 0 0,-4-6 0,0-2 0,-1-4 0,-6-3 0,-7-9 0,-7-5 0,2 0 0,-4-5 0,-2 5 0,-8-6 0,-4 6 0,-3-5 0,-2 5 0,-6 2 0,-2 9 0,0 7 0,0 3 0,1 4 0,1 3 0,4 7 0,-4 11 0,3-2 0,3 7 0,6-1 0,-1 2 0,8 3 0,-1-5 0,3 0 0,2-4 0,2-4 0,3-2 0,5-2 0,7-3 0,0-5 0,1-7 0,5-9 0,0-8 0,7-8 0,-1-10 0,-2-7 0,-1-4 0,-1-3 0,-4-3 0,-7 1 0,-3-1 0,-7 2 0,2 5 0,-4 2 0,-2 9 0,-6 2 0,0 3 0,-2 12 0,3 11 0,1 6 0,-6 6 0,1 7 0,-1 8 0,6 8 0,-1 11 0,3 4 0,2 7 0,0-1 0,0-4 0,2 2 0,3-8 0,5 6 0,7-6 0,6 0 0,2-6 0,2-1 0,3-5 0,3-8 0,1-9 0,1-7 0,-1 3 0</inkml:trace>
  <inkml:trace contextRef="#ctx0" brushRef="#br0" timeOffset="51">21752 11193 8912,'-17'0'0,"-1"0"0,1 0 0,0 0 0,0 0 0,0 7 0,-1 5 0,3 9 0,4 4 0,5 0 0,4-1 0,2 7 0,0-2 0,8-3 0,3 3 0,4-8 0,3 2 0,4-6 0,1-5 0,2 1 0,-2-7 0,-4-1 0,4-5 0,-2 0 0,2 0 0,-9-5 0,3-1 0,-4-7 0,4 1 0,-1-5 0,-5-6 0,3 4 0,-9-4 0,1 4 0,-6 2 0,0 5 0,0 1 0,-2 7 0,-4-2 0,3 12 0,-9 5 0,8 7 0,-1 5 0,3 1 0,2 5 0,0 3 0,0-3 0,5-4 0,3-2 0,2-6 0,3-5 0,2 1 0,2-7 0,1-1 0,-1-12 0,0-5 0,-7-9 0,-5-2 0,-3-2 0,-2 4 0,0-1 0,0 1 0,-2-4 0,-3 2 0,-5 6 0,-7 5 0,0 8 0,-1-1 0,1 3 0,0 2 0,6 0 0,-1 0 0,8-8 0,-3-2 0</inkml:trace>
  <inkml:trace contextRef="#ctx0" brushRef="#br0" timeOffset="52">22199 10918 8912,'0'17'0,"-6"-6"0,1 1 0,-9-7 0,5 7 0,-1 1 0,-3 3 0,7 1 0,-2 8 0,3 3 0,3 11 0,-4 1 0,4 11 0,2-3 0,0 0 0,0 1 0,2-7 0,4-1 0,1-1 0,5-6 0,1-3 0,-7-14 0,7 0 0,-3-2 0,7-3 0,-7-5 0,-3-14 0,-7-5 0,8-11 0,2-3 0</inkml:trace>
  <inkml:trace contextRef="#ctx0" brushRef="#br0" timeOffset="53">22681 11468 8912,'-10'-8'0,"3"-1"0</inkml:trace>
  <inkml:trace contextRef="#ctx0" brushRef="#br0" timeOffset="54">22698 11347 8912,'-17'-17'0,"6"0"0,-1 0 0,6 0 0,-5 0 0,7 9 0,-2 8 0,4 15 0,2 14 0,0 3 0,0 3 0,2-1 0,4 0 0,-4 1 0,4-1 0,1 1 0,1-3 0,2-3 0,3-6 0,-3-2 0,1 2 0,0-12 0,7 1 0,-7-9 0,1-3 0,-1 0 0,6 0 0,0-13 0,1-4 0,-1-12 0,0 0 0,-2-3 0,-3-2 0,3-1 0,-5 1 0,1 1 0,1 5 0,-7-3 0,7 8 0,-8 6 0,1 6 0,-3 7 0,4-2 0,0 12 0,1 5 0,-1 12 0,2-2 0,3 8 0,3-1 0,-9 7 0,7-3 0,-6-3 0,1 2 0,-3-9 0,2 1 0,-2 2 0,-2-6 0,-2 4 0,-2-4 0,-4-1 0,-5-1 0,-12 0 0,2-6 0,-8 1 0,0-8 0,-5 3 0,-1-7 0</inkml:trace>
  <inkml:trace contextRef="#ctx0" brushRef="#br0" timeOffset="55">22681 10969 8912,'-19'6'0,"-2"0"0,-2-2 0,0 5 0,8 1 0,5 5 0,10-4 0,4 3 0,13-9 0,-3 1 0,8-6 0,-2 0 0,-3 0 0,0-2 0,0-3 0,-1 1 0,-5-8 0,-5-1 0,-4 3 0,-2-1 0,-8 7 0,-3-2 0,-10 4 0,-2 2 0,0 2 0,5 4 0,-5 6 0,1 9 0,2 1 0,7-1 0,-2 6 0,5 0 0</inkml:trace>
  <inkml:trace contextRef="#ctx0" brushRef="#br0" timeOffset="56">23610 11502 8912,'0'-9'0,"0"-7"0,0 14 0,0-5 0,-7-1 0,-3 6 0,-7-5 0,2 9 0,1 3 0,3 7 0,5 3 0,-5 4 0,-1 2 0,2 2 0,-3 6 0,7-6 0,1 5 0,5-3 0,0 0 0,0 0 0,0-8 0,0-6 0,2-7 0,3 2 0,5-4 0,7-2 0,2-10 0,4-7 0,-4-8 0,4-9 0,-4 0 0,-1-1 0,-3 1 0,-4-3 0,-3-1 0,0-2 0,-7-8 0,5 3 0,-4 3 0,-2 1 0,-2 5 0,-4 2 0,3 7 0,-9 4 0,8 12 0,-9 5 0,7 12 0,-5 11 0,5 13 0,2 9 0,2 6 0,2 5 0,0 2 0,0-1 0,0 1 0,2-3 0,4-3 0,-2 4 0,7-4 0,1-4 0,5-2 0,2-4 0,2-5 0,4-6 0,2-8 0,-4-11 0,5-1 0,-5-5 0,6-5 0,-8-7 0,2-11 0,-6 2 0,-5-7 0,1 1 0,-7-4 0,-2 3 0,-3-3 0,-2 4 0,-5-1 0,2 7 0,-7-2 0,5 4 0,-6 1 0,1 9 0,-6 3 0,1 14 0,5 9 0,-3 2 0,9 10 0,-1-1 0,6 7 0,0-1 0,0 1 0,2-7 0,4 1 0,9-8 0,8 2 0,7-6 0,-1-6 0,-2-3 0,2-8 0,-1 0 0,-1 0 0,4-8 0,-8-3 0,0-6 0,-6-6 0,-8 4 0,-3-4 0,-4 4 0,-2 0 0,0-4 0,-2 4 0,-4-4 0,4 11 0,-13 5 0,11 10 0,-7 9 0,7 7 0,-2 15 0,2 8 0,-1 4 0,3 4 0,-4 1 0,4 1 0,2 0 0,0-1 0,0 1 0,0-8 0,0-4 0,2 0 0,4-6 0,-4-3 0,3-14 0,-1-2 0,2-3 0,-4-5 0,6-7 0,-3-7 0,1-5 0,-2-3 0,-2-2 0,5-8 0,3-2 0,7-7 0</inkml:trace>
  <inkml:trace contextRef="#ctx0" brushRef="#br0" timeOffset="57">19050 11227 8912,'-17'-15'0,"0"3"0,-1 9 0,3 6 0,4 11 0,5 7 0,2 13 0,0 12 0,-2 4 0,3 1 0,1 1 0,2 1 0,2 5 0,3 5 0,3 4 0,5-1 0,-1-3 0,1-5 0,-3-5 0,1-1 0,-5-10 0,6-10 0,1-13 0,2-24 0,2-14 0</inkml:trace>
  <inkml:trace contextRef="#ctx0" brushRef="#br0" timeOffset="58">19377 11158 8912,'-17'0'0,"0"0"0,-1 0 0,1 0 0,6 0 0,-1 0 0,6 2 0,-5 4 0,7 4 0,-2 7 0,5 0 0,1 0 0,0 6 0,0 0 0,0-2 0,0-2 0,0 0 0,0 4 0,7-4 0,5 4 0,3-4 0,2-2 0,0-5 0,1-1 0,-1 1 0,0 5 0,0 0 0,0 0 0,1-1 0,-1-5 0,-6 4 0,1-3 0,-8-3 0,1 3 0,-3-1 0,-2 7 0,-7-3 0,-5-4 0,-3 5 0,-2-5 0,-6 4 0,0 3 0,0-9 0,4-3 0,-2-4 0,-2-2 0,5-10 0,7-7 0,0-8 0,-7-9 0</inkml:trace>
  <inkml:trace contextRef="#ctx0" brushRef="#br0" timeOffset="59">19687 10918 8912,'-10'0'0,"3"0"0,7 0 0,0 7 0,0 5 0,0 3 0,0 4 0,0 2 0,0 2 0,1 8 0,5-3 0,4 5 0,7 1 0,0 1 0,0-3 0,1-3 0,-1 3 0,0-5 0</inkml:trace>
  <inkml:trace contextRef="#ctx0" brushRef="#br0" timeOffset="60">19652 11124 8912,'-9'-25'0,"1"12"0,8-4 0,0 3 0,15-3 0,8 0 0,8 0 0,3-1 0,3 9 0,3 3 0,2 4 0,4 2 0,0 2 0,-12 4 0,4 11 0,-19 10 0,6 7 0</inkml:trace>
  <inkml:trace contextRef="#ctx0" brushRef="#br0" timeOffset="61">19876 12035 8912,'-6'19'0,"1"4"0,-7 4 0,4 11 0,-1 6 0,-5 8 0,5 18 0,-3 5 0,9 5 0,-3 2 0,4-3 0,2-3 0,0-9 0,0-8 0</inkml:trace>
  <inkml:trace contextRef="#ctx0" brushRef="#br0" timeOffset="62">22354 11365 8912,'0'-18'0,"0"1"0,0 0 0,-2 8 0,-4 3 0,-5 4 0,-4 4 0,-3 4 0,1 5 0,0 4 0,0 8 0,0 2 0,-1 2 0,1 3 0,6-3 0,1 0 0,3 0 0,3-1 0,2-3 0,2 6 0,0-8 0,2 2 0,2-4 0,1-2 0,9 0 0,-3 1 0,4-3 0,3-4 0,-1 5 0,0-13 0,0 9 0,-7-6 0,-4 5 0,-12-5 0,-6 5 0,-3-5 0,-2 5 0,0-1 0,-1 1 0,-6 5 0,4-14 0,-4 5 0</inkml:trace>
  <inkml:trace contextRef="#ctx0" brushRef="#br0" timeOffset="63">22784 11502 8912,'0'-17'0,"-5"0"0,-1 0 0,-6-1 0,5 3 0,-3 4 0,-3 5 0,-3-2 0,-1 3 0,0 7 0,0 9 0,-6 6 0,0 6 0,-2 4 0,4 7 0,0 1 0,6-1 0,-1 0 0,11 1 0,-7-1 0,6-1 0,3-5 0,1-5 0,2-4 0,0-2 0,2-5 0,3-1 0,5-7 0,7 2 0,2-12 0,4-5 0,-2-5 0,8-1 0,-2-6 0,1 0 0,-3-1 0,-8 1 0,1 4 0,-3-4 0,-2 5 0,-1 7 0,-6-2 0,5 7 0,-7-7 0,3 11 0,-7-4 0,0 12 0,0 3 0,2 8 0,4 1 0,-4-1 0,6 0 0,-1 0 0,3-7 0,7-5 0,0-3 0,1-2 0,-3-7 0,-4-5 0,5-3 0,-5-2 0,4 0 0,-5-1 0,-4 1 0,1 0 0,-1 0 0,0 5 0,-6 1 0,2 7 0,3-2 0,-3 6 0,4 6 0,-4 4 0,-2 7 0,6 0 0,-1 0 0,9-2 0,-3-3 0,5 3 0,1-3 0,2-3 0,4 3 0,-2-8 0,8 1 0,-8-3 0,2-2 0,-4 0 0,-4-2 0,-4-3 0,-5-7 0,4-3 0,-10-2 0,0-1 0,-2 3 0,-10 4 0,1-3 0,-6 9 0,0-1 0,-1 6 0,1 2 0,0 3 0,2 5 0,1 9 0,5 2 0,1 2 0,2 8 0,6-3 0,4-1 0,8 2 0,9-3 0,19 3 0,11 2 0,12-8 0,4-8 0,2 0 0,0-5 0</inkml:trace>
  <inkml:trace contextRef="#ctx0" brushRef="#br0" timeOffset="64">24316 12035 8912,'-12'-2'0,"1"-3"0,-2-7 0,5 4 0,0 1 0,8 7 0,8 0 0,3 0 0,5-2 0,3-2 0,4-2 0,-4-7 0,4 2 0,-2-5 0,2-1 0,-10 4 0,4-5 0,-5 11 0,-1-10 0,-5 1 0,-4 1 0,-2-2 0,-2 0 0,-4-1 0,2 9 0,-7 3 0,0 6 0,-7 6 0,1 5 0,0 5 0,5 3 0,1 4 0,7-2 0,-2 7 0,4-5 0,2 6 0,2-8 0,4 2 0,4-2 0,7 2 0,8-12 0,3 1 0,5-8 0,1-4 0,8 0 0,10-16 0,9-3 0</inkml:trace>
  <inkml:trace contextRef="#ctx0" brushRef="#br0" timeOffset="65">24832 11898 8912,'-17'0'0,"0"0"0,-1 2 0,1 3 0,2 5 0,4 7 0,1 0 0,6 0 0,-2 3 0,3 2 0,1-2 0,2 2 0,0-2 0,0-3 0,0 0 0,0-6 0,0 1 0,0-8 0,2 3 0,1-9 0,3-3 0,8-5 0,-3-7 0,10 0 0,2 0 0,0-1 0,-6 1 0,0 0 0,1 0 0,4 5 0,1 1 0,0 5 0,-5-5 0,-1 7 0,0-2 0,0 4 0,0 8 0,1 0 0,-1 7 0,0-1 0,-2 3 0,-3 2 0,3-6 0,-3 1 0,3-3 0,2 3 0,0-6 0,0-4 0,1-2 0,-7-6 0,1 0 0,-9-7 0,3 1 0,-4-9 0,-2-2 0,0 0 0,0 6 0,-6-6 0,1 0 0,-7 0 0,6 6 0,-7 0 0,3 8 0,-7 3 0,0 6 0,0 6 0,0 5 0,-1 4 0,7 2 0,0 1 0,1 5 0,-2 0 0,7-2 0,3-2 0,2-8 0,0 1 0,2-9 0,3 3 0,7-4 0,11-2 0,2-2 0,3-4 0,11-11 0,-5-11 0,4 1 0,-3-2 0,-3-5 0,-3-6 0,2-4 0,-9 7 0,0 5 0,-3-1 0,-8 11 0,1 4 0,-9 1 0,5 15 0,-16-2 0,-3 14 0,-4 11 0,-3 8 0,1 7 0,6 4 0,-1 0 0,7 2 0,-7 4 0,8-4 0,-2-8 0,6 1 0,6-1 0,4-1 0,7-5 0,6-5 0,0-11 0,13-5 0,-1-7 0,3-2 0,-2-3 0,2-9 0,3-7 0,-3 0 0,-9-7 0,3 1 0,-5-4 0,-2 5 0,-8 1 0,-2-4 0,-9 6 0,2 0 0,-3 6 0,-3 8 0,6 1 0,-16 10 0,-3 4 0,1 3 0,-1 8 0,1 0 0,-1 1 0,-5-1 0,7 0 0,-1 0 0,5 0 0,3 1 0,2-1 0,0 0 0,0 0 0,7-7 0,3-3 0,7-7 0,0 0 0,0 0 0,-5 0 0,-1 0 0,1-7 0,5-3 0,-7 1 0,5-7 0,-13 14 0,5-5 0,1 7 0,-6 0 0,6 0 0,-1 0 0,-3 0 0,8 0 0,-7-6 0,7 0 0,-6 1 0,5 5 0,1-2 0,5-4 0,2 2 0,2-7 0,4-3 0,2-1 0,-5-2 0,7 0 0,-2-2 0,2-2 0,-5-4 0,1-2 0,-6 4 0,4-6 0,-9 6 0,-3-5 0,-7 7 0,4-4 0,-8 15 0,0 3 0,0 30 0,-6-2 0,0 19 0,-5-2 0,5 2 0,-2-2 0,5 6 0,-3 0 0,2 0 0,2-6 0,2 2 0,0-5 0,0-6 0,2 1 0,2-7 0,3-2 0,3-2 0,9-9 0,8-3 0</inkml:trace>
  <inkml:trace contextRef="#ctx0" brushRef="#br0" timeOffset="66">26226 11880 8912,'-27'0'0,"10"8"0,27 0 0,18 3 0,22-3 0,19-8 0,11 0 0,10 0 0,-2-8 0,-38 1 0,1-3 0,-3-3 0,0-1 0</inkml:trace>
  <inkml:trace contextRef="#ctx0" brushRef="#br0" timeOffset="67">23886 6379 8912,'-18'-27'0,"1"4"0,0 4 0,6-4 0,-1-2 0,-1-2 0,5 6 0,2-3 0,4 1 0,0 0 0,-3 2 0,3 9 0,-6 6 0,8 14 0,0 11 0,0 14 0,-2 16 0,-3 14 0,1 12 0,-8 9 0,1 11 0,6-41 0,0 1 0,-2 7 0,-1 1-291,2 2 1,0 1 0,-3 7 0,-3 1 290,1 1 0,-1-1 0,1 4 0,0-1 0,2-5 0,0-1 0,1-2 0,-1-2 0,1-4 0,1-2 0,0-4 0,0-3 0,-4 38 0,7-20 0,-2-32 0,10-7 0,2-16 0,2-2 0,-3-3 0,-1-4 0,8-8 0,1 0 0,2-2 0,3-4 0,8-4 0,9-7 0,7-2 0,9-4 0,14 4 0,4-4 0,13 4 230,4 2 0,10-2-230,-42 7 0,1 1 0,-2 1 0,1 1 0,4-3 0,1 1 0,2 1 0,0 1 0,4 0 0,0 0 0,0 0 0,0-1 0,1-1 0,0-1 0,-3 2 0,0-1-263,3-2 1,0-2-1,0 1 1,0-1 262,3-2 0,0 0 0,0-1 0,1 1 0,2 0 0,0 0 0,-6 0 0,0 0 0,0-1 0,0 1 0,-1 3 0,0 1 0,-2 2 0,0 0 0,-2-2 0,-2 1 0,-2-1 0,-1 1 0,1-1 0,-1 1 0,0 0 0,1-1 0,3 1 0,0-1 0,3 1 0,1 1 0,-5 4 0,0 1-146,-4-3 1,-1 1 0,-1 1 0,-1 0 145,0-1 0,-1-1 0,3 4 0,0 1 0,3 1 0,0 0 0,0-1 0,1 0 0,5 1 0,0 1 0,-1-1 0,-1 2 0,-1 3 0,0 2 0,0-3 0,0 1 0,1 3 0,-1 2 0,0-1 0,0 1 0,1 1 0,-1-1 0,-4-1 0,-1-2 0,-3-1 0,-1 0 0,1-2 0,-1 0 0,47-1 0,-3 0 0,3 0 0,-10-8 0,-2-3 0,2-5 0,-2-1 0,8-2 0,-44 9 0,1-1 0,-2-1 0,-1-1-109,44-14 0,-13 4 109,-11-5 0,-1-1 0,-9-3 0,-3 3 282,-1 6 1,-8-2-283,0 2 0,-8 0 510,2 6 1,-13 6-511,-10-1 0,-2 1 340,-9-6 1,0 3-341,-6-3 0,0 2 0,0-14 0,2-1 141,3-3 1,-1-3-142,8-4 0,-3 1 0,5-6 0,-3-3 0,2-2 0,3-11 0,1-8 0,6-7-255,0-10 1,-8 37 0,0-1 254,0-2 0,-1 0 0,3-1 0,0-1 0,4 2 0,-1 1 0,10-39-212,5 5 0,-10 10 212,3 1 0,-9 5 0,-1 8 0,-11 7 0,-5 6 0,-10 12 0,-3 2 0,-10 1 0,-2 10 0,-8 0 0,3 6 0,1 0 182,-2 0 0,1 2 0,-7 1 1,1 5-183,-1 1 0,-5-5 229,0 1 0,-15 4-229,-3 3 0,-9-3 0,-7 2 0,-7 1-267,-10 5 1,40 0 0,-2 0 266,-3 0 0,-2 0 0,-5 0 0,-1 2 0,-1 0 0,-1 1 0,-6-1 0,0 0 0,-4 3 0,-1 2 0,-4-1 0,-2 1 0,-5 0 0,-2 1 0,-3 1 0,-2 1 0,31-2 0,-1 0 0,-1-1 0,-1 0 0,0 0 0,-1 0-334,-4 2 1,-1 1 0,0 0 0,0-1 0,-1 0 0,1 0 333,-2 0 0,1 1 0,-1-1 0,2 2 0,1-1 0,1 0 0,-24 1 0,1 1 0,1 2 0,0 0-308,7-2 0,0-1 0,-4 4 1,-1-1 307,1-3 0,2 1 0,3 3 0,2 1 0,8-2 0,0 0 0,-1 2 0,-1 1 0,-1 0 0,-2 0 0,-4 1 0,-1 0 0,0 2 0,-2 0 0,-4 2 0,-1 0 0,3 3 0,0 2 0,-3 1 0,-1 1-196,30-10 0,0 0 0,-1 1 0,0 0 0,-1 2 0,1-1 196,1-2 0,0 0 0,0 0 0,-28 7 0,2 0 0,10-3 0,3-1 0,4-1 0,3 0 71,10-1 0,3 1 0,5-1 0,3-2 0,-33 3 0,18-4-71,13-4 733,16-9 1,9 4-734,8-8 687,7 0 0,1 0-687,3 0 0,4 2 969,-4 3 0,5 13-969,1 10 0,9 12 0,10 8 0,14 2 0,11-4 0,5-8 0,3-21 0</inkml:trace>
  <inkml:trace contextRef="#ctx0" brushRef="#br0" timeOffset="68">11427 13204 8912,'-27'-17'0,"2"2"0,2 1 0,0 5 0,2-1 0,2 1 0,-4 5 0,0-2 0,2 2 0,2 1 0,2-3 0,-1 2 0,3 4 0,2 6 0,1 7 0,-1 8 0,0 6 0,-1 9 0,5 4 0,1 6 0,-4 4 0,7 1 0,1 1 0,2 0 0,2-7 0,0 1 0,0-9 0,0-3 0,2-9 0,4-6 0,3-10 0,8-1 0,1-8 0,5-9 0,-1-9 0,7-8 0,-6-14 0,6-4 0,-6-8 0,2-5 0,-2-1 0,-10-7 0,4 2 0,-3-3 0,-5-3 0,-1 6 0,-8 0 0,-2 0 0,-4-6 0,-2 15 0,-3 9 0,-4 14 0,3 8 0,3 10 0,-3 3 0,-1 2 0,5 10 0,2 10 0,4 5 0,2 6 0,0 4 0,0 7 0,2 8 0,4 4 0,4 0 0,7 5 0,2-3 0,4 9 0,-2-5 0,8-6 0,-1 4 0,7-7 0,-1 1 0,1-3 0,-7-13 0,1-5 0,0-6 0,5-5 0,-5-5 0,-1-7 0,-8-7 0,-3-5 0,0-3 0,-6-2 0,-3-2 0,-2-4 0,-4 2 0,-2-8 0,-8 6 0,-3-5 0,-5 7 0,-1-2 0,2 4 0,3 1 0,-3 7 0,4-1 0,-5 9 0,-1-3 0,2 6 0,3 6 0,-1 9 0,7 8 0,0 7 0,6-1 0,0 3 0,0 3 0,2-6 0,4-1 0,4-7 0,7 4 0,0-4 0,0-4 0,6 2 0,0-13 0,8 0 0,-3-6 0,3-10 0,-2-7 0,3-2 0,-3-10 0,-4 1 0,-2-7 0,-4 3 0,-2 3 0,-7-3 0,-5 3 0,-3-3 0,-2-3 0,-2 8 0,-3 4 0,-5-1 0,-7 1 0,5 2 0,1 9 0,-3 7 0,5 3 0,-3 2 0,9 2 0,-3 3 0,4 7 0,2 11 0,0 3 0,0 9 0,6-1 0,-1 1 0,3-1 0,-4 0 0,2 1 0,-3-1 0,5-7 0,-2-4 0,0 2 0,-6-2 0,7-1 0,-5-4 0,6-9 0,-1-1 0,-5-10 0,4-4 0,-4-5 0,-2-5 0,0-6 0,0-1 0,0-8 0,0 2 0,0-3 0,0-3 0,0 7 0,0-1 0,2 8 0,4-2 0,-4 4 0,3 2 0,5 2 0,1 3 0,-1 5 0,1 7 0,-1 7 0,1 5 0,5 3 0,-5 2 0,-1 0 0,1 1 0,1 3 0,5-4 0,-6 8 0,1-14 0,-1 8 0,7-7 0,-1 1 0,0 0 0,2-3 0,4-2 0,-4-1 0,4-1 0,2-4 0,-2 4 0,0-5 0,-6-1 0,-2-1 0,-3-5 0,1 2 0,-5-6 0,-1 1 0,1-1 0,-2-1 0,-6-6 0,0 5 0,0 1 0,0 7 0,0-4 0,0 10 0,0 4 0,0-2 0,0 7 0,6-5 0,-1 5 0,9-7 0,-3 2 0,4 4 0,3-9 0,-1 5 0,0-4 0,0-4 0,1-4 0,-7 3 0,-1-9 0,-3-1 0,-3-3 0,-2-1 0,-4 0 0,-4 0 0,-5 0 0,-12 0 0,4 1 0,-4 5 0,4 3 0,1 0 0,1 7 0,0-5 0,0 4 0,7 2 0,3 8 0,7 3 0,7-1 0,5 1 0,11-7 0,3 4 0</inkml:trace>
  <inkml:trace contextRef="#ctx0" brushRef="#br0" timeOffset="69">12855 13187 8912,'0'-17'0,"0"0"0,0 0 0,0-1 0,0 7 0,0-1 0,0 9 0,0-3 0,0 12 0,0 5 0,0 4 0,-2 4 0,-2 2 0,-2 2 0,1 6 0,5-6 0,0 6 0,0-6 0,0 5 0,0-5 0,0 0 0,0-6 0,0 0 0,0 1 0,0-1 0,0 0 0,0-7 0,0-5 0,0-10 0,0-7 0,0-11 0,0-4 0,2-7 0,3-2 0,7-4 0,3 1 0,2-6 0,1 8 0,-1 3 0,2 1 0,4 11 0,-4-1 0,4 5 0,-4 9 0,-2 3 0,0 4 0,-5 10 0,-1 3 0,-5 5 0,6 1 0,-9 6 0,3 0 0,2 0 0,-3-6 0,3 0 0,-4 0 0,2 0 0,7 1 0,-9-7 0,7 0 0,-7-7 0,11 4 0,-11-8 0,8 0 0,-6-2 0,5-4 0,-7 4 0,11-5 0,-5 7 0,7 0 0,0 0 0,-5 0 0,-1 0 0,-5 0 0,5 0 0,-1-2 0,1-4 0,5 2 0,-5-7 0,-1 1 0,1-1 0,-1-5 0,3 7 0,-3-3 0,-3 1 0,7 0 0,-12-7 0,13 1 0,-13 8 0,11 3 0,-7 12 0,-2 5 0,-2 4 0,-2 3 0,5 4 0,1 1 0,0 0 0,-6-5 0,0-1 0,0 0 0,2 6 0,3 0 0,-3-6 0,4-6 0,-4-7 0,-2 4 0,0-8 0</inkml:trace>
  <inkml:trace contextRef="#ctx0" brushRef="#br0" timeOffset="70">13406 12998 8912,'-18'-27'0,"9"2"0,3 8 0,-4 0 0,9 0 0,1 7 0,15 3 0,8 7 0,7 0 0,-1 0 0,4 5 0,1 1 0,2 7 0,3-3 0,1 2 0,-2-1 0,-2 8 0,-1 8 0</inkml:trace>
  <inkml:trace contextRef="#ctx0" brushRef="#br0" timeOffset="71">13767 13204 8912,'0'10'0,"0"-2"0,0-7 0,0 5 0,0-4 0,0 6 0,0-1 0,0-3 0,0 8 0,0 1 0,0-5 0,0 7 0,0-11 0,0 7 0,-8-7 0,6 4 0,-5-8 0,7 0 0,7 0 0,3-8 0,7-2 0,2-1 0,4 0 0,-4 1 0,4-1 0,4-5 0,2 5 0,-3 1 0,3-1 0,-2 5 0,2-5 0,-3 5 0,-3-6 0,-4 3 0,4-3 0,-9 3 0,-5 3 0,-1-5 0,-2 1 0,-6-1 0,0 5 0,0-6 0,-8 9 0,-1-5 0,-9 8 0,1 0 0,0 0 0,5 6 0,1-1 0,1 9 0,-1-3 0,1-1 0,7 1 0,-3 3 0,0-5 0,6 3 0,0-9 0,0 5 0,0-8 0,2 0 0,4 0 0,-4-8 0,13 1 0,-4-5 0,-1-1 0,1 7 0,-5 1 0,6 3 0,1-4 0,2 4 0,3-4 0,-7 4 0,0 2 0,1 0 0,5 0 0,-2 2 0,-3 4 0,3-4 0,-3 4 0,-3 1 0,3-1 0,-7 0 0,7-6 0,1 0 0,-5-8 0,7-1 0,-5-9 0</inkml:trace>
  <inkml:trace contextRef="#ctx0" brushRef="#br0" timeOffset="72">14352 12706 8912,'-10'-8'0,"1"6"0,3-4 0,4-3 0,-5 7 0,7-4 0,0 14 0,0 9 0,0 2 0,0 10 0,0 1 0,0 11 0,2-5 0,1 6 0,3-2 0,-2 0 0,0 6 0,1-6 0,-3 8 0,4-2 0,-6-4 0,-6-2 0,-3-6 0,-10-5 0,-2-8 0,-2-8 0,0 1 0,6-9 0,-1-7 0,1-9 0,2-12 0,3-6 0,5-3 0,7-2 0,0-1 0,0 1 0,0-1 0,0 1 0,7 5 0,5 1 0,-3 7 0,3-2 0,5 9 0,6 3 0,8 1 0,-3-1 0,3-2 0,0 7 0,-3 2 0,3 2 0,-1 2 0,-1 0 0,-4 0 0,-8 0 0,0 0 0,1 0 0,-1 6 0,0 0 0,-7 1 0,-5-1 0,-3-2 0,-2 7 0,0-5 0,0 5 0,0 1 0,0 5 0,-2 0 0,-2 0 0,-1 1 0,1-1 0,2 0 0,2 0 0,0-5 0,0-1 0,2-1 0,4 1 0,-3-3 0,9-8 0,-1 0 0,7 0 0,-1 0 0,0-8 0,0-3 0,-5-10 0,-1-2 0,-7 0 0,2 6 0,-4-1 0,-2 1 0,0 0 0,0 0 0,0 5 0,0 1 0,-8 7 0,0-5 0,-3 3 0,3 4 0,1-13 0,-3 5 0</inkml:trace>
  <inkml:trace contextRef="#ctx0" brushRef="#br0" timeOffset="73">15006 12809 8912,'0'-17'0,"0"0"0,0 7 0,2 2 0,4 8 0,3 0 0,10 0 0,2 0 0,2 0 0,8 8 0,-2 3 0,-3 7 0,3 5 0,-8-4 0,2 4 0,-6-4 0,-5-2 0,1 6 0,-7 0 0,0 0 0,-6-6 0,0 0 0,-8-2 0,-4-3 0,-3-5 0,-2-9 0,0-3 0,5-11 0,1-6 0,7-9 0,-2 2 0,4-9 0,2-2 0,10-8 0,7 2 0,2-3 0,10-3 0,0 2 0,5 5 0,8-1 0,4 11 0,-4-3 0,0 11 0</inkml:trace>
  <inkml:trace contextRef="#ctx0" brushRef="#br0" timeOffset="74">14989 15766 8912,'-17'-8'0,"-4"5"0,1-7 0,5 1 0,0 1 0,0 0 0,5 1 0,2 3 0,1-2 0,5-2 0,-4 3 0,6 1 0,6-6 0,5 3 0,5-1 0,3 4 0,2-3 0,2-3 0,5 6 0,-5-2 0,8 5 0,-2 1 0,1 0 0,-1 0 0,1 1 0,-7 5 0,6-2 0,-6 7 0,2 1 0,-6 5 0,0 0 0,-4 1 0,-9 6 0,0 5 0,-4 2 0,-2-3 0,-10 5 0,-7-5 0,-6 7 0,-6 5 0,-7-10 0,5 5 0,1-5 0,-3-3 0,1-2 0,-3-8 0,9-2 0,3-3 0,4 1 0,1-7 0,1 0 0,0-6 0,7-2 0,5-4 0,3-7 0,2-8 0,0-6 0,0-7 0</inkml:trace>
  <inkml:trace contextRef="#ctx0" brushRef="#br0" timeOffset="75">15453 15611 8912,'0'-19'0,"-2"-2"0,-3-2 0,-3 0 0,-3 6 0,-5 8 0,7 1 0,-8 10 0,-1 4 0,1 5 0,0 12 0,0 6 0,0 11 0,-1 6 0,7 0 0,-1 5 0,9-3 0,-3 9 0,4-3 0,2-3 0,0-5 0,0 0 0,2-4 0,5 0 0,9-10 0,5-5 0,9-6 0,-1-9 0,5-5 0,7-7 0,-5-9 0,4-8 0,4-16 0,0-11 0</inkml:trace>
  <inkml:trace contextRef="#ctx0" brushRef="#br0" timeOffset="76">15987 16041 8912,'-12'0'0,"3"-2"0,-1-3 0,1-7 0,-1 3 0,-1-3 0,5-1 0,2 5 0,0 6 0,-1 10 0,1 9 0,2 12 0,2-1 0,0 5 0,0 1 0,0 8 0,0 4 0,0-2 0,0 0 0,0-2 0,0-4 0,2-3 0,3-7 0,-3 3 0,4-8 0,2-6 0,-3-6 0,9-7 0,-3 2 0,5-6 0,1-6 0,8-11 0,1-10 0</inkml:trace>
  <inkml:trace contextRef="#ctx0" brushRef="#br0" timeOffset="77">16090 15491 8912,'-17'-10'0,"-6"-3"0,0 7 0,0 1 0,6 5 0,0 0 0,1 7 0,5 5 0,3 3 0,8 2 0,2-2 0,4-3 0,5-6 0,5-4 0,3-2 0,4 0 0,-4-2 0,4-4 0,-4-4 0,-2-7 0,-7 0 0,-5 0 0,-3 0 0,-2-1 0,-2 7 0,-3 0 0,-5 5 0,-7-4 0,0 3 0,-1 3 0,1 2 0,0 2 0,2 2 0,3 4 0,-1 3 0,7 8 0,8 0 0,10 1 0,5-1 0,6 0 0,3 0 0,9 0 0</inkml:trace>
  <inkml:trace contextRef="#ctx0" brushRef="#br0" timeOffset="78">16865 15904 8912,'-18'-6'0,"1"-2"0,2-1 0,1-3 0,3 3 0,-2 3 0,5-4 0,2 9 0,12-5 0,5 4 0,12 2 0,6 0 0,4 0 0,1 0 0,8 0 0,4 0 0,4 0 0,1-2 0,-1-2 0,-4-2 0,7-5 0,-7 5 0,0-1 0,-11 1 0,-3 4 0,-3-4 0,1-1 0,-7 1 0,-7 0 0,-9 6 0,-7 0 0,0 0 0,-7 8 0,-3 1 0</inkml:trace>
  <inkml:trace contextRef="#ctx0" brushRef="#br0" timeOffset="79">16951 16196 8912,'-18'0'0,"1"0"0,0-8 0,5 6 0,1-3 0,9 3 0,2 2 0,10 0 0,13 0 0,11 0 0,12 0 0,5-6 0,7 0 0,5-7 0,12 1 0,-5-3 0,5 0 0,-4 2 0,-3 1 0,-6 2 0,-5-1 0,-19-2 0,-9 7 0,-14 0 0,-3 6 0,-9 0 0,3 0 0,-12 0 0,-3 0 0,-8 0 0,7 0 0,1 0 0,3 0 0,4 0 0,-6 0 0,8 0 0,0 0 0,8 0 0,2 0 0</inkml:trace>
  <inkml:trace contextRef="#ctx0" brushRef="#br0" timeOffset="80">17037 16557 8912,'-18'0'0,"1"0"0,2-2 0,1-2 0,3-1 0,7-1 0,-2 6 0,12 2 0,9 2 0,12 1 0,13-1 0,16-2 0,7-2 0,12-2 0,5-6 0,4-7 0,2-6 0,-2-9 0,-4 1 0,-5 2 0,-12-1 0,-11 7 0,-12-2 0,-11 3 0,-14 11 0,-15 3 0,-2 4 0,-10 2 0,7 0 0,-7 0 0,8 0 0,-11 0 0,13 8 0,-11-4 0,7 7 0,0-7 0,6 4 0,0-8 0</inkml:trace>
  <inkml:trace contextRef="#ctx0" brushRef="#br0" timeOffset="81">19102 15800 8912,'-25'0'0,"-4"0"0,-2 0 0,1 0 0,3 2 0,0 6 0,3 7 0,-1 6 0,-2 10 0,8-2 0,3 5 0,1 6 0,8 10 0,1 7 0,4-3 0,2-7 0,8 1 0,1-10 0,4-5 0,5-8 0,-5-6 0,12-4 0,0-4 0,3-5 0,5-6 0,1-6 0,1-5 0,-3-10 0,-1-4 0,-2-2 0,-3 4 0,3-5 0,-4 5 0,-8-6 0,0 2 0,1-1 0,-9-3 0,-3 8 0,-4 2 0,-2 2 0,0 2 0,0 0 0,-8 7 0,-3 5 0,1 3 0,-1 2 0,-1 7 0,-5 5 0,2 9 0,3 2 0,-1 7 0,7-1 0,0 1 0,6-1 0,0 2 0,0-8 0,0-2 0,0-2 0,8-4 0,3-4 0,5-3 0,1-8 0,6 0 0,0 0 0,0-13 0,-6-4 0,0-6 0,0 0 0,-5 2 0,-3-6 0,-1 0 0,-4 0 0,-4 6 0,-6-2 0,-3 6 0,-9 6 0,1-3 0,0 9 0,0-1 0,5 6 0,1 0 0,7 0 0,4 8 0,10 1 0</inkml:trace>
  <inkml:trace contextRef="#ctx0" brushRef="#br0" timeOffset="82">19549 15972 8912,'-8'-9'0,"6"1"0,-5 8 0,7 8 0,0 3 0,0 5 0,0 1 0,0 0 0,0 0 0,0 6 0,0 0 0,0 6 0,0-4 0,0-1 0,0 1 0,0-2 0,0-6 0,0 1 0,0-1 0,0 0 0,2-8 0,3-3 0,-3-12 0,4-5 0,2-12 0,-2-6 0,7-5 0,-4-4 0,3-4 0,-1-2 0,1 8 0,5 1 0,-5 3 0,-1 9 0,-1 0 0,1 6 0,4 7 0,-7 4 0,3 12 0,3 4 0,-8 7 0,7 6 0,-3 0 0,1-2 0,1-2 0,-1 4 0,6 0 0,-3-6 0,3-6 0,-4-7 0,10 2 0,-2-4 0,2-2 0,-4-8 0,4-3 0,-4-5 0,-2-1 0,1-2 0,-3-2 0,-2-2 0,-1 2 0,-8-4 0,1 2 0,-3-5 0,-2 5 0,0 0 0,0 6 0,0-1 0,-7 1 0,5 8 0,-6 1 0,8 10 0,0 4 0,0 5 0,0 4 0,0 3 0,8-1 0,3 0 0,6 6 0,6 0 0,-3 0 0,2-6 0,-2 6 0,-3 0 0,0 2 0,0-2 0,-2-4 0,-3 4 0,-4-2 0,-10 0 0,-4 4 0,-6 1 0,-5-5 0,-6 2 0,-3 2 0,-9-2 0,6 0 0,1-6 0,7 0 0,-2 0 0,9-7 0,3-4 0,-1-20 0,-5-5 0</inkml:trace>
  <inkml:trace contextRef="#ctx0" brushRef="#br0" timeOffset="83">20633 15474 8912,'0'-27'0,"-7"2"0,5 8 0,-6 8 0,8 5 0,0 13 0,0 8 0,2 14 0,2 1 0,1 9 0,-1 3 0,4 1 0,-2 7 0,1-2 0,-1-5 0,-4 5 0,4-4 0,-2 4 0,1 1 0,-3 1 0,4-1 0,-4 1 0,-2 0 0,-2-3 0,-4-3 0,-3-12 0,-9-9 0</inkml:trace>
  <inkml:trace contextRef="#ctx0" brushRef="#br0" timeOffset="84">20444 16041 8912,'-17'-32'0,"-1"3"0,7-1 0,0 7 0,7 0 0,-2 5 0,6 7 0,6 0 0,5 7 0,12-2 0,4-2 0,7 3 0,8-3 0,6 4 0,6-2 0,3 3 0,14-5 0,-2 2 0,9-1-776,-3 1 776,-1 4 0,3-13 0,1 5 0</inkml:trace>
  <inkml:trace contextRef="#ctx0" brushRef="#br0" timeOffset="85">21322 15852 8912,'-18'2'0,"1"4"0,-2 3 0,-4 8 0,2 3 0,-8 2 0,6 0 0,-5 6 0,5 1 0,-6 5 0,8 1 0,-2-1 0,6 0 0,5 1 0,3-7 0,3 1 0,4-14 0,-4 3 0,6-13 0,6 1 0,-2-4 0,8-2 0,1-6 0,10 0 0,-4-13 0,4 2 0,-2-6 0,2 0 0,-4-2 0,4-5 0,-4 3 0,-2 2 0,1-3 0,-1 5 0,-2 0 0,-4 6 0,5 1 0,-5 5 0,-1-4 0,1 3 0,-5 4 0,5 3 0,-7 10 0,2 7 0,-4 5 0,-2 6 0,6-4 0,-1 4 0,1 2 0,-6-2 0,6 2 0,0-4 0,-3 2 0,5 0 0,-2-6 0,0-6 0,-6 1 0,2-9 0,3 3 0,-3-4 0,12-10 0,-7-3 0,1-4 0,-1-2 0,7-8 0,-3-4 0,-1 2 0,1-1 0,-1 5 0,1-6 0,5 6 0,-5-5 0,-3 12 0,-2-1 0,3 4 0,-1 5 0,3 8 0,-3 8 0,-8 9 0,6 0 0,-1 0 0,3 6 0,-2 0 0,3 0 0,9-8 0,-1-1 0,0-5 0,0-1 0,0-2 0,1-6 0,1-2 0,4-4 0,-4-4 0,4-7 0,-4 0 0,-2 0 0,0-2 0,0-2 0,1-2 0,-3 0 0,-4 6 0,5 7 0,-14 2 0,5 8 0,-7 8 0,0 4 0,0 5 0,0 6 0,0-4 0,0 4 0,0-4 0,0-2 0,2-6 0,4 1 0,-2-6 0,7 5 0,1-7 0,7 0 0,2-6 0,2-4 0,5-13 0,-5 2 0,6-10 0,-6 4 0,2-7 0,-2 1 0,-4-4 0,2-1 0,-6 0 0,-3-1 0,-8 1 0,1 0 0,-3-1 0,-2 1 0,-2-6 0,-3 0 0,1-3 0,-8 3 0,7 4 0,-7-4 0,8 11 0,-1 6 0,3 12 0,2 3 0,-2 12 0,-2 9 0,-2 14 0,0 13 0,-1 10 0,3 0 0,-8 13 0,3 0 0,-3 6 0,5-6 0,7 0 0,-6-6 0,0 6 0,2-2 0,10 2 0,-2-6 0,8-11 0,1 2 0,10-8 0,-4-2 0,4-11 0,-4-8 0,-2-5 0,2-11 0,4 3 0,-9-12 0,3-5 0,-4-12 0,4-4 0</inkml:trace>
  <inkml:trace contextRef="#ctx0" brushRef="#br0" timeOffset="86">22182 15766 8912,'-29'15'0,"3"-1"0,1-3 0,9 1 0,11 3 0,10-4 0,20-3 0,15-8 0,18 0 0,11-2 0,9-4 0,6-5 0,-4-4 0,1-3 0,-3-4-220,2-1 0,-11-16 1,-9 3-1</inkml:trace>
  <inkml:trace contextRef="#ctx0" brushRef="#br0" timeOffset="87">24109 15577 8912,'-19'0'0,"-2"0"0,-4 0 0,-3 0 0,-7 4 0,-5 7 0,-4 12 0,4 15 0,-4 8 0,4 6 0,5 7 0,7 8 0,3 6 0,8 7 0,7-6 0,2-1 0,5-2 0,8-12 0,7-8 0,5-9 0,4-13 0,4-6 0,2-4 0,7-9 0,6-5 0,8-3 0,-2-2 0,9-7 0,3-5 0,14-11 0,-1-4 0</inkml:trace>
  <inkml:trace contextRef="#ctx0" brushRef="#br0" timeOffset="88">24694 15921 8912,'0'-27'0,"0"4"0,-7 10 0,-7 3 0,-5 3 0,-4 3 0,-7 4 0,1 6 0,-3 11 0,-3 11 0,3 5 0,3 1 0,6 3 0,12 3 0,3-4 0,8 6 0,0-2 0,0 0 0,8-2 0,3-9 0,12-4 0,6-8 0,3-2 0,3-3 0,-1-5 0,0-7 0,3-1 0,3-5 0,-4-4 0,6-7 0</inkml:trace>
  <inkml:trace contextRef="#ctx0" brushRef="#br0" timeOffset="89">24970 15285 8912,'9'-25'0,"7"6"0,-5-4 0,4 11 0,3 7 0,-1 3 0,0 2 0,6 17 0,0 12 0,6 13 0,-6 15 0,-1 6 0,-4 11 0,-1 5 0,0 7 0,-7 2 0,-5 1 0,-5 5 0,-5 2 0,-5-7-289,-7 3 1,0-4 288,-1-2 0,-6-10 0,-5-7 0,4-15 0,-7-12 0,7-8 0,4 0 0,5 1 0</inkml:trace>
  <inkml:trace contextRef="#ctx0" brushRef="#br0" timeOffset="90">12803 17313 8912,'-7'-17'0,"5"6"0,-4-1 0,2 1 0,0-1 0,-1 1 0,-1 0 0,6-7 0,0 1 0,-2 6 0,-4-1 0,4 1 0,-5 9 0,7 8 0,-2 9 0,-2 8 0,-2 5 0,2 5 0,-3 9 0,1 4 0,-6-2 0,7 2 0,-7-2 0,7 1 0,-7 3 0,6-10 0,1-3 0,-3-5 0,6-9 0,-4 2 0,4-11 0,2-5 0,0-9 0,-2-5 0,-1-10 0,-3-10 0,0-8 0,6-5 0,-6-4 0,1-7 0,-1-1 0,6 1 0,0-1 0,0 0 0,0 1 0,0-1 0,8 6 0,3 3 0,6 2 0,6 9 0,-2 7 0,8 14 0,0 3 0,5 8 0,0 11 0,1 12 0,-1 6 0,1 17 0,-9 5 0,-1 9 0,-2 1 0,0 4 0,-6-6 0,-5-2 0,-8-3 0,1-3 0,3 5 0,-2-5 0,0-5 0,-6-17 0,0-6 0,0-4 0,0-2 0,0 0 0,0-7 0,0-3 0,2-7 0,3 0 0,-3 0 0,6-15 0,-8-4 0</inkml:trace>
  <inkml:trace contextRef="#ctx0" brushRef="#br0" timeOffset="91">14180 16918 8912,'17'6'0,"0"0"0,1-3 0,-7-6 0,-1-5 0,-3-2 0,-1-1 0,-6-6 0,-2 7 0,-4 4 0,-5 4 0,-12 4 0,-6 4 0,2 9 0,-3 10 0,-5 0 0,-3 0 0,-2 5 0,6-1 0,-7 4 0,1 1 0,0 0 0,6 1 0,5-7 0,2-1 0,2-2 0,4-4 0,4-2 0,6-2 0,3-5 0,8-1 0,2-7 0,4 2 0,9-4 0,8-2 0,8 0 0,-3 0 0,5-2 0,1-4 0,-5 4 0,0-4 0,-7 4 0,7 2 0,-8 0 0,2 2 0,-4 2 0,-2 2 0,-7 7 0,-4-1 0,-4 9 0,-2 2 0,-8 7 0,-3-1 0,-7 3 0,-5 3 0,-1 5 0,-5 0 0,-2 0 0,6-7 0,1-3 0,-1-1 0,2-6 0,6 5 0,-1-7 0,1 4 0,8-13 0,5-3 0,8-1 0,7-4 0,4-2 0,3-2 0,5 0 0,-1 0 0,9-2 0,-2-4 0,3-2 0,3-3 0,-1-6 0,0 0 0,1-1 0,-1-5 0,1 4 0,-1 2 0,-1 0 0,-5 0 0,-3 0 0,-8 7 0,-7-5 0,-2 13 0,-10-6 0,-4 8 0,-11 8 0,-10 1 0</inkml:trace>
  <inkml:trace contextRef="#ctx0" brushRef="#br0" timeOffset="92">14886 17245 8912,'0'-17'0,"5"5"0,1 1 0,-2-3 0,-2-1 0,-8 3 0,-2 3 0,-1 1 0,-3 3 0,-5 5 0,0 1 0,0 5 0,-2 4 0,-4 7 0,3 8 0,-2 3 0,1 7 0,-2 5 0,9-2 0,-3 8 0,11-2 0,0 2 0,5-4 0,1 0 0,0-8 0,0 1 0,7-9 0,5-8 0,5-9 0,6-3 0,2-4 0,5-2 0,-3-2 0,-2-4 0,0-9 0,-2-8 0,-4-15 0,6 1 0</inkml:trace>
  <inkml:trace contextRef="#ctx0" brushRef="#br0" timeOffset="93">15161 16901 8912,'17'-36'0,"0"-1"0,-1 3 0,-5 7 0,4 12 0,-3 3 0,-5 9 0,9-5 0,-14 16 0,3 3 0,-3 6 0,-2 6 0,2-4 0,4 4 0,-4 4 0,4 2 0,-4-5 0,-2-1 0,0 2 0,0-2 0,0-2 0,0-2 0,0-2 0,0 1 0,0-1 0,0 0 0,0 0 0,0 0 0,0-7 0,7 5 0,3-13 0,7 4 0,2-6 0,2-4 0,4-4 0,2-1 0,-6 3 0,2-5 0,-4 7 0,0-2 0,0 2 0,-2-1 0,-1 3 0,-11-4 0,-3 4 0,6 2 0</inkml:trace>
  <inkml:trace contextRef="#ctx0" brushRef="#br0" timeOffset="94">16228 17623 8912,'-12'-2'0,"1"-4"0,7 4 0,-4-7 0,10 5 0,4-2 0,4 1 0,9 5 0,2 0 0,2 0 0,7 0 0,-1 0 0,3 0 0,3 0 0,-3 0 0,-3 0 0,2 0 0,-8 0 0,0 0 0,-6 0 0,0 0 0,0 0 0,-7 0 0,-10 0 0,-14 1 0,-7 5 0,-7 6 0,-7-3 0,-5 3 0,4-7 0,-4 7 0,-1-6 0,7 5 0,-2-7 0,13 2 0,-6 1 0,6-1 0,6 0 0,5-6 0,9 0 0,3 0 0,11 0 0,10 0 0,2 0 0,8-6 0,-3 0 0,5-5 0,1 5 0,6-5 0,1 5 0,1-6 0,-2 7 0,-10-7 0,5 7 0,-12-1 0,0 6 0,-4 0 0,-17 0 0,-4 0 0</inkml:trace>
  <inkml:trace contextRef="#ctx0" brushRef="#br0" timeOffset="95">18155 17159 8912,'0'-17'0,"0"-1"0,0 1 0,8 0 0,-6 7 0,13 3 0,-13 7 0,6 2 0,-8 3 0,-8 3 0,-4 4 0,-3 3 0,-4-4 0,-4 6 0,-6 6 0,-3-2 0,-3 8 0,-7-6 0,-3 6 0,2-6 0,3 5 0,-2-7 0,2 2 0,2 2 0,9-2 0,-1 0 0,7-6 0,5-5 0,7-1 0,7 0 0,-4-1 0,10-2 0,4-8 0,4 0 0,9-2 0,4-2 0,5-2 0,5-5 0,1 5 0,3-7 0,3 1 0,-4 3 0,4-3 0,2 8 0,-1-1 0,-1 3 0,-6 2 0,1 0 0,-1 0 0,-7 2 0,-4 3 0,-12 5 0,-5 7 0,-4 2 0,-2 4 0,-10-2 0,-7 8 0,-8-1 0,-9 7 0,-1-1 0,1 1 0,-6-1 0,0 0 0,-1-5 0,7 0 0,5-6 0,1 3 0,-1 1 0,2 0 0,-1-6 0,10 2 0,-3-10 0,10-1 0,3-1 0,2 4 0,12-1 0,6-3 0,11-7 0,5 2 0,11-4 0,1-2 0,13 0 0,-1 0 0,5-8 0,1-3 0,3-5 0,0-1 0,6-2 0,-4-4 0,-6 4 0,-5-4 0,-8-2 0,-10 2 0,-7 0 0,-4 6 0,-4 8 0,-9 1 0,-10 8 0,-10 0 0,-7 0 0,0 0 0,5 6 0,1-1 0,7 9 0,-9-10 0,7 7 0,0-5 0,6 5 0,0-5 0,0 5 0,0-7 0,0 4 0,0-8 0</inkml:trace>
  <inkml:trace contextRef="#ctx0" brushRef="#br0" timeOffset="96">19084 17296 8912,'0'-11'0,"-1"1"0,-5 3 0,2 1 0,-8 6 0,-1 0 0,-2 0 0,-2 2 0,-3 2 0,-2 1 0,0 14 0,-4 1 0,1 4 0,4 7 0,4 3 0,5 6 0,4-3 0,10 1 0,4-6 0,6-3 0,16-14 0,7 3 0,11-13 0,-1 1 0,5-12 0,2-5 0,-1-4 0,1-3 0,-8 3 0,-4 4 0,-19-5 0,2 7 0,-13-8 0</inkml:trace>
  <inkml:trace contextRef="#ctx0" brushRef="#br0" timeOffset="97">18310 18259 8912,'-2'10'0,"-2"-3"0,-1 1 0,-1 2 0,6 7 0,0 0 0,-6 0 0,0 0 0,1 0 0,5 1 0,0-1 0,0 0 0,2 0 0,1 0 0,3 1 0,6-7 0,-7 1 0,7-7 0,-6 7 0,1-8 0,-1 1 0,-4-3 0,13-2 0,-5 0 0</inkml:trace>
  <inkml:trace contextRef="#ctx0" brushRef="#br0" timeOffset="98">18327 18156 8912,'-17'10'0,"0"-1"0,0-3 0,-1-2 0,1 7 0,8 1 0,3 5 0,4-8 0,4-1 0,4-8 0,3 0 0,8 0 0,1 0 0,-7-8 0,1-3 0,-1-4 0,6-3 0</inkml:trace>
  <inkml:trace contextRef="#ctx0" brushRef="#br0" timeOffset="99">17622 16970 8912,'-35'0'0,"1"0"0,-1 2 0,3 3 0,1 9 0,5 9 0,1 11 0,4 10 0,3 23 0,7 13 0,7-32 0,2 1 0,0 7 0,2 1 0,3 3 0,2 2 0,0 8 0,1 0 0,2 0 0,0-1-93,0 0 0,1 0 1,2-2-1,1 0 1,0-8-1,1 0 1,0-2-1,1-1 93,0-4 0,2-1 0,2-5 0,2-2 0,22 24 0,1-18 120,-1-16 1,5-11-121,-1-11 0,12-4 0,-7-8 0,5-4 0,-3-8 0,3-7 0</inkml:trace>
  <inkml:trace contextRef="#ctx0" brushRef="#br0" timeOffset="100">19170 17073 8912,'6'-17'0,"2"-1"0,1 1 0,5 0 0,1 2 0,2 3 0,2 7 0,4 3 0,4 11 0,8 8 0,-7 16 0,1 13 0,-2 17 0,1 9 0,-5 10 0,-4 12 0,-10-45 0,-2 1 0,-1 2 0,-1 0 0,0 2 0,-2 0-142,-3 1 1,0-1 0,0-2-1,0-2 142,0 41 0,-2-12 0,-4-11 0,-3-6 0,-9-11 0,7-5 0,-1-4 0,-1-4 0,-2-5 0,3-10 0,1 0 0,5-12 0,-5-5 0,7-4 0,-11-25 0,5-6 0</inkml:trace>
  <inkml:trace contextRef="#ctx0" brushRef="#br0" timeOffset="101">19859 16866 8912,'27'-43'0,"3"-5"0,-7 8 0,6 1 0,-6 13 0,-2 7 0,-2 5 0,-2 10 0,-2-1 0,-3 10 0,1 7 0,-7 11 0,0-2 0,-6 7 0,0 5 0,0 5 0,-6 6 0,0 8 0,-13-1 0,2 1 0,-4-4 0,4 3 0,-1-11 0,1 6 0,6-8 0,-1-3 0,9-7 0,-3-1 0,4-2 0,4-10 0,4-9 0,5-4 0,12-2 0,4-8 0,7-3 0,8-5 0,4-1 0,2 0 0,-2 0 0,2 5 0,-8 1 0,-2 7 0,-7-2 0,-5 5 0,-1 1 0,-2 0 0,-6 0 0</inkml:trace>
  <inkml:trace contextRef="#ctx0" brushRef="#br0" timeOffset="102">20255 17778 8912,'-12'-2'0,"1"-2"0,-3-2 0,7-1 0,1 1 0,14 4 0,9-4 0,10 4 0,5 2 0,10 0 0,4 0 0,2-5 0,0-3 0,-4 0 0,-2 1 0,-2-7 0,-6 3 0,-1 1 0,-5-1 0,-3 7 0,-8-2 0,-9 12 0,-8 5 0,-8 7 0,-9 5 0,0-4 0,-8 13 0,-2-5 0</inkml:trace>
  <inkml:trace contextRef="#ctx0" brushRef="#br0" timeOffset="103">20220 18156 8912,'-9'0'0,"-5"2"0,9 4 0,3-4 0,13 3 0,8-3 0,16-2 0,9-7 0,7-5 0,1-3 0,5-2 0,-5-1 0,-6 1 0,-6 0 0,-4 0 0,-9 2 0,-4 3 0,-12-3 0,-3 13 0,-12-6 0,-7 8 0,-8 8 0,-16 1 0</inkml:trace>
  <inkml:trace contextRef="#ctx0" brushRef="#br0" timeOffset="104">22044 17709 8912,'-15'-2'0,"4"-4"0,1 4 0,4-3 0,-5 3 0,3 4 0,2 5 0,4 10 0,2 10 0,0 6 0,0 1 0,0 2 0,0 5 0,0-5 0,0 4 0,0-4 0,0-1 0,0-3 0,0-3 0,0-4 0,0-8 0,0-8 0,0-1 0,0-23 0,0-4 0,0-16 0,0 1 0,0-1 0,2-5 0,4 0 0,-2-2 0,7 2 0,-5 6 0,6-1 0,-7 1 0,7 5 0,-6 10 0,5 2 0,1 11 0,5 2 0,0 10 0,0 11 0,0 10 0,1 13 0,-7-2 0,1 8 0,-3-2 0,3 2 0,1-4 0,-7-8 0,5 1 0,-5-3 0,0-1 0,1-3 0,-5-6 0,6 2 0,-8-6 0,0-7 0,0 0 0,0-7 0,0-4 0,0-9 0</inkml:trace>
  <inkml:trace contextRef="#ctx0" brushRef="#br0" timeOffset="105">22268 17382 8912,'-8'-17'0,"-1"0"0,-1 0 0,3-1 0,1 1 0,0 0 0,2 2 0,10 1 0,6 3 0,3-2 0,10 3 0,3 1 0,5-1 0,1 0 0,5 7 0,-5-3 0,2 4 0,-13 2 0,-2 2 0,-2 4 0,-9 5 0,-4 12 0,-14 9 0,-9 9 0,-10 8 0,-11 1 0,-2 3 0,1-3 0,5 0 0,5-10 0,-1 6 0,7-6 0,0-2 0,6-9 0,7-4 0,4-10 0,14-4 0,9-5 0,10-12 0,13-5 0,4-6 0,8-6 0,-6 4 0,-1-4 0,-6 5 0,1 7 0,-2-2 0,-2 7 0,-1 2 0,-5-5 0,-12-1 0</inkml:trace>
  <inkml:trace contextRef="#ctx0" brushRef="#br0" timeOffset="106">23094 17898 8912,'17'-8'0,"-1"-3"0,-5-4 0,-3 3 0,-8 1 0,0-3 0,0-1 0,-2 0 0,-4 3 0,-5 7 0,-5 3 0,-7 2 0,0 0 0,-5 9 0,5 8 0,-6 8 0,6 10 0,0-1 0,6 0 0,0 7 0,1 1 0,5 2 0,5 3 0,4 1 0,2-2 0,8-4 0,3-8 0,12-3 0,6-8 0,5-8 0,7-15 0,-3-2 0,8-4 0,-2-5 0,2-12 0,-4 2 0,-10-8 0,-3-1 0,3-10 0,-5-4 0</inkml:trace>
  <inkml:trace contextRef="#ctx0" brushRef="#br0" timeOffset="107">23438 17142 8912,'2'-35'0,"4"1"0,5-1 0,5 1 0,7 7 0,0 4 0,5 4 0,-5 4 0,-2 4 0,-2 5 0,-1 6 0,-1 6 0,-8 3 0,-3 8 0,2 8 0,-3 4 0,1 5 0,-8 4 0,-2 2 0,-1-1 0,-9 3 0,3-2 0,-3 4 0,3-10 0,-2 4 0,7-9 0,-6-4 0,7-2 0,-9 3 0,12-6 0,-5-3 0,14-10 0,5-8 0,5-5 0,6-6 0,-2-3 0,8-2 0,-1 5 0,7 1 0,-1 1 0,1-1 0,-1-2 0,0 7 0,-1 0 0,-4 6 0,-5 0 0,-6 0 0,-7 2 0,1 4 0,-1-4 0,6 13 0,1-6 0</inkml:trace>
  <inkml:trace contextRef="#ctx0" brushRef="#br0" timeOffset="108">24092 18036 8912,'-17'0'0,"0"0"0,5 0 0,1 0 0,-1-8 0,1 6 0,1-6 0,3 1 0,1 5 0,8-6 0,4 8 0,5 0 0,4 0 0,4-2 0,2-2 0,4-1 0,2 1 0,2-4 0,5 3 0,-1-7 0,-3 6 0,-1 1 0,2-3 0,-7 6 0,-1-4 0,-4-3 0,-1 7 0,-9-6 0,-3 8 0,-14 2 0,-9 4 0,-6-2 0,-5 7 0,-11 1 0,5 5 0,-4-2 0,3-3 0,1 3 0,-1-6 0,1 3 0,0-1 0,7-5 0,4 6 0,4-9 0,1 3 0,1-4 0,8-2 0,9 0 0,11 0 0,12 0 0,6 0 0,3 0 0,3 0 0,-1-6 0,1 1 0,-1-9 0,0 3 0,1 1 0,-1-1 0,-5 5 0,0-6 0,-8 3 0,2-3 0,-10-1 0,-2 7 0,-7 1 0,4-3 0,-16 6 0,-3-4 0,-5 10 0,-1 4 0,0-1 0,0 1 0,0 5 0,-1-1 0,1 1 0,0-1 0,0 3 0,0-5 0</inkml:trace>
  <inkml:trace contextRef="#ctx0" brushRef="#br0" timeOffset="109">26433 17571 8912,'-12'-7'0,"1"-3"0,-3 1 0,-1 3 0,5 14 0,5 7 0,3 8 0,2 4 0,0 1 0,0 7 0,0 1 0,0 4 0,0-4 0,0 2 0,2-5 0,3-4 0,-3-6 0,4 5 0,-4-7 0,-2 2 0,0-4 0,0-9 0,0-3 0,0-7 0,0-1 0,-2-5 0,-4-6 0,4-3 0,-3-2 0,1-8 0,-2-4 0,4 1 0,-4-7 0,4 5 0,2-10 0,6-2 0,0 1 0,7 1 0,-1 6 0,3 0 0,2 1 0,1 4 0,-1 7 0,0 4 0,0 7 0,6 5 0,0 12 0,6 7 0,-6 16 0,5 1 0,-5 16 0,-2 0 0,-9 6 0,3-3 0,-5-1 0,1-6 0,1-6 0,-9 3 0,3-11 0,-4-3 0,-2-2 0,0-10 0,0-1 0,0-8 0,0 3 0,0-7 0,-8-7 0,-1-10 0,-8-10 0</inkml:trace>
  <inkml:trace contextRef="#ctx0" brushRef="#br0" timeOffset="110">27327 17520 8912,'-2'-10'0,"-3"3"0,-7 1 0,-3 0 0,3 0 0,1 8 0,-4 4 0,-6 6 0,2 5 0,-4 6 0,2 5 0,-2 5 0,4 7 0,-4 0 0,9 6 0,5-4 0,1 0 0,4 0 0,4-4 0,6-9 0,5-10 0,10-10 0,4-1 0,2-4 0,2-4 0,5-6 0,1 2 0,-1-7 0,0-1 0,-1-5 0,-4 0 0,-6 0 0,-4-8 0,-2-2 0</inkml:trace>
  <inkml:trace contextRef="#ctx0" brushRef="#br0" timeOffset="111">27758 17124 8912,'0'-17'0,"2"0"0,3 0 0,5 7 0,9 6 0,2 10 0,2 11 0,-2 18 0,-10 16 0,-3 12 0,0 10 0,-6 11 0,3 10 0,-5 1 0,-2-45 0,-1-1 0,-1 45-333,-8-2 1,7-6 332,-7-6 0,1-11 0,-7-12 0,-1-5-14,-4-7 0,-11-10 1,-10-10-1</inkml:trace>
  <inkml:trace contextRef="#ctx0" brushRef="#br0" timeOffset="112">26398 17245 8912,'-53'-2'0,"-1"-2"0,2-2 0,8 2 0,6 18 0,4 9 0,-1 17 0,5 11 0,7 14 0,11 14 0,10 3 0,4-34 0,2 1 0,1 0 0,2 0 0,3 3 0,3-1 0,15 37 0,12-10 0,6-11 0,4-10 0,9-5 0,4-6 0,-3-6 0,-3-12 0,-3-5 0,-3-11 0,-1-5 0,-4-7 0,11-22 0,-3-7 0</inkml:trace>
  <inkml:trace contextRef="#ctx0" brushRef="#br0" timeOffset="113">28119 16609 8912,'0'-18'0,"0"1"0,0 0 0,2 2 0,4 3 0,9-1 0,8 7 0,15 0 0,2 6 0,8 2 0,4 4 0,-3 6 0,-3 3 0,-4 2 0,-7 0 0,-8 8 0,-5 4 0,-10 3 0,-6 3 0,-8 1 0,-10 2 0,-11 4 0,-7 2 0,-10 2 0,-1 5 0,-4-7 0,4-4 0,3-3 0,2-3 0,9-1 0,4-5 0,12-9 0,5-7 0,6-8 0,6 1 0,11-3 0,12-2 0,11-5 0,6-1 0,3-7 0,3 1 0,0-1 0,-1 1 0,-1-1 0,-4 7 0,-4-2 0,-8 3 0,1 3 0,-1-6 0</inkml:trace>
  <inkml:trace contextRef="#ctx0" brushRef="#br0" timeOffset="114">28962 17606 8912,'-17'-17'0,"7"7"0,12-3 0,16 7 0,8-7 0,14 1 0,6-1 0,4 1 0,2-3 0,-1 4 0,-1 3 0,-4 2 0,-8 4 0,-7 2 0,-8 8 0,-12 3 0,-3 5 0,-8 1 0</inkml:trace>
  <inkml:trace contextRef="#ctx0" brushRef="#br0" timeOffset="115">29048 18053 8912,'-17'0'0,"0"0"0,5 0 0,3-2 0,1-4 0,6 4 0,14-3 0,16-5 0,24-1 0,13-11 0,10 0 0,1-1-235,-1 5 0,-5-1 235,5-4-214,-12 4 0,-4-6 0,-7 8 1</inkml:trace>
  <inkml:trace contextRef="#ctx0" brushRef="#br0" timeOffset="116">30322 17640 8912,'-29'-7'0,"0"-3"0,-1 0 0,-3 3 0,-1 9 0,-1 3 0,1 7 0,0 11 0,9-2 0,7 7 0,3 7 0,9 5 0,1 0 0,7-6 0,5 1 0,10-1 0,8-1 0,10-5 0,-1-9 0,1-7 0,-1-8 0,0 2 0,1-6 0,-3-6 0,-1-8 0,-2-7 0,-8 0 0,2-7 0,-4-7 0,-2-5 0,-2-2 0,-3-6 0,-5 3 0,-7-13 0,-9 3 0,-8-2 0,-4 3 0,-14-3 0,3 19 0,-14 9 0,-2 16 0,-9 7 0,1 21 0,-7 14 0,8 18 0,-5 15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566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17828 4040 8912,'0'-19'0,"0"-2"0,2-2 0,4 2 0,3 2 0,9 2 0,1 0 0,2 0 0,2-1 0,-2 1 0,-8 6 0,-1-1 0,-1 9 0,-1-3 0,-5 12 0,-3-3 0,-2 9 0,2 1 0,2 8 0,4 6 0,1 5 0,5-1 0,9 9 0,-2-2 0,7 2 0,1 4 0,5 8 0,3-8 0,3-4 0,-2-2 0,8 2 0,2-9 0,9 3 0,4-11 0,12-2 0,7-7 0,12-9 0,-43-6 0,1-3 0,2-1 0,0-2 0,-1-3 0,-1-3-145,-1 0 1,0-2 0,-1-4 0,-1-1 144,-1 1 0,0-2 0,1-2 0,2-2 0,2 3 0,1-1 0,-4-2 0,-1 0 0,0-1 0,-2 0 0,-1 1 0,-2-1 0,39-26 0,-5 1 0,-7 3 0,0 6 0,0 7 0,7 7 0,4-1 0,1 10 0,5 8 0,-17 7-165,5-2 0,1 12 165,5 5 0,10 14 0,-39-8 0,1 0 0,-2 0 0,1 1 0,9 2 0,1 0 0,-4-2 0,1 0 0,1 0 0,0-1 0,0-1 0,-1 0 0,0-1 0,0-1 0,4-1 0,-1-1-173,-4-3 0,1-1 0,-3-2 0,0-1 173,0 1 0,-1 0 0,3-4 0,-1 0 0,2 1 0,-1-1 0,-1 0 0,1-2 0,0 1 0,1-2 0,-2-2 0,0-1 0,2-2 0,-1 0 0,2-1 0,-1-1 0,-4-1 0,1 1 0,0-1 0,1 0 0,-3 2 0,1-1 0,0 1 0,1 1-116,-1 0 1,-1 0-1,-4 1 1,-1-1 115,44-11 0,-10 1 0,-1 5 0,-3 3 0,2 8 0,2 0 0,-7 0 0,-8 0 244,-10 0 0,-3 6-244,-3 0 0,1 13 0,0-2 0,1 2 0,5 0 0,5 4 0,11 0 0,3 6-50,3-6 1,4 0 49,-3-6 0,3 0 0,2 0 0,5-2 0,1-3 0,0-4 0,-6-8 0,-8 0 0,-1-2 0,-2-4 0,-1-6 0,1-5 0,-6-6 0,7 2 0,4-7 0,3-1 0,-3-5 0,-9-1 0,-8 1 0,-16 1 343,-1 5 1,-9-3-344,-9 8 261,-3 0 0,-17 14-261,-8 3 0,-10 6 0,-13 6 0,2-2 0,-7 7 0,-9-1 0,-9 1 0,-3 12 0,-3-4 0</inkml:trace>
  <inkml:trace contextRef="#ctx0" brushRef="#br0" timeOffset="1">19084 4367 8912,'-34'-2'0,"0"-2"0,1-1 0,2 1 0,5 2 0,1 2 0,2 0 0,6 0 0,-1 0 0,1 0 0,0 0 0,-2 0 0,-2 0 0,-2 0 0,-2 0 0,2 0 0,-6 0 0,-3 0 0,-4 0 0,-4 0 0,-6 2 0,-4 4 0,-4-3 0,-3 7 0,-8-1 0,-8 1 0,-5-4 0,-8 5 0,2-7 0,3 2 0,7-4 0,3-2 0,2 0 0,0 0 0,1 0 0,-1 0 0,-2 0-182,-4 0 0,-3 0 182,-8 0 0,2 0 0,2 0 0,1 2 0,-1 3 0,-4-1 0,-6 8 0,4-7 0,-3 7 0,10-7 0,7 7 0,1-6 0,-1 5 0,3 1 0,-6 7 0,1 2 0,-5 2 0,-8 5 0,-3-5 0,6 6 0,5-6 0,9 5 0,-3-5 0,-1 0 0,1-5 0,1-1 0,5 0 0,2 0 0,2 0 0,4 0 0,1 1 0,3-3 0,5-4 0,7 5 0,-1-5 0,0 4 0,-6 3 0,-1-1 0,-5 0 0,-5 0 0,-4 0 0,-2 6 0,1 0 0,6 0 0,5-6 0,9 1 0,2-1 0,6 0 0,-6 0 0,6 0 91,-6 1 0,0-1 0,-7 2 0,-3 2-91,-1 2 0,-6 5 0,6-5 0,-7 8 0,7-2 0,-8 3 0,2 2 0,-4 1 0,-4 1 0,-1 2 0,-3 2 0,-5 1 0,5-7 0,10-5 0,14-1 0,5-5 0,5 6 0,5-2 0,-4 1 0,4 5 0,-1-5 0,-1 5 0,-2 1 0,-2 1 0,2-1 0,3 0 0,-3 1 0,4-1 0,1 1 0,3-1 0,3 0 0,6-7 0,10-4 0,2-4 0,-3-2 0,6 0 0,3 1 0,3-9 0,2-1 0,0-8 0,0 0 0,-8-8 0,-1-1 0</inkml:trace>
  <inkml:trace contextRef="#ctx0" brushRef="#br0" timeOffset="2">12029 5708 8912,'-17'-9'0,"7"-1"0,2 6 0,1-2 0,-5 3 0,5-1 0,1-2 0,4 4 0,2-4 0,0 12 0,0 4 0,0 9 0,-2 4 0,-4 5 0,-3 7 0,-8 5 0,-1 6 0,1 3 0,-2 11 0,-4 3 0,2 4 0,-8 3 0,-1 5 0,-3 5 0,-1 2 0,-1-2 0,9-5 0,3-12 0,11 2 0,7-8 0,3-1 0,2-11 0,2-6 0,3-9 0,5-5 0,7-8 0,0-1 0,0-5 0,1-3 0,-1-8 0,0 0 0,0 0 0,1 0 0,-1 0 0,0 0 0,-6 0 0,1 0 0,-1-2 0,7-4 0,-1 4 0,0-4 0,0 3 0,2-1 0,4-2 0,6 2 0,3-5 0,3-3 0,9 3 0,7-3 0,3-5 0,9-6 0,-7-2 0,1 2 0,-4 4 0,-1-6 0,-2 2 0,-4 0 0,-10 1 0,-7 4 0,-16 9 0,10 1 0,-23 8 0,0 0 0,-2 0 0,-9 0 0,-1 0 0,3 0 0,1 0 0,8 0 0,0 0 0,0-8 0,0-1 0</inkml:trace>
  <inkml:trace contextRef="#ctx0" brushRef="#br0" timeOffset="3">23628 5124 8912,'-10'0'0,"2"0"0,8 0 0,0 1 0,0 5 0,2 4 0,2 9 0,4 2 0,1 2 0,-3 9 0,4 1 0,-1 5 0,1 0 0,-5 4 0,5-2 0,0-1 0,-1-3 0,-3-9 0,5-5 0,-7-2 0,2-3 0,-2-2 0,1-3 0,-3-5 0,6-7 0,-8 0 0,0-7 0,0-3 0,0-7 0,-2 7 0,-4 4 0,4-3 0,-5 5 0,7-7 0,0 7 0,0-11 0,0 5 0,-2-7 0,-2 0 0,-2-1 0,1 7 0,5-1 0,0 1 0,-6-6 0,0 0 0,0 5 0,6 1 0,0-1 0,-5-5 0,-1 0 0,0 5 0,6 1 0,0-2 0,-8 5 0,7-7 0,-7 13 0,0-14 0,-1 7 0</inkml:trace>
  <inkml:trace contextRef="#ctx0" brushRef="#br0" timeOffset="4">17364 9164 8912,'-23'0'0,"0"-2"0,2-2 0,2-2 0,1 3 0,1 1 0,6 2 0,1 2 0,2 3 0,3-3 0,7 8 0,5-6 0,10 1 0,1 3 0,5-2 0,1-4 0,1 3 0,0-3 0,0-2 0,6 0 0,-3 0 0,5 0 0,1 0 0,1 0 0,-1 0 0,6 0 0,2 0 0,2 0 0,4 0 0,4-5 0,5-1 0,0 0 0,12 6 0,-6-2 0,6-4 0,0 5 0,-6-5 0,4 4 0,2 2 0,0 2 0,0 4 0,-6-5 0,0 5 0,2 2 0,5-2 0,-1-3 0,-7-1 0,-7 4 0,-3 0 0,-7 1 0,1-1 0,-7-4 0,1 4 0,-10-4 0,-1-2 0,-6 5 0,6 1 0,-6 0 0,5-6 0,-7 0 0,4 0 0,-2 0 0,0 0 0,0 0 0,-6 0 0,-5 0 0,-1 0 0,-7 0 0,4 0 0,-8 0 0,0 0 0,-8 0 0,-2 0 0,-7 0 0,0 0 0,0 0 0,0 0 0,-6 0 0,0 0 0,-8 0 0,2 0 0,-9 0 0,-2 0 0,-14 6 0,3-1 0,-6 1 0,-1-6 0,-7 0 0,-8 0 0,-11 2 0,-7 4 0,-7-4-287,6 3 1,0-3 286,6-2 0,-5 0 0,-1 0 0,10 0 0,13 0 0,4 0 0,13 0 0,-1-5 0,13-1 0,1-2 0,11 2 0,3 5 0,8-5 0,1 2 0,5-2 0,3 4 0,8-5 573,0 7-573,0 0 0,8 0 0,-6 0 0,13 2 0,-4 1 0,5 5 0,1 2 0,8-7 0,3 3 0,13-2 0,5 2 0,11-4 0,6 3 0,10-3 0,1-2 0,8 0-271,-1 0 1,5 0 270,6 0 0,3 0 0,-43 0 0,-1 0 0,0 0 0,0 0 0,-1 0 0,-1 0 0,45 0 0,-6 0 0,4-2 0,-18-3 0,-5 3 0,-23-4 0,0 4 0,-12 2 0,3 0 0,-15 0 0,1 0 0,-11 0 0,-1 0 0,-9 0 0,-2 0 0,-2 0 270,-9 0 1,5 0-271,-5 0 0,-1 0 0,-5 0 0,-6 0 0,0 0 0,-7 0 0,1 0 0,-4 0 0,-1 0 0,-2 0 0,-5 0 0,-1 0 0,-4 0 0,-9 0 0,3 0 0,-11 0 0,0 0 0,-13 2 0,-10 4 0,-2-2 0,39 0 0,0 1 0,0 0 0,-1 0 0,-1 0 0,0-1 0,1-2 0,-1 0-134,2 1 1,1 0 0,-2 1 0,0-1 133,-42 3 0,1 0 0,5-6 0,9 0 0,10 0 0,12 0 0,7 0 0,12 0 0,1 0 0,8 0 0,10 0 0,8 0 0,1 0 0,8 0 0,2 0 0,4 0 133,5 0 0,4 0 1,5 2-1,2 2-133,7 1 0,11 1 0,6-6 0,0 0 0,6 0 0,-3 0 0,15 0 0,-1 0 0,5 0 0,9-6 0,5 1 0,6 1 0,4 2 0,2 2 0,-3 0 0,-40 0 0,2 0-171,4 0 0,0 0 0,-2 0 1,-1 0 170,-2 0 0,0 0 0,43 0 0,-9 0 0,-7 0 0,-7-2 0,-7-2 0,-7-2 0,-12 1 0,-6 5 0,-10-6 0,-1 0 0,-8 0 0,-4 6 0,-11 0 0,-12 0 0,2 0 341,-7 0 1,-1 0-342,-5 0 0,-8 0 0,-3 0 0,-7 0 0,-3 0 0,-4 0 0,-2 0 0,6 0 0,-2 0 0,-2 0 0,1 0 0,-6 0 0,1 0 0,-4 0 0,-2 0 0,-7 0 0,-8 0 0,-7 0 0,-7 0 0,-9 0 0,4 0 0,-7 0-194,41 0 0,0 0 0,-1 0 0,-1 0 194,3 0 0,-1 0 0,0 0 0,1 0 0,-35 0 0,5 0 0,20 0 0,12 2 0,12 4 0,10-4 0,18 6 0,1-8 0,16 0 0,3 0 0,-1 0 0,3 0 0,5 2 0,3 3 0,9-3 388,-1 4 0,11 2-388,6-3 0,6 1 0,5-6 0,4 0 0,8 0 0,0 0 0,0 0 0,1 0 0,5 0 0,-2-6 0,7 1 0,6-7-224,6 6 0,-43 1 1,1-1 223,-1 3 0,0 0 0,42-8 0,-5 5 0,-9 0 0,-12 4 0,-4-1 0,-2-3 0,-9 0 0,-10 6 0,-9 0 0,-2 0 0,-8 0 0,2 0 0,-12 0 0,-3 0 0,-22 0 335,-3 0 1,-4 0-336,4 0 0,-2 2 0,-4 4 0,2-4 0,-8 3 0,-2 3 0,-9-2 0,4 5 0,-6-3 0,-2 0 0,-8-1 0,-7 5 0,-10-7 0,-2 9-251,-3-3 0,-12-1 251,38-4 0,-2-1 0,-3 0 0,-1 0 0,0 0 0,-1 1 0,3-1 0,1 0 0,2-3 0,0 0 0,-1 0 0,-1 1 0,-3-1 0,1 0 0,4 2 0,1 0 0,-2-1 0,2-1 0,-27 4 0,12-6 0,17 6 0,12 0 0,15-1 0,13-5 0,12 0 0,5 0 0,7 0 0,5 0 0,3 0 0,9 0 0,9 0 0,7 0 0,11-1 0,12-5 0,4 2-207,9-8 0,-7 1 207,0-6 0,-5 0 0,5-1 0,0 1 0,6 2 0,0 2 0,0 1 0,2 3 0,4-3 0,-10-1 0,4 7 0,-11-5 0,-2 5 0,-6 2 240,-4 2 0,-15 2-240,-3 0 0,-8 0 0,-9 0 0,-3 0 0,-8 0 0,-1 2 0,-5 4 0,-3-4 436,-8 5-436,0-7 0,-2 0 0,-4 0 0,2 0 0,-7 0 0,-2 0 0,-3 0 0,-1 0 0,-8 6 0,-3 0 0,-13 1 0,-5-1 0,-5 4 0,-7 5 0,-5-2 0,-4-1 0,-3-1 0,-5 6 0,-11 1-182,38-10 0,-1 1 0,-2-1 1,0 1 181,-1 0 0,1-1 0,-45 4 0,5-1 0,16-1 0,12 1 0,13-3 0,18-1 0,16-5 0,11 6 0,10-8 0,1 0 0,11 0 0,-3 0 0,11 0 0,1 0 0,9 0 0,7 0 0,9 0 0,3 0 0,3 0 0,10-8 0,8-3 0,1-4 0,-3-4 0,4-3 0,1 0 0,0-7 0,3 6 0,-11-2 181,-7 2 1,-13 6 0,0-2 0,-8 7-182,-10 5 0,-12-7 0,-13 13 0,-9-7 0,-3 8 0,-5 2 0,-7 4 0,-2-5 0,-2 7 0,-4 0 0,-2 3 0,0-1 0,-1 1 0,-3-5 0,8 5 0,-6-5 0,6 4 0,2-3 0,2-3 0,2 0 0,0 2 0,-8-4 0,-2 5 0</inkml:trace>
  <inkml:trace contextRef="#ctx0" brushRef="#br0" timeOffset="5">14937 9301 8912,'8'-17'0,"-6"0"0,3 0 0,-1-2 0,0-2 0,2-2 0,-2 2 0,-2 2 0,-4 0 0,-4-2 0,-6-2 0,-3 2 0,-2 7 0,0 5 0,-2 1 0,-4 4 0,-4 12 0,-8 9 0,1 10 0,0 5 0,-1 10 0,1 4 0,5 6 0,0 3 0,1 4 0,1 3 0,4-1 0,12 2 0,-3 4 0,8-4 0,1-6 0,7-5 0,3-10 0,7-6 0,9-9 0,2-4 0,2-6 0,-2-6 0,-4-3 0,4-8 0,3 0 0,1 0 0,0-2 0,-4-4 0,-4-5 0,-2-12 0,0-4 0,1-7 0</inkml:trace>
  <inkml:trace contextRef="#ctx0" brushRef="#br0" timeOffset="6">14989 9473 8912,'7'-17'0,"-5"0"0,4 0 0,-4 0 0,-2-1 0,0 9 0,0 3 0,0 12 0,0 9 0,0 8 0,0 8 0,0-3 0,0 7 0,0 3 0,0 2 0,0-2 0,6-3 0,-1-7 0,1 5 0,-6-5 0,6-1 0,0 2 0,-1-8 0,-5 2 0,0-4 0,0-2 0,0-7 0,0-5 0,0-10 0,0-5 0,0-9 0,0-2 0,0-2 0,2-8 0,4 3 0,-2 1 0,7-2 0,-5 8 0,6-2 0,-3 4 0,3 2 0,3 8 0,-4 3 0,7 4 0,4 2 0,-2 8 0,3 3 0,-4 10 0,-2 2 0,2 6 0,4-6 0,-4 5 0,4-5 0,-4 0 0,-2 2 0,1-12 0,-1 4 0,6-5 0,0-1 0,0-3 0,-6-8 0</inkml:trace>
  <inkml:trace contextRef="#ctx0" brushRef="#br0" timeOffset="7">15677 9611 8912,'-2'10'0,"-4"-5"0,-3 5 0,-8-3 0,-1 5 0,1 3 0,0-3 0,2 3 0,1 0 0,5-1 0,1-3 0,-3 1 0,5 5 0,0-6 0,6 1 0,0-7 0,0 7 0,0-8 0,2 3 0,4-7 0,-2-2 0,7-3 0,-5 1 0,5-8 0,-7 1 0,4-6 0,-1 0 0,-5 5 0,4 1 0,-2 5 0,2-6 0,-4 9 0,7-11 0,-3 8 0,-2 1 0,7 5 0,-5 0 0,5 0 0,-7 2 0,2 3 0,2-1 0,-1 8 0,3 1 0,1 2 0,7 3 0,-1-1 0,0-8 0,0-1 0</inkml:trace>
  <inkml:trace contextRef="#ctx0" brushRef="#br0" timeOffset="8">15866 9663 8912,'0'9'0,"0"1"0,0-5 0,2-1 0,4 8 0,-4-7 0,6 5 0,-3-1 0,1 1 0,7-6 0,-3 11 0,7-13 0,0 6 0,1-8 0,-7-2 0,1-4 0,-7-2 0,7-3 0,-8-4 0,11 5 0,-7-1 0,5 1 0,-2 2 0,3 5 0,-5 1 0,3 2 0,-1 0 0,7 2 0,-1 3 0,-2-1 0,-3 8 0,3-7 0,-4 7 0,-1-6 0,1 5 0,-7-5 0,4 3 0,-1-1 0,-5-2 0,8-6 0,-4 0 0,-3 0 0,9 0 0,-6-2 0,5-4 0,-1-3 0,3-9 0,-3 1 0,-3 0 0,1-2 0,-2-4 0,-4 4 0,3-4 0,-3 4 0,-2 2 0,-5 5 0,-1 1 0,-8 7 0,3-2 0,-4 6 0,-3 6 0,1 5 0,0 10 0,0 4 0,0 2 0,1 0 0,5 1 0,3 3 0,8-8 0,0 5 0,0-5 0,2 0 0,6-6 0,7-1 0,6-5 0,10 3 0,-3-9 0,12 1 0,4-6 0</inkml:trace>
  <inkml:trace contextRef="#ctx0" brushRef="#br0" timeOffset="9">16968 9525 8912,'-10'0'0,"1"-2"0,3-4 0,-2 12 0,-3 0 0,3 15 0,8 9 0,0 7 0,0 3 0,0 8 0,0-3 0,0 5 0,0 2 0,0-1 0,0 1 0,0-8 0,0-4 0,0-4 0,0-1 0,0-9 0,-8-1 0,-1-8 0</inkml:trace>
  <inkml:trace contextRef="#ctx0" brushRef="#br0" timeOffset="10">16761 9852 8912,'17'-10'0,"3"-3"0,3 5 0,5 0 0,5 1 0,3-7 0,4 3 0,-3 1 0,5 1 0,-2-1 0,0 1 0,-6 5 0,-5-2 0,-8-3 0,-2 7 0,-7-4 0,-16 12 0,-2 5 0,-7 5 0,-5 1 0,-4 6 0,-1 0 0,2 7 0,9-1 0,-1 1 0,7-1 0,0 2 0,6-9 0,0-1 0,0-1 0,2-9 0,4 1 0,5-9 0,12 3 0,-2-6 0,8-6 0,-6-5 0,6-12 0,-8 2 0,2-6 0,-6 0 0,-6 1 0,3 3 0,-9-6 0,1 8 0,-6-2 0,-8 4 0,-3 2 0,-4 5 0,-2 1 0,-1 7 0,1-2 0,0 5 0,0 1 0,-1 0 0,1 0 0,0 7 0,0 3 0</inkml:trace>
  <inkml:trace contextRef="#ctx0" brushRef="#br0" timeOffset="11">18396 9697 8912,'-29'0'0,"3"0"0,-1 0 0,0 0 0,4 2 0,-4 4 0,3 5 0,2 4 0,3 10 0,2 4 0,8 3 0,3 5 0,4 1 0,2 2 0,2 0 0,4-6 0,3-1 0,8-4 0,1-5 0,1-8 0,2-5 0,2-5 0,5-4 0,-5-2 0,8 0 0,-2 0 0,1-8 0,-1-3 0,3-5 0,-5-1 0</inkml:trace>
  <inkml:trace contextRef="#ctx0" brushRef="#br0" timeOffset="12">18689 9714 8912,'0'-11'0,"0"-1"0,-2 8 0,-4-1 0,4 5 0,-4 5 0,2 13 0,1 10 0,-5 5 0,-2 1 0,7 6 0,-3 0 0,-2 2 0,3-2 0,-7-3 0,6 3 0,-1-4 0,3-3 0,-2-3 0,2-1 0,2-14 0,2 2 0,0-3 0,0-7 0,0-7 0,2-7 0,4-10 0,4-3 0,7-2 0,2-5 0,4-8 0,-4 1 0,4 0 0,-2-1 0,2 1 0,-10 7 0,4 4 0,-3 4 0,3 2 0,-5 2 0,-1 3 0,-7 4 0,5 16 0,-5 5 0,2 7 0,-2 3 0,-2 5 0,-2-5 0,5 0 0,1-6 0,8 8 0,-5-6 0,8 4 0,1-11 0,-1-7 0,0-5 0,0-5 0,2-7 0,4-11 0,-4 2 0,4-8 0,-5 3 0,-7-3 0,4 2 0,-5 6 0,-1-2 0,-1 8 0,-8 9 0,0 12 0,0 6 0,0 11 0,-6-2 0,1 7 0,-1 1 0,6 5 0,0-1 0,0-5 0,2-3 0,3-8 0,-1 1 0,8-1 0,-1-8 0,6-3 0,1-4 0,-1-4 0,0-4 0,-2-5 0,-1-10 0,-5-4 0,-1-2 0,-2 4 0,-6-5 0,0 5 0,0-6 0,-2 8 0,-4-2 0,-3 4 0,-1 2 0,-3 5 0,7 1 0,-8 7 0,13-4 0,-13 16 0,8 4 0,3 3 0,1 2 0,2 0 0</inkml:trace>
  <inkml:trace contextRef="#ctx0" brushRef="#br0" timeOffset="13">19618 9938 8912,'-10'-18'0,"3"1"0,-1 0 0,-2 8 0,-7 1 0,0 8 0,6 8 0,1 3 0,0 4 0,1 2 0,5 6 0,-2 0 0,4 0 0,2-6 0,0 1 0,0-1 0,2-2 0,4-3 0,-2 1 0,7-7 0,3-3 0,1-1 0,2-4 0,0-3 0,1-5 0,-1-7 0,-6 0 0,-1-2 0,-2-2 0,-5-2 0,5 0 0,-2 6 0,-2-1 0,-10 1 0,-2 0 0,-3 0 0,-5 7 0,5 5 0,-4 3 0,-3 2 0,1 0 0,8 0 0,1 0 0,8 7 0,0 3 0</inkml:trace>
  <inkml:trace contextRef="#ctx0" brushRef="#br0" timeOffset="14">20169 9697 8912,'-18'-17'0,"1"1"0,-2 3 0,-4 2 0,2 7 0,-8-2 0,6 6 0,-3 6 0,1 5 0,4 5 0,2 8 0,1 5 0,9-2 0,3 1 0,-2-5 0,3 6 0,-1-6 0,6 4 0,0-2 0,0-4 0,6-2 0,-1-2 0,9-2 0,-3-3 0,-1 3 0,1-4 0,1 3 0,5-3 0,-5-1 0,-1-5 0,0 3 0,7 4 0,-1 3 0,-8-11 0,-3 7 0,-6-7 0,-6 2 0,-3 1 0,-8-1 0,-2 5 0,-4-5 0,4 0 0,-4-6 0,3 0 0,3 0 0,6 0 0,-1 0 0,8-2 0,-1-4 0,3-11 0,2-10 0</inkml:trace>
  <inkml:trace contextRef="#ctx0" brushRef="#br0" timeOffset="15">20358 9852 8912,'-12'0'0,"1"0"0,5 0 0,-5 0 0,7 0 0,-4 0 0,8 2 0,2 1 0,4 3 0,3 2 0,9-2 0,5-5 0,0 5 0,1-4 0,-1-2 0,-4 0 0,4 0 0,-9-2 0,-3-4 0,-1 3 0,1-9 0,-5-1 0,-4-3 0,-2-1 0,-2 6 0,-4-1 0,-9 3 0,-8-3 0,-8 5 0,3 7 0,-5 2 0,-1 3 0,-1 5 0,1 7 0,0 8 0,-1 4 0,8 3 0,4 2 0,6 1 0,6-1 0,5 1 0,12-1 0,5-5 0,12-3 0,8-1 0,7-4 0,4-4 0,4-5 0,4-4 0,-4-8 0,3 0 0,3 0 0</inkml:trace>
  <inkml:trace contextRef="#ctx0" brushRef="#br0" timeOffset="16">21924 9387 8912,'0'-34'0,"0"2"0,0 3 0,0 4 0,0 8 0,-2 9 0,-2 8 0,-2 12 0,3 9 0,-1 2 0,-2 11 0,4-1 0,-4 12 0,4 1 0,2 6 0,0-1 0,0 1 0,0 0 0,0-1 0,0-1 0,0-4 0,0 1 0,0-6 0,6-1 0,0-6 0,5-2 0,-5-3 0,0-6 0,2-4 0,-7-9 0,7-3 0,0-7 0,-6-7 0,3-5 0,-1-5 0,0-4 0,2-2 0,-2 2 0,-4-6 0,-6-1 0,-4-3 0,-7 3 0,0 3 0,0 7 0,-8 1 0,-4 0 0,-5 8 0,-5 3 0,-3 6 0,-2 6 0,4 9 0,-6 8 0,8 7 0,-2-1 0,6 9 0,5 2 0,6-2 0,11-9 0,-1 4 0,7-7 0,4 1 0,6-4 0,8-4 0,11-2 0,-2-7 0,7-4 0,1-4 0,5-2 0,9 0 0,-7-16 0,6-3 0</inkml:trace>
  <inkml:trace contextRef="#ctx0" brushRef="#br0" timeOffset="17">22578 9026 8912,'0'-23'0,"0"1"0,0 1 0,0 1 0,2 11 0,3 5 0,9 10 0,7 11 0,0 15 0,8 14 0,-1 14 0,5 8 0,-5 11 0,-5 5 0,-15-36 0,-2 1 0,0 5 0,-1 1 0,-3-2 0,-2 1-51,1 6 0,-2 0 0,-5-1 0,-3-1 0,-5 1 0,-3 0 1,-1 1-1,-2-1 51,-2 2 0,-2-2 0,-1-7 0,-2-1-206,-1 4 0,-1-1 0,-1-4 0,-1-1 206,-3 1 0,-1-2 0,1-1 0,-1 0 0,1-4 0,-1-1 0,-1 3 0,0 0 0,-2-1 0,-1-2 0,0-2 0,-2-1 0,1-3 0,0 0 0</inkml:trace>
  <inkml:trace contextRef="#ctx0" brushRef="#br0" timeOffset="18">23335 6310 8912,'-17'-19'0,"0"-2"0,-1-2 0,7 0 0,-1 6 0,7 5 0,-3 5 0,6 5 0,6 7 0,15 20 0,4 10 0,6 9 0,3 0 0,3 3 0,-3 3 0,-3 0 0,3 5 0,-5-9 0,0 4 0,-4 1 0,2 6 0,-2 1 0,0-1 0,-8-7 0,-2-3 0,-1-1 0,-9-7 0,3 1 0,-4-6 0,-2-5 0,0 1 0,0-7 0,0 0 0,0-6 0,0-7 0,-8-10 0,-1-10 0</inkml:trace>
  <inkml:trace contextRef="#ctx0" brushRef="#br0" timeOffset="19">23817 6465 8912,'0'-27'0,"-2"4"0,-4 11 0,2-1 0,-7 7 0,-3 6 0,-1 10 0,-8 11 0,0 19 0,-7 6 0,1 11 0,-9 10 0,-2 10 0,1 1 0,3 4 0,4 0 0,3-2 0,-4-3 0,5-8 0,3-14 0,2-3 0,9-12 0,7-4 0,5-11 0,8-14 0,17-22 0,3-16 0,9-17 0</inkml:trace>
  <inkml:trace contextRef="#ctx0" brushRef="#br0" timeOffset="20">24144 6602 8912,'-10'-11'0,"4"-1"0,5 8 0,2-9 0,5 7 0,11-7 0,12 3 0,4-1 0,1-1 0,6 7 0,0-7 0,6 8 0,-6-1 0,1 3 0,-9 4 0,-3 2 0,-6 1 0,-12 9 0,-11-5 0,-9 8 0</inkml:trace>
  <inkml:trace contextRef="#ctx0" brushRef="#br0" timeOffset="21">24264 7049 8912,'25'-9'0,"4"-9"0,5-6 0,6-11 0,6 1 0,12-1 0,-3-1 0,6-4 0,-1-6 0,5-3 0,-4-3 0</inkml:trace>
  <inkml:trace contextRef="#ctx0" brushRef="#br0" timeOffset="22">24970 6413 8912,'11'-8'0,"1"-3"0,-7-4 0,9-1 0,5 1 0,8-2 0,7 5 0,4-7 0,3 8 0,-3 3 0,-2 2 0,-3 10 0,-5 8 0,-5 11 0,-11 9 0,-7 8 0,-20 6 0,-12 11 0,-11 5 0,-6-1 0,0 6 0,-2-4 0,-1-4 0,6-2 0,1 0 0,6-5 0,9-6 0,8-17 0,7-5 0,10-6 0,10-11 0,7-7 0,8-13 0,9-10 0,8-8 0,4 3 0,-2 1 0,2-2 0,0 6 0,4-3 0,-3 1 0,-1 4 0,-9 7 0,-3 3 0,-7 5 0,-10-5 0,-2 5 0,-3-5 0,-5-1 0,-7-5 0</inkml:trace>
  <inkml:trace contextRef="#ctx0" brushRef="#br0" timeOffset="23">25193 6654 8912,'0'-17'0,"0"-1"0,0 1 0,0 6 0,2 1 0,4 3 0,6 3 0,12-4 0,11 2 0,1-5 0,10 5 0,0 0 0,6 6 0,5 0 0,0 0 0,-5-5 0,-8-3 0,-2 0 0,-4 1 0,-9-1 0,-6 2 0,-4 3 0,-2-9 0,0 8 0,1-1 0,-9 10 0,-1 5 0,-8 1 0,0 1 0,-2-8 0,-2 3 0,-2 1 0,1-6 0,5 5 0,0-5 0,0 4 0,7-4 0,5 4 0,3-6 0,2-4 0,2-4 0,4-1 0,-2 3 0,8-6 0,-8 7 0,2-7 0,-12 1 0,-3 1 0,-12 3 0,-7 7 0,-10 0 0,-4 0 0,-9 7 0,-1 5 0,3 9 0,-3 2 0,1 5 0,5-5 0,4 6 0,2-6 0,6 5 0,6-3 0,5 0 0,4 0 0,12-4 0,7-10 0,8-3 0,9-8 0,0 0 0</inkml:trace>
  <inkml:trace contextRef="#ctx0" brushRef="#br0" timeOffset="24">23369 7187 8912,'-42'-35'0,"8"3"0,9 5 0,6 10 0,9 0 0,18 15 0,17-4 0,13 4 0,14 2 0,24-2 0,-27 0 0,2-1 0,8-3 0,2 0 0,9-1 0,2-1 0,8-4 0,2-1 0,10 0 0,2-1 0,-30 5 0,0-1 0,1 1-132,1-1 0,1 1 0,0-1 0,1 0 1,-1 0-1,-1-1 0,0-1 0,0-2 1,-1 0-1,29-7 0,-2-2 132,-3 1 0,-2 0 0,-10 1 0,-3 0 68,-10 4 0,-2 0 1,-9 1-1,-3-1 1,28-13-69,-18 1 0,-39 16 0,-27 1 0,-26 9 0,-26 3 0,-22 0 0,27 1 0,-3 1 0,-5 2 0,-2 2 0,-4 1 0,0 3 0,-6 4 0,-1 3-379,-3-1 1,-1 2 0,-9 2-1,0 2 379,-5 3 0,0 2 0,27-8 0,0 0 0,0 0 0,0 0 0,0-1 0,0 2 0,-3 3 0,0 1 0,-1 0 0,-3-1 0,-2 0 0,1 0 0,3-1 0,1 1 0,1-1 0,-27 8 0,5-1 0,11-4 0,8 0 462,-15 9 1,35-13-463,39-4 0,28-5 0,22 1 0,27-3 0,23-3 0,-35-4 0,3-2 0,3-3 0,2-2 0,12-4 0,3-3-354,7-5 1,1-2 0,3-2 0,2-2 353,-1-3 0,1-2 0,-26 8 0,1-1 0,1 0 0,3-1 0,1-1 0,0 0 0,1-1 0,-1 0 0,1 0 0,-3 0 0,0 0 0,-3 0 0,23-6 0,-5 1-109,-17 6 1,-4 4 0,-9 6 0,-3 3 108,26-2 0,-8-1 0,-37 4 0,5-3 0,-5 3 0</inkml:trace>
  <inkml:trace contextRef="#ctx0" brushRef="#br0" timeOffset="25">7279 12551 8912,'0'-17'0,"-2"2"0,-1 1 0,-3 3 0,2-3 0,2 9 0,4 5 0,4 11 0,5 10 0,4 6 0,5 9 0,3 2 0,5 2 0,5 8 0,3-2 0,2 4 0,2 1 0,8 1 0,-2-1 0,4 1 0,1 0 0,-5 5 0,0 0 0,-9-1 0,-3-11 0,-11-4 0,-10-5 0,-5-4 0,-8-3 0,0-4 0,0-16 0,0-3 0,0-12 0,0-11 0,-8-17 0,-1-10 0</inkml:trace>
  <inkml:trace contextRef="#ctx0" brushRef="#br0" timeOffset="26">8019 12637 8912,'0'-17'0,"-2"5"0,-3 1 0,3 5 0,-4-5 0,2 7 0,-2-2 0,-5 4 0,-4 12 0,-3 7 0,-6 8 0,-5 9 0,-11 10 0,-6 8 0,-4 1 0,-2 10 0,1-5 0,-1 5 0,1 2 0,-1 1 0,10 1 0,7-4 0,9-11 0,9-12 0,7-11 0,4-6 0,4-12 0,4-3 0,4-8 0,4-6 0,7-2 0,0-3 0,0-8 0,0 2 0,8-24 0,2 5 0</inkml:trace>
  <inkml:trace contextRef="#ctx0" brushRef="#br0" timeOffset="27">8656 12860 8912,'-33'0'0,"5"-1"0,5-3 0,4-2 0,2 2 0,7 2 0,4 2 0,12 0 0,7 0 0,8 0 0,6 0 0,8 0 0,1-2 0,4-3 0,-4-3 0,5-3 0,1-5 0,-2 7 0,-4-3 0,-5 1 0,-1 7 0,-7-2 0,0-1 0,-6 1 0,1 2 0,-1 10 0,-8 3 0,-16 16 0,-12 2 0</inkml:trace>
  <inkml:trace contextRef="#ctx0" brushRef="#br0" timeOffset="28">8673 13325 8912,'-27'0'0,"4"0"0,4 0 0,10 0 0,1 0 0,16-8 0,5-5 0,10-6 0,12-4 0,1-8 0,10 2 0,5-3 0,7-2 0,-1 5 0,-5 0 0,7-7 0,2-8 0</inkml:trace>
  <inkml:trace contextRef="#ctx0" brushRef="#br0" timeOffset="29">9947 12843 8912,'0'-17'0,"2"2"0,5 1 0,8 3 0,7-2 0,8 3 0,-3-1 0,0-1 0,-4 3 0,-4 1 0,-2 6 0,0-2 0,0-2 0,-7 3 0,-4 8 0,-4 9 0,-2 7 0,-2 6 0,-6 9 0,-7 2 0,-6 2 0,-4 8 0,2-2 0,4 3 0,-4 3 0,4 0 0,1-1 0,7-5 0,0 0 0,7-8 0,-2 2 0,6-13 0,6-8 0,7-8 0,8-3 0,8-4 0,11-10 0,-2-3 0,8-9 0,0-6 0,6-5 0,-7-4 0,1-1 0,-9 7 0,-3 4 0,-9 4 0,-6 2 0,-9 0 0,-10-8 0,-10-2 0</inkml:trace>
  <inkml:trace contextRef="#ctx0" brushRef="#br0" timeOffset="30">9964 13187 8912,'-27'0'0,"2"0"0,8 0 0,7 0 0,7-2 0,14-4 0,10-3 0,19-8 0,10-2 0,7-4 0,6 4 0,-5-4 0,5 2 0,-6-2 0,1-4 0,-7-7 0</inkml:trace>
  <inkml:trace contextRef="#ctx0" brushRef="#br0" timeOffset="31">10652 13118 8912,'-7'16'0,"-5"-5"0,-1-1 0,1-5 0,5-3 0,7 6 0,7-16 0,5-3 0,11-6 0,5-4 0,5-4 0,1-2 0,-1 6 0,-5-2 0,3-2 0,-8 2 0,0 0 0,-6 6 0,-7 0 0,-5 0 0,-3 0 0,-15 7 0,-6 4 0,-6 6 0,-6 6 0,-1 4 0,-3 7 0,7 6 0,-1 0 0,8 7 0,-2-1 0,6 1 0,5 1 0,7-2 0,3 1 0,4 3 0,3 1 0,7-7 0,11-4 0,4-6 0,7-6 0,2 3 0,3-8 0,1-3 0,-2-1 0,-2-9 0,-1-3 0,-1-7 0</inkml:trace>
  <inkml:trace contextRef="#ctx0" brushRef="#br0" timeOffset="32">11014 13032 8912,'0'-9'0,"7"1"0,3 8 0,7 0 0,0 0 0,6 8 0,-2 3 0,-4 5 0,-3 1 0,-3 0 0,6 0 0,-7 6 0,-4 0 0,1 6 0,-1-6 0,0 0 0,-6-6 0,0 0 0,0 0 0,0 0 0,0-7 0,0-4 0,0-12 0,2-6 0,3-11 0,7 2 0,11-7 0,-2 1 0,8-2 0,-6-1 0,3 7 0,1 2 0,0 2 0,-6 4 0,2 3 0,-4-3 0,-2 13 0,-7 2 0,-5 13 0,-3 8 0,-2 0 0,0 8 0,0-6 0,0 5 0,0-1 0,0 2 0,0 1 0,0-7 0,8 2 0,4-2 0,3-9 0,2 1 0,0-6 0,0-5 0,1-2 0,-1-2 0,6-8 0,0-3 0,-6-6 0,-6-4 0,1-4 0,-3-2 0,-1 0 0,-8-1 0,0 1 0,0 4 0,-2 4 0,-4-4 0,-5 4 0,-4 2 0,-8 5 0,0 1 0,0 7 0,6-2 0,1 6 0,5 6 0,3-2 0,8 7 0,-7 1 0,-3 5 0</inkml:trace>
  <inkml:trace contextRef="#ctx0" brushRef="#br0" timeOffset="33">12597 13067 8912,'-17'-6'0,"-1"-2"0,1 1 0,0-1 0,7 2 0,3 8 0,7 4 0,2 9 0,3 8 0,-3 2 0,4-2 0,-4 2 0,0 5 0,2-1 0,1 2 0,1-5 0,-6 3 0,0-2 0,0 1 0,-6 3 0,1-8 0,-7 0 0,6-6 0,-7 0 0,9-7 0,-7-4 0,7-5 0,-4-14 0,8-6 0,0-6 0,0-5 0,0-11 0,0-4 0,2-3 0,4 2 0,-2-2 0,5 8 0,1 4 0,-1 5 0,1 1 0,1 7 0,5 2 0,-5 9 0,5 5 0,1 7 0,0 3 0,0 9 0,-2 1 0,-3 16 0,3 0 0,-3 5 0,-3 0 0,1 1 0,-3-1 0,-3 1 0,4-9 0,-2-3 0,-1 4 0,1-8 0,0 4 0,2-13 0,-3-10 0,-1-8 0,8-9 0,-7-2 0,7-4 0,1-4 0,2 0 0,1-3 0,-5 7 0,10-2 0,-4 2 0,5 10 0,-5-3 0,0 7 0,0 5 0,0 2 0,1 2 0,1 8 0,4 3 0,-4 4 0,6 3 0,-1-1 0,5 0 0,-2-6 0,2 1 0,-8-8 0,2 1 0,-2-3 0,2-2 0,-4 0 0,-4-5 0,-15-1 0,-8-2 0,-9 2 0,-2 5 0,-2-5 0,-4 4 0,-2 2 0,-1 0 0,-7 0 0,7 6 0,-1-1 0,6 9 0,-6-3 0,14 5 0,-2 1 0,5-6 0,1 1 0,3-1 0,8 6 0,0 0 0,8-1 0,3-5 0,10 5 0,2-5 0,6-3 0,-4-1 0,2-1 0,3 0 0,-3-1 0,2-5 0,-8 6 0,2 0 0,-4 0 0,-2-6 0,0 0 0,0 0 0,-7-2 0,-4-4 0,-3-2 0,3-3 0,-4-10 0,4 4 0,1-12 0,-1 0 0,6-3 0,-7-2 0,7-9 0,-4-2 0,1-5 0,4-2 0,-3 3 0,2 3 0,-7 6 0,7 11 0,-8 4 0,1 8 0,-3 15 0,-2 8 0,-7 17 0,-5 11 0,3 3 0,-3 8 0,8 1 0,-3 4 0,1-2 0,0-3 0,0-4 0,6 4 0,0-8 0,0-3 0,0-1 0,0-10 0,8 7 0,2-18 0,7-1 0,0-7 0,6-6 0,0-4 0,0-7 0,2-8 0,-6 0 0,4-8 0,2 2 0,-2-1 0,-6-3 0,-6 8 0,-5 2 0,5 10 0,-7-5 0,2 16 0,-12 0 0,2 10 0,-7 13 0,7-4 0,-2 4 0,4-4 0,2-2 0,0 0 0,0 1 0,8-9 0,4-3 0,3-4 0,2-2 0,0-2 0,1-4 0,-1-1 0,0-5 0,0 3 0,0 3 0,-5 4 0,-1-4 0,3 4 0,-5 2 0,3 0 0,-8 8 0,5 1 0,-5 9 0,2-1 0,-1 0 0,-5 0 0,2-1 0,4-5 0,6-5 0,-3-12 0,3-5 0,-1-5 0,6-9 0,0-1 0</inkml:trace>
  <inkml:trace contextRef="#ctx0" brushRef="#br0" timeOffset="34">13991 12895 8912,'-6'-12'0,"0"1"0,0 7 0,6-4 0,0 8 0,0 2 0,2 4 0,4 6 0,4 3 0,7 2 0,-6 0 0,1 0 0,-1-5 0,6-1 0,-7 1 0,5 5 0,-5 0 0</inkml:trace>
  <inkml:trace contextRef="#ctx0" brushRef="#br0" timeOffset="35">13302 13307 8912,'-26'-5'0,"5"-3"0,7-1 0,8-5 0,4-1 0,4-4 0,4-4 0,11 4 0,14-4 0,7 2 0,8-2 0,10 4 0,1-4 0,8 4 0,-2 2 0,4 5 0,2 1-277,-8-1 1,-2-13 0,-7-1 0</inkml:trace>
  <inkml:trace contextRef="#ctx0" brushRef="#br0" timeOffset="36">14094 12912 8912,'8'-10'0,"1"3"0,8 7 0,1 2 0,-1 3 0,2 11 0,4 7 0,-4 7 0,6-1 0,-2 3 0,0 3 0,0-1 0,-6 1 0,6-1 0,0 0 0,0 1 0,-6-1 0,-2-1 0,-3-5 0,3-5 0,-4-11 0,-1 1 0,1-7 0,-5 5 0,6-5 0,1-2 0,2-2 0,3-10 0,-1-2 0</inkml:trace>
  <inkml:trace contextRef="#ctx0" brushRef="#br0" timeOffset="37">14679 12895 8912,'-10'-27'0,"-5"2"0,11 10 0,-7 4 0,-1 5 0,-5 12 0,-8 11 0,-3 11 0,-11 7 0,-5 7 0,-3 9 0,-7 11 0,-1 10 0,3 3 0,8 1-216,4-1 1,4-11 215,1 5 0,10-13 0,8-5 0,7-9 0,10-13 0,0-10 0,0-8 0,2-9 0,4-2 0,4-15 0,7-12 0</inkml:trace>
  <inkml:trace contextRef="#ctx0" brushRef="#br0" timeOffset="38">16056 13325 8912,'-2'-16'0,"-2"3"0,-4 3 0,1 1 0,-1-1 0,-5 7 0,1-3 0,-3 4 0,3 0 0,1-4 0,7 2 0,-2-7 0,4 5 0,2-5 0,6 5 0,0-5 0,0 5 0,-6-6 0,2 9 0,3-3 0,-3 4 0,6-6 0,-8 6 0,0-5 0,0 7 0,0 0 0,0-8 0,0 6 0,0-5 0,0-1 0,-2 6 0,-4-4 0,4 4 0,-13 2 0,11-2 0,-7-3 0,5 3 0,-6-4 0,7-2 0,-7 3 0,7-7 0,-7 7 0,8-1 0,-5 0 0,3 0 0,4 1 0,-6 5 0,8 0 0,2 0 0,4 0 0,6-2 0,10-4 0,13 2 0,11-7 0,5-1 0,7 3 0,3-7 0,8 5 0,2-4 0,3-3 0,-11 9 0,0 3 0,-19 6 0,-15 6 0,-12 3 0,-17 9 0</inkml:trace>
  <inkml:trace contextRef="#ctx0" brushRef="#br0" timeOffset="39">16090 13583 8912,'0'9'0,"0"-1"0,8-8 0,3 0 0,12-8 0,6-3 0,5-10 0,6-2 0,-3-8 0,3 3 0,2 1 0,-2-2 0,2 6 0,-5-5 0,-3-3 0,-7-2 0,-6-1 0,-4 0 0</inkml:trace>
  <inkml:trace contextRef="#ctx0" brushRef="#br0" timeOffset="40">16245 12860 8912,'11'-1'0,"1"-5"0,-1 4 0,7-4 0,8 4 0,9 2 0,7 2 0,9 6 0,3 9 0,3 10 0,-3 7 0,1 8 0,-7 10 0,-8 9 0,-5 13 0,-7 7 0,-5-5 0,-11-1 0,-6-5 0,-4-1 0,-4-8 0,-4-4 0,4-11 0,-4-6 0,-1-5 0,1-7 0,0-3 0,6-15 0,0-3 0</inkml:trace>
  <inkml:trace contextRef="#ctx0" brushRef="#br0" timeOffset="41">18224 13067 8912,'-44'0'0,"2"0"0,8 0 0,-1 0 0,1 0 0,-1 9 0,1 9 0,-1 10 0,1 10 0,7 6 0,4 8 0,12 5 0,5 2 0,4 3 0,2 3 0,14-2 0,3-6 0,11-7 0,3-16 0,5-2 0,5-3 0,6-6 0,-1-12 0,-4-5 0,-2-12 0,3-3 0,-3-8 0,0-8 0,-6-4 0,1-11 0,-1-6 0,-5-3 0,-1-3 0,-8-5 0,-1-3 0,-8-1 0,-3-4 0,-6-1 0,-14-3 0,-1 2 0,-16 4 0,-5 11 0,-6 12 0,-6 6 0,6 5 0,-1 6 0,7 12 0,5 5 0,1 12 0,7 5 0,-2 12 0,5 4 0,5 7 0,3-1 0,3-5 0,-7 5 0,5-6 0</inkml:trace>
  <inkml:trace contextRef="#ctx0" brushRef="#br0" timeOffset="42">17656 13583 8912,'-17'9'0,"0"1"0,-1-5 0,9-3 0,11 4 0,15-12 0,10-3 0,13-8 0,6-1 0,11 1 0,-1-2 0,7-4 0,0 4 0,6-4 0,0 4 0,-1 2 0,1 2 0,0 3 0,-8-3 0,-2 13 0,-7-6 0</inkml:trace>
  <inkml:trace contextRef="#ctx0" brushRef="#br0" timeOffset="43">19153 13307 8912,'-2'-17'0,"-1"0"0,-3 0 0,0 0 0,6 15 0,0 8 0,0 15 0,0 7 0,0 12 0,2 6 0,2 4 0,2 1 0,5 3 0,-5 3 0,1-3 0,-1 3 0,-4-5 0,4-5 0,-2-1 0,1 2 0,-3-12 0,4-1 0,-4-12 0,-2 0 0,0-12 0,0-5 0,0-12 0,-6-5 0,0-12 0,-7 2 0,2-8 0,-7 6 0,-5-6 0,2 8 0,-7-2 0,1 12 0,-2 5 0,-3 4 0,3 4 0,-3 6 0,-3 9 0,3 8 0,3 9 0,-2 3 0,8 3 0,2-4 0,10 4 0,3-6 0,8-5 0,4-6 0,8-4 0,3-4 0,19-3 0,-1-6 0,13-12 0,0-11 0,5-10 0</inkml:trace>
  <inkml:trace contextRef="#ctx0" brushRef="#br0" timeOffset="44">20169 12998 8912,'-18'2'0,"1"2"0,0 1 0,0-1 0,0-2 0,-1-2 0,11-6 0,7 1 0,9-1 0,14 6 0,12-2 0,10-4 0,13-3 0,3-8 0,0 1 0,-3 5 0,-11-4 0,-1 3 0,-2-1 0,0 1 0,-7 5 0,-7-1 0,-9 6 0,2-4 0,-6 6 0,-5 6 0,-5 4 0,-14 7 0,-3 0 0</inkml:trace>
  <inkml:trace contextRef="#ctx0" brushRef="#br0" timeOffset="45">20306 13428 8912,'-28'21'0,"-1"-4"0,10-9 0,2 3 0,9-7 0,14 2 0,11-12 0,12-5 0,11-7 0,6-5 0,11-3 0,6-9 0,4 1 0,2-1 0,-2 3 0,-2 1 0,-2 3 0,8-9 0,7-6 0</inkml:trace>
  <inkml:trace contextRef="#ctx0" brushRef="#br0" timeOffset="46">22113 12740 8912,'-17'-27'0,"-2"-3"0,-4 7 0,4 6 0,-6 7 0,0 4 0,-4 8 0,-7 8 0,-10 13 0,6 11 0,-10 14 0,4 7 0,2 8 0,12 4 0,-3 2 0,14 0 0,4 0 0,10-8 0,12-4 0,13-5 0,10-7 0,12-12 0,6-16 0,4-9 0,2-6 0,-1-4 0,1-4 0,-1-11 0,1-12 0,-6-9 0,0-2 0,-8-8 0,2 2 0,-3-3 0,-3-3 0,-7-5 0,-4-1 0,-6 1 0,-7 5 0,-12 1 0,-14-1 0,-10 3 0,-15 3 0,-3 6 0,-7 11 0,5 12 0,0 11 0,8 6 0,-2 6 0,5 3 0,7 9 0,5 4 0,11 1 0,4 8 0,8-2 0,4 3 0,8 3 0,7-9 0,23-1 0,2-8 0</inkml:trace>
  <inkml:trace contextRef="#ctx0" brushRef="#br0" timeOffset="47">16228 7015 8912,'0'-17'0,"0"-1"0,0 1 0,0 0 0,0 0 0,-2 2 0,-4 3 0,2-1 0,-5 5 0,1-1 0,2 5 0,4-4 0,-3 8 0,3 2 0,-4 4 0,4-2 0,2 7 0,0-5 0,0 5 0,0-5 0,0 5 0,-6 1 0,1 7 0,1 2 0,2 2 0,-4 6 0,0-7 0,-5 9 0,5-2 0,-5 3 0,5 3 0,-7 1 0,1 4 0,3-2 0,-3 8 0,6-8 0,-5 2 0,1 2 0,-3 0 0,3 0 0,3 0 0,-5-1 0,7-7 0,-7-5 0,6-1 0,-5-1 0,5 2 0,0-5 0,6-6 0,-7-1 0,5 0 0,-6-7 0,8-3 0,2-7 0,4 0 0,-4 0 0,5 0 0,1 0 0,-4 0 0,7 0 0,-5 0 0,6 0 0,-7 0 0,7 0 0,1 0 0,2 0 0,3 0 0,-1 0 0,-6 0 0,1 0 0,-1 0 0,7 0 0,4 0 0,1 0 0,0 0 0,-4 0 0,3 0 0,0 0 0,7 0 0,-6 0 0,8 0 0,-3 0 0,3 6 0,-2 0 0,3-1 0,-3-5 0,5 0 0,4 0 0,3 0 0,-3 0 0,-2 0 0,-1 0 0,-1 0 0,0 0 0,-1-1 0,-4-5 0,1 4 0,-7-4 0,0 4 0,-6 2 0,-5-5 0,-1-1 0,-5 0 0,5 6 0,-7 0 0,4 0 0,-8 0 0,-2 0 0,-4 0 0,4 0 0,-5 0 0,7-8 0,0 7 0,0-15 0,0 12 0,2-5 0,1-1 0,3 1 0,0 3 0,-6-5 0,8-1 0,-6-7 0,3-4 0,3 4 0,-2-4 0,-3 4 0,-1 2 0,0-8 0,4-4 0,-4 3 0,4-3 0,-4 6 0,-2-6 0,0 3 0,0-3 0,1-4 0,5 5 0,-4 1 0,4 0 0,-4 1 0,-2-1 0,0 6 0,0-2 0,6 4 0,-1 2 0,1-1 0,-6 1 0,0 6 0,0-1 0,0 6 0,0-5 0,0 5 0,0-5 0,0 7 0,0-4 0,0 6 0,0-3 0,0 3 0,0-6 0,0 1 0,0 5 0,0-6 0,0 8 0,0-8 0,0 6 0,0-5 0,0-1 0,-8 6 0,6-7 0,-3 3 0,1 4 0,-2-4 0,2-1 0,-5-1 0,1-2 0,-5 5 0,1-7 0,-3 8 0,-2-1 0,0-3 0,-1 2 0,-7 1 0,-3 5 0,-7-6 0,-3 0 0,-4 2 0,-2 2 0,4 2 0,-6 0 0,8 2 0,-2 4 0,3-4 0,3 4 0,-1-2 0,1 1 0,7-3 0,4 4 0,-1-4 0,1 0 0,2 3 0,9-3 0,-3 6 0,13-8 0,-6 0 0,8 0 0,2 0 0,4 0 0,-4 0 0,5 0 0,-7 0 0,0 2 0,0 4 0,6-3 0,0 9 0,-2 3 0,-2 6 0,-2 6 0,0 7 0</inkml:trace>
  <inkml:trace contextRef="#ctx0" brushRef="#br0" timeOffset="48">23128 15629 8912,'0'11'0,"-1"0"0,-5 3 0,4-5 0,-4 3 0,6-8 0,6 1 0,3-3 0,11-4 0,3-3 0,5-7 0,12-3 0,6-2 0,6 0 0,5-1 0,-1 1 0,7-2 0,2 0 0,2 2 0,-4-4 0,0 11 0,2-1 0,2-1 0,-6 8 0,-4-1 0,-3 3 0,-4 2 0,-4 0 0,-6 0 0,-6 0 0,-5 0 0,-12 0 0,-9 0 0,-8 0 0,-8 0 0,-5-2 0,-8-2 0,-8-2 0,-4-5 0,-1 5 0,-10-1 0,-8 1 0,-3 4 0,-14-4 0,10 6 0,-10 6 0,4 3 0,-4 9 0,4-1 0,0 2 0,0 2 0,6 2 0,7 0 0,12-6 0,2 0 0,15 0 0,9-7 0,14-4 0,12 1 0,17-1 0,13-2 0,11-2 0,5-2 0,10 0 0,5-2-321,13-4 0,10-3 321,-45 1 0,1-2 0,-1-1 0,-1-1 0,2 1 0,0 0 0,-1-2 0,-1 1 0,42-11 0,-2 4 0,-10-4 0,-9 4 0,-12 1 0,-11 3 0,-20 4 0,-10-5 0,-13 15 0,-10-5 0,-15 4 0,-14 2 0,-8 0 0,-10 0 0,-5 0 160,0 0 1,-8 0-1,0 0 1,-8 2-161,-7 4 0,-4-3 0,-3 9 0,0-1-288,-5 6 0,8 6 288,-8 0 0,21 0 0,-3-6 0,22 6 0,6 0 0,15 0 0,8-6 0,20-5 0,8-1 0,18-7 0,12 2 0,9-4 0,13-2 0,6-2 0,12-4 0,5-3 0,10-11 0,2-1 0,-2-1 0,-44 7 0,1-1-198,45-13 0,-2 3 198,-10-3 0,-13 8 0,-15-2 0,-18 4 276,-17 2 0,-22 7-276,-18 4 0,-17 6 0,-12 6 0,-7-2 0,-10 7 0,-6-5 0,1 6 0,-10-3 0,-1 5 0,-6-3 0,-5 2 0,6 3-273,-2 1 1,4 0 272,2 0 0,4 2 0,8 4 0,9-4 0,23 4 0,13-4 0,15-1 0,14-7 0,12 0 0,15-1 198,19 2 0,17-5-198,6-7 0,17-2 0,0-3 0,3-7 0,-2-11 0,-1-6 0,0-3 0,-38 15 0,1 0-119,0 0 1,0-1 0,-1-1 0,-1-2 118,34-19 0,-9 2 0,-14 9 135,-9-3 0,-32 14 1,-13 1-1,-19 8-135,-17 1 0,-12 6 0,-14-4 0,-3 5 0,-8 1 0,-7 0-216,-5 0 1,-3 7 215,-2 5 0,2 3 0,4 2 0,-2 2 0,7 4 0,2 6-60,3 3 1,16 3 59,8-1 0,12 0 236,11 1 0,7-7-236,16 1 0,18-10 0,10-2 0,14-1 0,18-11 0,7-1 0,5-2 0,3-9 0,-6-5 0,5-5 8,1-6 1,11-2-9,-6-4 0,6-9 0,-11 4 0,-4-2 22,-6-1 1,-10 5-23,-15 3 0,-15-3 0,-29 13 0,-19-4 0,-13 5 0,-21 7 0,-7 3 0,-10 8 0,-8 2 0,-8 4 0,9 5 0,1 12 0,8-2 77,3 8 1,6 0-78,-1 5 0,9 0 0,-2 1 0,13-1 0,9-1 0,10-5 41,6-5 0,12-4-41,7-1 0,9-9 0,14-3 0,12 1 0,10-1 0,11-2 0,3-10 0,2-5 0,4-4 0,-2-5 0,6-2 0,-9-3-123,8-4 0,-3-3 123,4 3 0,0-4 0,-4-1 0,-9 2 136,-16 3 1,-19 4-137,-16 8 0,-6 2 0,-11 3 0,-18 5 0,-28 7 0,-5 0 0,-17 0 0,-1 13 0,-5 4 0,2 4 0,4 4 0,3-2 0,9 11 0,-7-3-161,0 9 0,9-2 161,8 2 0,14-5 81,10-1 1,15 0 0,17-7-82,11 0 0,12-4 0,20-12 0,10-3 0,12-8 0,6-8 0,6-3 0,-5-6 0,5-6 0,-2-4 0,-1-7 0,5-1 0,1 1 0,-5-1 0,1 1 0,-12 0 165,-11-1 0,-16 3-165,-18 3 0,-11 10 0,-20 9 0,-16 3 0,-18 3 0,-13 4 0,-14 6 0,-3 5-240,-8 12 1,5 4 239,1 7 0,13-5 0,0 0 0,4 1-105,2 3 1,9 3 104,-5 4 0,22-9 0,1 3 0,13-11 0,11 0 0,10-4 0,16-10 0,12-3 0,14-6 0,10-6 0,5-3 0,7-8 0,2-6 0,-2 0 0,1-8 0,2 3 0,-2-3 0,0 2 0,3-3 0,-10 3 0,-9-3 0,-8-3 0,-15 9 0,-10 5 0,-18 7 234,-19 9 1,-23 5-235,-25 5 0,-8 11 0,-9 7 0,8 7-25,3-1 0,12 3 25,6 3 0,0-3 0,7-3 0,14-6 0,15-4 0,5-8 0,10 1 0,8-8 0,10 1 0,17-3 0,5-2 0,14-7 0,3-5 0,7-5 0,7-4 0,-4-2 0,-2 2 0,-3 2 134,-10 2 1,-1-1-135,-10 1 0,-12 8 0,-25 1 0,-15 8 0,-16 2 0,-15 6 0,-5 5 0,-5 2 0,1 10 0,6-13 0,1 7 0,4-8 0,10 2 0,7-1 0,8-4 0,-4-8 0,8 0 0</inkml:trace>
  <inkml:trace contextRef="#ctx0" brushRef="#br0" timeOffset="49">23318 14614 8912,'0'-11'0,"0"-1"0,0-1 0,0-2 0,0-3 0,0 11 0,0 7 0,0 9 0,2 14 0,1 6 0,3 3 0,-2 3 0,-2 1 0,-2 2 0,0 2 0,0-1 0,0-9 0,0-1 0,-6-8 0,0 2 0,3-4 0,1-2 0,2-6 0,0 1 0,0-8 0,0 3 0,0-8 0,0-5 0,0-8 0,0-7 0,7-5 0,5-9 0,-3 1 0,3-1 0,-1 1 0,7 0 0,-3-1 0,-2 1 0,-1 1 0,1 5 0,-3 1 0,1 4 0,-1 10 0,1-4 0,-1 11 0,-5 0 0,-1 4 0,8 2 0,-6 8 0,5 3 0,0 5 0,-1 1 0,5 2 0,-3 4 0,3-4 0,2 4 0,1-6 0,-1-6 0,0 5 0,0-7 0,0 1 0,1-4 0,-1-4 0,0-2 0,0 0 0,-2-8 0,-3-4 0,-2 3 0,-7-3 0,3-1 0,-2-2 0,-2-2 0,-2-1 0,0 7 0,0-1 0,0 9 0,0-3 0,0 12 0,0 5 0,0 6 0,0 6 0,2-4 0,3 4 0,5-6 0,7-5 0,2 1 0,4-7 0,-4 5 0,6-5 0,-2-2 0,0-2 0,0-10 0,-6-3 0,-1-4 0,-5-3 0,2-1 0,-7-4 0,-4 2 0,-13-7 0,-3 7 0,-16-2 0,-5 6 0,-3 5 0,-4 4 0,2 8 0,5 0 0,1 0 0,0 8 0,5 4 0,10 5 0,3 4 0,7 4 0,5 1 0,4 3 0,6 5 0,3-7 0,9-4 0,14-4 0,4-2 0</inkml:trace>
  <inkml:trace contextRef="#ctx0" brushRef="#br0" timeOffset="50">24264 14459 8912,'0'-17'0,"0"0"0,0 0 0,0 7 0,0-5 0,0 15 0,0 0 0,0 10 0,0 5 0,0 2 0,0 2 0,0 4 0,6-4 0,0 4 0,5 2 0,-5-2 0,5 0 0,-5-6 0,8 0 0,-3 0 0,2 1 0,-1-1 0,3-6 0,-3 1 0,3-9 0,2 5 0,0-8 0,1-8 0,-1-3 0,0-10 0,-2-4 0,-1 0 0,-3 1 0,-7 1 0,2 5 0,1 1 0,-1 0 0,0 7 0,-6 5 0,0 10 0,0 5 0,0 9 0,0 2 0,0 2 0,6 6 0,-1-6 0,9 5 0,-3-5 0,10-2 0,2-9 0,8-5 0,-3-7 0,11-3 0,3-9 0,0-11 0,0-7 0,-8-7 0,-5-3 0,-8-2 0,2-4 0,-12 0 0,-5 12 0,-6-2 0,-6 13 0,-5 0 0,-12 8 0,-6 3 0,-11-3 0,-4 5 0</inkml:trace>
  <inkml:trace contextRef="#ctx0" brushRef="#br0" timeOffset="51">6436 16849 8912,'8'-15'0,"3"4"0,6-3 0,6 8 0,8-7 0,15 2 0,13-7 0,12-5 0,11-3 0,8-1 0,-43 11 0,0 0 0,1 2 0,-1 1 0,37-14 0,-13 4 0,-14 4 0,-16 4 0,-13 3 0,-14 5 0,-9 7 0,-10 0 0,-7 0 0,-3 0 0,-2 0 0,-8 0 0,-4 0 0,-5 5 0,-6 1 0,-4 7 0,-8-3 0,-2 1 0,-3 1 0,4-6 0,-5 5 0,10-1 0,2 1 0,3 4 0,-3-3 0,5 3 0,13 2 0,1 6 0,4 0 0,12 0 0,-1-6 0,8 1 0,4-1 0,8 0 0,3 0 0,7-5 0,5-1 0,5-7 0,12 2 0,6-10 0,12-2 0,-5-9 0,5-2 0,-3-3 0,2-8 0,-9 5 0,2-4 0,-6 2 0,-6 4 0,-11 8 0,-10 1 0,-5 7 0,-7-7 0,-5 8 0,0-1 0,-15 3 0,-14 2 0,-5 0 0,-6 0 0,2 0 0,-6 0 0,1 0 0,5 0 0,-4 2 0,2 3 0,0-1 0,5 8 0,1-1 0,0 6 0,5 1 0,2-1 0,2 0 0,10 0 0,9 0 0,6 1 0,6-1 0,5-2 0,12-4 0,10-3 0,7-8 0,10-2 0,1-4 0,1-5 0,5-10 0,-5-2 0,-6 2 0,2-4 0,-8 2 0,0-5 0,-6 5 0,-7 0 0,-2-2 0,-15 6 0,-3-6 0</inkml:trace>
  <inkml:trace contextRef="#ctx0" brushRef="#br0" timeOffset="52">6505 15886 8912,'-10'-11'0,"5"0"0,3-3 0,2 5 0,0-3 0,-2 3 0,-4-3 0,2 4 0,-7 8 0,5 4 0,-4 6 0,1 9 0,-1 6 0,1 5 0,-3 10 0,-1 1 0,5 6 0,1 3 0,-1-2 0,2-8 0,6 0 0,0-4 0,0-1 0,6-3 0,0-3 0,7-10 0,0-10 0,7-1 0,3-4 0,5-4 0,-5-6 0,6-3 0,-6-9 0,7-1 0,-1-4 0,2-3 0,-3-9 0,-1-5 0,-6 0 0,0 2 0,-6 2 0,1 1 0,-11 1 0,1-1 0,-6 1 0,-2 0 0,-3-1 0,-7 7 0,-9 1 0,-2 2 0,2 4 0,2 8 0,2 1 0,0 8 0,-1-1 0,1 5 0,0 5 0,2 5 0,3 7 0,-1 0 0,7 0 0,-5 6 0,5 2 0,2 2 0,2 4 0,2-7 0,0-1 0,8-4 0,-6-1 0,5-1 0</inkml:trace>
  <inkml:trace contextRef="#ctx0" brushRef="#br0" timeOffset="53">6402 16162 8912,'-18'0'0,"1"-8"0,8 6 0,1-13 0,10 11 0,4-6 0,5 3 0,4-7 0,3 3 0,6-3 0,5 3 0,-2-4 0,2 3 0,-1-1 0,-1 1 0,0-1 0,-4 7 0,-10 1 0,4 5 0,-3 0 0,3 0 0,-7 0 0,5 0 0,-13 0 0,-2 7 0,-10 3 0</inkml:trace>
  <inkml:trace contextRef="#ctx0" brushRef="#br0" timeOffset="54">7176 16058 8912,'10'-2'0,"-3"-1"0,1-3 0,-6 0 0,5 4 0,-7-3 0,0 1 0,0-8 0,0 7 0,0-7 0,0 6 0,0-5 0,0 7 0,0-4 0,0 8 0,0 2 0,0 4 0,0 6 0,0 3 0,0 2 0,6 6 0,0 0 0,0 6 0,-6-7 0,0 1 0,0 2 0,0-6 0,0 4 0,5-4 0,1-1 0,0-7 0,-6 0 0,0 3 0,0-7 0,0 1 0,0-8 0,0 0 0,0-8 0,-2 1 0,-4-5 0,4-3 0,-7 7 0,3-3 0,2-2 0,-7 7 0,7-8 0,-11 5 0,11-3 0,-8 1 0,7 7 0,-7-2 0,6 5 0,-5 1 0,-1 1 0,-5 5 0,2 4 0,3 7 0,-3 2 0,4 4 0,-5-2 0,-1 6 0,0-2 0,0-4 0,1-2 0,5-2 0,-2 0 0,7 0 0,0 0 0,6 1 0,0-1 0,0 0 0,-8 0 0,-1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62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16038 4186 8912,'0'9'0,"0"2"0,0 1 0,0-1 0,0-2 0,0-1 0,0 1 0,-1-1 0,-1-3 0,-4-2 0,-2-2 0,0-1 0,-1 0 0</inkml:trace>
  <inkml:trace contextRef="#ctx0" brushRef="#br0" timeOffset="1">16116 4092 8912,'0'-10'0,"0"0"0,0-3 0,-1 1 0,-1-2 0,-1 2 0,1 0 0,1 0 0,1 3 0,0-2 0,0 0 0,0 2 0,0 3 0,0 4 0,0-1 0,3 4 0,0 1 0,0 4 0,-3 6 0,0 2 0,0 6 0,0 3 0,0 5 0,-1 1 0,-2 2 0,1-1 0,-4 2 0,1 1 0,-4-1 0,3 0 0,1 0 0,-2-4 0,-1-1 0,1-1 0,0-2 0,2-3 0,1-4 0,-2-5 0,4-1 0,-2-4 0,1-2 0,2-3 0,-3 1 0,4-6 0,0 1 0,0-3 0,0-2 0,0-1 0,0 0 0,0-1 0,0 1 0,0-1 0,3 0 0,1 1 0,1-1 0,0 2 0,4 1 0,-3-1 0,0 4 0,3 1 0,2 1 0,1 1 0,-1 0 0,3 1 0,3 2 0,0 2 0,0 4 0,2-1 0,1 1 0,1-3 0,2-1 0,1 0 0,-4 1 0,0-1 0,-4-4 0,-2 2 0,-2-1 0,-3-1 0,0-1 0,0-1 0,-1-2 0,-3 1 0,-2-7 0,-2-2 0,-1-6 0</inkml:trace>
  <inkml:trace contextRef="#ctx0" brushRef="#br0" timeOffset="2">16675 4393 8912,'-5'-1'0,"2"-2"0,2 6 0,1 0 0,0 8 0,0 6 0,0 0 0,0 3 0,0 2 0,0 1 0,0 2 0,0 1 0,0-1 0,0-2 0,0-3 0,0-2 0,0-1 0,0 0 0,0 0 0,0-3 0,-3-2 0,2-3 0,-3-8 0,0-6 0,-1-8 0</inkml:trace>
  <inkml:trace contextRef="#ctx0" brushRef="#br0" timeOffset="3">16520 4410 8912,'-8'-14'0,"2"-2"0,0 2 0,4 1 0,-1 2 0,3 0 0,3 0 0,3 1 0,5-1 0,4 1 0,5 2 0,2 0 0,4 2 0,-1 5 0,1 2 0,0 5 0,0 6 0,-3 6 0,0 8 0,-5 0 0,-1 6 0,-1 2 0,-4 4 0,-4 2 0,-3-3 0,-1-1 0,-2 0 0,-3-3 0,-5-2 0,-2-1 0,-7-4 0,-1-4 0,2-2 0,-2-2 0,-2-1 0,1-1 0,0-1 0,3-3 0,-1-3 0,5-2 0,-3 0 0,1-1 0,3-9 0,1-3 0,3-9 0,5-7 0</inkml:trace>
  <inkml:trace contextRef="#ctx0" brushRef="#br0" timeOffset="4">17389 3894 8912,'-7'-11'0,"-1"-1"0,0 2 0,-1 1 0,-1 3 0,0 3 0,-2 2 0,-2 1 0,-3 5 0,-2 5 0,-2 6 0,2 6 0,1 7 0,2 3 0,2 4 0,2 5 0,3 1 0,0 1 0,1 0 0,3-1 0,1-2 0,4-4 0,1-5 0,2-5 0,2-3 0,7-3 0,-2-6 0,5-3 0,0-6 0,1-4 0,2-2 0,2-2 0,-1-6 0,2-4 0</inkml:trace>
  <inkml:trace contextRef="#ctx0" brushRef="#br0" timeOffset="5">17432 4186 8912,'-5'-8'0,"-2"3"0,1 2 0,-2 3 0,0 4 0,-1 5 0,1 8 0,-1 2 0,0 7 0,2-3 0,1 6 0,2-2 0,4-1 0,2-1 0,4 1 0,1-4 0,7-2 0,3-3 0,3-2 0,0-7 0,-3-5 0,1-2 0,-1-2 0,0-3 0,0-4 0,1-6 0,-1-6 0,-1 1 0,-2-4 0,-1 3 0,-5-3 0,-3 0 0,-2-2 0,-2-1 0,-1 0 0,-5 1 0,-3 2 0,-3 2 0,-6 4 0,4 2 0,-4 3 0,2 2 0,-2 7 0,2 1 0,2 5 0,1 3 0,1 1 0,2 6 0,4 1 0,-3-2 0,3 5 0,-3-4 0</inkml:trace>
  <inkml:trace contextRef="#ctx0" brushRef="#br0" timeOffset="6">17415 4332 8912,'0'-8'0,"0"-1"0,0 1 0,4-1 0,2 0 0,2 4 0,4-1 0,2-1 0,2 0 0,5 1 0,2 0 0,-1 1 0,1 0 0,-4-3 0,1 2 0,2-5 0,0-3 0</inkml:trace>
  <inkml:trace contextRef="#ctx0" brushRef="#br0" timeOffset="7">17613 3980 8912,'9'0'0,"0"1"0,3 2 0,2 3 0,3 2 0,3 5 0,2 4 0,0 5 0,2 6 0,-4 4 0,-1 2 0,-4 3 0,-5 0 0,-3-1 0,-3-1 0,-4-4 0,-5-1 0,-4-4 0,-5 1 0,-5-1 0,1 1 0,-2-7 0,4 2 0,2-5 0,3 1 0,0-7 0,1-3 0,2-4 0</inkml:trace>
  <inkml:trace contextRef="#ctx0" brushRef="#br0" timeOffset="8">18138 4203 8912,'-3'-8'0,"0"-1"0,0 4 0,3-1 0,1 4 0,2-1 0,4 2 0,3 1 0,5-3 0,4 0 0,3 1 0,3 2 0,-2 0 0,6 0 0,-2 0 0,3-4 0,0-1 0</inkml:trace>
  <inkml:trace contextRef="#ctx0" brushRef="#br0" timeOffset="9">18172 4384 8912,'-13'11'0,"1"-4"0,3-2 0,4-2 0,2-3 0,6 0 0,4-1 0,3-2 0,8-2 0,8-3 0,1-2 0,5-1 0,-2 1 0,2-1 0,1-2 0,-1 2 0,1-5 0,2 3 0</inkml:trace>
  <inkml:trace contextRef="#ctx0" brushRef="#br0" timeOffset="10">13578 3911 8912,'0'-14'0,"2"-1"0,1-3 0,0-1 0,0 1 0,0 2 0,-1 3 0,-1 0 0,-5 2 0,-2 2 0,-1 1 0,-2 3 0,-3 1 0,0 4 0,-1 0 0,-3 0 0,0 4 0,-1 2 0,0 6 0,-1 5 0,-1 1 0,2 5 0,-1 0 0,6 3 0,2 0 0,0-1 0,2 0 0,-1-2 0,4 1 0,3-4 0,1-1 0,1-1 0,4 0 0,5-1 0,1-5 0,4-3 0,1-1 0,5-3 0,2 0 0,0-2 0,2-2 0,-4-1 0,3 0 0,-3 0 0,0 0 0,-3 0 0,-3 0 0,-3 0 0,-5 0 0,-2 4 0,-4 1 0,-8 4 0,-3 2 0,-8 3 0,-4 3 0,-1 0 0,1 0 0,-1-2 0,4-1 0,0-3 0,3 4 0,0-6 0,3 0 0,3-5 0,5-9 0,3-7 0,2-5 0,1-9 0</inkml:trace>
  <inkml:trace contextRef="#ctx0" brushRef="#br0" timeOffset="11">13732 3834 8912,'0'-5'0,"0"1"0,0 16 0,0-4 0,0 12 0,3-2 0,1 4 0,0 2 0,0 1 0,0 4 0,-2 0 0,0 3 0,4 0 0,-3 1 0,2 0 0,-1-1 0,-3-3 0,0-7 0,-1-5 0,-3-4 0,-2-4 0</inkml:trace>
  <inkml:trace contextRef="#ctx0" brushRef="#br0" timeOffset="12">13646 4100 8912,'0'-8'0,"0"-1"0,0 1 0,0-1 0,1 0 0,2 1 0,2 2 0,5 1 0,1 0 0,3 1 0,4 2 0,2-1 0,2-1 0,3 1 0,0 0 0,-1 2 0,-1 0 0,1-2 0,0-1 0,-1 1 0,1 1 0,-4-4 0,0 4 0,-3 0 0,-1-2 0,-1 1 0,-3 0 0,-7 3 0,-2 0 0,-6 0 0,-2 0 0,-3 0 0,-2 0 0,-1 0 0,1 0 0,-2 1 0,3 2 0,0 3 0,1 2 0,-1 4 0,1-2 0,-1 4 0,3-2 0,0 2 0,4-3 0,-4 0 0,4 2 0,-1-2 0,2 0 0,1-2 0,0 0 0,4-1 0,4-3 0,3-2 0,1-4 0,-1-4 0,1-3 0,2-2 0,-4-3 0,2-2 0,0 3 0,0 1 0,-2-2 0,-4 2 0,2-1 0,-3 5 0,3 1 0,-3-2 0,2 7 0,-5 0 0,4 4 0,-4 4 0,2-1 0,-1 1 0,0 2 0,2-1 0,-2 1 0,1-1 0,-1-3 0,-1 3 0,3-2 0,-3-2 0,3-1 0,-2-3 0,-2 4 0,3-7 0,-4 2 0,-4-7 0,2 2 0,-4 1 0,0 1 0,2-2 0,-4 1 0,3-4 0,-3 1 0</inkml:trace>
  <inkml:trace contextRef="#ctx0" brushRef="#br0" timeOffset="13">14042 3860 8912,'-6'-9'0,"1"0"0,-1 1 0,1-1 0,-2 1 0,6-1 0,-3 5 0,5 5 0,1 7 0,0 5 0,5 8 0,-1 5 0,-2 1 0,-1 4 0,0 2 0,0 3 0,0 2 0,1 1 0,-2-2 0,4 0 0,-1-6 0,4-2 0,0-3 0,-1-3 0,1-6 0,-1-5 0,1-7 0,0-5 0,-1-5 0</inkml:trace>
  <inkml:trace contextRef="#ctx0" brushRef="#br0" timeOffset="14">14481 3963 8912,'-9'-4'0,"4"-1"0,-1-3 0,3 0 0,-3 2 0,4 2 0,-1 4 0,3 1 0,0 2 0,3 2 0,3 4 0,-1-4 0,1 1 0,-1 0 0,4 2 0</inkml:trace>
  <inkml:trace contextRef="#ctx0" brushRef="#br0" timeOffset="15">14507 4229 8912,'-5'0'0,"1"0"0,4 0 0,-4 0 0,3 0 0,-2 0 0,6-7 0,2-3 0</inkml:trace>
  <inkml:trace contextRef="#ctx0" brushRef="#br0" timeOffset="16">19497 3954 8912,'1'-8'0,"1"-1"0,1 0 0,1 1 0,-1-1 0,-4 5 0,-2 4 0,-4 4 0,-10 6 0,-5 1 0,-5 4 0,-3 2 0,-5 3 0,1 2 0,-1 0 0,5 2 0,1-3 0,2 1 0,2 1 0,-1 1 0,0-1 0,4 1 0,3-5 0,4-2 0,3-1 0,2-2 0,6-1 0,4-4 0,5-6 0,7-2 0,2-1 0,3-1 0,4-2 0,1 1 0,3-4 0,-2 2 0,0-2 0,-4-1 0,1 4 0,1-3 0,0 1 0,-3 0 0,-3 2 0,1 2 0,-6 1 0,-3 7 0,-7 2 0,-4 6 0,-8 2 0,-2 1 0,-5 5 0,-2 1 0,-1 1 0,3 1 0,-1-1 0,1-1 0,2 2 0,4-6 0,1 3 0,4-7 0,2-2 0,3-1 0,2 0 0,1-6 0,4 4 0,2-9 0,5 1 0,3-3 0,3-1 0,0-1 0,3-3 0,0-5 0,0 0 0,1-2 0,-3 1 0,2 2 0,1 2 0,0 1 0,0-2 0,-2 3 0,2 0 0,1-1 0,1 0 0,3-6 0,-1-2 0</inkml:trace>
  <inkml:trace contextRef="#ctx0" brushRef="#br0" timeOffset="17">19291 4771 8912,'-3'-6'0,"0"0"0,-4 5 0,3 1 0,-1 6 0,1 5 0,0 3 0,3 3 0,-2 2 0,2 2 0,1 1 0,0-3 0,0 1 0,0-1 0,0-2 0,1-1 0,1-2 0,2-2 0,1-3 0,-2-3 0,2-1 0,2-1 0,0-2 0,-1-5 0,-3-2 0,-3-7 0,0-2 0</inkml:trace>
  <inkml:trace contextRef="#ctx0" brushRef="#br0" timeOffset="18">19239 4728 8912,'-6'0'0,"1"0"0,2 0 0,-3 0 0,4 0 0,-1 0 0,6 0 0,6-8 0,4-1 0</inkml:trace>
  <inkml:trace contextRef="#ctx0" brushRef="#br0" timeOffset="19">20117 3963 8912,'-4'-14'0,"-2"3"0,-1 1 0,-2 2 0,0 0 0,0 2 0,-3 4 0,-1 1 0,-4 2 0,-1 2 0,-2 6 0,0 7 0,-2 8 0,0 5 0,0 5 0,3 4 0,0 6 0,5 1 0,5 1 0,5-22 0,1 1 0,0 21 0,4-1 0,4-3 0,4-2 0,3-6 0,2-7 0,6-7 0,-2-7 0,2-4 0,-2-4 0,0-17 0,-1-2 0</inkml:trace>
  <inkml:trace contextRef="#ctx0" brushRef="#br0" timeOffset="20">20117 4100 8912,'0'-13'0,"0"2"0,0 1 0,0 5 0,0 2 0,0 6 0,0 3 0,3 5 0,0 4 0,3 1 0,-1 1 0,1 0 0,-1 1 0,1-4 0,3 0 0,-1-3 0,1 0 0,0-1 0,-1-2 0,2 0 0,1-2 0,-1-3 0,1-3 0,2 0 0,-1-3 0,1-3 0,-1-2 0,0-4 0,-4-2 0,-2 0 0,0 0 0,-5 0 0,2-4 0,-2 2 0,-1 2 0,0 2 0,0 3 0,0 4 0,0 1 0,0 12 0,0 3 0,3 8 0,0 4 0,1 2 0,-1 1 0,-1 3 0,3-1 0,-2 1 0,3-3 0,-3-2 0,3-1 0,-4 1 0,0-5 0,-1-1 0,-1-3 0,-1-5 0,-1 2 0,-4-4 0,-6-2 0,-1 1 0,-4-4 0,0 0 0,-1-3 0,2 0 0,1-1 0,1-2 0,2-3 0,1-5 0,6-4 0,1-1 0,4-5 0,0-1 0</inkml:trace>
  <inkml:trace contextRef="#ctx0" brushRef="#br0" timeOffset="21">20504 4298 8912,'0'6'0,"0"0"0,0 1 0,0 4 0,0-1 0,0 5 0,0-4 0,0 3 0,0 1 0,0-2 0,1 0 0,2-1 0,2-3 0,3 3 0,1-6 0,-1-4 0,1-1 0,0-5 0,-1-5 0,5-3 0,0-6 0</inkml:trace>
  <inkml:trace contextRef="#ctx0" brushRef="#br0" timeOffset="22">20547 4057 8912,'-11'0'0,"-2"0"0,0 0 0,2 0 0,0 0 0,4 0 0,1 0 0,4 0 0,-1 0 0,4 0 0,1 0 0,4 0 0,-1-3 0,1 1 0,-3-1 0,2 3 0,-2 0 0,3 0 0,-3 0 0,2 0 0,-2 1 0,2 2 0,-1 2 0,-2 3 0,3 1 0,-1-1 0,5 1 0</inkml:trace>
  <inkml:trace contextRef="#ctx0" brushRef="#br0" timeOffset="23">20728 4315 8912,'5'-1'0,"-2"-1"0,1 0 0,1-5 0,4 1 0,0 1 0,3 0 0,2-1 0,2 1 0,5-2 0,2 5 0,2-2 0,1 1 0,-1 2 0,-2-2 0,-6 3 0,-6 3 0,-1 1 0,-2 1 0,-3 3 0,-2-2 0,-2 1 0,-4-1 0,0 0 0,-3-1 0,0 0 0,1 2 0,-1-4 0,4 0 0,-1-3 0,3 0 0</inkml:trace>
  <inkml:trace contextRef="#ctx0" brushRef="#br0" timeOffset="24">21339 4118 8912,'-5'-4'0,"0"0"0,3-3 0,-1 1 0,0 5 0,5-3 0,4 4 0,1 1 0,7 2 0,-2 2 0,2 7 0,-1-2 0,3 4 0,-3-1 0,-1 0 0,3-1 0,-4 2 0,0 0 0,-6 0 0,2 2 0,-4-3 0,-1 2 0,-1-1 0,-5-2 0,-2 2 0,-6-4 0,-5 2 0,-1-3 0,-5 0 0,0 0 0,-3-1 0,4-2 0,2-1 0,3-1 0,2-3 0,4-3 0,5-4 0,2-6 0,4-1 0</inkml:trace>
  <inkml:trace contextRef="#ctx0" brushRef="#br0" timeOffset="25">21537 4083 8912,'-4'-8'0,"-1"3"0,-4 2 0,1 3 0,-2 3 0,0 3 0,-2 5 0,-2 3 0,2 6 0,1 2 0,2 4 0,1 3 0,-1-1 0,4 3 0,2-5 0,3 1 0,3-4 0,2-2 0,4-1 0,3-5 0,2-4 0,2-2 0,-2-3 0,5-3 0,-2-3 0,2-3 0,-5-3 0,6-6 0,-2-1 0</inkml:trace>
  <inkml:trace contextRef="#ctx0" brushRef="#br0" timeOffset="26">21691 4289 8912,'-5'0'0,"-1"0"0,4 4 0,-1 2 0,1 2 0,-1 0 0,2 1 0,-1-1 0,1 4 0,1 0 0,1 1 0,1-1 0,0 2 0,4-2 0,0-1 0,2-2 0,1-1 0,0-3 0,-1-1 0,1-4 0,2 0 0,1 0 0,3-7 0,-2-3 0</inkml:trace>
  <inkml:trace contextRef="#ctx0" brushRef="#br0" timeOffset="27">21777 4143 8912,'-8'-8'0,"-1"0"0,1 1 0,-1 2 0,3 3 0,1-1 0,-1 2 0,-2 2 0,2 2 0,3-2 0,3 6 0,0-5 0,0 4 0,3-4 0,2 2 0,4-4 0,-4-1 0,-3-2 0,3 2 0,-3-6 0,4 4 0,-4 0 0,1 0 0,1-2 0,1-4 0</inkml:trace>
  <inkml:trace contextRef="#ctx0" brushRef="#br0" timeOffset="28">21984 3903 8912,'0'-9'0,"0"0"0,0 1 0,0-1 0,-1 5 0,-1 5 0,-1 7 0,-3 5 0,4 7 0,-2 1 0,1 2 0,1 2 0,-4-2 0,4-1 0,-1 0 0,3 0 0,0 0 0,0-4 0,0-1 0,-3 0 0,0-6 0,0-1 0,-1-4 0,-1-2 0,-3-4 0</inkml:trace>
  <inkml:trace contextRef="#ctx0" brushRef="#br0" timeOffset="29">21795 3920 8912,'-6'-3'0,"1"-1"0,1-1 0,1 2 0,3-2 0,7 0 0,2-1 0,9 0 0,2 3 0,5-4 0,4 2 0,2 0 0,3-1 0,0 4 0,0-1 0,-4 2 0,-4 1 0,-7 0 0,-7 1 0,-1 2 0,-3 3 0,-6-2 0,1 2 0,-2 0 0,-1 2 0</inkml:trace>
  <inkml:trace contextRef="#ctx0" brushRef="#br0" timeOffset="30">22397 4126 8912,'-9'-4'0,"0"2"0,-2-2 0,0 0 0,0 2 0,-2 5 0,0 2 0,-2 4 0,1 3 0,0 2 0,-4 6 0,5-1 0,1 5 0,4 2 0,2 1 0,2 1 0,4-5 0,1-2 0,2-4 0,3-1 0,4-1 0,3-5 0,0-3 0,2-3 0,6-4 0,-2-3 0,4 0 0,-4-6 0,1 0 0,0-3 0,-3 1 0,2 1 0,-4-5 0,0 2 0,-1-2 0,-2-1 0,-7 2 0,-1-3 0,-4-2 0,-1-1 0,-2 0 0,-5 2 0,-7 1 0,-1 1 0,-1 2 0,0 2 0,0 6 0,-1 2 0,2 2 0,2 0 0,2 3 0,3 1 0,0 6 0,1-1 0,3 4 0,-3 3 0,3-1 0</inkml:trace>
  <inkml:trace contextRef="#ctx0" brushRef="#br0" timeOffset="31">22233 4324 8912,'-8'-5'0,"-1"-3"0,4 7 0,3-2 0,5 2 0,6-1 0,4-1 0,6-1 0,4 1 0,5-2 0,5 1 0,2-4 0,2 2 0,-2 2 0,0-2 0,-3 0 0,-3 1 0,-5 1 0,-7 4 0,-7-3 0,-6-2 0,-4-4 0,0 1 0</inkml:trace>
  <inkml:trace contextRef="#ctx0" brushRef="#br0" timeOffset="32">22629 3842 8912,'0'-8'0,"0"-1"0,1 2 0,2 1 0,-1 2 0,4 4 0,0 0 0,2 0 0,2 8 0,1 4 0,3 6 0,3 5 0,3 6 0,0 2 0,3 3 0,-3 1 0,0 3 0,1 5 0,-3 1-241,-8-19 1,0-1-1,5 17 241,-4-1 0,-5-7 0,-3-5 0,-2-4 0,-2-2 0,-2-2 88,-3-4 0,-2-1-88,0-4 0,-4-1 0,1 1 0,-1-1 0,4-2 0,-1-3 0,1-2 0,3-4 0,2-5 0,6-7 0,2-9 0</inkml:trace>
  <inkml:trace contextRef="#ctx0" brushRef="#br0" timeOffset="33">23034 3791 8912,'17'-17'0,"1"-1"0,2 2 0,3 2 0,1 4 0,-1 6 0,-3 0 0,-2 2 0,2 5 0,0 2 0,-4 4 0,-8 3 0,0-1 0,-5 6 0,-1-1 0,-6 6 0,-5 0 0,-4 0 0,-4-3 0,-3 1 0,0 1 0,-3 0 0,4-1 0,-1-3 0,3-1 0,3-2 0,1-1 0,5-5 0,3 1 0,9-1 0,7-3 0,12-1 0,6-4 0,7 0 0,4 0 0,2-1 0,1-2 0,0-1 0,0-1 0,-2-2-113,-1 4 0,-8-2 113,0 2 0,-6-3 0,-6 3 0,-4 0 0,-11 3 0,-5 0 0,-5 0 0,-1 0 0,0 0 0,4 1 113,-4 2 0,3-2-113,-3 2 0,1-6 0,-4-2 0</inkml:trace>
  <inkml:trace contextRef="#ctx0" brushRef="#br0" timeOffset="34">11633 5742 8912,'-1'-9'0,"-1"-4"0,-2-3 0,0-2 0,1 1 0,0 2 0,0 3 0,0 1 0,-4 2 0,2 0 0,0 5 0,-1 1 0,4 2 0,-6 1 0,8 4 0,-4-3 0,4 3 0,0-1 0,0-1 0,0 4 0,1 0 0,2 2 0,-3 2 0,3 1 0,-2 1 0,-1 5 0,0-1 0,0 7 0,0 4 0,0 4 0,0 10 0,0 6 0,0-21 0,0 1 0,0 1 0,0 1 0,0 2 0,0 0-281,0 0 1,0 1 0,0 3 0,0 0 280,0-1 0,0 1 0,-1-2 0,-1 0 0,1-1 0,0-1 0,-1-2 0,0-1-3,0-2 1,1-1 0,0 24 0,-2-5-1,2-1 3,1-4 0,0-5 0,0-3 0,0-3 0,0 1 0,0-4 0,0-2 0,0-6 0,0-5 0,0 0 0,0 0 0,0-4 0,0-2 1120,0-4-1120,0 2 13,0-4-13,0-8 0,0 5 0,0-5 0,0 1 0,0-5 0,0 2 0,0-2 0,0-1 0,0 4 0,0-3 0,0-1 0,0-1 0,0-3 0</inkml:trace>
  <inkml:trace contextRef="#ctx0" brushRef="#br0" timeOffset="35">11676 5665 8912,'-9'0'0,"4"-1"0,-1-2 0,0-3 0,1-1 0,1 1 0,2 0 0,-1 0 0,1-2 0,0-1 0,0 1 0,-1-1 0,0 1 0,3-1 0,0 0 0,4 2 0,2 0 0,2 2 0,4 1 0,2-2 0,6 0 0,2 1 0,4 0 0,1-1 0,2-3 0,3 1 0,4-1 0,4 0 0,3 1 0,4-2-206,-23 4 0,0 1 1,2 0-1,0 0 206,1 0 0,0-1 0,-2 1 0,-1 0 0,1 1 0,-1 1 0,20-4 0,-4 1 0,3 0-263,0-2 0,0-1 263,3 1 0,-3 2 0,-3 0 0,-1 0 0,-1-2 0,-2 2 0,4 1 0,1 1 0,1-1 0,1 0 0,0-1 0,-3 0 0,-3 3 0,-5-3-75,0 3 1,-2-4 74,4 2 0,-4 0 0,5-1 0,0 0 0,2-2 0,0-1 0,-3 1 0,-3-1 0,-2 0 0,-5 4 0,-1-1 0,-1 0 0,4-2 0,-3 2 190,0 0 1,0 3 0,3-1 0,0 0-191,0 2 0,-1-2 281,1 1 1,0 0-282,0 3 0,-2-3 43,2 1 0,-5-2 0,7 1 0,1-2-43,1 0 0,4-2 0,3 1 0,1 1 0,-4-1 0,-1 2 0,-1-3 0,-2 2 0,-1 1 0,-5-1 0,2 2 0,-2-3 0,2 3 0,-1-3 0,1 3 0,-1-1 0,-2 0 0,1 1 0,-4 3 0,3-3 0,-3 0 0,0 0 0,-3 0 0,2 2 0,0-3 0,2 1 0,1 0 0,-3-1 0,1 2 0,-1 1 0,1-2 0,2-1 0,4 1 0,0 0 0,-1 2 0,-2-1 0,0-1 0,-1-2 0,1 2 0,1-1 0,-4 1 0,1 1 0,-1-3 0,2 2 0,3-2 0,-1 1 0,-1 2 0,3-2 0,3 1 0,-1-2 0,-2 2 0,-4 0 0,-2 3 0,-2 0 0,0 0 0,2 0 0,1 0 0,0 0 0,0 0 0,3 0 0,-1 0 0,5 0 0,4 0 0,-2 0 0,2 0 0,-4-3 0,0 0 0,2 0 0,-2 3 0,-3 0 0,-4 0 0,-3 0 0,-1 0 0,3 1 0,0 2 0,0-1 0,-3 4 0,2-4 0,1 1 0,-1 0 0,3 1 0,-1 1 0,0-3 0,-2 2 0,2-1 0,1 0 0,1-1 0,0 1 0,-1 0 0,-1-1 0,3-1 0,-2 2 0,4 0 0,0 0 0,3 0 0,-1-2 0,3 2 0,0-2 0,0-1 0,-1 3 0,-4 0 0,0 0 0,0-3 0,-1 3 0,1 0 0,0-2 0,0 0 0,0-1 0,-1 0 0,4 0 0,0 0 0,-2 0 0,-4 0 0,2 3 0,-2 0 0,2-1 0,1-1 0,-3 2 0,0 0 0,0 1 0,3-2 0,3 0 0,3 4 0,-2-3 0,1 2 0,0-2 0,-1-1 0,0 2 0,-2-1 0,1 3 0,-6-3 0,2 0 0,1 0 0,0-2 0,-1 2 0,0 1 0,-1-1 0,-1 0 0,1 1 0,1-3 0,1 1 0,-1 2 0,1-1 0,1 1 0,2-1 0,-3-2 0,3 2 0,2-2 0,-1 1 0,3 2 0,1 1 0,-4-2 0,4 3 0,-2-2 0,-1 2 0,0 1 0,-2-4 0,-3 2 0,4-2 0,0-1 0,1-1 0,4 0 0,2 2 0,-3-2 0,1 2 0,-2-2 0,-3-1 0,0 1 0,3 2 0,0-3 0,2 3 0,0-1 0,3 1 0,-2-1 0,3 3 0,-1-1 0,-1-2 0,-2 1 0,-1 0 0,1 0 0,-1-3 0,4 1 0,0 1 0,1 1 0,2-1 0,1-1 0,1-1 0,-3 0-197,0 0 0,-2 0 197,2 0 0,2 0 0,5 1 0,-23-1 0,1 2 0,21 0 0,-1 2 0,-2-1 0,5-1-181,-22 1 1,0 0 0,-1-2 0,0 0 180,1 0 0,0 1 0,0-1 0,-1-1 0,22 2 0,0 1 0,-22-2 0,0 0 0,22 0 0,-1-1 0,2 3 0,-24-2 0,0 1 0,24 1 0,1-3 0,-6 0 0,2 1 0,2 1 0,-22-1 0,0 0 0,-1 1 0,1-1 0,2-1 0,1 0 0,-2 2 0,-1-1 0,0 1 0,-1-1 0,24 2 0,-2-3 0,3 0 0,-22 0 0,0 0 0,-1 0 0,0 0 0,0 0 0,0 0 0,23 0 0,-2 0 0,1 0 0,0 0 0,-3 0 0,4 0 0,-4 1 0,-2 2 0,-3-2 0,-1 2 0,0-3-170,-3 0 0,3 3 170,1 0 0,4 3 0,-1-3 0,1 1 0,-7-2 0,-3 0-52,-1 0 0,-3 3 52,2 1 0,0-1 0,-3 0 0,2 0 0,-2 1 0,2 1 0,-5-1 0,-4 2 173,-3 0 1,-3 1-174,-2 0 0,2-1 356,-5 1 1,0-1-357,-2 1 0,1 1 0,0 1 0,2 2 188,-2 1 1,3 2-189,-2-2 0,1 0 61,-4 0 0,4 0-61,-1 4 0,1-1 0,-5 0 0,0 0 0,-1 0 0,-1 1 0,4-1 0,-1 0 0,-3 0 0,3 0 0,-2 0 0,0 0 0,0-3 0,1 2 0,-3 0 0,0 2 0,3 2 0,-2 3 0,1-3 0,-2 1 0,2-1 0,2-2 0,-2 2 0,-2 0 0,1-2 0,0-2 0,0 1 0,-2-2 0,2-1 0,-3 4 0,1-3 0,1 3 0,-1-4 0,1 3 0,-2 0 0,0 0 0,0 0 0,-1 1 0,-1 2 0,0-1 0,0 4 0,0-1 0,0 1 0,0-2 0,-1-4 0,-1 1 0,0-1 0,-2 0 0,1 0 0,2-1 0,-2-1 0,-1-2 0,0-2 0,1 0 0,-1 0 0,-2 1 0,3-1 0,-4 1 0,2-3 0,-3 2 0,-1 0 0,1 4 0,-1-4 0,-2 2 0,-2-2 0,0 3 0,-2-1 0,-2 2 0,0-3 0,-1 2 0,-2-3 0,1 4 0,-4-4 0,3 1 0,-2-4 0,0 1 0,0-1 0,0 1 0,-1 0 0,-5-1 0,2 1 0,-5-1 0,-1 1 0,0-3 0,-1-1 0,1-1 0,-4 1 0,2 1 0,-3 2 0,1 0-171,2-2 1,-4 1 170,-3-1 0,-3 2 0,-1 0 0,-2 1 0,3 0 0,-1-2 0,-1-1 0,-2 2-229,24-6 0,-1 1 1,-22 5 228,21-4 0,0 1 0,0-2 0,1-1 0,-21 4 0,0-3 0,1 2 0,-1-1 0,1 1 0,-3-3 0,24-1 0,-1 1 0,-23 2 0,24-3 0,0 1 0,-22 2 0,22-3 0,-1 0 0,-24 0 0,23 1 0,0-1 0,-1 0 0,-1 0 0,-1 1 0,1-1 0,1-1 0,1 1 0,0 0 0,1 1 0,0 0 0,0 0 0,-1-1 0,0 1 0,-1 0 0,-1 1 0,-1-1 0,0-1 0,2 1 0,-1 0 0,1-1 0,0 0 0,2 1 0,-1 0 0,0 0 0,0 0 0,1 0 0,-1-1 0,-4 2 0,-1 0 0,3-2 0,-1 0 0,-1 0 0,0 1 0,0-1 0,1 0 0,1 0 0,1 1 0,-4-2 0,0 1 0,0 0 0,0 0 0,-1 0 0,1-1 0,0 0 0,1 0 0,0 1 0,0-1 0,2 2 0,-1-1 0,-3 0 0,0-1-234,-3 1 1,1 1-1,1-1 1,1 0 233,-1 0 0,0 1 0,2-2 0,0 1 0,0 0 0,1 1 0,-2-2 0,0 1 0,-3-2 0,1 2 0,1 0 0,1 0 0,-1 1 0,0-1 0,2 1 0,0-1 0,1-1 0,-1 0 0,-1 0 0,-1 0 0,-1 0 0,0 0 0,2 1 0,1-1 0,-1 1 0,0 0 0,1 0 0,0 1 0,0-1 0,0 0 0,-4-1 0,-1 1 0,0-1 0,1 0 0,1 0 0,2 0 0,-1 0 0,0 0 0,1 0 0,0 0 0,-3 0 0,1 0 0,-2 0 0,0 0 0,1 0 0,-1 0 0,2 0 0,0 0 0,1 0 0,0 0 0,2 0 0,-2 0 0,-1 0 0,0 0 0,-1 0 0,0 0 0,0 0 0,1 0 0,-1 0 0,0 0 0,5 0 0,0 0 0,-5 0 0,0 1 0,0 0 0,-1 0 0,0 0 0,1 0 0,0 1 0,1-2 0,-1 1 0,1-1 0,1 0 0,0 0 0,-2 0 0,-1 0 0,0 0 0,1 0 0,-1 0 0,1 0 0,2 0 0,0 0 0,0 0 0,1 0 0,0 0 0,1 0 0,-2 0 0,0 0 0,-1 0 0,0 0 0,0 0 0,0 0 0,1 0 0,0 0 0,1 0 0,-1 0 0,2 0 0,-1 0 0,0 0 0,0 0 0,-1 0 0,0 0 0,-1 0 0,1-1 0,1 1 0,0-2 0,0 1 0,0 0 0,0 0 0,0 0 0,1 0 0,0 1 0,2 0 0,0 0 0,-1-1 0,-1 1 0,3-2 0,-1 1 0,-2 0 0,1 1 0,1-1 0,0-1 0,1 1 0,1 0-18,-1 0 1,1-1 0,1 2 0,1-1 0,0 0 0,0-1 0,1 2 0,-1-1 17,0-1 0,1 1 0,-2 0 0,1 1 0,-1-1 0,0-1 0,1 0 0,1 0 0,-22-1 0,3-1 0,5 2 0,-2 0 0,-6-3 0,-2 0 0,1 0 0,3 3 0,4 0 0,3-2 0,0 1 0,2-3 0,0 3 0,1-3 0,-2 1 0,0-1 0,-1 0 0,0 2 0,6-2 0,1-2 0,4 2 0,-2 2 0,-1-2 0,-3 1 0,0-2 0,-1 3 0,2 0 0,-3-2 0,3 3 0,1-1 0,2 2 0,1 1 70,1-2 0,0 1 0,-1 0 1,0-1-71,-2 1 0,-1 1 0,2 1 0,-3 0 0,-3 0 209,-1 0 0,5 0 0,1 0-209,2 0 0,2 0 510,2 0 1,-4 0-511,1 0 0,-2 0 56,2 0 0,0-3 1,-2 0-57,-1 2 0,1 0 0,2 1 0,0 0 0,0 0 0,0 0 0,1 0 0,2 0 0,0-3 0,2 0 0,-1 1 0,-2 1 0,3 1 0,1 0 0,-2 0 0,2 0 0,-1-3 0,1 0 0,2-1 0,-1 3 0,3-2 0,1 1 0,1 1 0,-3 1 0,3-1 0,-1-2 0,4 2 0,-4-2 0,1 2 0,-3 1 0,1 0 0,1 0 0,-1 0 0,2 0 0,-3 0 0,0 0 0,-3 0 0,0 0 0,0 0 0,3 0 0,0 0 0,-1 0 0,4 3 0,0 0 0,2 0 0,-2-3 0,3 0 0,0 0 0,1 0 0,2 0 0,-1 0 0,0 0 0,5 0 0,0 0 0,3 0 0,-2 0 0,2 0 0,-3 0 0,4 5 0,0 3 0,-7 8 0,-7 14 0,-8 5 0</inkml:trace>
  <inkml:trace contextRef="#ctx0" brushRef="#br0" timeOffset="36">22079 5966 8912,'-14'0'0,"3"0"0,1 0 0,2 0 0,-1 0 0,4-1 0,2-2 0,2 2 0,5-3 0,2 4 0,2 0 0,0 0 0,2 0 0,1 0 0,4 0 0,1 0 0,5-1 0,2-2 0,2 1 0,2-6 0,4-3 0,3-1 0,7-2 0,-1-4 0,3-2-192,-20 10 1,0 0 0,19-10 191,-2 3 0,-7 5 0,-10 3 0,-6 0 0,-9 9 0,-8 0 0,-7 4 0,-4 5 0,-1-1 0,4 1 0,-4 0 0,1-1 0,-1 1 0,3-2 143,-3-1 1,-1-2-1,-4-4 1</inkml:trace>
  <inkml:trace contextRef="#ctx0" brushRef="#br0" timeOffset="37">22320 5742 8912,'0'-13'0,"0"1"0,0 6 0,0 0 0,-1 3 0,-2-3 0,-2 5 0,-4-2 0,1 3 0,-1 3 0,0 2 0,-3 7 0,-1-2 0,-5 5 0,1 0 0,0 4 0,0 2 0,0 1 0,-3 1 0,-1 3 0,1-3 0,3-1 0,-3 1 0,0 3 0,1-4 0,5-2 0,1-5 0,6-4 0,1-1 0,3-2 0,3-3 0,3-2 0,5-2 0,7-1 0,2 0 0,3 0 0,2 0 0,4 0 0,0-4 0,-1-1 0,2-1 0,2 1 0,-2 2 0,1-3 0,-1 3 0,-1-2 0,1 3 0,1-1 0,-2 2 0,1 1 0,-4 0 0,-2 0 0,-5-4 0,0-1 0,-2-3 0</inkml:trace>
  <inkml:trace contextRef="#ctx0" brushRef="#br0" timeOffset="38">22784 5588 8912,'0'-9'0,"-1"0"0,-1 1 0,-1-1 0,0 4 0,0 3 0,2 8 0,-2 6 0,-1 4 0,1 3 0,0 2 0,0 1 0,2 1 0,-2 3 0,2-1 0,1-3 0,0 2 0,0-4 0,0 0 0,0-2 0,0-2 0,0-2 0,0-1 0,0-9 0,0 0 0,-4-11 0,-1-3 0</inkml:trace>
  <inkml:trace contextRef="#ctx0" brushRef="#br0" timeOffset="39">22724 5622 8912,'-1'-12'0,"-1"-2"0,-1 0 0,1-1 0,5 2 0,3-1 0,2 1 0,0 5 0,4-1 0,-1 1 0,4-1 0,0 0 0,-2 5 0,1 1 0,1 2 0,-2 1 0,0 0 0,-5 0 0,0 5 0,-2 3 0,0 5 0,-3 4 0,-1 0 0,-5 0 0,-2 1 0,-3 2 0,-4-1 0,1 1 0,-2-3 0,2-3 0,1 1 0,-1-2 0,1-1 0,2 1 0,-1-2 0,1-2 0,3-5 0,2 3 0,6-4 0,3 0 0,4-3 0,2 0 0,2 0 0,0 0 0,3 0 0,0 0 0,-3 0 0,2-1 0,-1-2 0,1 2 0,1-2 0,-3-1 0,0 1 0,-2-1 0,-1 0 0,-2-3 0,-1 2 0,-2-3 0,-3-1 0,-3 1 0,0-1 0,0 1 0,0 0 0,-3 2 0,2-2 0,-2 3 0,-2 1 0,3 0 0,-4 4 0,4 0 0,-1 4 0,3 2 0,0 4 0,0 2 0,0 0 0,0 0 0,0-3 0,0 3 0,1-3 0,1 0 0,0-1 0,4 1 0,0-1 0,2 1 0,1-4 0,-4-5 0,-1-5 0</inkml:trace>
  <inkml:trace contextRef="#ctx0" brushRef="#br0" timeOffset="40">23059 5484 8912,'-8'0'0,"-1"0"0,1 0 0,-1 0 0,-2 3 0,-1 0 0,1 4 0,2-1 0,1 1 0,3 2 0,2-1 0,2 1 0,8-1 0,1-3 0,6-1 0,-3-4 0,3-4 0,-2-1 0,2-3 0,-2-1 0,-2 1 0,-4-1 0,-1 1 0,-3-1 0,0 0 0,0 1 0,-2-1 0,-3 1 0,-1 2 0,-5 0 0,0 4 0,1-1 0,-1 2 0,1 1 0,0 1 0,2 2 0,0 2 0,3 4 0,0-1 0,3 1 0,4-1 0,1 1 0,7 0 0,2-1 0,3 1 0,4-1 0,1 1 0,3 0 0,1-4 0,0 1 0,0-4 0,0 1 0,-3 1 0,-2-2 0,-5 1 0,-9-4 0,-1-1 0,-2-3 0,-8-3 0,-2 2 0,-4 3 0,-2 3 0,-3 3 0,1 3 0,-2 6 0,-2 2 0,2 2 0,2 1 0,-2-2 0,5-1 0,2-3 0,5 3 0,0-2 0,2-1 0,1-2 0,2-4 0,2-2 0,2-2 0,6-2 0,0-2 0,1-3 0,-3-5 0,0-3 0,3-3 0,-3 0 0,3 0 0,-3-3 0,0 0 0,-1-4 0,1 1 0,0-5 0,-1 0 0,-3 0 0,-2 5 0,-2 0 0,-1 6 0,0-1 0,0 6 0,0 5 0,0 5 0,0 7 0,-1 2 0,-2 7 0,2 5 0,-2 4 0,2 1 0,1 2 0,0-3 0,0 0 0,1-1 0,2 1 0,2-2 0,3-4 0,4-1 0,-1-1 0,6-7 0,0-5 0,1-2 0,5-1 0,0-2 0,3-4 0,0-2 0,3-6 0,-6-3 0,0 3 0,-5-5 0,-3-1 0,-3 0 0,-3 3 0,-5 2 0,-1 1 0,-3 3 0,-3 0 0,-1 2 0,-5 4 0,-3 1 0,1 4 0,-3 0 0,1 1 0,0 2 0,-2 2 0,1 6 0,0 0 0,3 2 0,0-2 0,4-1 0,1 1 0,2-1 0,-2-2 0,2 1 0,4 0 0,0-1 0,2 0 0,3-2 0,3-4 0,3-1 0,-2-1 0,2-3 0,0 1 0,4-8 0,-4 1 0,1-1 0,-4 1 0,0 1 0,-2-1 0,1 1 0,-1-1 0,-2 3 0,-1 1 0,-2-2 0,3 3 0,-3 4 0,1 6 0,-1 3 0,-1 6 0,0-1 0,0 6 0,0 2 0,0 1 0,0 2 0,0 1 0,0-1 0,0 1 0,-3-3 0,0-1 0,-2-1 0,-2-2 0,-1-1 0,-4-1 0,2-3 0,-5-3 0,1-4 0,-3-1 0,0-4 0,-1 0 0,4-2 0,1-2 0,0-5 0,3-4 0,3 1 0,1-4 0,4 2 0,-1-2 0,6 2 0,3-2 0,2 4 0,0-2 0,5 2 0,1 2 0,3-2 0,3-1 0,2 1 0,4-1 0,1 0 0,2 0 0,2-2 0,6-5 0,0 1-235,3 0 0,-4-1 235,2-2 0,-5 2 0,-4-2 0,-4 1 0,-9 3 0,-3 1 0,-4 1 0,-2 0 0,-4 0 0,-4-1 0,-4 3 0,-4 1 0,-2 2 0,-3 4 0,-3 2 0,0 2 0,-1 2 0,0 3 0,-2 5 0,2 3 235,-2 5 0,3 4-235,2 2 0,0 3 0,4 2 0,1 1 0,3-2 0,4 0 0,3-1 0,8-4 0,7-2 0,5-3 0,6-4 0,3-4 0,3-5 0,1-3 0,2-1 0,1-4 0,-2-2 0,-2-1 0,-9-3 0,-3-1 0,-2 0 0,-5-4 0,0 1 0</inkml:trace>
  <inkml:trace contextRef="#ctx0" brushRef="#br0" timeOffset="41">22560 6335 8912,'-8'-2'0,"-1"-2"0,1 0 0,-1-1 0,0 1 0,1 1 0,-1-4 0,4 7 0,3 0 0,1 5 0,1 2 0,0 7 0,0 2 0,1 4 0,1 2 0,-1-2 0,2 3 0,-2-1 0,0 2 0,1-2 0,1-1 0,0 2 0,-3-3 0,0 0 0,0-4 0,0-2 0,0-2 0,0-3 0,0 0 0,0-4 0,0-5 0,0-5 0,0-4 0,0 1 0,0-1 0,0 1 0,0-1 0,0 0 0,0 1 0,0 2 0,0 0 0,0 4 0,0-5 0,0 6 0,0-3 0,0 0 0,0 3 0,0-3 0,0 12 0,0-6 0,0 6 0,0-8 0,0 0 0,0-4 0,0-1 0</inkml:trace>
  <inkml:trace contextRef="#ctx0" brushRef="#br0" timeOffset="42">22526 6430 8912,'-9'-5'0,"4"-2"0,-1 1 0,4-2 0,-1 0 0,2 4 0,1 4 0,0 8 0,0 10 0,-1 1 0,-2 6 0,0-1 0,-3 5 0,-2 1 0,2-2 0,3 2 0,-1-2 0,1 0 0,0 0 0,0-5 0,3-3 0,1-3 0,2-3 0,0-2 0,5-6 0,0-3 0,6-3 0,1 0 0,2-3 0,1-3 0,2-6 0,-1 2 0,4-4 0,0-2 0,-1 0 0,2 2 0,-4-1 0,0 5 0,-2-2 0,-2 3 0,-2 0 0,-1 1 0,-5-5 0,1 0 0</inkml:trace>
  <inkml:trace contextRef="#ctx0" brushRef="#br0" timeOffset="43">22853 6490 8912,'-17'0'0,"0"3"0,-1 0 0,4 4 0,1-2 0,0 4 0,3 2 0,0 6 0,2 3 0,3 0 0,2-3 0,3-1 0,3-1 0,2-1 0,7-6 0,-2 2 0,5-7 0,0-1 0,1-1 0,2-5 0,-1-2 0,-1-5 0,-2-4 0,-1 2 0,-5-1 0,1 2 0,0-2 0,-5 3 0,-1 0 0,-2-2 0,-1 2 0,-4 0 0,-1 2 0,-6 1 0,-1 3 0,-2 1 0,-1 0 0,2 3 0,-2-2 0,9 2 0,2-3 0,9 0 0</inkml:trace>
  <inkml:trace contextRef="#ctx0" brushRef="#br0" timeOffset="44">23146 6378 8912,'-18'-4'0,"1"-3"0,0 4 0,3 0 0,-1 3 0,1 0 0,1 0 0,-3 1 0,5 2 0,-1 2 0,4 3 0,0 1 0,2 0 0,2 0 0,4 3 0,0-3 0,0 3 0,4-3 0,2-1 0,3-1 0,2-2 0,0 1 0,2 3 0,0-2 0,1-1 0,-3 2 0,4-3 0,-4 2 0,2 0 0,0-2 0,-3 2 0,1-2 0,0 1 0,-1-1 0,2 3 0,-3-2 0,-4 1 0,-2-1 0,-2-1 0,-1 1 0,-2-2 0,-4 2 0,-3 5 0,-5-3 0,-2 3 0,1-3 0,0 0 0,0-1 0,1-3 0,2 0 0,0-1 0,8-7 0,0-8 0,4-6 0</inkml:trace>
  <inkml:trace contextRef="#ctx0" brushRef="#br0" timeOffset="45">23481 6267 8912,'0'-12'0,"-1"0"0,-2 0 0,-2 3 0,-3-1 0,-1 7 0,1-2 0,-2 2 0,-1 1 0,-4 1 0,-1 9 0,-1 3 0,-1 4 0,-2 2 0,5 1 0,1-1 0,4 0 0,5 0 0,1-1 0,4-1 0,5 0 0,3-3 0,2-1 0,4-2 0,-2 2 0,2 1 0,0-2 0,0 0 0,1-1 0,-4 3 0,3-2 0,-5 4 0,-1-2 0,0-2 0,-5 3 0,0-2 0,-2 5 0,-1-2 0,-1 1 0,-2 0 0,-2 1 0,-7-2 0,2 1 0,-5 0 0,2 0 0,-1-4 0,-2 4 0,5-4 0,-4 1 0,1-4 0,-3 1 0</inkml:trace>
  <inkml:trace contextRef="#ctx0" brushRef="#br0" timeOffset="46">13715 8218 8912,'-26'0'0,"3"0"0,3 0 0,3 0 0,15 0 0,8 0 0,13 0 0,6 0 0,2 0 0,3 0 0,5-2 0,5-3 0,-4 3 0,4-4 0,-5 2 0,-5 0 0,-1-1 0,2 1 0,-6-6 0,-1 1 0</inkml:trace>
  <inkml:trace contextRef="#ctx0" brushRef="#br0" timeOffset="47">13819 8545 8912,'-18'0'0,"1"0"0,9 0 0,8 0 0,10-2 0,13-4 0,4-3 0,7-8 0,1-1 0,-1 1 0,0-8 0,1-1 0</inkml:trace>
  <inkml:trace contextRef="#ctx0" brushRef="#br0" timeOffset="48">15367 7788 8912,'0'-11'0,"0"0"0,0-3 0,0-1 0,-2 5 0,-3 5 0,1 3 0,-8 2 0,-7 0 0,-9 4 0,-9 5 0,-9 8 0,-3 12 0,-16 2 0,-2 5 0,2 4 0,5 0 0,-3-6 0,14 1 0,-1-1 0,6 1 0,6-1 0,9-7 0,6-4 0,12-4 0,5-4 0,12-4 0,5-5 0,10-4 0,2-2 0,8-6 0,-3 1 0,5-9 0,1 3 0,3-4 0,3-3 0,-4 7 0,4-1 0,-3 7 0,-3-7 0,-5 8 0,-1-1 0,-7 5 0,0 5 0,-7 7 0,-16 13 0,-15 9 0,-8 8 0,-10 10 0,-7 5 0,-4 0 0,2 6-103,-1-5 0,8 3 103,3-10 0,1 3 0,12-14 0,4-2 0,4-1 0,9-11 0,-2-3 0,6-9 0,6-3 0,3-5 0,9 5 0,1-7 0,4 2 0,5-4 0,13-2 0,-3-6 103,8 0 0,0-7-103,5 1 0,-5-3 0,0-2 0,2 0 0,1 0 0,1-1 0,-4 1 0,4-8 0,-6-1 0</inkml:trace>
  <inkml:trace contextRef="#ctx0" brushRef="#br0" timeOffset="49">15058 9233 8912,'-10'2'0,"2"1"0,3 5 0,-1 2 0,0 3 0,-1 2 0,5 2 0,-4 3 0,4 1 0,2 2 0,0 5 0,0-5 0,0 0 0,0 2 0,0-6 0,0 4 0,0-4 0,0-2 0,0 0 0</inkml:trace>
  <inkml:trace contextRef="#ctx0" brushRef="#br0" timeOffset="50">15006 9009 8912,'0'-23'0,"0"0"0,0 2 0,0 2 0,0 8 0,0-1 0,2 8 0,4-1 0,5 3 0,12-6 0,4-1 0,7-9 0</inkml:trace>
  <inkml:trace contextRef="#ctx0" brushRef="#br0" timeOffset="51">15970 8184 8912,'-27'-17'0,"0"5"0,6 3 0,-2 1 0,2 4 0,-6 12 0,1 9 0,-3 10 0,0 5 0,8 8 0,-2 2 0,6 2 0,6 4 0,-3 4 0,8 5 0,1-3 0,5 3 0,7-11 0,5-6 0,3-4 0,2-1 0,8-16 0,2-4 0</inkml:trace>
  <inkml:trace contextRef="#ctx0" brushRef="#br0" timeOffset="52">16125 8253 8912,'-18'-10'0,"1"4"0,6 5 0,-1 1 0,6 7 0,-5 5 0,7 9 0,-2 3 0,4 3 0,2 4 0,0-4 0,0 1 0,8-1 0,4 2 0,9 1 0,2-7 0,1-6 0,-1-5 0,-3-8 0,2 1 0,3-3 0,-2-4 0,-2-3 0,-2-7 0,-7-9 0,-1-2 0,-1-7 0,1 1 0,-1 2 0,-4-1 0,-4 1 0,3-2 0,-3-1 0,-2 7 0,0 0 0,0 6 0,0-1 0,0 9 0,6 3 0,0 12 0,5 9 0,-5 8 0,7 9 0,-1 3 0,3-1 0,2 6 0,-7 2 0,-3 0 0,-1 0 0,0 0 0,0-1 0,-6-7 0,-8 0 0,-3 1 0,-10-1 0,-2 1 0,-8-9 0,2-3 0,3-4 0,-3-2 0,0-1 0,2-5 0,3 4 0,6-13 0,9-4 0,3-15 0,4-8 0,2-9 0</inkml:trace>
  <inkml:trace contextRef="#ctx0" brushRef="#br0" timeOffset="53">16692 8579 8912,'-9'0'0,"1"0"0,8 8 0,0 3 0,0 5 0,0 1 0,0 0 0,0 0 0,0 2 0,0 2 0,0 2 0,0-2 0,2-1 0,4-3 0,-2-6 0,7 1 0,-5-9 0,5 3 0,1-4 0,5-2 0</inkml:trace>
  <inkml:trace contextRef="#ctx0" brushRef="#br0" timeOffset="54">16813 8321 8912,'-12'-26'0,"1"3"0,5-2 0,-3 2 0,1 2 0,2 8 0,6 1 0,0 8 0,0-1 0,0 10 0,2 5 0,4 7 0,2 0 0,7 1 0,0 1 0,4 4 0,2-4 0,4 5 0,2-6 0</inkml:trace>
  <inkml:trace contextRef="#ctx0" brushRef="#br0" timeOffset="55">17054 8597 8912,'-12'0'0,"1"0"0,-3 0 0,5 0 0,-3 0 0,9 0 0,-3 0 0,12 0 0,7-2 0,8-4 0,8-6 0,3 3 0,3-3 0,-1 7 0,0-7 0,1 1 0,7-6 0,2-1 0</inkml:trace>
  <inkml:trace contextRef="#ctx0" brushRef="#br0" timeOffset="56">17432 8304 8912,'10'0'0,"5"2"0,-3 2 0,3 4 0,2 1 0,-5-3 0,-1 5 0,1 1 0,5 5 0,0 0 0,0 0 0,-7 1 0,-4-1 0,-5 2 0,-1 4 0,-1-4 0,-5 4 0,-4 2 0,-7 0 0,0-1 0,0 1 0,-1-8 0,1-5 0,0-8 0,0 3 0</inkml:trace>
  <inkml:trace contextRef="#ctx0" brushRef="#br0" timeOffset="57">17742 8270 8912,'-11'0'0,"-1"0"0,6 8 0,-5 3 0,5 10 0,-5 2 0,5 8 0,-4-3 0,3 5 0,3 1 0,2 6 0,2 0 0,0-5 0,0-7 0,2-7 0,4 2 0,3-6 0,9-5 0,-1-4 0,0-8 0,8 0 0,2 0 0</inkml:trace>
  <inkml:trace contextRef="#ctx0" brushRef="#br0" timeOffset="58">17949 8545 8912,'0'10'0,"0"5"0,0-6 0,0 9 0,0-1 0,0-6 0,0 1 0,0 1 0,0 10 0,0-4 0,0 4 0,0-4 0,0 0 0,0 2 0,0 2 0,0 0 0,0-6 0,2-7 0,3-4 0,-3 3 0,6 1 0</inkml:trace>
  <inkml:trace contextRef="#ctx0" brushRef="#br0" timeOffset="59">18017 8064 8912,'-24'0'0,"5"0"0,-4 0 0,3 0 0,3 0 0,8 0 0,1 0 0,8 0 0,8 0 0,3 0 0,4 0 0,3 0 0,-1 0 0,-6 0 0,1 0 0,-6 0 0,5 0 0,-7 0 0,5 0 0,-3 0 0,-4 0 0,8 0 0,-5 0 0,5 0 0,7 0 0</inkml:trace>
  <inkml:trace contextRef="#ctx0" brushRef="#br0" timeOffset="60">18430 7943 8912,'0'-17'0,"0"7"0,0 3 0,0 22 0,0 4 0,0 16 0,0-1 0,0 0 0,0 1 0,0-1 0,0 1 0,0-1 0,0 0 0,0 1 0,0-3 0,0-3 0,0 1 0,0-7 0,-5 0 0,-1-6 0,-7 1 0,3-1 0</inkml:trace>
  <inkml:trace contextRef="#ctx0" brushRef="#br0" timeOffset="61">18241 7926 8912,'-9'0'0,"1"0"0,10-2 0,4-4 0,5 3 0,12-9 0,4 6 0,7-5 0,1 7 0,-1-4 0,0 3 0,1-1 0,5 0 0,0 6 0,-5 0 0,-7 0 0,-7 0 0,2 0 0,-4 8 0,-1 1 0</inkml:trace>
  <inkml:trace contextRef="#ctx0" brushRef="#br0" timeOffset="62">18603 8339 8912,'-18'2'0,"1"3"0,0 7 0,5 3 0,1 2 0,5 8 0,-5 2 0,-1 1 0,3 1 0,1 0 0,8 5 0,0 1 0,0-3 0,0-1 0,0-3 0,2-9 0,4-1 0,3-3 0,9-9 0,-1-1 0,0-5 0,6 0 0,0 0 0,2-7 0,-4-5 0,4-3 0,1-2 0,-5-6 0,2 0 0,-4 0 0,-1 6 0,-3-6 0,-4 0 0,3 0 0,-8 6 0,-1 0 0,-7-1 0,-3 1 0,-7 0 0,-3 7 0,-2 5 0,-1 3 0,1 2 0,0 0 0,0 0 0,0 2 0,-1 3 0,1 5 0,0 7 0,0 0 0</inkml:trace>
  <inkml:trace contextRef="#ctx0" brushRef="#br0" timeOffset="63">18499 8665 8912,'0'-17'0,"4"0"0,8 0 0,1 5 0,16 1 0,-1-1 0,7-5 0,7 2 0,2 2 0,0 1 0,-4-1 0,4-10 0,0-4 0</inkml:trace>
  <inkml:trace contextRef="#ctx0" brushRef="#br0" timeOffset="64">18809 7943 8912,'17'17'0,"2"8"0,4 4 0,6 5 0,4 6 0,1 4 0,0 8 0,-1 0 0,-4-3 0,-8-3 0,-8-6 0,0-4 0,-7-1 0,0 3 0,-6-4 0,-8 3 0,-3-12 0,-6-1 0,-6 1 0,3 4 0,-3-6 0,4 2 0,2-2 0,2-4 0,3 4 0,-3-4 0,13-2 0,-5 0 0</inkml:trace>
  <inkml:trace contextRef="#ctx0" brushRef="#br0" timeOffset="65">19996 8081 8912,'0'-17'0,"0"-1"0,-1 3 0,-5 4 0,4 5 0,-4 12 0,2 11 0,-1 11 0,3 13 0,-4 4 0,-2 7 0,3 3 0,1 3 0,2-3 0,-4 1 0,0 1 0,1-7 0,5 7 0,0-15 0,0 4 0,0-14 0,0-5 0,0-2 0,0-4 0,-8-2 0,6-10 0,-6-3 0,8-12 0,0-11 0,0-9 0</inkml:trace>
  <inkml:trace contextRef="#ctx0" brushRef="#br0" timeOffset="66">19704 8476 8912,'-29'0'0,"2"0"0,3 0 0,8 0 0,13 0 0,16 0 0,16 0 0,11-6 0,11 1 0,3-9 0,3 3 0,3-4 0,3-3 0,0 9 0,-12 3 0,5 4 0,-10 2 0,-12 0 0,-5 0 0,-8 0 0,-14 8 0,-7 3 0,-7 3 0,-10-3 0,-1 4 0,-6-13 0,-3 6 0</inkml:trace>
  <inkml:trace contextRef="#ctx0" brushRef="#br0" timeOffset="67">21270 7857 8912,'-6'-17'0,"0"0"0,3 0 0,1-1 0,0 11 0,-4 7 0,4 11 0,-4 18 0,5 3 0,1 20 0,0 0 0,0 14 0,0 5 0,0 0 0,5 0 0,1-3 0,2 7 0,-3-1 0,-1-7 0,6-10 0,-1-5 0,1-6 0,-6-4 0,1-8 0,-3-7 0,-2-4 0,0-10 0,0-1 0,0-8 0,0 1 0,0-10 0,0-5 0,0-9 0,0-4 0,-5 2 0,-1-8 0,-8 1 0,3-7 0,-4 1 0,-2 0 0,-1-1 0,-1 1 0,-2 1 0,-2 5 0,-7 5 0,1 11 0,-4 7 0,-1 10 0,-6 9 0,0 14 0,0 9 0,5 14 0,6 3 0,1 3 0,9-4 0,1 5 0,9-7 0,9-5 0,0-6 0,0-3 0,0-11 0,8-1 0,1-15 0,8-5 0,6-3 0,0-2 0,0-7 0,-6-3 0</inkml:trace>
  <inkml:trace contextRef="#ctx0" brushRef="#br0" timeOffset="68">22750 7788 8912,'8'-26'0,"-7"7"0,5 7 0,-2 1 0,0-1 0,3 3 0,3 1 0,-6 2 0,3 6 0,-16 8 0,-6 5 0,-8 6 0,-4 4 0,-4 2 0,-7-2 0,-4 4 0,-2 0 0,-8 5 0,-5-3 0,0 3 0,5 3 0,2-1 0,4 0 0,1-5 0,10 0 0,1-8 0,17 2 0,-5-4 0,28-10 0,0-3 0,15-4 0,8-2 0,11-2 0,6-4 0,3 2 0,3-7 0,-2 1 0,-4-1 0,1-2 0,-6 5 0,-5 0 0,-5 1 0,-7 1 0,-6 6 0,-9 0 0,-5 13 0,-15 5 0,-11 10 0,-18 1 0,-4 9 0,-7 2 0,-1 8 0,0-2 0,1 3 0,-1 3 0,10-8 0,8-4 0,7-4 0,10-1 0,7-8 0,4-5 0,6-4 0,6-7 0,11-3 0,12-8 0,11 0 0,6 0 0,12-8 0,5-5 0,5-6 0,7-4 0,-4-2 0,3 2 0,-11 4 0,-5-4 0,-12 11 0,-6 7 0,-6-3 0,-5 2 0,-4 1 0,-16 12 0,-9 5 0,-13 9 0,-6 2 0,-4-2 0,-2 3 0,2-1 0,4 8 0,-6-12 0,8 6 0</inkml:trace>
  <inkml:trace contextRef="#ctx0" brushRef="#br0" timeOffset="69">22647 9095 8912,'-18'-17'0,"7"6"0,-1-1 0,9 8 0,-5-3 0,8 20 0,0 4 0,6 12 0,-1-1 0,7 5 0,-6 1 0,1 1 0,-3 1 0,2 2 0,-2 2 0,-2 2 0,-2-2 0,0-3 0,0 3 0,-8-4 0,-4-1 0,-3-9 0,-2-3 0,0-6 0,0-5 0,-6 1 0,0-7 0,0 0 0,6-8 0,-1-6 0,1-9 0,0-2 0,0-10 0,5 1 0,1-7 0,5 1 0,-5-1 0,-1-7 0,-5-2 0</inkml:trace>
  <inkml:trace contextRef="#ctx0" brushRef="#br0" timeOffset="70">22543 8820 8912,'-23'0'0,"-1"0"0,-1 0 0,0 0 0,2 2 0,6 4 0,1 3 0,5 8 0,-2 1 0,7-1 0,2 0 0,2 0 0,4-7 0,4-4 0,-2-5 0,7-1 0,0 0 0,7 0 0,-7-1 0,1-5 0,-7-4 0,7-7 0,-8 6 0,1-1 0,-3-1 0,-2 5 0,0-7 0,-7 13 0,5-6 0,-6 8 0,16-7 0,1-3 0</inkml:trace>
  <inkml:trace contextRef="#ctx0" brushRef="#br0" timeOffset="71">23679 8098 8912,'-17'-17'0,"0"0"0,1-1 0,3 3 0,3 2 0,1 3 0,-1 3 0,5 1 0,-7 6 0,-1 0 0,3 7 0,-1 5 0,-1 11 0,-5 5 0,0 13 0,0 6 0,-1 7 0,1 3 0,2 6 0,3-5 0,-1-1 0,7-6 0,1-7 0,7-4 0,3-5 0,7-6 0,9-12 0,2-12 0,7-3 0,-1-2 0,3-9 0,3-8 0,-1-8 0,1-10 0,-1 1 0,1 0 0,5-3 0,0-3 0,0 2 0,-6-8 0,-7 6 0,-4-6 0,-6 0 0,-5-3 0,-8 1 0,-8 2 0,-19 8 0,-12-2 0,-9 5 0,4 7 0,-6 5 0,6 11 0,0 5 0,6 7 0,7 0 0,4 0 0,4 7 0,2 5 0,7-1 0,4 6 0,4-3 0,2 9 0,0-4 0,0-2 0,0 0 0</inkml:trace>
  <inkml:trace contextRef="#ctx0" brushRef="#br0" timeOffset="72">23301 8321 8912,'-18'-7'0,"1"5"0,0-4 0,7 4 0,7-3 0,14-1 0,16-8 0,19 3 0,5-4 0,5-2 0,1-1 0,-1 1 0,-3 0 0,-1 0 0,-1 1 0,1 5 0,-8-2 0,-4 7 0,-5 0 0,-7 6 0,-3 0 0,-8 0 0,8 0 0,2 0 0</inkml:trace>
  <inkml:trace contextRef="#ctx0" brushRef="#br0" timeOffset="73">24264 8287 8912,'-2'-17'0,"-2"0"0,-1 0 0,-1 5 0,6 1 0,-8 7 0,6 10 0,-3 11 0,3 11 0,2 1 0,2 3 0,3 3 0,-3-1 0,4 1 0,-4 5 0,-2 0 0,0-2 0,0-9 0,0 3 0,0-3 0,-2 1 0,-4-1 0,3-4 0,-9-8 0,3 0 0,-7 1 0,1-3 0,-4-4 0,-4 3 0,0-9 0,2 1 0,-8-6 0,8 0 0,-2 0 0,4-6 0,2 1 0,2-9 0,3 3 0,4-12 0,8-6 0,2 2 0,4-1 0,4-8 0,7-8 0</inkml:trace>
  <inkml:trace contextRef="#ctx0" brushRef="#br0" timeOffset="74">24264 7909 8912,'-17'-17'0,"6"5"0,-1 1 0,1 7 0,-7-2 0,1 4 0,2 4 0,3 4 0,-1 3 0,7 9 0,-5-1 0,5 0 0,0-5 0,6-1 0,2-1 0,4 1 0,4-3 0,7-8 0,0 0 0,0 0 0,-5-2 0,-1-4 0,-7 2 0,2-7 0,-4-1 0,-2-5 0,0 0 0,-6 5 0,0 1 0,-2 7 0,3-2 0,3 4 0,-6 2 0,16 0 0,1 0 0</inkml:trace>
  <inkml:trace contextRef="#ctx0" brushRef="#br0" timeOffset="75">24591 7376 8912,'8'-33'0,"-4"12"0,7-7 0,6 7 0,8 5 0,2 3 0,4 2 0,1 7 0,2-2 0,-5 4 0,0 2 0,0 6 0,5 0 0,-9 13 0,-6 0 0,-8 6 0,-3 5 0,-4 3 0,-10 1 0,-3 2 0,-9 4 0,-1-3 0,-4 3 0,2 2 0,-7-2 0,7 0 0,-2-5 0,5-7 0,5-1 0,3-2 0,3-4 0,1-2 0,10-10 0,7-3 0,16-4 0,19-2 0,6-8 0,5-3 0,2-4 0,4-3 0,4-1 0,-4-4 0,1 6 0,-7 0 0,-4 2 0,-18 7 0,-8 1 0,-6-1 0,-12 2 0,-1 6 0,-16 0 0,-1 0 0,-9 0 0,1 6 0,0 0 0,-8 7 0,-2-3 0</inkml:trace>
  <inkml:trace contextRef="#ctx0" brushRef="#br0" timeOffset="76">27654 5124 8912,'0'-18'0,"-5"7"0,-1-1 0,2-1 0,2-2 0,2 3 0,0 1 0,0 7 0,2 4 0,2 13 0,4 8 0,1 8 0,-3 11 0,5 6 0,-5 11 0,4 4 0,-3 3 0,-3-1 0,-2 0 0,-2 5 0,0-5 0,0 0 0,-2-9 0,-4-2 0,-9-3 0,-8-9 0,-8-7 0,3-10 0,-5-6 0,-3-6 0,0-7 0,1-8 0,-3-15 0,9-15 0,-3-16 0,-3-11 0</inkml:trace>
  <inkml:trace contextRef="#ctx0" brushRef="#br0" timeOffset="77">27431 4763 8912,'0'-43'0,"0"9"0,0 0 0,0 7 0,0 10 0,0 5 0,0 1 0,9 7 0,8-2 0,8 4 0,10 2 0,7 8 0,4 3 0,3 10 0,3 2 0,0 8 0,-1-4 0,1 7 0</inkml:trace>
  <inkml:trace contextRef="#ctx0" brushRef="#br0" timeOffset="78">28050 5364 8912,'-9'0'0,"-7"0"0,14-7 0,-5-3 0,14-7 0,5 0 0,3 1 0,4 3 0,2 3 0,2 3 0,8-5 0,-2 7 0,3-7 0,2 6 0,7 1 0,-1 5 0,0 0 0,2-16 0,2-3 0</inkml:trace>
  <inkml:trace contextRef="#ctx0" brushRef="#br0" timeOffset="79">28945 5124 8912,'-10'-8'0,"-5"6"0,13-6 0,-11 10 0,7 4 0,0 5 0,6 12 0,0 6 0,0 4 0,0 3 0,0 4 0,0-4 0,0 4 0,0-3 0,0-3 0,0 0 0,0 1 0,-2-3 0,-3-3 0,3-4 0,-4-8 0,2-7 0,-1-5 0,-7-3 0,4-9 0,-7-18 0,6-12 0</inkml:trace>
  <inkml:trace contextRef="#ctx0" brushRef="#br0" timeOffset="80">28790 5158 8912,'0'-34'0,"-6"-1"0,1 1 0,-1-4 0,6 3 0,0 5 0,0 12 0,0 7 0,0 0 0,0 7 0,2-4 0,4 8 0,5 2 0,4 4 0,8-2 0,0 7 0,2-1 0,-2 1 0,4 12 0,7-4 0</inkml:trace>
  <inkml:trace contextRef="#ctx0" brushRef="#br0" timeOffset="81">29272 5364 8912,'0'12'0,"0"-1"0,0-5 0,0 5 0,-8 1 0,6 5 0,-3 0 0,-3 0 0,2 1 0,-1-7 0,1 1 0,2-1 0,-5 6 0,1 0 0,0-1 0,2-5 0,5-1 0,-5-5 0,4-3 0,2-2 0,0-5 0,0-11 0,0-3 0,8-15 0,3-1 0,4-5 0,3 0 0,-1 4 0,0-4 0,0 3 0,-2 3 0,-1 2 0,-3 3 0,1 4 0,5 8 0,0 7 0,0 5 0,1 3 0,-1 2 0,-6 9 0,1 8 0,-1 10 0,6 13 0,3-3 0,3 3 0,1-4 0,5-2 0,9-5 0,-3-2 0,3-4 0,4-8 0,-6 0 0,5-9 0,-7 0 0,-5-6 0,-5-8 0,-6-3 0,-9-6 0,-3-6 0,-6 3 0,-6-2 0,-5 2 0,-12 3 0,-2 0 0,-6 2 0,3 3 0,-3 7 0,1 3 0,1 2 0,-2 7 0,8 5 0,-2 3 0,2 2 0,10 6 0,-4 0 0,5 6 0,1-6 0,3 7 0,8-1 0,0-4 0,0-2 0,8-4 0,3-4 0,7-3 0,5-7 0,3-3 0,9-2 0,-1-7 0,1-5 0,5-11 0,0-6 0,0-5 0,-6-6 0,1-4 0,-1-8 0,-5-1 0,0-4 0,-10 1 0,0-5 0,-8 2 0,-3 4 0,-2 1 0,-6 2 0,-2 16 0,-4 7 0,2 10 0,-7 8 0,5 3 0,-5 8 0,1 4 0,-1 8 0,-5 7 0,5 15 0,-4 2 0,-1 4 0,3 4 0,1 0 0,9 4 0,-3-8 0,-2 6 0,2-6 0,1 6 0,5-6 0,7-2 0,5-9 0,3 2 0,2-9 0,1 1 0,-1-5 0,8-9 0,3-3 0,5-6 0,1-6 0,-5-3 0,0-9 0,-8 1 0,2 0 0,-4-8 0,-2-3 0,-6 3 0,1 2 0,-8 2 0,1-2 0,-5 8 0,-5-8 0,-5 15 0,-7-3 0,0 7 0,-1 4 0,1 2 0,0 3 0,0 11 0,0 7 0,5 7 0,1-1 0,7 3 0,-2 3 0,4-1 0,2 0 0,0-5 0,0 0 0,8-8 0,5 2 0,6-4 0,4-2 0,8-7 0,-2-5 0,-3-3 0,3-2 0,0-7 0,5-5 0,-1-3 0,-5-2 0,5-8 0,-14-2 0,6-7 0</inkml:trace>
  <inkml:trace contextRef="#ctx0" brushRef="#br0" timeOffset="82">30528 5106 8912,'0'18'0,"8"1"0,3 4 0,5 9 0,3 10 0,2 2 0,2 4 0,5 1 0,-5 3 0,6-2 0,-6-4 0,0-6 0,-6-10 0,0-3 0,1-2 0,-7-4 0,0-10 0,-7-3 0,12-23 0,-7-4 0</inkml:trace>
  <inkml:trace contextRef="#ctx0" brushRef="#br0" timeOffset="83">30821 5192 8912,'-17'6'0,"-1"2"0,1 1 0,-2 8 0,-4 6 0,-4 16 0,-7 1 0,-1 13 0,1 4 0,-4 3 0,3-3 0,1-3 0,15 1 0,5-9 0,5-12 0,5-1 0,10-10 0,9-2 0,8-10 0,8-3 0,3-16 0,10-2 0</inkml:trace>
  <inkml:trace contextRef="#ctx0" brushRef="#br0" timeOffset="84">31457 5467 8912,'-17'-26'0,"2"3"0,2 6 0,1 3 0,-1 5 0,-3 1 0,-3 4 0,-4 2 0,2 10 0,-5 5 0,-1 8 0,0 8 0,6 9 0,-2 4 0,6 2 0,5 4 0,5-6 0,7-2 0,0-6 0,0-5 0,7 2 0,5-8 0,5-2 0,6-10 0,6-5 0,3-4 0,3-4 0,-1-4 0,-2-5 0,-3-12 0,2-2 0,-8-4 0,-2-3 0,-10 3 0,-3-3 0,-10-3 0,-4 1 0,-5-1 0,-6 1 0,-6 0 0,-6 7 0,-11 4 0,3 6 0,-3 5 0,6 5 0,5 7 0,4 0 0,16 7 0,3 5 0,12-5 0,11 9 0,10-7 0</inkml:trace>
  <inkml:trace contextRef="#ctx0" brushRef="#br0" timeOffset="85">31647 5467 8912,'0'-11'0,"0"-1"0,0 7 0,0-7 0,-8 8 0,6 4 0,-4 12 0,3 5 0,-3 6 0,4 2 0,-4 4 0,4 3 0,2-5 0,0 1 0,0 1 0,0-8 0,0 2 0,0-2 0,0 2 0,0-10 0,0 5 0,0-5 0,8-4 0,2-9 0,7-11 0,0-4 0,0-2 0,-5-8 0,-1-4 0,1-9 0,5-4 0,0 0 0,0 0 0,-5 2 0,-1 5 0,-1 7 0,1-1 0,3 8 0,-9-2 0,1 12 0,2 3 0,-4 16 0,7 3 0,-5 12 0,5 6 0,-5-3 0,5 3 0,1 2 0,-3 1 0,7-5 0,-5-4 0,6 2 0,6-3 0,-4-4 0,4-7 0,4-7 0,2 2 0,-2-4 0,1-2 0,-5-8 0,6-4 0,-10-9 0,-2-1 0,0-3 0,-7 4 0,0-2 0,-5 2 0,-3 2 0,-2 1 0,-2 1 0,-3 0 0,1 6 0,-8-1 0,1 8 0,-8-1 0,-4 10 0,4 7 0,-4 11 0,6-2 0,3 7 0,3 1 0,-3-2 0,7 3 0,1-7 0,4 6 0,2-6 0,0 0 0,0-6 0,10-2 0,7-3 0,8 1 0,9-7 0,0-2 0,1-10 0,-1-4 0,1-7 0,-1-2 0,1-4 0,-1-4 0,-2-5 0,-3 1 0,-6 3 0,-10 1 0,-1-2 0,-8 4 0,1 8 0,-3 0 0,-2 7 0,0 5 0,0 10 0,0 7 0,0 5 0,0 6 0,0 4 0,0 7 0,0 1 0,0-1 0,0 0 0,0 1 0,6-3 0,0-3 0,7 1 0,-1-7 0,-5 0 0,-1-6 0,-4-7 0,-2-2 0</inkml:trace>
  <inkml:trace contextRef="#ctx0" brushRef="#br0" timeOffset="86">29306 6791 8912,'-7'-19'0,"-3"-2"0,-1-2 0,1 0 0,2 0 0,5 0 0,1 2 0,-4-5 0,0-3 0,1-3 0,-3-3 0,4 7 0,-5 1 0,-1 0 0,0 0 0,5 12 0,-7 0 0,-1 5 0,-3 6 0,-1 4 0,-2 8 0,-2 9 0,-2 10 0,-7 13 0,1 6 0,4 13 0,2 8 0,4 8 0,2 3 0,7-4 0,4 7 0,-1-9 0,1 3 0,6-12 0,6-6 0,7-3 0,-1-3 0,7-7 0,0-6 0,-4-7 0,1-8 0,-3-4 0,-2-2 0,-3-7 0,-8-3 0</inkml:trace>
  <inkml:trace contextRef="#ctx0" brushRef="#br0" timeOffset="87">28756 7135 8912,'-12'-6'0,"1"1"0,7-9 0,-4 12 0,12-11 0,8 7 0,9-5 0,19 5 0,4-7 0,7 1 0,11 3 0,4-3 0,7-1 0,0-2 0,-2-10 0,-3-2 0</inkml:trace>
  <inkml:trace contextRef="#ctx0" brushRef="#br0" timeOffset="88">29410 7084 8912,'-10'0'0,"2"0"0,8 0 0,0 0 0,8-2 0,4-4 0,3-4 0,2-7 0,6 0 0,0 0 0,0 0 0,-8-1 0,-1 1 0,-3 0 0,-7 0 0,2 0 0,-6 1 0,-6 5 0,-4 3 0,-7 8 0,-2 0 0,-4 0 0,2 10 0,-8 7 0,6 2 0,-5 10 0,7-1 0,0 7 0,5-1 0,5 1 0,7-3 0,-2-3 0,14 1 0,9-7 0,8 0 0,9-6 0,8-1 0,4-5 0,4-5 0,2-12 0,-1-3 0,1-9 0,0-1 0,-1-2 0,1-2 0,-1 2 0,-1-4 0,-4 2 0,-13 1 0,-16 4 0,-8 1 0,-9 0 0,-2 0 0,-3 0 0,-11 7 0,-7 4 0,-7-1 0,1 1 0,-3 2 0,-3 8 0,3 4 0,3 1 0,-2 8 0,9 6 0,-7 6 0,6-6 0,2 0 0,9-6 0,-1 6 0,7 0 0,1 0 0,5-6 0,1-6 0,5 1 0,4-8 0,9 1 0,2-3 0,2-2 0,6 0 0,-7 0 0,7-7 0,-6-5 0,6-5 0,-6-6 0,0 4 0,-6-4 0,-2-2 0,-3 2 0,3 0 0,-5 6 0,-1 0 0,-1 7 0,-8 3 0,0 9 0,0 3 0,5 5 0,1 7 0,0 6 0,-6 0 0,6 6 0,-1-6 0,9 0 0,-5-4 0,3 2 0,-1 2 0,1-2 0,5-10 0,0 2 0,0-7 0,1 0 0,-1-6 0,0 0 0,0-15 0,0-4 0</inkml:trace>
  <inkml:trace contextRef="#ctx0" brushRef="#br0" timeOffset="89">30236 6568 8912,'-6'-17'0,"0"-1"0,-7 1 0,11 8 0,-6 16 0,8 16 0,0 15 0,0 8 0,0 12 0,0 3 0,0 0 0,0-4 0,0-1 0,0 1 0,2-4 0,4 5 0,-4-7 0,4-5 0,-5 2 0,-1-8 0,0-6 0,0-5 0,0-16 0,-7 3 0,-3-16 0</inkml:trace>
  <inkml:trace contextRef="#ctx0" brushRef="#br0" timeOffset="90">30098 6998 8912,'-8'-18'0,"6"7"0,-3-1 0,3 1 0,2-6 0,7 2 0,5 3 0,5 6 0,6 4 0,4-3 0,7-1 0,1 0 0,-1 6 0,2-5 0,5-1 0,-7-2 0,0 2 0,-1 5 0,-10-5 0,-6 4 0,-5 2 0,-9 8 0,3 3 0,-4 4 0,-2 2 0,-6 6 0,1 0 0,-7 0 0,6-6 0,-5 3 0,5 2 0,0-2 0,6 4 0,0-6 0,0-7 0,0 0 0,0-7 0,2 4 0,4-8 0,5 0 0,5 0 0,1-8 0,0-3 0,0-6 0,1-6 0,-1 2 0,0-8 0,0 6 0,0-6 0,-5 7 0,-1-7 0,-1 8 0,3-2 0,-3 4 0,-2 2 0,-3 7 0,3-5 0,-6 15 0,4 0 0,-3 7 0,3 11 0,-4-1 0,4 0 0,1 0 0,1 0 0,2 1 0,-1-1 0,3 0 0,3-7 0,-5-3 0,7-7 0,0 0 0,0 0 0,0 0 0,1 0 0,-7-7 0,1-5 0,1-3 0,2-2 0,2-6 0,1 0 0,-7 0 0,1 6 0,-7-4 0,7 3 0,-8-3 0,3 12 0,-7-1 0,0 5 0,0 10 0,0 7 0,0 3 0,0 4 0,0 2 0,0 2 0,0 0 0,0-6 0,0 0 0,0 1 0,0-1 0,8 0 0,1-7 0,9-5 0,-1-3 0,0-2 0,-5-6 0,-1 1 0,-7-9 0,2 3 0,-5 1 0,-1-1 0,0 5 0,0-5 0,-1 7 0,-5-2 0,-4 4 0,-7 10 0,0 3 0,7 5 0,5 1 0,-3 0 0,2 0 0,0 0 0,6 1 0,0-1 0,2-2 0,4-3 0,6-7 0,3-3 0,4-2 0,4 0 0,-2-6 0,8 1 0,-1-14 0,7 1 0,-7-3 0,1 4 0,-8 0 0,2 0 0,-6 0 0,-5-1 0,1 7 0,-7 0 0,-2-3 0,-2 7 0,-2 1 0,0 12 0,2 3 0,3 8 0,-3 2 0,4 4 0,2 2 0,-3 4 0,9 3 0,-3-3 0,-3 1 0,-1 1 0,-1-2 0,0 1 0,0-5 0,-6-2 0,-8-4 0,-3-2 0,-5 1 0,-1-1 0,-8-2 0,-4-4 0,-1 3 0,1-8 0,-1-1 0,7-5 0,-6 0 0,6-2 0,2-3 0,10-13 0,3-8 0</inkml:trace>
  <inkml:trace contextRef="#ctx0" brushRef="#br0" timeOffset="91">31716 6379 8912,'0'-18'0,"0"1"0,0 8 0,0 13 0,0 18 0,0 15 0,0 22 0,-4 12 0,-8 13 0,6-34 0,-3 3 0,-7 7 0,-2 0 0,3 0 0,-1 1-331,-4 1 0,0 2 0,-1 0 0,2 0 331,1-1 0,1 0 0,-2-3 0,2 0 0,4-2 0,3-1 0,-5 34 51,9-5 0,4-19-51,2-9 0,2-13 0,4-4 0,3-13 0,1 5 0,-3-7 0</inkml:trace>
  <inkml:trace contextRef="#ctx0" brushRef="#br0" timeOffset="92">28979 8218 8912,'-23'-23'0,"1"0"0,-1 4 0,0 4 0,0 6 0,2 1 0,2 2 0,1 6 0,1 4 0,0 7 0,2 9 0,1 16 0,3 2 0,-3 2 0,7 8 0,1-2 0,2 3 0,-2 3 0,5 0 0,-5-1 0,4-7 0,4-6 0,2-5 0,1-5 0,9-8 0,-3-3 0,10-8 0,2-9 0,8-2 0,-3-5 0,5-9 0,1-5 0,-5-3 0,0 1 0,-6 2 0,5-8 0,-7 2 0,2-1 0,-9 3 0,-3 8 0,-7-1 0,2 1 0,-6 8 0,-6 3 0,2 12 0,-7 5 0,5 6 0,-5 6 0,7 2 0,-2 4 0,4 3 0,2-3 0,0-4 0,0-2 0,8-4 0,3-2 0,4-6 0,3 1 0,-1-8 0,0-1 0,0-6 0,0-9 0,1-5 0,-1-6 0,-6 2 0,1-8 0,-8 6 0,1-5 0,-5 7 0,-5-2 0,-1 4 0,-11 2 0,3 7 0,-11 4 0,3 4 0,-1 2 0,0 0 0,5 0 0,7 6 0,0 0 0,7 7 0,-4-3 0,16 7 0,1 0 0</inkml:trace>
  <inkml:trace contextRef="#ctx0" brushRef="#br0" timeOffset="93">29444 8150 8912,'-8'-18'0,"5"3"0,-9 4 0,8 1 0,-1 16 0,-3 9 0,2 25 0,0 4 0,6 8 0,-5 7 0,-1 2 0,2 4 0,2 4 0,2-12 0,0 6 0,2-7 0,4-5 0,3-7 0,9-4 0,-3-11 0,-4-6 0,5-12 0,-5-5 0,6-6 0,6-6 0,-4-5 0,4-12 0,2-4 0,-2-7 0,-2-1 0,-2 1 0,-1-2 0,-1-4 0,-2-3 0,-3-2 0,-5-3 0,-7 8 0,6 2 0,0 9 0,-1 4 0,-5 8 0,-2 7 0,-3 6 0,-7 8 0,3 14 0,-3 10 0,6 10 0,-5 2 0,7 3 0,-2-3 0,5-4 0,1 4 0,0-4 0,0-1 0,0-9 0,0-3 0,7-3 0,5-5 0,3-4 0,2-5 0,2-4 0,4-2 0,-2-8 0,8-3 0,-8-10 0,2-2 0,-4-6 0,-2 6 0,0-5 0,1 5 0,-7-8 0,1 2 0,-9 3 0,3-3 0,-4 8 0,-2-2 0,0 4 0,0 9 0,0 5 0,0 10 0,0 5 0,0 7 0,0 6 0,0 0 0,0 8 0,0-3 0,6 3 0,0-2 0,7-5 0,-2-6 0,3-1 0,-3 0 0,10-8 0,-3-3 0,3-4 0,-4-2 0,0-8 0,0-3 0,6-4 0,0-2 0,0-3 0,-6-2 0,-1 2 0,-3-4 0,-2 1 0,3 0 0,-5 6 0,3 5 0,-8 1 0,9-1 0,-7 1 0,-1 7 0,-3-4 0,4 8 0,-2-6 0,7 1 0,-7-1 0,4-2 0,-8 6 0,-8-5 0,4 9 0,-7 3 0,5 5 0,-3 7 0,1 0 0,4 1 0,2 5 0,2-1 0,-5 3 0,-1-2 0,0-4 0,6 4 0,0 2 0,0-2 0,0 0 0,0-6 0,0-5 0,0-1 0,0 1 0,0-3 0,2-15 0,4-11 0,-2-12 0,7 1 0,-1-5 0,1-1 0,4 0 0,-3-1 0,3 3 0,2 3 0,-1-2 0,-5 9 0,4-1 0,-3 5 0,-3 7 0,3 1 0,1 3 0,3 3 0,-5 15 0,1 7 0,-9 10 0,3 1 0,-4 3 0,-2 3 0,0-1 0,0 1 0,-2-3 0,-4-3 0,3 1 0,-7-7 0,0-2 0,1-2 0,5-1 0,-6-9 0,5-3 0,3-4 0,-6-10 0,8-3 0,0-5 0,6-9 0,0-3 0,7-5 0,-2-1 0,5 1 0,1 5 0,2-3 0,2 6 0,2 3 0,-2 2 0,-2 1 0,-2 14 0,1-1 0,-1 6 0,0 2 0,0 3 0,-1 7 0,-5 11 0,4-4 0,-3 4 0,-3 2 0,3-2 0,-1-2 0,-1-2 0,5-2 0,-3 0 0,3-7 0,2-5 0,2-3 0,4-2 0,-4 0 0,4 0 0,-2-7 0,2-5 0,-4-3 0,2-2 0,-5-2 0,-5-4 0,-5 2 0,5-8 0,-7 2 0,2-1 0,-4 3 0,-2 8 0,-6-1 0,0 1 0,-1 8 0,1 3 0,2 4 0,-7 2 0,7 2 0,-2 4 0,2 5 0,-1 4 0,3 5 0,-4 2 0,4-1 0,2 8 0,0-6 0,0 6 0,0-8 0,0 2 0,0 1 0,0-1 0,0 0 0,0-5 0,0-1 0,-6-6 0,1 1 0,-1-9 0,6 5 0,0-16 0,0-3 0,0-10 0,0-4 0,2-2 0,3-3 0,-1-3 0,8-1 0,-6 2 0,5 3 0,0-2 0,7 8 0,-7 6 0,1 6 0,-1 7 0,6-2 0,0 6 0,-1 6 0,-3 7 0,-1 8 0,-1 8 0,6 11 0,1-4 0,-1 4 0,2-3 0,4-3 0,-2-5 0,8-1 0,-1-7 0,7 2 0,-1-11 0,0-6 0,1-4 0,1-6 0,2-6 0,3-7 0,-3-12 0,-9 1 0,1-7 0,-7-5 0,0 2 0,-6-8 0,0 6 0,1-6 0,-9 0 0,-3-5 0,-2 1 0,1 4 0,-3 12 0,4 11 0,-4 4 0,-2 9 0,-2 4 0,-2 14 0,-1 9 0,-1 14 0,6 9 0,6 6 0,-1-6 0,7 8 0,-5-2 0,3 3 0,3 3 0,3 3 0,1-3 0,-8 3 0,-3-9 0,-4 2 0,-2-2 0,-9 3 0,-9-3 0,-8-4 0,-15-2 0,-6-5 0,-15-5 0,-6-3 0,-3-2 0,-13-8 0,-2-6-335,38-8 0,-2-2 0,-5 0 0,-1-2 0,-5-3 0,0-1 0</inkml:trace>
  <inkml:trace contextRef="#ctx0" brushRef="#br0" timeOffset="94">9362 9852 8912,'-12'-12'0,"1"1"0,-1-3 0,3-1 0,-5 4 0,8-1 0,1 1 0,5-6 0,0 5 0,0 1 0,0 7 0,0-12 0,2 15 0,3-5 0,-3 4 0,6 0 0,-8-4 0,0 4 0,0-5 0,2 7 0,2-2 0,1-4 0,1 4 0,-6-7 0,0 3 0,0 4 0,0-6 0,2 8 0,4 0 0,-4 8 0,3 3 0,3 5 0,-2 1 0,5 8 0,-5 3 0,5 5 0,-3 1 0,2 1 0,3-1 0,-3 2 0,1 4 0,1-3 0,5 3 0,-6-4 0,1-1 0,-3-7 0,3 1 0,3-8 0,-3 2 0,-3-6 0,3-6 0,-7 3 0,7-8 0,-8-1 0,5-5 0,-3 0 0,-2 0 0,7 0 0,-5 0 0,5 0 0,-3 0 0,9 0 0,-3 0 0,9 0 0,1 0 0,-1 0 0,10-2 0,1-3 0,6 3 0,6-4 0,6 4 0,0 2 0,1-2 0,10-2 0,0-1 0,-1 1 0,3 2 0,-8 2 0,8-2 0,-2-4 0,4 2 0,2-7 0,5 5-200,1-5 0,7 5 200,-2-5 0,-9 5 0,-2-6 0,-6 7 0,2-5 0,-2 1-59,2-1 1,0 6 58,-2-2 0,2 5 0,-7 1 0,-1 0 0,-5 0 0,-1 0 0,1 0 0,-6 0 0,0 0 0,0 0 0,5 0 0,7 0 0,-1 0 0,8 0 0,-2 0 0,6 0 0,2 0 0,-1 0 0,-3 0 0,-9-2 0,-1-4 0,4 2 0,2-7 0,-3 7 0,-3-2 0,2-2 0,-1 3 0,1-1 0,-2 6 0,-9-2 98,4-4 1,-12 4 0,2-3 0,-2 3-99,0 2 0,6-2 61,-6-4 0,8 4-61,-2-3 0,6 3 0,5 2 0,-4-2 0,5-4 0,-10 4 0,-2-4 0,-6 4 0,6 2 0,-10 0 0,-2 0 0,1 0 0,-7 0 0,-1 0 0,0 0 0,0 0 0,-1 0 0,-3 0 0,6 0 0,0 0 0,5 0 0,-5 0 0,0 0 0,-1 0 0,7 0 0,-1 0 0,0 0 0,-5 0 0,0 0 0,-6 0 0,5 0 0,-1 0 0,2 0 0,-2 0 0,-6 0 0,4 0 0,1 0 0,1 0 0,2 0 0,1 0 0,-7 0 0,6 0 0,-6 0 0,6 0 0,-6 0 0,0-2 0,-6-3 0,2 3 0,4-4 0,-4 4 0,6 2 0,-8 0 0,0-2 0,0-3 0,1 3 0,-1-6 0,-8 8 0,1 0 0,-4 0 0,-4 0 0,5 0 0,-7 0 0,2-2 0,4-4 0,-4 4 0,5-5 0,-5 7 0,4 0 0,-4-8 0,6 6 0,-1-13 0,-5 11 0,4-7 0,2 5 0,-3-5 0,3 1 0,-2-1 0,-2-5 0,5 5 0,-1-5 0,-4-1 0,3-6 0,-1 0 0,5-1 0,-5 1 0,0-2 0,-6-4 0,6 4 0,-1 8 0,1 0 0,-6 0 0,-2 7 0,-4 4 0,-7 6 0,-17 8 0,-16 9 0,-27 16 0,29-11 0,0 0 0</inkml:trace>
  <inkml:trace contextRef="#ctx0" brushRef="#br0" timeOffset="95">15505 10849 8912,'-11'-2'0,"1"-4"0,0-3 0,1-1 0,3 2 0,-5 8 0,5 0 0,-6 0 0,9 0 0,-5 8 0,6 4 0,-4 3 0,4-4 0,-3 1 0,3-1 0,0 6 0,-4 1 0,4-1 0,-4 0 0,-3 2 0,-3 4 0,3-4 0,-3 4 0,1 4 0,-6 1 0,0 3 0,-1-2 0,1 1 0,0-7 0,2 6 0,3-6 0,-1 5 0,7-5 0,2-2 0,2-2 0,-5-9 0,5-2 0,-6-8 0</inkml:trace>
  <inkml:trace contextRef="#ctx0" brushRef="#br0" timeOffset="96">15075 11004 8912,'-2'-18'0,"-2"1"0,-2 0 0,1 6 0,5-1 0,0 10 0,0 2 0,0 10 0,0 13 0,0 5 0,0 5 0,0 7 0,0 0 0,0 8 0,0-2 0,0-2 0,0 1 0,0-4 0,2 2 0,3-2 0,7-9 0,3 1 0,2-11 0,8-1 0,4-9 0,11-4 0,6-8 0,4-2 0,1-4 0,-1-11 0,-4-12 0,-4-11 0,-8-4 0</inkml:trace>
  <inkml:trace contextRef="#ctx0" brushRef="#br0" timeOffset="97">15987 10557 8912,'0'-18'0,"0"1"0,0 0 0,0 0 0,-6 0 0,-2-1 0,1 1 0,-1 0 0,-5 0 0,1 0 0,-3 1 0,-2 5 0,0-2 0,-1 7 0,1 2 0,0 2 0,-6 2 0,0 0 0,0 2 0,6 4 0,0 3 0,1 10 0,3 2 0,2 2 0,1 6 0,-1-6 0,3 6 0,8-7 0,0 1 0,0-5 0,0-1 0,0 0 0,8-7 0,3-5 0,4 3 0,3-2 0,6-1 0,5-7 0,4-3 0,1-7 0,-5-3 0,-1-2 0,1-2 0,5-4 0,-7 4 0,-4-6 0,-4 2 0,-2 0 0,-1 0 0,-5 6 0,-3 0 0,-8 3 0,0 9 0,0 14 0,0 12 0,0 6 0,2-2 0,4-4 0,-3 0 0,9 2 0,-1-10 0,7 4 0,1-5 0,4-1 0,-2-3 0,7-8 0,1 0 0,5 0 0,1-8 0,-1-3 0,-1-10 0,-5-2 0,3-2 0,-8 4 0,-2-4 0,-2-2 0,-9 4 0,-5-5 0,-3 5 0,-2-6 0,-5 8 0,-3-2 0,-2 4 0,-1 10 0,-6 1 0,7 16 0,4 3 0,4 6 0,2 6 0,2-2 0,4 8 0,6-6 0,9 3 0,2-1 0,-2-4 0,0-2 0,2-1 0,-4-1 0,4 0 0,-10 0 0,-1 0 0,-9 1 0,3-1 0,-14 0 0,-9 0 0,-8-5 0,-9-1 0,0 1 0,-1-3 0,6 6 0,1-3 0,7-5 0,-2-1 0,4-4 0,1-10 0,1-1 0</inkml:trace>
  <inkml:trace contextRef="#ctx0" brushRef="#br0" timeOffset="98">17037 10075 8912,'0'-17'0,"0"0"0,0 0 0,0 9 0,0 8 0,0 10 0,0 12 0,0-1 0,0 8 0,0-6 0,0 6 0,0-1 0,0 7 0,1-3 0,5-3 0,-4 3 0,4-3 0,-4 2 0,-2-3 0,0 3 0,0-8 0,0 2 0,0-3 0,0-2 0,0 2 0,0-8 0,0-3 0,0-7 0,0 4 0,0-10 0,0-4 0,0-3 0,2-9 0,3 1 0,7 0 0,3 0 0,2 0 0,3 1 0,2 5 0,-2-2 0,3 7 0,1 0 0,-1 6 0,0 0 0,-5 0 0,-1 2 0,0 4 0,-6-2 0,1 7 0,-8 0 0,1 7 0,-12-1 0,-10 0 0,-8 6 0,-10 0 0,5 0 0,-3-4 0,-1 2 0,3 2 0,-1 0 0,9-6 0,-6-2 0,6-3 0,0 3 0,14-13 0,1 6 0</inkml:trace>
  <inkml:trace contextRef="#ctx0" brushRef="#br0" timeOffset="99">17553 10385 8912,'0'-18'0,"6"7"0,-1 0 0,1 7 0,2-4 0,-1 10 0,7 2 0,-3 2 0,3-3 0,1 1 0,2 2 0,0-4 0,1 4 0,-1-5 0,0-1 0,0 0 0,0 0 0,1 0 0,-1-1 0,-2-5 0,-3-6 0,1 3 0,-7-3 0,-1 7 0,-5-7 0,-7 8 0,-5-1 0,-5-3 0,-6 2 0,2 0 0,-6 8 0,2 4 0,4 6 0,-3 9 0,1 2 0,0 5 0,5-5 0,3 8 0,4-3 0,3-1 0,8 2 0,0-1 0,0 5 0,4-4 0,7-7 0,3-2 0,14-3 0,1 0 0,6 0 0,-1-7 0,0-5 0,7-5 0,-1-5 0,15-13 0,-1-8 0</inkml:trace>
  <inkml:trace contextRef="#ctx0" brushRef="#br0" timeOffset="100">18482 9989 8912,'-8'-17'0,"1"0"0,-5 0 0,-3-4 0,2 3 0,-8 9 0,2 5 0,-4 4 0,3 0 0,3 0 0,0 13 0,0 5 0,-4 8 0,2-1 0,3 2 0,1 4 0,6 1 0,-3 2 0,8 6 0,-2 1 0,5 4 0,1-4 0,0 4 0,0-4 0,0 4 0,0-3 0,0 2 0,0 4 0,0-8 0,0-5 0,0-1 0,0-5 0,0 1 0,0-1 0,-2-4 0,-4-8 0,-4-8 0,-7-1 0,0-8 0,0 0 0</inkml:trace>
  <inkml:trace contextRef="#ctx0" brushRef="#br0" timeOffset="101">18155 10522 8912,'0'-25'0,"0"-1"0,0-9 0,2 8 0,4 5 0,3 2 0,9 3 0,-7 0 0,1 0 0,-1 7 0,6 5 0,2 1 0,2 0 0,2-2 0,-2 2 0,-2 2 0,-1 2 0,5 2 0,0 4 0,-1-2 0,-4 7 0,-3-5 0,-4 6 0,5-7 0,-7 7 0,1 1 0,-4 2 0,-4 3 0,-2-1 0,0 6 0,0 0 0,0 5 0,0-5 0,0 0 0,0-6 0,0 1 0,0-1 0,0 0 0,1-2 0,5-3 0,-2-5 0,7-7 0,1 0 0,5 0 0,-2-7 0,-3-5 0,3-5 0,-3-6 0,-5-2 0,1-5 0,-2 1 0,-1-1 0,1-3 0,-6-1 0,-7-1 0,-5 1 0,-5 7 0,-6 4 0,2 4 0,-8 2 0,8 2 0,-2 3 0,4 5 0,4 8 0,3 5 0,5 6 0,7 11 0,7 1 0,5 5 0,5-4 0,6-8 0,4 0 0,7 0 0,8 1 0,2-1 0</inkml:trace>
  <inkml:trace contextRef="#ctx0" brushRef="#br0" timeOffset="102">18861 10385 8912,'9'-25'0,"-1"6"0,-8-4 0,6 4 0,-1 1 0,9 7 0,-3 0 0,-1 5 0,1-6 0,-5 9 0,5-3 0,1 4 0,5 2 0,0 8 0,-1 5 0,-3 6 0,-1 4 0,-3 6 0,3-6 0,1 7 0,-7-1 0,-1-2 0,-5 1 0,0-5 0,0 6 0,0-3 0,0 3 0,-5-4 0,-3-8 0,-2 0 0,7 1 0,-5-9 0,8-3 0,0-12 0,0-3 0,0-11 0,2-1 0,4-1 0,-3-7 0,9 6 0,-6 0 0,5 6 0,-1 0 0,1-1 0,4 1 0,-5 2 0,7 3 0,0 5 0,1 7 0,-1 0 0,0 0 0,-5 0 0,-1 0 0,-5 0 0,5 0 0,-5 0 0,5 0 0,-5 0 0,6 0 0,1 0 0,-3 0 0,1 0 0,1 0 0,5 0 0,0 0 0,0 0 0,6 0 0,0 0 0,6-8 0,-4-3 0,-1-3 0,1 3 0,4-10 0,-6 4 0,-2-4 0,-10 3 0,-3 1 0,-8 0 0,-4 0 0,-5 2 0,-10 1 0,-6 3 0,-4 7 0,-5-2 0,-7 6 0,1 6 0,0 11 0,6 12 0,5 3 0,0 3 0,5 7 0,1 4 0,2 3 0,15 3 0,2-1 0,10 1 0,13 0 0,17-3 0,16-3 0,15-6 0,9-11 0,10-6 0,-2-4-137,-3-2 1,-7-7 136,-11-5 0,0-8 0,-11-3 0,-8 2 0,-6 2 0</inkml:trace>
  <inkml:trace contextRef="#ctx0" brushRef="#br0" timeOffset="103">16796 11468 8912,'-12'0'0,"1"0"0,7 0 0,-11 0 0,11 0 0,-8 0 0,8 2 0,-1 3 0,3 7 0,2 3 0,6 2 0,-1 1 0,7 8 0,-5 9 0,1 9 0,0 5 0,3 12 0,-5 8 0,0 11-203,-6 6 0,0 2 203,0-13 0,0-1 0,0-5 0,-6-10 0,0-7 0,0-12 0,-1-9 0,5-7 0,-6-6 0,8-9 0,0-3 0,0-12 0,0 2 0,0-7 101,0-8 1,-7-16-1,-3-9 1</inkml:trace>
  <inkml:trace contextRef="#ctx0" brushRef="#br0" timeOffset="104">16796 11399 8912,'-16'-23'0,"3"2"0,3 4 0,3 4 0,1 9 0,8-4 0,4 8 0,5 0 0,12 0 0,-2 6 0,8 0 0,1-3 0,3-1 0,3 4 0,4 0 0,4-1 0,8-5 0,9 2 0,6 2 0,6 2 0,-1-2 0,7-2 0,1-2 0,-1 0-193,1 0 0,-2-2 193,3-4 0,3 2 0,-4-7 0,6-3 0,6-1 0,-10-2 0,4 0 0,-9 0 0,3-1 0,-4-5 0,10 0 0,-9 1 0,9 4 0,-12 1 0,1 0 0,-10 2 0,-4 1 0,-3 5 0,-9 1 0,1 2 0,-10 6 0,10 0 0,2 0 0,7 0 0,10 0 0,-4 2 0,3 4 0,-3-4 0,10 6 0,-4-3 0,-2 1 0,-6 0 0,0-6 0,2 0 0,9 0 0,-5 0 0,0 0 0,-2 0 0,-10 0 0,3 0 0,-7 0 0,1-2 0,-5-4 0,-6 4 0,2-4 0,3-1 0,10 1 0,-3-5 0,8 5 0,-6-6 0,7 7 0,1-9 0,5 5 0,1-3 0,-4 1 0,-4 1 0,0-1 0,4-3 0,-4 9 0,4-7 0,2 7 0,-6-3 0,0 2 0,-5 4 0,3-5 0,-2 1 0,-4 0 0,-1 0 0,-2 6 0,-1 0 193,1 0 0,-1 0-193,1 0 0,7 6 0,4 0 0,10 5 0,2-3 0,-1 0 0,3-1 0,-1 5 0,5-7 0,8 9-215,-3-3 1,-3-1 214,-9 1 0,-11-5 0,-5 6 0,-5-7 0,-3 5 0,-4-3 0,-6-3 0,-4-2 0,-1-2 0,-1 6 0,1 0 0,-3-1 0,-3-5 0,1 2 0,-5 2 0,2 2 0,-12 5 0,1-3 0,-7 2 0,3 1 214,-7 6 1,1 6-215,-6 0 0,0 8 0,0-3 0,-2 5 0,-4 1 0,-1 8 0,-7 2 0,3 2 0,-2 0 0,-3 2 0,-1 9 0,0 4 0,0 8 0,-1-1-118,1 1 0,0 0 118,0 0 0,5 3 0,3-3 0,1-8 0,4-5 0,2-7 0,2-3 0,-5 2 0,-1-8 0,0 6 0,6-6 0,0-2 0,0-9 0,-6 3 0,1-5 0,1 0 0,-4-2 118,2-8 0,1-6-118,5 1 0,-8-8 0,-1 3 0,-11-1 0,-3 0 0,1 0 0,-11-6 0,-5 0 0,-4 0 0,-4 0 0,-6 0 0,-7 0 0,-4 0 0,-4 0 0,-2 0 0,-5 0-135,-1 0 1,-3 0 134,9 0 0,-4 0 0,10 0 0,-4 0 0,-2 0 0,0-2 0,1-4 0,-11 4 0,-7-4 0,-6-1-186,44 4 1,-1 0-1,-3-1 1,1 0 185,-1 1 0,0 0 0,-3 2 0,-3 1 0,-5-3 0,0 0 0,6 1 0,0 0 0,-1-1 0,1 0 0,6 2 0,2 0 0,-42-4 0,1 3-200,-2 2 0,12 0 200,-1 0 0,3-2 0,3-4 0,-1 2 0,3-5 0,-3-1 0,-3 1 0,-3 5 0,-10-2 0,44 4 0,-1 0 0,-6-1 0,1 1 0,-44 0 0,49-1 0,1 0 0,-44 1 0,0 2 0,4 0 0,-2 0 0,8 0 0,8 0 0,5 0-42,6 0 1,2 0 41,3 0 0,-1 6 0,-4-1 0,-10 1 0,4-6 0,-11 6 0,0 2 0,-3-1 0,3 1 0,6 3 0,11-5 0,-2 2 0,7-3 0,1-3 0,5 4 0,6-4 59,0-2 0,8 0 0,-2 0 0,4 0-59,1 0 0,3 0 361,3 0 0,-3 0-361,3 0 0,2 0 0,0 0 0,1 0 220,-1 0 0,-2 0-220,-5 0 0,-3 0 48,-3 0 0,2 0-48,-8 0 0,2 6 0,-2-1 0,4 7 0,10-6 0,3-3 0,6-1 0,2-2 0,-2 0 0,4 0 0,-4 0 0,4 0 0,2 0 0,-1 0 0,1 0 0,0 0 0,-2 0 0,-2 0 0,-2 0 0,-8 0 0,3 0 0,1 0 0,-2 0 0,8 0 0,-2 0 0,4 0 0,2 0 0,7 0 0,3 0 0,7 0 0,0 0 0,7 0 0,-5 0 0,6 0 0,-8 0 0,0-2 0,0-3 0,0 3 0,0-14 0,0 5 0,0 1 0,0-1 0,0 5 0,0-5 0,-6-1 0,0-5 0,1-2 0,5-4 0,-6-4 0,-2-7 0,-1 0 0,-5-1 0,5-5 0,-3 0 0,3-6 0,-3 6 0,-1 0 0,7 6 0,-1 1 0,1 4 0,4-1 0,-4 7 0,4 0 0,2 13 0,2 5 0,4 10 0,3 13 0,9 10 0,-1 12 0,0-3 0,0 5 0</inkml:trace>
  <inkml:trace contextRef="#ctx0" brushRef="#br0" timeOffset="105">18258 14305 8912,'-26'-8'0,"3"-3"0,2-3 0,0 3 0,-2 5 0,0 4 0,6 2 0,-1 0 0,1 0 0,0 2 0,0 4 0,1 5 0,5 5 0,-4 6 0,5 3 0,-1 2 0,-1 4 0,6 1 0,-5 2 0,5 7 0,-3 1 0,1 0 0,4 0 0,2-2 0,2-6 0,8-1 0,3-5 0,7-3 0,3-10 0,3-3 0,3-6 0,8-5 0,5-1 0,8-9 0,-3-8 0,3-8 0,-2-9 0,-4-1 0,-7 1 0,-3-3 0,-3-3 0,-12 4 0,-11-4 0,-4 4 0,-4 1 0,-6 1 0,-9-1 0,-8 1 0,-9 0 0,-6 7 0,-1 4 0,1 6 0,6 5 0,-1-1 0,1 7 0,5 8 0,2 10 0,3 3 0,3 2 0,9 8 0,6 4 0,4-5 0,2-1 0,8-4 0,2-1 0</inkml:trace>
  <inkml:trace contextRef="#ctx0" brushRef="#br0" timeOffset="106">18017 14649 8912,'-17'-8'0,"6"-2"0,-1-7 0,1 0 0,1 0 0,8 2 0,12 3 0,11-3 0,19 3 0,4-1 0,8 1 0,1-3 0,5 4 0,-5-3 0,5 1 0,-5 2 0,-1-3 0,-8 6 0,5-14 0,-5 2 0</inkml:trace>
  <inkml:trace contextRef="#ctx0" brushRef="#br0" timeOffset="107">19050 14356 8912,'-17'0'0,"0"0"0,-1 0 0,1 0 0,2 2 0,3 4 0,-3 3 0,4 9 0,3-1 0,2 0 0,4 2 0,2 4 0,0-4 0,2 6 0,4-2 0,5 0 0,10 0 0,2-6 0,8-2 0,-2-3 0,-3-5 0,3-7 0,0 0 0,5 0 0,-5-7 0,-2-5 0,-1-5 0,1-6 0,-6 4 0,2-4 0,0-2 0,-6 2 0,4-5 0,-9 5 0,3-2 0,2 2 0,-5 10 0,-1-5 0,-7 13 0,10-1 0,-9 12 0,1 3 0,-6 8 0,6 3 0,-1 2 0,1-2 0,-6 3 0,0 1 0,0-1 0,0 2 0,0-4 0,0 2 0,0-2 0,-7 4 0,-5-2 0,-11 0 0,-6-6 0,-3-8 0,-10-1 0,-2-8 0</inkml:trace>
  <inkml:trace contextRef="#ctx0" brushRef="#br0" timeOffset="108">19084 14270 8912,'0'-23'0,"2"0"0,4 2 0,-2 10 0,7 5 0,1 4 0,5 2 0,8 2 0,4 4 0,3-4 0,10 21 0,2-4 0</inkml:trace>
  <inkml:trace contextRef="#ctx0" brushRef="#br0" timeOffset="109">20186 14408 8912,'-10'-2'0,"4"-4"0,3 4 0,-3-3 0,4 10 0,-4 7 0,4 3 0,2 2 0,0 8 0,0 4 0,8 9 0,3 4 0,5 2 0,1 4 0,-2-1 0,-3-1 0,1 2 0,-7-8 0,5 0 0,-5-5 0,-2-7 0,-10 1 0,-3-8 0,-11 2 0,-2-4 0,-7-2 0,-4-2 0,-1-3 0,0 1 0,-1-7 0,1 0 0,-1-6 0,9-10 0,3-7 0,3-15 0,3-12 0</inkml:trace>
  <inkml:trace contextRef="#ctx0" brushRef="#br0" timeOffset="110">20014 14253 8912,'5'-11'0,"1"-1"0,6 1 0,-5-5 0,3 5 0,-4 3 0,5 8 0,1 2 0,5 4 0,8 4 0,3 7 0,7-6 0,5 1 0,4-1 0,7 6 0</inkml:trace>
  <inkml:trace contextRef="#ctx0" brushRef="#br0" timeOffset="111">20599 14408 8912,'-12'6'0,"1"-1"0,7 3 0,-2-2 0,-1-2 0,1 7 0,-6 0 0,7 7 0,-1-1 0,6 0 0,0 2 0,0 2 0,0 2 0,0-2 0,8-2 0,3-2 0,4-5 0,3-1 0,-1-7 0,0 2 0,0-4 0,0-2 0,6-6 0,0 0 0,0-13 0,-6 2 0,6-12 0,2 1 0,0-5 0,0-1 0,-2-1 0,-6 1 0,0 2 0,1 3 0,-1 4 0,0 8 0,-7 0 0,-3 7 0,-7 12 0,0 15 0,0 2 0,0 10 0,0 2 0,0 1 0,6-3 0,0-1 0,7-7 0,-2 2 0,11-4 0,0-1 0,9-3 0,-2-4 0,-2-3 0,1-8 0,-1 0 0,4-2 0,-5-4 0,-1-5 0,4-10 0,-6-2 0,0-6 0,-6 6 0,-2-7 0,-3 1 0,1-3 0,-7-3 0,0 9 0,-6 1 0,0 0 0,0 6 0,0 2 0,0 11 0,0 12 0,0 5 0,0 12 0,0 6 0,0-1 0,0 5 0,0 3 0,0 0 0,5 1 0,1-3 0,7 0 0,-1 1 0,-3 3 0,3-4 0,-8 3 0,2-14 0,1 5 0,-1-5 0,-2-2 0,-10-7 0,-7-5 0,-8-1 0,0-3 0,-8-5 0,2 0 0,-2 0 0,-1 0 0,7 0 0,-6-5 0,6-1 0,2-7 0,10 1 0,-3-11 0,9-5 0,-1-5 0,6-1 0</inkml:trace>
  <inkml:trace contextRef="#ctx0" brushRef="#br0" timeOffset="112">21907 14047 8912,'0'-10'0,"0"5"0,0 10 0,0 9 0,0 14 0,0 3 0,0 15 0,0 0 0,0 5 0,0-1 0,0-4 0,7 9 0,5-3 0,1 1 0,-1 1 0,3-9 0,-4 1 0,5-6 0,1 6 0,-8-9 0,-3-3 0,4-15 0,-8-11 0,5-8 0</inkml:trace>
  <inkml:trace contextRef="#ctx0" brushRef="#br0" timeOffset="113">21855 14425 8912,'-8'-17'0,"6"0"0,-5 5 0,7 1 0,17 7 0,12-2 0,20-1 0,20 1 0,17-8 0,-34 9 0,1 1 0,7-2 0,1 0 0,7 1 0,0-1-362,-7 1 1,0-1 0,3-6 0,-2-1 0,-10-1 0,-1 1 0</inkml:trace>
  <inkml:trace contextRef="#ctx0" brushRef="#br0" timeOffset="114">23696 14167 8912,'0'-27'0,"-2"4"0,-1 4 0,-5 2 0,-2 0 0,-1 0 0,1 0 0,-5 1 0,2 5 0,-6 5 0,-4 4 0,-2 2 0,2 0 0,4 8 0,-4 3 0,-2 12 0,2 4 0,2 2 0,2-1 0,9 1 0,5 5 0,3-5 0,2 0 0,0-1 0,0-1 0,7 4 0,5-8 0,11 1 0,5-1 0,5-4 0,1 4 0,1 2 0,-1-2 0,1 0 0,-3-6 0,-1 0 0,-3 1 0,-9-1 0,-1 0 0,-7 0 0,-5 0 0,-6-5 0,0-1 0,-14-5 0,-9 5 0,-7-5 0,1 6 0,-5-9 0,-6 3 0,3-4 0,-3-2 0,10 0 0,1 0 0,0 0 0,2 0 0,5-2 0,10-4 0,4-9 0,8-8 0,4-7 0,8 1 0,-1-11 0,14-4 0</inkml:trace>
  <inkml:trace contextRef="#ctx0" brushRef="#br0" timeOffset="115">24109 13944 8912,'0'-18'0,"0"1"0,0 8 0,0 1 0,-5 18 0,-1 7 0,0 10 0,6 13 0,0-2 0,0 8 0,0 1 0,0 3 0,0 2 0,0-1 0,6 1 0,0-1 0,7 1 0,-2 0 0,-3-7 0,-2 1 0,-4-9 0,-2-3 0,0-7 0,-16-2 0,-3 1 0</inkml:trace>
  <inkml:trace contextRef="#ctx0" brushRef="#br0" timeOffset="116">23920 14425 8912,'8'-17'0,"-4"0"0,7-1 0,0 3 0,7 4 0,1-5 0,4 5 0,4 3 0,9 3 0,4 3 0,6 2 0,4-6 0,1 0 0,1-5 0,-1 5 0,9-7 0,1 3 0</inkml:trace>
  <inkml:trace contextRef="#ctx0" brushRef="#br0" timeOffset="117">24574 14288 8912,'-34'11'0,"-1"0"0,1 1 0,-1 5 0,1 8 0,-1 4 0,9 1 0,3-1 0,6 1 0,5-7 0,4 8 0,8-12 0,2 4 0,4-12 0,7-5 0,9-4 0,-1-10 0,7-3 0,1-6 0,5-6 0,1-4 0,-1-7 0,1-1 0,-1 1 0,-5-1 0,-1 1 0,-1-8 0,2-4 0,1 2 0,-7-2 0,-2-1 0,-7-11 0,-5-1 0,-1 4 0,-2 1 0,-6 20 0,-2 3 0,-4 14 0,-5 8 0,-12 3 0,4 19 0,-4 10 0,3 15 0,3 8 0,2 10 0,3 1 0,5 2 0,7-2 0,2-3 0,3 5 0,9-3 0,7-5 0,8 4 0,11-9 0,9-4 0,9-2-228,7-11 0,-12-12 1,7-9-1</inkml:trace>
  <inkml:trace contextRef="#ctx0" brushRef="#br0" timeOffset="118">25813 14167 8912,'-11'-17'0,"-1"2"0,1 1 0,-1 5 0,1 1 0,7 12 0,-4 11 0,1 6 0,5 10 0,-4-4 0,4 1 0,2 1 0,0-6 0,0 4 0,0-3 0,0-3 0,-2-2 0,-4-1 0,4-1 0,-3 0 0,3-7 0,2-3 0,0-7 0,0-7 0,0-5 0,0-5 0,0-6 0,2 2 0,3-8 0,-1 1 0,8-7 0,-7 1 0,7 0 0,-6 7 0,5 4 0,-5 4 0,5 2 0,-5 1 0,6 5 0,1 5 0,-4 6 0,3 6 0,-6 11 0,5 12 0,-1 3 0,1 3 0,3-1 0,-9 0 0,9 1 0,-3-1 0,3-1 0,-3-5 0,2-3 0,-5-8 0,0 0 0,-1 1 0,5-7 0,-6 1 0,1-9 0,-1 3 0,-4-6 0,4-6 0,3-5 0,3-12 0,-3 2 0,3-8 0,-1-1 0,6-10 0,-1 3 0,-5-3 0,4 4 0,-5 3 0,1 3 0,1 1 0,-6 10 0,5 2 0,-7 7 0,4 12 0,-8 4 0,2 9 0,3 8 0,-3 8 0,4-3 0,3 3 0,3-2 0,1 1 0,1-7 0,-3-2 0,3-2 0,5-2 0,-2 1 0,10-9 0,-10-3 0,-2-4 0,-3-2 0,-1 0 0,6 0 0,1-6 0,-1 0 0,0-13 0,-2 2 0,-1-4 0,-3-4 0,-1 0 0,1-3 0,3-3 0,-9 8 0,9-7 0,-12 3 0,5 8 0,-7 4 0,0 16 0,0 5 0,-6 4 0,1 9 0,1 2 0,2 2 0,2 0 0,0-6 0,2 0 0,4 0 0,-3-5 0,9-1 0,-1-7 0,7 2 0,-1-4 0,0-2 0,0 0 0,0 0 0,1-8 0,-1-3 0,0-5 0,0-1 0,0 0 0,1 0 0,-7 5 0,1 1 0,-9-1 0,5 3 0,0 1 0,-6 16 0,3 3 0,-1 10 0,2 2 0,-2 6 0,7-6 0,3 0 0,1 2 0,4-6 0,4 4 0,2-6 0,4-6 0,1 3 0,-7-9 0,2 1 0,-2-6 0,-4-8 0,6-9 0,-8-10 0</inkml:trace>
  <inkml:trace contextRef="#ctx0" brushRef="#br0" timeOffset="119">27138 13703 8912,'-15'-8'0,"1"-1"0,5-3 0,1 1 0,-5 7 0,11-7 0,-4 11 0,4 11 0,2 18 0,6 5 0,0 6 0,-1 10 0,-5 7 0,6 6 0,0-6 0,2 8 0,-3-2 0,3-1 0,3 1 0,5-14 0,-5 3 0,-1-18 0,1-1 0,3-6 0,1-12 0,2-11 0,0-16 0,6-1 0,0-16 0,0-7 0,2-8 0,2-8 0</inkml:trace>
  <inkml:trace contextRef="#ctx0" brushRef="#br0" timeOffset="120">27551 13600 8912,'-17'-17'0,"0"1"0,-1 5 0,1 3 0,0 8 0,0 4 0,0 7 0,-1 9 0,1 14 0,0 8 0,0 4 0,1 4 0,5 1 0,3 6 0,8 1 0,4 1 0,6-4 0,9 3 0,6-3 0,3-9 0,7-6 0,-3-11 0,-3-6 0,2-4 0,-8-2 0,0-8 0,-12-1 0,0-8 0,-7-8 0,2-3 0,-4-12 0,-2-6 0,0-3 0,0-2 0,0 1 0,0 4 0,0-1 0,0 7 0,0 2 0,0 2 0,0 2 0,0 5 0,0 1 0,0 7 0,6 4 0,-1 11 0,1 12 0,-6 6 0,6-2 0,0 1 0,5 1 0,-5 5 0,7-1 0,-1-5 0,3-5 0,2-3 0,2-5 0,4-4 0,-4-3 0,14-8 0,-6 0 0</inkml:trace>
  <inkml:trace contextRef="#ctx0" brushRef="#br0" timeOffset="121">27861 13634 8912,'-27'0'0,"-4"0"0,9 0 0,-3 8 0,2 3 0,4 5 0,-2 3 0,7 4 0,8-4 0,12 4 0,9-4 0,8-2 0,8-2 0,-2-3 0,3-5 0,3-7 0,-9 0 0,-3 0 0,-4 0 0,-3-7 0,-5-5 0,-5-3 0,-6 5 0,-6 5 0,-5 3 0,-12 2 0,4-8 0,-21 6 0,3-5 0</inkml:trace>
  <inkml:trace contextRef="#ctx0" brushRef="#br0" timeOffset="122">27241 14253 8912,'-25'-8'0,"12"5"0,-4-9 0,11 1 0,0-6 0,4-1 0,12 1 0,7 0 0,16-2 0,13-4 0,5 8 0,7-6 0,5 2 0,4 5 0,3-3 0,5 6 0,-4-3 0,3 3 0,-13-5 0,-9 5-82,-8-4 1,-9-10 0,-1-2-1</inkml:trace>
  <inkml:trace contextRef="#ctx0" brushRef="#br0" timeOffset="123">28033 13892 8912,'0'-9'0,"0"-7"0,0 14 0,0 2 0,0 12 0,0 11 0,0 5 0,0 12 0,0 6 0,0 4 0,0 2 0,2-1 0,2 3 0,1 3 0,1-4 0,-6 7 0,0-11 0,0-3 0,0-4 0,0-7 0,-2-1 0,-2-2 0,-1-3 0,-3-12 0,2-11 0,4-4 0,-13-17 0,6-4 0</inkml:trace>
  <inkml:trace contextRef="#ctx0" brushRef="#br0" timeOffset="124">28067 14012 8912,'0'-17'0,"0"0"0,0 0 0,0 7 0,2 3 0,4 7 0,4 0 0,7 0 0,0 7 0,0 5 0,0 3 0,1 2 0,-1 0 0,0 1 0,-2 5 0,-3-1 0,-6-1 0,-5-1 0,-1-3 0,0 0 0,-7 6 0,-5 0 0,-3-2 0,-2-10 0,-8 5 0,-4-5 0,3 2 0,-3-1 0,2 1 0,-2-7 0,5 0 0,6-6 0,7 0 0,-1 0 0,9-10 0,-1-5 0,8-6 0,5-17 0,8 1 0</inkml:trace>
  <inkml:trace contextRef="#ctx0" brushRef="#br0" timeOffset="125">28532 13462 8912,'-10'-23'0,"5"0"0,-5 0 0,2 16 0,-3 7 0,-2 15 0,7 14 0,-6 5 0,7 6 0,-7 6 0,6 11 0,-5-1 0,5 7 0,-5-6 0,5 6 0,2 2 0,2 2 0,2-6 0,0-4 0,2-11 0,4-6 0,5-5 0,12-7 0,-4-10 0,4-13 0,4-3 0,2-2 0,3-7 0,3-5 0,-3-5 0,-1-6 0,-4-6 0,-2-3 0,3-4 0,-5-4 0,-2 3 0,-9-3 0,-5 4 0,-7 1 0,0 9 0,0 3 0,-7 11 0,-5 7 0,-3 5 0,-2 5 0,-6 7 0,-2 11 0,0 7 0,0 8 0,2 1 0,6 7 0,7-6 0,5 5 0,3-6 0,2 1 0,15-4 0,8-1 0,23-11 0,11-6 0,18-9 0,11-9-273,-36 1 0,1-2 1,5-9-1,1-3 0,3-1 1,1 0-1</inkml:trace>
  <inkml:trace contextRef="#ctx0" brushRef="#br0" timeOffset="126">29823 13497 8912,'-18'-33'0,"1"4"0,2 7 0,3 6 0,7 11 0,3 10 0,2 22 0,0 9 0,0 8 0,0 10 0,0-1 0,0 8 0,0 1 0,0-1 0,0 0 0,0 2 0,2 2 0,2-8 0,3-3 0,3-7 0,1-12 0,6-12 0,1-6 0,-1-6 0,6-5 0,0-12 0,5-9 0,-3-12 0,0-3 0,0-7 0,-2-3 0,-6 0 0,-2-4 0,-3-7 0,1 7 0,-7 4 0,0 9 0,-6 2 0,0 16 0,0-2 0,0 19 0,0 7 0,0 12 0,0 9 0,0 9 0,0-3 0,0 8 0,2-8 0,1 2 0,5-4 0,2-1 0,3-11 0,10-6 0,-4-7 0,4-5 0,2-6 0,-2 0 0,0-15 0,-6-20 0,0-9 0</inkml:trace>
  <inkml:trace contextRef="#ctx0" brushRef="#br0" timeOffset="127">30201 13393 8912,'-34'0'0,"-1"0"0,1 8 0,0 4 0,1-1 0,4 6 0,-1-3 0,7 9 0,6-10 0,5-2 0,8-7 0,-1 10 0,10-9 0,11 1 0,7-6 0,5-6 0,-3-1 0,2-3 0,3-3 0,-5-1 0,-2 3 0,-4 3 0,-1 8 0,-1 2 0,0 4 0,0 3 0,0 9 0</inkml:trace>
  <inkml:trace contextRef="#ctx0" brushRef="#br0" timeOffset="128">30322 13944 8912,'-18'0'0,"1"0"0,0 0 0,6-2 0,-1-4 0,6 4 0,-5-2 0,-2 8 0,5 0 0,2 7 0,2 1 0,-1 5 0,3 0 0,-4 0 0,-2 1 0,3-1 0,-1 0 0,6 0 0,0-7 0,0-3 0,0-28 0,0-7 0,0-7 0,2-1 0,3 2 0,5-6 0,7-1 0,0 3 0,1 10 0,-1-3 0,0 8 0,0 0 0,0 6 0,1 7 0,-1 5 0,0 5 0,0 5 0,-1 13 0,-5 10 0,2 5 0,-7 1 0,8 6 0,-5 0 0,3-1 0,-1-3 0,1-4 0,5-3 0,0-4 0,0-8 0,6-7 0,0-5 0,2-3 0,-2-2 0,-2-9 0,8-9 0,-8-1 0,2-9 0,-4-1 0,-2-5 0,0 3 0,-2 1 0,-3-3 0,-6 2 0,-4 9 0,-2-1 0,-2 4 0,-4 1 0,-6 9 0,-11 3 0,2 6 0,-7 6 0,5 9 0,-6 8 0,2 8 0,-1-3 0,5 5 0,11 1 0,-1-5 0,7-1 0,0-1 0,6 4 0,4-5 0,8-1 0,9-8 0,19-5 0,-2-8 0,8 1 0,0-10 0,6-7 0,-7-5 0,1-6 0,-2 2 0,2-8 0,-4 1 0,-7-7 0,-3 7 0,-3-1 0,-8 0 0,-8 3 0,1 1 0,-9 8 0,-1 7 0,-10 4 0,-3 5 0,-8 1 0,-8 1 0,-4 5 0,2 9 0,-1 8 0,7 8 0,-2-2 0,6-3 0,5 3 0,-1-6 0,7 6 0,-6-8 0,7 2 0,1-4 0,2-2 0,2-6 0,0 1 0,0-8 0,8 3 0,3-7 0,4 0 0,3 0 0,-1-7 0,0-5 0,0-3 0,0-2 0,1-1 0,-3 1 0,-4 0 0,3 6 0,-8-1 0,5 1 0,-5-7 0,1 7 0,-1 0 0,-4 7 0,13-4 0,-11 2 0,8 1 0,-1-1 0,6 6 0,1 0 0,-7 2 0,0 2 0,3 1 0,1-1 0,2 0 0,1 2 0,-1-4 0,0 3 0,0-3 0,0-2 0,1 0 0,-1 0 0,0 0 0,0 0 0,0-7 0,1-3 0</inkml:trace>
  <inkml:trace contextRef="#ctx0" brushRef="#br0" timeOffset="129">31440 13789 8912,'-9'-8'0,"-5"4"0,9-7 0,-1 7 0,6-11 0,7 15 0,5 0 0,3 9 0,2 14 0,-5-2 0,-1 8 0,-1 0 0,1 5 0,-1 0 0,-6 1 0,2-3 0,-3-3 0,-1 2 0,-2-9 0,0 1 0,2-7 0,4-5 0,-2-13 0,7-15 0,1-10 0,5-13 0,8-4 0,3-7 0,1-1 0,6 0 0,-5 3 0,10 3 0,4-2 0,0 8 0,-2 4 0,-7 5 0,7-1 0,-6 5 0</inkml:trace>
  <inkml:trace contextRef="#ctx0" brushRef="#br0" timeOffset="130">28067 14992 8912,'0'25'0,"8"8"0,3 9 0,5 2 0,1 3 0,0 11 0,0 3 0,1 0 0,-3-6 0,-4-7 0,-5-8 0,-4-11 0,-2-6 0,0-15 0,0-14 0,0-13 0,0-21 0,0-6 0,0-4 0,0-7 0,0-1 0,8 7 0,3 5 0,6 8 0,6-2 0,-2 5 0,8 7 0,2 5 0,1 4 0,3 9 0,-1 4 0,0 6 0,1 6 0,-7 9 0,1 8 0,-14 2 0,3-2 0,-7-2 0,1 8 0,1-8 0,-7 2 0,5-10 0,-5-2 0,5-5 0,-5 6 0,8-9 0,-3 3 0,4-4 0,2-10 0,1-3 0,1-6 0,4-6 0,-4 4 0,4-4 0,-4-2 0,-2 2 0,-5-7 0,-1 1 0,-7 4 0,2 2 0,-6 4 0,-6 2 0,0 2 0,-11 3 0,4 4 0,-10 8 0,4 8 0,1 4 0,-5 5 0,0 6 0,2 5 0,2 5 0,8 1 0,-1 1 0,9-1 0,-3 0 0,4-7 0,2-4 0,13 0 0,4-6 0,12 2 0,0-13 0,5 0 0,6-6 0,-1-14 0,7-3 0,-8-12 0,2 1 0,-6 1 0,-3-2 0,-6 1 0,-6 1 0,0-4 0,-13 9 0,7-1 0,-11 5 0,6 9 0,-14 3 0,0 12 0,0 11 0,6 12 0,0 5 0,0 6 0,0 0 0,0 10 0,0 5 0,0 5 0,0 6 0,0 3 0,0 4 0,0-10 0,-7 2 0,-5-2 0,-3-6 0,-2-11 0,-8 0 0,-4-12 0,3 1 0,-3-18 0,0 2 0,-3-13 0,3-4 0,6-6 0,4-8 0,2-11 0,7-3 0,4-9 0,5-7 0,1-4 0,7 2 0,5-1 0,11-5 0,5-2 0,5-3 0,1 9 0,1-4 0,1-1 0,4-1 0,6 1 0,-2 5 0,2 0 0,-8 8 0,2-2 0,-5 3 0,-7 3 0,-9 7 0,-7 4 0,-8 4 0,3 10 0,-7 1 0,0 8 0,-5 8 0,-1 3 0,2 4 0,2 3 0,2-1 0,0-4 0,0 4 0,0-9 0,0 9 0,0-3 0,0 3 0,8 0 0,1 0 0,3 0 0,-1 1 0,1-1 0,5 0 0,0-6 0,0 1 0,1-1 0,-1 7 0,0-3 0,0-4 0,-5 5 0,-1-5 0,1 4 0,5-3 0,0-1 0,-5-7 0,-1 2 0,1-4 0,5-2 0,0-8 0,0-3 0,-2-7 0,-1-3 0,-3-3 0,3-3 0,-5 4 0,3-6 0,-8 2 0,1-1 0,-3 3 0,-2 8 0,0 0 0,-7 7 0,-5 4 0,-3 6 0,-2 6 0,-1 5 0,1 12 0,0 4 0,0 8 0,5 5 0,3 0 0,1-2 0,4-2 0,2-7 0,2 0 0,4-5 0,8-1 0,-1-2 0,12-15 0,4 0 0,2-6 0,3-10 0,2-7 0,7-4 0,-1-13 0,0 3 0,-6-9 0,-1 4 0,-5 1 0,3 1 0,-8 0 0,0-1 0,-8 1 0,-3 1 0,-7 5 0,-3 3 0,-2 8 0,0-1 0,-2 9 0,-3 3 0,-3 6 0,-3 6 0,3 3 0,8 9 0,0 5 0,0 1 0,0 1 0,0 0 0,0 0 0,0-2 0,6 2 0,-1 3 0,7 3 0,-6-8 0,5 2 0,-5-2 0,5-4 0,-5 4 0,-2-4 0,-2-2 0,-2 0 0,0 0 0,0-5 0,0-1 0,-2-5 0,-4 5 0,-3-7 0,-3 2 0,3-12 0,1-5 0,4-5 0,2-8 0,-5-11 0,-3-9 0</inkml:trace>
  <inkml:trace contextRef="#ctx0" brushRef="#br0" timeOffset="131">30408 14958 8912,'0'-17'0,"-6"0"0,0-1 0,-7 9 0,3 1 0,-7 8 0,6 8 0,-1 3 0,8 7 0,-1 4 0,3-1 0,2 8 0,0-6 0,0 6 0,0-6 0,0 5 0,0-5 0,0 6 0,0-8 0,0 2 0,0-4 0,0-2 0,7 0 0,5 1 0,3-1 0,2 0 0,1-6 0,-1 1 0,6-3 0,0 3 0,0 1 0,-6-7 0,0 5 0,0-5 0,-2 8 0,-3-3 0,-4-1 0,-10 1 0,-4 2 0,-6 1 0,-10-3 0,1 4 0,-8-3 0,2-3 0,-2 3 0,5-8 0,6 1 0,1-3 0,0-2 0,2-2 0,3-3 0,-3-12 0,5-10 0</inkml:trace>
  <inkml:trace contextRef="#ctx0" brushRef="#br0" timeOffset="132">30924 15078 8912,'0'-17'0,"-2"-4"0,-4 4 0,4-4 0,-7 19 0,5-2 0,-2 8 0,2 8 0,3 10 0,1 7 0,0 5 0,0 7 0,0-5 0,0 4 0,5-4 0,1-1 0,7-1 0,-1 0 0,-3-7 0,3-4 0,-1-4 0,7-3 0,1-5 0,4-5 0,-4-4 0,4-2 0,-2-10 0,2-7 0,-4-2 0,4-10 0,-2 0 0,2-5 0,-6 0 0,0-1 0,0 1 0,-5 0 0,-4-1 0,-3 3 0,-3 3 0,-2 6 0,-2 4 0,-3 2 0,-7 7 0,-11 5 0,2 5 0,-8 5 0,6 11 0,-5 6 0,7 9 0,-2-2 0,4-3 0,1 3 0,3-8 0,4 2 0,-3-4 0,9-2 0,1 1 0,2-1 0,9-8 0,5-3 0,3-4 0,2-2 0,8-8 0,4-3 0,-2-4 0,1-3 0,1 1 0,7 0 0,1 0 0,-3 0 0,4-1 0,-9 1 0,-2 6 0,2-1 0,-8 3 0,2-3 0,3 5 0,-7 7 0,4 0 0,-5 1 0,-7 5 0,-5 6 0,-2 3 0,1 2 0,-3 6 0,4 0 0,-4 0 0,-2-6 0,0 0 0,0 1 0,0-1 0,0 0 0,0 0 0,0-5 0,0-1 0,0-7 0,0-4 0,0-12 0,0-3 0,0-2 0,2-8 0,4-4 0,3-3 0,8-2 0,1 1 0,-1 4 0,0-3 0,0 3 0,6 4 0,0 3 0,6 2 0,-6 3 0,7 8 0,-1 3 0,-2 4 0,1 2 0,-7 2 0,2 4 0,-3 9 0,-5 8 0,-2 0 0,-1 2 0,-9-4 0,3 7 0,2-7 0,-2 2 0,-1-4 0,-5-1 0,0-1 0,0 0 0,-5-6 0,-1 1 0,-8-3 0,3 3 0,-4-4 0,-10-16 0,-2-2 0</inkml:trace>
  <inkml:trace contextRef="#ctx0" brushRef="#br0" timeOffset="133">31113 14597 8912,'-61'0'0,"9"0"0,12 0 0,12 0 0,14 0 0,20 0 0,11 0 0,18 0 0,5-6 0,0 1 0,0-9 0,-6 3 0,-7 1 0,-4 1 0,-4-1 0,-1 0 0,-3 5 0,-4-7 0,-3 8 0,-16-18 0,-1 2 0</inkml:trace>
  <inkml:trace contextRef="#ctx0" brushRef="#br0" timeOffset="134">17604 16884 8912,'-17'-12'0,"0"1"0,6-1 0,-1-5 0,6 0 0,-5 2 0,-2 3 0,3 5 0,-3 7 0,-7 0 0,3 13 0,-6 6 0,4 6 0,2 5 0,-2 5 0,-2 5 0,-2 8 0,2 7 0,2 6 0,2 8 0,1 2 0,3 5 0,3 8 0,3 6 0,3 0 0,10-10 0,5-11 0,12-12 0,9-11 0,9-6 0,6-19 0,-1-10 0,4-9 0,2-7 0,-1-13 0,1-12 0,-2-8 0,-5-8 0,3-12 0,-8-5 0,-1 0 0,-11-5 0,-3 10 0,-8-5 0,-7 2 0,-4 4 0,-14-6 0,-9 5 0,-10-5 0,-13 6 0,2-6 0,-6 4 0,2 2 0,3 3 0,5 14 0,5 17 0,4 12 0,8 5 0,-6 12 0,0 5 0,6 14 0,6 9 0,7 3 0,-2 8 0,-2-1 0,5 2 0,5-6 0,7-3 0,6-5 0,3-3 0,6 3 0,3-5 0</inkml:trace>
  <inkml:trace contextRef="#ctx0" brushRef="#br0" timeOffset="135">17226 17468 8912,'-25'10'0,"6"-3"0,-4-7 0,11 2 0,5 2 0,-1 2 0,8 0 0,0-6 0,10 0 0,13 0 0,11-2 0,12-2 0,4-4 0,1-1 0,7-3 0,-1-5 0,-1 0 0,-11 0 0,9-1 0,-8 1 0,0 6 0,-12-1 0,4 1 0,-3-6 0,3 5 0,-9 1 0,-4 1 0,-2-1 0,3-12 0,1 4 0</inkml:trace>
  <inkml:trace contextRef="#ctx0" brushRef="#br0" timeOffset="136">18912 17021 8912,'-17'-9'0,"6"-7"0,-1 5 0,8 3 0,4 1 0,12 5 0,5-2 0,6-2 0,4 0 0,7 6 0,2-5 0,5-1 0,-5-2 0,4 5 0,-2-3 0,3 2 0,-5 2 0,4 2 0,-11-8 0,-4-1 0</inkml:trace>
  <inkml:trace contextRef="#ctx0" brushRef="#br0" timeOffset="137">18998 17399 8912,'-17'0'0,"0"0"0,0 0 0,0 0 0,7 0 0,6 0 0,16 0 0,9-1 0,19-5 0,4-9 0,7-8 0,1 0 0,0 5 0,1-1 0,5-4 0,-13 4 0,5-5 0,-15 6 0</inkml:trace>
  <inkml:trace contextRef="#ctx0" brushRef="#br0" timeOffset="138">21476 16523 8912,'0'-8'0,"0"8"0,8 10 0,4 12 0,5 13 0,4 15 0,4 9 0,1 9 0,3 13 0,4-3 0,-3 2 0,-1 1 0,-8-18 0,2-4 0,-4-13 0,-2-10 0,-7 0 0,-5-13 0,5-8 0,-6-9 0,5-12 0,-1-5 0,5-20 0,-3-5 0</inkml:trace>
  <inkml:trace contextRef="#ctx0" brushRef="#br0" timeOffset="139">21889 16591 8912,'-28'2'0,"-1"4"0,-2 5 0,-1 5 0,-4 11 0,-5 7 0,5 2 0,-4 10 0,4 6 0,1 5 0,3 0 0,3 2 0,4-13 0,8 0 0,6-8 0,-1-3 0,8-8 0,-2-5 0,5-8 0,1-3 0,0-7 0,2 2 0,3-12 0,7-5 0,3-5 0,2-16 0,0-4 0</inkml:trace>
  <inkml:trace contextRef="#ctx0" brushRef="#br0" timeOffset="140">22182 16333 8912,'0'-11'0,"0"0"0,-2 7 0,-4-2 0,4 6 0,-3 6 0,-3 5 0,2 12 0,1 4 0,5 9 0,0 2 0,0 2 0,0 6 0,0-6 0,0 6 0,0-6 0,1 8 0,5-2 0,-4-4 0,4-2 0,2-11 0,-3-6 0,-7 4 0,-7-1 0</inkml:trace>
  <inkml:trace contextRef="#ctx0" brushRef="#br0" timeOffset="141">22027 16351 8912,'-17'0'0,"2"-2"0,3-4 0,4 2 0,8-7 0,2 5 0,6-5 0,9-3 0,10-1 0,7-2 0,7 0 0,3-1 0,7 1 0,1 2 0,-1 3 0,1-1 0,0 7 0,-1 1 0,1 5 0,0 0 0</inkml:trace>
  <inkml:trace contextRef="#ctx0" brushRef="#br0" timeOffset="142">22784 16471 8912,'-25'0'0,"6"6"0,-4-1 0,10 7 0,2-6 0,7 7 0,-2-1 0,4 5 0,2 6 0,8-4 0,3 4 0,4 2 0,3-3 0,-1 1 0,0-5 0,6-1 0,0 0 0,2-8 0,-2-3 0,-4-4 0,4-2 0,-4 0 0,-2 0 0,-5-8 0,-1-3 0,1-4 0,-3-2 0,5-6 0,-9 0 0,1-6 0,-6 6 0,6-6 0,-1 7 0,1-1 0,-6 5 0,0 9 0,0 3 0,0 14 0,0 9 0,0 10 0,0 13 0,0 6 0,0 11 0,0 6 0,2 10 0,2 1 0,2-1 0,5-3 0,-5-1 0,0-8 0,-6-3 0,-2-13 0,-4-4 0,-4-7 0,-7-5 0,-8-5 0,-3-6 0,-11-1 0,-1 0 0,-6-7 0,4-5 0,0-3 0,0-2 0,2-2 0,6-3 0,5-11 0,0-7 0,8-1 0,-2 1 0,12 2 0,5-8 0,-3 0 0,-1-5 0</inkml:trace>
  <inkml:trace contextRef="#ctx0" brushRef="#br0" timeOffset="143">19738 16695 8912,'0'9'0,"-7"-1"0,5-8 0,-8 0 0,4 0 0,5 0 0,-15-8 0,14 8 0,-3 0 0,3 8 0,2 9 0,0 0 0,0 0 0,0 6 0,0 0 0,-2 8 0,-2-3 0,-2 5 0,2 1 0,1-1 0,-3-5 0,4-1 0,-4-4 0,2-4 0,-1 4 0,3-11 0,-6-5 0,16-9 0,3-5 0,5-11 0,1-14 0,0-12 0</inkml:trace>
  <inkml:trace contextRef="#ctx0" brushRef="#br0" timeOffset="144">19859 16798 8912,'-17'9'0,"-1"-3"0,9-4 0,-6-10 0,13 14 0,-4 0 0,4 7 0,2 4 0,0 0 0,0 1 0,0-1 0,0 0 0,0 0 0,0 0 0,0 1 0,0-1 0,0-8 0,0-3 0,0-12 0,0-3 0,0-8 0,0-2 0,0-4 0,0-4 0,0-8 0,2 7 0,4-1 0,1 2 0,5-1 0,3 3 0,-3 8 0,-3 0 0,3-1 0,-1 9 0,6 3 0,-1 14 0,-5 9 0,-1 2 0,-5 10 0,-3-1 0,4 7 0,-4-3 0,-2-3 0,2 1 0,4-7 0,-5 6 0,5-6 0,-2-6 0,2-5 0,-4-1 0,5 6 0</inkml:trace>
  <inkml:trace contextRef="#ctx0" brushRef="#br0" timeOffset="145">20117 16695 8912,'6'26'0,"-1"-3"0,1-9 0,-6-3 0,0 2 0,0 3 0,0 1 0,0 0 0,0 0 0,0 0 0,0 1 0,0-1 0,2 0 0,4 0 0,5 0 0,-3-5 0,-2-1 0,3-7 0,-7 4 0,8-10 0,-5-4 0,-3-9 0,4-8 0,2-8 0,-3 3 0,7-5 0,-4-1 0,-1 0 0,1-1 0,0 6 0,-3 1 0,-1 7 0,8-2 0,-7 6 0,7 5 0,-8 3 0,1 3 0,-3 4 0,6-6 0,1 8 0</inkml:trace>
  <inkml:trace contextRef="#ctx0" brushRef="#br0" timeOffset="146">19876 16368 8912,'-27'0'0,"4"0"0,4 0 0,2 0 0,7 0 0,10 0 0,14 0 0,5 0 0,4 0 0,7 0 0,-3 0 0,8 0 0</inkml:trace>
  <inkml:trace contextRef="#ctx0" brushRef="#br0" timeOffset="147">20547 16505 8912,'-29'10'0,"3"-4"0,1-2 0,4 1 0,-4-1 0,2 8 0,2 1 0,2 2 0,4 10 0,3 4 0,4 13 0,8 7 0,0 9 0,0 3 0,0 2 0,0 6 0,8-8 0,4-4 0,5-5 0,6-6 0,2-6 0,3-12 0,3-5 0,-8-11 0,7-5 0,-3-7 0</inkml:trace>
  <inkml:trace contextRef="#ctx0" brushRef="#br0" timeOffset="148">20736 16505 8912,'0'10'0,"0"-2"0,0-1 0,0 3 0,0 7 0,0 2 0,0 4 0,0 6 0,0 3 0,0 10 0,0 4 0,0-2 0,0 2 0,6 0 0,0 5 0,5-7 0,-5-6 0,0-7 0,2-8 0,-7-4 0,5-2 0,-4-7 0,-2-3 0,0-22 0,0 2 0,0-16 0,-2 6 0,-4-6 0,-3 7 0,-8-7 0,1 8 0,5-2 0,-4 6 0,3 5 0,-3 7 0,-2 3 0,-1 4 0,1 3 0,0 13 0,0 10 0,-4 5 0,4 1 0,-4 8 0,9 4 0,4-4 0,3-2 0,5-6 0,5-5 0,5-6 0,7-12 0,8-3 0,2-8 0</inkml:trace>
  <inkml:trace contextRef="#ctx0" brushRef="#br0" timeOffset="149">20840 16419 8912,'2'27'0,"3"8"0,5 9 0,7 15 0,-2 10 0,-3 9 0,3 15 0,-9-41 0,0 0 0,-2 2 0,-1 0 0,1 4 0,-2-1 0,-1-1 0,0-1-373,0 0 1,-2 1 0,-3-1 0,-2 1 372,-1 1 0,-3 0 0,-4 3 0,-4-1 0,-4-3 0,0 0 0</inkml:trace>
  <inkml:trace contextRef="#ctx0" brushRef="#br0" timeOffset="150">24144 17056 8912,'-44'0'0,"4"0"0,5-2 0,7-4 0,12 4 0,16-4 0,10 6 0,5 6 0,10-2 0,4 5 0,3-1 0,3-4 0,7-2 0,2-4 0,1-2 0,1-2 0,-5-5 0,3 5 0,-2 2 0,-4 2 0,-9 2 0,-5-7 0,-6-3 0</inkml:trace>
  <inkml:trace contextRef="#ctx0" brushRef="#br0" timeOffset="151">24058 17503 8912,'-17'7'0,"-1"-3"0,1 8 0,8-9 0,1 5 0,10-10 0,5-4 0,11-5 0,8-6 0,15-6 0,-3 2 0,8-8 0,-6 6 0,6-5 0,-8-1 0,2-6 0,-4 7 0,-1-1 0,-1-7 0,1-8 0</inkml:trace>
  <inkml:trace contextRef="#ctx0" brushRef="#br0" timeOffset="152">24333 16746 8912,'-11'-6'0,"-1"1"0,8-1 0,-1 6 0,10 0 0,9 2 0,7 4 0,13 3 0,12 8 0,9 6 0,5 4 0,-1 5 0,0 10 0,-3 8 0,-10 7 0,-12 7-180,-11 10 1,-6 2 179,-5 5 0,-16-3 0,-19-4 0,-12-3 0,-16 4 0,-1-1 0,1-5 0,-7-14 0,1-20 0,1-5 0,11-13 0,4-7 0,5-6 0</inkml:trace>
  <inkml:trace contextRef="#ctx0" brushRef="#br0" timeOffset="153">25641 17004 8912,'-29'-17'0,"2"0"0,3 1 0,3 5 0,1 5 0,3 4 0,-2 4 0,-4 4 0,4 11 0,-4 14 0,4 7 0,2 8 0,5 3 0,3 3 0,1 0 0,4-1 0,8-1 0,4-6 0,3-8 0,8-5 0,0-12 0,10-2 0,-2-8 0,4-10 0,-3-5 0,3-6 0,-6-11 0,-2-5 0,-4-7 0,-2-5 0,0-4 0,-2-7 0,-3 1 0,-6 4 0,-4-3 0,-2 3 0,-10 4 0,-7 2 0,-2 11 0,-10 6 0,6 12 0,-6 5 0,1 6 0,-7 6 0,10 11 0,8 11 0,8 5 0,9 1 0,9-1 0,8-5 0,16-3 0,11-8 0,8 1 0</inkml:trace>
  <inkml:trace contextRef="#ctx0" brushRef="#br0" timeOffset="154">26071 17004 8912,'-27'0'0,"-3"0"0,7 0 0,0 13 0,6 5 0,1 12 0,5 5 0,3 7 0,8 9 0,0 1 0,0-1 0,2 1 0,4-1 0,-2-1 0,7-2 0,1-4 0,-3-2 0,5-2 0,-9-6 0,7-1 0,-6-5 0,-1-3 0,-5-7 0,0-9 0,0-1 0,-7-24 0,-3-3 0</inkml:trace>
  <inkml:trace contextRef="#ctx0" brushRef="#br0" timeOffset="155">25847 17124 8912,'18'-17'0,"-3"0"0,-4 0 0,5 2 0,-5 3 0,3-3 0,-3 3 0,10 5 0,-4 1 0,4-2 0,-3 3 0,-1 1 0,0 9 0,0 5 0,0 7 0,-7 2 0,-4 2 0,-4 4 0,-2 2 0,0 2 0,0 5 0,-8-5 0,-4-1 0,-3-1 0,-2 2 0,0-5 0,1-6 0,3-1 0,2 0 0,7-7 0,-4-7 0,8-14 0,0 0 0,15-30 0,5 5 0</inkml:trace>
  <inkml:trace contextRef="#ctx0" brushRef="#br0" timeOffset="156">26381 16746 8912,'-17'-9'0,"-1"-7"0,3 16 0,4 0 0,-3 8 0,9 9 0,-7 10 0,6 7 0,1 3 0,5 8 0,0-4 0,0 4 0,0 1 0,0 6 0,0-6 0,0-1 0,0-6 0,0 1 0,5-12 0,3-7 0,2-5 0,3-5 0,-3-7 0,1 2 0,0-6 0,7-6 0,-1-4 0,0-7 0,0-2 0,1-4 0,-1 2 0,-2-7 0,-2-1 0,-1 2 0,-3-3 0,3 7 0,-3-4 0,-3 10 0,-4-4 0,6 19 0,-8-4 0,0 12 0,0 11 0,0 10 0,0 1 0,0 1 0,0 0 0,0 5 0,0-5 0,0-1 0,0-7 0,0 2 0,7-4 0,5-1 0,-3-9 0,3-3 0,-6-6 0,5-6 0,1-11 0,5-10 0</inkml:trace>
  <inkml:trace contextRef="#ctx0" brushRef="#br0" timeOffset="157">26605 16695 8912,'-6'-18'0,"0"1"0,-7 0 0,11 7 0,-6-5 0,8 13 0,0-5 0,8 14 0,3 3 0,5-1 0,1 7 0,0-5 0,0 4 0,-7 3 0,-3-1 0</inkml:trace>
  <inkml:trace contextRef="#ctx0" brushRef="#br0" timeOffset="158">26037 17228 8912,'-25'0'0,"6"0"0,-4-8 0,11-4 0,16-3 0,19-2 0,13-2 0,22-4 0,5 2 0,10-8 0,1 1 0,-1 1 0,-2 4 0,-3 11 0,-6-3 0,-5 4 0,-5 1 0,-7-1 0,-3 7 0,-7-11 0,-1 5 0</inkml:trace>
  <inkml:trace contextRef="#ctx0" brushRef="#br0" timeOffset="159">26863 16987 8912,'-10'0'0,"3"7"0,7 5 0,0 3 0,0 2 0,5 3 0,1 2 0,5-1 0,-5 8 0,0-2 0,-6 2 0,6 3 0,-1-3 0,1-5 0,-6-1 0,-2 2 0,-3-2 0,3 0 0,-14-8 0,5-3 0,1-5 0,-1-7 0,7-7 0,-2-5 0,4-11 0,2-5 0,8-5 0,3-1 0,5 0 0,1-1 0,2 3 0,4 3 0,-4-2 0,4 9 0,-4-1 0,-2 5 0,1 3 0,-1 4 0,0 3 0,0 8 0,-5 2 0,-1 4 0,1 5 0,-3 4 0,5 3 0,-9-1 0,1 6 0,-6 0 0,0 0 0,0-6 0,0 0 0,0 0 0,0 0 0,0-7 0,0-4 0,0-12 0,2 2 0,4-7 0,-2 1 0,7-1 0,-5-3 0,5 8 0,-5 1 0,5 5 0,-5 0 0,6 0 0,-1 2 0,6 3 0,1 5 0,-1 0 0,2 5 0,4-4 0,-2-1 0,8 1 0,-1-7 0,7 2 0,-1-4 0,-1-2 0,-5 0 0,-5 0 0,2-8 0,-2-3 0,-6-10 0,-5-2 0,-9-2 0,3 2 0,-4 2 0,-2-8 0,-2 8 0,-4-2 0,-3 4 0,-1 2 0,-5 7 0,4 5 0,-5 3 0,-1 2 0,2 4 0,3 7 0,-3 2 0,4 14 0,-5 0 0,-1 0 0,6-1 0,-1 3 0,8-2 0,-1-4 0,3-4 0,2 4 0,0-10 0,0-1 0,2-9 0,3 3 0,1-4 0,9-2 0,4-4 0,1-7 0,-1-1 0,-2-11 0,0-3 0,0-3 0,1 2 0,-1-1 0,-6 5 0,-1-4 0,-1 2 0,1 4 0,-6 2 0,3 2 0,1 7 0,-6 12 0,4 15 0,1 2 0,-1 10 0,7 0 0,-3 5 0,1-1 0,1-5 0,1 3 0,10-8 0,-2 2 0,8-2 0,-6-12 0,6 0 0,-1-7 0,7-4 0,-3-2 0,-3-3 0,1-13 0,-7-10 0,2-7 0,-2-5 0,-4-4 0,4-7 0,-9-3 0,-3-3 0,-7-10 0,2-7 0,1-7 0,-1 7 0,-2 1 0,-2 3 0,-8 16 0,0 8 0,-7 16 0,3 16 0,-7 20 0,0 13 0,0 21 0,-2 18 0,-2 10 0,-2 5 0,2 3 0,3 3 0,7 7 0,-2-2-122,7-4 0,0-6 122,6-10 0,2-5 0,4-8 0,3-7 0,9-6 0,1-7 0,4-8 0,-4-6 0,4-5 0,-4-5 0,6-7 0,1 0 0</inkml:trace>
  <inkml:trace contextRef="#ctx0" brushRef="#br0" timeOffset="160">28790 17107 8912,'-17'-7'0,"0"-3"0,-1 0 0,1 5 0,0 7 0,0 9 0,2 8 0,3 16 0,-3 1 0,3 4 0,3 4 0,-3 7 0,8 9 0,-1 3 0,5-4 0,5-2 0,7-5 0,3-6 0,4-8 0,4-15 0,-2-8 0,8-15 0,-6-4 0,6-7 0,-1-10 0,7-19 0,-3 0 0,-3-12 0,2 4 0,-7-9 0,-1 2 0,-4-3 0,1 7 0,-15-1 0,1 1 0,-6 5 0,-13 4 0,-5 2 0,-10 11 0,-1 6 0,-3 11 0,-1 7 0,2 5 0,3 5 0,12 5 0,-1 7 0,6 6 0,-1 0 0,-3 8 0,5-5 0</inkml:trace>
  <inkml:trace contextRef="#ctx0" brushRef="#br0" timeOffset="161">28584 17313 8912,'-18'0'0,"1"0"0,0 0 0,6 0 0,-1 0 0,12 6 0,6 0 0,7 0 0,22-6 0,-3 0 0,14 0 0,0-2 0,5-4 0,1 2 0,0-7 0,-3 1 0,-3-1 0,-6-3 0,-9 7 0,-4-1 0,-2 0 0,-2 3 0,-6 5 0,0-8 0,0-1 0</inkml:trace>
  <inkml:trace contextRef="#ctx0" brushRef="#br0" timeOffset="162">29668 17365 8912,'-19'10'0,"-2"-5"0,-2-3 0,2-2 0,9 0 0,12 0 0,12 0 0,12 0 0,11 0 0,5-2 0,8-1 0,-2-3 0,2 2 0,-6 0 0,-2-2 0,-4 5 0,-1-5 0,-3 4 0,-3 2 0,1 0 0,-7-2 0,-2-4 0,-2 4 0,-9-5 0,-2 7 0,-8 7 0,0 3 0</inkml:trace>
  <inkml:trace contextRef="#ctx0" brushRef="#br0" timeOffset="163">29651 17726 8912,'-18'0'0,"1"0"0,0 0 0,0 0 0,9 0 0,8 0 0,10 0 0,14 0 0,11 0 0,7-2 0,10-4 0,5-1 0,0-5 0,1-3 0,-7 4 0,-1 1 0,-4-1 0,-6-1 0,-4 3 0,-9-5 0,-4 9 0,-11-1 0,-5 6 0,-9 2 0,-3 3 0,-5 3 0,-7 4 0,7 3 0,-5-6 0,5 9 0</inkml:trace>
  <inkml:trace contextRef="#ctx0" brushRef="#br0" timeOffset="164">31165 17434 8912,'-8'-10'0,"4"3"0,-5 5 0,-1-2 0,1-2 0,3 0 0,-5 6 0,-3 0 0,-1 8 0,-2 4 0,-1 5 0,1 6 0,-6 3 0,0 11 0,0 3 0,-1 6 0,6 9 0,1 2 0,2 5 0,9-9 0,2-5 0,2-4 0,12-6 0,7-9 0,8-5 0,9-6 0,1-9 0,1-5 0,4-10 0,6-11 0,4-2 0,2-10 0,5-5 0,0-6 0,1-2 0,-7 2 0,-7-2 0,-4-4 0,-11-4 0,-6 4 0,-12 2 0,-5-2 0,-8 1 0,-9 1 0,-10 2 0,-19 7 0,-12 14 0,-11 4 0,-4 6 0,-2-1 0,2 6 0,4 12 0,4 6 0,7 11 0,8 3 0,4 9 0,13-1 0,10 0 0,8 1 0,9-1 0</inkml:trace>
  <inkml:trace contextRef="#ctx0" brushRef="#br0" timeOffset="165">2925 17967 8912,'-26'-8'0,"3"-1"0,4-1 0,1 4 0,9 4 0,3 2 0,14 0 0,7 0 0,6 0 0,10-1 0,-3-5 0,7 2 0,5-7 0,2 5 0,6-4 0,-4 3 0,-2 3 0,4-4 0,-6 2 0,0 1 0,-6 5 0,-1 0 0,-4 0 0,-12 0 0,-2 7 0,-5 3 0</inkml:trace>
  <inkml:trace contextRef="#ctx0" brushRef="#br0" timeOffset="166">2943 18276 8912,'-18'0'0,"7"0"0,0 0 0,7-7 0,-2 3 0,12-8 0,5-1 0,12-2 0,6-2 0,5-1 0,6 1 0,-1 0 0,7 0 0,-8 1 0,4 3 0,-2 4 0,0 1 0,2 2 0,-2 6 0,-11-7 0,0-5 0,-1-3 0,-1-2 0</inkml:trace>
  <inkml:trace contextRef="#ctx0" brushRef="#br0" timeOffset="167">3252 17589 8912,'18'-6'0,"-1"0"0,10 0 0,7 6 0,2 2 0,10 4 0,0 11 0,6 12 0,-8 11 0,-4 10 0,-6 9 0,-5 10 0,-6 3 0,-12-3 0,-3 0 0,-8 0 0,-9 5-136,-9 1 1,-1-7 135,-9-5 0,-1-9 0,-6-3 0,3 3 0,3-14 0,-3-4 0,5-18 0,-7-1 0</inkml:trace>
  <inkml:trace contextRef="#ctx0" brushRef="#br0" timeOffset="168">5042 17382 8912,'-17'0'0,"5"0"0,1 0 0,-2 0 0,3-2 0,-1-3 0,7 3 0,-4-6 0,8 0 0,0 7 0,0-7 0,0 8 0,0 0 0,-8 0 0,7 2 0,-7 2 0,0 1 0,6 1 0,-5-6 0,1 2 0,0 4 0,0-4 0,6 5 0,0-7 0,0 0 0,-7 0 0,5 0 0,-6 0 0,8 8 0,0 1 0</inkml:trace>
  <inkml:trace contextRef="#ctx0" brushRef="#br0" timeOffset="169">5008 17503 8912,'-21'-18'0,"2"1"0,3 2 0,1 3 0,0 7 0,-3 3 0,9 4 0,1 3 0,3 9 0,-1 7 0,0 6 0,6 7 0,0 2 0,0 4 0,0-1 0,0 5 0,2 0 0,4-1 0,-2 1 0,5 4 0,1-4 0,-1-2 0,-5-2 0,2-5 0,-4-3 0,-2-3 0,5-4 0,1-8 0,-2 0 0,-2-7 0,-10-3 0,-1-9 0,-9-3 0,1-7 0,0-5 0,0-6 0,0-6 0,-1-3 0,-5-8 0,1 0 0,-1-6 0,5 6 0,9-6 0,3 6 0,4-6 0,2 6 0,0 1 0,0 3 0,2 4 0,4 3 0,3 4 0,9 8 0,5 2 0,-1 3 0,11-1 0,-1 5 0,7 1 0,-1-1 0,-4 2 0,-5 6 0,-4 0 0,-8 0 0,0 8 0,-1 5 0,-5 8 0,-5 8 0,-4 3 0,-2 3 0,-2 5 0,-4 0 0,2 8 0,-7-4 0,-3 2 0,-1-1 0,0-1 0,3 2 0,-1-4 0,7-7 0,1-9 0,5-3 0,0-4 0,0-1 0,9-11 0,8-7 0,8-15 0,10-14 0,-7 3 0,1-3 0,0 0 0,5-5 0,0-4 0,-1 1 0,-4 5 0,-6-1 0,-4 7 0,-2-3 0,-2 8 0,-3-2 0,-5 4 0,-7 2 0,0 7 0,0-5 0,0 15 0,-2 0 0,-1 11 0,-3 10 0,0 4 0,6 4 0,0 9 0,0-4 0,0 5 0,0-5 0,2 0 0,4 1 0,-2-1 0,7 1 0,-5-9 0,5-3 0,-5 0 0,5-6 0,-5 2 0,6-13 0,-8-2 0,1-10 0,-3-19 0,-2-11 0</inkml:trace>
  <inkml:trace contextRef="#ctx0" brushRef="#br0" timeOffset="170">5421 17520 8912,'-8'-10'0,"6"-5"0,-5 13 0,7-6 0,9 14 0,8 0 0,2 11 0,10-5 0,0 14 0,5-7 0</inkml:trace>
  <inkml:trace contextRef="#ctx0" brushRef="#br0" timeOffset="171">5782 17846 8912,'-29'16'0,"3"-1"0,1 0 0,4 4 0,2 4 0,1 0 0,9-2 0,3 8 0,4-6 0,2 6 0,0-14 0,0 2 0,8-6 0,3 1 0,5-4 0,1-8 0,0 0 0,0 0 0,2-8 0,4-4 0,-4-5 0,4-6 0,-3-3 0,-3-9 0,0-5 0,0 0 0,0-8 0,1 2 0,-7-5 0,1-7 0,-3 3 0,3-6 0,-5 0 0,1 0 0,-6 13 0,3 2 0,-3 8 0,-4 19 0,-3 7 0,3 12 0,-4 12 0,-2 9 0,3 19 0,-3 10 0,4 7 0,-1-2 0,1-1 0,2-3 0,2 1 0,2-6 0,3 0 0,3-10 0,4-2 0,5-3 0,0-14 0,2 8 0,10-14 0,-1 1 0,7-12 0,1-8 0,4-3 0,4-6 0,0-6 0,0 2 0,-4-8 0,-9 6 0,3-6 0,-11 6 0,0-5 0,-11 5 0,-6-6 0,-6 8 0,-6-2 0,-9 6 0,-10 4 0,-2 3 0,-4 3 0,-1 3 0,-3 9 0,7 5 0,-1 7 0,8 6 0,-2 0 0,4 8 0,2-3 0,7-1 0,4 2 0,4-6 0,2 3 0,2-1 0,4-4 0,6-2 0,11-2 0,3-7 0,9-4 0,-1-4 0,1-2 0,-3 0 0,-3 0 0,1-8 0,-7-3 0,6-5 0,-6-1 0,-2 0 0,-8 0 0,-1 1 0,1 5 0,-5 3 0,7 8 0,-13 8 0,4 3 0,-4 7 0,-2 5 0,5 5 0,1 12 0,0-3 0,-6 3 0,0 4 0,-2 0 0,-2 1 0,-2 1 0,-1-8 0,1 3 0,2-7 0,-7-5 0,7 1 0,-2-7 0,-3-8 0,5-7 0,-8-8 0,9 0 0,-11-10 0,8-5 0,3-8 0,1-3 0,-4-1 0,0-2 0,0-1 0,6 7 0,0-6 0,0 6 0,0-6 0,0 6 0,0-5 0,0 5 0,2-2 0,4 2 0,-2-4 0,7-7 0,-1 5 0,3 1 0,-1-3 0,1-1 0,3 3 0,1 0 0,0 8 0,0-2 0,0 4 0,1 2 0,-1 0 0,0 7 0,0 5 0,-7 3 0,-1 4 0,-3 3 0,-4-3 0,6 8 0,-8-4 0,0-5 0,2 7 0,3-8 0,-3-8 0,6-1 0,-8-8 0,0 7 0,-2-3 0,-2 9 0,-2 6 0,-7 6 0,1 9 0,3 2 0,-3 4 0,3-2 0,-3 7 0,5 1 0,7 5 0,0-5 0,0 0 0,2-6 0,3 5 0,5-7 0,9 2 0,4-5 0,6-7 0,3-3 0,3-8 0,-1 0 0</inkml:trace>
  <inkml:trace contextRef="#ctx0" brushRef="#br0" timeOffset="172">7675 17623 8912,'15'-8'0,"-1"-1"0,-3-1 0,3 4 0,-1 6 0,2 6 0,-1 8 0,-1 7 0,6 0 0,-7 7 0,3 3 0,2 1 0,-2 8 0,-3 1 0,-6-3 0,-4-2 0,-2-9 0,0-4 0,0 2 0,0-3 0,-8-6 0,-2-9 0,-5-16 0,4-6 0,5-8 0,4-4 0,2-2 0,0-5 0,8-1 0,3 1 0,6 5 0,4 1 0,4-1 0,2 2 0,-4 4 0,6 12 0,-8 3 0,2 8 0,1 0 0,-1 0 0,-5 14 0,-7 5 0,0 6 0,-1 5 0,0 1 0,-5-3 0,-3-1 0,4-4 0,2-4 0,-3 4 0,7-9 0,-6-3 0,7-7 0,-2 2 0,5-5 0,1-1 0,0-1 0,0-5 0,6-4 0,0-7 0,0 0 0,-6 0 0,-7-1 0,-4 1 0,-4 0 0,-2 0 0,-2 0 0,-4 0 0,-9 1 0,-8 5 0,-2 3 0,2 8 0,2 2 0,-8 4 0,8 3 0,-2 9 0,4 4 0,2 1 0,7 8 0,5-2 0,3-3 0,2 1 0,0 0 0,0 0 0,7-6 0,5 2 0,11-4 0,5-2 0,5-8 0,1-3 0,8-6 0,4-6 0,-4-3 0,-1-8 0,1-2 0,-4-4 0,-4-4 0,-3 0 0,-10-3 0,2 7 0,-10-6 0,-1 6 0,-8-6 0,1 6 0,-3 1 0,-2 4 0,-7 9 0,5 5 0,-4 15 0,4 3 0,2 14 0,0 9 0,0 9 0,0 3 0,2 3 0,2 1 0,1 5 0,7 5 0,-6 11 0,5-3-130,-5 3 0,0-3 130,-6-2 0,0-6 0,-2-4 0,-6-5 0,-9-10 0,-2-14 0,-10-7 0,6-6 0,-6-5 0,3-5 0,-3-7 0,4-7 0,8-5 0,0-13 0,-1-9 0,9-2 65,3-10 0,4 2 0,4-4 0,4 2-65,5-1 0,-1 4 0,1 3 0,1 4 0,5 2 0,0-1 0,1 1 0,1 5 0,4 1 0,-2-1 0,9-5 0,5 1 0,3 4 0,2-3 0,-6 3 0,1-3 0,-1-3 0,-1 3 0,-5 3 0,-5 4 0,-9 8 0,-5 0 0,-1 0 0,-2 7 0,-6 3 0,0 7 0,-2 2 0,-2 3 0,-2 7 0,2 3 0,3 4 0,1 4 0,0-2 0,0 8 0,0-2 0,0 1 0,1 5 0,5-5 0,-2-1 0,6 0 0,-1 0 0,1-1 0,3-5 0,10 2 0,-2-6 0,8-5 0,-1-4 0,7-8 0,1-2 0,2-4 0,4-7 0,2-8 0,-7-1 0,-3-6 0,-1 5 0,-10-6 0,0 1 0,-6-7 0,-8 7 0,-3-1 0,-4 8 0,-2-2 0,-8 4 0,-3 2 0,-4 7 0,-3 4 0,1 4 0,0 2 0,-2 8 0,-4 4 0,4 5 0,-4 6 0,6-2 0,5 7 0,-3 1 0,3 5 0,5-5 0,1 0 0,4-1 0,2-1 0,8 6 0,3-5 0,6-9 0,6-1 0,4-7 0,8 0 0,-1-5 0,0-12 0,1-5 0,-1-10 0,-1-4 0,-5-2 0,3 1 0,-8-3 0,0-2 0,-6 9 0,-2-9 0,-3 2 0,1-1 0,-7 1 0,-2 6 0,-2 4 0,-2 2 0,0 0 0,0 7 0,-8 2 0,6 10 0,-4 4 0,4 4 0,2 9 0,2 2 0,4 2 0,4 7 0,7-1 0,-6-2 0,1 1 0,-1-1 0,7 2 0,-7 3 0,0-5 0,1 2 0,-2-1 0,-3-7 0,-7 2 0,-2 2 0,-3-2 0,1 0 0,-8-6 0,1-2 0,-6-3 0,-1-5 0,1-7 0,0 0 0,0 0 0</inkml:trace>
  <inkml:trace contextRef="#ctx0" brushRef="#br0" timeOffset="173">10394 17778 8912,'-32'-6'0,"1"0"0,2 1 0,-1-3 0,5 6 0,2-4 0,4 12 0,2 5 0,-1 5 0,1 1 0,6 6 0,-1 0 0,8 2 0,-1-2 0,1-4 0,-2 4 0,4 1 0,-4-1 0,6 0 0,4-6 0,2 1 0,7-3 0,-1-4 0,3 3 0,2-9 0,1 9 0,-1-3 0,0-1 0,0 1 0,0-5 0,2 5 0,3 3 0,0 1 0,-4-3 0,-7-1 0,-5-1 0,5 1 0,-7 4 0,2-3 0,-4 3 0,-2 2 0,-8 1 0,-3-1 0,-5 0 0,-3 0 0,-2 0 0,-2 0 0,-2-5 0,3-1 0,2 1 0,-4-3 0,6-1 0</inkml:trace>
  <inkml:trace contextRef="#ctx0" brushRef="#br0" timeOffset="174">10566 18036 8912,'0'-10'0,"0"2"0,-2 10 0,-4 4 0,5 6 0,-5 10 0,4-1 0,2 8 0,0 0 0,0 5 0,-6 1 0,0-1 0,1 0 0,-3 1 0,0-3 0,-3-3 0,-4 1 0,3-7 0,-3-7 0,-2-9 0,-1-7 0,3-17 0,4-12 0,1-13 0,6-15 0,-1-4 0,1 0 0,2-6 0,2 4 0,2 4 0,3 1 0,-1 5 0,8 1 0,-6 5 0,5 6 0,-1 9 0,1 15 0,-1 7 0,-5 4 0,7 5 0,3 10 0,2 8 0,0 2 0,1 10 0,7-8 0,1 12 0,9-7 0</inkml:trace>
  <inkml:trace contextRef="#ctx0" brushRef="#br0" timeOffset="175">10790 18001 8912,'-29'0'0,"0"0"0,8 0 0,-3 2 0,1 4 0,0 5 0,5 10 0,7 2 0,1 8 0,-1-3 0,3-1 0,10 2 0,4 0 0,5-3 0,7-1 0,5-8 0,-4-1 0,4-5 0,3-3 0,3-8 0,-4-2 0,-2-4 0,-4-9 0,-2-8 0,0 0 0,1-2 0,-1 4 0,0-8 0,-7 8 0,-5-2 0,-1 2 0,2-1 0,-4 2 0,6-4 0,-8 6 0,0 1 0,0 8 0,0-7 0,0 7 0</inkml:trace>
  <inkml:trace contextRef="#ctx0" brushRef="#br0" timeOffset="176">11048 18122 8912,'-8'17'0,"4"-6"0,-5 1 0,1 1 0,3 2 0,5 3 0,0-1 0,0 0 0,5 0 0,1 0 0,0 2 0,-6 4 0,2-4 0,1 4 0,3-4 0,-2-1 0,-2-7 0,-2 1 0,0-9 0,0 5 0,0-10 0,0-4 0,0-5 0,0-12 0,0-9 0,2-10 0,2-2 0,1-4 0,7 4 0,-6-2 0,7 14 0,-1-3 0,-3 7 0,3-1 0,-1 4 0,6 8 0,0 7 0,1 5 0,5 14 0,0 12 0,-2 15 0,-2 12 0,-4 2 0,-4 13 0,5-2 0,-5 2 0,5 2 0,1-8-202,0 1 1,8-14-1,2-2 1</inkml:trace>
  <inkml:trace contextRef="#ctx0" brushRef="#br0" timeOffset="177">12167 18001 8912,'-35'0'0,"3"-2"0,1-2 0,4-1 0,0 5 0,1 7 0,-3 14 0,2 10 0,0 1 0,6 16 0,0 4 0,6 3 0,6 8 0,9-5 0,0-3 0,0-2 0,1-9 0,7-5 0,9-9 0,10-7 0,6-11 0,3-7 0,4-3 0,6-2 0,6-4 0,5-7 0,-2-1 0,7-10 0,-5 0 0,-7 0 0,1-5 0,-7-8 0</inkml:trace>
  <inkml:trace contextRef="#ctx0" brushRef="#br0" timeOffset="178">12511 18242 8912,'-27'-15'0,"4"3"0,4-1 0,2 7 0,-2 2 0,-4 10 0,3 4 0,-2 7 0,2 8 0,3 3 0,2 5 0,3 1 0,-1 0 0,7 1 0,2 1 0,3 4 0,2-11 0,5 0 0,10-8 0,6-4 0,3-2 0,-2-3 0,-2-5 0,8-7 0,-8-2 0,2-3 0,2-7 0,-2-9 0,-2-2 0,-2 2 0,-2 0 0,0-2 0,1-2 0,-1-3 0,-2 1 0,-3 4 0,1 4 0,-7-4 0,7 4 0,-11 2 0,6 7 0,-8 10 0,0 10 0,0 7 0,1-2 0,5-3 0,4 3 0,7-7 0,0 3 0,0-3 0,3-8 0,1 0 0,2 0 0,-1 0 0,-4 0 0,-1 0 0,-6 0 0,1 0 0,-8 2 0,1 3 0,3-1 0,-2 8 0,0-1 0,-6 6 0,0 0 0,0 1 0,0-1 0,0 0 0,-2-2 0,-4-3 0,4 3 0,-6-5 0,8-1 0,0-1 0,6-22 0,2-5 0,3-6 0,8-5 0,-2-1 0,6 3 0,-2-5 0,2 5 0,-3-3 0,2 2 0,3 5 0,-2 6 0,0 9 0,-6 3 0,4 6 0,-1 6 0,-5 7 0,0 8 0,-1 6 0,-3 7 0,2 1 0,-7-1 0,8 0 0,-3 1 0,-1-8 0,1-5 0,-1-2 0,1-3 0,4 0 0,-5 0 0</inkml:trace>
  <inkml:trace contextRef="#ctx0" brushRef="#br0" timeOffset="179">14008 17984 8912,'0'-17'0,"0"5"0,0 1 0,0-2 0,-8 5 0,1 10 0,-5 15 0,4 10 0,1 5 0,5 12 0,-4 6 0,4 7 0,2 4 0,0-3 0,0 5 0,2-8 0,4 2 0,3-5 0,1-6 0,3-12 0,-7-11 0,8-4 0,-5-9 0,8-10 0,0-14 0,1-7 0,-1-7 0,0-5 0,0-1 0,-5-1 0,-1 1 0,-5 0 0,5-1 0,-7 9 0,2 3 0,-4 4 0,-2 1 0,6 18 0,-1 12 0,1 11 0,-6 11 0,2 8 0,4 4 0,-2-4 0,7-2 0,1-4 0,5-1 0,0-1 0,0-1 0,2-7 0,4-8 0,-2-3 0,8-9 0,-2-3 0,1-8 0,-3-13 0,-8-8 0,1-9 0</inkml:trace>
  <inkml:trace contextRef="#ctx0" brushRef="#br0" timeOffset="180">14352 17984 8912,'-34'17'0,"-1"-5"0,1-1 0,7 1 0,4 5 0,4 0 0,7 0 0,1 0 0,9-7 0,2-4 0,8-4 0,9-2 0,0-2 0,0-4 0,1-4 0,-1-7 0,-2 0 0,-3 0 0,3 0 0,-6-1 0,1 1 0,3 6 0,-7-1 0,2 8 0,-3-1 0,5-5 0,7 1 0</inkml:trace>
  <inkml:trace contextRef="#ctx0" brushRef="#br0" timeOffset="181">14645 18431 8912,'-8'17'0,"6"-5"0,-4-1 0,-3-7 0,7 4 0,-13-1 0,7-3 0,-4 8 0,3-3 0,5 4 0,-4-1 0,-1 1 0,3 1 0,-5-3 0,7 4 0,-2-3 0,2-3 0,-2 3 0,5-8 0,-7 3 0,8-9 0,0-3 0,8-11 0,3-8 0,4-3 0,3-4 0,-1-7 0,0-2 0,0 0 0,0 5 0,1 1 0,-1 0 0,0 5 0,0 0 0,-1 14 0,-5-2 0,4 11 0,-5 4 0,-1 12 0,-3 13 0,2 9 0,-2 8 0,-1-1 0,-5 6 0,0-1 0,0 2 0,0-4 0,0-9 0,0-5 0,0-5 0,0 4 0,0-16 0,0 5 0,8-24 0,3-3 0,7-12 0,5-6 0,-4-3 0,4-3 0,-4 1 0,-2-1 0,0 1 0,0 0 0,-5-1 0,-1 1 0,-5 7 0,5 4 0,-5 12 0,6 5 0,-8 6 0,1 6 0,-1 3 0,2 9 0,-2 4 0,7 1 0,-1 0 0,3-6 0,-1-1 0,1-5 0,-4 3 0,3-9 0,-1 9 0,7-12 0,-1 3 0,0-3 0,0-2 0,0 0 0,1-2 0,-1-3 0,-6 3 0,1-4 0,-6-2 0,5 3 0,-7-1 0,4-2 0,-8 6 0,1-5 0,5 7 0,-4 2 0,4 3 0,-4 5 0,-2 7 0,2 2 0,3 4 0,-3-4 0,4 4 0,2 2 0,-3-2 0,7 0 0,-6-6 0,-1 0 0,3 0 0,-6 1 0,7-3 0,-3-4 0,-2-3 0,7-8 0,-7 0 0,4 0 0</inkml:trace>
  <inkml:trace contextRef="#ctx0" brushRef="#br0" timeOffset="182">15367 17915 8912,'-44'0'0,"2"0"0,8 0 0,7 0 0,4 0 0,4 0 0,9 0 0,10 0 0,12 0 0,3 0 0,2-7 0,-5-1 0,-1-3 0,-7 3 0,4 8 0,-8 2 0,0 4 0,0 3 0,0 8 0,0 2 0,0 4 0,0 4 0,8 7 0,1 1 0</inkml:trace>
  <inkml:trace contextRef="#ctx0" brushRef="#br0" timeOffset="183">15677 18087 8912,'0'-46'0,"0"2"0,0 2 0,0 4 0,0 10 0,0 5 0,0 3 0,0 11 0,0 32 0,0 2 0,0 28 0,0 1 0,0 1 0,0 8 0,0-6 0,0 6 0,0-5 0,2 5 0,4-6 0,-2 0 0,5-5 0,-1-2 0,-4-4 0,3 7 0,-1-7 0,0-6 0,-6-11 0,0-16 0,0 2 0,0-15 0</inkml:trace>
  <inkml:trace contextRef="#ctx0" brushRef="#br0" timeOffset="184">15643 18362 8912,'-2'16'0,"-4"-5"0,2-3 0,-7-8 0,7 0 0,-4 0 0,12 0 0,8 0 0,11 0 0,22-8 0,13-3 0,16-5 0,12-1 0,-1-6-311,1 0 1,0-15-1,-8 2 1</inkml:trace>
  <inkml:trace contextRef="#ctx0" brushRef="#br0" timeOffset="185">16882 18362 8912,'-21'-23'0,"2"0"0,5 2 0,5 2 0,3 10 0,8-5 0,4 11 0,5 4 0,-1 7 0,1 9 0,1 8 0,5 4 0,-6 3 0,1 3 0,-7-1 0,7 0 0,-6-1 0,3-3 0,-1-1 0,-4 2 0,3-6 0,-1-3 0,0-2 0,-6-3 0,5-6 0,1 1 0,0-9 0,2-3 0,3-11 0,-1-12 0,1-6 0,1-3 0,5-2 0,6-1 0,0 1 0,0-1 0,1 1 0,-4 5 0,3 1 0,3 7 0,1-4 0</inkml:trace>
  <inkml:trace contextRef="#ctx0" brushRef="#br0" timeOffset="186">17691 18465 8912,'-12'-17'0,"1"0"0,1 0 0,-3 0 0,1 1 0,-1 5 0,-3 1 0,-1 5 0,-6 3 0,0-4 0,0 12 0,6 5 0,-6 4 0,0 3 0,0 5 0,6 0 0,6 7 0,-1-1 0,3-4 0,-3-3 0,-1-2 0,7-3 0,2 0 0,2-7 0,10-3 0,3-7 0,7-2 0,5-3 0,3-9 0,1-7 0,4 2 0,-8-4 0,5 4 0,-5 2 0,0 2 0,-6 1 0,1 3 0,-1-3 0,0 7 0,0-1 0,-1 12 0,-3 5 0,-2 9 0,-1 5 0,1-1 0,5 3 0,-5 4 0,6 2 0,6-9 0,-2 1 0,8-5 0,-6-3 0,6-4 0,-1-3 0,7-8 0,-1 0 0,1 0 0,-3-8 0,-3-3 0,-4-6 0,-10-4 0,-3-4 0,-7-2 0,-3 4 0,-2-6 0,-2 3 0,-3-3 0,-11 4 0,-7 8 0,0 7 0,6 5 0,0-3 0,0 2 0,-1 3 0,1 8 0,2 7 0,4 11 0,3-4 0,8 4 0,0-2 0,0 2 0,0-4 0,0 4 0,8-6 0,3-6 0,4 3 0,2-7 0,3 1 0,3 0 0,-2-3 0,7-5 0,-5 0 0,6 0 0,-6-5 0,6-1 0,-7-6 0,5 5 0,-2-3 0,-4-3 0,0 3 0,2-1 0,-10 5 0,5-5 0,-5 7 0,4-4 0,-7 8 0,-3 0 0,-5 6 0,4 0 0,-4 7 0,6-3 0,-8 7 0,2-2 0,3-3 0,-3-5 0,12-5 0,-9 4 0,3-4 0,-2 3 0,-2-3 0,7-2 0,1 0 0,5 0 0,-2 2 0,-3 4 0,3-4 0,-11 11 0,7-7 0,-7 2 0,2-3 0,3-3 0,-7 14 0,13-7 0,-5 8 0</inkml:trace>
  <inkml:trace contextRef="#ctx0" brushRef="#br0" timeOffset="187">18637 18276 8912,'-34'0'0,"7"0"0,4 0 0,9 0 0,3 0 0,7 8 0,-3-6 0,8 7 0,5-5 0,6 2 0,3 0 0,2-6 0,-7-8 0,-3 4 0,-7-7 0,-2 7 0,-3-2 0,3-3 0,-13-1 0,5-7 0</inkml:trace>
  <inkml:trace contextRef="#ctx0" brushRef="#br0" timeOffset="188">19067 18569 8912,'-34'-18'0,"5"1"0,0 0 0,8 2 0,-2 3 0,-1 5 0,1 7 0,0 0 0,-2 0 0,6 7 0,-4 5 0,4 3 0,1 2 0,7 0 0,0 1 0,5-1 0,-6 0 0,8 0 0,-1 0 0,3-5 0,2-1 0,2-7 0,3 2 0,7-4 0,3-2 0,2 0 0,1 0 0,1-6 0,4 0 0,-4-5 0,4 5 0,-4-5 0,-2 5 0,-5 0 0,-1 6 0,-1-2 0,1-3 0,4 3 0,-3-4 0,3 4 0,2 2 0,1 0 0,-1 6 0,0-1 0,-6 1 0,1-6 0,-1 0 0,7 0 0,-1 0 0,-6 0 0,1 0 0,1 0 0,2 0 0,-5-7 0,-2 5 0,-8-6 0,-2 10 0,-4 4 0,4-3 0,-4 9 0,3-1 0,-3 7 0,4-1 0,-6 0 0,8 0 0,0-5 0,0-1 0,0-5 0,0 5 0,0-7 0,0 4 0,6-10 0,0-4 0,1-3 0,-1-9 0,-2-5 0,7 0 0,-7 1 0,2 4 0,4-5 0,1 1 0,4 1 0,-3 7 0,-1 3 0,1 7 0,5-2 0,0 6 0,0 6 0,1 3 0,-1 9 0,0-1 0,0 0 0,-5 6 0,-1 0 0,-5 2 0,5-2 0,-5-2 0,6 7 0,-7-12 0,7 1 0,-1-4 0,6 4 0</inkml:trace>
  <inkml:trace contextRef="#ctx0" brushRef="#br0" timeOffset="189">19842 18379 8912,'-10'-17'0,"-3"6"0,7-1 0,-2 9 0,3-3 0,3 4 0,-12 11 0,9 9 0,-1 1 0,6 9 0,0 1 0,0 5 0,0 1 0,0-1 0,0 1 0,0-1 0,0 0 0,0 1 0,2-7 0,3 1 0,-1-8 0,8 2 0,-1-10 0,6-1 0,1-8 0,-1 1 0,6-5 0,2-5 0,1-7 0,5-3 0,1-10 0,3-4 0,-6-3 0,-1-2 0,-5-8 0,6-4 0,-10-2 0,-2 2 0,-7 4 0,-10 8 0,-2 7 0,-4 6 0,-5 8 0,-5 7 0,-9 12 0,-3 9 0,-5 12 0,-1 13 0,5 7 0,2 5 0,5 0 0,6-1 0,7 1 0,9-3 0,2-1 0,3-2 0,13-10 0,14 1 0,12-11 0,13-7 0,8 1 0,4-15 0,0 1 0,0-6 0,-2-8 0,-4-3 0,-4-20 0,-7-5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20.82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590 1935 8912,'12'-12'0,"-3"1"0,-1-3 0,-4-1 0,-4-2 0,-6-1 0,-3 1 0,-1 0 0,-5 7 0,13 3 0,-6 16 0,8 8 0,6 5 0,-1 12 0,15-3 0,-3 9 0,4-3 0,-4-3 0,6 1 0,1 0 0,1-7 0,-2 1 0,-4-10 0,4-1 0,2-9 0,-2-9 0,6 0 0,-6 0 0,0-15 0,-6-8 0,0-2 0,1-4 0,-3-2 0,-3-9 0,-5 4 0,-7-5 0,0 5 0,0 1 0,0 0 0,0 1 0,0 7 0,0 2 0,0 15 0,2 12 0,4 16 0,4 9 0,7 13 0,2 12 0,4 11 0,-4 4 0,4 3 0,-1-1-119,1 0 1,-6 2 118,0 4 0,-1-10 0,-11 4 0,1-17 0,-6 0 0,0-11 0,0-1 0,-2-13 0,-4-10 0,-3-2 0,-9-9 0,-5 0 0,0-6 0,-9 0 0,-3 0 0,-5 0 118,-6 0 1,-6 0-119,0 0 0,8 0 0,-2 0 0,7-6 0,5 0 0,7-7 0,4 1 0,11-3 0,6 4 0,12-1 0,6 6 0,11-5 0,6 7 0,11-2 0,4-11 0,8-2 0</inkml:trace>
  <inkml:trace contextRef="#ctx0" brushRef="#br0" timeOffset="605">1749 2333 8912,'0'-12'0,"0"1"0,0-1 0,0 2 0,0-5 0,-6 11 0,0-7 0,1 5 0,5-6 0,-2 9 0,-4-3 0,4 4 0,-6 2 0,8 10 0,0 7 0,0 2 0,0 10 0,0 5 0,0 7 0,2 1 0,2-4 0,2 3 0,7-1 0,-9-7 0,8-4 0,1-6 0,2-4 0,3-9 0,-1-5 0,0-10 0,1-5 0</inkml:trace>
  <inkml:trace contextRef="#ctx0" brushRef="#br0" timeOffset="831">1749 1848 8912,'-17'0'0,"-1"0"0,1 0 0,0 0 0,-1 0 0,1 0 0,0 0 0,5 0 0,1 0 0,7 0 0,-4 0 0,8-7 0,2-3 0,4-7 0,-4 5 0,4 1 0,1 5 0,-1-5 0,0 5 0,-6-6 0,2 8 0,4-1 0,-5 3 0,9 2 0,-4 0 0,3 0 0,9 15 0,-1 4 0</inkml:trace>
  <inkml:trace contextRef="#ctx0" brushRef="#br0" timeOffset="1073">2164 2142 8912,'0'35'0,"0"-8"0,0-2 0,0-8 0,0-7 0,0-4 0,0-12 0,0 2 0,0-8 0,10 1 0,7-6 0,2-1 0,10 1 0,0 0 0,5-1 0,1 1 0,-1 2 0,1 3 0,-8-3 0,6 13 0,-5-4 0,3-1 0,-2 1 0,-6 2 0,-4 2 0,-1 0 0,-1-4 0,0 4 0,0-5 0,-1 5 0,-5-4 0,5 4 0,-14-21 0,5 4 0</inkml:trace>
  <inkml:trace contextRef="#ctx0" brushRef="#br0" timeOffset="1339">2821 1883 8912,'0'10'0,"0"-3"0,6-14 0,0-5 0,-1-3 0,-5-3 0,8 1 0,4 0 0,3 0 0,2-1 0,8 1 0,4 0 0,-2 7 0,2 4 0,0 4 0,5 4 0,1 4 0,-1 11 0,-7 5 0,-4 6 0,-5-1 0,-7 2 0,3 6 0,-9-1 0,-1-1 0,-10 2 0,1-1 0,-13-5 0,5-4 0,-10-2 0,4-4 0,1-2 0,1-1 0,0-5 0,-1-3 0,1-8 0,0 0 0,0 0 0,5-13 0,0-5 0,1-18 0,-6-1 0</inkml:trace>
  <inkml:trace contextRef="#ctx0" brushRef="#br0" timeOffset="1531">3305 1658 8912,'-6'12'0,"1"-1"0,-9 7 0,3 5 0,-3 15 0,3 2 0,-3 3 0,9 3 0,-1 0 0,6 6 0,2 0 0,3 0 0,7-10 0,11-8 0,-2-3 0,8-14 0,0-3 0,5-14 0,-5-2 0,0-4 0,0-19 0,5-11 0</inkml:trace>
  <inkml:trace contextRef="#ctx0" brushRef="#br0" timeOffset="1698">3686 1918 8912,'7'17'0,"-5"0"0,4 1 0,-4-1 0,-2 0 0,0 0 0,0 1 0,0 1 0,0 4 0,0-4 0,0 4 0,0-4 0,0 5 0,0-1 0,0 0 0,0-6 0,6 0 0,1 1 0,3-1 0,2 0 0,5-7 0,0-5 0,-1-5 0,-3-5 0,-1-7 0,-9-11 0,13-11 0,-7-11 0</inkml:trace>
  <inkml:trace contextRef="#ctx0" brushRef="#br0" timeOffset="1931">3668 1485 8912,'-9'8'0,"-1"0"0,4 3 0,4 5 0,-3-5 0,3-3 0,-6 7 0,6-11 0,-4 8 0,5-9 0,2 5 0,5-8 0,-4 0 0,6-2 0,-8-4 0,0-5 0,0-5 0,0 5 0,0-1 0,0 1 0,0-6 0,0 5 0,0 1 0,-8 7 0,4-10 0,-7 9 0,7-3 0,-2 2 0,4 4 0,-5-13 0,-3 5 0</inkml:trace>
  <inkml:trace contextRef="#ctx0" brushRef="#br0" timeOffset="2140">3962 1157 8912,'10'-18'0,"-2"7"0,-8-1 0,0 9 0,2-3 0,3 12 0,-3 9 0,4 8 0,-4 8 0,-2-2 0,0 3 0,8 3 0,-5-1 0,9 1 0,-6 0 0,5-1 0,-7 1 0,2-1 0,2-7 0,-3-4 0,1-4 0,-14-9 0,-1-2 0</inkml:trace>
  <inkml:trace contextRef="#ctx0" brushRef="#br0" timeOffset="2315">3720 1209 8912,'0'-18'0,"0"1"0,0 0 0,0 5 0,0 1 0,0 5 0,0-6 0,2 7 0,4-7 0,9 8 0,8-1 0,14-3 0,-3 2 0,13-5 0,-1 3 0,4-2 0,0 6 0,-4-1 0,-4 3 0,-7-4 0,-1 0 0,1-7 0,-1 3 0</inkml:trace>
  <inkml:trace contextRef="#ctx0" brushRef="#br0" timeOffset="2842">4844 1399 8912,'-17'0'0,"0"0"0,-1 0 0,-1-2 0,-4-4 0,4 4 0,-4-4 0,4 5 0,1 1 0,-5 1 0,0 5 0,0 12 0,6 10 0,2 7 0,3 5 0,-1 6 0,7 12 0,2-2 0,10 7 0,5-7 0,12 2 0,2-12 0,4-6 0,4-5 0,-4-7 0,3-5 0,3-11 0,-2-6 0,-5-12 0,5-6 0,-4-11 0,2-5 0,-3-13 0,-3 3 0,-7-8 0,-7-2 0,1-10 0,-8 4 0,1-3 0,-5 3 0,-5 2 0,-7 8 0,-11 3 0,-4 1 0,-8 5 0,-5 7 0,0 16 0,5-1 0,6 7 0,6 2 0,-5 10 0,12 9 0,-1 8 0,11 8 0,0-2 0,4-4 0,2-2 0,0 4 0,8-8 0,2 6 0</inkml:trace>
  <inkml:trace contextRef="#ctx0" brushRef="#br0" timeOffset="2986">4602 1814 8912,'0'17'0,"0"-7"0,2-4 0,4-12 0,5-4 0,12-7 0,4 0 0,8-1 0,5-7 0,3-3 0,1-5 0,-6-2 0,4 1 0,-7-1 0,0-7 0,-1-2 0</inkml:trace>
  <inkml:trace contextRef="#ctx0" brushRef="#br0" timeOffset="3202">4983 811 8912,'17'0'0,"0"0"0,2 8 0,5 3 0,-3 6 0,7 6 0,9 8 0,9 15 0,2 10 0,-2 19 0,2 10-250,-27-40 1,-1 2 0,0 3 0,-2 2 249,-3-1 0,-1 1 0,-2 0 0,-1 0 0,-4 3 0,-3 0 0,0-3 0,-4-1 0,-11 47 0,3-47 0,-3 0 0,-5-1 0,-3-2 0,-1 0 0,-2-2 0,-1 1 0,0-1 0,-3 1 0,0 0 0,-2-1 0,-2 0 0,0-3 0,-1-1 0,-6-1 0,-1 0 0,0-3 0,1-1 0,0 0 0,1-1 0,0 0 0,1-1 0</inkml:trace>
  <inkml:trace contextRef="#ctx0" brushRef="#br0" timeOffset="3618">573 1693 8912,'0'-27'0,"-2"2"0,-2 0 0,-4-2 0,-1 0 0,3-5 0,-5 3 0,-1 4 0,-5 2 0,-6 5 0,0 7 0,-8 3 0,2 8 0,-9 16 0,-3 7 0,-7 17 0,2 12 0,-4 17 0,2 16 0,8 5-248,18-37 0,3 1 0,9-1 0,3 2 248,-2 7 0,1 3 0,2 6 0,2 2-312,2 4 1,4 2 0,8 3 0,3 1 311,3-2 0,3-1 0,4 3 0,4-1 0,3-3 0,3-2 0,0-2 0,3-4 0,3-8 0,3-5 0,-1-6 0,1-4-130,-5-11 0,1-5 1,44 20 129,-1-17 0,11-16 0,6-13 0,-47-9 0,0-2 0,1-3 0,0-1 0,3 0 0,-1-1 0,1-4 0,0-1 0,0 0 0,-1 1 0</inkml:trace>
  <inkml:trace contextRef="#ctx0" brushRef="#br0" timeOffset="4085">5640 430 8912,'6'-36'0,"1"-2"0,1-5 0,2 1 0,-1 0 0,5 3 0,1 3 0,2 1 0,1 3 0,-1 3 0,2 6 0,4 11 0,-4-1 0,4 7 0,-3 2 0,-3 10 0,6 3 0,0 9 0,8 7 0,-2 4 0,-4 3 0,-2 3 0,-4 1 0,-2 5 0,-7 3 0,-4 6 0,-5-4 0,-14 4 0,-6-6 0,-6 0 0,2 0 0,-6-3 0,8-10 0,-2 3 0,3-11 0,5 2 0,4-8 0,5 1 0,6-3 0,6-3 0,13-5 0,15-7 0,16-2 0,14-3 0,9 1 0,2-8 0,0 1 0,-6-7 0,-8 7 0,-3-1 0,-20 9 0,-9-3 0,-8 4 0,-3 2 0,-11 0 0,-7 0 0,-15 0 0,-12 0 0,-8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28.0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1 362 8912,'0'11'0,"0"1"0,0-8 0,0 4 0,0-8 0,0 0 0,8 0 0,7-8 0,8-4 0,16-9 0,1-2 0,10-10 0,7-1 0,3-1 0,3-5 0,3 3 0,-9 3 0,5 1 0,-10 4 0,-6 4 0,-17 8 0,-4 7 0,-14 5 0,1 10 0,-8 13 0,1 11 0,-8 3 0,-3 3 0,-6 9 0,6 8 0,-5 0 0,5 5 0,-7 3 0,1-2 0,3 7 0,-3-2 0,1 3 0,-7-3 0,1 2 0,0-7 0,-1 2 0,1-3 0,0-12 0,-1-5 0,1-6 0,0-11 0,1-5 0,5-7 0,-4-7 0,11 2 0,-8-12 0,6-11 0,-5-12 0,7-4 0,-19-9 0,4-2 0</inkml:trace>
  <inkml:trace contextRef="#ctx0" brushRef="#br0" timeOffset="182">174 379 8912,'0'12'0,"0"-1"0,2 1 0,4 5 0,5 10 0,12 8 0,6 11 0,11 17 0,5 1 0,6 10 0,1 5-161,0 2 0,-23-40 1,0 1-1,27 36 161,-7-8 0,-4-9 0,-18-17 0,5-9 0,-5-10 0</inkml:trace>
  <inkml:trace contextRef="#ctx0" brushRef="#br0" timeOffset="592">1333 1296 8912,'9'17'0,"-7"-5"0,-8-1 0,-7-7 0,1 2 0,-3 3 0,0-5 0,3 8 0,-3 7 0,3 10 0,4 11 0,3 6 0,3 4 0,2 2 0,7 6 0,5-1 0,11 1 0,6-6 0,-2-10 0,2-7 0,-1-8 0,7-10 0,-2-7 0,-5-5 0,-1-10 0,-4-7 0,-1-11 0,6-6 0,-6-9 0,1-3 0,-4-5 0,-2 6 0,-7-8 0,-5 2 0,-3-2 0,-2 2 0,-7 1 0,-5 5 0,-11 4 0,-6-5 0,-3 7 0,-3 5 0,0 0 0,1 12 0,1-3 0,4 15 0,-1-1 0,7 6 0,7 0 0,9 2 0,7 4 0,0-3 0,0 9 0,7-2 0,5 1 0,3-3 0,2-8 0,1 7 0,-1 3 0</inkml:trace>
  <inkml:trace contextRef="#ctx0" brushRef="#br0" timeOffset="874">1229 1659 8912,'-25'35'0,"6"-9"0,-4-3 0,3-3 0,3-3 0,5-7 0,1-5 0,7-3 0,-2-2 0,12 0 0,11 0 0,12 0 0,6-2 0,5-3 0,4-5 0,8-7 0,0-6 0,0 0 0,-2-6 0,-4 6 0,2-2 0,-8 2 0,1 2 0,-7-8 0,-1 9 0,-4 3 0,-10 2 0,-7 9 0,-9-7 0,5 11 0,-16-6 0,-1 8 0,-8 8 0,-1-6 0,7 5 0,-1-7 0,1 0 0,-14-7 0,-2-3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29.94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0 8912,'0'17'0,"0"1"0,-2-3 0,-3-1 0,-7-3 0,4-7 0,-7 4 0,13-8 0,-5 0 0,8 0 0,5 0 0,11 0 0,12 0 0,8-2 0,9-4 0,0 4 0,14-6 0,-3 3 0,1-1 0,0-6 0,-7 6 0,-12 1 0,-5 5 0,-11 0 0,2 0 0,-15 0 0,-4 0 0,-12 0 0,-4 5 0,-7 1 0,-6 8 0,0-3 0,-6 5 0,6 1 0,-8-8 0,5 7 0,-9-7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30.11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1 174 8912,'17'35'0,"-2"-3"0,-1-5 0,-3-10 0,-5-1 0,6-10 0,-1-1 0,7-5 0,1-2 0,4-3 0,4-5 0,7-7 0,1-6 0,-1-2 0,1 0 0,0 0 0,-3 2 0,-3 5 0,-10 3 0,-7 3 0,-8-3 0,1 4 0,-3-13 0,-9-2 0,-3-9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32.059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35 156 8912,'12'0'0,"-1"-1"0,1-5 0,-1-4 0,1 1 0,-3-7 0,3 5 0,1-5 0,-7-1 0,6 5 0,-6 1 0,7 1 0,-1-1 0,3-3 0,2 9 0,0 1 0,1 2 0,5 4 0,0 3 0,2 5 0,-2 7 0,-4 3 0,4 3 0,-4 4 0,-1 7 0,-7 7 0,1-1 0,-8 8 0,1-2 0,-5 4 0,-5 2 0,-11 5 0,-7 1 0,-8 0 0,3-6 0,-5-2 0,-2-4 0,1 2 0,-1-8 0,3-5 0,3-6 0,-2-8 0,8 2 0,0-12 0,6-5 0,-1-4 0,3-4 0,3-4 0,5-5 0,7-12 0,0 2 0,0-8 0,0-2 0,0-9 0,5 3 0,1-3 0,2 3 0,-2 3 0,-3-1 0,9 0 0,-8 7 0,2-1 0,1 13 0,-1-1 0,8 11 0,-3 1 0,6 7 0,6 9 0,4 3 0,8 14 0,1 7 0,5 5 0,3 1 0,8-7 0,2 7 0,3-1 0,-3-7 0,4-10 0,-6-4 0,-6-2 0,2-7 0,-8-4 0,-1-5 0,-11-1 0,-10-7 0,-3-3 0,-5-7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32.72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468 571 8912,'-8'-17'0,"4"-1"0,-7 1 0,-3 0 0,-1 7 0,-2-5 0,-1 3 0,1 5 0,0 1 0,-8 6 0,-4 6 0,-4 13 0,-1 15 0,-1 18 0,1 17 0,1 8-274,4 10 1,4 7 273,8 4 0,9-43 0,1 1-211,1 4 1,0 1-1,-1 2 1,1-1 210,2 2 0,2-1 0,-1-3 0,0-1 0,3-6 0,0-2 0,0 35 0,0-11 0,8-15 0,3-20 0,5-11 0,9-15 0,-6-7 0,4-7 0,-10-4 0,-1-7 0,7-16 0,8-17 0</inkml:trace>
  <inkml:trace contextRef="#ctx0" brushRef="#br0" timeOffset="425">451 1072 8912,'9'0'0,"1"0"0,-4 0 0,-4 8 0,3 4 0,-3 3 0,-2 2 0,6 8 0,0 4 0,7 6 0,-1 5 0,-3-2 0,3 9 0,3-9 0,3 2 0,5-11 0,-6-6 0,-4-4 0,10-1 0,-13-9 0,7-3 0,-3-12 0,3-5 0,-2-12 0,-1-6 0,-3-4 0,-7-1 0,4-3 0,-8-3 0,6 3 0,-1-3 0,1 3 0,-6 3 0,0 1 0,0 4 0,0-1 0,0 7 0,0 7 0,0 9 0,0 16 0,0 8 0,6 16 0,0 13 0,7 12 0,-1 5 0,3 4 0,2 3 0,1-7 0,-1 0 0,-7-1 0,-5 1 0,3-9 0,-2-8 0,-2-7 0,-10 1 0,-6-11 0,-11-6 0,-4-4 0,-7-2 0,1-7 0,4-4 0,-1-4 0,7-2 0,-1 0 0,7-2 0,0-4 0,0-4 0,5-7 0,1 0 0,7-6 0,-2 0 0,4-6 0,2 6 0,0-8 0,8 12 0,1-6 0</inkml:trace>
  <inkml:trace contextRef="#ctx0" brushRef="#br0" timeOffset="633">1229 1487 8912,'9'10'0,"-1"-2"0,-8-6 0,0 3 0,6-1 0,0 8 0,-1-1 0,-5 7 0,0-1 0,0 0 0,0 0 0,0 8 0,0-3 0,0 6 0,6-5 0,0 6 0,2-8 0,-3 2 0,-3-9 0,4-3 0,4 1 0,-1-6 0,9-12 0,-9-4 0,7-22 0,-7 5 0</inkml:trace>
  <inkml:trace contextRef="#ctx0" brushRef="#br0" timeOffset="875">1333 986 8912,'-18'-17'0,"1"-1"0,0 3 0,-1 3 0,1 7 0,8 3 0,-7 2 0,5 0 0,3 2 0,2 3 0,-3 5 0,7 7 0,-4 1 0,4-7 0,2 1 0,0-8 0,8 11 0,-6-13 0,5 6 0,-7-8 0,0-2 0,0-4 0,0 4 0,0-6 0,0 1 0,0 5 0,8-6 0,-6 8 0,13 8 0,-5 1 0</inkml:trace>
  <inkml:trace contextRef="#ctx0" brushRef="#br0" timeOffset="1084">1748 1384 8912,'17'15'0,"0"-3"0,1 3 0,-1-13 0,0 4 0,0-6 0,1-6 0,-1 2 0,0-8 0,1 3 0,-1-3 0,0-3 0,0 3 0,-5 3 0,-1-3 0,-7 8 0,4-3 0,-6 1 0,4 0 0,-4 0 0,13-1 0,-5-10 0,7-10 0</inkml:trace>
  <inkml:trace contextRef="#ctx0" brushRef="#br0" timeOffset="1350">2422 1124 8912,'10'-7'0,"-1"3"0,-3-8 0,4 6 0,7-3 0,0 1 0,8-5 0,2 11 0,10-4 0,3 4 0,-4 2 0,9 2 0,-5 4 0,-5 3 0,-1 9 0,-1-1 0,-10 2 0,-2 4 0,-9-2 0,-7 8 0,-3-2 0,-2 2 0,-7 4 0,-9-7 0,-7 9 0,-8 0 0,3-1 0,-5-5 0,-2 0 0,1-8 0,-1 2 0,2-6 0,5-3 0,5-3 0,3-7 0,11-4 0,1-9 0,8-9 0</inkml:trace>
  <inkml:trace contextRef="#ctx0" brushRef="#br0" timeOffset="1567">2889 934 8912,'0'17'0,"0"-5"0,0-1 0,0 3 0,0 1 0,0 3 0,0 5 0,0 0 0,-6 9 0,0 3 0,1-1 0,5 7 0,0 3 0,0-6 0,2 7 0,3-3 0,5-2 0,7-5 0,-5-8 0,-1-4 0,1-12 0,5 3 0,0-8 0,6-8 0,1-10 0,6-11 0,-3-4 0</inkml:trace>
  <inkml:trace contextRef="#ctx0" brushRef="#br0" timeOffset="1725">3321 1263 8912,'0'27'0,"0"-4"0,-2-4 0,-3-2 0,3 0 0,-4 1 0,4 5 0,2 0 0,0 2 0,0-2 0,0-2 0,0 8 0,0-6 0,0 6 0,2-8 0,4 2 0,-2 2 0,7-2 0,-7 0 0,2-6 0,3-7 0,1-2 0,7-16 0,0-2 0</inkml:trace>
  <inkml:trace contextRef="#ctx0" brushRef="#br0" timeOffset="1959">3218 727 8912,'-6'-12'0,"0"0"0,-2 9 0,3-3 0,3 4 0,-14 2 0,14 8 0,-13 1 0,13 3 0,-4-1 0,4-5 0,2 6 0,0-9 0,0 5 0,0-8 0,0 0 0,0-8 0,0 7 0,0-9 0,0 4 0,0 4 0,8-13 0,2 5 0</inkml:trace>
  <inkml:trace contextRef="#ctx0" brushRef="#br0" timeOffset="2168">3546 484 8912,'17'18'0,"-7"-7"0,-4 1 0,1-1 0,-1 7 0,0 1 0,-6 4 0,0 4 0,0 7 0,0 9 0,0 3 0,-2-2 0,-4 2 0,4-6 0,-3 7 0,-3-9 0,2 2 0,0-5 0,6-6 0,-7-12 0,5-9 0,-14-8 0,7 0 0</inkml:trace>
  <inkml:trace contextRef="#ctx0" brushRef="#br0" timeOffset="2352">3477 536 8912,'-15'-11'0,"3"-1"0,-1 1 0,7-7 0,-6 7 0,7-1 0,1-1 0,4 3 0,5-1 0,-1 5 0,8-6 0,7 9 0,10-3 0,0-2 0,5 2 0,-3 1 0,17 5 0,-8 0 0,7 0 0,-7 0 0,6 0 0,-6 0 0,1 2 0,-7 3 0,5-3 0,-5 4 0,-3 4 0,-6-1 0,2 9 0</inkml:trace>
  <inkml:trace contextRef="#ctx0" brushRef="#br0" timeOffset="2696">4203 917 8912,'-11'9'0,"-1"-3"0,6-2 0,-5 2 0,-1-4 0,-5 11 0,0-7 0,5 7 0,1-1 0,1 11 0,-1 6 0,-3 5 0,8 7 0,-5 3 0,5 8 0,0 5 0,8 3 0,4 1 0,4-11 0,7 2 0,0-11 0,0-1 0,1-11 0,-1-6 0,0-12 0,6-3 0,0-8 0,6-10 0,-6-7 0,2-8 0,-2-9 0,-3-3 0,3-3 0,-4-4 0,-2-8 0,-1 4 0,-5-4 0,3 9 0,-9-8 0,-1 8 0,-10-3 0,3 8 0,-9-3 0,-1 11 0,-11 1 0,5 10 0,-4 1 0,-2 9 0,2 9 0,0 0 0,6 0 0,0 7 0,-1 5 0,3 9 0,3 2 0,-3 0 0,13 2 0,-6 2 0</inkml:trace>
  <inkml:trace contextRef="#ctx0" brushRef="#br0" timeOffset="2879">3996 1366 8912,'17'0'0,"0"0"0,3-7 0,3-5 0,3-3 0,9-3 0,2-1 0,3-4 0,-2 4 0,8-4 0,-7 2 0,-1 0 0,-7-2 0,2 0 0,-16 3 0,0-3 0,1-4 0,-16-7 0,5-1 0</inkml:trace>
  <inkml:trace contextRef="#ctx0" brushRef="#br0" timeOffset="3104">4480 0 8912,'23'0'0,"0"0"0,0 0 0,-6 0 0,1 8 0,-1 3 0,8 12 0,4 6 0,3 14 0,3 8 0,2 11 0,3 13 0,-4 13-197,-15-36 1,-1 0 0,-4 0 0,-2 0 196,2 2 0,-3 1 0,-2-3 0,-2 0 0,8 46 0,-8-6-153,-9-11 1,0-4 152,0-8 0,-7 0 0,-5 0 0,-11-1 0,-6-5 0,-3-5 0,-3-12 0,-7-12 0,1-5 0,-10-12 0,-9-7 0,-5-6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39.195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52 796 8912,'-7'17'0,"-5"-1"0,-1-3 0,1-1 0,4-9 0,8 5 0,8-8 0,4 0 0,5 0 0,6 0 0,-2 0 0,8 0 0,0 0 0,5 0 0,1 0 0,-1 0 0,-5-2 0,0-4 0,-2 5 0,2-5 0,-4 4 0,-10 0 0,-3-4 0,-5 4 0,-7-5 0,0 7 0,0 0 0,-7 0 0,5 0 0,-8 0 0,4 0 0,5 0 0,-7 0 0,0-8 0,-1-2 0</inkml:trace>
  <inkml:trace contextRef="#ctx0" brushRef="#br0" timeOffset="367">692 485 8912,'17'0'0,"1"0"0,-7-2 0,1-4 0,-6-2 0,5-3 0,1-5 0,5 7 0,0-8 0,-7 5 0,-4 0 0,-5 9 0,7-5 0,2 8 0,7 0 0,0 0 0,1 8 0,-1 3 0,6 10 0,0 2 0,0 8 0,-6-2 0,6 4 0,0 1 0,1 1 0,-7-1 0,-8 1 0,-3 0 0,-4-7 0,-2 1 0,-2-2 0,-4 2 0,-5-4 0,-12-8 0,2-5 0,-8-1 0,6-1 0,-6 1 0,6-3 0,-6-8 0,8 0 0,-2 0 0,4 0 0,1 0 0,9 0 0,1-8 0,8-3 0,2-5 0,4-1 0,3-8 0,16-2 0,2-7 0</inkml:trace>
  <inkml:trace contextRef="#ctx0" brushRef="#br0" timeOffset="625">1453 294 8912,'0'-17'0,"0"0"0,-8 5 0,-3 1 0,-1 7 0,-5-2 0,2 8 0,-14 10 0,0 7 0,-6 15 0,1 11 0,-1 7 0,3 1 0,3 11 0,4-3 0,7 3 0,9 3 0,3-4 0,4-11 0,2-6 0,14-9 0,3-8 0,12-10 0,0-8 0,5-7 0,6 2 0,3-12 0,3-5 0,4-5 0,-4-1 0,-4-2 0,-1-4 0,1 2 0,-2-8 0,1 0 0,-7-6 0</inkml:trace>
  <inkml:trace contextRef="#ctx0" brushRef="#br0" timeOffset="824">1851 623 8912,'0'10'0,"0"5"0,0-5 0,0 1 0,0 1 0,0-1 0,0 7 0,0-1 0,0 6 0,0 0 0,0 8 0,0-3 0,0 3 0,0-2 0,0 4 0,0-4 0,0 3 0,0 3 0,7-8 0,5-4 0,-2-6 0,1-5 0,-5-7 0,5-10 0,1-13 0,5-9 0</inkml:trace>
  <inkml:trace contextRef="#ctx0" brushRef="#br0" timeOffset="1067">1989 18 8912,'-10'7'0,"-3"-3"0,7 8 0,-7-3 0,1 3 0,3 1 0,-3-7 0,6 2 0,-5-2 0,7-4 0,-4 5 0,8-7 0,0 0 0,6-2 0,0-3 0,7-5 0,-9-7 0,8-1 0,-8 7 0,1-1 0,-3 7 0,-2-7 0,0 8 0,-2-4 0,-3 8 0,3 0 0,-14 0 0,7 0 0,-9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42.1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191 1 8912,'27'10'0,"-6"-7"0,-8-6 0,-5 4 0,-8 5 0,0 11 0,0 18 0,0 19 0,0 15 0,8 19 0,-3-31 0,1 2 0,-1 1 0,0 1 0,0 6 0,-1 0-643,0 0 1,0-1 642,-1 0 0,0 0 0,-3 3 0,0-1 0,0-3 0,0-1 0,0-6 0,0-1-60,0 39 1,-2-27 59,-4-11 0,-11-10 0,-12-2 0,-11-15 0,-6-3 0,-6 3 0,-6-8 0,-3-4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41.86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208 308 8912,'7'-12'0,"5"1"0,-3-1 0,1-5 0,-2 0 0,-1 5 0,-1 1 0,-4-7 0,4-5 0,-4 0 0,-2 6 0,6 0 0,-1-1 0,1 1 0,-6 0 0,0-1 0,0 1 0,0 6 0,0-1 0,0 8 0,-6 0 0,1 16 0,-9 11 0,3 23 0,-11 16 0,-1 18 0,6 14-226,10-42 0,3 0 0,1 1 1,2 2 225,-2 5 0,0 1 0,2 2 0,0 1 0,1 7 0,0 2 0,1-3 0,0 0 0,1 2 0,2 0 0,0-6 0,3-1 0,4-4 0,1-1 0,1-5 0,1-3 0,21 35 0,1-16 0,5-31 0,3-9 0,8-19 0,7-9 0,5-14 0,-3-3 0,3-14 0,-1-1 0</inkml:trace>
  <inkml:trace contextRef="#ctx0" brushRef="#br0" timeOffset="1219">35 654 8912,'11'0'0,"1"0"0,-8 0 0,5 0 0,-3 0 0,-4 0 0,6 0 0,-8 0 0,0 0 0,0 7 0,-2-5 0,-4 4 0,4-4 0,-6-2 0,1 8 0,5-6 0,-6 5 0,8-7 0,0 0 0,0-7 0,0 3 0,0-8 0,0 8 0,0-3 0,0-1 0,-2 6 0,-4-4 0,4 4 0,-13 2 0,13 0 0,-6 0 0,1 8 0,5-6 0,-6 6 0,8-8 0,0 0 0,0-8 0,0 6 0,0-6 0,0 8 0,0 0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53.608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208 363 8912,'-18'18'0,"1"-3"0,-2-1 0,-4-3 0,4-7 0,-4 5 0,11-3 0,-3-4 0,3 4 0,-3-4 0,-3-2 0,9 0 0,1 0 0,8 0 0,0-8 0,8-1 0,3-9 0,10 5 0,3-4 0,6 1 0,-1-13 0,10 6 0,1-6 0,6 1 0,-6-7 0,8 2 0,-2 5 0,4-5 0,2 4 0,-7-2 0,-5 3 0,-4 4 0,-1 13 0,-2 3 0,-5 8 0,-4 2 0,-13 4 0,2 7 0,-7 16 0,0 10 0,-6 18 0,0 7 0,0 11 0,0 3-273,0 9 1,-8 5 272,-3 0 0,1-7 0,-1-10 0,5-4-9,-6-2 0,7-9 9,-7-8 0,8-10 0,-2-13 0,3-4 0,-3-8 0,4-8 0,-6-3 0,8-12 0,0 3 544,0-9-544,0 8 0,0-11 9,0 3 1,0-3-10,0-2 0,6-3 0,0-3 0,0 2 0,-6-8 0,-16-7 0,-3-8 0</inkml:trace>
  <inkml:trace contextRef="#ctx0" brushRef="#br0" timeOffset="217">138 363 8912,'0'-17'0,"-1"2"0,-5 3 0,4 3 0,-4 3 0,4 4 0,4 2 0,4 11 0,11 16 0,12 14 0,11 7 0,6 21 0,10-2-324,2 14 0,7-6 324,-33-35 0,0 0 0,27 33 0,-1 2 0,-6-11-31,-6-7 0,-10-18 31,-7-10 0,-14-10 0,3-8 0,-7 1 0,1-12 0,-20-4 0,-11-13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56.10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85 959 8912,'-6'11'0,"-1"1"0,-3 1 0,-1-5 0,-1 0 0,0-8 0,9 0 0,-13 0 0,14-2 0,-3-4 0,10-4 0,-1-1 0,8-1 0,1 9 0,10-3 0,-2-2 0,8 2 0,0 1 0,6 5 0,-1 0 0,1 0 0,-1 0 0,1 0 0,0 7 0,-1 5 0,-7 5 0,-4 6 0,-6-2 0,-5 8 0,-4 0 0,-8 5 0,-2 7 0,-4-1 0,-6 2 0,-11-1 0,-2-5 0,-3 5 0,-3-7 0,8-5 0,0-4 0,5-8 0,1 1 0,7-11 0,5-7 0,3-9 0,2-14 0,7-6 0,5-12 0,3-3 0,10-15 0,2-3 0</inkml:trace>
  <inkml:trace contextRef="#ctx0" brushRef="#br0" timeOffset="198">535 838 8912,'11'-6'0,"1"0"0,-8 0 0,1 6 0,-10 0 0,1 0 0,-8 0 0,3 14 0,-3 3 0,-3 14 0,3 4 0,5 1 0,1 10 0,4-5 0,2 5 0,2-2 0,4 2 0,3-4 0,8-7 0,8-8 0,4-4 0,4-6 0,2-5 0,-7-7 0,1-10 0,4-13 0,1-11 0,3-9 0,-14-2 0,0-8 0,-6 2 0,1-4 0,-1-2 0</inkml:trace>
  <inkml:trace contextRef="#ctx0" brushRef="#br0" timeOffset="389">673 319 8912,'12'17'0,"-1"1"0,-7-1 0,2 0 0,-4 0 0,-2 1 0,5 9 0,1 7 0,6 3 0,-7 9 0,9-6 0,-3 6 0,5-1 0,1 1 0,0-4 0,1-8 0,-3 1 0,-3 0 0,3-1 0,-13-15 0,6-3 0,-8-16 0</inkml:trace>
  <inkml:trace contextRef="#ctx0" brushRef="#br0" timeOffset="590">448 544 8912,'-11'-12'0,"-1"1"0,3-1 0,-3-5 0,6-2 0,12-4 0,6-10 0,11-7 0,11-8 0,12 1 0,4-2 0,2-3 0,8 7-122,3 5 0,3 6 122,-3 5 0,-5 9 0,-12 9 0,-4 9 0,-9 2 0,-5 10 0,-10 13 0,-3 4 0,-5 7 0</inkml:trace>
  <inkml:trace contextRef="#ctx0" brushRef="#br0" timeOffset="991">1244 613 8912,'0'17'0,"0"1"0,0-1 0,0 0 0,0 0 0,7-1 0,5-5 0,3 5 0,3-5 0,1 5 0,4 1 0,-2-6 0,8 1 0,-6-8 0,6 2 0,0-5 0,5-1 0,1-1 0,-1-5 0,1-10 0,-1-7 0,-5-5 0,0 4 0,-13-6 0,1 1 0,-11-4 0,-1-1 0,-3-3 0,-2-3 0,0 9 0,0-4 0,-2 12 0,-3 0 0,-5 4 0,0 2 0,3 17 0,7 11 0,0 14 0,0 16 0,7 9 0,5 7 0,9 14 0,2-1 0,2 5 0,-2-1 0,-4-8 0,4 3 0,-3-4 0,-3 4 0,-7-5 0,-5-1 0,-5-9 0,-5-2 0,-7-8 0,-11-9 0,-6-6 0,-11-1 0,-4-6 0,-8 1 0,-2-4 0,-4-2 0,1-7 0,-13-5 0,13-3 0,-7-2 0,16-15 0,6-4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2:58.43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0 189 8912,'0'-17'0,"0"7"0,0-5 0,0 13 0,0-8 0,0 5 0,0 3 0,0-6 0,0 16 0,0 3 0,8 5 0,3 1 0,5 2 0,1 4 0,0-2 0,1 8 0,-1-8 0,0 2 0,6-3 0,0-3 0,0-6 0,-5 1 0,-1-8 0,0 2 0,1-12 0,-1-6 0,4-5 0,-4-6 0,3 2 0,-15-8 0,1 0 0,-6-5 0,0 1 0,0 4 0,-2-2 0,-4 8 0,-3-2 0,-9 2 0,7 10 0,-1-5 0,9 13 0,-5-1 0,8 12 0,0 5 0,0 12 0,10 14 0,7 15 0,8 1 0,9 11 0,9 5 0,3 6 0,4 6-250,2-6 1,-2 0 249,-4-6 0,2-2 0,-8-4 0,-9-5 0,-14-12 0,-7-4 0,-10-7 0,-2 3 0,-4-3 0,-11 3 0,-12-9 0,-4 2 0,-1-2 0,-7-6 0,1-12 0,0-3 249,5-8 1,-5-2-250,-1-4 0,-7-5 0,2-12 0,4 0 0,2-12 0,3 4 0,2-9 0,9 4 0,2 1 0,7 0 0,6 1 0,3 7 0,8 4 0,8-2 0,3 2 0,6-2 0,7 2 0,2-4 0,9-8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3:00.49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35 243 8912,'-8'9'0,"4"-1"0,-7-8 0,7 0 0,-4 0 0,8-2 0,0-4 0,2 2 0,4-7 0,3-1 0,9-5 0,1 0 0,4-1 0,-2 1 0,8 0 0,-6 0 0,6-1 0,-6 1 0,6 0 0,-2 1 0,1 5 0,5-5 0,-4 5 0,-2 3 0,2 2 0,-8 5 0,2 1 0,-12 1 0,-5 5 0,-4 4 0,-2 7 0</inkml:trace>
  <inkml:trace contextRef="#ctx0" brushRef="#br0" timeOffset="233">190 710 8912,'0'26'0,"0"-1"0,0-7 0,0-9 0,0-1 0,0-10 0,0-4 0,8-1 0,4-5 0,7-9 0,10 4 0,1-10 0,17 4 0,-1-8 0,6 2 0,3-2 0,-3 3 0,2-3 0,-14 8 0,-1 2 0,-10 9 0,3-3 0,-13 13 0,-1-4 0,-13 12 0,-3 3 0,-2 9 0,-5 5 0,-1 0 0,-8 0 0,3-6 0,-4 0 0,-10-7 0,-2-2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3:02.244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1799 70 8912,'17'0'0,"1"0"0,-7 0 0,1 0 0,-9 0 0,5-2 0,-8-4 0,0 2 0,0-7 0,0 5 0,0-5 0,0 7 0,0-12 0,0 14 0,-2-5 0,-4 7 0,-5 4 0,-12 7 0,-6 3 0,-11 14 0,-5 9 0,-6 9 0,-1 4 0,0 2 0,0 2-141,0 3 1,0-3 140,0 4 0,2-4 0,4-3 0,6-6 0,11-5 0,2-4 0,4-1 0,12-8 0,-1-4 0,8-10 0,4-1 0,0-8 0,8 4 0,3-8 0,7 0 140,5 0 1,4-2-141,7-4 0,1-4 0,-1-7 0,7 0 0,-1-1 0,8-1 0,-2-4 0,2 6 0,-2-1 0,-3 3 0,-9 9 0,1 1 0,-1 5 0,-7 0 0,-4 0 0,-5 7 0,-7 5 0,-3 11 0,-8 6 0,-4 3 0,-7 3 0,-9 7 0,-14 4 0,-3 4 0,-3 2 0,9 0 0,-3 0 0,9-6 0,-4 0 0,13-7 0,-1 1 0,11-11 0,1-6 0,5-4 0,5-2 0,13-7 0,10-4 0,13-4 0,5-2 0,12-8 0,5-4 0,4-9 0,2-2 0,-7-8 0,-4 3 0,-7-7 0,-4-5 0,-3 3 0,-4-3 0,-5 5 0,-1 6 0,-1-1 0,-10 7 0,-2 0 0,-9 5 0,-5 9 0,-7 1 0,0 8 0,0 0 0,-7 0 0,3 0 0,-8 0 0,1 0 0,-7 0 0,-14 0 0,-5 0 0</inkml:trace>
  <inkml:trace contextRef="#ctx0" brushRef="#br0" timeOffset="667">35 1073 8912,'0'-17'0,"0"-1"0,0 7 0,0-1 0,8-5 0,3-6 0,7-2 0,5 2 0,4 2 0,7-8 0,6 2 0,1-2 0,-1 6 0,-5 12 0,-6-3 0,-1 8 0,-6 1 0,1 5 0,-4 2 0,-2 3 0,0 13 0,1 10 0,-9 9 0,-3 9 0,-4 2 0,-2 16 0,0 1 0,0 10 0,0-4 0,0 4 0,-8-4 0,-3-2 0,-5-7 0,-1-5 0,6-11 0,-1-5 0,1-7 0,-7-5 0,7 2 0,-1-8 0,1-2 0,-7-9 0,1-5 0,0-9 0,-1-3 0,-5-15 0,0-14 0,0-9 0,6-8 0</inkml:trace>
  <inkml:trace contextRef="#ctx0" brushRef="#br0" timeOffset="867">0 1021 8912,'10'10'0,"4"-1"0,-9-3 0,1-4 0,0 13 0,0-3 0,7 3 0,-1 3 0,11 6 0,5 5 0,5 4 0,2 2 0,1-1 0,5 1 0,-5 5 0,4 0 0,-3 1 0,-2-7 0,-3 1 0,-3 0 0,-4-3 0,-8-3 0,-7-4 0,-4-8 0,-4 1 0,-10-9 0,-2-1 0</inkml:trace>
  <inkml:trace contextRef="#ctx0" brushRef="#br0" timeOffset="1335">692 1713 8912,'8'9'0,"-6"-1"0,6-8 0,-8 0 0,0 0 0,7 0 0,-3 2 0,8 4 0,-3-2 0,3 7 0,3-7 0,-3 2 0,9 1 0,2-1 0,0 0 0,-6-6 0,0 0 0,1 0 0,-1-8 0,0-3 0,-5-5 0,-1-1 0,-7 0 0,2-1 0,2-5 0,-3 0 0,1-2 0,-6 2 0,0 4 0,0-4 0,0 10 0,0 1 0,-2 8 0,-3-2 0,3 5 0,-4 16 0,12 8 0,-3 17 0,9 12 0,-1 14 0,7 8 0,1 9-233,4-2 1,-4 3 232,4 3 0,-3-8 0,-3-4 0,-8-6 0,-3-6 0,-4-9 0,-2-8 0,0-13 0,0 1 0,-8-11 0,-3 0 0,-4-11 0,-3-6 0,-1-4 0,-4-2 0,4 0 232,-4 0 1,-2-2-233,2-4 0,-2-4 0,2-7 0,3 5 0,-3 1 0,10-1 0,1-5 0,9 0 0,-3 0 0,12-1 0,5 1 0,12-16 0,4-3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3:05.81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156 139 8912,'-17'-27'0,"-1"4"0,-5-2 0,0 2 0,2 6 0,9 5 0,-3 8 0,5-3 0,1 7 0,1 1 0,8 5 0,0-2 0,0 8 0,0-9 0,0 13 0,0-5 0,2-1 0,4 2 0,-4-1 0,13-1 0,-5-3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3:04.601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156 477 8912,'-17'17'0,"0"-6"0,0 1 0,-1-6 0,1 3 0,0-1 0,-1-2 0,7-6 0,-1 0 0,8-8 0,-3 6 0,9-13 0,3 3 0,13 5 0,9-3 0,7 4 0,1 4 0,-1-4 0,1 5 0,0 1 0,-1 0 0,1 0 0,-1 7 0,1 5 0,-8-1 0,-4 7 0,-10-3 0,-1 14 0,-8 0 0,0 5 0,-8 1 0,-6 7 0,-15-4 0,-4 9 0,-3-7 0,-3 6 0,2-9 0,3-1 0,1-5 0,8-10 0,1-4 0,9-11 0,7-12 0,4-7 0,12-16 0,3 0 0,10-28 0,2 3 0</inkml:trace>
  <inkml:trace contextRef="#ctx0" brushRef="#br0" timeOffset="184">502 338 8912,'6'12'0,"0"-1"0,0-7 0,-6 6 0,0-5 0,0 5 0,0 7 0,-6 3 0,0 3 0,0 0 0,6 11 0,0-3 0,0 9 0,2 3 0,4-3 0,9 6 0,10-6 0,2-1 0,10-10 0,1 1 0,6-6 0,-1-3 0,5-10 0,-14-3 0,1-8 0,-1-8 0,-5-3 0,4-12 0,1-4 0</inkml:trace>
  <inkml:trace contextRef="#ctx0" brushRef="#br0" timeOffset="325">1004 632 8912,'0'-9'0,"2"-5"0,3 8 0,-3 1 0,6 5 0,-2 2 0,0 3 0,1 7 0,-1 9 0,6 2 0,-5 8 0,7-6 0,-9 4 0,7 1 0,-4-5 0,1 2 0,-5-6 0,10 10 0,-9-8 0,3-2 0,-2-9 0,-4-5 0,5-7 0</inkml:trace>
  <inkml:trace contextRef="#ctx0" brushRef="#br0" timeOffset="492">865 286 8912,'-17'-7'0,"0"-3"0,0-7 0,-1 1 0,3 3 0,3 1 0,-3 1 0,13-6 0,-6-1 0,16 7 0,4-1 0,13 8 0,7-3 0,7-1 0,9 6 0,-2-4 0,-4-1 0,-2 1 0,5-8 0,-1 5 0</inkml:trace>
  <inkml:trace contextRef="#ctx0" brushRef="#br0" timeOffset="843">1211 113 8912,'-7'18'0,"3"-3"0,-6-1 0,2-3 0,3-7 0,5 11 0,0-3 0,0 3 0,0 2 0,2 1 0,3-1 0,-3 0 0,14 1 0,-5-3 0,5-3 0,3 1 0,4-7 0,-4 5 0,4-5 0,-2 0 0,2-6 0,-3 0 0,3 0 0,3-10 0,3-7 0,-4-2 0,-2-10 0,-3 6 0,-3-6 0,-2 0 0,-3-5 0,3-1 0,-3 0 0,-5 9 0,-1 2 0,2-1 0,-2 2 0,7 8 0,-3 21 0,7 11 0,2 18 0,4-1 0,-4 12 0,4 1 0,-1 8 0,1 3 0,-4 0 0,6-7 0,-8 1 0,-5 0 0,-3-2 0,-1-4 0,-2-4 0,-6-7 0,0-6 0,0 0 0,-8-8 0,-4 2 0,-11-4 0,4-3 0,-6-5 0,0-5 0,6-4 0,-6-2 0,8 0 0,-1-10 0,1-7 0,8-8 0,-7-17 0,7-3 0</inkml:trace>
  <inkml:trace contextRef="#ctx0" brushRef="#br0" timeOffset="1042">2128 200 8912,'17'21'0,"0"-4"0,-5 3 0,-1-15 0,-7 9 0,2-3 0,2 5 0,-3 1 0,1 0 0,-6 1 0,2-1 0,2 0 0,2 0 0,7 1 0,-5-1 0,3 0 0,5-1 0,-5-5 0,5 3 0,1-9 0,-5 1 0,-1-6 0,1-8 0,5-3 0,-7-12 0,13-12 0,-4-9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3:13.250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0 675 8912,'0'-17'0,"0"-3"0,0-3 0,0 4 0,0-4 0,0 4 0,0 1 0,2 7 0,4-1 0,3 3 0,9-3 0,5 5 0,0 7 0,10 0 0,1 0 0,3 1 0,9 5 0,-2 10 0,2 7 0,2 9 0,-8 3 0,-1 1 0,-10 11 0,-12-1 0,-11 6 0,-6 5 0,-6 1 0,-11 5 0,-12-5 0,-4 0 0,-1-7 0,-7-6 0,1-5 0,1-11 0,11-6 0,3-6 0,7-5 0,3-7 0,3-10 0,-3-13 0,13-9 0,-6-7 0</inkml:trace>
  <inkml:trace contextRef="#ctx0" brushRef="#br0" timeOffset="215">571 329 8912,'2'-35'0,"4"1"0,-5 1 0,5 4 0,-4 12 0,-8 13 0,1 16 0,-9 15 0,3 19 0,-3 6 0,3 5 0,-3 3 0,8 3 0,1 4 0,5-3 0,2 3 0,3 2 0,5-5 0,7-1 0,2-7 0,5 1 0,2-12 0,9-11 0,0-7 0,-1-10 0,7-7 0,-1-4 0,0-14 0,-5-9 0,-8-16 0,-2-11 0</inkml:trace>
  <inkml:trace contextRef="#ctx0" brushRef="#br0" timeOffset="373">1314 623 8912,'0'35'0,"0"-7"0,0 1 0,0-6 0,0 6 0,0 8 0,0 9 0,2-4 0,4-2 0,-4-3 0,4-3 0,1-1 0,-1-4 0,2-4 0,-2-8 0,-4-7 0,13-3 0,-13-30 0,6-5 0</inkml:trace>
  <inkml:trace contextRef="#ctx0" brushRef="#br0" timeOffset="489">1176 191 8912,'-8'-33'0,"5"10"0,-9-12 0,0 10 0,-5-4 0,8 14 0,3-2 0,-4 11 0,1-2 0,-9 8 0,-7 8 0,-2 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3:12.78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35 208 8912,'-2'25'0,"-4"-8"0,2-7 0,-7-10 0,7 0 0,-4-8 0,14-2 0,0-7 0,7 0 0,-1 0 0,9-7 0,2 1 0,6 0 0,-6 6 0,2 0 0,-2-1 0,-2 1 0,8 0 0,-8 7 0,2 5 0,2-3 0,-2 2 0,2 0 0,-2 6 0,-11 0 0,11 0 0,-14 0 0</inkml:trace>
  <inkml:trace contextRef="#ctx0" brushRef="#br0" timeOffset="165">311 657 8912,'0'27'0,"-5"-7"0,-1-9 0,-2-7 0,2 2 0,5-4 0,-7-4 0,8-4 0,8-4 0,3-7 0,6-8 0,6-4 0,1-5 0,10-7 0,-1 5 0,13-5 0,2 3 0,10-2 0,-5 1 0,5-7 0,-4 0 0,-2-6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31T21:33:15.856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137 982 8912,'0'-17'0,"0"0"0,0-1 0,6-7 0,0-3 0,7-13 0,1-7 0,7-8 0,-4-3 0,1-5 0,-3-1 0,-9 8 0,-1-9 0,-12 18 0,-5-4 0,-11 10 0,-6-4 0,-3 9 0,-3 3 0,2 3 0,5 12 0,5 3 0,3 11 0,11-3 0,3 18 0,12 7 0,-2 12 0,7 17 0,-7 4 0,2 19 0,1-2 0,-1 14 0,0 3-202,-6 3 1,0 1 201,0-13 0,6-6 0,-1-5 0,7-12 0,-6-6 0,7-14 0,-1-20 0,5-6 0,6-12 0,-2-13 0,8-16 0,-2-7 0,2-10 0,2-13 0,-8-4 0,0-4-101,-6 3 1,-7 1 100,-5 0 0,-5 0 0,-5 0 0,-5 1 0,-7 5 0,-3 3 0,-3 9 0,4 8 197,-4 9 1,10 9-198,1 13 0,6 8 0,-5 16 0,5 17 0,-5 23 0,7 15 0,-2 14 0,4 9-212,2 2 0,0-39 0,0 0 212,0-2 0,0 2 0,3 2 0,2 1 0,0-3 0,1 0 0,1-2 0,2-1 0,14 35 0,0-4 0,7-24 0,-5-5 0,6-23 196,-2-14-196,-8-9 0,4-21 0,-8-8 0,6-12 0,2-9 0,2-8 0,-6-11 0,4-5 0,-7-6 0,-9-13 0,-3 4 0,-4 1-151,-10 7 0,-11-2 151,-15 8 0,-11-2 0,-12 7 0,3 5 0,-4 24 0,6 6 314,6 18 1,6 9-315,11 19 0,4 22 0,8 30 0,8-20 0,2 4 0,1 8 0,1 4 0,1 14 0,2 4-1523,4 6 1,2 1 1522,4 1 0,1 0 0,0-4 0,1-1 0,3 1 0,-1-1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811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17536 2699 8912,'-18'0'0,"1"0"0,0 0 0,7 2 0,3 4 0,1 5 0,0 5 0,1 9 0,5 3 0,-2 7 0,-2 5 0,-2 6 0,2 3 0,2 5 0,2 1 0,0 2 0,0-1 0,0-3 0,0-1 0,6-6 0,0-4 0,0-4 0,1-6 0,-3-9 0,8 0 0,-1-4 0,6-1 0,0-9 0,1-3 0,-1-6 0,0-6 0,8-3 0,2-9 0</inkml:trace>
  <inkml:trace contextRef="#ctx0" brushRef="#br0" timeOffset="1">17828 2837 8912,'8'-17'0,"-6"-1"0,3 1 0,-3 6 0,-2-1 0,0 1 0,0 1 0,0 3 0,0 7 0,8-2 0,4-4 0,5-3 0,6-1 0,9-5 0,8 3 0,8-3 0,-2-2 0,-2 0 0,2-1 0,-8 3 0,2 4 0,-9 3 0,-2 8 0,-14 0 0,2 0 0,-5 4 0,-1 7 0,-5 12 0,-4 8 0,-2 3 0,0 10 0,0 8 0,0-1 0,0 7 0,0 1 0,0-2 0,-6 8 0,0-2 0,-5-4 0,5-1 0,0-13 0,6-3 0,0-3 0,0-5 0,0-3 0,0-14 0,0 0 0,0 0 0,0-7 0,0-3 0,0-7 0,-7-7 0,-3-3 0</inkml:trace>
  <inkml:trace contextRef="#ctx0" brushRef="#br0" timeOffset="2">18138 3232 8912,'17'0'0,"10"-5"0,7-1 0,1-8 0,7 3 0,0-2 0,4 1 0,-2-1 0,2 7 0,-8 0 0,2 6 0,-4 0 0,-1 0 0</inkml:trace>
  <inkml:trace contextRef="#ctx0" brushRef="#br0" timeOffset="3">16555 1633 8912,'-27'0'0,"2"2"0,0 2 0,-3 4 0,-5 1 0,-1 7 0,-1 5 0,3 5 0,1 11 0,4 3 0,3 6 0,-3 9 0,8 2 0,5-1 0,5-3 0,3 4 0,8 1 0,4-3 0,5-1 0,4-10 0,3-4 0,6-4 0,5-3 0,4-5 0,1-5 0,2-11 0,5-7 0,2-3 0,9-2 0,5-2 0,1-3 0,-1-7 0,-5-11 0,-8-5 0,-4-13 0,-4-3 0,-1-7 0,-1-1 0</inkml:trace>
  <inkml:trace contextRef="#ctx0" brushRef="#br0" timeOffset="4">16968 1685 8912,'0'-17'0,"0"0"0,0-1 0,-2 9 0,-4 3 0,-2 18 0,-3 5 0,1 17 0,5 0 0,3 18 0,-4 0 0,4 3 0,2-3 0,0 7 0,0 4 0,6 2 0,0-2 0,5-4 0,-5-7 0,5-3 0,-5-3 0,5-4 0,-3-11 0,0-6 0,-1-8 0,-1-11 0,-6 1 0,6-20 0,0-4 0,1-12 0,-1 0 0,-2-9 0,7-2 0,1-6 0,5 6 0,2-2 0,4 2 0,-4 6 0,4-1 0,-2 10 0,2 6 0,-4 8 0,4-1 0,2 10 0,-2 2 0,0 16 0,-6 12 0,0 5 0,1 1 0,-1 1 0,0-1 0,6 6 0,0 0 0,9-2 0,3-9 0,-1 3 0,8-12 0,-7 4 0</inkml:trace>
  <inkml:trace contextRef="#ctx0" brushRef="#br0" timeOffset="5">15901 1324 8912,'-23'-17'0,"0"-1"0,2 1 0,2 0 0,9 9 0,6 10 0,6 14 0,4 10 0,6 15 0,-7 8 0,1 12 0,2 14 0,-6-28 0,-1 3 0,4 5 0,0 1 0,0 5 0,0 2 0,-1 5 0,1 2 0,0 6 0,2 3 0,1 7 0,1 1 0,-1 4 0,1 0-504,-1 0 0,1-1 0,2-2 0,1-2 504,0-11 0,-1-1 0,1 2 0,-1-1 0,-2-3 0,-1-1 0,1 2 0,-1 0 0,1-7 0,0-1 0,-1-5 0,1-3 8,-1-5 1,1-1 0,8 43-9,1-8 0,4-4 0,1-8 0,2-9 0,-2-19 0,-2-4 0,8-8 0,0-7 0,5-4 0,0-11 0,1-7 0,9-3 0,9-2 0,14 0 0,12 0 0,11-7 0,1-5 0,-40 2 0,0-3 140,0-1 0,1 0 0,6-3 0,2 1-140,6-1 0,0 0 0,5 2 0,0 1-167,0-1 0,1 1 0,1 4 1,0-1 166,-1-1 0,-1 1 0,-2 5 0,0 1 0,0 1 0,-1 2 0,-4 2 0,-1 0 0,-5 3 0,0 0 0,2 0 0,-1 2-24,-2 0 0,0 1 0,2 2 0,-1-1 0,0-2 0,-1 0 0,-3 1 0,-1-1 24,-3 2 0,-1-2 0,37-1 0,-11 1 0,-20-3 0,-9-2 0,-9 0 0,-9 0 0,5-2 0,-4-3 0,3-5 412,2-7 1,1-2-413,-1-4 0,1 2 611,-1-8 1,-7 6-612,-4-5 0,2-3 0,-2-7 0,-2-6 0,-2-6 0,-2 1 0,0-14 0,-5 0 0,-1-6 0,1-8-164,5-3 0,-2-12 164,-9 44 0,0-1 0,2-5 0,1-1-215,-1-2 1,1-1-1,0-1 1,1-2 214,4-2 0,1 0 0,-1 2 0,0 0 0,3-2 0,1 0 0,-1-1 0,0 0 0,1 0 0,-1 2 0,-3 1 0,-1 1 0,-2 4 0,-1 0 0,-3 1 0,-1 1 0,-3 3 0,0 0 0,-2 0 0,0 1-163,-1-42 0,-10 3 163,-7 8 0,-8 7 0,-9 11 0,-9-4 0,-2 4 0,-15-4 0,-9-2 0,31 35 0,-2 1-180,-5 1 0,-2 1 1,-1 1-1,-3 1 180,-6 2 0,-1 3 0,1 3 0,-1 3 0,-4 0 0,-2 2 0,6 5 0,0 1 0,0 1 0,1 1 0,-1 3 0,-1 2 0,0 2 0,0 0 0,-5 1 0,0 0 0,-2 0 0,0 0 0,1 0 0,0 0 0,-1 0 0,0 0 0,-2 1 0,0 0-159,-6 2 1,-1 0-1,2-1 1,-1 0 158,-9 3 0,-1 1 0,2 0 0,0 2-184,-9 2 0,-2 3 0,-2 0 0,-1 2 184,30-2 0,-1 0 0,-1 1 0,-6 1 0,-3 0 0,1 1 0,-4 2 0,-1 2 0,1-1 0,2 1 0,1 0 0,0 2 0,1 0 0,-1 1 0,1 0 0,3 0 0,0-1 0,1 0 0,3-1 0,1 0 0,0 0 0,2 0 0,1 1 0,1-2 0,-17 7 0,2-2 0,4-3 0,4-2 0,15-5 1,3-1-1,-33 7 0,23 2 296,23-4 0,17-10-296,23-3 0,15 5 535,14 7 0,21-1-535,13 6 0,21-6 0,-33-10 0,1-3 0,3-3 0,1-2 0,8 1 0,0-2 0,1-1 0,0-1 0</inkml:trace>
  <inkml:trace contextRef="#ctx0" brushRef="#br0" timeOffset="6">18843 2768 8912,'0'-17'0,"0"5"0,2 3 0,2-1 0,2 1 0,-2-5 0,-2 7 0,-2-1 0,0 8 0,2 6 0,3 0 0,-3 7 0,6-11 0,-8 13 0,0-13 0,0 6 0,0-8 0,0 0 0,8 7 0,-7-5 0,7 8 0,-8-4 0,2-5 0,4 5 0,-2-4 0,7-2 0,1 0 0,5 0 0,0 0 0</inkml:trace>
  <inkml:trace contextRef="#ctx0" brushRef="#br0" timeOffset="7">19257 2459 8912,'9'-8'0,"-3"-3"0,-4 1 0,-2-1 0,0-1 0,0-5 0,7 7 0,-3 3 0,8 7 0,-1 7 0,6 5 0,2 5 0,4 6 0,-2 4 0,8 7 0,-6 6 0,4 2 0,-2 2 0,-4 4 0,-4 2 0,-6 1 0,-3 6 0,-10 1 0,-6-3 0,-9-1 0,-8-3 0,-9 1 0,-6 5 0,-2-2 0,0-5 0,0-8 0,3-6 0,11-1 0,-5-8 0,22-3 0,-5-16 0,16-8 0,0-8 0,0-9 0,0-2 0,0-4 0,8-4 0,2-7 0,1 0 0,1-1 0,-7 7 0,7-1 0,-6 10 0,5 2 0,-7 0 0,4 7 0,-1 0 0,3 3 0,7 7 0,2 2 0,4 3 0,0 5 0,11 7 0,1 2 0,16 4 0,5-2 0,15 6 0,3-2 0,5 5 0,7-3 0</inkml:trace>
  <inkml:trace contextRef="#ctx0" brushRef="#br0" timeOffset="8">9929 16505 8912,'-23'0'0,"1"0"0,-1-1 0,0-3 0,0-2 0,2 2 0,2 2 0,1 2 0,1 0 0,8 2 0,3 4 0,12-4 0,5 4 0,4-5 0,3-1 0,-1 0 0,0 0 0,0 0 0,0 0 0,1 8 0,-1 2 0,0 7 0,0 0 0,0 0 0,1 0 0,-1 1 0,6 6 0,0 5 0,7 5 0,-1 7 0,3 4 0,3 13 0,7 3-298,4 8 1,7 1 297,-22-32 0,2-1 0,32 34 0,-26-34 0,2 0 0,-1 1 0,0 0 0,2 0 0,2-1 0,5 4 0,0 0 0,-1-2 0,-1 0 0,-1 1 0,-2-1 0,-2-1 0,0-2 0,-2-3 0,1-3 0,1-1 0,2 0 0,-1 0 0,0-1 0,-1-2 0,2-1 0,-1 0 0,2-4 0,46 8 0,-8 2 0,3-9 0,-8 7 0,-1-6 0,-9-2-88,-1-2 1,-2 4 87,-2 0 0,2 0 0,-7-6 0,-3-2 0,-9-3 0,-6 3 0,-11-3 0,2 1 0,-8-2 0,-4-3 0,-6 0 0,2-6 584,-13 5-584,6-7 186,-8 0-186,0 0 0,-8-7 0,6 3 0,-3-8 0,-3-7 0,2-9 0,0-20 0,6-6 0</inkml:trace>
  <inkml:trace contextRef="#ctx0" brushRef="#br0" timeOffset="9">12752 16299 8912,'0'-17'0,"-2"0"0,-4 0 0,-5-1 0,-5 9 0,-1 1 0,0 2 0,0 1 0,-1-1 0,1 6 0,-2 2 0,-4 4 0,2 3 0,-8 10 0,-1 4 0,-3 6 0,-9 5 0,-4 6 0,-9 4 0,-4 10 0,-4 1 0,-8 2 0,33-24 0,-1-1 0,-3 0 0,-2-1 0,1 3 0,0 1-64,0 2 1,0 1 0,-3-2 0,-2 0-1,-2 4 1,-1 1 0,-4 0 0,-3 0 63,-4 1 0,-2 0 0,1-3 0,0 0-314,0-2 0,0 1 0,0 0 0,1 2 314,0 0 0,-2 0 0,-1 2 0,-2 0 0,-5 1 0,1 0 0,8-3 0,2-2 0,0 0 0,1-1 0,9-5 0,1-1 0,3-3 0,0-1 0,1-1 0,0-2-114,0 0 1,1-2 0,-40 10 113,11 3 0,16-12 0,7 0 0,18-6 0,5-6 423,14 5-423,7-14 1269,7 5-1269,0-14 0,7 3 205,5-8 0,3 1-205,2-6 0,6 5 0,0 1 0,2 5 0,-2-6 0,-4 9 0,4-3 0,-4 4 0,-2-13 0,1-4 0</inkml:trace>
  <inkml:trace contextRef="#ctx0" brushRef="#br0" timeOffset="10">12924 17296 8912,'-17'-7'0,"5"5"0,1-4 0,-3 4 0,-1 2 0,3 8 0,3 3 0,1 6 0,4 6 0,-3 6 0,1 9 0,2 4 0,2 2 0,2-4 0,0 4 0,0-2 0,0-4 0,0-1 0,0-5 0,0-3 0,0-6 0,0-4 0,0-2 0,0-9 0,0-8 0,8-8 0,3-9 0,-1-8 0,1-4 0,1-9 0,5-4 0,2 0 0,4 0 0,-6-2 0,1 10 0,-1-4 0,-6 9 0,-1 4 0,1 2 0,-5 12 0,5 5 0,-5 4 0,6 2 0,-8 8 0,1 3 0,5 12 0,-1 6 0,3 3 0,-1 3 0,-1-1 0,1 0 0,5-5 0,-5 0 0,4-8 0,3 2 0,-1-4 0,0-2 0,-5-8 0,-1-3 0,0-4 0,7-2 0,-7-2 0,1-4 0,-3-3 0,5-8 0,-5-2 0,-1-4 0,-2 4 0,-6-4 0,7 4 0,-5 1 0,4 1 0,-4 8 0,-2 1 0,0 10 0,0 4 0,0 5 0,2 10 0,1 2 0,3-2 0,-2-2 0,6 4 0,1 0 0,-1 0 0,1-6 0,1-5 0,5-1 0,0-7 0,0 2 0,0-4 0,1-2 0,-1-2 0,0-4 0,-7-4 0,-5-7 0,-3 0 0,-2 0 0,0 0 0,-7-1 0,-5 1 0,-1 0 0,1 0 0,-3 7 0,3 4 0,-1 3 0,2-3 0,-5 4 0,14-4 0,-3 12 0,3 5 0,2-3 0,0 0 0,15-16 0,4-1 0</inkml:trace>
  <inkml:trace contextRef="#ctx0" brushRef="#br0" timeOffset="11">13973 17245 8912,'10'-27'0,"5"-4"0,-3 8 0,-3-5 0,3 5 0,-8 6 0,1 5 0,-3 8 0,-2 4 0,0 12 0,0 11 0,0-2 0,0 7 0,0-5 0,0 6 0,0 0 0,0 5 0,0 0 0,0 1 0,0 5 0,0 0 0,0 0 0,0-5 0,0-1 0,-7 0 0,-3 1 0</inkml:trace>
  <inkml:trace contextRef="#ctx0" brushRef="#br0" timeOffset="12">13922 17554 8912,'-17'-7'0,"7"-3"0,4-7 0,-1 5 0,1 1 0,2 1 0,10-1 0,0 1 0,11 5 0,-4 1 0,10-8 0,-4 1 0,0-8 0,4-4 0,4-4 0,7-7 0</inkml:trace>
  <inkml:trace contextRef="#ctx0" brushRef="#br0" timeOffset="13">14283 17107 8912,'-17'8'0,"0"-6"0,0 13 0,-1-4 0,7 5 0,-1 1 0,9 6 0,-3 0 0,4 7 0,2-1 0,0 3 0,0 3 0,0 1 0,0 4 0,6-3 0,-1 3 0,3-10 0,-4-3 0,4-2 0,1-4 0,-5-2 0,2-2 0,3-7 0,1-3 0,1-16 0,1-8 0,-7-2 0,7-10 0,1 0 0,3 2 0,-5-3 0,1 7 0,-1 0 0,6 6 0,0 5 0,1 1 0,-1 7 0,0-2 0,0 4 0,0 2 0,-1 10 0,-5 7 0,5 2 0,-5 10 0,4 0 0,3 5 0,-7-5 0,0-3 0,3-1 0,1-4 0,2-2 0,1-1 0,-1-9 0,0-3 0,0-4 0,0-2 0,1-8 0,-1-3 0,0-5 0,0-1 0,-5-6 0,-1 0 0,-7-5 0,2 5 0,-4 0 0,-2 6 0,-8 7 0,-3 4 0,-5 14 0,-1 9 0,0 8 0,0 2 0,5 7 0,1 1 0,7-1 0,-2 6 0,4-6 0,2-5 0,2 2 0,4-8 0,9-1 0,8-4 0,8-9 0,-3-3 0,11-6 0,1-6 0,6-3 0,-6-9 0,0-1 0,-6-2 0,1-2 0,-1 2 0,-9 2 0,-8 2 0,0 0 0,-7 0 0,7 0 0</inkml:trace>
  <inkml:trace contextRef="#ctx0" brushRef="#br0" timeOffset="14">15144 17554 8912,'11'-9'0,"-1"1"0,-1 2 0,1 1 0,3 1 0,2 9 0,3 7 0,-1 5 0,0 6 0,-2-2 0,-3 8 0,3-6 0,-3 5 0,-5-5 0,1 4 0,0-2 0,-7-2 0,5-6 0,-4-6 0,-2 1 0,0-8 0,0 1 0,0-10 0,2-7 0,2-9 0,4-4 0,1-1 0,-3 3 0,5-6 0,-5 0 0,5-5 0,1 0 0,5-1 0</inkml:trace>
  <inkml:trace contextRef="#ctx0" brushRef="#br0" timeOffset="15">15608 17520 8912,'17'17'0,"-5"-6"0,-1 1 0,-7-6 0,2 5 0,-2-7 0,0 4 0,1-1 0,3-5 0,-2 4 0,3-4 0,9-2 0,-1 0 0,6-2 0,0-4 0,5-3 0,-5-9 0,8-5 0,-2 1 0,-3-3 0,3 2 0,-8 2 0,2-8 0,-10 6 0,-1-5 0,-8 7 0,1-2 0,-10 5 0,-9 7 0,-7 5 0,-7 4 0,-11 4 0,-1 4 0,-8 11 0,2 12 0,2 5 0,-1 6 0,8 10 0,3 7 0,7 1 0,10-7 0,7 6 0,5 1 0,20-3 0,14-9 0,18-6 0,16-11 0,4-8 0,2-8 0,-2-5 0,-4-8 0,-11-2 0,-14-4 0,-7-5 0,-14-12 0,-9-4 0</inkml:trace>
  <inkml:trace contextRef="#ctx0" brushRef="#br0" timeOffset="16">13646 17228 8912,'-26'5'0,"1"3"0,4 1 0,2 5 0,3 1 0,3 4 0,3 4 0,-3 4 0,7 9 0,3 2 0,1 3 0,4 6 0,3-1 0,7 4 0,3 1 0,4-1 0,2-2 0,2-4 0,-2-2 0,4-2 0,-2-8 0,-2-3 0,-2-6 0,-2-4 0,1-2 0,-1-7 0,0-4 0,6-5 0,0-1 0,-2-1 0,-2-5 0,-8-6 0,1-11 0,-8-3 0,1-9 0,5-14 0,0-5 0</inkml:trace>
  <inkml:trace contextRef="#ctx0" brushRef="#br0" timeOffset="17">13526 17571 8912,'-17'0'0,"0"0"0,-1 0 0,11 2 0,7 4 0,17-4 0,17 4 0,10-6 0,12-6 0,3-6 0,2-3 0,0-6 0,3-7 0,2-9 0,-4-14 0</inkml:trace>
  <inkml:trace contextRef="#ctx0" brushRef="#br0" timeOffset="18">19979 17245 8912,'0'-17'0,"0"-3"0,0-1 0,0-3 0,0-1 0,0 0 0,0 4 0,-7 2 0,-3 2 0</inkml:trace>
  <inkml:trace contextRef="#ctx0" brushRef="#br0" timeOffset="19">19910 16970 8912,'0'-18'0,"0"1"0,0 0 0,0 0 0,0 0 0,-1-1 0,-5 1 0,2 2 0,-8 4 0,7-5 0,-5 5 0,1-4 0,-1-3 0,6 1 0,-9 6 0,7-1 0,-7 3 0,3-5 0,1 3 0,1 5 0,8-5 0,-2 5 0,-4-6 0,4 7 0,-3-7 0,3 8 0,0-9 0,-2 5 0,-2-1 0,1-3 0,3-5 0,-4 0 0,4 0 0,-4 0 0,4-1 0,2-5 0,0 1 0,0 1 0,0 1 0,0 3 0,0 6 0,0-1 0,0 9 0,0-13 0,0 14 0,0-5 0,0 7 0,0 7 0,0 5 0,0 3 0,0 4 0,0 4 0,0 2 0,-2 5 0,-3 1 0,-7 5 0,3 1 0,-3 9 0,1 5 0,-6 6 0,-1 6 0,1-5 0,0 12 0,0-1 0,-1 0 0,1-4 0,0 0 0,0-8 0,0 2 0,-1-1 0,1-5 0,0 5 0,6-7 0,-1-5 0,6 4 0,-3-6 0,1-1 0,4-2 0,0-5 0,-1-2 0,3 1 0,-4-1 0,2 0 0,-1 1 0,3-1 0,-4 1 0,-2-7 0,2 1 0,1 1 0,-3 3 0,6-1 0,-4-3 0,5 4 0,1-5 0,0-3 0,0-2 0,0-4 0,0-2 0,0-7 0,0-3 0,0-7 0,0 0 0,0-7 0,0 5 0,0-6 0,7 8 0,3 0 0,7 0 0,0 0 0,0 0 0,6 0 0,2 0 0,2 0 0,2 0 0,7 2 0,4 4 0,-2-4 0,8 4 0,0-5 0,6-1 0,-1 0 0,1 0 0,0 0 0,-1 0 0,1 2 0,0 2 0,-1 4 0,1 1 0,1-5 0,5 2 0,-11 3 0,5 3 0,-4-2 0,4 1 0,-7-5 0,1 5 0,-7-1 0,3 1 0,-2-3 0,0-1 0,8-5 0,-2 4 0,-2-4 0,1-2 0,1 6 0,6-1 0,5 1 0,1-6 0,-7 0 0,-5 0 0,0-2 0,-2-3 0,4 3 0,-8-4 0,6 4 0,-6 2 0,0 0 0,-5 0 0,7 6 0,4-1 0,5 7 0,5-4 0,3-1 0,2 1 0,0 3 0,2-5 0,-5 6 0,-12-7 0,3 3 0,-3-2 0,2-4 0,-2 3 0,-2-1 0,-4 2 0,-2-4 0,8 3 0,-7-1 0,3 0 0,-2 2 0,0-2 0,0-2 0,-6-2 0,7 1 0,-1 5 0,0-4 0,-6 4 0,6-4 0,1-2 0,6 0 0,-1 0 0,4 0 0,2-2 0,-1-2 0,1-2 0,0 1 0,-1 5 0,-7-2 0,-4-4 0,-9 4 0,-2-4 0,-3 4 0,3 2 0,-2-5 0,-4-1 0,-2 0 0,7 6 0,3-2 0,2-3 0,7 3 0,0-4 0,6 4 0,-6 2 0,8 0 0,-2 0 0,-2 0 0,1 0 0,-6 0 0,1 0 0,0 0 0,-4 0 0,-3 0 0,-1 0 0,-5 0 0,2 0 0,-1 0 0,7 0 0,-1 0 0,1 0 0,5 0 0,0 0 0,6 0 0,-6 0 0,6 0 0,-6 0 0,0 0 0,-5 0 0,-1 0 0,1 0 0,-1 0 0,0 0 0,1 0 0,-1 0 0,1 0 0,-1 0 0,0 0 0,1 0 0,-1 0 0,1 0 0,1 0 0,2 0 0,2-2 0,-1-4 0,-1 4 0,2-3 0,-9 3 0,3 2 0,-11-6 0,0 0 0,-4 1 0,-2 5 0,1-6 0,-1 0 0,0 2 0,-2 0 0,-3-1 0,3 3 0,-5-6 0,5 6 0,-4-3 0,5 3 0,-5-4 0,-1 2 0,1-2 0,-7 4 0,9-7 0,-7 3 0,2 2 0,-3-7 0,-3 5 0,4-5 0,-4 5 0,-2-5 0,0 5 0,0-6 0,0 1 0,0-6 0,0 3 0,0-3 0,2 4 0,2-12 0,1 0 0,-1-4 0,-2-5 0,-2-6 0,0 2 0,0-8 0,0 0 0,0-6 0,0-5 0,0 0 0,0-6 0,0 5 0,0-8 0,0 1 0,0-4 0,0 2 0,0 10 0,0-1 0,-6 11 0,1 1 0,-9 8 0,3-3 0,1 5 0,-1 2 0,5-1 0,-5 3 0,-1 3 0,3 6 0,-5 4 0,8 2 0,-1 2 0,1 3 0,4-3 0,-4 4 0,-1 1 0,1-1 0,-2 5 0,3-6 0,1 3 0,-8-3 0,7-3 0,-7 4 0,1-5 0,-6 1 0,-1 4 0,1-5 0,0 5 0,0 1 0,-1-1 0,-4 1 0,-1-1 0,-8-3 0,2 9 0,-9-9 0,-2 3 0,-2 1 0,2-1 0,3 5 0,-3-5 0,-2 5 0,2-6 0,2-1 0,3 4 0,5-1 0,1 2 0,-5-5 0,-7 1 0,1-1 0,6 2 0,-8-5 0,-4 5 0,-9-4 0,-3-3 0,1 3 0,5 4 0,-5-5 0,-1 5 0,3-2 0,7-1 0,4 5 0,2 1 0,2 0 0,6 3 0,-7 3 0,1-4 0,0-2 0,6 3 0,-3-3 0,-3 2 0,-4 4 0,-7-3 0,1 1 0,4-2 0,-4 4 0,4-4 0,-3 4 0,-1 2 0,2 0 0,2 0 0,0 0 0,-5 0 0,-1 0 0,1 0 0,1 0 0,4 0 0,-4 0 0,4 0 0,-2-5 0,3-1 0,4 2 0,5 2 0,2 0 0,-1-3 0,-5 3 0,0-4 0,-6 2 0,6-2 0,-10 5 0,-1-5 0,-3-2 0,-7 2 0,4 3 0,7 1 0,0 2 0,10 0 0,-4 0 0,10 0 0,-3 0 0,14 0 0,-7 0 0,1 0 0,-4 0 0,-3 0 0,-2 2 0,-2 3 0,-8-1 0,2 8 0,-11-3 0,-6 3 0,-4 3 0,-2-4 0,0-1 0,0 1 0,-5-1 0,-1 3 0,2-3 0,3-2 0,1-1 0,0-1 0,2-4 0,4 4 0,6-3 0,11 3 0,-4-4 0,6 6 0,0-1 0,4 5 0,-4-3 0,-2 3 0,-6-3 0,-5 3 0,9 3 0,-3-3 0,5-3 0,0 3 0,4-9 0,7 3 0,9-4 0,3-2 0,11 0 0,4 0 0,8 0 0,0 0 0,8 0 0,2 2 0,7 4 0,6 1 0,0 5 0,7-5 0,-3-7 0</inkml:trace>
  <inkml:trace contextRef="#ctx0" brushRef="#br0" timeOffset="20">21769 17021 8912,'0'-17'0,"0"0"0,0 0 0,0-1 0,2 9 0,4 3 0,5 4 0,4 2 0,3 0 0,-1 0 0,0 0 0,0-2 0,0-1 0,3-3 0,2 2 0,-2-6 0,3-1 0,-4-6 0,-2-4 0,0-4 0,0-2 0,-1 4 0,-5-5 0,-3 5 0,-8-6 0,0 8 0,-2 0 0,-4 8 0,-5 7 0,-12 6 0,-6 6 0,-5 7 0,-7 16 0,-1 9 0,-4 19 0,-1 2 0,7 4 0,1 10 0,11-6 0,5 0 0,4-2 0,9-6 0,4-2 0,6-7 0,6-16 0,9-7 0,8-4 0,8-12 0,-3-5 0,7-6 0,5-6 0,-2-11 0,8-11 0,-2-5 0,2-1 0,-4-3 0,-7-3 0,-3-2 0,-3-4 0,-6-3 0,-12 3 0,-3-2 0,-8 0 0,0 4 0,0 2 0,-16 6 0,-6 13 0,-9 2 0,-3 15 0,-3 5 0,-3 12 0,-2 2 0,-4 16 0,6 2 0,4 1 0,3 8 0,4 0 0,5 0 0,6-5 0,7-3 0,-1-3 0,9 1 0,-3-7 0,6 0 0,6-5 0,3-7 0,10-1 0,2-3 0,2-3 0,8-2 0,-2-2 0,3-8 0,2-3 0,1-4 0,-1-3 0,-5 1 0,0 0 0,-8-2 0,0-2 0,-6-4 0,-4-2 0,-7 4 0,2-5 0,-6 5 0,-6-6 0,-5 8 0,-12-2 0,2 6 0,-8 6 0,0 3 0,-5 8 0,0 0 0,-1 0 0,8 8 0,5 3 0,2-1 0,3 1 0,2-5 0,3 5 0,5-5 0,7 5 0,0-5 0,2 4 0,3-3 0,7-3 0,9-2 0,2-2 0,7 0 0,-1 0 0,2 0 0,-3 0 0,-3 0 0,-8 0 0</inkml:trace>
  <inkml:trace contextRef="#ctx0" brushRef="#br0" timeOffset="21">20977 16626 8912,'6'-12'0,"2"3"0,-1-1 0,1 1 0,0-3 0,-3-5 0,-3 7 0,12 5 0,-9 12 0,-1 11 0,-2 8 0,-2 9 0,0 5 0,0 6 0,0 3 0,-2 3 0,-3-1 0,1 1 0,-6 0 0,3-1 0,3 1 0,2-8 0,2-4 0,-6-10 0,0-1 0,1-14 0,5 3 0,1-7 0,5 0 0,-4-3 0,13-23 0,-5-4 0</inkml:trace>
  <inkml:trace contextRef="#ctx0" brushRef="#br0" timeOffset="22">21253 16677 8912,'0'-9'0,"0"1"0,-2 8 0,-4 0 0,2 0 0,-7 4 0,-3 6 0,-1 7 0,-2 11 0,-2 1 0,-4 4 0,-6 1 0,-3 6 0,-3 0 0,3 0 0,3-5 0,6-3 0,4-3 0,2-4 0,9-16 0,10-3 0,13-4 0,10-10 0,10-3 0,-1-10 0,0-2 0,1 0 0,-1 6 0,1 5 0,-1 1 0,1 7 0,-1-2 0,0 4 0,1 2 0,-3 2 0,-1 4 0,-2 7 0,1 8 0,3 8 0,1 11 0,-9 2 0,-8 4 0,0-4 0,-7-8 0</inkml:trace>
  <inkml:trace contextRef="#ctx0" brushRef="#br0" timeOffset="23">18000 8665 8912,'6'18'0,"0"-1"0,-2 0 0,-3 0 0,-1 0 0,0 2 0,0 4 0,0-2 0,0 8 0,2 2 0,2 1 0,4 1 0,1-5 0,3 5 0,3-5 0,-1 5 0,-3 1 0,-7-5 0,2-1 0,1-1 0,-1 2 0,-2-6 0,-2-4 0,-2-2 0,0 0 0,-8-7 0,-3-4 0,-5-5 0,-1-1 0</inkml:trace>
  <inkml:trace contextRef="#ctx0" brushRef="#br0" timeOffset="24">17845 8700 8912,'18'-8'0,"-9"-1"0,-3-9 0,-4 1 0,-2-2 0,2 0 0,3 2 0,-3-4 0,4 9 0,4 3 0,1-3 0,6 7 0,6-7 0,4 8 0,7-1 0,7 3 0,-1 2 0,6 2 0,-6 3 0,-2 7 0,-2 3 0,-9 4 0,-4 4 0,-4-2 0,-2 8 0,-7-1 0,-4 7 0,-4-1 0,-2 1 0,-14 7 0,-3 3 0,-12 5 0,3 2 0,-3-1 0,0 1 0,2-8 0,-1-4 0,-3-4 0,8-1 0,6-9 0,6-3 0,7-4 0,-4-9 0,16-18 0,1-11 0</inkml:trace>
  <inkml:trace contextRef="#ctx0" brushRef="#br0" timeOffset="25">18603 8958 8912,'0'-10'0,"1"2"0,5 8 0,-4 8 0,4 5 0,-2 8 0,1 8 0,-3 4 0,4 1 0,2 8 0,-3 4 0,9 11 0,-3 6 0,7-2 0,4 2 0,7 2 0,11-5 0,4-1 0</inkml:trace>
  <inkml:trace contextRef="#ctx0" brushRef="#br0" timeOffset="26">20668 8786 8912,'-6'-19'0,"-2"-2"0,1-2 0,-3 4 0,2 3 0,1 5 0,-1 7 0,4 0 0,-1 8 0,-1 7 0,6 12 0,-6 10 0,0 7 0,1 8 0,5-4 0,0 2 0,0-1 0,5 1 0,1 6 0,0-3 0,-4-1 0,2-4 0,1-2 0,1 4 0,-6-6 0,6-2 0,-1-9 0,-1-6 0,-2-12 0,-2-11 0,0-9 0</inkml:trace>
  <inkml:trace contextRef="#ctx0" brushRef="#br0" timeOffset="27">20513 8803 8912,'-10'0'0,"3"-8"0,14-1 0,5-8 0,9 1 0,4 3 0,3 3 0,9 3 0,-3 1 0,6 6 0,-4 0 0,-3 4 0,-2 5 0,-3 8 0,-3 18 0,-2-1 0,-2 18 0,-15-1 0,-4 12 0,-14 1 0,-1 2 0,-16 3 0,2-8 0,-1-3 0,3-7 0,8-5 0,-4-6 0,3-11 0,3-6 0,9-12 0,4-11 0,-5-9 0</inkml:trace>
  <inkml:trace contextRef="#ctx0" brushRef="#br0" timeOffset="28">21063 9164 8912,'18'-8'0,"-1"-1"0,2-3 0,4 1 0,-2-1 0,8-3 0,-1 2 0,-1 1 0,4 8 0,-8-1 0,0 3 0,-6 2 0,-6 9 0,-1 9 0,-3 10 0,-3 10 0,-8 3 0,-1 10 0,-9-9 0,3 10 0,-4-6 0,-3-1 0,7-1 0,-1-4 0,9-5 0,-3-1 0,4-9 0,2-6 0,8-9 0,3-5 0,6-3 0,6-2 0,6-7 0,11-7 0,6-7 0,4-7 0,9-7 0,4-5-530,4 4 1,2-21 0,0 3 0</inkml:trace>
  <inkml:trace contextRef="#ctx0" brushRef="#br0" timeOffset="29">22578 8700 8912,'-27'0'0,"2"-6"0,8-2 0,0-1 0,7 7 0,4 4 0,5 13 0,1 16 0,0 9 0,1 13 0,5-1 0,-4 5 0,6-1 0,-3 1 0,1-2 0,6 4 0,-7-1 0,7-3 0,-6-9 0,1-4 0,-3-8 0,2-1 0,-2-4 0,-2-12 0,-2-10 0,0-7 0</inkml:trace>
  <inkml:trace contextRef="#ctx0" brushRef="#br0" timeOffset="30">22526 8631 8912,'27'-34'0,"5"-7"0,-3 1 0,-4 2 0,-2 9 0,-4 8 0,-2 8 0,6 5 0,0 8 0,-2 2 0,-2 4 0,-2 6 0,1 10 0,-1 7 0,0 4 0,-5 1 0,-1 0 0,-7 8 0,2 4 0,-4 2 0,-2 0 0,0-2 0,0 1 0,-8 9 0,-4 1 0,1 0 0,-6-5 0,3-2 0,-9-5 0,4-1 0,2-7 0,0-1 0,0-3 0,-1-11 0,9-4 0,-6-11 0,5-7 0</inkml:trace>
  <inkml:trace contextRef="#ctx0" brushRef="#br0" timeOffset="31">22905 9164 8912,'17'-8'0,"0"-3"0,0-4 0,1 3 0,-1 1 0,0 5 0,0-6 0,0 9 0,1-3 0,-7 4 0,1 2 0,-3 2 0,3 4 0,-7 5 0,-3 4 0,-2 3 0,0-1 0,-2 6 0,-3 0 0,-3 5 0,-4-5 0,-3 0 0,4-6 0,1 0 0,-1 1 0,5-1 0,-6 0 0,9-5 0,-3-1 0,4-7 0,10 3 0,3-7 0,4 0 0,3 0 0,5 0 0,0 0 0,5 0 0,-5 0 0,6 0 0,-6 0 0,5 8 0,-5 4 0,-2-3 0,-9 3 0,1-1 0,-7 6 0,-4 2 0,-6 4 0,-7-2 0,-12 8 0,-4-2 0,-7 1 0,-1 5 0,1-5 0,-1-1 0,1 2 0,-1-8 0,1 4 0</inkml:trace>
  <inkml:trace contextRef="#ctx0" brushRef="#br0" timeOffset="32">24075 8648 8912,'-17'10'0,"0"-5"0,-1-3 0,1 0 0,0 4 0,7 4 0,5 9 0,3 4 0,2 5 0,7 10 0,5 3 0,3 8 0,2 3 0,-3 1 0,-1 7 0,2-5 0,-1-5 0,-9-10 0,1 0 0,-4-4 0,-2-2 0</inkml:trace>
  <inkml:trace contextRef="#ctx0" brushRef="#br0" timeOffset="33">23817 8803 8912,'0'-17'0,"0"0"0,0-1 0,4 3 0,5 2 0,12 1 0,10-1 0,3-1 0,18 3 0,-2-2 0,13 7 0,-8-6 0,2 7 0,-7 3 0,-10 6 0,-1 7 0,-16 12 0,-8 6 0,-9 11 0,-6-2 0,-6 8 0,-6 0 0,-11 5 0,2 3 0,-7 3 0,-1-9 0,-5 3 0,-1-9 0,3 2 0,3-4 0,6-7 0,6-6 0,5-10 0,5-8 0,7-9 0,0-9 0</inkml:trace>
  <inkml:trace contextRef="#ctx0" brushRef="#br0" timeOffset="34">24660 8837 8912,'17'0'0,"-9"0"0,-8 0 0,-8 6 0,-9 0 0,-6 9 0,-2 2 0,-2 10 0,-3 5 0,3 9 0,-2-1 0,8 7 0,-2-1 0,6-4 0,6-2 0,3-3 0,8-3 0,2-7 0,4-4 0,3-12 0,10-5 0,4-4 0,6-2 0,4-8 0,1-3 0,0-5 0,1-1 0,-1-6 0,1 0 0,-3-5 0,-3 5 0,-6-2 0,-12 4 0,-5-2 0,-4-7 0,-2 3 0</inkml:trace>
  <inkml:trace contextRef="#ctx0" brushRef="#br0" timeOffset="35">24660 8923 8912,'0'17'0,"0"1"0,0-1 0,0 0 0,0 6 0,0 0 0,0 7 0,0-1 0,0 5 0,0 7 0,2-3 0,4 8 0,-1-2 0,13 1 0,-5 3 0,10-8 0,4 6 0,3-4 0,7-2 0,3-3 0,0-7 0,2-20 0,2-3 0</inkml:trace>
  <inkml:trace contextRef="#ctx0" brushRef="#br0" timeOffset="36">26226 8407 8912,'-17'-17'0,"0"6"0,-1-1 0,1 3 0,0-3 0,7 7 0,5 10 0,1 13 0,0 12 0,-2 8 0,2 8 0,3-2 0,1 2 0,5 0 0,1 5 0,6 1 0,-5 0 0,1-1 0,-1 1 0,5 1 0,-6 4 0,5-11 0,-5 0 0,0-15 0,-6 1 0,0-5 0</inkml:trace>
  <inkml:trace contextRef="#ctx0" brushRef="#br0" timeOffset="37">25951 8407 8912,'-27'-17'0,"4"0"0,4 0 0,2 0 0,-1-1 0,9 7 0,3 0 0,6 1 0,6-1 0,11 3 0,12 8 0,11 0 0,6 0 0,9 0 0,3 0 0,-1 2 0,2 4 0,-5 3 0,3 8 0,-5 8 0,-6 4 0,-12 3 0,-11 5 0,-6 1 0,-5 2 0,-7 11 0,-10-5 0,-12 8 0,-12-8 0,-9 3 0,-4 3 0,-1-1 0,1 1 0,2-6 0,6 0 0,7-8 0,4 2 0,4-11 0,2-6 0,7-12 0,3-11 0,7-9 0</inkml:trace>
  <inkml:trace contextRef="#ctx0" brushRef="#br0" timeOffset="38">27190 8562 8912,'-25'0'0,"4"0"0,-8 0 0,8 0 0,-4 0 0,2 0 0,0 0 0,-5 6 0,5 0 0,-8 7 0,2-2 0,5 10 0,1 2 0,4 0 0,1 2 0,9-4 0,3 8 0,4-6 0,2 5 0,8-1 0,3 2 0,5-4 0,3-6 0,2 2 0,2 2 0,5 0 0,-5-6 0,6 0 0,-6 0 0,0 0 0,-6 1 0,4-1 0,-4 0 0,2 0 0,-13 0 0,6-5 0,-7-1 0,-1 3 0,-2 1 0,-4 0 0,-4-3 0,-9 3 0,-8-4 0,-5 5 0,5 1 0,-8 0 0,2 0 0,3-7 0,-1-3 0,2-1 0,4 0 0,2-2 0,2-10 0,-8-4 0,-2-7 0</inkml:trace>
  <inkml:trace contextRef="#ctx0" brushRef="#br0" timeOffset="39">26983 8648 8912,'-17'0'0,"7"0"0,7-7 0,14-5 0,10-3 0,19-2 0,14-8 0,17-4 0,13-5 0,-37 14 0,1 0 0,8 0 0,1 1 0,6-3 0,0-1 0,-4 1 0,-1 0-234,6-1 1,-2 0 0,-11 1 0,-2 0 233,37-18 0,-16-12 0,-18-9 0</inkml:trace>
  <inkml:trace contextRef="#ctx0" brushRef="#br0" timeOffset="40">25193 3920 8912,'10'-17'0,"-2"5"0,-8 1 0,0-2 0,0-3 0,0-1 0,-6 6 0,0-1 0,0 12 0,6 6 0,2 15 0,4 9 0,4 14 0,9 6 0,2 7 0,2 5 0,5 1 0,-5 5 0,8 1 0,-4-2 0,1-2 0,1-2 0,-6-8 0,6 3 0,-14-14 0,2-10 0,-11-7 0,2-18 0,-8-11 0,0-17 0,0-15 0,0-16 0,5-3 0,1-10 0,0 0 0,-6-6 0,2-6-148,4 1 0,-5-3 148,5 3 0,-2 9 0,2-4 0,-4 14 0,3 3 0,-1 16 0,2 15 0,5 8 0,5 7 0,1 12 0,2 5 0,4 12 0,-2-2 0,8 8 0,-3-6 0,3 5 0,4-5 0,-7 4 0,1-2 0,-4-4 0,4 5 0,0 1 0</inkml:trace>
  <inkml:trace contextRef="#ctx0" brushRef="#br0" timeOffset="41">26071 4144 8912,'-17'0'0,"0"0"0,0 0 0,7 0 0,2 0 0,8 0 0,8-2 0,5-4 0,8-6 0,6-3 0,9-2 0,3 0 0,1 0 0,6-1 0,-6 1 0,2 0 0,-2 0 0,-4 2 0,5 3 0,-5-3 0,-2 5 0,1-7 0</inkml:trace>
  <inkml:trace contextRef="#ctx0" brushRef="#br0" timeOffset="42">26949 3679 8912,'-10'0'0,"3"2"0,7 6 0,0 9 0,0 0 0,0 6 0,1 4 0,5 2 0,6 3 0,3 2 0,2 1 0,0-1 0,1-1 0,-1-5 0,-2-5 0,-3-4 0,1-1 0,-7-1 0,1-8 0,-1-3 0,-4-4 0,6-4 0,-8-4 0,5-11 0,1-12 0,6-5 0,-5-6 0,3-6 0,3-4 0,-3 5 0,1-1 0,-1 8 0,1-3 0,5 7 0,-5 5 0,2-1 0,1 9 0,-5 4 0,-1 3 0,5 10 0,-3-3 0</inkml:trace>
  <inkml:trace contextRef="#ctx0" brushRef="#br0" timeOffset="43">27706 3679 8912,'-17'2'0,"-2"2"0,-2 2 0,-2-2 0,-8-1 0,2 3 0,-5 4 0,-4 7 0,-2 2 0,1 4 0,3 4 0,2 7 0,7 6 0,4 0 0,4 6 0,3-6 0,5-2 0,5-1 0,4-10 0,2-5 0,0-8 0,0-3 0,8-7 0,3 2 0,5-4 0,1-10 0,0-3 0,2-10 0,4-2 0,-4-8 0,4 2 0,2 3 0,-2-3 0,0 6 0,-4-4 0,2 3 0,2 3 0,0 1 0,-6 3 0,-1 6 0,-5-1 0,4 9 0,-5-1 0,-1 8 0,1 7 0,-4 12 0,-4 2 0,3 3 0,-3 5 0,-2-4 0,2-5 0,2 1 0,4-2 0,1 0 0,-3-2 0,5-9 0,1 3 0,13-13 0,2 5 0</inkml:trace>
  <inkml:trace contextRef="#ctx0" brushRef="#br0" timeOffset="44">27930 3318 8912,'-6'-17'0,"-2"0"0,-1 0 0,5 7 0,-9 10 0,7 15 0,2 10 0,2 10 0,2 10 0,0 1 0,0 10 0,0 1 0,0 2 0,2-1 0,2 5 0,2 3 0,5-4 0,-5-5 0,5-4 0,-5-1 0,5-10 0,-5-8 0,8-7 0,-3-12 0,4-3 0,-3-6 0,-1-12 0,-1-9 0,1-8 0,5-14 0,-5 3 0,2-6 0,-1 0 0,3 3 0,-3-3 0,-3 4 0,3 2 0,-7 1 0,5 5 0,-2 5 0,-5 4 0,-1 7 0,-2 1 0,0 7 0,0 11 0,0 5 0,8 13 0,2-8 0</inkml:trace>
  <inkml:trace contextRef="#ctx0" brushRef="#br0" timeOffset="45">28153 3886 8912,'0'23'0,"0"-1"0,0 1 0,6-5 0,0-1 0,2 0 0,-3 0 0,-1-2 0,6-1 0,-1-5 0,1-1 0,-6-2 0,11-22 0,-6-3 0</inkml:trace>
  <inkml:trace contextRef="#ctx0" brushRef="#br0" timeOffset="46">28222 3456 8912,'-17'-17'0,"6"1"0,-1 5 0,8-4 0,-3 13 0,7-4 0,0 12 0,7 3 0,5 8 0,3 1 0,2-1 0,0 0 0,8 0 0,2 0 0</inkml:trace>
  <inkml:trace contextRef="#ctx0" brushRef="#br0" timeOffset="47">28756 3748 8912,'-35'12'0,"1"-3"0,-1 1 0,1-1 0,5-3 0,1 5 0,1 1 0,-2 5 0,4 6 0,8 0 0,0 0 0,0 2 0,7 0 0,4 3 0,5 3 0,1-8 0,1 0 0,5-6 0,-2-2 0,7-3 0,1-5 0,5-7 0,6 0 0,0-2 0,-2-3 0,-2-7 0,-2-11 0,1-6 0,-1-3 0,0-2 0,0-8 0,0-2 0,-1-2 0,-5 0 0,5-2 0,-5-9 0,-1 1 0,1-7 0,-5 6 0,3-6 0,-1 0 0,-4 2 0,-2 9 0,-2 12 0,0 17 0,0 6 0,0 13 0,0 6 0,-2 15 0,-4 16 0,2 9 0,-7 9 0,5 9 0,-5 3 0,7-4 0,-2-2 0,4-3 0,2-3 0,0 1 0,0-1 0,8-7 0,3-3 0,4-11 0,3-1 0,7-16 0,1-1 0,3-9 0,0-3 0,-1-15 0,7-8 0,-1-9 0,1-8 0,3-2 0,-4-4 0,12-4 0,-10 6 0</inkml:trace>
  <inkml:trace contextRef="#ctx0" brushRef="#br0" timeOffset="48">29203 3559 8912,'-17'0'0,"0"0"0,-6 6 0,0-1 0,0 9 0,6-3 0,-6 10 0,-2 4 0,0 2 0,0 3 0,2 5 0,6 5 0,2-4 0,3 4 0,-1-5 0,7-7 0,0 5 0,6-14 0,2-2 0,4-11 0,5-6 0,5-6 0,1-3 0,0-9 0,6-6 0,0-5 0,0-4 0,-4-1 0,2 0 0,2-1 0,0 7 0,-6-1 0,0 8 0,1-2 0,-3-2 0,-2 4 0,-1 4 0,1 4 0,-5 9 0,5 4 0,-7 11 0,0 12 0,-6 6 0,0 5 0,0 6 0,0-3 0,0 3 0,0-4 0,0-2 0,2-1 0,3-4 0,5 1 0,7-7 0,-5-8 0,-1-9 0,8-4 0,8-2 0</inkml:trace>
  <inkml:trace contextRef="#ctx0" brushRef="#br0" timeOffset="49">29599 3043 8912,'0'-17'0,"0"0"0,0 0 0,0 7 0,0 2 0,8 16 0,1 2 0</inkml:trace>
  <inkml:trace contextRef="#ctx0" brushRef="#br0" timeOffset="50">29633 3215 8912,'0'67'0,"-7"-4"0,5 13 0,-4-9 0,4-4 0,2 2 0,0-7 0,0-3 0,0-9 0,8-4 0,3-8 0,3 1 0,-1-5 0,-2-5 0,3-8 0,-5-11 0,3 0 0,-3-6 0,3-6 0,5-11 0,-3-12 0,3-3 0,-2-3 0,-2-5 0,5 0 0,-3-6 0,-4 6 0,-1 0 0,-4 6 0,-4 1 0,3 4 0,-3 7 0,6 2 0,-6 11 0,5 15 0,-7 11 0,0 17 0,0 1 0,0 10 0,0 1 0,0 4 0,0 1 0,2-5 0,2-2 0,2-2 0,-2-3 0,5-11 0,3-5 0,-3-6 0,3-5 0,1-5 0,10-7 0,-4-15 0,4-8 0,-4-23 0,-1-7 0</inkml:trace>
  <inkml:trace contextRef="#ctx0" brushRef="#br0" timeOffset="51">29926 3146 8912,'-19'-2'0,"-4"-3"0,11-5 0,-3 1 0,15 3 0,2 12 0,4 3 0,5 1 0,4 7 0,3 0 0,-3 0 0,-4 6 0,3 2 0,-8-2 0,5 6 0,-5-6 0,-2 1 0,-10-1 0,-6-2 0,-11 8 0,-5 0 0,-12 3 0,-6-1 0,-4-3 0,-2 1 0,1 5 0,1 1 0,4-1 0,6-7 0,11-4 0,-1-12 0,7-5 0,7-4 0,9-4 0,7-4 0,4-5 0,7-10 0,12-2 0,8 2 0,11 0 0,4-2 0,11 4 0,6-4 0,2 4 0,-2 2 0,-2-3 0,-3-2-245,-5 2 0,7-4 0,-9 6 0</inkml:trace>
  <inkml:trace contextRef="#ctx0" brushRef="#br0" timeOffset="52">30270 3507 8912,'-17'6'0,"0"0"0,-1 7 0,1 1 0,0 5 0,0 4 0,5 7 0,1-1 0,7 3 0,-2 5 0,4-1 0,2-2 0,2 3 0,4-14 0,4-2 0,7-10 0,2 2 0,4-7 0,-10-2 0,4-10 0,1-3 0,-1-9 0,4-1 0,-10-4 0,3 2 0,-3-5 0,-5-1 0,-4 0 0,4 6 0,-1-2 0,1 2 0,-6-2 0,-6 10 0,1-4 0,-7 3 0,6-3 0,1 6 0,5-1 0,-8 8 0,6-11 0,-6 13 0,10-5 0,4 7 0,-2 2 0,7 3 0,1-1 0,5 8 0,-2-7 0,-3 7 0,1-7 0,-7 7 0,7-6 0,-3 5 0,1 2 0,1 3 0,-6-1 0,5-4 0,-5 11 0,5-5 0,-7 4 0,2-4 0,2 2 0,-3 4 0,1-4 0,-6 4 0,0-4 0,0-2 0,0 0 0,0 1 0,0-1 0,-8-8 0,-1-1 0,-1-21 0,4-5 0,5-10 0,1-1 0,0-3 0,0-3 0,0-1 0,0-4 0,7 4 0,3-5 0,1 5 0,1 2 0,-1 5 0,6 0 0,-5 16 0,-1 2 0,1 7 0,5 4 0,0 2 0,0 3 0,1 11 0,-1 7 0,0 7 0,0 1 0,-1 5 0,-5 4 0,2 0 0,-7-5 0,8-7 0,-5 1 0,3 0 0,-1-3 0,-7-1 0,2-8 0,1 1 0,-1-1 0,2-8 0,-3-3 0,-1-6 0,8-6 0,-8-11 0,11-17 0,-6-10 0</inkml:trace>
  <inkml:trace contextRef="#ctx0" brushRef="#br0" timeOffset="53">30924 2957 8912,'0'-9'0,"0"3"0,0 15 0,0 14 0,6 16 0,-1 24 0,3 9 0,-2 20 0,-4 5 0,1-44 0,-1 1 0,0 2 0,-2-1-232,1 2 0,-2-1 0,1-3 0,-2 1 232,0 0 0,-1 1 0,-1-4 0,0-1 0,-7 42 0,-3-10 72,9-19 1,-9-4-73,3-7 0,1-8 0,-1-4 0,7-19 0,-19-6 0,4-15 0</inkml:trace>
  <inkml:trace contextRef="#ctx0" brushRef="#br0" timeOffset="54">29358 4659 8912,'0'-11'0,"0"-1"0,-2-1 0,-2-2 0,-1-2 0,1-1 0,-4 1 0,2 0 0,2 0 0,3 0 0,1-1 0,0 9 0,0 5 0,0 16 0,0 7 0,0 17 0,1 6 0,5 10 0,-4 7 0,4 10 0,-4-1 0,-2 1 0,0 2 0,0 3 0,0-3 0,0 3 0,0-11 0,0-5 0,0-12 0,0-6 0,0-12 0,0-5 0,7-11 0,5-6 0,3-12 0,2-6 0,1-13 0,-1-9 0,0-8 0,0-17 0,0-2 0</inkml:trace>
  <inkml:trace contextRef="#ctx0" brushRef="#br0" timeOffset="55">29272 5020 8912,'-42'8'0,"11"-6"0,-3 4 0,17-2 0,-1 1 0,15-3 0,3 2 0,11-6 0,10-4 0,8-13 0,9 2 0,4-2 0,2 0 0,-4-4 0,6 0 0,-6 0 0,6 6 0,-8 2 0,3 3 0,-5-3 0,-2 5 0,1-7 0</inkml:trace>
  <inkml:trace contextRef="#ctx0" brushRef="#br0" timeOffset="56">29651 4934 8912,'0'18'0,"0"-1"0,0 0 0,0 0 0,0 0 0,0 1 0,0-1 0,0 6 0,0 0 0,0 5 0,0-5 0,0 8 0,0-4 0,0 1 0,0 1 0,0-8 0,0 2 0,7-4 0,3-10 0,7-3 0,2-4 0,2-6 0,4-7 0,2-12 0,-4-2 0,5-4 0,-7-5 0,2-6 0,-4 5 0,-1 7 0,-3-1 0,-4-5 0,3 1 0,-8 5 0,-1 3 0,-5 8 0,0 9 0,0 8 0,-5 8 0,-1 9 0,-8 8 0,5 1 0,-1 3 0,5 0 0,3-3 0,2 3 0,0 2 0,0-8 0,7 0 0,5-6 0,5-2 0,4-4 0,4-5 0,2-4 0,1-4 0,7-4 0,-7-3 0,1-8 0,-2-2 0,2-4 0,-5 4 0,-6-4 0,-3 2 0,-4-2 0,3 4 0,-8-4 0,-1 4 0,-5 1 0,-2 9 0,-3 5 0,-7 8 0,4 5 0,3 9 0,-3 1 0,2 4 0,1 1 0,5 5 0,0 4 0,0-5 0,0 5 0,0 1 0,0-5 0,0-1 0,-2-7 0,-4 2 0,4-4 0,-4-1 0,4-1 0,2-10 0,0-7 0,0-9 0,0-14 0,2 2 0,4-8 0,-2 1 0,5-7 0,1 1 0,0 0 0,-1 1 0,3 4 0,1 5 0,-5 6 0,1 1 0,3 8 0,5 1 0,0 8 0,-5 2 0,-1 4 0,1 3 0,5 8 0,0 1 0,-2-1 0,-1-2 0,-5-2 0,-1-1 0,-1-6 0,-1 5 0,-4-5 0,4 5 0,-2-7 0,1 2 0,5-4 0,7-2 0,0 0 0,-5 0 0,-1 0 0,1-8 0,5-1 0,0-3 0,0 1 0,1 1 0,-1-1 0,0-5 0,0 5 0,-7 1 0,-4-1 0,3 7 0,-7-4 0,6 8 0,-8 0 0,0 8 0,0 3 0,0 5 0,0 1 0,0 0 0,0 0 0,2-1 0,1-3 0,3-2 0,6-5 0,-7 6 0,9-7 0,-3 7 0,5-8 0,1 3 0,0-7 0</inkml:trace>
  <inkml:trace contextRef="#ctx0" brushRef="#br0" timeOffset="57">30700 4642 8912,'-17'10'0,"0"5"0,0-4 0,-1 7 0,1 3 0,2 3 0,3 3 0,-1-6 0,7 2 0,1 2 0,5-2 0,0-6 0,0-5 0,2-9 0,3 3 0,7-4 0,3-2 0,2-8 0,0-3 0,1-6 0,-1-6 0,-2 4 0,-3-4 0,1 2 0,-7 0 0,-2-2 0,-3 2 0,1 7 0,4 3 0,-4 5 0,4-5 0,-4 7 0,-2-11 0,0 5 0</inkml:trace>
  <inkml:trace contextRef="#ctx0" brushRef="#br0" timeOffset="58">31044 4917 8912,'0'17'0,"0"1"0,0-7 0,0 1 0,0-1 0,0 6 0,0 0 0,0 1 0,0-7 0,0 1 0,0-9 0,6 3 0,0-12 0,5-5 0,-5-12 0,6 2 0,-5-8 0,3-1 0,3-3 0,2 5 0,3-1 0,-3 8 0,-4-2 0,5 4 0,-5 2 0,-1 7 0,1 4 0,1 5 0,5 1 0,-2 1 0,-3 5 0,3 2 0,-4 3 0,5 5 0,1-5 0,6-1 0,0-1 0,0-1 0,2-4 0,-6-3 0,4-1 0,2-1 0,-2-5 0,1-4 0,-1-7 0,-9-6 0,3 0 0,-6 0 0,1 6 0,-4-2 0,-8-2 0,0-2 0,0 0 0,-2 14 0,-4 3 0,-4 4 0,-7 4 0,0 2 0,0 3 0,-1 3 0,3 1 0,4 7 0,-3-1 0,9 0 0,-3 0 0,2 0 0,4-5 0,-3-1 0,3-5 0,2 5 0,0 3 0,0-7 0,7 7 0,5-8 0,-3 7 0,3-2 0,-1 5 0,6 1 0,3 8 0,3 3 0,-4 7 0,4 5 0,1 4 0,-1 7 0,-2 3 0,-1 3 0,-9 4 0,1 8 0,-9-6 0,3 0 0,-14-9 0,-9-3 0,-2-1 0,-10-10 0,1-6 0,1-9 0,-4-4 0,8-15 0,0-2 0,6-10 0,0-11 0,0-12 0,2-11 0,3-6 0,6-5 0,4-7 0,4 3 0,4-8 0,6 0 0,11-6 0,-2 2 0,7 4 0,1 4 0,5 9 0,3 3 0,3 1 0,2 7 0,4-1 0,2 12 0,-8 5 0,0-4 0,-6 0 0</inkml:trace>
  <inkml:trace contextRef="#ctx0" brushRef="#br0" timeOffset="59">28067 6172 8912,'0'-17'0,"0"0"0,0 0 0,0 0 0,0-1 0,-2 1 0,-3 0 0,3 0 0,-12 5 0,9 1 0,-3 7 0,2-2 0,2 4 0,-7 2 0,-2 0 0,-5 14 0,-5 3 0,-3 12 0,-9-1 0,1 12 0,-1 4 0,1 2 0,0 0 0,-1-8 0,1 2 0,7-5 0,4-7 0,4 5 0,11-14 0,10 4 0,15-6 0,16-5 0,9 1 0,10-7 0,1 1 0,4-1 0,-9-2 0,2 5 0,-4-1 0,-2-4 0,-12 4 0,3-3 0,-14 3 0,-4-2 0,-7-3 0,-10 9 0,-10-1 0,-7 7 0,-4-1 0,-12 2 0,-3 2 0,0 2 0,-6 0 0,1-6 0,1 0 0,6 0 0,-1-7 0,1-4 0,2-5 0,3-1 0,4 0 0,10-7 0,3-5 0,12-9 0,12-2 0,5 1 0,6-3 0,4 0 0,7-4 0,0-3 0,1 5 0,-1-7 0</inkml:trace>
  <inkml:trace contextRef="#ctx0" brushRef="#br0" timeOffset="60">28257 6465 8912,'17'0'0,"0"0"0,0 0 0,2 0 0,2 0 0,4 0 0,2 0 0,0-2 0,1-4 0,3-4 0,-8-7 0,-4 0 0,-5 0 0,-5-6 0,-3 0 0,-6-2 0,0 2 0,-8 4 0,-11-4 0,-2 4 0,-2 2 0,0 2 0,6 3 0,-6 5 0,0 7 0,0 1 0,6 5 0,0 11 0,-1 12 0,9 3 0,3 3 0,4 1 0,2 4 0,0-3 0,0 3 0,8-4 0,3-2 0,7-5 0,5 0 0,-2-8 0,7 2 0,1-12 0,5-5 0,1-4 0,-1-2 0,1-8 0,-1-3 0,0-12 0,1-6 0,3-9 0,-2-4 0,-3-2 0,-1-4 0,-5 2 0,2-5 0,-14 9 0,2-10 0,-5 2 0,-1-7 0,-3 2 0,-8-8 0,-8 9 0,-3 3 0,-3 7 0,3 9 0,-4 10 0,3 8 0,3 15 0,-3 14 0,6 20 0,-5 14 0,7 8 0,-2 14 0,5-1 0,1 13 0,0 1 0,0 5 0,1-8 0,5-3 0,6-5 0,3-1 0,2-6 0,0 0 0,8-15 0,4-2 0,1-16 0,-1-7 0,4-11 0,-5-7 0,3-7 0,-2-9 0,3-2 0,-3-16 0,-2-5 0,1-7 0,-14-6 0,9-5 0,-14-9 0</inkml:trace>
  <inkml:trace contextRef="#ctx0" brushRef="#br0" timeOffset="61">28825 6241 8912,'-27'17'0,"4"0"0,11 1 0,-1-7 0,7 1 0,2-9 0,10 3 0,6-4 0,12-11 0,11-9 0,9-7 0,13-9 0,10 0 0,8-1 0,-1 1-198,-5 0 0,6 1 198,-1 4 0,1-3 0,-6 3 0,-8-3 0,-2-3 0</inkml:trace>
  <inkml:trace contextRef="#ctx0" brushRef="#br0" timeOffset="62">17639 8734 8912,'6'-11'0,"1"1"0,1 1 0,0-1 0,-3 6 0,-7-3 0,-3 7 0,-7 0 0,3 0 0,-3 0 0,-1 0 0,3 0 0,-1 0 0,-1-8 0,1 6 0,-1-4 0,8 4 0,-3 2 0,7 0 0,-2 0 0,-4 0 0,4 0 0,-5 8 0,7 3 0,0 5 0,0 1 0,0-8 0,0-1 0</inkml:trace>
  <inkml:trace contextRef="#ctx0" brushRef="#br0" timeOffset="63">17570 8940 8912,'0'42'0,"0"-5"0,0 12 0,0 1 0,0 9 0,0 1 0,0-1 0,-6-2 0,1-5 0,-1-1 0,6 1 0,0 5 0,0 0 0,0 6 0,0-5 0,-6-1 0,0-5 0,1-1 0,3-1 0,-2-2 0,-2-2 0,-5-6 0,5 5 0,-6 3 0,7 10 0,-9-1 0,3 12 0,1-1-203,-1 18 1,7-9 202,-2 9 0,4-6 0,2 0 0,0 12 0,0 0 0,2 5 0,1-48 0,0-1 0,-1 2 0,0 0 0,7 42 0,1-1 0,0 3 0,-7-2 0,7 3 0,3-3 0,6-1 0</inkml:trace>
  <inkml:trace contextRef="#ctx0" brushRef="#br0" timeOffset="64">17501 11880 8912,'0'94'0,"8"-6"0,-6 6 0,5-14-432,-7 0 0,0 0 432,0 6 0,0 2 0,0 4 0,0 1 0,0 5 0,0-6 0,0-5 0,0-39 0,0-10 0</inkml:trace>
  <inkml:trace contextRef="#ctx0" brushRef="#br0" timeOffset="65">17536 13325 8912,'5'86'0,"1"0"0,7-8 0,-3-7 0,7-10 0,0-2 0,1-4 0,-7 7 0,1 1 0,-7 5-240,7 7 1,-8-4 239,1 3 0,-3-9 0,-2-2 0,0 4 0,0 5 0,-5-1 0,-1 4 0,0-5 0,6-1 0,0 2 0,0 3 0,0-9 0,0 4 0,2-10 0,4 4 0,-4-4 0,3 10 0,-1-10 0,2 10 0,-2-6 0,5 0 0,-1-5 78,-4-5 1,3-3-79,-1-4 0,0-4 40,-6-8 0,0 0-40,0 1 0,0-1 0,0 1 0,0-1 0,0 0 0,0 1 60,0-1 1,0 1-1,0-3 1,0-3-61,0-6 0,0 3 0,0-7 0,2 4 0,4-11 0,-5-5 0,7-7 0,-8 0 0,0 0 0,0-7 0,0 5 0,0-6 0,0 8 0,0 0 0,8 0 0,-4 0 0,7 0 0,-5 0 0,5 0 0,1 0 0,5 0 0,0 0 0,0 0 0,1 0 0,-1 0 0,6 0 0,0 0 0,7 0 0,-1 0 0,3 0 0,3 0 0,-1-5 0,1-1 0,-1 0 0,1 6 0,5-6 0,0 1 0,-2-1 0,-2-2 0,-1 6 0,-1-3 0,1-5 0,-1-1 0,-5 1 0,-1-1 0,-1 7 0,2-2 0,3-2 0,-3 3 0,-2-1 0,0 4 0,-1-2 0,1-2 0,-4 1 0,6 5 0,-6 0 0,5 0 0,-7 0 0,2 0 0,2 0 0,-2 0 0,2 0 0,-2 0 0,-4 0 0,4 0 0,2 0 0,-2 0 0,2-2 0,-4-2 0,2-2 0,-2 2 0,4-3 0,-2 1 0,0-2 0,-6 3 0,6 3 0,0-4 0,5-2 0,-5 3 0,0-3 0,-6 2 0,6 4 0,0-3 0,0 3 0,-6 0 0,1-2 0,-1-2 0,0 1 0,0 5 0,0 0 0,1 0 0,-1 0 0,-6 0 0,1 0 0,5 0 0,6 0 0,0 0 0,-6 0 0,2-2 0,4-4 0,-4 4 0,4-6 0,-4 3 0,-1-1 0,-1 0 0,0 6 0,-6-6 0,1 1 0,-6-1 0,5 6 0,-7-2 0,2-4 0,-4 4 0,-2-5 0,0-1 0,0-1 0,5-9 0,1 1 0,0-2 0,-6-4 0,6 2 0,-1-7 0,7-1 0,-5-6 0,1 1 0,0 0 0,3-3 0,-5-3 0,5 2 0,-5-8 0,2 2 0,-2-2 0,-5-1 0,5 7 0,-4-6 0,0 4 0,2 0 0,2 0 0,-1 2 0,-5 5 0,0 1 0,0-1 0,0 1 0,0 0 0,0-1 0,0 1 0,0 3 0,0-3 0,0 5 0,0-7 0,0 5 0,0 1 0,2-5 0,4-5 0,-4 4 0,4-4 0,-4-2 0,-2 2 0,1-2 0,5 2 0,-4 3 0,4-3 0,-2-2 0,1 2 0,-3-6 0,4 6 0,-2-6 0,2 6 0,-5-6 0,5 4 0,-4-2 0,-2-3 0,0 3 0,0-2 0,0 8 0,0-3 0,0 5 0,0 2 0,0-1 0,0 1 0,0 1 0,0 5 0,-2-5 0,-4 5 0,5-5 0,-7-1 0,2-1 0,0 1 0,-1 0 0,1-1 0,4-1 0,-4-4 0,-1 4 0,1-5 0,0-1 0,6 2 0,-5 0 0,-1 6 0,0-1 0,6 1 0,0-6 0,0 0 0,0 0 0,0-2 0,0 3 0,0-6 0,0-7 0,0-5 0,2-1 0,4 7 0,-4-6 0,3-1 0,3 1 0,-2 5 0,0 3 0,-6 3 0,1-4 0,5 4 0,-4-9 0,4-2 0,-4 1 0,-2 3 0,5 1 0,1 1 0,0-7 0,-6 1 0,0 0 0,0 3 0,2-1 0,4-3 0,-5-7 0,5 2 0,-4 2 0,-2-2 0,0 6 0,0-6 0,0 2 0,0-2 0,0 7 0,0 9 0,0-3 0,0 4 0,-6-4 0,1-1 0,-3 1 0,2 4 0,4-3 0,-3 3 0,-3-10 0,2-1 0,-1 0 0,1 5 0,4-5 0,-4 0 0,-1-7 0,1 7 0,2 4 0,2 5 0,2-2 0,0 4 0,0 2 0,0-1 0,0 6 0,0-1 0,0 4 0,0 2 0,0-5 0,0 5 0,0-4 0,0 9 0,0-5 0,0-6 0,-2 1 0,-2-4 0,-1 0 0,1 5 0,-4-4 0,2 2 0,1-11 0,5 5 0,0-8 0,0 8 0,-6 4 0,0 2 0,-1 0 0,1 6 0,4-4 0,-4 9 0,-1 4 0,1 2 0,-6-2 0,7 2 0,-1 2 0,-2 2 0,6 0 0,-3-4 0,-3 4 0,2-4 0,-1-2 0,1 2 0,2-1 0,-6 3 0,1-2 0,-1 2 0,6-6 0,-11 15 0,6-3 0</inkml:trace>
  <inkml:trace contextRef="#ctx0" brushRef="#br0" timeOffset="66">19824 8167 8912,'-7'-17'0,"5"7"0,-13-5 0,11 5 0,-8-7 0,1 6 0,-6-1 0,5 2 0,1-1 0,-3-4 0,-9 3 0,2 3 0,-6-1 0,1 1 0,-1-1 0,-2 4 0,-5-5 0,-1 7 0,1-2 0,-2 4 0,-4 2 0,3-5 0,-3-1 0,4 0 0,1 6 0,1 0 0,-1 0 0,3 0 0,3 0 0,-1 2 0,7 4 0,-2-4 0,4 5 0,-4 1 0,-2 4 0,-1-3 0,-7 3 0,-1-1 0,-4 6 0,-4-3 0,-8 3 0,8-10 0,4 11 0,-2-5 0,2 4 0,5-5 0,7-1 0,1-5 0,-2 5 0,4-7 0,8 11 0,0-5 0</inkml:trace>
  <inkml:trace contextRef="#ctx0" brushRef="#br0" timeOffset="67">18276 8201 8912,'-25'6'0,"-4"0"0,-3 7 0,5-11 0,-6 13 0,5-3 0,-3-3 0,2 3 0,-1-7 0,7 5 0,2-1 0,2 1 0,1-4 0,1 3 0,0 1 0,0-1 0,5-5 0,1 2 0,5 2 0,-5-1 0,-3 3 0,5-6 0,-3 1 0,7 3 0,-7-2 0,2 1 0,-1-1 0,-4-4 0,7 8 0,-3-5 0,-5-3 0,12 8 0,-7-5 0,7-3 0,-9 8 0,7-4 0,0-3 0,6 9 0,0-8 0,-7 11 0,5-5 0,-4 7 0,2-6 0,-2 1 0,5-1 0,-13 6 0,8 1 0,-1-1 0,3 0 0,-4 0 0,-1 0 0,5 1 0,-2-1 0,-1 6 0,1 0 0,0 0 0,-2 1 0,6-5 0,-13 6 0,6-8 0</inkml:trace>
  <inkml:trace contextRef="#ctx0" brushRef="#br0" timeOffset="68">17553 8940 8912,'0'18'0,"0"-1"0,0 8 0,0-4 0,0 5 0,0 1 0,0-2 0,0 0 0,0 3 0,0-5 0,0 2 0,0-2 0,0-4 0,0 4 0,0 2 0,0-2 0,0 6 0,0-6 0,0-1 0,0-4 0,-6 6 0,0 5 0,1-4 0,5 0 0,0 0 0,0-6 0,0 6 0</inkml:trace>
  <inkml:trace contextRef="#ctx0" brushRef="#br0" timeOffset="69">17536 9645 8912,'0'25'0,"0"4"0,0 3 0,0-3 0,0 0 0,0-1 0,0 1 0,0 0 0,0-6 0,0 5 0,-6-5 0,0 6 0,0-3 0,6 3 0,-1 2 0,-5-8 0,2 11 0,-8-5 0,9 7 0,-3-7 0,-2 9 0,3 2 0,-7 6 0,6-4 0,1 0 0,-3 0 0,4 6 0,-7-2 0,7-4 0,-2-2 0,2-4 0,-1-2 0,3 1 0,-4-1 0,4 0 0,2 1 0,0-6 0,0-1 0,-6 1 0,0 5 0,1-1 0,5-5 0,-2 3 0,-4-8 0,4 0 0,-4-6 0,-1 0 0,1 0 0,0 1 0,6-9 0,0 6 0,0-13 0,0 6 0,0-16 0,0 6 0,0-5 0,0 7 0,-2 13 0,-3 4 0,3 12 0,-29 5 0,3 10 0</inkml:trace>
  <inkml:trace contextRef="#ctx0" brushRef="#br0" timeOffset="70">19016 10230 8912,'-12'-17'0,"3"0"0,1-1 0,4 1 0,0 6 0,0-1 0,-1-1 0,-1 3 0,4 1 0,-4 1 0,4 0 0,-3 3 0,3 3 0,0-6 0,-4 8 0,4 0 0,-13 0 0,7 2 0,-5 2 0,1 2 0,1 7 0,-6-9 0,-1 7 0,7-7 0,1 4 0,1-3 0,-1 1 0,7 0 0,-7-6 0,4 0 0,4 0 0,-13 0 0,13 0 0,-7 0 0,3 0 0,2 6 0,-7-1 0,7 1 0,-12-6 0,14 0 0,-5 0 0,7 0 0,0-2 0,0-3 0,0 3 0,7-14 0,-5 12 0,4-7 0,-4 7 0,-2-11 0,0 11 0,0-7 0,0 5 0,0-6 0,0 1 0,0-6 0,0 0 0,0 5 0,0 1 0,0-3 0,0 5 0,0-3 0,0 7 0,0-7 0,-2 1 0,-4-7 0,4 1 0,-5 8 0,-1-7 0,6 15 0,-13-7 0,13 6 0,-4-4 0,4 4 0,0-5 0,-3 7 0,3 7 0,-4 5 0,4 5 0,2 6 0,0 6 0,0 11 0,0 11 0,0 12 0,0 8 0,0 9 0,0 8-192,0-37 0,0 1 0,0 2 0,0 1 192,0 0 0,0-1 0,-1-2 0,0-1 0,-3 43 0,-1-6 0,1-10 0,-4-4 0,3-10 0,-1-11 0,6-24 0,0-4 0,0-16 0,2-1 0,3-8 0,-1-2 0,8-4 0,-3-5 192,3-12 0,3-6 0,-3-11 0,1-6-192,-2-4 0,3-7 0,-8 0 0,7-8 0,-4 4 0</inkml:trace>
  <inkml:trace contextRef="#ctx0" brushRef="#br0" timeOffset="71">19136 9852 8912,'-8'-27'0,"5"2"0,-9 8 0,6 7 0,-5 5 0,1 7 0,-1 9 0,3 8 0,8 15 0,-6 9 0,1 2 0,1 5 0,2 2 0,2 5 0,0 0 0,0 10 0,0 2 0,0 0 0,0 7 0,0-1 0,0-1 0,-2 1 0,-4-7 0,4-7 0,-3-5 0,3-8 0,2-8 0,0-4 0,0-2 0,0-7 0,2-10 0,3-11 0,5-14 0,7-9 0,-1-11 0,-5-18 0,4-6 0,-3-11 0,3-6 0,2 1 0,-7-1 0,-3-8 0</inkml:trace>
  <inkml:trace contextRef="#ctx0" brushRef="#br0" timeOffset="72">19463 9903 8912,'-8'-17'0,"5"6"0,-9-1 0,1 8 0,-7-1 0,3 10 0,4 7 0,1 11 0,4 5 0,4 12 0,-3 6 0,3 4 0,2 2 0,-2 5 0,-4 0 0,4 10 0,-4 2 0,-1 0 0,-1 5 0,1-3 0,-1-2 0,-6-1 0,3 1 0,1-2 0,-1-2 0,0-4 0,1-2 0,-3-7 0,7-6 0,0-10 0,6-2 0,0-15 0,8-11 0,1-23 0,9-8 0,-7-21 0,0-8 0,-7-9 0,2 4 0,2-8 0,-3 2 0,9 4 0,-5 0 0</inkml:trace>
  <inkml:trace contextRef="#ctx0" brushRef="#br0" timeOffset="73">19566 10041 8912,'-9'-27'0,"-9"4"0,1 6 0,-6 5 0,4 9 0,2 6 0,0 17 0,0 14 0,5 10 0,3 15 0,1 10 0,4 9 0,2 20 0,2-47 0,0 1 0,0 7 0,0 0-261,0-1 0,0-1 0,0 1 1,-2 0 260,0-3 0,-1-1 0,-1 2 0,0-1 0,-3 3 0,0-1 0,2-3 0,-1-1 0,0-3 0,-1-1 0,-9 37-26,-1-12 1,-6-3 25,0-2 0,-5-8 0,5-4 0,0-3 0,-2-3 0,-2-7 0,-7-3 0,-1-5 0,1-2 0</inkml:trace>
  <inkml:trace contextRef="#ctx0" brushRef="#br0" timeOffset="74">18258 13015 8912,'-17'0'0,"6"-2"0,-1-3 0,8 3 0,-3-6 0,9 10 0,5 4 0,11 5 0,6 4 0,11 3 0,-1 1 0,1 2 0,-1 4 0,0 1 0,9-3 0,2 6 0,5-2 0,2 1 0,-1 3 0,-1-6 0,-2 0 0,-2-1 0,-8-1 0,2-6 0,-5 1 0,-7-1 0,-3-6 0,-8 1 0,-7-8 0,-2 3 0,-10-9 0,-6-3 0,-9-7 0,-16-18 0,-11-7 0</inkml:trace>
  <inkml:trace contextRef="#ctx0" brushRef="#br0" timeOffset="75">18430 12637 8912,'-7'-17'0,"-3"5"0,-7 1 0,6 1 0,-1-1 0,8 1 0,-1 5 0,12 3 0,10-4 0,8 14 0,10 9 0,12 2 0,9 9 0,7 1 0,8-2 0,1 5 0,-3-3 0,0 4-152,0 1 1,4-2 151,-5-3 0,-3 2 0,-15-8 0,-4-2 0,-6-2 0,-5-2 0,-7 0 0,-3-2 0,-8-3 0,-7 3 0,3-15 0,-9 0 0,-6-11 0,-7-10 0,-16-8 0,-10-11 0,-7-4 0,-9-8 0</inkml:trace>
  <inkml:trace contextRef="#ctx0" brushRef="#br0" timeOffset="76">18723 12121 8912,'-17'-11'0,"0"-1"0,-1 8 0,1-3 0,11 16 0,14 9 0,19 10 0,15 10 0,10 6 0,5 8 0,2-1 0,4 1 0,4 0 0,-4-1 0,2-1 0,-2-4 0,-3-6 0,-9-11 0,-7-10 0,-4-8 0,-5-7 0,-6 2 0,-5-4 0,-14-2 0,-4 0 0,-12 0 0,-5 0 0,-7 0 0,-5 0 0,-9-8 0,-10-5 0,-2-8 0,-2-6 0,-6-8 0</inkml:trace>
  <inkml:trace contextRef="#ctx0" brushRef="#br0" timeOffset="77">18740 11777 8912,'-17'-7'0,"0"5"0,0-4 0,9 8 0,10 9 0,13 12 0,12 8 0,15 11 0,10 4 0,7 9 0,10 2 0,-6 1 0,0-7 0,2 1 0,2 0 0,2-3-193,0-3 1,-8-6 192,-4-11 0,2 3 0,-1-3 0,-14-4 23,-10-2 1,-13-4 0,-4-2-1,-9 2-23,-6 4 0,-14-10 0,-10 5 0,-13-5 0,-24 4 0,-2 0 0</inkml:trace>
  <inkml:trace contextRef="#ctx0" brushRef="#br0" timeOffset="78">18534 13376 8912,'-35'-17'0,"9"2"0,3 1 0,3 3 0,13 7 0,7-2 0,9 6 0,16 8 0,10 7 0,9 6 0,13 10 0,6-2 0,4-3 0,4 3 0,0 0 0,-3-3 0,3 1 0,-14-4 0,1-4 0,-7 4 0,-1-4 0,-6-2 0,-8-1 0,-5-5 0,-16-1 0,3-5 0,-13-3 0,1 4 0,-12-12 0,-11-3 0,-12-8 0,-3-8 0,-2-2 0</inkml:trace>
  <inkml:trace contextRef="#ctx0" brushRef="#br0" timeOffset="79">19050 13118 8912,'-11'6'0,"-1"0"0,8 7 0,-2-1 0,12 11 0,6 5 0,11 12 0,7 6 0,8 4 0,8 1 0,6-1 0,5-4 0,10 2 0,8-8 0,-1-2 0,-5-7 0,0-5 0,0-1 0,-10-2 0,-7-6 0,-16-1 0,-13-5 0,-11-3 0,-5-8 0</inkml:trace>
  <inkml:trace contextRef="#ctx0" brushRef="#br0" timeOffset="80">18413 13806 8912,'0'10'0,"0"-3"0,0-7 0,0 0 0,-2-5 0,-3-1 0,3 0 0,-8 6 0,4 0 0,-1-2 0,-5-4 0,3 5 0,3-5 0,-5 4 0,-5 2 0,-1 0 0,2-2 0,3-4 0,-9 4 0,4-3 0,-6 3 0,0 2 0,-4 0 0,-7 0 0,0 2 0,-1 3 0,1-1 0,-1 8 0,1-9 0,-1 3 0,1 2 0,0-2 0,1 1 0,4-1 0,3-4 0,5 4 0,-2-5 0,2-1 0,-4 0 0,2 0 0,0 6 0,6 0 0,-1 0 0,1-6 0,0 0 0,0 0 0,2 2 0,3 3 0,-3-3 0,1 4 0,-5-4 0,-4-2 0,0 2 0,6 4 0,-8-3 0,-3 9 0,-7-6 0,-5 5 0,2 0 0,-8 7 0,2-1 0,-2 0 0,-4 0 0,6 0 0,0 3 0,4 2 0,6-2 0,5 2 0,-3-4 0,3-7 0,4 4 0,2-3 0,4-3 0,2 3 0,-6-1 0,0 7 0,0-3 0,6-2 0,-2-1 0,-4 1 0,4 2 0,-4 3 0,4-1 0,1 0 0,1-6 0,0 1 0,5-1 0,3 6 0,-1 1 0,1-1 0,-1 0 0,-1 0 0,-3 8 0,9 4 0,-7-3 0,6 3 0,1-2 0,5 2 0,-6 9 0,0-4 0,0 4 0,6-3 0,0-1 0,0 0 0,2 1 0,4-1 0,-4-5 0,4 0 0,1-7 0,-1 7 0,6-8 0,-7 2 0,7-4 0,-6-2 0,7-1 0,-2-5 0,5 4 0,1-3 0,2 3 0,4 2 0,-2 1 0,8-1 0,-6-2 0,5-4 0,-5 5 0,6-5 0,-6 5 0,6 1 0,-1-2 0,7-4 0,-7 3 0,1-8 0,0 5 0,3-3 0,-3-1 0,-6 1 0,2 0 0,-2-3 0,5-1 0,-5 8 0,6-7 0,-6 7 0,0-3 0,-6 3 0,2 3 0,2-3 0,2 3 0,-2-4 0,-9 1 0,3-8 0,-13 11 0,13-13 0,-13 5 0,6-7 0,-8 0 0,0 0 0,-8 0 0,6 0 0,-5 0 0,7 0 0,0 0 0,7 8 0,3 2 0</inkml:trace>
  <inkml:trace contextRef="#ctx0" brushRef="#br0" timeOffset="81">16916 15680 8912,'-9'-7'0,"-1"5"0,6-6 0,-2 0 0,-5 4 0,5-7 0,-1 7 0,3-3 0,-2-1 0,0 6 0,8-6 0,4 8 0,4 2 0,7 4 0,0-4 0,0 4 0,2-4 0,2-2 0,4 0 0,2 0 0,2 0 0,5 0 0,0 0 0,1 0 0,-6-6 0,-1 0 0,1-5 0,5 5 0,-1-6 0,-5 7 0,-1-3 0,-6 4 0,2-3 0,-2-3 0,-7 4 0,-3-5 0,-7 7 0,4-4 0,-8 1 0,0 5 0,0-6 0,0 8 0,-2 0 0,-4 0 0,4 0 0,-6 0 0,8 0 0,0 0 0,-7-7 0,-3-3 0</inkml:trace>
  <inkml:trace contextRef="#ctx0" brushRef="#br0" timeOffset="82">17518 15113 8912,'-17'-17'0,"0"7"0,2 0 0,3 5 0,-3 3 0,7-4 0,-3 12 0,5 7 0,4 8 0,2 6 0,0 7 0,0 8 0,0 4 0,0 6 0,2 1 0,4 1 0,5-5 0,7-3 0,4 0 0,-1 2 0,8-8 0,-8-6 0,2-5 0,-4-16 0,-2 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4.894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10239 8098 8912,'-6'-17'0,"1"0"0,-1 5 0,6 1 0,0-3 0,0 7 0,2-1 0,4 8 0,-3 6 0,9-1 0,1-1 0,3 4 0,1-2 0,0-3 0,2 5 0,2 0 0,4-1 0,2 1 0,-2 0 0,9-3 0,-1-3 0,14 4 0,7-4 0,7-2 0,8 0 0,5 0 0,-9 0 0,4 0 0,-4 0 0,4 0 0,2 0-131,3 0 1,-3-6 130,4 1 0,-4-1 0,-3 6 0,3-6 0,4 0 0,-12 1 0,2 3 0,-6-2 0,-2-2 0,10-2 0,2 3 0,0 3 0,6-4 0,-1 4 0,-5 2 0,4-6 0,-14 1 0,-2 1 0,-5 2 0,-10 2 0,4 0 0,0 0 0,5 0 0,3-6 0,3 1 0,5-1 0,6 6 0,1-6 0,0 0 0,-8-5 0,-3 5 0,-5-1 0,-1 1 0,-1 2 0,-1-6 0,-2 1 0,-2-1 0,-6 5 65,6-7 0,0 6 1,3-3-1,-3-1-65,-6 1 0,-3-1 0,-3-1 0,-5-5 0,0 5 0,-8-4 0,2-3 0,-4-1 0,-2-4 0,2 1 0,4-13 0,-4 5 0,4-11 0,-4-2 0,-2-3 0,1-6 0,-1-3 0,2-3 0,4 3 0,-4 2 0,4 1 0,-4-2 0,-2-1 0,-2-2 0,-3 1 0,1 5 0,-7 5 0,0-4 0,-6 4 0,0-1 0,0 1 0,0-2 0,0 8 0,-6 0 0,0 5 0,1 1 0,5 0 0,-6 5 0,0 0 0,0 1 0,6-5 0,0 3 0,0 1 0,0 2 0,0-1 0,-5-3 0,-1 8 0,0 2 0,-1 2 0,3 2 0,-8 0 0,7-1 0,-7 1 0,6 2 0,-5 3 0,7-3 0,-4 6 0</inkml:trace>
  <inkml:trace contextRef="#ctx0" brushRef="#br0" timeOffset="1">14180 6000 8912,'-10'-17'0,"-5"0"0,6 0 0,-9 0 0,-5 1 0,0 5 0,-9-4 0,-2 3 0,-12-3 0,-10-2 0,-13-1 0,-11 1 0,-12 2-230,44 9 1,-1 1 0,-1-3 0,0 2 229,1 3 0,1 0 0,-48-10 0,14 4 0,11-1 98,8 4 1,6 2-99,5-1 0,-5 3 0,-3-4 0,1 4 0,0 2 0,0 0 0,1 0 0,-3 0 0,-8 0 0,0 2 0,1 4 0,-9-2-215,-3 7 0,-8-5 215,2 5 0,6-7 0,16 2 0,5 1 0,8-1 0,1 0 0,4-6 0,6 2 0,3 4 0,-5-5 165,-4 5 1,-3-4 0,-3 0 0,1 2-166,-1 2 0,0-1 12,1-5 1,-7 8-13,1 3 0,-8-1 0,2 1 0,2-1 0,-2 1 0,9 5 231,2-5 0,10-3-231,14-2 0,3-5 0,8 7 0,5-6 0,3 6 0,1-1 0,-6-3 0,3 8 0,-4-9 0,-3 13 0,1-7 0</inkml:trace>
  <inkml:trace contextRef="#ctx0" brushRef="#br0" timeOffset="2">10411 6052 8912,'-25'19'0,"-1"2"0,-1 2 0,-6 0 0,14-6 0,-4 0 0,10 1 0,1-1 0,7-6 0,-7 1 0,-1 1 0,5 2 0,2 2 0,-1-5 0,1-1 0,-5 1 0,5 5 0,-8 2 0,3 4 0,-4-2 0,-3 8 0,7-6 0,0 5 0,1 1 0,-3 5 0,3 3 0,2 3 0,1-2 0,1 8 0,4-2 0,-4 2 0,4 5 0,2 1 0,0-3 0,0 3 0,0 0 0,0-7 0,0 5 0,0 2 0,0-1 0,0 1 0,0-1 0,8-22 0,2-6 0</inkml:trace>
  <inkml:trace contextRef="#ctx0" brushRef="#br0" timeOffset="3">10015 7513 8912,'0'50'0,"0"-4"0,0 4 0,0-6 0,0 7 0,0 1 0,0-8 0,0-4 0,0-4 0,0-2 0,0 1 0,0-1 0,-1 1 0,-5-1 0,2-5 0,-7-1 0,5 3 0,-6 9 0,1-11 0,-6-1 0,5-1 0,1-4 0,5 0 0,-6-6 0,1 2 0,-6 4 0,-8 4 0,-4 7 0,-3 1 0,-18-1 0,-4 0 0</inkml:trace>
  <inkml:trace contextRef="#ctx0" brushRef="#br0" timeOffset="4">19153 7995 8912,'0'-17'0,"0"5"0,0 1 0,0 7 0,0-4 0,0 10 0,0 4 0,2-4 0,4 4 0,-2-5 0,7-1 0,1 0 0,5 0 0,0 0 0,2 0 0,2 0 0,4 0 0,2 0 0,3-1 0,11-5 0,3 4 0,7-4 0,1 4 0,-1 2 0,9 0 0,3 0 0,2 0 0,-2 0 0,4 6 0,-4 0 0,-2-1 0,2-5 0,0 0 0,-1 0 0,4 0 0,-2 0 0,-3 0 0,2 0 0,-8 0 0,3 0 0,-5-1 0,-1-5 0,1 4 0,5-4 0,-3 4 0,6 2 0,1 0 0,-1 0 0,4 0 0,9 0 0,-11 0 0,1 0 0,-3 2 0,-4 4 0,6-4 0,-5 4 0,7-5 0,-2-1 0,9 0 0,3 0 0,11 0 0,-4 0 0,-2-1 0,-1-5 0,3-2 0,-2-3 0,4 1-232,3 4 1,-7 4 231,0-3 0,-7-3 0,1 2 0,3 1 0,-3 5 0,1-2 0,-6-4 0,0 4 0,-1-4 0,-1 4 0,-3 2 0,-5 0 0,-8 0 0,1 0 0,0 0 0,-3 0 0,-3 0 0,2 0 0,-8 0 0,2 0 0,-2 0 0,4 0 0,0 0 0,0 0 231,-3 0 1,-5 0-232,4 0 0,2 0 0,-2 0 0,-2 0 0,-9 0 0,4 0 0,-5 0 0,3-5 0,0-1 0,-5 2 0,-1 2 0,4 2 0,-6 0 0,5 0 0,-5 0 0,6 0 0,-6 0 0,2 0 0,-2 0 0,2 0 0,3 0 0,-3 0 0,-8 0 0,1 0 0,-1 0 0,0 0 0,0 0 0,-7 0 0,5 0 0,-13 0 0,6 0 0,-8 0 0,0 0 0,-8 0 0,-2 8 0,-7 3 0,-15 5 0,-12 8 0,-17 3 0</inkml:trace>
  <inkml:trace contextRef="#ctx0" brushRef="#br0" timeOffset="5">19687 5450 8912,'-17'0'0,"-1"0"0,1 0 0,0 2 0,0 2 0,-1 2 0,1-1 0,0 3 0,0 2 0,0 7 0,-1 0 0,1 0 0,6 2 0,1 4 0,3 4 0,3 0 0,2 5 0,2-3 0,0 3 0,0 3 0,7-7 0,5 1 0,3-8 0,2 2 0,1-4 0,-1-2 0,6-1 0,0-5 0,5-3 0,-5-8 0,2 0 0,-2 0 0,-4-8 0,4-3 0,-4-5 0,-1-3 0,-1-2 0,0-2 0,-2-5 0,-3 5 0,-5-8 0,-7 2 0,-2 3 0,-3-3 0,-5 2 0,-7-1 0,-8-3 0,-4 8 0,-3 0 0,-2 6 0,-1 0 0,1 0 0,1 7 0,4 4 0,-1 4 0,7 2 0,2 2 0,9 6 0,7 9 0,16 0 0,6 6 0,12-11 0,5 3 0,10-5 0</inkml:trace>
  <inkml:trace contextRef="#ctx0" brushRef="#br0" timeOffset="6">20668 5416 8912,'0'-12'0,"-2"3"0,-4 1 0,4-5 0,-4 1 0,2 5 0,-1 1 0,3-4 0,-6 7 0,6-7 0,-3 2 0,3 3 0,-6 5 0,0 7 0,6-3 0,-3 8 0,3-9 0,-6 5 0,6-8 0,-5 8 0,5-6 0,-4 3 0,4-3 0,-6-2 0,8 0 0,0 0 0,-7 0 0,5 0 0,-6 0 0,8 0 0,0 0 0,0 8 0,0-6 0,0 7 0,0-3 0,0 6 0,0 10 0,0-1 0,0 8 0,6 0 0,0 5 0,-1 6 0,-5 0 0,2 6 0,2-6 0,2-3 0,-2-7 0,-2 1 0,-2-8 0,0 0 0,0-6 0,0 0 0,0-7 0,0-3 0,0-7 0,0-7 0,0-3 0,0-7 0,0 0 0,0 5 0,0 1 0,0 7 0,0-11 0,0 3 0,0 3 0,0-3 0,0 8 0,0-3 0,0-1 0,0 6 0,0-13 0,0 13 0,0-6 0,0 8 0,0-7 0,7-3 0,3-7 0</inkml:trace>
  <inkml:trace contextRef="#ctx0" brushRef="#br0" timeOffset="7">20788 5502 8912,'15'-8'0,"-1"-1"0,-3-1 0,-7 1 0,2 3 0,-12 6 0,-5 0 0,-5 9 0,5 7 0,1 1 0,1 2 0,-1 4 0,6-4 0,-1 4 0,3 2 0,2-2 0,0-2 0,0-2 0,0 6 0,5-6 0,3 2 0,0-6 0,-1-4 0,7-7 0,-3 2 0,4-4 0,3-2 0,-1 0 0,0 0 0,0-8 0,1-3 0,-3-10 0,-4-2 0,5-2 0,-5 2 0,-1 2 0,-1-6 0,-1 3 0,-4 2 0,-2 1 0,-2-1 0,-8 2 0,-4-2 0,-3 8 0,-2 3 0,0 5 0,0-6 0,-1 9 0,1-3 0,6 4 0,-1 2 0,8 0 0,-3 0 0,7 0 0,-8 0 0,-2 0 0</inkml:trace>
  <inkml:trace contextRef="#ctx0" brushRef="#br0" timeOffset="8">21029 5192 8912,'-8'18'0,"5"-1"0,-7 0 0,2 0 0,1-2 0,1-3 0,4-3 0,-4-3 0,12-4 0,5 4 0,5-4 0,1-2 0,0 0 0,0 0 0,6-6 0,0 0 0,6-7 0,-6 1 0,0 3 0,-6-3 0,0 7 0,1-7 0,-1 1 0,0-6 0,-8 7 0,7-13 0,-7 4 0</inkml:trace>
  <inkml:trace contextRef="#ctx0" brushRef="#br0" timeOffset="9">21511 5038 8912,'-6'11'0,"-2"-1"0,-1-3 0,3-1 0,-5-6 0,-3 0 0,-1 8 0,5-5 0,5 9 0,-3-6 0,2 5 0,2 2 0,3 3 0,2 1 0,5 0 0,-2 0 0,8 1 0,-1-7 0,6 0 0,-1 3 0,-5 1 0,4 0 0,-3-3 0,3 3 0,2-3 0,-5 1 0,-1-2 0,-1 5 0,1-5 0,5 4 0,-15 3 0,5-1 0,-4 0 0,-2 0 0,0 0 0,-8-5 0,-3-1 0,-4-1 0,-3 1 0,1-3 0,0 0 0,0-6 0,0 3 0,-1-3 0,1-6 0,0-7 0,7-1 0,5-10 0,-3-7 0,2-6 0,1-7 0,5-9 0</inkml:trace>
  <inkml:trace contextRef="#ctx0" brushRef="#br0" timeOffset="10">21511 5072 8912,'-17'0'0,"-1"0"0,9 0 0,3 0 0,12 0 0,5 0 0,12 0 0,10-8 0,7-3 0,10-4 0,-1-3 0,5 1 0,-4 0 0,-1 6 0,-9-1 0,3 6 0,-3-5 0,-12 7 0,1-2 0,0-3 0,-2-1 0</inkml:trace>
  <inkml:trace contextRef="#ctx0" brushRef="#br0" timeOffset="11">22113 5691 8912,'12'0'0,"-1"0"0,-7 0 0,4 0 0,-8 0 0,0 0 0,0 8 0,0 3 0,0 4 0,0 3 0,0 1 0,0 2 0,0 3 0,0 3 0,0 0 0,0 4 0,0-5 0,0-1 0,0-2 0,0-6 0,0 0 0,0 1 0,0-7 0,0 1 0,0-9 0,1-3 0,5-11 0,-4-6 0,6-6 0,-2-4 0,-1 0 0,9-13 0,-5 4 0</inkml:trace>
  <inkml:trace contextRef="#ctx0" brushRef="#br0" timeOffset="12">22251 5725 8912,'7'10'0,"-5"5"0,6-5 0,-8 1 0,0 1 0,0-1 0,0 6 0,0 0 0,0 1 0,0-1 0,0 0 0,2 2 0,4 4 0,-3-4 0,7 4 0,0-4 0,-1-2 0,-3 1 0,5-1 0,-5-8 0,6-3 0,-7-4 0,7-2 0,-1 0 0,6-8 0,1-3 0,-7-10 0,1-4 0,-1-2 0,-1-3 0,-3 3 0,-7-2 0,6 1 0,0-7 0,0 9 0,-6 3 0,-2 4 0,-4 1 0,-6 1 0,-3 0 0,4 7 0,-1 5 0,1 3 0,-7 2 0,1 0 0,0 0 0,0 0 0,0 0 0,-1 0 0,9-8 0,1-1 0</inkml:trace>
  <inkml:trace contextRef="#ctx0" brushRef="#br0" timeOffset="13">22354 5399 8912,'8'-10'0,"-6"2"0,7 8 0,-3 0 0,-2 0 0,7 0 0,1 0 0,5 0 0,0 0 0,0 0 0,2-1 0,4-5 0,2 2 0,4-7 0,2 5 0,-9-6 0,9-7 0,-4-8 0</inkml:trace>
  <inkml:trace contextRef="#ctx0" brushRef="#br0" timeOffset="14">22853 5003 8912,'0'-17'0,"0"0"0,0 5 0,0 1 0,0 7 0,0-2 0,0 12 0,-8 6 0,-3 9 0,-4 3 0,-3 3 0,1 2 0,0 5 0,0 2 0,0 5 0,5-5 0,1 4 0,1-6 0,-1-3 0,5-4 0,4-2 0,2-3 0,0-4 0,0-1 0,8-8 0,3-3 0,4-6 0,5-6 0,3-7 0,5-8 0,3 0 0,-3-8 0,3 8 0,-8-2 0,6-3 0,-6-3 0,-8 2 0,-9-1 0,3-1 0,1-5 0</inkml:trace>
  <inkml:trace contextRef="#ctx0" brushRef="#br0" timeOffset="15">22870 5072 8912,'-5'11'0,"-1"1"0,2 1 0,2 3 0,2 3 0,0 4 0,0 3 0,0 11 0,0 3 0,0 6 0,0-2 0,0 1 0,0-5 0,0 6 0,6-9 0,0-3 0,-1 0 0,-5-7 0</inkml:trace>
  <inkml:trace contextRef="#ctx0" brushRef="#br0" timeOffset="16">23559 5777 8912,'-10'0'0,"2"0"0,8 0 0,-1 0 0,-3 2 0,-2 4 0,0 3 0,6 8 0,-2 0 0,-3 1 0,3 7 0,-4 3 0,4 5 0,2 1 0,-6 0 0,1 1 0,1-1 0,2 1 0,2-7 0,0 1 0,0-8 0,7 4 0,3-8 0</inkml:trace>
  <inkml:trace contextRef="#ctx0" brushRef="#br0" timeOffset="17">23610 5846 8912,'-2'15'0,"-1"-2"0,-3-1 0,2 1 0,-4-3 0,3 1 0,1 3 0,2 1 0,2 8 0,0 0 0,0 5 0,0-5 0,0 0 0,0 2 0,2-6 0,4 4 0,3-4 0,8-4 0,1-3 0,1-4 0,2-8 0,2-2 0,-2-4 0,3-9 0,-1-8 0,2-8 0,-2 2 0,-6-3 0,1-2 0,-3 1 0,-9 4 0,-1-3 0,-5 5 0,-1-1 0,-5-1 0,-4 8 0,-7-2 0,-2 10 0,-4 1 0,-2 8 0,-4-1 0,3 3 0,3 2 0,4 5 0,-4 1 0,4-2 0,9-2 0,-5 6 0,5 1 0</inkml:trace>
  <inkml:trace contextRef="#ctx0" brushRef="#br0" timeOffset="18">23972 5553 8912,'-18'0'0,"3"-2"0,4-3 0,1 3 0,4-4 0,6 4 0,0 2 0,8 0 0,9 0 0,2 0 0,4 0 0,4 0 0,8 0 0,-3 0 0,-3 0 0,1 0 0,-5 0 0,0 0 0,0 0 0,-2-2 0,-6-3 0,8-5 0,2-7 0</inkml:trace>
  <inkml:trace contextRef="#ctx0" brushRef="#br0" timeOffset="19">24522 5072 8912,'-5'11'0,"-1"1"0,2 1 0,2 12 0,2 9 0,0 10 0,0 14 0,0 5 0,0 4 0,0-4 0,0 0 0,-4 0 0,-7 6-497,-1-1 0,-20-7 1,5-1-1</inkml:trace>
  <inkml:trace contextRef="#ctx0" brushRef="#br0" timeOffset="20">24798 6035 8912,'5'-12'0,"1"1"0,0 9 0,-6 2 0,-8 10 0,-3 12 0,-5 5 0,-1 0 0,0 5 0,0-3 0,0 4 0,-1 1 0,1-2 0,2-1 0,2-4 0,1-2 0,6 3 0,-3-5 0,1-2 0,4-2 0,2-9 0,18-10 0,3-10 0</inkml:trace>
  <inkml:trace contextRef="#ctx0" brushRef="#br0" timeOffset="21">25211 5657 8912,'9'-35'0,"1"8"0,-6 4 0,1 4 0,1 6 0,-6 7 0,-6 16 0,1 18 0,-3 5 0,4 3 0,-2 2 0,3 3 0,-5 4 0,2-4 0,0 4 0,6-4 0,0-1 0,0-6 0,0 0 0,0 1 0,2-3 0,4-3 0,4-12 0,7-9 0,0-8 0,0 0 0</inkml:trace>
  <inkml:trace contextRef="#ctx0" brushRef="#br0" timeOffset="22">25624 5639 8912,'-10'-7'0,"-5"5"0,11-6 0,-7 8 0,5 2 0,-6 4 0,7 5 0,-5 10 0,0 6 0,1 5 0,5-1 0,-2 9 0,4-2 0,2 1 0,2-1 0,4-6 0,11 1 0,12-10 0,-2-8 0,1-9 0,1-6 0,6-6 0,-3-6 0,-3-10 0,1 1 0,-7-8 0,0-2 0,-7-7 0,-3-2 0,-2 2 0,-7 2 0,2 1 0,-6 3 0,-6 3 0,-9-2 0,-8 9 0,-8 6 0,3 10 0,-5 5 0,-1 1 0,7 9 0,4 8 0,0 1 0,6 4 0,-4-2 0,19-3 0,-6 0 0</inkml:trace>
  <inkml:trace contextRef="#ctx0" brushRef="#br0" timeOffset="23">26226 5949 8912,'11'0'0,"-1"-2"0,-2-4 0,-3 2 0,-5-7 0,0 7 0,0 6 0,0 13 0,0 6 0,0 0 0,-5 4 0,-1-2 0,-2 8 0,4-5 0,-1 3 0,1 0 0,4-8 0,6 2 0,3-4 0,8-2 0,8-8 0,2-1 0,7-8 0</inkml:trace>
  <inkml:trace contextRef="#ctx0" brushRef="#br0" timeOffset="24">26570 5725 8912,'12'0'0,"-3"-2"0,-1-3 0,0-5 0,-3-7 0,-1 0 0,8 0 0,-7 5 0,7 3 0,1 1 0,2 4 0,10 2 0,4 2 0,3-6 0,3 1 0,-1 3 0,1 6 0,-7 5 0,1 8 0,-8 2 0,2 4 0,-11-2 0,-7 8 0,-5 2 0,-5 1 0,-13 2 0,-10 1 0,-11-1 0,-3 1 0,0-1 0,0 0 0,2-1 0,6-4 0,5-5 0,0-6 0,8-3 0,-2-4 0,12-3 0,3-8 0,8-10 0,0-7 0,2-2 0,4-8 0,3 1 0,1-1 0,11 6 0,-4-2 0,4 4 0,-4 2 0,-5-1 0,-1 1 0,1 8 0,5 3 0,0-2 0,0 3 0,-1 1 0,-5 10 0,5 9 0,-7 8 0,3 0 0,-1 1 0,-5-3 0,5 8 0,-1-8 0,1 2 0,10-4 0,-3-2 0,4-1 0,1-5 0,2-3 0,4-8 0,-2 0 0,-4 0 0,3-16 0,9-3 0</inkml:trace>
  <inkml:trace contextRef="#ctx0" brushRef="#br0" timeOffset="25">27293 5725 8912,'0'-26'0,"0"3"0,0 4 0,-2 9 0,-4 6 0,-5 8 0,-4 7 0,-3 12 0,1 4 0,0 8 0,0 1 0,1 2 0,3 2 0,2-2 0,7-1 0,-2-3 0,4-7 0,2-4 0,8 0 0,3-6 0,6-4 0,4-13 0,2-2 0,-2-3 0,-1-5 0,-3-7 0,-2-2 0,-3-4 0,1 2 0,-7-8 0,-1 8 0,-5-2 0,0 2 0,0-2 0,0 4 0,0-4 0,-5 4 0,-1 2 0,-6 5 0,7 1 0,-9 7 0,3-2 0,1 5 0,-1 1 0,7 7 0,-4 3 0</inkml:trace>
  <inkml:trace contextRef="#ctx0" brushRef="#br0" timeOffset="26">28222 6207 8912,'25'-40'0,"-8"-1"0,-9 5 0,-6 6 0,-4 9 0,-4 5 0,-7 7 0,-8 1 0,-6 4 0,-7 10 0,-1 7 0,1 8 0,-8 8 0,-2 11 0,-2 8 0,0 7 0,6 8 0,-6 14 0,22-35 0,0 2 0,-1 3 0,0 1 0,3 3 0,0 1-53,2 2 0,0 1 0,2 1 0,2 1 0,0 3 1,1 0-1,2-1 0,1-1 53,2-3 0,1-1 0,-4 38 0,13-24 0,9-14 0,9-14 0,7-6 26,9-5 0,8-12 0,4-11 0,4-10-26,1-13 0,5-14 0,-5-26 0,3-2 0,-14-16 0,0-7 0</inkml:trace>
  <inkml:trace contextRef="#ctx0" brushRef="#br0" timeOffset="27">28670 6465 8912,'-18'-2'0,"1"-4"0,0 2 0,0-7 0,0 7 0,-1-2 0,1 6 0,0 6 0,0 7 0,0 8 0,5 14 0,1 10 0,5 5 0,-6 2 0,9 5 0,-3 0 0,12-1 0,5-10 0,4-4 0,4-12 0,3-7 0,0-11 0,7-10 0,-6-8 0,6-11 0,-6-12 0,5-11 0,-5-6 0,-5-4 0,-7-1 0,-5-3 0,5-3 0,-7 5 0,2 1 0,-12 1 0,-5 10 0,-7 4 0,-5 5 0,2 6 0,-7 8 0,1 8 0,-2 3 0,4 12 0,8 5 0,2 4 0,3 2 0,5 8 0,14-6 0,3 6 0,7-8 0</inkml:trace>
  <inkml:trace contextRef="#ctx0" brushRef="#br0" timeOffset="28">28807 6413 8912,'27'0'0,"-8"-8"0,-7-3 0,-8 1 0,1-1 0,-3 5 0,0-3 0,4 1 0,-4 2 0,13 14 0,-4 3 0,5 7 0,1 4 0,0 0 0,0 6 0,-1-1 0,-5 2 0,4 3 0,-3-3 0,-4-4 0,-3-3 0,-3-2 0,-2-3 0,0 0 0,0 0 0,-7-7 0,-3-8 0,-7-8 0,7-15 0,5-2 0,3-2 0,2-4 0,0-1 0,0-3 0,9-7 0,8 0 0,3 2 0,8 9 0,1-3 0,5 3 0,6 4 0,1 2 0,4 12 0,-4 5 0,-1 4 0,2 2 0,-6 0 0,6 8 0,-7 1 0</inkml:trace>
  <inkml:trace contextRef="#ctx0" brushRef="#br0" timeOffset="29">30029 6293 8912,'-8'-35'0,"-1"1"0,-8 0 0,0 7 0,-3 4 0,-3 6 0,-5 5 0,1-1 0,-2 7 0,6 2 0,-5 10 0,1 5 0,-2 12 0,-1 4 0,7 8 0,0-1 0,6 0 0,1 1 0,5-1 0,-3-1 0,9-5 0,-1-3 0,6-8 0,0 0 0,8-7 0,3-4 0,12-12 0,6-5 0,-3-7 0,3-5 0,0-7 0,-2-8 0,3-1 0,-7-6 0,6 1 0,-6-2 0,0-4 0,-6 4 0,-6 4 0,1 2 0,-8 4 0,3 5 0,-1 6 0,0 8 0,0 12 0,-6 5 0,-6 17 0,0 13 0,2 8 0,2 4 0,2 4 0,0 4 0,0-6 0,0 0 0,0-4 0,8-6 0,3-5 0,5 2 0,1-8 0,0-1 0,0-4 0,1-9 0,-1-3 0,8-6 0,3-6 0,-1-11 0,2-12 0,-8-3 0,4-4 0,-2-5 0,0-4 0,-1-5 0,-4-2 0,-1-7 0,0-4 0,-5-4 0,-1-2 0,-7 1 0,2-1 0,1 8 0,-1 3 0,0 15 0,-6 8 0,0 16 0,0 27 0,0 15 0,0 7 0,0 5 0,0 7 0,0 3 0,0 5 0,0 2 0,2-1 0,3 1 0,-1-2 0,8-3 0,1-3 0,2-2 0,3-4 0,-1-9 0,6-4 0,0-8 0,0-7 0,-6-5 0,6-6 0,0-11 0,7-7 0,-1-15 0,-4-8 0,0-4 0,-2-6 0,0-5 0,0 1 0,-6-7 0,-6 0 0,1-5 0,-8 5 0,1-1 0,-3 15 0,-2-3 0,0 20 0,0 9 0,0 23 0,-2 11 0,-3 10 0,1 14 0,-8 11 0,8 11 0,-1 6 0,-3 4 0,2 2 0,-5-8 0,5-4 0,0 2 0,6-2 0,0 1 0,0-9 0,2-3 0,4-6 0,-2-5 0,7-7 0,6-8 0,6-9 0,2-9 0,-2-2 0,-4-15 0,6-12 0,-8-7 0</inkml:trace>
  <inkml:trace contextRef="#ctx0" brushRef="#br0" timeOffset="30">31440 5811 8912,'-28'0'0,"-1"0"0,-2 0 0,-1 0 0,-1 2 0,5 4 0,3 5 0,8 12 0,-1 6 0,1 3 0,8 5 0,3 3 0,8-10 0,9 5 0,3-7 0,14 1 0,1-4 0,5-8 0,1-7 0,-1-5 0,1-5 0,-1-5 0,-5-7 0,-1-11 0,-7 2 0,2-7 0,-5-1 0,-7-5 0,-3-1 0,-8 1 0,0-1 0,0 1 0,-8 0 0,-3-1 0,-10 3 0,-4 3 0,-2 6 0,-4 4 0,1-2 0,1 4 0,4 2 0,8 9 0,7 4 0,3-13 0,7 5 0</inkml:trace>
  <inkml:trace contextRef="#ctx0" brushRef="#br0" timeOffset="31">32146 5381 8912,'-17'-7'0,"-1"-3"0,1-7 0,0 8 0,0 7 0,0 11 0,7 10 0,4 16 0,4 9 0,2 7 0,0 6 0,0 7 0,0-5 0,0 0 0,2 0 0,4 4 0,-4 2 0,4-8 0,-4 5 0,-2-11 0,-2 1 0,-4-18 0,-9 2 0,-10-15 0,-2-5 0,-4-9 0,-9-12 0,-4-5 0</inkml:trace>
  <inkml:trace contextRef="#ctx0" brushRef="#br0" timeOffset="32">31698 5897 8912,'0'-25'0,"0"1"0,0-5 0,0 4 0,0 8 0,0 0 0,0 0 0,2 5 0,4 1 0,5 5 0,12-4 0,6 1 0,4-1 0,7 6 0,0-1 0,10-3 0,1 2 0,1-7 0,5 1 0,-5-3 0,-6-2 0,-4-2 0,-8-4 0,-7 4 0,-4-4 0,-6-2 0,-5 2 0,-5 0 0,-9 6 0,-3 2 0,-7 3 0,5-3 0,-3 15 0,4 0 0,4 10 0,-3 12 0,1 5 0,-2 8 0,4 1 0,-4 4 0,4-2 0,2 8 0,-1-8 0,-3 2 0,-2-1 0,2 1 0,2-10 0,2 5 0,0-7 0,0 1 0,-2-4 0,-3-8 0,3-7 0,-6-3 0,8-9 0,0-3 0,0-7 0,8-11 0,3-7 0,4-7 0,3-3 0,-1-6 0,0 6 0,0 2 0,1 9 0,-7 1 0,0 11 0,-5-4 0,6 9 0,-7 4 0,7 3 0,-3 7 0,5 7 0,-5 10 0,-1 6 0,5-2 0,-1 6 0,3-1 0,2 7 0,1-7 0,-1 1 0,6-8 0,0 2 0,7-6 0,-1-5 0,-2 1 0,0-7 0,-1-2 0,1-3 0,-6-8 0,2-5 0,0-3 0,-6-2 0,2 0 0,-13-1 0,2-4 0,-3-1 0,-3 0 0,4 6 0,-6 1 0,-6 5 0,1-3 0,-13 9 0,3 1 0,-14 10 0,6 3 0,-5 8 0,1 1 0,-2-1 0,-1 6 0,7 0 0,0-1 0,8-4 0,3-1 0,6 0 0,-3 0 0,15-7 0,-1-4 0,16-5 0,8-1 0,3-7 0,3-5 0,5-3 0,0-2 0,2 5 0,-2 1 0,-3 1 0,3-1 0,-6 5 0,-5 4 0,-2 6 0,-4 8 0,-4 1 0,4 16 0,-6 1 0,-6 10 0,5-3 0,-5 3 0,5 0 0,1-6 0,-8-3 0,-3-14 0,-4 0 0,-2-7 0,0-3 0</inkml:trace>
  <inkml:trace contextRef="#ctx0" brushRef="#br0" timeOffset="33">28928 7152 8912,'11'-2'0,"-1"-3"0,-3-7 0,-3-3 0,-2 3 0,-2 1 0,-2 7 0,-2 2 0,-1 12 0,-1 5 0,4 18 0,-2 5 0,-1 4 0,-7 4 0,6 5 0,-1 1 0,3-1 0,-2 1 0,2 0 0,-3-3 0,1-3 0,0-10 0,6-7 0,0-16 0,0-1 0,0-24 0,6-14 0,0-20 0,7-4 0,-2-1 0,5-1 0,1 0 0,-2 1 0,-1 1 0,-3 4 0,3 6 0,1 12 0,2 5 0,-5 11 0,-1 6 0,-1 8 0,1 10 0,4 7 0,-3 15 0,3 1 0,2-1 0,0-1 0,1-5 0,-1 3 0,0-8 0,2 0 0,4-6 0,-4-8 0,4-3 0,-4-4 0,-1-12 0,-3-5 0,-4-8 0,-5-3 0,-2-1 0,2-2 0,-4-3 0,3 3 0,-3 4 0,-2 2 0,-2 4 0,-3 2 0,3 7 0,-6 5 0,8 10 0,0 13 0,0 10 0,0-1 0,0 2 0,6-1 0,-1 7 0,9-3 0,-3-1 0,5-5 0,1-1 0,-6-4 0,1-9 0,-1-5 0,6-7 0,1 0 0,-1 0 0,-6-9 0,1-8 0,-6-6 0,3-8 0,1 3 0,-1-3 0,-5-2 0,2-1 0,-4 7 0,-2 4 0,0 4 0,0 2 0,0 6 0,2 1 0,3 2 0,-3 12 0,4 13 0,2 4 0,-3 14 0,7-3 0,-6 14 0,5 0 0,-5 6 0,5-7 0,-5 1 0,5-2 0,-5 4 0,-2-4 0,-2-2 0,-2-8 0,0-5 0,-2-8 0,-4 2 0,2-10 0,-7-1 0,-2-8 0,-10 1 0,4-3 0,-6-2 0,2 0 0,0 0 0,0-2 0,6-3 0,1-5 0,5-7 0,-2-6 0,7 0 0,0-8 0,6 5 0,0-9 0</inkml:trace>
  <inkml:trace contextRef="#ctx0" brushRef="#br0" timeOffset="34">29995 7187 8912,'0'-17'0,"-2"1"0,-4 5 0,4-4 0,-5 22 0,7 5 0,0 12 0,1 17 0,3 6 0,2 9 0,0 7 0,-6 11 0,2-3-128,3 3 0,-3-3 128,4-2 0,-4-6 0,-2 0 0,0-13 0,0 1 0,0-16 0,0-1 0,-8-11 0,-1 0 0,-3-6 0,1-5 0,-1-7 0,-5-10 0,0-11 0,0-7 0,-8-15 0,-2 2 0</inkml:trace>
  <inkml:trace contextRef="#ctx0" brushRef="#br0" timeOffset="35">29788 7221 8912,'17'-6'0,"-1"-1"0,-3-1 0,-1 0 0,-1-3 0,6 5 0,0-1 0,1 1 0,1 4 0,2-2 0,4 6 0,1 4 0,-5 7 0,2-1 0,2 3 0,-2 2 0,-2 6 0,-9 0 0,1 2 0,-7-4 0,-2 4 0,-2 1 0,-2 1 0,0 2 0,-6 1 0,0-7 0,-7 0 0,1-6 0,-1 6 0,1 0 0,-3-7 0,13-9 0,-5-7 0,7 0 0</inkml:trace>
  <inkml:trace contextRef="#ctx0" brushRef="#br0" timeOffset="36">30236 7393 8912,'9'0'0,"-1"-2"0,-8-4 0,0 4 0,0-5 0,7 7 0,3 0 0,2-6 0,-1 0 0,-5 1 0,5 5 0,1-2 0,5-4 0,-8-4 0,7-7 0,-14 8 0,-2 1 0,-12 8 0,3 2 0,-3 4 0,1 3 0,-7 8 0,1 8 0,0 4 0,2 2 0,1-1 0,5-1 0,1 1 0,2 3 0,6 1 0,0-7 0,0-4 0,0-4 0,0-2 0,8-7 0,4-5 0,5-3 0,6-2 0,-2-13 0,7-4 0,-5-12 0,6 0 0,-6-3 0,6-2 0,-8-8 0,2-4 0,0 4 0,-6 2 0,4 3 0,-10 3 0,-3 7 0,-2 4 0,-2 12 0,1 5 0,-3 6 0,4 6 0,-2 11 0,1 12 0,-3 1 0,4-1 0,4 3 0,-1-3 0,3 3 0,-1 3 0,1-7 0,5 1 0,0-8 0,0 2 0,0-6 0,1-5 0,-5 1 0,4-7 0,-9 0 0,9-6 0,-3-8 0,3-2 0,0-7 0</inkml:trace>
  <inkml:trace contextRef="#ctx0" brushRef="#br0" timeOffset="37">30924 7170 8912,'0'9'0,"-8"6"0,6-5 0,-11 9 0,7 4 0,1 4 0,5 7 0,0 8 0,0 4 0,0 4 0,0 1 0,1 3 0,3 1 0,2 1 0,-2-7 0,-2 1 0,-2-10 0,0-6 0,0-5 0,0-8 0,-2-4 0,-4-11 0,4-4 0,-5-2 0</inkml:trace>
  <inkml:trace contextRef="#ctx0" brushRef="#br0" timeOffset="38">30786 7135 8912,'0'-11'0,"0"-1"0,0-1 0,2 5 0,4 2 0,-2 3 0,7-3 0,1 4 0,7-4 0,2 4 0,2 2 0,7 8 0,-1 3 0,-2-1 0,2 1 0,-8 7 0,2 5 0,-4 1 0,-2-1 0,-8-2 0,-3 8 0,-4 0 0,-2 5 0,-4 0 0,-7 1 0,-3-1 0,-14 1 0,5-1 0,-6 0 0,8-1 0,-2-4 0,-4-5 0,1-6 0</inkml:trace>
  <inkml:trace contextRef="#ctx0" brushRef="#br0" timeOffset="39">31475 7204 8912,'-18'-10'0,"1"1"0,0 3 0,0 4 0,0-4 0,-2 6 0,-3 6 0,-2 8 0,-3 7 0,4 0 0,-6 7 0,2 7 0,-1 5 0,3 2 0,8-2 0,7-4 0,4 4 0,4-9 0,2-2 0,0-14 0,0 2 0,2-11 0,4-1 0,4-3 0,7-4 0,0-5 0,0-10 0,6-2 0,0-10 0,0 0 0,-6-5 0,1-2 0,-1-5 0,0 5 0,-2-4 0,-1 6 0,-3 5 0,-5-2 0,5 8 0,-7 1 0,2 4 0,-4 1 0,-2 8 0,0 3 0,0 12 0,0 5 0,0 6 0,0 6 0,6 2 0,-1 4 0,3 3 0,-4-5 0,3 0 0,3-4 0,-4-4 0,5-2 0,-5 0 0,5 0 0,1-7 0,-1-3 0,1-7 0,-6 0 0,5 0 0,-5-7 0,3-7 0,1-5 0,-1-4 0,-3-1 0,6 1 0,-7 2 0,7-8 0,-6 8 0,5-2 0,-7 4 0,11 2 0,-11 7 0,7 4 0,-7 6 0,2 6 0,-2 6 0,2 3 0,-3 4 0,9 4 0,-6-4 0,5 4 0,-1-4 0,1-2 0,6-1 0,1-5 0,-1-1 0,6-5 0,2-3 0,-2 4 0,5-6 0,-3-6 0,0-5 0,0-5 0,0-3 0,-2-4 0,-6 4 0,0-4 0,-2 2 0,-9-2 0,0 4 0,-6-5 0,-8 14 0,-3 4 0,-5 4 0,-3 4 0,-2 4 0,-2 5 0,0 7 0,6 5 0,0-4 0,0 4 0,-1-4 0,1-2 0,6 0 0,-1 0 0,8 0 0,-3 1 0,9-7 0,3 1 0,5-9 0,7 1 0,2-6 0,4-3 0,4-7 0,8 6 0,-7-7 0,1 2 0,-2 1 0,1-1 0,-3 7 0,-6-4 0,4 0 0,-4 7 0,4-5 0,-4 4 0,-1 2 0,-1 0 0,0 0 0,-5 0 0,-1 0 0,0 0 0,7-8 0,-1-1 0</inkml:trace>
  <inkml:trace contextRef="#ctx0" brushRef="#br0" timeOffset="40">32404 7290 8912,'-2'9'0,"-4"-3"0,2-4 0,-7-2 0,5 0 0,-5 0 0,5 0 0,-5 0 0,7 0 0,-4 0 0,8 8 0,0 3 0,0-1 0,0 1 0,0 6 0,0 6 0,0 0 0,0-6 0,0 6 0,0 0 0,0-2 0,0-2 0,0-7 0,0-1 0,0-7 0,0 4 0,0-8 0,0-8 0,0-5 0,0-8 0,0 0 0,2-8 0,2-3 0,2-7 0,1 3 0,-1-4 0,-2 9 0,5 5 0,1 1 0,-1 4 0,-5 2 0,2 2 0,4 7 0,-1 2 0,6 18 0,-3 7 0,1 2 0,-7 10 0,2-2 0,-3 1 0,-3 3 0,4-8 0,-4 0 0,0-6 0,2 0 0,1 0 0,1-7 0,-4-3 0,4-7 0,-2-7 0,7-5 0,-1-5 0,1-6 0,4 2 0,-3-7 0,3 7 0,2-2 0,-1 4 0,-5 1 0,5 7 0,-5-1 0,4 9 0,2-3 0,1 4 0,-1 2 0,0 2 0,0 4 0,2-5 0,4 5 0,-3-4 0,2-2 0,3 0 0,-2 0 0,6 0 0,-6 0 0,0-2 0,-6-4 0,-7 3 0,-3-9 0,1-1 0,-8-1 0,0 3 0,-13-2 0,-10 7 0,-6 0 0,4 6 0,0 0 0,0 0 0,-3 8 0,5 3 0,0 5 0,6 1 0,-1 2 0,1 4 0,8-2 0,3 6 0,4-1 0,2 1 0,4 0 0,7 1 0,3-3 0,14-8 0,1-1 0,5-5 0,1-3 0,-1-8 0,4-2 0,-3-4 0,3-3 0,-9-9 0,-4-6 0,-4-5 0,-8-4 0,2-9 0,-5-1 0</inkml:trace>
  <inkml:trace contextRef="#ctx0" brushRef="#br0" timeOffset="41">33196 6808 8912,'-10'-17'0,"-5"8"0,11 1 0,-8 8 0,9 4 0,-3 7 0,2 8 0,-2 16 0,4 1 0,-3 4 0,3-2 0,2 8 0,0-6 0,0 6 0,0-6 0,0 4 0,0-4 0,0-7 0,0-1 0,0-9 0,2-5 0,3-7 0,5-7 0,7 2 0,0-12 0,1-4 0,-1-7 0,-6 0 0,1 0 0,-1 0 0,6-1 0,-7 1 0,3 0 0,-7 0 0,7 7 0,-11 3 0,6 8 0,-8 5 0,0-2 0,0 7 0,2-1 0,4 1 0,-4 5 0,3-5 0,5 5 0,-6 1 0,7-2 0,1-2 0,-3-1 0,6-6 0,-3 5 0,-2-7 0,1 2 0,2-5 0,3-1 0,-7 8 0,1-6 0,-4 4 0,-5-2 0,5 1 0,-10-1 0,-1 8 0,-9-9 0,3 3 0,-6-4 0,-6-2 0,-4 0 0,-8 0 0</inkml:trace>
  <inkml:trace contextRef="#ctx0" brushRef="#br0" timeOffset="42">33041 7187 8912,'-18'-17'0,"9"5"0,3 1 0,6 5 0,6-4 0,5 3 0,12 1 0,6 6 0,9 0 0,2-2 0,1-2 0,1-2 0,0 1 0,4 5 0,-4-6 0,-8 0 0,0-15 0,1 2 0</inkml:trace>
  <inkml:trace contextRef="#ctx0" brushRef="#br0" timeOffset="43">33626 6723 8912,'-10'-8'0,"3"6"0,7 4 0,0 15 0,1 10 0,5 13 0,4 6 0,9 11 0,0 4 0,-2 0 0,4 12 0,-9-4 0,1 11-273,-1 0 1,-5 2 272,-7-1 0,-9-7 0,-9-11 0,-8-4-22,-14-7 1,-12-8 21,-11-4 0,-12-13 0,-5-10 0,-4-8 0,-2-9 0</inkml:trace>
  <inkml:trace contextRef="#ctx0" brushRef="#br0" timeOffset="44">29048 6963 8912,'8'-9'0,"-4"-5"0,5 7 0,-1-3 0,-2 6 0,-6-11 0,0 4 0,2 3 0,1 0 0,3 1 0,2-1 0,-4-5 0,1 1 0,7 6 0,-6-5 0,1 5 0,-1-5 0,-2 5 0,7-5 0,-7-1 0,11 3 0,-13-7 0,6 14 0,-8-5 0,-2 7 0,-4 0 0,-3 7 0,-9 5 0,7 9 0,0 2 0,-1 13 0,-5 0 0,0 8 0,-1 10 0,-3-1 0,4 10 0,-8-2 0,14 2 0,-6 2 0,11-7 0,0-3 0,6-9 0,0 4 0,0-6 0</inkml:trace>
  <inkml:trace contextRef="#ctx0" brushRef="#br0" timeOffset="45">8449 8459 8912,'-11'6'0,"0"-1"0,-3-1 0,-1-2 0,-2-2 0,7 0 0,2-2 0,8-3 0,0 1 0,0-8 0,0 7 0,0-7 0,2 8 0,4-1 0,-4 1 0,4-2 0,-4-5 0,-2 3 0,0 0 0,-2 3 0,-4 1 0,-5 6 0,-11 11 0,0 10 0,-9 15 0,2 2 0,-3 10 0,-1 7 0,3 8 0,1 8 0,8 5 0,-2 8 0,6 4-162,5-4 0,7-6 162,10-17 0,5-9 0,9-12 0,6-6 0,9-9 0,3-14 0,8-7 0,-4-12 0,5-5 0,-8-12 0,4 2 0,-8-8 0,1-2 0,-1-1 0</inkml:trace>
  <inkml:trace contextRef="#ctx0" brushRef="#br0" timeOffset="46">8828 8700 8912,'-11'-12'0,"-1"3"0,-1 1 0,3-3 0,-1 5 0,7 2 0,-2 10 0,4 3 0,2 10 0,0 6 0,0 10 0,0 1 0,0 10 0,0-6 0,0 6 0,6 0 0,0 5 0,7-5 0,-1 0 0,-3-6 0,3 6 0,-9-10 0,5-1 0,-2-11 0,0-5 0,-1-9 0,-12-2 0,-3-8 0</inkml:trace>
  <inkml:trace contextRef="#ctx0" brushRef="#br0" timeOffset="47">8673 8717 8912,'0'-27'0,"0"2"0,0 8 0,0 6 0,0-1 0,8 6 0,3-5 0,12 7 0,6-2 0,-2 5 0,1 1 0,1 1 0,5 5 0,-1 6 0,-4 3 0,-1 2 0,-10 0 0,1 2 0,-14 4 0,1 4 0,-6 8 0,-2-1 0,-4 0 0,-3 1 0,-8-1 0,0 0 0,-1 1 0,1-8 0,0-5 0,0-2 0,-1-11 0,1-9 0,0-9 0</inkml:trace>
  <inkml:trace contextRef="#ctx0" brushRef="#br0" timeOffset="48">9155 8820 8912,'8'-9'0,"-6"-7"0,3 5 0,5 3 0,-1-7 0,9 5 0,-1 1 0,0 1 0,0 8 0,0 8 0,1 3 0,-3 5 0,-4 1 0,5 6 0,-5 0 0,-3 7 0,-2-1 0,-3-4 0,1-1 0,2-1 0,-2 0 0,-2 0 0,-2-6 0,0-7 0,0-2 0,-6-10 0,0-6 0,2-9 0,4-8 0,6-9 0,4-1 0,7 1 0,0-1 0,0 1 0,2 2 0,4 3 0,-3 4 0,2 8 0,-2 7 0,-3 5 0,0 5 0,0 5 0,0 5 0,1 7 0,-7 0 0,1 1 0,-3-1 0,5 0 0,-5 0 0,-1 0 0,3-5 0,-5-1 0,7-7 0,-3 4 0,7-8 0,0 0 0,1-8 0,-1-3 0,0-5 0,0-1 0,-2 0 0,-3 0 0,1-6 0,-7 0 0,6 0 0,-7 6 0,-1 0 0,-8 5 0,-1 1 0,-11 7 0,-1-2 0,0 12 0,-6 5 0,4 5 0,2 1 0,1 0 0,5 0 0,-3 6 0,9 0 0,-1 2 0,6-2 0,0-4 0,0 4 0,2-6 0,4-4 0,5-1 0,4 1 0,4-5 0,4-2 0,4-5 0,8-1 0,-3 0 0,-1-1 0,-5-3 0,-1-2 0,0-7 0,-2 1 0,-10-3 0,5-2 0,-7-1 0,1 1 0,-7 0 0,-3 0 0,-2 0 0,0 7 0,0-5 0,0 13 0,2 0 0,4 8 0,-2 7 0,7-1 0,-1 3 0,1 2 0,3 0 0,-7 0 0,1 1 0,0-1 0,5 0 0,-3 0 0,1-1 0,0-5 0,-5-3 0,6-10 0,1-4 0,-3-5 0,1-12 0,-1 3 0,1-2 0,4-3 0,-3 2 0,3 0 0,2 6 0,1 0 0,-1-1 0,-2 1 0,-1 2 0,-3 1 0,2 3 0,-5 7 0,7-3 0,-5 7 0,-1 1 0,-1 3 0,-2 4 0,0 1 0,1 3 0,-1 5 0,-4 0 0,4 1 0,-5 1 0,-1 4 0,8-4 0,-6 5 0,4-6 0,-4-1 0,-2 0 0,5-5 0,1-1 0,-2 2 0,-2-5 0,-2 0 0,0-8 0,0-16 0,0 5 0,0-14 0</inkml:trace>
  <inkml:trace contextRef="#ctx0" brushRef="#br0" timeOffset="49">10566 8631 8912,'0'-17'0,"-2"0"0,-4-1 0,5 7 0,-5-1 0,4 7 0,2-7 0,0 1 0,8 1 0,3 5 0,10 3 0,2 2 0,8 5 0,-3 1 0,5 7 0,1-3 0</inkml:trace>
  <inkml:trace contextRef="#ctx0" brushRef="#br0" timeOffset="50">10910 8769 8912,'-11'11'0,"-1"0"0,-1 3 0,5 1 0,3 2 0,3 0 0,2 1 0,0-1 0,2 0 0,3 0 0,5-7 0,7-4 0,0-5 0,1-1 0,6 0 0,-5-5 0,4-1 0,-3-13 0,-3 2 0,-6-4 0,1 3 0,-8-1 0,1-2 0,-3-2 0,-2 2 0,-2 0 0,-3-2 0,1 10 0,-6-4 0,1 2 0,-1-1 0,6 7 0,-9-1 0,7 5 0,0 3 0,-1-14 0,-3 7 0</inkml:trace>
  <inkml:trace contextRef="#ctx0" brushRef="#br0" timeOffset="51">11220 8631 8912,'-10'-8'0,"-5"6"0,11-5 0,-7 7 0,7 2 0,-2 3 0,4-1 0,2 8 0,0-1 0,0 6 0,2 1 0,4-1 0,-2 2 0,7 4 0,-5-10 0,6 4 0,-7-3 0,7 3 0,-6-6 0,5 1 0,0-8 0,7 1 0,-7-3 0,1-2 0,-1-2 0,6-3 0,-1-7 0,-5-3 0,4-2 0,-3 0 0,-5-1 0,-1 1 0,4 0 0,-8 0 0,7 5 0,-3 1 0,-4 7 0,6-2 0,-7 12 0,3 5 0,2 5 0,7 1 0,-3 0 0,7 0 0,2-7 0,4-4 0,-4 1 0,4-1 0,2-2 0,-2-10 0,0 2 0,-6-7 0,0-3 0,1-9 0,-1 4 0,0-4 0,-5-1 0,-3 1 0,-1 2 0,-4 2 0,-2 1 0,-2 1 0,0 6 0,0-1 0,0 8 0,0-3 0,0 9 0,0 3 0,0-1 0,0 8 0,5 1 0,1 10 0,7-2 0,-1 8 0,-3-8 0,3 4 0,-1-3 0,-1 1 0,-1 2 0,-3-2 0,-4-4 0,4 4 0,-4-4 0,-2-2 0,-6 3 0,0 2 0,-7-8 0,1 3 0,3-5 0,-3-1 0,1 4 0,1-13 0,-5-2 0,6-9 0</inkml:trace>
  <inkml:trace contextRef="#ctx0" brushRef="#br0" timeOffset="52">12442 8579 8912,'-10'-7'0,"3"3"0,7-8 0,-8 9 0,-3-3 0,1-2 0,-1 3 0,5-1 0,-6 6 0,1 7 0,-6 5 0,-1 3 0,1 2 0,6 2 0,1 2 0,1 2 0,-1-2 0,6 4 0,-2-2 0,5 0 0,1-6 0,0 1 0,0-1 0,7 0 0,5 0 0,1-5 0,-1-1 0,9-1 0,-4 1 0,4 4 0,-4-3 0,-2-3 0,-3 3 0,3-1 0,-5 6 0,-1 1 0,-1-7 0,-8 1 0,0-7 0,0 7 0,-8-3 0,-3 3 0,-10 3 0,-2-3 0,-6-3 0,6 3 0,-6-9 0,7 3 0,-1-4 0,5-2 0,3-2 0,4-4 0,3-11 0,8-10 0</inkml:trace>
  <inkml:trace contextRef="#ctx0" brushRef="#br0" timeOffset="53">12700 8321 8912,'0'-11'0,"0"0"0,0 7 0,0-4 0,0 10 0,0 6 0,0 9 0,0 10 0,-2 13 0,-4 6 0,4 3 0,-3 3 0,3-3 0,2-3 0,0 4 0,0-4 0,0-4 0,0-2 0,0-6 0,0-5 0,2-4 0,3-8 0,-1-7 0,8-5 0,-7-3 0,7-4 0,1-3 0,3-7 0,1-9 0,0-2 0,-5-5 0,-1 5 0,0-6 0,7 6 0,-9 0 0,-3 6 0,4 0 0,-9 0 0,9 7 0,-4 4 0,-4 6 0,3 6 0,-3 5 0,-2 5 0,0 3 0,0 4 0,0-2 0,2 6 0,2-3 0,2-3 0,0 0 0,-6 2 0,0-9 0,0 3 0,7-4 0,-3-3 0,7-4 0,-7-12 0,2-6 0,2-3 0,-3-2 0,7-6 0,-6 0 0,-1-2 0,-5 2 0,0 2 0,0-7 0,0-1 0,0 2 0,0 0 0,0 5 0,0 2 0,0-3 0,-5 4 0,-1 2 0,0 8 0,6-7 0,2 14 0,4-3 0,5 3 0,12 2 0,-2 6 0,8-1 0,0 1 0,5-6 0</inkml:trace>
  <inkml:trace contextRef="#ctx0" brushRef="#br0" timeOffset="54">13268 8665 8912,'-29'0'0,"2"2"0,1 4 0,-1 5 0,6 5 0,-2 1 0,4 2 0,2 4 0,1-2 0,5 8 0,3-3 0,8 5 0,0-4 0,0-2 0,2-3 0,4-4 0,-2-3 0,7-4 0,1-3 0,5-8 0,0-2 0,0-4 0,-5-5 0,-1-12 0,1 2 0,5-8 0,6 1 0,0-7 0,0 1 0,-6-2 0,0-3 0,0-1 0,1-6 0,-1 6 0,-2-2 0,-2 4 0,-1-4 0,1-2 0,3 6 0,1-2 0,-8 11 0,-3 6 0,2 10 0,-3 1 0,1 9 0,-6-3 0,0 12 0,-2 11 0,-3 11 0,3 7 0,-4 5 0,4-2 0,2 8 0,0-8 0,0 2 0,0-5 0,0-7 0,2 3 0,4-8 0,-3 2 0,9-2 0,-1-12 0,7 0 0,-1-7 0,0-4 0,6 0 0,0 0 0,0-7 0,-6-5 0,0-3 0,0-2 0,1 0 0,-1-1 0,-2 1 0,-1 0 0,-5 0 0,-1 0 0,-2-1 0,-6 1 0,0 0 0,0 0 0,-6 5 0,0 1 0,-7 7 0,1-2 0,-3 6 0,0 6 0,3 6 0,-1 3 0,7 2 0,0 2 0,6 4 0,2-4 0,4 4 0,5-4 0,12-2 0,-2-5 0,8-1 0,2-7 0,9 2 0,-4-4 0,4-2 0,-3 0 0,-11-16 0,-1-3 0</inkml:trace>
  <inkml:trace contextRef="#ctx0" brushRef="#br0" timeOffset="55">14094 7926 8912,'11'8'0,"3"5"0,3 10 0,4 11 0,8 12 0,-6 17 0,-2 16 0,-2 14 0,-14-43 0,-3 1 0,0 9 0,-4 1 0,-1-6 0,-3 1-322,-4 3 0,-3 2 0,-2 1 0,-3 0 322,-1 4 0,-2 0 0,-1 3 0,0 1-201,0 5 1,-2-1 0,-1-3 0,-3 0 0,-7 5 0,1 1 0</inkml:trace>
  <inkml:trace contextRef="#ctx0" brushRef="#br0" timeOffset="56">21666 9009 8912,'0'-11'0,"0"-1"0,0 1 0,0 1 0,0 5 0,0 10 0,0 5 0,0 7 0,0 6 0,0 0 0,-2 13 0,-2 0 0,-4 8 0,-1 10 0,-3 5 0,-5 10 0,-2 7 0,-4 5 0,10 3 0,-5 3 0,5 1 0,3-2 0,-3-4 0,7-13 0,1-10 0,5-7 0,0-4 0,0-14 0,5-3 0,1-14 0,0 0 0,-4 0 0,3 0 0,5-7 0,7-4 0,0-4 0,1-2 0,12-2 0,5-4 0,5-4 0,0-7 0,-2 0 0,6 2 0,-2 1 0,-3 3 0,-11 5 0,-5-5 0,-4 7 0,-2-2 0,-7 4 0,-2 2 0,-6-2 0,3-3 0,-3-5 0,6-7 0</inkml:trace>
  <inkml:trace contextRef="#ctx0" brushRef="#br0" timeOffset="57">22612 9044 8912,'-15'-2'0,"2"-2"0,3-4 0,2-1 0,3 3 0,5-6 0,0-1 0,0 4 0,0-3 0,1 8 0,3 0 0,2 8 0,2 8 0,-3 11 0,-3 3 0,4 9 0,-4 7 0,-2 4 0,0 3 0,0 3 0,0 1 0,0 5 0,0 3 0,0 8 0,0-1 0,0 1 0,-6-2 0,1-2 0,-1-4 0,-2-2 0,4-1 0,-7-7 0,5-7 0,-5-4 0,1-3 0,-1-3 0,-5-5 0,5-1 0,3-7 0,2 2 0,-1-4 0,1-2 0,0-5 0,6-1 0,0-7 0,0 2 0,0-12 0,0 2 0,0-7 0,0 5 0,0-5 0,-7-1 0,-5-5 0,-3 6 0,-4-1 0,-4-1 0,-6-2 0,-11 3 0,-6 1 0,2 7 0,-2-2 0,6 4 0,-6 2 0,14 2 0,-3 4 0,14-2 0,4 7 0,2-5 0,9 5 0,10-1 0,13 1 0,8-3 0,17-8 0,2 0 0</inkml:trace>
  <inkml:trace contextRef="#ctx0" brushRef="#br0" timeOffset="58">9258 11382 8912,'-49'11'0,"1"1"0,4 3 0,0 8 0,4 11 0,1 10 0,7 10 0,-1 9 0,9 4 0,1 15 0,5 0 0,7-6 0,-2-3 0,7-8 0,4-6 0,6-7 0,0-14 0,7-4 0,6-7 0,8-10 0,2 0 0,3 1 0,3-1 0,1 0 0,-7-7 0,6-3 0,-7-7 0</inkml:trace>
  <inkml:trace contextRef="#ctx0" brushRef="#br0" timeOffset="59">10067 11451 8912,'-2'-18'0,"-2"1"0,-1 0 0,1 0 0,-4 0 0,0 1 0,-1 5 0,-4 5 0,-3-1 0,-1 1 0,0 0 0,0 8 0,-1 4 0,1 5 0,0 12 0,0 6 0,0 5 0,1 4 0,5 4 0,5 2 0,-2 2 0,3 6 0,-1-1 0,6 1 0,0-2 0,0-5 0,0 3 0,0-6 0,0 2 0,0 4 0,0-6 0,0-2 0,-2-4 0,-4-1 0,-3-9 0,-8-8 0,-1-11 0</inkml:trace>
  <inkml:trace contextRef="#ctx0" brushRef="#br0" timeOffset="60">9637 11949 8912,'0'-17'0,"0"0"0,2 7 0,4 5 0,13 3 0,15 2 0,4 0 0,14 0 0,5 0 0,18 0 0,3 0 0,1 0 0,-3-8 0,-7-3 0,-8-12 0,-2-4 0</inkml:trace>
  <inkml:trace contextRef="#ctx0" brushRef="#br0" timeOffset="61">10377 11760 8912,'0'-17'0,"0"7"0,0 3 0,0 7 0,0 7 0,0 5 0,0 9 0,0 2 0,0 7 0,0-1 0,6 5 0,-1 5 0,-1-1 0,-2-6 0,-2 3 0,-8-9 0,-1 9 0</inkml:trace>
  <inkml:trace contextRef="#ctx0" brushRef="#br0" timeOffset="62">10428 11571 8912,'8'-44'0,"-6"10"0,4 11 0,-4-4 0,-2 8 0,2 2 0,3 11 0,-3 6 0,4 6 0,4-2 0,1 7 0,4 0 0,2 7 0</inkml:trace>
  <inkml:trace contextRef="#ctx0" brushRef="#br0" timeOffset="63">10962 11399 8912,'-6'-11'0,"-1"-1"0,-3-1 0,-1 5 0,-1 0 0,1 8 0,5 16 0,-4 7 0,1 9 0,-1 8 0,4 4 0,-5 8 0,7 7 0,-2 4 0,4 10-105,2 1 0,2-1 105,4-10 0,4 2 0,7-8 0,6-7 0,0-10 0,5-12 0,-5-5 0,6-9 0,-6-3 0,8-7 0,-12-12 0,6-11 0</inkml:trace>
  <inkml:trace contextRef="#ctx0" brushRef="#br0" timeOffset="64">10790 11915 8912,'-17'-8'0,"5"6"0,1-3 0,9-3 0,2 2 0,11 0 0,18 6 0,13 0 0,12 0 0,9-1 0,11-5 0,20-11-973,-40 3 1,1-1 972,3 0 0,1-3 0,4-5 0,2-3 0,0-1 0,0 0 0</inkml:trace>
  <inkml:trace contextRef="#ctx0" brushRef="#br0" timeOffset="65">12459 11640 8912,'0'-17'0,"-2"-3"0,-2-1 0,-1-1 0,1 1 0,2 1 0,2 3 0,0 6 0,0-1 0,0 12 0,0 6 0,0 15 0,0 12 0,0 7 0,0 5 0,0 5 0,0 2 0,0-1 0,2 1 0,2-1 0,1-1 0,-1-4 0,4-2 0,-2-4 0,5-4 0,-5 4 0,5-5 0,-5-7 0,5-3 0,-5-7 0,8-9 0,-5-1 0</inkml:trace>
  <inkml:trace contextRef="#ctx0" brushRef="#br0" timeOffset="66">12253 12087 8912,'-16'-2'0,"5"-4"0,3 4 0,10-13 0,4 3 0,13-3 0,15-2 0,14-8 0,11-3 0,3-5 0,3-1 0,0-1 0,-2 1 0,2-1 0,-8 1 0,-7 0 0,-10-1 0,-13 7 0,-10-1 0,-7 0 0,-10-5 0</inkml:trace>
  <inkml:trace contextRef="#ctx0" brushRef="#br0" timeOffset="67">12752 11554 8912,'-18'0'0,"7"0"0,-1 0 0,9 2 0,-3 3 0,4-1 0,2 8 0,0 5 0,0 6 0,8 9 0,3 3 0,-1 1 0,1 10 0,-1 2 0,1 9 0,3-9 0,-9 3 0,7-5 0,-6 0 0,-1-6 0,3-4 0,-6-9 0,4-4 0,-3-6 0,3-5 0,-4-5 0,8-10 0,-5-9 0,-3-7 0,4-15 0,4-1 0,1 1 0,-1-1 0,1 1 0,-5 5 0,5 1 0,1 7 0,5-2 0,0 11 0,0 7 0,2 3 0,4 2 0,-3 2 0,2 3 0,0 5 0,0 7 0,-1-2 0,8-3 0,0 1 0,5-7 0,-1 0 0,-5-6 0,9 0 0,-9 0 0,7-8 0,-12-3 0,-2-5 0,-2-1 0,-4-6 0,-3 0 0,-5 0 0,-7 6 0,-2 2 0,-3 3 0,-11 5 0,-6 7 0,-9 4 0,2 7 0,2 8 0,-1 15 0,7 1 0,-2-1 0,4 8 0,1 4 0,9-2 0,3 0 0,4-2 0,2-4 0,16-3 0,7-7 0,17-5 0,11-11 0,9-5 0,8-7 0,7-9-713,0-8 713,-1-8 0,-5-15 0,0-1 0,0 3 0,-1 2 0</inkml:trace>
  <inkml:trace contextRef="#ctx0" brushRef="#br0" timeOffset="68">14920 11966 8912,'15'-11'0,"-1"1"0,-5 1 0,-1-1 0,-4-3 0,-2-2 0,-2-3 0,0 1 0,-2 0 0,-4 0 0,-4-4 0,-7 0 0,-2 4 0,-4 1 0,2-1 0,-8 11 0,6 1 0,-3 5 0,-1 0 0,0 0 0,4 9 0,-6 8 0,8 16 0,-2 13 0,4 5 0,2 7 0,8-5 0,3 4 0,4-5 0,2-6 0,0 2 0,2-10 0,4-6 0,5-7 0,10-13 0,2-7 0,8-5 0,-3-5 0,5-14 0,1-16 0,-1-7 0,-5-9 0,3-7 0,-8 1 0,-8-10 0,-9-2 0,-4 1-172,-2-7 1,-2-3 171,-4-3 0,-3 13 0,-8 5 0,-1 9 0,1 8 0,6 12 0,-1 11 0,8 12 0,-3 18 0,7 16 0,0 17 0,0 12 0,2 3 0,3 14 0,3-4 0,3 9 0,5 3 0,-5-3 0,5-1 0,3-10 0,4-6 0,5-3 0,7-5 0,5-3 0,-2-11 171,8-12 1,-2-12-172,2-5 0,4-12 0,-6-3 0</inkml:trace>
  <inkml:trace contextRef="#ctx0" brushRef="#br0" timeOffset="69">15350 11915 8912,'-25'0'0,"4"6"0,-7-1 0,-1 11 0,-6 1 0,7 2 0,1 10 0,2-1 0,4-1 0,4 4 0,5-9 0,5 1 0,7-5 0,0-1 0,0 0 0,7-8 0,5-3 0,5-4 0,6-2 0,-2-8 0,8-3 0,-2-4 0,3-4 0,-3-4 0,-2-6 0,0 2 0,-2-1 0,-6 5 0,0-6 0,-2 8 0,-9-2 0,5 4 0,-5 2 0,8 7 0,-12 3 0,5 9 0,-7 3 0,0 7 0,0 11 0,0 5 0,0 5 0,0 1 0,0 1 0,0-1 0,2-5 0,4-1 0,3-7 0,9 2 0,-1-4 0,0-1 0,2-9 0,4-3 0,-4-6 0,4-6 0,-4-3 0,-2-24 0,1-3 0</inkml:trace>
  <inkml:trace contextRef="#ctx0" brushRef="#br0" timeOffset="70">15729 11537 8912,'0'-18'0,"0"7"0,0-1 0,-2 9 0,-4-3 0,4 12 0,-4 5 0,-1 18 0,-1 9 0,0 8 0,1 7 0,-1 16 0,2 0 0,5-2 0,-5-4 0,4-2 0,2 2 0,0 0 0,0-11 0,6-5 0,-1-12 0,1-9 0,-6-3 0,0-11 0,0-5 0</inkml:trace>
  <inkml:trace contextRef="#ctx0" brushRef="#br0" timeOffset="71">15522 12001 8912,'-2'-15'0,"-2"1"0,-1 3 0,-1 5 0,6-5 0,0 7 0,13-4 0,5 8 0,16 0 0,0 0 0,12-6 0,0 1 0,4-3 0,2 2 0,5 2 0,0-5 0,-1-1 0,-3 1 0,-9 3 0,-4-5 0,-11 7 0,-4-4 0,-15 8 0,-10 0 0,-12 0 0,-3 8 0,-2 3 0,-3 4 0,-3 3 0,4 6 0,-4 5 0,4-2 0,2 2 0,2-7 0,3 7 0,-1-8 0,5 2 0,1-4 0,-1-2 0,2 1 0,8-9 0,4-3 0,-2-4 0,7-2 0,6-8 0,6-3 0,0-12 0,-6-6 0,6 2 0,0-1 0,0 1 0,-5-2 0,-1 4 0,0 8 0,0 0 0,0 2 0,1 3 0,-7 5 0,1 7 0,-7 7 0,7 5 0,-7 3 0,7 2 0,-1 6 0,7 0 0,-1 6 0,0-6 0,0 0 0,0-6 0,1-2 0,-1-2 0,0-1 0,8-8 0,2 3 0</inkml:trace>
  <inkml:trace contextRef="#ctx0" brushRef="#br0" timeOffset="72">17432 11743 8912,'-28'0'0,"-1"0"0,0 0 0,3 0 0,-7 8 0,4 5 0,-3 8 0,-3 8 0,9 5 0,3 6 0,6-2 0,5 6 0,6 0 0,4 0 0,2-8 0,0-1 0,8-8 0,4-10 0,5-2 0,6-4 0,-4-3 0,4-8 0,-4-2 0,-2-4 0,6-5 0,0-10 0,-2-4 0,-2-2 0,-2 1 0,1-3 0,-7-3 0,0 3 0,-7-2 0,2 3 0,-6-3 0,-6 8 0,-3 0 0,-8 6 0,-3 2 0,-3 3 0,-1 5 0,-5 7 0,-2 2 0,8 3 0,6 3 0,6 3 0,7 5 0,-4-7 0</inkml:trace>
  <inkml:trace contextRef="#ctx0" brushRef="#br0" timeOffset="73">17673 11880 8912,'-17'-9'0,"0"-6"0,0 13 0,1 2 0,5 11 0,-2 4 0,7 3 0,0 6 0,6 5 0,-2-2 0,-4 2 0,4-1 0,-3 5 0,3-3 0,2-1 0,0-2 0,0 1 0,0-3 0,0-8 0,0 1 0,0-1 0,0-10 0,0-7 0,0-7 0,0-10 0,7-8 0,5-4 0,-2-3 0,1-3 0,0-5 0,7-2 0,-1 0 0,0 0 0,-5 8 0,-1 5 0,1 6 0,5-6 0,0 8 0,-2 6 0,-3 15 0,1 10 0,-7 13 0,0 3 0,-6 9 0,5 1 0,1 4 0,2-4 0,-3 4 0,5-3 0,9-5 0,2-3 0,2-6 0,10-12 0,1-5 0,8-4 0,10-2 0</inkml:trace>
  <inkml:trace contextRef="#ctx0" brushRef="#br0" timeOffset="74">18465 11519 8912,'-10'-17'0,"-5"0"0,13 15 0,-4 8 0,4 15 0,2 8 0,0 11 0,0 5 0,-5 7 0,-1 3 0,2 3 0,2-3 0,4-1 0,4-3 0,-2-5 0,7 0 0,1-8 0,5 2 0,-6-5 0,1-7 0,-8-3 0,1-8 0,5 1 0,0-1 0</inkml:trace>
  <inkml:trace contextRef="#ctx0" brushRef="#br0" timeOffset="75">18327 11932 8912,'-11'-6'0,"1"-1"0,3-3 0,3-3 0,2-3 0,9 1 0,5 4 0,5 3 0,6 8 0,4 0 0,7 0 0,1 0 0,-1 0 0,1 0 0,-1 0 0,0 0 0,1 0 0,5 0 0,0 0 0,0 0 0,-5 0 0,-3 2 0,-3 4 0,-4-2 0,-8 7 0,0 0 0,0 7 0,-7-1 0,-4 0 0,-8 2 0,-8 2 0,-7 4 0,-2 2 0,-6-4 0,2 5 0,-2-7 0,2 2 0,6-4 0,0-1 0,2-7 0,9 0 0,0-7 0,8 2 0,4-12 0,5-5 0,12-12 0,6 2 0,11-8 0,-2 2 0,6-3 0,-2 3 0,-4 2 0,-1 2 0,-3 6 0,-5 0 0,0 0 0,-8 0 0,3 7 0,-14 2 0,-4 8 0,-12 0 0,-4 8 0,-7 4 0,0 3 0,0 2 0,0 2 0,-1 4 0,3-4 0,4 4 0,-3-4 0,9-2 0,-7 1 0,6-1 0,1 0 0,5 0 0,0 0 0,7-7 0,5-4 0,5-4 0,6-2 0,-4-8 0,4-4 0,2-1 0,-2 2 0,0-5 0,-6 5 0,0-4 0,0-3 0,1 7 0,-1-1 0,-6 7 0,1-7 0,-7 8 0,7-1 0,-8 3 0,3 2 0,1 0 0,2 7 0,7 3 0,-2 7 0,-3 0 0,1-5 0,-5-3 0,-1 1 0,1 0 0,0-1 0,-3 3 0,-3 3 0,8-6 0,-5 9 0,-3-7 0,4 0 0,-4-7 0,-2 12 0,0-15 0,8 7 0,1-8 0</inkml:trace>
  <inkml:trace contextRef="#ctx0" brushRef="#br0" timeOffset="76">19360 11863 8912,'-17'-25'0,"-1"-3"0,1-3 0,0 3 0,7 3 0,5 8 0,-3-1 0,2 1 0,1 6 0,5-1 0,9 8 0,8-1 0,10 3 0,13 2 0,4 5 0,8 1 0,-1 0 0,1-6 0,7 8 0,3 1 0</inkml:trace>
  <inkml:trace contextRef="#ctx0" brushRef="#br0" timeOffset="77">19807 12087 8912,'-11'9'0,"-1"-3"0,3-2 0,-3 2 0,-3-4 0,11 11 0,-7-7 0,7 7 0,-4-3 0,8 7 0,0 0 0,0-6 0,0 1 0,0-8 0,0 3 0,0-7 0,2-7 0,2-5 0,2-3 0,5-10 0,-5-4 0,7-3 0,-1-2 0,-3-1 0,3 3 0,1 1 0,2 3 0,3 6 0,-1 0 0,0 8 0,0 3 0,0 7 0,1-2 0,-3 12 0,-4 5 0,5 12 0,-5 6 0,-1 5 0,1 6 0,-5-3 0,5 3 0,3-4 0,1-1 0,2-9 0,1-1 0</inkml:trace>
  <inkml:trace contextRef="#ctx0" brushRef="#br0" timeOffset="78">20736 12070 8912,'-17'3'0,"0"7"0,0 7 0,5 18 0,1-1 0,1 12 0,-3 2 0,3 5 0,3 4 0,1 6 0,6-5 0,-8-1 0,-1-5 0</inkml:trace>
  <inkml:trace contextRef="#ctx0" brushRef="#br0" timeOffset="79">21425 11537 8912,'0'-18'0,"0"-5"0,0-1 0,0-3 0,0-4 0,0 1 0,0 1 0,0 4 0,0 8 0,0 0 0,0 9 0,0 10 0,0 13 0,0 12 0,0 13 0,0 6 0,0 4 0,0 7 0,0 0 0,0 6 0,0-5 0,0-1 0,0-5 0,2-3 0,3-3 0,-3 0 0,4-12 0,4-3 0,1-14 0,4-7 0,3-5 0,-1-10 0,0-7 0,-2-9 0,-3-2 0,1-7 0,-7 1 0,0-3 0,-6-3 0,0 3 0,-2 3 0,-4 6 0,2 6 0,-7 6 0,7 5 0,-2 12 0,4 11 0,2 11 0,0 11 0,0 1 0,2 2 0,4-2 0,9-4 0,8 4 0,6-11 0,-4-6 0,3-6 0,9-5 0,-3-7 0,6-10 0,-3-7 0,-3-11 0,-1-4 0,-5-7 0,-3-6 0,-8 0 0,-5 0 0,-1 5 0,-7-5 0,2 0 0,-4 6 0,-2 5 0,-2 8 0,-4-2 0,4 14 0,-4 9 0,6 9 0,6 14 0,-2 4 0,7 7 0,7 0 0,5 1 0,0 5 0,-6 0 0,0 0 0,0-5 0,-5-1 0,-3-2 0,-1-3 0,-4-6 0,-2 2 0,-2-2 0,-8-6 0,-4-6 0,-9-7 0,-2 2 0,-1-4 0,1-2 0,5-4 0,1-7 0,2-3 0,9-14 0,0-9 0,-1-14 0,-3-10 0</inkml:trace>
  <inkml:trace contextRef="#ctx0" brushRef="#br0" timeOffset="80">22388 11330 8912,'0'-17'0,"0"0"0,0 7 0,0 5 0,0 10 0,0 13 0,0 10 0,0 7 0,0 5 0,0 4 0,2 7 0,4 1 0,6-1 0,3 7 0,2-1 0,2 6 0,4-6 0,2-5 0,4-6 0,1-8 0,-7 2 0,0-11 0,-6-6 0,-7-4 0,-2-10 0,-8-1 0</inkml:trace>
  <inkml:trace contextRef="#ctx0" brushRef="#br0" timeOffset="81">22406 11537 8912,'11'9'0,"1"-3"0,-9-2 0,5 0 0,0 1 0,-4 1 0,7-6 0,2 0 0,10 0 0,4 0 0,8 0 0,-1 0 0,0 0 0,7 0 0,-1 0 0,0 0 0,-8-2 0,-5-4 0,-10-5 0,-7-4 0,-10-3 0</inkml:trace>
  <inkml:trace contextRef="#ctx0" brushRef="#br0" timeOffset="82">21201 11880 8912,'-53'10'0,"7"-4"0,11-6 0,12-6 0,8 2 0,15-7 0,15-3 0,8-9 0,15 2 0,10-7 0,8-3 0,7-1 0,-2-3 0,2 1 0,-2 1 0,2 5 0,4 5 0,-4 11 0,4 3 0,2 3 0,4 4 0,-4-3 0,3-5 0,-10 0 0</inkml:trace>
  <inkml:trace contextRef="#ctx0" brushRef="#br0" timeOffset="83">23060 11571 8912,'-27'10'0,"-4"5"0,8-4 0,-5 5 0,5 3 0,4 4 0,5 5 0,1 10 0,7 3 0,0 4 0,6-4 0,2-1 0,2-8 0,6-3 0,5-6 0,0-6 0,14-6 0,-6-5 0,6-12 0,-7-3 0,7-8 0,-2-10 0,2-8 0,-5 1 0,-6-6 0,-3 4 0,-4-1 0,-5-1 0,-4-2 0,-2 2 0,0 9 0,-8 2 0,-3 5 0,-4 4 0,-3 1 0,1 6 0,0 5 0,6 6 0,-1 0 0,8 2 0,-1 9 0,3 1 0,2 5 0,7 0 0,5 0 0,11 1 0,3-1 0</inkml:trace>
  <inkml:trace contextRef="#ctx0" brushRef="#br0" timeOffset="84">23473 11640 8912,'-8'9'0,"4"5"0,-7-9 0,7 1 0,-11-6 0,13 0 0,-6 8 0,8 3 0,0 5 0,0 3 0,0 4 0,6-4 0,-1 4 0,1-4 0,-6-2 0,0 0 0,0 0 0,0-5 0,0-1 0,0 1 0,0-3 0,0-3 0,0-12 0,0-5 0,2-12 0,2-8 0,2-7 0,5 0 0,-5-8 0,7 2 0,-1-2 0,3-2 0,2 8 0,0 6 0,1 5 0,-1 8 0,0-2 0,6 12 0,0 5 0,8 6 0,-3 6 0,-1 11 0,0 14 0,-2 7 0,-4 8 0,4 3 0,-3 3 0,3 0 0,-2-1 0,-4 1 0,4-1 0,-4-7 0,-1-4 0,-1-11 0,0-4 0,0-8 0</inkml:trace>
  <inkml:trace contextRef="#ctx0" brushRef="#br0" timeOffset="85">24608 11743 8912,'6'-29'0,"0"1"0,0-1 0,-1 0 0,1 1 0,-2-3 0,-2 6 0,-2 2 0,0 10 0,0 1 0,0 9 0,0 10 0,0 16 0,0 10 0,0 7 0,2 2 0,3 4 0,-1 3 0,8-3 0,-1-4 0,6-2 0,-1-3 0,-5-3 0,5-7 0,-5-4 0,-1 0 0,1-6 0,-5-4 0,5-13 0,-1-9 0,1-9 0,5-8 0,-5-14 0,4-6 0,3-12 0,-7 3 0,0-8 0,1 8 0,3-3 0,-1 7 0,-3 5 0,-1 6 0,1 11 0,4 4 0,-3 8 0,3 9 0,2 8 0,1 2 0,-1 10 0,8 7 0,1 8 0</inkml:trace>
  <inkml:trace contextRef="#ctx0" brushRef="#br0" timeOffset="86">25520 11726 8912,'-17'0'0,"0"-2"0,0-4 0,-6-5 0,0-12 0,-6 4 0,6-4 0,-5 4 0,5 1 0,2 1 0,2 0 0,-1 7 0,-3 5 0,10 5 0,-4 5 0,3 7 0,-3 11 0,6-2 0,-1 7 0,7 1 0,-7 6 0,8-9 0,-1-3 0,3-4 0,2-2 0,0 1 0,0-9 0,2-1 0,3-8 0,5-8 0,7-3 0,2-6 0,4-6 0,-4 2 0,4-8 0,-4 8 0,-1-2 0,-1 4 0,0 4 0,0 3 0,-5 5 0,-1 7 0,-1 1 0,1 5 0,3 6 0,-9 11 0,7-4 0,-7 4 0,9-4 0,-3-2 0,5 0 0,1 0 0,0-1 0,0-5 0,0-1 0,3-7 0,1 3 0,2-2 0,0-12 0,-6-9 0,8-8 0,1-9 0</inkml:trace>
  <inkml:trace contextRef="#ctx0" brushRef="#br0" timeOffset="87">25744 11193 8912,'-15'-33'0,"3"5"0,-3 3 0,11 15 0,-7 4 0,7 14 0,-2 9 0,4 10 0,2 13 0,-5 4 0,-1 8 0,0-1 0,6 1 0,0-1 0,0 1 0,0-6 0,0 0 0,2-8 0,4 2 0,-4-4 0,3-1 0,3-9 0,-2-3 0,7-4 0,-3-9 0,5-4 0,-2-12 0,-3-7 0,-2-8 0,5 0 0,-1-8 0,-3 0 0,3-5 0,-9 7 0,3 4 0,2 4 0,-3 2 0,1 0 0,-4 7 0,4 5 0,-4 10 0,4 7 0,-3 9 0,3 2 0,-4 5 0,4-5 0,1 6 0,-1-6 0,7 5 0,-1-5 0,-2-2 0,1-7 0,2-5 0,3-1 0,-1-4 0,-4-10 0,5-4 0,-7-22 0,9-4 0</inkml:trace>
  <inkml:trace contextRef="#ctx0" brushRef="#br0" timeOffset="88">25933 11176 8912,'-17'-10'0,"0"4"0,0 4 0,0 2 0,-1 0 0,1 0 0,0 8 0,0 3 0,7 5 0,5 1 0,3 0 0,2 0 0,0 1 0,7-3 0,5-4 0,3-1 0,2-4 0,0-5 0,1 5 0,-1-4 0,0-2 0,-5 0 0,-1 0 0,-7 0 0,3 0 0,-7 0 0,0 0 0</inkml:trace>
  <inkml:trace contextRef="#ctx0" brushRef="#br0" timeOffset="89">26364 11657 8912,'-25'0'0,"4"0"0,-8 0 0,0 8 0,-5 3 0,0 6 0,-1 6 0,1 4 0,-1 7 0,9-1 0,3-5 0,5 3 0,7-8 0,3 2 0,8-2 0,2-12 0,4 1 0,5-9 0,12-4 0,6-5 0,2-9 0,-3-8 0,5-10 0,-4-1 0,3-3 0,2-8 0,-5 4 0,0-4 0,-8 1 0,2-2 0,-4-6 0,-2 3 0,-2-7 0,-3 1 0,-4 3 0,-8 6 0,0 10 0,0 7 0,0 16 0,-2 0 0,-4 18 0,4 13 0,-4 10 0,2 12 0,-1 6 0,3 10 0,-4 3 0,4 2 0,2 4 0,0-4 0,0 2 0,0-8 0,0 3 0,10-5 0,7-1 0,2-8 0,10-4 0,-1-13 0,7-10 0,-1-2 0,1-9 0,-1-4 0,0-14 0,-1-1 0,-2-16 0,-1-1 0,6-3 0,-1-3 0,5-4 0,-6 4 0,-5-5 0,-10 3 0,-7-2 0,-10 6 0,-2-1 0,-8 9 0,-9 8 0,-2 3 0,-2 4 0,-4 5 0,-2 4 0,4 15 0,-6 5 0,1 12 0,-7 5 0,7 5 0,-1 5 0,8 5 0,-2-4 0,4-2 0,2 2 0,7-10 0,4-2 0,4-1 0,2-10 0,2-4 0,4-6 0,6-7 0,10-12 0,-1-3 0,8-8 0,-2-8 0,2-4 0,1-3 0,-7-3 0,2-5 0,-2 0 0,-6 0 0,0 5 0,-1 3 0,-9 3 0,3 6 0,-6 4 0,3 12 0,-7 7 0,0 7 0,0 11 0,0 6 0,0 5 0,0 3 0,0 3 0,0-1 0,0 1 0,8-3 0,3-3 0,5 1 0,1-7 0,0 0 0,0-6 0,1-1 0,-1-5 0,2-3 0,4-8 0,-4-2 0,4-4 0,-4-3 0,-2-16 0,0-2 0</inkml:trace>
  <inkml:trace contextRef="#ctx0" brushRef="#br0" timeOffset="90">27379 11244 8912,'-17'0'0,"0"0"0,-1 0 0,3 10 0,4 7 0,-3 10 0,8 13 0,1-2 0,5 10 0,0 5 0,0 9 0,2 2 0,3 0 0,-1 0 0,8-6 0,-1-1 0,6-5 0,6-10 0,0-8 0,0-9 0,-6-14 0,1-3 0,-1-8 0,0 0 0,0 0 0,0-13 0,1-5 0,-1-10 0,0 1 0,0-2 0,1 1 0,-7-1 0,0-5 0,-7 1 0,2 5 0,-4 3 0,-2 8 0,0 7 0,0-5 0,2 15 0,4 0 0,-5 13 0,5 10 0,-2 8 0,2-3 0,-2-1 0,5 0 0,1-1 0,-1 1 0,3-6 0,5 2 0,-6-6 0,1-5 0,-1-5 0,7-7 0,-1 0 0,0 0 0,0-7 0,0-10 0,1-10 0</inkml:trace>
  <inkml:trace contextRef="#ctx0" brushRef="#br0" timeOffset="91">27878 11227 8912,'-17'0'0,"0"0"0,-1 2 0,1 4 0,0-2 0,0 7 0,0 1 0,-1 5 0,9 0 0,3 0 0,4 0 0,2 0 0,0 1 0,0-1 0,2-8 0,4-3 0,3 4 0,9-8 0,-1 3 0,-8-10 0,-3-7 0,2 3 0,-3-3 0,1 6 0,-6-5 0,0 7 0,0-4 0,-7 8 0,-3 8 0,-7 2 0</inkml:trace>
  <inkml:trace contextRef="#ctx0" brushRef="#br0" timeOffset="92">27207 11829 8912,'-27'-10'0,"-3"-5"0,7 4 0,0 3 0,13-7 0,4 11 0,12-8 0,11 9 0,12-3 0,5-2 0,8 1 0,10-1 0,9 0 0,12 1 0,2 1 0,1 4-188,-1-4 1,-3-3 187,9-3 0,-11-3 0,-1-2 0,-8 0 0,-9-1 0</inkml:trace>
  <inkml:trace contextRef="#ctx0" brushRef="#br0" timeOffset="93">28136 11623 8912,'-17'0'0,"0"-2"0,0-4 0,-1 4 0,1-4 0,-6 6 0,0 6 0,-5-2 0,5 7 0,2 6 0,9 6 0,-1 6 0,7-4 0,2 0 0,2 0 0,2 3 0,0-5 0,8 4 0,3-10 0,10 2 0,2-13 0,8 5 0,-2-5 0,-3-2 0,3-10 0,-8 2 0,4-7 0,-2-2 0,0-3 0,-2-7 0,-10 0 0,3 0 0,-9 6 0,1-6 0,-6 0 0,-7-1 0,-5 1 0,-3 4 0,-2-4 0,-3 9 0,-2 3 0,1 5 0,-6-3 0,2 1 0,4 4 0,4 4 0,5 6 0,-1 3 0,7 9 0,0-1 0,6 0 0,8 0 0,3 0 0,7 1 0,5-1 0,-4 0 0,4 0 0,2-4 0,-3 5 0,1-9 0,-5 14 0,-1-8 0,-2 8 0,-2-4 0,-1-1 0,-8-1 0,2 0 0,-5 0 0,-1 0 0,-5 1 0,-1-1 0,-7-8 0,3-1 0,0-8 0,3-2 0,7-4 0,0-5 0,0-10 0,0-4 0,0-2 0,2-3 0,3-10 0,5 3 0,7-3 0,2 2 0,4-2 0,-2 6 0,8-1 0,-2 5 0,3 10 0,-1 5 0,2 0 0,1 7 0,3 3 0,-7 10 0,1 7 0,-8 11 0,2 5 0,-6-1 0,-5 2 0,1-1 0,-7 7 0,7 1 0,-1 0 0,3 1 0,2-5 0,0-3 0,0-1 0,1-10 0,7-3 0,1-6 0</inkml:trace>
  <inkml:trace contextRef="#ctx0" brushRef="#br0" timeOffset="94">29719 11399 8912,'-23'-11'0,"-1"-1"0,-3 1 0,-4 1 0,-1 4 0,-3 12 0,1 6 0,-1 3 0,3 4 0,3 4 0,4-2 0,10 6 0,4-1 0,5 1 0,4-6 0,2 2 0,2-4 0,4-2 0,3 1 0,8-1 0,1 0 0,-1 0 0,0-2 0,0-1 0,0-3 0,1 3 0,-1 1 0,0 2 0,-2 0 0,-3 0 0,1 1 0,-7-1 0,0 6 0,-6 0 0,-2-2 0,-4-10 0,-3 4 0,-9-3 0,1 1 0,0-1 0,-6 1 0,0-7 0,2-2 0,2-2 0,-6-2 0,6 0 0,2-8 0,11-3 0,12-12 0,5-6 0,4-11 0,3-4 0</inkml:trace>
  <inkml:trace contextRef="#ctx0" brushRef="#br0" timeOffset="95">29805 11588 8912,'-17'0'0,"0"0"0,7 0 0,3 0 0,20 2 0,4 4 0,12-4 0,0 3 0,1-3 0,-1-2 0,4 0 0,-5 0 0,3-5 0,-3-3 0,-5-2 0,-3-3 0,-3-2 0,0-2 0,-2-6 0,-3 0 0,-5-8 0,-7 3 0,0-3 0,0 2 0,-2-1 0,-3 7 0,-5 8 0,-7 9 0,-6 4 0,-2 4 0,0 5 0,0 11 0,-3 6 0,5 11 0,-6 7 0,6 4 0,0 3 0,6 3 0,6 5 0,-1 1 0,8-1 0,-1-6 0,10-7 0,7-3 0,11-7 0,5-7 0,7-10 0,5-9 0,-2-8 0,8-6 0,-2-6 0,2-11 0,2-5 0,-8-12 0,0 1 0,-6-6 0,-1-1 0,-4-6 0,1 6 0,-7 0 0,0 1 0,-8-7 0,-1-1 0,-3-5 0,-5 1 0,6-12 0,-9 6 0,3-6 0,-2 8 0,2 10 0,-4 12 0,3 5 0,-3 19 0,-2 9 0,0 23 0,-7 10 0,-5 13 0,-1 6 0,-1 11 0,3 6 0,-3 4 0,-1 2 0,-2 0 0,2-6 0,3 0 0,5-10 0,7-1 0,1-1 0,5-5 0,6-6 0,11-5 0,3-5 0,11-11 0,3-5 0,6-5 0,3 3 0,3-6 0,-8-8 0,-4-10 0,-3-18 0,-3-7 0</inkml:trace>
  <inkml:trace contextRef="#ctx0" brushRef="#br0" timeOffset="96">30511 11382 8912,'-17'-2'0,"0"-4"0,1 6 0,5 0 0,9 2 0,19 10 0,14-3 0,26 3 0,6-5 0,12-7 0,3 0 0,1 0 0,-3 0 0,-7 0-355,-8-15 0,14-4 0,-5-16 0</inkml:trace>
  <inkml:trace contextRef="#ctx0" brushRef="#br0" timeOffset="97">31199 9800 8912,'0'-17'0,"8"7"0,5 10 0,10 16 0,12 18 0,7 29 0,9 19 0,-24-31 0,-2 3 0,2 10 0,-2 2 0,0 8 0,-3 3-194,0 8 0,-3 2 1,-5 0-1,-4 0 0,-6-6 1,-4-2-1,-1 0 0,-2-1 194,-1-2 0,-3-1 0,-3-6 0,-3-2 0,0-6 0,-3-2 0,0-8 0,-2-3 0,-22 38 0,-6-2 0,18-38 0,-1 0 0,-1 0 0,-2 0 0,-1 0 0,-2-1 0,-2 2 0,-1-2 0,0-4 0,-1-2 0,0 3 0,-2-2 0,-3 1 0,0-1 0,3-2 0,0 0 0,-4-3 0,-2-1 0,1 0 0,0 1 0</inkml:trace>
  <inkml:trace contextRef="#ctx0" brushRef="#br0" timeOffset="98">14042 17468 8912,'17'-7'0,"1"-5"0,-9 4 0,-1 1 0,-8 7 0,0 0 0,8 0 0,3 0 0,6 0 0,6 0 0,4 0 0,7 0 0,8 0 0,4 0 0,6 0 0,5 0 0,-3 0 0,3 0 0,-1 0 0,1 0 0,-9 0 0,3 0 0,-10 0 0,-1 0 0,2 0 0,-2 0 0,6 0 0,-6 0 0,8 0 0,-2 0 0,3 0 0,3 0 0,0 0 0,-1 0 0,3 0 0,3 0 0,-3 0 0,3 0 0,-3 0 0,-3 0 0,1 0 0,0 0 0,5 0 0,0 0 0,-1 0 0,-3 0 0,-3 0 0,-4 0 0,4 0 0,-6 0 0,0 0 0,-4 0 0,-4 0 0,-2 0 0,8 0 0,4 0 0,12 0 0,5 0 0,4 0 0,2 0 0,7 0-159,4 0 1,-3 6 158,-3-1 0,-9 1 0,-1-6 0,1 2 0,9 4 0,-3-4 0,3 3 0,3-3 0,-1-2 0,-1 0 0,-4 0 0,1 0 0,-9 0 0,4 0 0,6 0 0,5 0 0,8 0 0,2 0 0,-7 0 0,1 0 0,-7 0 0,-1 0 0,-5 0 0,0 0 0,0 0 0,-2 0 0,-4 0 0,4-2 0,-4-3 0,-6 3 0,-5-4 0,-3 4 0,-8 2 0,2 0 0,-6 0 0,-5 0 0,1 0 0,5 0 0,2 0 0,8 0 0,-2 0 0,4 6 0,1 0 0,-5-1 158,0-5 1,-2 0-159,2 0 0,-4 0 0,-8 0 0,-1 0 0,-4 0 0,3 6 0,-3 0 0,-2-1 0,1-5 0,-1 0 0,2 0 0,3 0 0,-3 0 0,3 0 0,3 0 0,5 0 0,2 0 0,2 0 0,4 0 0,-4 0 0,2 0 0,-6 2 0,6 4 0,-6-4 0,6 4 0,-8-4 0,2-2 0,-4 5 0,-1 1 0,5 0 0,0-6 0,6 6 0,-6-1 0,6 1 0,-6-6 0,6 0 0,-6 0 0,6 0 0,-6 0 0,1 6 0,-7-1 0,0 1 0,1-6 0,-3 0 0,-3 0 0,2 0 0,-7 0 0,1 0 0,0 0 0,4 0 0,-6 0 0,2 0 0,-2 0 0,3 0 0,9 0 0,-1 0 0,1 0 0,-1 0 0,0 0 0,1 0 0,-1 0 0,1 0 0,-3 0 0,-3 0 0,3 0 0,-7 0 0,4 0 0,3 0 0,-3 0 0,-2 0 0,0 0 0,-3 0 0,-1 0 0,0 0 0,2 0 0,2 0 0,2 0 0,-3 0 0,-3 0 0,4-2 0,2-3 0,-2 3 0,1-4 0,-1 4 0,4 2 0,-3 0 0,3 0 0,-4 0 0,1 0 0,-1 0 0,2 0 0,1 0 0,-7 0 0,8 0 0,-2 0 0,-5 0 0,-1 0 0,2 0 0,-2 0 0,6 0 0,-6 0 0,7 0 0,-1 0 0,-2 0 0,2 0 0,1 0 0,10 0 0,-3 0 0,3 0 0,-2 0 0,0 0 0,2 0 0,-1 0 0,-3-2 0,-2-4 0,1 4 0,-3-3 0,-1 1 0,-2-2 0,-6 4 0,5-3 0,-7 3 0,2 2 0,-2-2 0,2-4 0,-4 4 0,4-4 0,-4 4 0,-1 2 0,5-1 0,-1-5 0,7 4 0,-6-4 0,6 4 0,-6 2 0,7 0 0,-1 0 0,-2 0 0,1 0 0,-5 0 0,4-2 0,-2-1 0,-4-3 0,-2 0 0,-2 6 0,1 0 0,-1 0 0,0 0 0,-7-2 0,-5-4 0,5 4 0,1-3 0,5 3 0,1 2 0,0 0 0,0 0 0,0-6 0,1 0 0,1 1 0,2 5 0,2 0 0,0 0 0,-6 0 0,0 0 0,0 0 0,1-6 0,-1 0 0,0 0 0,0 6 0,0 0 0,1 0 0,-1 0 0,0 0 0,-5-5 0,-1-1 0,0 0 0,7 6 0,-1 0 0,0 0 0,0 0 0,0 0 0,-5 0 0,-1 0 0,1 0 0,5 0 0,0 0 0,1 0 0,-1-2 0,0-3 0,0 3 0,0-4 0,2 4 0,4 2 0,-3 0 0,3 0 0,-4 0 0,-2 0 0,0 0 0,0 0 0,-1-2 0,-3-2 0,-2-1 0,3 1 0,1 2 0,2 2 0,-5 0 0,-1 0 0,3 0 0,1 0 0,2 0 0,0 0 0,1 0 0,-1 0 0,0 0 0,0 0 0,0 0 0,1 0 0,-1 0 0,0 0 0,6 0 0,0 0 0,0-2 0,-6-4 0,2 4 0,4-3 0,-4 3 0,4 2 0,-2 0 0,2 0 0,-4 0 0,4 0 0,-4 0 0,-1 0 0,-1 0 0,0 0 0,0 0 0,0 0 0,1 0 0,-1 0 0,2 0 0,4 0 0,-4 0 0,4 0 0,-4 0 0,-2 0 0,0 0 0,3 0 0,1 0 0,2 0 0,1 0 0,-1 0 0,-4 0 0,4 0 0,-3 0 0,-3 0 0,6 0 0,0 0 0,0 0 0,1 0 0,-4 0 0,3 0 0,-4 0 0,-2 0 0,0 0 0,0 0 0,0 0 0,1 0 0,-1 0 0,0 0 0,0-2 0,1-2 0,-1-2 0,0 0 0,0 6 0,0 0 0,1-1 0,-1-5 0,0 4 0,0-6 0,0 8 0,1 0 0,-1 0 0,0-7 0,0 5 0,0-4 0,1 4 0,-1 2 0,0-2 0,0-4 0,6 5 0,0-5 0,2 4 0,-2 2 0,-4 0 0,4 0 0,-2-6 0,2 0 0,-2 1 0,8 5 0,-8 0 0,2 0 0,-4 0 0,-2 0 0,6 0 0,0 0 0,0-6 0,-6 0 0,0 1 0,0 5 0,1 0 0,-1 0 0,0 0 0,0 0 0,1-6 0,-1 0 0,0 0 0,0 6 0,2 0 0,4 0 0,-4 0 0,4 0 0,4 0 0,2 0 0,-2 0 0,1 0 0,-5 0 0,6 0 0,1 0 0,3 0 0,-4 0 0,-1 0 0,-5 0 0,6 0 0,-8 0 0,2 0 0,2 0 0,-2 0 0,-6-2 0,-6-3 0,1 3 0,5-4 0,-2 2 0,-3-1 0,3 3 0,-7-8 0,3 4 0,-1 4 0,-4-3 0,-5 3 0,15-4 0,-5 0 0,-3 1 0,7-1 0,-3 0 0,-5 0 0,7 4 0,-9-3 0,3 3 0,-2-4 0,-4 4 0,7 0 0,-3-3 0,-4 3 0,7-12 0,-3 9 0,-4-9 0,6 5 0,-1-3 0,5 1 0,-3-3 0,3-9 0,-1 2 0,7-7 0,-1-1 0,0-5 0,0-1 0,0 1 0,6-6 0,0 0 0,-4 1 0,-5 3 0,1 2 0,-5-3 0,-1 1 0,-3 2 0,-4-4 0,-2 9 0,0-4 0,0-1 0,0-6 0,0 0 0,0 0 0,-2 5 0,-2 3 0,-2 3 0,-5-3 0,5 3 0,-7 4 0,1 2 0,3 4 0,-3 2 0,-5 0 0,-8 2 0,0 1 0,1 3 0,-9 5 0,1-4 0,-9 1 0,-3-1 0,-3 6 0,-13-1 0,-9 3 0,-9 2 0,-12-6 0,-2 0 0,44 1 0,-1-1 0,-45 0-109,-1 2 1,3-3 0,-4 1 108,3 2 0,44 2 0,0 0 0,-45-1 0,1-3 0,-1 2 0,-4 2 0,7 2 0,-1 0 0,6 0 0,-8 0 0,45 0 0,-1 0 0,-2-1 0,0 0 0,1-2 0,-1 0 0,2 3 0,1-1 0,-37-5 0,0-2 0,-4 2 0,-4 3 0,-3 1 0,45 2 0,0 0 0,-39 0 0,41 0 0,0 0-284,-47 0 0,-1 0 284,47-1 0,-1 2 0,2 1 0,0 1 0,-4 0 0,-1 0 0,3 1 0,-1 0 0,1-1 0,1 0 0,-39-2 0,4 5 0,2-6 0,-8-6 0,44 5 0,-1-1 0,-6-4 0,1 0 0,4 1 0,0-1 0,-2-3 0,1 0 0,-43-8 0,46 9 0,-1-1 0,-1 0 0,0 1 0,-1-1 0,-1 1 0,2 0 0,1 0-131,-41-3 1,13-2 130,3 7 0,1 0 0,-1 6 0,-5 0 0,-7 0 0,-2 0-279,-4 0 0,3 0 279,-9 0 0,6 0 0,-5 0 0,45 0 0,-1 0-130,-4 0 1,-1 0 0,-5 0 0,0-2 129,-3-1 0,0 1 0,4 1 0,1 0 0,1-2 0,0 0 0,4 1 0,1 0 0,-3-1 0,1 0 0,6 2 0,1 0 0,0-1 0,0-1 0,-39 1 104,10 2 0,7 0-104,3 0 0,-4 0 0,-7 0 0,-1 0 0,-10 0 0,3 5 0,2 1 0,0 0 0,0-6 0,-2 2 0,-4 4 0,42-5 0,-1 0 0,-3 1 0,0 1 0,3-1 0,-1-2 0,2 0 0,1 0 0,-32 2 0,7 4 0,9-4 0,8 3 0,-1-1 66,-11 2 0,10-4-66,-10 4 0,4-3 0,-4 3 0,4-4 0,-3 4 0,8-4 0,-9-2 0,2 5 0,-7 1 0,-1 2 136,-11-2 1,17-5 0,-1 5-1,10-2-136,11 2 0,12-4 442,-3 3 1,10 3-443,-5-2 0,-5-1 0,4-3 110,-6 4 1,-6-4 0,-9 6-111,-7-1 0,-10-5 0,-6 4 0,-5 2-162,-1-3 1,6 1 161,0-6 0,7 2 0,-3 2 0,1 2-99,0-3 1,3-1 98,9-2 0,-4 2 0,4 4 0,2-4 0,-1 4 0,1-5 0,0-1 0,-4 0 0,-10 0 0,-3 0 0,-8 0 0,9 0 0,7 0 0,7 0 0,3 0 0,5 0 0,9 0 0,6 0 0,11 0 0,6 0 0,4 0 220,2 0 0,5 0-220,1 0 0,-1 2 103,-5 4 0,-4-4-103,-7 4 0,-3 3 0,-15 3 0,-2 3 0,-9 2 0,5 0 0,1 1 0,1-1 0,10 0 0,7-6 0,10-1 0,6 0 0,6-1 0,3-5 0,8 4 0,0-8 0,0 0 0,-2 5 0,-4 1 0,3 2 0,-9-3 0,8-1 0,-2 8 0,-1-7 0,1 7 0,-5-6 0,3 3 0,0 1 0,1-1 0,-7 3 0,3 5 0,1 0 0,-1 0 0,-3-1 0,-1-5 0,4 4 0,-1-3 0,3 3 0,-3 2 0,-1-5 0,7-1 0,0-5 0,6 5 0,-7-7 0,5 12 0,-6-7 0,8 8 0,-6 0 0,1 1 0,-7-1 0,4 0 0,1 0 0,-1 0 0,-5 3 0,1 2 0,-1-2 0,1 2 0,-3-2 0,4-3 0,1 0 0,-1 0 0,1 0 0,-1 1 0,-3-1 0,9 0 0,-7-6 0,6 1 0,1-1 0,3 5 0,-2-3 0,-2-2 0,2 3 0,2 1 0,2 2 0,-5 2 0,-1 4 0,0-2 0,6 8 0,-6-8 0,1 2 0,-3 4 0,2 1 0,4-3 0,-3-2 0,3 2 0,2-2 0,0 2 0,0-2 0,0-4 0,0 6 0,0-8 0,0 0 0,0-8 0,0-1 0,0-6 0,0 4 0,0-4 0,0 7 0,0-3 0,0-4 0,0 13 0,0-3 0,0-3 0,0 3 0,0-1 0,0 6 0,0 0 0,0 1 0,0-1 0,0 0 0,0-5 0,0-1 0,0-7 0,0 3 0,-2-7 0,-4 0 0,4 0 0,-5 0 0,7 0 0,0 0 0,0-7 0,0 5 0,0-6 0,0 8 0,0 0 0,7 0 0,3 0 0</inkml:trace>
  <inkml:trace contextRef="#ctx0" brushRef="#br0" timeOffset="99">2495 18414 8912,'-2'-23'0,"-3"0"0,-5 2 0,-1 4 0,-1 5 0,1 5 0,-7 7 0,7 2 0,1 3 0,3 7 0,1 3 0,6 2 0,0 0 0,0 3 0,0 1 0,0 2 0,0 1 0,0-1 0,0-4 0,0 4 0,0 2 0,0-2 0,6 0 0,1-6 0,3-2 0,3-3 0,3 1 0,1-7 0,2 0 0,4-6 0,-4 0 0,6-2 0,-2-6 0,0-9 0,0 0 0,-6-6 0,-2-4 0,-3-2 0,1-1 0,-7 1 0,-2-3 0,-10 3 0,-6-1 0,-11 1 0,-3-2 0,-7 8 0,3 2 0,1 2 0,6 10 0,-6 3 0,8 4 0,-2 2 0,6 2 0,6 4 0,3 13 0,8 15 0,0 3 0,0 8 0,15-6 0,4 3 0</inkml:trace>
  <inkml:trace contextRef="#ctx0" brushRef="#br0" timeOffset="100">4147 18104 8912,'2'-17'0,"2"-2"0,2-4 0,-1 2 0,-5-8 0,0-1 0,0-3 0,0 1 0,0 3 0,-1-1 0,-3 7 0,-4 4 0,-1 5 0,-5 1 0,-7 7 0,-2 2 0,-5 10 0,3 8 0,-2 7 0,-4 7 0,-1 5 0,-3 3 0,3 2 0,3 2 0,6 6 0,12-6 0,-3 0 0,9-5 0,1-1 0,2 1 0,10-7 0,3 1 0,12-8 0,6 2 0,5 2 0,6-2 0,-2-1 0,8-4 0,-7-7 0,1 1 0,-4 1 0,-2 2 0,-7 2 0,-4 1 0,-6-7 0,-5 1 0,-4 5 0,-8 6 0,-16 2 0,-7-3 0,-7-1 0,-5 8 0,-5-8 0,0 2 0,0-4 0,7-4 0,3-1 0,1-3 0,2-7 0,-1 2 0,8-6 0,9-6 0,7 0 0,-2-11 0,5 2 0,1-14 0,0-1 0,15-3 0,4-1 0</inkml:trace>
  <inkml:trace contextRef="#ctx0" brushRef="#br0" timeOffset="101">4491 18465 8912,'18'0'0,"-7"0"0,3-1 0,3-3 0,4-2 0,7 0 0,-5 6 0,8-5 0,-4-3 0,1-2 0,1-3 0,-8 0 0,2 1 0,-6-9 0,-5 4 0,-6-2 0,-5 0 0,-1 2 0,-7 1 0,-5 5 0,-5 3 0,-6 8 0,4 0 0,-4 0 0,-2 6 0,2 0 0,0 13 0,6-2 0,2 10 0,3-4 0,-1 7 0,7-1 0,1 3 0,5 3 0,0-1 0,0 0 0,7-7 0,5-4 0,11 0 0,5-6 0,1 4 0,5-9 0,-3-5 0,9-1 0,-4-6 0,-1-6 0,1-3 0,4-8 0,-3-3 0,3-2 0,-6-5 0,-5-8 0,2 1 0,-9 0 0,-1 1 0,-1 4 0,-5-3 0,-4 3 0,-3 3 0,-8-3 0,0 8 0,-8 4 0,-3 11 0,-10 6 0,-2 6 0,-8 11 0,3 12 0,-3 5 0,2 6 0,-1 4 0,7 8 0,4-3 0,5-3 0,7-4 0,7-7 0,9-9 0,8-3 0,12-6 0,15-5 0,10-8 0,5-8 0,6-8 0,10-11-328,-12 4 1,4-21 0,-16 4 0</inkml:trace>
  <inkml:trace contextRef="#ctx0" brushRef="#br0" timeOffset="102">6797 17932 8912,'0'-11'0,"0"0"0,0-3 0,0-1 0,0-2 0,0-1 0,0 1 0,0 8 0,0 3 0,0 14 0,0 9 0,0 10 0,0 7 0,0 8 0,0 10 0,0 9 0,-1 6 0,-5 1 0,2 3 0,-8 4 0,9-12 0,-3 0 0,2-8 0,-2-3 0,4-14 0,-3-4 0,3-11 0,4-6 0,3-11 0,-1-12 0,8-5 0,-1-14 0,6-9 0,3-3 0,2-9 0,-2-1 0,3-11 0,-4 5 0,-2-4 0,-6 11 0,1 6 0,-3 5 0,3 7 0,-4 3 0,-3 17 0,3 8 0,1 10 0,-3 15 0,6 9 0,-1 8 0,6 10 0,1-1 0,-1 1 0,2-6 0,2-3 0,4-2 0,2-9 0,-5 1 0,7-11 0,-8-1 0,2-9 0,-2-4 0,2-8 0,-4-8 0,4-4 0,-4-9 0,-1-1 0,-3-9 0,-2 2 0,-3-3 0,-3-3 0,5 7 0,-6-1 0,-1 8 0,-5-2 0,0 4 0,0 2 0,0 7 0,0 3 0,0 9 0,0 5 0,0 10 0,0 1 0,0 5 0,0-4 0,0-2 0,0 0 0,0 0 0,2-5 0,4-1 0,-2-5 0,7 5 0,-5-7 0,6 2 0,-7-4 0,7-2 0,-8-8 0,1-3 0,3 1 0,-2-1 0,-3-3 0,-1-1 0,-2-2 0,0 0 0,-7 5 0,-5 1 0,-3 1 0,-2-1 0,0 3 0,-1 8 0,-5 0 0,0 0 0,2 8 0,10 3 0,-4-1 0,3 1 0,5 1 0,-9 5 0,7 0 0</inkml:trace>
  <inkml:trace contextRef="#ctx0" brushRef="#br0" timeOffset="103">7761 18397 8912,'-27'-8'0,"2"4"0,8-7 0,6 7 0,-1-2 0,3 6 0,-3 6 0,5 5 0,7 10 0,0 2 0,0-2 0,2 4 0,3-2 0,5 6 0,5-6 0,-1-2 0,-3-2 0,0-4 0,7-3 0,-7 1 0,1-7 0,-1-1 0,6-5 0,1 0 0,-3-2 0,-4-3 0,5-7 0,-5-11 0,2 4 0,-1-4 0,1-2 0,-7 3 0,2-1 0,-4 5 0,1 1 0,-1 0 0,-2 7 0,-2 3 0,6 9 0,-1 3 0,1 5 0,-6 7 0,6 2 0,0 4 0,7-4 0,-1 4 0,-3-4 0,3-1 0,1-1 0,2 0 0,2-7 0,1-3 0,-1-7 0,-2-4 0,-3-7 0,1-2 0,-7-16 0,-1 6 0,-5-6 0,0 1 0,0-7 0,0 1 0,0-1 0,-5 1 0,-1 0 0,-5 1 0,3 3 0,0 3 0,1 2 0,-1 10 0,2 9 0,4-3 0,-13 7 0,5-6 0</inkml:trace>
  <inkml:trace contextRef="#ctx0" brushRef="#br0" timeOffset="104">9207 18122 8912,'-2'-29'0,"-4"2"0,-4 0 0,-1 3 0,1-3 0,3 2 0,3 0 0,-4 2 0,3 6 0,1 0 0,2 7 0,2 10 0,0 14 0,2 9 0,3 11 0,3 8 0,4 10 0,1 7 0,-7 4 0,5 8 0,-5-1 0,0-5 0,1-4 0,-5 2 0,4-5 0,-4 5 0,-2-6 0,0-7 0,0-10 0,-8-12 0,-9-3 0,-10-8 0</inkml:trace>
  <inkml:trace contextRef="#ctx0" brushRef="#br0" timeOffset="105">8880 18448 8912,'-18'-9'0,"1"3"0,8-4 0,1 8 0,18-7 0,7 3 0,15 2 0,14-7 0,12-1 0,5-5 0,4-6 0,1 0 0,-1-7 0,-2-1 0,-5-5 0,-7-4 0,-13 0 0,-17 5 0,-11 7 0,-7-1 0,-5 8 0,-5 0 0,-7 8 0,-3 5 0,-2 8 0,5 2 0,1 2 0,-3 3 0,-1 3 0,4 3 0,-1 10 0,8 4 0,-1 7 0,3 6 0,2 1 0,0 8 0,0 3 0,0-6 0,0 5 0,2-3 0,3 4 0,-1-3 0,8-3 0,-9-4 0,5-9 0,-2-5 0,0-5 0,-1-9 0,-5-3 0,0-7 0,0-4 0,0-12 0,0-5 0,2-8 0,2-7 0,2-6 0,1-4 0,-1 2 0,-2 3 0,8-3 0,-9 11 0,3 7 0,4 2 0,-1 11 0,8 3 0,-5 12 0,-1 5 0,1 10 0,5 2 0,0 8 0,0-2 0,1 1 0,-1-1 0,6-4 0,0-8 0,5 0 0,-5 0 0,6-7 0,-4-6 0,0-6 0,0-4 0,5-15 0,-1-2 0,-4-2 0,-4-4 0,-6-1 0,-3-3 0,-9-1 0,3 0 0,-4 5 0,-2 0 0,-8 16 0,-3 2 0,-6 7 0,-6 4 0,2 9 0,-8 8 0,8 14 0,-2 9 0,4 8 0,2-2 0,1 1 0,5-1 0,3 2 0,8-8 0,10 0 0,9-7 0,14-6 0,10-10 0,15-8 0,5-9 0,4-2 0,2-3 0,-8-13 0,6-16 0,-6-10 0</inkml:trace>
  <inkml:trace contextRef="#ctx0" brushRef="#br0" timeOffset="106">11220 18190 8912,'-23'0'0,"0"0"0,-6 0 0,7 0 0,-1 2 0,5 4 0,3 5 0,4 5 0,3 9 0,8 3 0,0 1 0,2 3 0,4 5 0,5-1 0,2-2 0,-1-5 0,1 2 0,-5-7 0,0 1 0,-1 0 0,-1-2 0,-6-6 0,0-7 0,0-3 0,0-9 0,-2-1 0,-2-7 0,-1-5 0,-1 0 0,6-14 0,0 0 0,0-5 0,2-1 0,2-1 0,3-2 0,3-2 0,1 5 0,6 7 0,1 7 0,-1-2 0,0 0 0,0 6 0,2 3 0,2 14 0,2 2 0,-2 4 0,-1 5 0,-3 12 0,-6 4 0,1 8 0,-7-3 0,7-3 0,-6 3 0,5-3 0,-7-2 0,2 1 0,-3-13 0,3 3 0,-4-5 0,4 4 0,-2-7 0,1-5 0,5-5 0,7-5 0,0-1 0,1-11 0,-1 3 0,0-8 0,0-3 0,0 0 0,1 0 0,-1 0 0,-6 0 0,1 2 0,-3 10 0,3-4 0,3 11 0,-13-1 0,6 8 0,-8 5 0,5 6 0,1 11 0,0-2 0,-6 7 0,6-5 0,-1 6 0,9-6 0,-3 3 0,5-1 0,1-4 0,0-2 0,0-3 0,0-5 0,1-3 0,-1-8 0,0 0 0,0-8 0,0-3 0,1 1 0,-1-1 0,0-1 0,0-5 0,-5 0 0,-3 0 0,-1-1 0,-4 1 0,-2 0 0,-2 0 0,0 0 0,-8-1 0,-3 1 0,-5 2 0,-1 4 0,-2-3 0,-4 8 0,4-5 0,-4 5 0,4-5 0,2 5 0,-1 2 0,7 2 0,-1 2 0,9 2 0,-3 4 0,4 4 0,2 7 0,0 2 0,0 4 0,8-4 0,1 6 0,8-8 0</inkml:trace>
  <inkml:trace contextRef="#ctx0" brushRef="#br0" timeOffset="107">12425 18465 8912,'-35'-24'0,"7"4"0,-1-2 0,6 4 0,-4 7 0,2 5 0,4 4 0,-5 2 0,6 2 0,-3 4 0,4 5 0,2 12 0,2-2 0,3 8 0,-1-2 0,7 1 0,0 3 0,6-8 0,0 6 0,0-7 0,2 1 0,4-7 0,6-5 0,-3-3 0,3-8 0,5-2 0,6-4 0,2-5 0,-2-12 0,1-2 0,7-6 0,-4 1 0,-2-7 0,-2 3 0,-6-6 0,0-4 0,0-2 0,-1-5 0,-5-7 0,-3 5 0,-8-5 0,0 1 0,0 6 0,0-1 0,0 18 0,0 3 0,0 14 0,-8 7 0,4 5 0,-5 10 0,1 11 0,4 10 0,-3 11 0,1 14 0,0 7 0,6-1 0,0 8 0,0-2 0,2 4 0,4 1 0,-2-6 0,7-5 0,2-6 0,10-5 0,-4 0 0,4-11 0,-4-7 0,-1-16 0,5-5 0,0-7 0,1-7 0,-3-7 0,4-7 0,2-7 0,-4-5 0,6-1 0,-8-6 0,2 0 0,-6-2 0,-6 1 0,-3 3 0,-8-8 0,6 8 0,0-2 0,-3 11 0,-8 8 0,-7 8 0,-3 7 0,-2 4 0,-1 2 0,1 10 0,0 7 0,2 8 0,3 9 0,-1 3 0,7 3 0,0-4 0,6 4 0,0-2 0,0 2 0,2-5 0,4-1 0,5-1 0,12-10 0,0-6 0,12-6 0,-5-7 0,11 0 0,-3-8 0,2-7 0,-4-12 0,4-6 0,-3-3 0,-3-3 0,-7-7 0,-4-4 0,-10-3 0,-1-3 0,-3-1 0,3-5 0,-6-5 0,-5-4 0,-1-3 0,0-5 0,-1 6 0,-5 1 0,2 16 0,-8 18 0,7 9 0,-7 13 0,1 9 0,1 6 0,-11 24 0,4 19 0,-4 13 0,4 16 0,0 3-242,-1 8 1,9 0 241,3 0 0,4 2 0,2 3 0,10-10 0,7-1 0,8-7 0,9-5 0,6-5 0,0 0 0,-1-1 0,-3-7 0,0 6 0,-20-39 0</inkml:trace>
  <inkml:trace contextRef="#ctx0" brushRef="#br0" timeOffset="108">14232 18259 8912,'-8'-15'0,"-4"3"0,3 5 0,-1 9 0,1 5 0,1 10 0,0 10 0,5 6 0,1 3 0,2 2 0,0 2 0,0-1 0,0-3 0,0-2 0,2 1 0,3-1 0,3-7 0,4-4 0,3-10 0,-4-2 0,12-7 0,4 0 0,0-8 0,-2-11 0,-8-8 0,-6-2 0,1 2 0,-6 2 0,3-5 0,1-1 0,-1 0 0,-5 12 0,2-2 0,3 5 0,3 1 0,-3 5 0,3 12 0,-1 9 0,6 8 0,1 7 0,-1-1 0,2 4 0,4 1 0,-4-2 0,4-3 0,2-4 0,-2-10 0,0-3 0,2-7 0,-6-3 0,4-2 0,-4-13 0,-2-4 0,-2-12 0,-3 0 0,-3-3 0,-3-2 0,-4-3 0,2 1 0,-6 0 0,-4 3 0,-7 8 0,1-3 0,-3 12 0,-2-1 0,0 12 0,-1-1 0,3 13 0,4 11 0,-3-1 0,9 8 0,1-2 0,2 0 0,9 7 0,3-3 0</inkml:trace>
  <inkml:trace contextRef="#ctx0" brushRef="#br0" timeOffset="109">15092 18603 8912,'0'10'0,"0"5"0,0-4 0,0-1 0,0 1 0,0 3 0,0 9 0,-6-4 0,1 4 0,1-4 0,-4-2 0,2 0 0,-1-2 0,1-3 0,4-5 0,-21-7 0,4 0 0</inkml:trace>
  <inkml:trace contextRef="#ctx0" brushRef="#br0" timeOffset="110">14920 18397 8912,'0'-35'0,"0"1"0,0 7 0,0 4 0,0 12 0,0-5 0,2 16 0,4 0 0,5 2 0,12 10 0,-2-1 0,8 7 0,-6-1 0,5 0 0,1-8 0,5-1 0</inkml:trace>
  <inkml:trace contextRef="#ctx0" brushRef="#br0" timeOffset="111">6143 15800 8912,'18'0'0,"-3"2"0,-4 4 0,-5 6 0,-4 5 0,-2 4 0,2 4 0,4 1 0,-2 5 0,5 9 0,1 4 0,-1 0 0,-3 0 0,4-6 0,-1 0 0,1-5 0,-6-1 0,1-9 0,-3-2 0,-2-2 0,-7-2 0,-5 1 0,-5-9 0,-6-3 0,4-4 0,-21-10 0,3-1 0</inkml:trace>
  <inkml:trace contextRef="#ctx0" brushRef="#br0" timeOffset="112">6006 16041 8912,'0'-17'0,"0"6"0,0-1 0,0 8 0,7-9 0,5 7 0,5-1 0,6 3 0,6-2 0,3 2 0,5 0 0,3-1 0,-2 1 0,8-8 0,-8 8 0,2-1 0,-5-3 0,-7 2 0,-3-5 0,-8 5 0,-7-1 0,-4 1 0,-12 4 0,-5-4 0,-5 6 0,-1 6 0,6-2 0,-1 7 0,1 6 0,-7 6 0,1 8 0,2-2 0,2 3 0,1 2 0,1 1 0,-7-1 0,1 1 0,0-1 0,-2 0 0,-4 1 0,4-7 0,-4 1 0,-2-8 0,2 2 0,-15-12 0,1-3 0</inkml:trace>
  <inkml:trace contextRef="#ctx0" brushRef="#br0" timeOffset="113">5989 15972 8912,'11'0'0,"1"0"0,-7 0 0,7 0 0,3 2 0,6 4 0,8 11 0,11 12 0,6 3 0,11 3 0,12 5 0,11 0 0,-35-16 0,0 2-543,2 0 1,-2-1 542,31 19 0,-1 14 0,-14-15 0</inkml:trace>
  <inkml:trace contextRef="#ctx0" brushRef="#br0" timeOffset="114">15436 18139 8912,'0'-23'0,"0"4"0,0 11 0,0 18 0,0 14 0,0 17 0,0 4 0,0 5 0,0 6 0,0-3 0,0-3 0,0-1 0,-2 1 0,-2 2 0,-1-3 0,1-3 0,-4-6 0,2-11 0,-5-4 0,3-8 0,-1-2 0,-5-3 0,-1-12 0,-2-12 0,-6-5 0,0-6 0,-8-4 0,5-7 0</inkml:trace>
  <inkml:trace contextRef="#ctx0" brushRef="#br0" timeOffset="115">15144 18517 8912,'0'-10'0,"2"-3"0,3 7 0,-1-1 0,8 1 0,-1 4 0,6-4 0,8-1 0,4 1 0,3-2 0,3 3 0,5 1 0,0-8 0,6 1 0,-6-6 0,0-2 0,-7-4 0,-3-6 0,-1-3 0,-14-3 0,3 1 0,-7-1 0,0 1 0,-3 7 0,-8 4 0,0 4 0,0 10 0,0 3 0,0 12 0,0 5 0,-2 6 0,-4 6 0,-3 6 0,-1 3 0,-3 8 0,7 1 0,0 6 0,6-1 0,0-2 0,0 2 0,0-2 0,0 2 0,0-4 0,0-8 0,0-1 0,0-5 0,0-3 0,0-8 0,0 1 0,0-9 0,0-3 0,0-12 0,0-5 0,0-12 0,2-4 0,4-7 0,-2-1 0,7 3 0,1 1 0,-3 2 0,9 3 0,-1-3 0,0 6 0,6 12 0,-4-3 0,-2 9 0,6-1 0,0 6 0,2 9 0,-2 9 0,-4 5 0,4 5 0,-2 5 0,0-7 0,2 3 0,-2 0 0,-2-8 0,-2 2 0,-7-12 0,13 4 0,-4-5 0</inkml:trace>
  <inkml:trace contextRef="#ctx0" brushRef="#br0" timeOffset="116">17295 17881 8912,'0'-19'0,"0"-4"0,2-2 0,1 2 0,3 6 0,0 15 0,-6 8 0,0 15 0,0 9 0,2 12 0,2 6 0,1 6 0,-1 3 0,4 0 0,0-3 0,-1 1 0,1 2 0,3 1 0,-5-7 0,5-1 0,-5-6 0,0-8 0,2-5 0,-6-10 0,5-4 0,-7-9 0,0-10 0,-4-4 0,-5-4 0,-8 1 0,-12-6 0,0 3 0,-3-1 0,-3 1 0,-1-1 0,-4 7 0,3-5 0,-3 5 0,-2 0 0,2 6 0,0 10 0,6 7 0,-1 8 0,1 2 0,7 11 0,4-4 0,6 4 0,5-3 0,5-1 0,7 1 0,3-9 0,9-3 0,1-6 0,16-5 0,2-6 0,1-5 0,3-8 0,-1-5 0,0-11 0,8-11 0,2-10 0</inkml:trace>
  <inkml:trace contextRef="#ctx0" brushRef="#br0" timeOffset="117">17725 17812 8912,'0'-27'0,"0"4"0,0 4 0,0 2 0,0 8 0,0 3 0,2 13 0,4 11 0,-5 1 0,5 9 0,2 1 0,-2 5 0,5 1 0,-5-1 0,1-5 0,-1 0 0,-4-3 0,4 5 0,-4-4 0,-2-3 0,-2 5 0,-4-6 0,-3-2 0,-9-9 0,1-3 0,0-3 0,0-4 0,0 3 0,-1-10 0,1-7 0,6-5 0,-1-4 0,1-2 0,1 2 0,2 0 0,8-2 0,-5 4 0,-1-4 0,0 4 0,6 2 0,0 0 0,0-1 0,6 7 0,0 0 0,7 1 0,-1-1 0,3 1 0,2 6 0,2-2 0,4 3 0,-4-5 0,4 2 0,2 0 0,-2 6 0,0-5 0,-6-1 0,0 0 0,1 6 0,-9-2 0,-1-1 0,-1-3 0,-5 2 0,4 10 0,-6 3 0,-6 8 0,-3 3 0,-8 3 0,-1-2 0,1 7 0,0-5 0,0 6 0,-2-2 0,-2 3 0,-2-3 0,2-2 0,2-2 0,1-6 0,1 0 0,0 0 0,0-7 0,-1-5 0,1-3 0,0-2 0,6-13 0,-1-4 0,1-20 0,-7 1 0</inkml:trace>
  <inkml:trace contextRef="#ctx0" brushRef="#br0" timeOffset="118">17570 17932 8912,'6'-17'0,"1"2"0,3 4 0,-4-3 0,5 8 0,-1 3 0,5 8 0,0 7 0,4 3 0,4 8 0,0 0 0,2 7 0,4-1 0,7 2 0,-7-3 0,7 5 0,-7-5 0,-2-1 0,1 2 0,-7-8 0,4 11 0,-8-5 0</inkml:trace>
  <inkml:trace contextRef="#ctx0" brushRef="#br0" timeOffset="119">19067 18328 8912,'-11'0'0,"1"-2"0,1-2 0,1-3 0,-2-3 0,1-3 0,3 3 0,-3-1 0,1-3 0,4-1 0,2-2 0,2 0 0,0-1 0,0 1 0,0 0 0,0 0 0,0 5 0,0 1 0,0-3 0,0 7 0,0 7 0,0 13 0,0 14 0,0 7 0,6 12 0,0 2 0,-1 5 0,3 5 0,-6 5 0,4-6 0,-4 6 0,-2-6 0,0 6 0,0-5 0,-2-3 0,-4-9 0,-4-6 0,-7-11 0,0-6 0,0-14 0,0-9 0,-8-15 0,-2-12 0</inkml:trace>
  <inkml:trace contextRef="#ctx0" brushRef="#br0" timeOffset="120">18895 18225 8912,'10'-17'0,"-3"-1"0,-7 1 0,0 6 0,0-1 0,0 8 0,2-3 0,4 7 0,4 0 0,7 0 0,0 2 0,0 1 0,2 5 0,4 2 0,-2-1 0,8 3 0,-8 3 0,2-4 0,-10 5 0,-1 1 0,-8 6 0,1 0 0,-3 7 0,-2-1 0,-7 3 0,-5 3 0,-3-1 0,-4-1 0,-4-5 0,-4 5 0,-7-6 0</inkml:trace>
  <inkml:trace contextRef="#ctx0" brushRef="#br0" timeOffset="121">19153 18534 8912,'10'-17'0,"-3"0"0,-7 0 0,0-1 0,2 9 0,4 3 0,6 2 0,3-1 0,2 3 0,0-4 0,6 2 0,0-2 0,8 4 0,-3-3 0,3-3 0,-2 2 0,-4-7 0,-10 3 0,-4-7 0,-11 2 0,-11 4 0,-6 3 0,-6 8 0,2 0 0,-8 0 0,8 8 0,-2 3 0,4 6 0,2 6 0,0 4 0,-1 7 0,3 1 0,4-1 0,3-2 0,8-1 0,0-2 0,0 1 0,2-3 0,4 2 0,11-10 0,11-2 0,5-2 0,1-9 0,1-2 0,-1-10 0,1-3 0,-1-9 0,0-5 0,-1-1 0,-4-3 0,-6-4 0,-10-1 0,-2-3 0,-1 3 0,1 3 0,-3-3 0,-8 3 0,0 4 0,0 2 0,0-3 0,8 7 0,-4 1 0,7 13 0,-5 10 0,3 9 0,1 7 0,-1 7 0,3-1 0,5 2 0,0-1 0,1 7 0,-3-3 0,-4-3 0,5 2 0,-5-9 0,2 1 0,1-5 0,-5-1 0,-1 0 0,5-2 0,-1-3 0,-3-5 0,3-7 0,-6 0 0,5 0 0,1-7 0,5-3 0</inkml:trace>
  <inkml:trace contextRef="#ctx0" brushRef="#br0" timeOffset="122">20444 18036 8912,'-17'-27'0,"1"2"0,5 8 0,-2 5 0,7 1 0,-8 7 0,5 0 0,-1 8 0,-3 8 0,7 10 0,-7 5 0,1 8 0,3 1 0,-3 4 0,7 4 0,-7 8 0,8-1 0,-1 1 0,3-3 0,2-3 0,0 2 0,0-8 0,0 0 0,0 2 0,0-7 0,0-1 0,0-5 0,0-6 0,-2-4 0,-4 4 0,-4-12 0,-7-5 0,0-4 0,0-2 0,0 0 0</inkml:trace>
  <inkml:trace contextRef="#ctx0" brushRef="#br0" timeOffset="123">20048 18500 8912,'8'-27'0,"-6"-3"0,3 7 0,5 2 0,1 9 0,5 4 0,1 8 0,10-5 0,7-1 0,8 0 0,10 6 0,-1 0 0,1 0 0,-2 0 0,-4 0 0,-4 0 0,-8 0 0,-7 0 0,-4 0 0,-4 0 0,-9 0 0,-10 0 0,-12 2 0,-3 4 0,-6 3 0,4 9 0,-4 5 0,9 0 0,-3 7 0,-2-1 0,7-3 0,4 3 0,4-8 0,2 2 0,0 2 0,0-2 0,2-2 0,4-10 0,5-5 0,10-4 0,2-2 0,2-4 0,-2-7 0,-4-3 0,4-14 0,-4 5 0,-1-6 0,-9 6 0,-3-6 0,-4 3 0,-2-3 0,0 4 0,-2 8 0,-2 0 0,-2 0 0,-7 7 0,1 4 0,-3 4 0,-2 2 0,7 8 0,3 2 0,7 7 0,0 0 0</inkml:trace>
  <inkml:trace contextRef="#ctx0" brushRef="#br0" timeOffset="124">20754 18465 8912,'11'0'0,"1"0"0,-9 0 0,13-7 0,-7 5 0,8-6 0,1 8 0,-1 0 0,0 0 0,0 2 0,1 4 0,-1 5 0,0 5 0,0 7 0,0-1 0,-5 1 0,-1-5 0,-7-1 0,2 0 0,-4 0 0,-2 0 0,0-5 0,0-1 0,-2-7 0,-4 2 0,4-6 0,-4-6 0,5-5 0,1-12 0,5 2 0,1-8 0,7 6 0,-1-4 0,3 3 0,2 3 0,6 1 0,0 3 0,0 6 0,-6-1 0,8 8 0,2-3 0</inkml:trace>
  <inkml:trace contextRef="#ctx0" brushRef="#br0" timeOffset="125">21356 18500 8912,'2'-12'0,"4"1"0,-4-1 0,5 1 0,-7 0 0,0 7 0,0-2 0,0 12 0,0 3 0,0 14 0,0 0 0,0 0 0,0-6 0,0 6 0,0 0 0,-2 0 0,-3 2 0,3-6 0,-4 4 0,-2-4 0,2-2 0,-1-5 0,1-1 0,4-7 0,-5 4 0,7-8 0,0-14 0,0-3 0,5-17 0,3-3 0,1-3 0,5-2 0,-1 2 0,-1 6 0,3-1 0,-3 1 0,3 7 0,2 4 0,0 6 0,0 6 0,1 3 0,-1 8 0,-2 2 0,-3 4 0,3 9 0,-4 8 0,-1 5 0,1-5 0,-7 6 0,2-6 0,-4 0 0,-2-6 0,0 0 0,0 0 0,0 1 0,0-9 0,0-1 0,0-8 0,0-8 0,0-3 0,6-10 0,-1-2 0,1 0 0,2-2 0,-1 6 0,5-4 0,-3 6 0,-3 5 0,-2-1 0,7 7 0,1 0 0,5 6 0,0 2 0,2 4 0,4 6 0,-2-3 0,8 3 0,-6-3 0,6 3 0,-6 1 0,5-7 0,-1-1 0,2-5 0,-2 0 0,-6-1 0,2-5 0,-2-6 0,-2-5 0,-2-6 0,-6 2 0,1-7 0,-8 5 0,1-6 0,5 8 0,-8-4 0,4 8 0,-6 7 0,-6 5 0,4 10 0,-4 7 0,4 11 0,2 5 0,2 5 0,4 1 0,-2 1 0,7-1 0,1-1 0,5-5 0,0 5 0,0-5 0,-1-1 0,-5 2 0,3-8 0,-9 2 0,-1-4 0,-12-2 0,-9 0 0,-2-7 0,-10-5 0,1-3 0,-7-2 0,1 0 0,0 0 0,-1 0 0,1 0 0,-1-2 0,1-3 0,-1-5 0,1-15 0,0-1 0</inkml:trace>
  <inkml:trace contextRef="#ctx0" brushRef="#br0" timeOffset="126">22922 18397 8912,'-2'-23'0,"-4"2"0,-5 5 0,1 7 0,-1 13 0,-1 5 0,3 8 0,-5 12 0,9 0 0,-1 3 0,6 3 0,0-1 0,0-2 0,0-1 0,0-2 0,0-8 0,0 2 0,2-10 0,4-2 0,3-7 0,8 2 0,1-12 0,-1-3 0,0-8 0,-2-3 0,-3-2 0,1 1 0,-7-6 0,-2 0 0,-2 0 0,-2 1 0,0-3 0,-2-2 0,-4 8 0,-4 0 0,-7 6 0,-6 2 0,0 4 0,0 3 0,6 8 0,0 0 0,7 8 0,3 1 0</inkml:trace>
  <inkml:trace contextRef="#ctx0" brushRef="#br0" timeOffset="127">23404 18483 8912,'0'-23'0,"0"0"0,0 0 0,0 6 0,0 9 0,0 8 0,0 10 0,0 12 0,0 7 0,0 4 0,0 1 0,0 0 0,0 1 0,0-1 0,-2 1 0,-4-1 0,4-7 0,-3-4 0,-3 1 0,2-1 0,-2-5 0,3-7 0,1-7 0,-8 2 0,7-5 0,-7-1 0,8-9 0,-1-8 0,3-8 0,4-11 0,3-3 0,7-1 0,3-7 0,2 1 0,1 4 0,-1 2 0,6 3 0,0 3 0,-4 7 0,-4 6 0,4 8 0,0 7 0,0 8 0,-1 9 0,-1 8 0,0 16 0,-2 1 0,-3 4 0,3 4 0,-3 8 0,3-6 0,2-1 0,-5-4 0,-1 4 0,-1-6 0,1 1 0,4-12 0,-5-3 0</inkml:trace>
  <inkml:trace contextRef="#ctx0" brushRef="#br0" timeOffset="128">25107 18070 8912,'-1'-34'0,"-3"1"0,-2 4 0,0 7 0,1 2 0,-1 3 0,0 10 0,6 9 0,0 13 0,-6 12 0,1 15 0,-1 9 0,-2 10 0,6 0 0,-3 2 0,3 1 0,2-3 0,2-2 0,3-8 0,-1-1 0,8-4 0,1-8 0,2-7 0,4-12 0,4-8 0,4-9 0,7-2 0,1-7 0,-1-11 0,-5-6 0,-2-5 0,-2-2 0,-4 3 0,-4-5 0,-6 5 0,-3 1 0,-8-2 0,-8 8 0,-3-2 0,-4 6 0,-3 6 0,1 3 0,0 8 0,0 2 0,0 4 0,1 11 0,5 11 0,-3 1 0,9 5 0,-1-3 0,6 7 0,2-5 0,4-5 0,11-1 0,11 2 0,5-4 0,1-8 0,7-8 0,-1-3 0,6-8 0,-6-9 0,6-1 0,-6-11 0,-8-2 0,-9 3 0,0-7 0,-6 6 0,2-6 0,-13 6 0,2 0 0,-4 4 0,1-2 0,-1-2 0,-2 0 0,-2 6 0,0 8 0,0 1 0,0 8 0,6 13 0,2 7 0,1 4 0,1 5 0,1 5 0,3 1 0,-7-1 0,1 1 0,-1-1 0,-1-2 0,-6-3 0,-2 2 0,-3-8 0,-5 5 0,-7-5 0,-2 0 0,-2-8 0,-4-1 0,-2-3 0,6-7 0,-2 2 0,4-4 0,2-2 0,1-2 0,5-4 0,3-11 0,16-18 0,2-8 0</inkml:trace>
  <inkml:trace contextRef="#ctx0" brushRef="#br0" timeOffset="129">26381 17864 8912,'-12'-6'0,"1"0"0,-1 2 0,-5 12 0,0 9 0,0 8 0,0 9 0,7 14 0,4 4 0,4 11 0,2 0 0,0 2 0,0-2 0,8 2 0,4-8 0,3-1 0,2-11 0,-5-5 0,-3-11 0,-1-6 0,-4-4 0,-3-2 0,-1-9 0,0-8 0,0-10 0,0-12 0,-7-5 0,-3-8 0</inkml:trace>
  <inkml:trace contextRef="#ctx0" brushRef="#br0" timeOffset="130">26209 18156 8912,'-10'-17'0,"3"7"0,16 3 0,8 7 0,10 0 0,13 0 0,4 0 0,8 0 0,0 0 0,-1 0 0,1 0 0,-1 0 0,-9-2 0,-7-4 0,-8 4 0,-33-6 0,-11 8 0,-20-7 0,-7-3 0</inkml:trace>
  <inkml:trace contextRef="#ctx0" brushRef="#br0" timeOffset="131">24574 18465 8912,'-17'-7'0,"9"3"0,8-7 0,17 5 0,22-4 0,16 1 0,18-1 0,17-3 0,-42 2 0,1-1 0,3 1 0,1 1 0,3-3 0,1-1 0,3 1 0,1-1-285,0 1 0,0 0 1,-3 2-1,-1 1 285,-2-1 0,-1-1 0,35-15 0,-8-2 0,-16-3 0,-6-3 0</inkml:trace>
  <inkml:trace contextRef="#ctx0" brushRef="#br0" timeOffset="132">27620 18070 8912,'-27'-34'0,"-3"7"0,7 6 0,0 7 0,-2 9 0,6 3 0,-6 2 0,2 0 0,0 0 0,-2 13 0,2 4 0,4 6 0,-4 0 0,6 6 0,5 3 0,5 3 0,7-1 0,0 6 0,0 0 0,0-3 0,0-7 0,7 1 0,5-8 0,3 0 0,2-6 0,1 6 0,-1 0 0,0-6 0,0-6 0,0-1 0,1 1 0,-3 5 0,-4-5 0,-3-1 0,-8 1 0,0 1 0,0 5 0,-10-2 0,-5-2 0,-8-1 0,-4 1 0,-3 1 0,-10-3 0,5 2 0,1-7 0,1 0 0,10-6 0,0 0 0,6-15 0,0-4 0</inkml:trace>
  <inkml:trace contextRef="#ctx0" brushRef="#br0" timeOffset="133">27912 18311 8912,'-5'-17'0,"-1"-1"0,2 1 0,0 8 0,-1 3 0,3 4 0,-4 2 0,12 0 0,3 6 0,8-1 0,6 7 0,0-6 0,8-1 0,-2-5 0,1 0 0,-1 0 0,3 0 0,-3 0 0,-4-7 0,-2-3 0,-6-1 0,-5-1 0,-5 1 0,-7-6 0,0-1 0,0 1 0,-9 0 0,-9 0 0,1 1 0,-6 5 0,-2 3 0,3 8 0,-7 2 0,6 4 0,-2 11 0,2 12 0,4 3 0,-4 3 0,10 5 0,1 0 0,8 6 0,1-6 0,6 0 0,9 2 0,5-8 0,6 1 0,11-10 0,14-14 0,8-5 0,7-4 0,4-12 0,1-7 0,-1-8-104,-4-9 0,-3-2 104,-9-5 0,-9 3 0,-7-8 0,-3 6 0,-9-6 0,-5 1 0,-7-7 0,-1 0 0,1 1 0,-1-1 0,-5 1 0,-3-1 0,4 0 0,-4 9 0,-2 4 0,0 9 41,0 13 1,-2 11 0,-4 13-1,-5 13 1,-5 12-42,-1 12 0,0 9 0,0 11 0,0-7 0,-1 12 0,1-4 0,0 3 0,7 7-114,5-1 1,3-1 113,2-10 0,9-4 0,9-7 0,1-3 0,9-3 0,1-11 0,5-12 0,-5-6 0,-2-6 0,0-5 0,-1-4 0,-4-2 0,0-4 0,-10-7 0,-4-8 0,-8-16 0</inkml:trace>
  <inkml:trace contextRef="#ctx0" brushRef="#br0" timeOffset="134">28635 18190 8912,'0'-26'0,"0"8"0,10 11 0,7 7 0,23 0 0,18 0 0,31 0 0,-35 0 0,1 0 0,7-1 0,1 0-297,5-1 1,1-2 0,-5 0 0,-1-3 296,-5-3 0,-2-3 0,1-3 0,-3-3 0,-6-3 0,0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22:26:05.02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20960 5003 8912,'-2'-15'0,"-3"2"0,-7 1 0,2 3 0,-1-3 0,5-1 0,-3 5 0,-1 0 0,1 1 0,3-5 0,-6 7 0,9-1 0,-5 8 0,8 3 0,0 11 0,2 11 0,4 13 0,-3 19 0,9 17 0,-6-28 0,-1 4 0,0 7 0,0 4 0,-1 11 0,0 5 0,-4 13 0,0 5 0,-1-25 0,1 1 0,-1 3 0,-1 10 0,0 3 0,0 0 0,-1 2 0,-1 0 0,-1 0-384,1 0 0,-2-1 0,1-1 0,0-7 0,0-1 0,0-2 384,1-5 0,0-1 0,0-2 0,-3 26 0,1-5 0,3-15 0,0-5 0,1-8 0,-2-4 0,-3 34 0,5-23 0,-4-26 0,4-10 0,2-12 0,0-4 0,0-17 0,0-8 0,0-17 0,0-11 0,0-10 0,0-14 0,0-3 0</inkml:trace>
  <inkml:trace contextRef="#ctx0" brushRef="#br0" timeOffset="1">21476 5278 8912,'-17'-23'0,"2"0"0,2 4 0,1 6 0,8-2 0,-3 22 0,7 5 0,0 13 0,0 7 0,0 8 0,0 0 0,-6 2 0,0-3 0,2 1 0,2-2 0,2-2 0,0-1 0,0-9 0,0-3 0,2-4 0,4-1 0,-4-1 0,6 0 0,-8-9 0,0-8 0,5-10 0,1-13 0,2-4 0,-4-7 0,1-2 0,-1-4 0,4 1 0,-3-7 0,3 6 0,-2-5 0,-4 6 0,4-1 0,1 6 0,-1 5 0,0 6 0,1 4 0,-3 10 0,8 3 0,-7 6 0,7 6 0,-6 5 0,5 12 0,-5 6 0,3 9 0,1 2 0,-1-2 0,-3-2 0,6-1 0,-3-7 0,3 1 0,3-8 0,-4 2 0,5-4 0,1-9 0,0-3 0,0-7 0,-5-7 0,-1-5 0,-1-5 0,3-6 0,-3-5 0,-3-5 0,1-1 0,-2-1 0,-4 7 0,3-1 0,-3 8 0,-2-2 0,8 4 0,-6 2 0,8 9 0,-7 8 0,3 10 0,2 7 0,-3 6 0,-3-4 0,4 4 0,4-4 0,1-2 0,-1 0 0,1 0 0,1-1 0,5-3 0,0-1 0,-5-9 0,-1 3 0,0-4 0,7-2 0,-7 0 0,1 0 0,-1-8 0,6-1 0,-5-1 0,-1 5 0,-7 3 0,4 2 0,-8 2 0,0 3 0,0-3 0,0 6 0,0-8 0,-2-6 0,-4 0 0,4-7 0,-7 5 0,3-3 0,4-4 0,-6 11 0,8-8 0,0 9 0,0-5 0,0 8 0,8-8 0,2-1 0</inkml:trace>
  <inkml:trace contextRef="#ctx0" brushRef="#br0" timeOffset="2">22406 5313 8912,'9'0'0,"-3"0"0,-12 2 0,-7 1 0,-8 3 0,-6 8 0,-7-3 0,-1 6 0,1 6 0,7-4 0,4 4 0,4-4 0,2-2 0,5 1 0,1-1 0,7 0 0,-2-2 0,12-3 0,4-5 0,7-7 0,0 0 0,0 0 0,0-7 0,1-5 0,5-9 0,-1-2 0,1-7 0,-5 1 0,5-9 0,0-4 0,-2 0 0,-2 0 0,-2-4 0,0 6 0,-5-2 0,-1 2 0,-7 11 0,2 0 0,-4 8 0,-4 12 0,-2 5 0,-2 8 0,-7 13 0,1 12 0,3 5 0,-3 6 0,8-2 0,-1 8 0,3-8 0,2 4 0,0-1 0,0-1 0,7-2 0,5-9 0,3-5 0,2-6 0,8-3 0,4-4 0,-2-3 0,-1-8 0,1 0 0,0 0 0,-4-10 0,6-7 0,-8 0 0,2-6 0,-10-2 0,-2 2 0,-7-7 0,2 3 0,-4-2 0,-2 1 0,0 7 0,0-2 0,-6 4 0,0 2 0,-7 7 0,3 2 0,-7 12 0,0 8 0,7 1 0,5 16 0,3-6 0,2 5 0,0-1 0,0 2 0,0 1 0,2-5 0,3 0 0,7 0 0,3-4 0,2-10 0,8 3 0,4-9 0,-2 1 0,1-6 0,-5-8 0,6-3 0,-6-12 0,4-6 0,-2-3 0,-4-3 0,-2 1 0,-2 0 0,-2-6 0,-3-1 0,-3-6 0,-3 1 0,-4-4 0,4-1 0,-6 1 0,-6 2 0,-4 4 0,1 2 0,-5 4 0,9 9 0,-9 12 0,7 11 0,-5 12 0,-3 19 0,3 17 0,-1 13 0,2 14 0,-3 8 0,8 9 0,-5-2-162,5-4 1,1-4 161,5-7 0,1-8 0,5-4 0,6 1 0,9-7 0,4-9 0,1-9 0,-5-16 0,8-4 0,-12-7 0,-3 0 0</inkml:trace>
  <inkml:trace contextRef="#ctx0" brushRef="#br0" timeOffset="3">17019 7084 8912,'10'-2'0,"-2"-4"0,-1-6 0,-5 3 0,4-3 0,-4 7 0,-2-7 0,-2 8 0,-2 1 0,-2 6 0,-5 9 0,3 13 0,1 9 0,-1 10 0,-4 15 0,5 10 0,-1 9 0,0 6 0,-3 4 0,3 2 0,-1 4 0,-5 1 0,5-5-229,-3 2 0,7-12 229,-7-6 0,6-11 0,-3-7 0,1-10 0,4-12 0,3-15 0,1-13 0,0-12 0,7-11 0,3-25 0,7-11 0</inkml:trace>
  <inkml:trace contextRef="#ctx0" brushRef="#br0" timeOffset="4">17278 7359 8912,'0'-10'0,"0"1"0,0 3 0,0 4 0,0-6 0,-2 16 0,-4 3 0,2 5 0,-6 3 0,1 4 0,-1 5 0,5 3 0,-7-2 0,8 3 0,-1-3 0,-3-3 0,2 3 0,-1-8 0,1 2 0,4-4 0,-4-2 0,4 1 0,2-9 0,2-11 0,4-15 0,2-2 0,5-12 0,-2-3 0,3-4 0,1-4 0,2 2 0,1 5 0,-1 1 0,0 1 0,0 10 0,-2 0 0,-3 6 0,3 8 0,-5 1 0,5 10 0,-3 4 0,-3 3 0,-3 8 0,-4 1 0,3-1 0,-3 0 0,-2 0 0,2 0 0,4 1 0,-4-1 0,8-2 0,-5-3 0,-1 1 0,8-7 0,1-3 0,0-3 0,-1-5 0,3-5 0,-3-7 0,3 0 0,2 0 0,-5-6 0,-1 0 0,0 0 0,-1-2 0,3 6 0,-7-4 0,2 10 0,-2 1 0,-5 8 0,7-1 0,-8 10 0,0 5 0,0 9 0,0 2 0,0 2 0,2 7 0,4-1 0,-4-4 0,3-2 0,3-4 0,-2-2 0,7-2 0,-1-3 0,-3 1 0,3-7 0,-1 0 0,4-8 0,-1-2 0,-3-2 0,1-13 0,5 2 0,-2-6 0,-3 0 0,3 4 0,-3-4 0,1 4 0,-2 2 0,5 7 0,-14 5 0,3 10 0,-3 11 0,-2 7 0,0 1 0,0-1 0,0-4 0,0 4 0,2-4 0,4-3 0,5-5 0,5-3 0,1-8 0,0 0 0,0 0 0,0-8 0,1-3 0,-7-5 0,1-1 0,-1-2 0,-1-4 0,-3 10 0,-7-4 0,0 3 0,0-3 0,-7 7 0,-5 7 0,-3 6 0,5 1 0,5 8 0,3-1 0,17 6 0,4 1 0</inkml:trace>
  <inkml:trace contextRef="#ctx0" brushRef="#br0" timeOffset="5">18430 7393 8912,'-28'0'0,"1"2"0,2 4 0,4 5 0,4 4 0,5 3 0,-1 1 0,7 4 0,1-4 0,5 4 0,0-4 0,0-2 0,0 0 0,0 0 0,7-7 0,5-4 0,-3-12 0,3-6 0,-1-5 0,6-6 0,-1 2 0,-3-7 0,-1-3 0,1-1 0,0-3 0,-1 1 0,-3-1 0,-3 1 0,-4 0 0,4-1 0,1 3 0,-1 3 0,0-1 0,-6 7 0,0 0 0,0 13 0,0 4 0,0 12 0,-6 11 0,-1 14 0,-1 7 0,0 8 0,-3 4 0,5 1 0,-5 1 0,5-1 0,0-1 0,6-4 0,0-4 0,0-8 0,6-1 0,1-4 0,3-8 0,3-8 0,3-5 0,1-8 0,0-2 0,0-4 0,1-6 0,-1-10 0,0-5 0,0-8 0,-2 1 0,-3 0 0,3-1 0,-5 1 0,-1-1 0,-3 1 0,2-4 0,-3 3 0,1-1 0,-6 13 0,0 6 0,0 6 0,-7 7 0,-1 0 0,-4 15 0,-1 3 0,7 16 0,1 5 0,-3 3 0,6 2 0,-4-6 0,4 1 0,2-1 0,6-1 0,0-5 0,13-3 0,-2-8 0,6-7 0,0-4 0,4-4 0,7-2 0,1-16 0,-1-5 0,-1-7 0,-5-7 0,3 3 0,-8-14 0,0 6 0,-6-6 0,0 6 0,0-6 0,-7 2 0,-4-2 0,-4-2 0,-2 8 0,0-4 0,0 10 0,0-4 0,0 30 0,0 8 0,-2 25 0,-4 27 0,2 9 0,-7 13 0,5 14-39,0-37 0,0 1 1,4 2-1,1 1 0,-2 3 1,0 1-1,2-3 1,0 0 38,1 0 0,0-1 0,0 0 0,0-1 0,0 0 0,0 1 0,0-1 0,0 1 0,0-2 0,0 1 0,0-2 0,0 1 0</inkml:trace>
  <inkml:trace contextRef="#ctx0" brushRef="#br0" timeOffset="6">774 6293 8912,'-7'-16'0,"-3"3"0,-1 3 0,-1 3 0,8 5 0,-1 13 0,3 12 0,2 8 0,0 13 0,0 5 0,0 7 0,0-1 0,2 6 0,2 2 0,3 4 0,3 2 0,-5-10 0,7-7 0,1-10 0,3-6 0,1-9 0,0-4 0,0-12 0,0-5 0,1-6 0,-1-8 0,0-9 0,0-9 0,-1-7 0,-5-1 0,2-1 0,-7-1 0,-2-2 0,-2-2 0,-2 1 0,0 11 0,-2 3 0,-4 8 0,2 0 0,-7 1 0,-2 5 0,3 11 0,-1 11 0,7 14 0,-2 9 0,4 3 0,2 9 0,0-2 0,0 1 0,6-1 0,0-4 0,7-5 0,-2-1 0,5-3 0,1-14 0,6 2 0,0-13 0,-2-2 0,-2-2 0,4-10 0,0-4 0,0-10 0,-6-7 0,0-4 0,0-1 0,-1 0 0,-5-1 0,3 1 0,-9-1 0,3 1 0,-4 2 0,1 3 0,-1 6 0,-2 4 0,-2 2 0,0 7 0,0 4 0,0 12 0,0 6 0,0 11 0,2-2 0,4 7 0,-2 1 0,7 5 0,-1 1 0,1-1 0,3-5 0,-9-1 0,3-7 0,-4 2 0,2-4 0,-3-1 0,-1-1 0,-2 0 0,-2-6 0,-3 1 0,-7 1 0,-3-5 0,-2-2 0,-1-4 0,1-2 0,6-4 0,-1-8 0,8-1 0,-1-16 0,-5-7 0,1-8 0</inkml:trace>
  <inkml:trace contextRef="#ctx0" brushRef="#br0" timeOffset="7">1446 6361 8912,'0'-11'0,"0"0"0,0 7 0,0-4 0,0 23 0,0 8 0,0 10 0,0 7 0,0 6 0,0 3 0,1 9 0,5-1 0,-2 6 0,7-6 0,1-1 0,5-10 0,-2 1 0,-3-7 0,3-3 0,-3-14 0,-3-2 0,3-16 0,-8 1 0,3-21 0,-7-4 0</inkml:trace>
  <inkml:trace contextRef="#ctx0" brushRef="#br0" timeOffset="8">1514 6516 8912,'0'10'0,"8"3"0,3-7 0,7 5 0,7-5 0,9-2 0,10-2 0,0-2 0,2 0 0,-2 0 0,2 0 0,-12-6 0,-15 0 0,-11 2 0,-25 3 0,-20 1 0</inkml:trace>
  <inkml:trace contextRef="#ctx0" brushRef="#br0" timeOffset="9">671 6740 8912,'-9'2'0,"3"3"0,12 3 0,5 3 0,12-3 0,8-10 0,9-4 0,11-5 0,9-6 0,10-6 0,5-6 0,5-3 0,4-10 0,2-2 0,-43 18 0,0 0 0</inkml:trace>
  <inkml:trace contextRef="#ctx0" brushRef="#br0" timeOffset="10">1325 10522 8912,'-9'-34'0,"3"1"0,6 3 0,6 3 0,7 2 0,8 4 0,8 2 0,-12 10 0,-2 1 0</inkml:trace>
  <inkml:trace contextRef="#ctx0" brushRef="#br0" timeOffset="11">1549 10333 8912,'34'-8'0,"6"5"0,1-7 0,1 1 0,5-1 0,1 0 0,15-3 0,2 2 0,2-3 0,2 5 0,0-3 0,0 1 0,0 1 0,9-5 0,8 3 0,4 3 0,-40 4 0,1 0 0,2 1 0,1-1-257,1 0 0,1 0 0,1 0 0,1-1 257,2-3 0,0 1 0,7-1 0,0 0-205,2 1 1,0-1 0,2 1 0,-1-1 204,-1 0 0,0 1 0,2-1 0,0 1 0,-3-1 0,1 0 0,5 1 0,-1-1 0,-3 0 0,-2-1 0,2 0 0,0-1 0,-1 0 0,1-1 0,4 0 0,1 1 0,0 2 0,0 1 0,2-1 0,0-1 0,-5-1 0,0-1 0,0 2 0,1 1 0,-2-3 0,2 1 0,4 2 0,2 1 0,2 1 0,-1 2 0,-4 1 0,-3 1 0,-9 2 0,-2 2 0,3-1 0,0 0 0,2 0 0,0 2 0,3-1 0,0 1 0,1 1 0,1 0 0,0 3 0,0 0 0,-4-3 0,1-1 0,7 4 0,1 0 0,3-3 0,1 0 0,-2 0 0,0 1 0,-1-1 0,-1 0 0,-2-2 0,0 0 0,-4 2 0,1 0 0,0-2 0,1-1 0,2 1 0,-1-2 0,3 1 0,-1 0 0,-1 1 0,-1 0 0,2 1 0,0 0 0,-2 1 0,1 0 0,0 0 0,1 0 0,-5-3 0,1 0 0,5 0 0,1 0 0,-3 0 0,-1 0 0,4 0 0,-1 0 0,-5 0 0,-1 0 0,3 0 0,0 0 0,0 0 0,1 0 0,-2-1 0,1 0 0,4-1 0,-1 0 0,-4-2 0,-1 0 0,-2-1 0,0 1 0,-1 2 0,1 0 0,2-1 0,0 0 0,-2-1 0,-1 1 0,3 0 0,0 0 0,-1-1 0,-1 0 0,2 1 0,0 0 0,2 2 0,1 1 0,5-3 0,0 0 0,-6 2 0,0 0 0,-1 1 0,1 0 0,-3 0 0,-1 0 0,3 0 0,0 0 0,-2 0 0,1 0 0,0 0 0,0 0 0,-5 0 0,-1 0 0,0 0 0,0 0 0,1 0 0,0 0 0,5 0 0,0 0 0,-3 0 0,1 0 0,2 0 0,0 0 0,-8 2 0,0 2 0,-1-2 0,0 1 0,-4 1 0,0 0-21,4-1 0,1 0 0,-4-2 0,0 0 0,-4 2 0,-1 1 0,-5-1 0,-1 0 21,39 3 0,-7 5 0,-1-5 0,4 7 0,-4-1 0,-5 9 0,-6 2 0,-6 2 0,-6-3 0,-3-1 0,5 8 0,-2 2 0,1 1 0,1 8 0,-2 0 0,-3 8 0,3-2 0,-11 4 0,-6 1 0,-5 7 0,-7-1 0,3 8 0,-8-2 0,-2 4 0,-2 2 0,-2-6 0,1 0 0,-9 7 0,-3 11 0,2 3-226,-3 2 0,1 5 226,-6 1 0,0 2 0,0-5 0,0 5 0,0 1 0,2 3 0,1-47 0,0 1 0,-2 2 0,1 1 0,4 0 0,0-1 0,-3-2 0,0-1 0,2-2 0,1-1 0,-1 1 0,0 0 0,0 2 0,1 1 0,1 0 0,0-1 0,-4 1 0,-1-1 0,10 45 0,-6-4 0,-1-5 0,-5 1 0,0 4 0,0 5 0,-2-1 0,-1-47 0,1-1 0,0 44 0,-1-43 0,0-1 0,-1 2 0,0 0 0,1 4 0,1 1 0,-2-3 0,2 1 0,2 1 0,0 1 0,-3-3 0,0 1 0,0-2 0,0 1 0,1 0 0,1 1 0,-1 2 0,2-1 0,0-4 0,2-1 0,0 3 0,1-1 0,-2-1 0,0 0 0,2 1 0,0 1 0,1-2 0,0-1 0,1 43 0,1 0 0,-6-12 0,0 4 0,0 2 0,-8-2 0,-3-4 0,-4-3 239,-3-9 1,1-5-240,0 0 0,-8-1 0,-4 1 0,3 3 0,-3-3 0,2-3 0,-1-3 0,-5 2 0,4-1 0,-3-7 0,-3-5 0,-1-6 0,-4 6 0,4-2 0,-4 2 0,3-4 523,3-8 0,-3 8-523,-3 4 0,4 2 0,-4-2 0,-4-2 0,-2-4 0,-4-2 0,-3 6 0,-5-2 0,-5-4 0,-9 0 0,-3 2 0,-13-3-189,2 3 1,-2 2 188,8-2 0,-4 0 0,3-6 0,36-16 0,-2-1 0,-1 0 0,-1 0 0,-4 2 0,-1 0 0,-1-1 0,1-1 0,0 2 0,1-2 0,4-5 0,0-1 0,-2 3 0,-1 1 0,1-3 0,-1 1 0,-4 0 0,-1 0 0,-2 2 0,-1 1 0,1-1 0,0 0 0,2 0 0,-1-1 0,-1 2 0,0 1-89,1-3 0,1 0 1,-5 2-1,0 1 89,-1 0 0,-1 0 0,1-1 0,0 1 0,3-2 0,0 0 0,-1-1 0,-1 1 0,0 0 0,-2 0 0,-2 1 0,-2-1 0,0-1 0,-1 1 0,-1 0 0,0 0 0,7-3 0,0-1 0,-1 3 0,0 1 0,1-4 0,0 1 0,-4 2 0,0 0 0,-2-2 0,0-1 0,2 1 0,0-1 0,7-2 0,0-1 0,1 1 0,1-1 0,-2 1 0,0 0 0,-4-3 0,0-1 0,-5 1 0,0 0 0,4-4 0,2 1 0,5 2 0,1 0 0,-2 0 0,0-1 0,-3 1 0,-1 0 0,-6-2 0,-1 0 0,-2 2 0,0 1 0,4-3 0,0 0 0,8 3 0,0-1 0,0-2 0,0 0 0,-9 3 0,0 0 0,0-2 0,0 1 0,-2 0 0,-1 2 0,2 0 0,2 1 0,5-2 0,0-1 0,-3 2 0,0 0 0,-2-2 0,0 1 0,-2 2 0,1-1 0,3-1 0,0 0 0,-2 1 0,2-1 0,6 0 0,-1 0 0,-3 1 0,-2-1 0,-5-3 0,-1 0 0,8 3 0,2-1 0,-1-1 0,0-2 0,1 0 0,1 0 0,-1-1 0,0 0 0,-3-1 0,-2 0 0,-5 0 0,1 0 0,5-1 0,2 0 0,1-2 0,-1 0 0,-1-1 0,0-1 0,2-4 0,0 0 0,-4 3 0,-2-1 0,-3-2 0,1 1 0,7 3 0,2 0 0,-1-6 0,0-1 0,2 7 0,1 1 0,-3-4 0,0-1 0,-2-1 0,0 0 0,-4-1 0,0 0 0,7 1 0,2 2 0,2 2 0,1 1 0,0 0 0,-1-2 0,1 0 0,0-3 0,-2-1 0,-1-1 0,0 1 0,0-1 0,4 0 0,1 0-92,3 0 1,1 1-1,-1 1 1,0-1 91,4-3 0,-1-1 0,-6 1 0,-1-1 0,-1-2 0,-1 0 0,1 0 0,1 0 0,5 0 0,1-1 0,3 0 0,0 0 0,1-2 0,1 0 0,-1 1 0,0 1 0,-6-1 0,1-2 0,4 0 0,2 0 0,-4 1 0,0 0 0,-37-22 0,12 2 0,1-4 0,16-7 0,-1-1 0,7-2 0,-1-1-166,0-2 1,1-8 165,-1 2 0,8 2 0,4-2 0,4 5 0,1-5 0,1 0 0,1-6 0,3-1 0,1-5 0,2 5 0,-1-5 0,-5 2 0,4-1 0,3 9 0,-3-4 0,6 4 0,-6-4 0,3-1 0,-3-5 0,-2 3 0,8-9 0,-5 7 0,5-6 0,-2 5 0,4-5 0,-4-2 0,-2-2 0,6-4 0,-2-4 0,4-3-24,10 43 0,1 1 0,0 1 0,1 0 24,1-1 0,0-1 0,-1 1 0,1-1 0,2-8 0,2 0 0,-1-2 0,0-1 0,3-4 0,0-1 0,0 2 0,0 2 0,0 3 0,0 1 0,0 0 0,0 0 0,0 3 0,0 0 0,0-3 0,0 1 0,0-1 0,0 0 0,3 4 0,0 1 0,0 3 0,0 1 0,1 2 0,-1 0 0,3-42 0,-4-3 150,1 45 1,0 1 0,-1-40-1,-2 9 1,2 1-151,3 0 0,-1-1 0,8-1 0,-3 2 71,3 3 1,3-3-72,-4-8 0,5 2 0,1 4 0,-8 3 0,-3 9 0,2-1 0,-2 0 0,-1-11 0,-5 0 0,0-1 0,0 13 0,0-1 146,0 0 0,0 4-146,0 8 0,0-1 343,0 13 1,0-5-344,0-2 0,6 1 0,2 1 0,1 2 22,5 2 1,1 8-23,2-2 0,0 6 231,1 5 1,1 4-232,4 8 0,-4 0 41,4 0 0,-4 1-41,-2 5 0,-2-4 0,-3 3 0,3-1 0,-3 1 0,-3-3 0,3 4 0,-7 1 0,7-1 0,-8 7 0,3-4 0,-7 6 0,0-3 0,0-5 0,6-1 0,0-1 0,1 8 0,-1-1 0,-4 1 0,4-2 0,3 4 0,-5-6 0,8 8 0,-7 2 0,7 4 0,-1 2 0,7 7 0,-1 0 0,0 4 0,0 10 0,0 0 0,-1 3 0,-5 3 0,-3-1 0,-8 0 0</inkml:trace>
  <inkml:trace contextRef="#ctx0" brushRef="#br0" timeOffset="12">14731 8992 8912,'0'-17'0,"0"0"0,0-1 0,-2 3 0,-2 2 0,-2 1 0,0 7 0,6-7 0,0-1 0,6 3 0,0-1 0,-2-3 0,3 5 0,1-1 0,0 1 0,-1-1 0,1 4 0,-2-5 0,-2 7 0,7-2 0,-7-3 0,3 7 0,-5-6 0,4 8 0,-4 0 0,6 0 0,-8 2 0,0 4 0,7-4 0,-3 13 0,8-3 0,-9-5 0,5 1 0</inkml:trace>
  <inkml:trace contextRef="#ctx0" brushRef="#br0" timeOffset="13">14886 8940 8912,'9'18'0,"4"6"0,-7 5 0,8 2 0,-3-3 0,2 11 0,-1-5 0,3 4 0,-3-3 0,3-1 0,2 0 0,0 1 0,1-1 0,-7-1 0,1-5 0,-1 3 0,6-8 0,-1 5 0,-5-5 0,2 0 0,-7-6 0,2-5 0,-3-1 0,-3 1 0,6-3 0,-8 7 0,2-13 0,4 9 0,-4-6 0,3 5 0,-3-5 0,0 3 0,4-1 0,-4 0 0,4-3 0,-5-1 0,-1 8 0,2-7 0,4 7 0,-4-6 0,4 5 0,-2-5 0,1 5 0,-3-5 0,4 5 0,-2-5 0,2 6 0,-5-7 0,5 7 0,-4-8 0,-2 5 0,0-3 0,8-4 0,-6 5 0,5-7 0,-7 0 0,0 0 0,0-7 0,0 5 0,0-6 0,0 8 0,0 0 0,0 8 0,0-4 0,0 7 0,0-5 0,0 5 0,0-5 0,0 6 0,0 1 0,6 2 0,0 2 0,0-5 0,-6-1 0,1 1 0,5-3 0,-4 7 0,8-9 0,-5 5 0,-3-3 0,4-3 0,-4-4 0,-2 13 0,8-13 0,-7 13 0,15-13 0,-7 8 0,9-4 0,-1-4 0,2 3 0,4-3 0,6-2 0,11 0 0,6 0 0,11 0 0,8 0 0,8 0 0,7 0 0,-2 0 0,3 0 0,3 0-197,2 0 1,-4 0 196,-13 0 0,7 0 0,5 0 0,8 2 0,3 4 0,0-4 0,-6 3 0,0 3 0,0-2 0,6 0 0,2-6 0,1 0 0,-45 0 0,0 0 0,-1 0 0,1 0 0,48 0 0,-48 0 0,-1 0 0,43 0 0,0 0 0,-4 0 0,1 0 0,3 0 0,4 0 0,-10 0 0,-4 0 0,-13 0 0,-6 1 0,0 3 0,2 2-75,2-2 1,2 3 74,0-1 0,-6 0 0,0-6 0,4 2 0,4 2 0,-5 1 0,1-1 0,8-2 0,5-2 0,12 0 0,4 0 0,1 0 0,1 0 0,-7 0 0,7 0 0,-4 0-262,-3 0 0,1 0 262,-11 0 0,-3 0 0,2 0 0,-9 0-81,-2 0 0,0 0 81,-6 0 0,11 0 0,7 0 0,3-2 0,2-2 0,0-1 0,0 1 0,-6 0 0,1-2 0,-1 4-71,6-3 0,2 1 71,4-2 0,-3 4 0,-39-1 0,-2 0 0,32 2 0,-5 1 0,-4 0-16,-8 0 1,4-2 15,1-4 0,1 4 0,0-4 0,-6 4 0,-2 2 0,-1 0 252,-5 0 1,-1 0-253,-3 0 0,1 0 84,0 0 0,1 0-84,4 0 0,5 0 0,6 0 0,-1 0 0,-3 0 0,1 0 0,-8 0 0,0 0 179,-5 0 0,-6 0 1,0 0-180,1 0 0,3 0 0,2 6 95,-1 0 0,1 0-95,0-6 0,1 0 0,5 0 0,-5 0 0,4 1 0,-3 3 0,-2 2 0,-1 0 0,1-6 0,-2 0 0,-4 0 0,1 0 0,-7 0 0,8 0 0,-2 0 0,4 0 0,1 0 0,-1 0 0,-4 0 0,4 0 0,-4-2 0,2-2 0,-3-2 0,3-1 0,-8 1 0,10 4 0,2-4 0,-1-1 0,9 1 0,-3 2 0,0 2 0,6-4 0,-5 1 0,-1-3 0,-5 4 0,-3-1 0,-3 1 0,-2 0 0,-4-2 0,-3 4 0,3-3 0,2 1 0,-2-2 0,2 4 0,-2-4 0,-9 2 0,3-1 0,-3 1 0,3-8 0,-1 9 0,-2-5 0,-5 2 0,-1 1 0,0-7 0,-2 6 0,-4-7 0,4 2 0,-4-3 0,-2 3 0,1-5 0,-1 5 0,0-6 0,0-6 0,0 4 0,1-4 0,-7-4 0,1-2 0,3-1 0,4-3 0,-2 1 0,4-4 0,-4-3 0,6 5 0,-4-6 0,-1-2 0,-1 0 0,0 0 0,0 2 0,1 5 0,-3-5 0,-4 0 0,-1 0 0,-4 6 0,-4-1 0,3 1 0,-3-1 0,-2 1 0,-6 0 0,1-1 0,-7 1 0,6-1 0,-7 3 0,2 1 0,-3 5 0,3 1 0,-5-4 0,5 6 0,-4 2 0,-3 2 0,3 2 0,4 0 0,-5 5 0,5 1 0,-4-3 0,-3 1 0,1 2 0,0-3 0,0 9 0,0-3 0,-1 2 0,1 4 0,0-3 0,-6 1 0,0-2 0,-7 4 0,1-4 0,-9 4 0,-4 2 0,-2 0 0,-4 0 0,-2 0 0,-2 0 0,1 0 0,-1 0 0,2 0 0,5 0 0,-5 0 0,4 0 0,4 2 0,2 4 0,3-4 0,3 4 0,-6-4 0,0-2 0,0 0 0,-3 0 0,7-2 0,-4-4 0,-2 4 0,2-4 0,0 4 0,5 2 0,1 0 0,-1 0 0,-3 0 0,4 0 0,-5 0 0,11 0 0,1 0 0,-2 0 0,1 0 0,1 0 0,-4 0 0,8 0 0,-7 0 0,1 0 0,-3 0 0,-3 0 0,-1 0 0,-4 0 0,1 6 0,-6 0 0,-1 0 0,-6-6 0,0 0 0,3 0 0,-1 0 0,-2 0 0,10 5 0,-9 1 0,3 0 0,-4-6 0,-1 0 0,-5 0 0,5 0 0,-5 0 0,-3 0 0,-2 0 0,2 0 0,-2 0 0,2 0 0,-4 0 0,2 2 0,-2 3 0,-6-3 0,-10 4 0,3-2-213,-8 2 1,2-4 212,9 3 0,6-1 0,6 2 0,14-4 0,-3 3 0,10-3 0,-2 0 0,-2 2 0,-4 2 0,3 0 0,-11-6 0,-3 0 0,-2 0 0,-6 0 0,-5 0 0,3 0 0,-4 0 0,-3 0-307,-2 0 0,-14 0 307,42 0 0,1 0 0,-45 0 0,-2 0 0,11 0 0,6 0 0,3 5 99,3 1 1,10 0 0,-4-6-1,2 0-99,1 0 0,-3 2 0,0 3 0,2-3 0,4 4 0,2-4 0,3-2 0,-3 2 0,-8 4 0,2-4 0,4 3 0,4-3 0,7-2 0,1 2 0,-1 4 0,8-4 0,4 3 0,4-3 0,1-2 0,1 0 0,-1 0 0,1 0 0,-2 0 0,-5 0 320,-4 0 1,-5-5-321,-2-1 0,-5 0 0,0 6 0,-3 0 0,3 0 0,1 0 0,-7 0 0,8 0 0,-2 0 0,-3 0 0,3 0 0,-2 0 0,3 0 0,-1 0 0,1 0 0,9 6 0,1 0 0,2-1 0,-2-5 0,4 6 0,7 0 0,-1 0 0,-4-6 0,4 1 0,-5 5 0,3-4 0,-2 4 0,-4-4 0,-10-2 0,-1 0 0,-2 0 0,-6 2 0,5 3 0,-7-3 0,4 4 0,0-4 0,3-2 0,5 6 0,1-1 0,6 1 0,0-6 0,3 0 0,-3 0 0,2 0 0,5 0 0,-1 0 0,2 0 0,-4 0 0,2 0 0,0 0 0,5 0 0,1 0 0,-1 0 0,-5 0 0,0 0 0,-2 2 0,2 4 0,2-4 0,-8 3 0,-2-1 0,-2 2 0,0-4 0,5 4 0,-3-4 0,8-2 0,1 0 0,9 0 0,3 0 0,2 0 0,2 0 0,6 0 0,-2 0 0,-4-2 0,-6-4 0,4 4 0,2-4 0,2-1 0,-1 1 0,0 0 0,-6 6 0,5-2 0,-6-4 0,0 5 0,-5-5 0,-6 2 0,0-2 0,0 4 0,5-3 0,1 3 0,-1 2 0,3-6 0,3 0 0,-1 1 0,7 5 0,0 0 0,5 0 0,1 0 0,0 0 0,0 0 0,0 0 0,-6 0 0,0 0 0,-2 0 0,2 0 0,2 0 0,-8 0 0,-1 0 0,-3 0 0,6 5 0,4 1 0,4 0 0,2-6 0,0 0 0,0 0 0,5 0 0,1 0 0,-3 0 0,7 2 0,1 3 0,-4-3 0,7 6 0,-9-8 0,6 0 0,-5 0 0,-1 0 0,-5 0 0,0 0 0,0 0 0,0 0 0,-1 0 0,1 0 0,0 0 0,0 0 0,0 0 0,-1 0 0,1 0 0,0 0 0,0 0 0,0 8 0,-1-7 0,1 7 0,0-8 0,7 0 0,1 0 0,3 0 0,4 0 0,-7 0 0,5 2 0,-4 2 0,-1 2 0,5-1 0,-12-5 0,5 0 0,1 6 0,-1 0 0,5 0 0,-5-5 0,-3 5 0,1-2 0,1 7 0,-3-7 0,11 10 0,-7-9 0,5 3 0,-5-2 0,7-4 0,-4 7 0,8-3 0,0-4 0,0 13 0,0-11 0,0 7 0,0-5 0,0 6 0,0-1 0,0 6 0,0 0 0,0 1 0,0-1 0,0 2 0,0 4 0,6-4 0,0 4 0,-1-2 0,-5 2 0,0-2 0,2 6 0,2-3 0,2-3 0,0 4 0,-6-2 0,5 6 0,1-6 0,0 2 0,-6-2 0,6-4 0,1 4 0,1-2 0,-1 1 0,1-2 0,-2 3 0,-4-4 0,4-2 0,3 2 0,1 2 0,1 4 0,1 2 0,-1 3 0,6 10 0,0 12 0,-1 15 0,-5 9 0,-5 10 0,-4 4 0,-2-4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49594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B7B8887C-9184-8805-B0D0-5E8A4F7A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>
            <a:extLst>
              <a:ext uri="{FF2B5EF4-FFF2-40B4-BE49-F238E27FC236}">
                <a16:creationId xmlns:a16="http://schemas.microsoft.com/office/drawing/2014/main" id="{BE2C5F2B-33C4-360B-2190-2E9BCC227F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>
            <a:extLst>
              <a:ext uri="{FF2B5EF4-FFF2-40B4-BE49-F238E27FC236}">
                <a16:creationId xmlns:a16="http://schemas.microsoft.com/office/drawing/2014/main" id="{63144384-CF8C-D0EF-F3AB-6A3284ED3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>
            <a:extLst>
              <a:ext uri="{FF2B5EF4-FFF2-40B4-BE49-F238E27FC236}">
                <a16:creationId xmlns:a16="http://schemas.microsoft.com/office/drawing/2014/main" id="{05081CE8-C779-77F5-E929-2E7C60410E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3860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 care, physics experiments, sports,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30251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E07C312-3951-379A-0C30-867E2295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>
            <a:extLst>
              <a:ext uri="{FF2B5EF4-FFF2-40B4-BE49-F238E27FC236}">
                <a16:creationId xmlns:a16="http://schemas.microsoft.com/office/drawing/2014/main" id="{7A3E459F-F118-25D8-419C-C046BAA82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>
            <a:extLst>
              <a:ext uri="{FF2B5EF4-FFF2-40B4-BE49-F238E27FC236}">
                <a16:creationId xmlns:a16="http://schemas.microsoft.com/office/drawing/2014/main" id="{EA37B73E-28BD-91C3-1BDB-45821D8827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1:notes">
            <a:extLst>
              <a:ext uri="{FF2B5EF4-FFF2-40B4-BE49-F238E27FC236}">
                <a16:creationId xmlns:a16="http://schemas.microsoft.com/office/drawing/2014/main" id="{827358E6-9EC7-E2D0-9ADD-9C31C3E2CD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138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4c356c9063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4c356c9063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square of the </a:t>
            </a:r>
            <a:r>
              <a:rPr lang="en-US" sz="1050" i="1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bias</a:t>
            </a:r>
            <a:r>
              <a:rPr lang="en-US" sz="10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of the learning method, which can be thought of as the error caused by the simplifying assumptions built into the method.</a:t>
            </a:r>
            <a:endParaRPr sz="105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050" i="1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variance</a:t>
            </a:r>
            <a:r>
              <a:rPr lang="en-US" sz="10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of the learning method, or, intuitively, how much the learning method will move around its mean;</a:t>
            </a:r>
            <a:endParaRPr sz="105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100"/>
              </a:spcAft>
              <a:buNone/>
            </a:pPr>
            <a:r>
              <a:rPr lang="en-US" sz="10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the irreducible error </a:t>
            </a:r>
            <a:endParaRPr/>
          </a:p>
        </p:txBody>
      </p:sp>
      <p:sp>
        <p:nvSpPr>
          <p:cNvPr id="536" name="Google Shape;536;g24c356c9063_0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27680" y="1183257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2421" y="3429000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828" y="1110597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959" y="4117661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4" name="Rectangle 13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9" name="Rectangle 18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1215180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27" name="Rectangle 26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1746176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4" name="Oval 23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Oval 25"/>
          <p:cNvSpPr/>
          <p:nvPr/>
        </p:nvSpPr>
        <p:spPr bwMode="auto">
          <a:xfrm>
            <a:off x="2218944" y="5788152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5" name="Oval 24"/>
          <p:cNvSpPr/>
          <p:nvPr/>
        </p:nvSpPr>
        <p:spPr>
          <a:xfrm>
            <a:off x="2540000" y="4495800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7392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9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39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90" y="494193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51616" y="3280744"/>
            <a:ext cx="82296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2008" y="1106932"/>
            <a:ext cx="2286000" cy="5080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6208" y="4114800"/>
            <a:ext cx="3657600" cy="51206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368448" y="0"/>
            <a:ext cx="139552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320800" y="0"/>
            <a:ext cx="242496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521760" y="0"/>
            <a:ext cx="30704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4179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138816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2302187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8" name="Rectangle 17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9" name="Oval 18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0" name="Oval 19"/>
          <p:cNvSpPr/>
          <p:nvPr/>
        </p:nvSpPr>
        <p:spPr bwMode="auto">
          <a:xfrm>
            <a:off x="1766272" y="4866752"/>
            <a:ext cx="855232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1" name="Oval 20"/>
          <p:cNvSpPr/>
          <p:nvPr/>
        </p:nvSpPr>
        <p:spPr bwMode="auto">
          <a:xfrm>
            <a:off x="1454773" y="5500632"/>
            <a:ext cx="18288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2" name="Oval 21"/>
          <p:cNvSpPr/>
          <p:nvPr/>
        </p:nvSpPr>
        <p:spPr bwMode="auto">
          <a:xfrm>
            <a:off x="2218944" y="5791200"/>
            <a:ext cx="36576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Oval 22"/>
          <p:cNvSpPr/>
          <p:nvPr/>
        </p:nvSpPr>
        <p:spPr bwMode="auto">
          <a:xfrm>
            <a:off x="2505387" y="4479888"/>
            <a:ext cx="48768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12130592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7488" y="4928702"/>
            <a:ext cx="812800" cy="517524"/>
          </a:xfrm>
        </p:spPr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50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7923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54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4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638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Rectangle 11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4" name="Oval 13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1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3" name="Oval 12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1" name="Rectangle 10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256395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3748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82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6928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15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99568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4640" y="1017843"/>
            <a:ext cx="2011680" cy="512064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3648" y="3676280"/>
            <a:ext cx="3200400" cy="48768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400"/>
          </a:p>
        </p:txBody>
      </p:sp>
      <p:sp>
        <p:nvSpPr>
          <p:cNvPr id="12" name="Oval 11"/>
          <p:cNvSpPr/>
          <p:nvPr/>
        </p:nvSpPr>
        <p:spPr>
          <a:xfrm>
            <a:off x="10875264" y="5715000"/>
            <a:ext cx="73152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400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8688" y="5734050"/>
            <a:ext cx="8128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customXml" Target="../ink/ink23.xml"/><Relationship Id="rId26" Type="http://schemas.openxmlformats.org/officeDocument/2006/relationships/customXml" Target="../ink/ink27.xml"/><Relationship Id="rId39" Type="http://schemas.openxmlformats.org/officeDocument/2006/relationships/image" Target="../media/image39.png"/><Relationship Id="rId21" Type="http://schemas.openxmlformats.org/officeDocument/2006/relationships/image" Target="../media/image30.png"/><Relationship Id="rId34" Type="http://schemas.openxmlformats.org/officeDocument/2006/relationships/customXml" Target="../ink/ink31.xml"/><Relationship Id="rId7" Type="http://schemas.openxmlformats.org/officeDocument/2006/relationships/image" Target="../media/image23.png"/><Relationship Id="rId12" Type="http://schemas.openxmlformats.org/officeDocument/2006/relationships/customXml" Target="../ink/ink20.xml"/><Relationship Id="rId17" Type="http://schemas.openxmlformats.org/officeDocument/2006/relationships/image" Target="../media/image28.png"/><Relationship Id="rId25" Type="http://schemas.openxmlformats.org/officeDocument/2006/relationships/image" Target="../media/image32.png"/><Relationship Id="rId33" Type="http://schemas.openxmlformats.org/officeDocument/2006/relationships/image" Target="../media/image36.png"/><Relationship Id="rId38" Type="http://schemas.openxmlformats.org/officeDocument/2006/relationships/customXml" Target="../ink/ink33.xml"/><Relationship Id="rId2" Type="http://schemas.openxmlformats.org/officeDocument/2006/relationships/customXml" Target="../ink/ink15.xml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25.png"/><Relationship Id="rId24" Type="http://schemas.openxmlformats.org/officeDocument/2006/relationships/customXml" Target="../ink/ink26.xml"/><Relationship Id="rId32" Type="http://schemas.openxmlformats.org/officeDocument/2006/relationships/customXml" Target="../ink/ink30.xml"/><Relationship Id="rId37" Type="http://schemas.openxmlformats.org/officeDocument/2006/relationships/image" Target="../media/image38.png"/><Relationship Id="rId5" Type="http://schemas.openxmlformats.org/officeDocument/2006/relationships/image" Target="../media/image22.png"/><Relationship Id="rId15" Type="http://schemas.openxmlformats.org/officeDocument/2006/relationships/image" Target="../media/image27.png"/><Relationship Id="rId23" Type="http://schemas.openxmlformats.org/officeDocument/2006/relationships/image" Target="../media/image31.png"/><Relationship Id="rId28" Type="http://schemas.openxmlformats.org/officeDocument/2006/relationships/customXml" Target="../ink/ink28.xml"/><Relationship Id="rId36" Type="http://schemas.openxmlformats.org/officeDocument/2006/relationships/customXml" Target="../ink/ink32.xml"/><Relationship Id="rId10" Type="http://schemas.openxmlformats.org/officeDocument/2006/relationships/customXml" Target="../ink/ink19.xml"/><Relationship Id="rId19" Type="http://schemas.openxmlformats.org/officeDocument/2006/relationships/image" Target="../media/image29.png"/><Relationship Id="rId31" Type="http://schemas.openxmlformats.org/officeDocument/2006/relationships/image" Target="../media/image35.png"/><Relationship Id="rId4" Type="http://schemas.openxmlformats.org/officeDocument/2006/relationships/customXml" Target="../ink/ink16.xml"/><Relationship Id="rId9" Type="http://schemas.openxmlformats.org/officeDocument/2006/relationships/image" Target="../media/image24.png"/><Relationship Id="rId14" Type="http://schemas.openxmlformats.org/officeDocument/2006/relationships/customXml" Target="../ink/ink21.xml"/><Relationship Id="rId22" Type="http://schemas.openxmlformats.org/officeDocument/2006/relationships/customXml" Target="../ink/ink25.xml"/><Relationship Id="rId27" Type="http://schemas.openxmlformats.org/officeDocument/2006/relationships/image" Target="../media/image33.png"/><Relationship Id="rId30" Type="http://schemas.openxmlformats.org/officeDocument/2006/relationships/customXml" Target="../ink/ink29.xml"/><Relationship Id="rId35" Type="http://schemas.openxmlformats.org/officeDocument/2006/relationships/image" Target="../media/image37.png"/><Relationship Id="rId8" Type="http://schemas.openxmlformats.org/officeDocument/2006/relationships/customXml" Target="../ink/ink18.xml"/><Relationship Id="rId3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customXml" Target="../ink/ink3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customXml" Target="../ink/ink3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ctrTitle"/>
          </p:nvPr>
        </p:nvSpPr>
        <p:spPr>
          <a:xfrm>
            <a:off x="2783378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BIAS VARIANCE TRADEOFF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C7839-4C3B-7C83-3EE1-F919BE431B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17.6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51F19D-7094-B24D-DD7F-EC06A7E6D06D}"/>
                  </a:ext>
                </a:extLst>
              </p14:cNvPr>
              <p14:cNvContentPartPr/>
              <p14:nvPr/>
            </p14:nvContentPartPr>
            <p14:xfrm>
              <a:off x="4169160" y="4024440"/>
              <a:ext cx="7995960" cy="2809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51F19D-7094-B24D-DD7F-EC06A7E6D0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59800" y="4015080"/>
                <a:ext cx="8014680" cy="2827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C5F76-B14B-7D90-5E2A-154927F07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FD4D-4E3B-219F-8465-45976C9C0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BIAS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C638F-762D-5128-7AF2-4E91A4947D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81788" y="384048"/>
            <a:ext cx="5065057" cy="46080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DBF2DEB-5159-BF0F-E35E-A94366A58FD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Let’s fit a line for many datasets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That is, sample 500 datasets at random</a:t>
                </a:r>
              </a:p>
              <a:p>
                <a:pPr lvl="1"/>
                <a:r>
                  <a:rPr lang="en-US" dirty="0"/>
                  <a:t>Find parameters/solve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So you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0 different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=1,…,500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Get new “test”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Calculate average prediction these 500 runs</a:t>
                </a:r>
              </a:p>
              <a:p>
                <a:pPr lvl="1"/>
                <a:r>
                  <a:rPr lang="en-US" dirty="0"/>
                  <a:t>This quantity by CLT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𝒟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bias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in prediction is defined as,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𝒟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𝒟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m:rPr>
                                <m:nor/>
                              </m:rPr>
                              <a:rPr lang="en-US" dirty="0"/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sz="3200" dirty="0">
                    <a:solidFill>
                      <a:srgbClr val="FF0000"/>
                    </a:solidFill>
                  </a:rPr>
                  <a:t>Right figure high bias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6DBF2DEB-5159-BF0F-E35E-A94366A58F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  <a:blipFill>
                <a:blip r:embed="rId4"/>
                <a:stretch>
                  <a:fillRect l="-765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6B5A624-A1C3-2C40-715D-760CA8092D34}"/>
                  </a:ext>
                </a:extLst>
              </p14:cNvPr>
              <p14:cNvContentPartPr/>
              <p14:nvPr/>
            </p14:nvContentPartPr>
            <p14:xfrm>
              <a:off x="12240" y="55800"/>
              <a:ext cx="11173680" cy="6802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6B5A624-A1C3-2C40-715D-760CA8092D3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80" y="46440"/>
                <a:ext cx="11192400" cy="68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691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FE15A-3348-D5C6-2103-9D41EFF7B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VARIANCE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847DBB-52E6-6C79-D289-7BE32D262F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559441" y="584073"/>
            <a:ext cx="5022959" cy="45697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3863FC4-4C26-2440-C3F8-1DFEBE68CE4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Similarly variance is defined as, </a:t>
                </a: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𝒟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𝒟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;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i="1">
                                                    <a:latin typeface="Cambria Math" panose="02040503050406030204" pitchFamily="18" charset="0"/>
                                                  </a:rPr>
                                                  <m:t>𝜃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𝒟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If we have a pretty good estimate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</a:t>
                </a:r>
                <a:br>
                  <a:rPr lang="en-US" dirty="0"/>
                </a:br>
                <a:r>
                  <a:rPr lang="en-US" dirty="0"/>
                  <a:t>then bias might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en-US" dirty="0"/>
                  <a:t>, but still variance need </a:t>
                </a:r>
                <a:br>
                  <a:rPr lang="en-US" dirty="0"/>
                </a:br>
                <a:r>
                  <a:rPr lang="en-US" dirty="0"/>
                  <a:t>not be </a:t>
                </a:r>
              </a:p>
              <a:p>
                <a:endParaRPr lang="en-US" dirty="0"/>
              </a:p>
              <a:p>
                <a:pPr marL="274320" marR="0" lvl="0" indent="-27432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>
                    <a:srgbClr val="FE8637"/>
                  </a:buClr>
                  <a:buSzPct val="70000"/>
                  <a:buFont typeface="Wingdings"/>
                  <a:buChar char=""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Gill Sans MT" panose="020B0502020104020203"/>
                    <a:ea typeface="+mn-ea"/>
                    <a:cs typeface="+mn-cs"/>
                  </a:rPr>
                  <a:t>Right figure high variance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3863FC4-4C26-2440-C3F8-1DFEBE68CE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  <a:blipFill>
                <a:blip r:embed="rId3"/>
                <a:stretch>
                  <a:fillRect l="-765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600813E-5E3D-71D1-FED0-958273BDA3D2}"/>
                  </a:ext>
                </a:extLst>
              </p14:cNvPr>
              <p14:cNvContentPartPr/>
              <p14:nvPr/>
            </p14:nvContentPartPr>
            <p14:xfrm>
              <a:off x="2688840" y="860400"/>
              <a:ext cx="6818040" cy="54964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600813E-5E3D-71D1-FED0-958273BDA3D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9480" y="851040"/>
                <a:ext cx="6836760" cy="551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23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4BC1B-4D00-6191-F92E-34CDDD47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AA86C-361A-12E9-4293-BDCAFC96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FIT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3C158-FE6A-21DE-20F4-C9480608B1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50583" y="384048"/>
            <a:ext cx="5831817" cy="530563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699B63-59F5-B943-E780-F1385B208E7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Wingdings"/>
              <a:buChar char="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Q: Right figure low bias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Wingdings"/>
              <a:buChar char=""/>
              <a:tabLst/>
              <a:defRPr/>
            </a:pPr>
            <a:endParaRPr lang="en-US" sz="3200" dirty="0">
              <a:solidFill>
                <a:srgbClr val="FF0000"/>
              </a:solidFill>
              <a:latin typeface="Gill Sans MT" panose="020B0502020104020203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Wingdings"/>
              <a:buChar char="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Q: Right figure low variance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D799261-6684-FC2A-6F5A-48820E167AFC}"/>
                  </a:ext>
                </a:extLst>
              </p14:cNvPr>
              <p14:cNvContentPartPr/>
              <p14:nvPr/>
            </p14:nvContentPartPr>
            <p14:xfrm>
              <a:off x="3698640" y="2444760"/>
              <a:ext cx="2100240" cy="1757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D799261-6684-FC2A-6F5A-48820E167A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9280" y="2435400"/>
                <a:ext cx="2118960" cy="177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0888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93ECC-D3D7-A408-B204-4F3613FBA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3740-CFB4-9680-1A5A-0EC2C77D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WE SAY IF WE REPEAT THE EXPERIMENT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7678CCB-56D7-A7DB-DF5B-7B8CF0288A5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Bias-Variance Tradeoff is a statement regarding the expected test loss i.e., the loss we would expect had we repeat this experiment many times</a:t>
                </a:r>
              </a:p>
              <a:p>
                <a:r>
                  <a:rPr lang="en-US" dirty="0"/>
                  <a:t>Recall our true model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. In this setup, Expected “Test” Loss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defined as,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𝒯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𝒟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Then we can prove that, 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𝒯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So on our test sample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we will are expected to incur a loss from three parts: 1.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ℬ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- how good each prediction is on an average,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𝒱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- how much do our prediction vary on an average, 3.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- irreducible noise or noise in the data generation process in some sense</a:t>
                </a: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7678CCB-56D7-A7DB-DF5B-7B8CF0288A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  <a:blipFill>
                <a:blip r:embed="rId2"/>
                <a:stretch>
                  <a:fillRect l="-383" t="-1302" r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4510CD1-8698-8ABC-B384-044A90A22981}"/>
                  </a:ext>
                </a:extLst>
              </p14:cNvPr>
              <p14:cNvContentPartPr/>
              <p14:nvPr/>
            </p14:nvContentPartPr>
            <p14:xfrm>
              <a:off x="118440" y="2995560"/>
              <a:ext cx="12073680" cy="164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4510CD1-8698-8ABC-B384-044A90A229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080" y="2986200"/>
                <a:ext cx="12092400" cy="165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1415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ABF7-4BD6-0247-A614-4B84AC485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– VARIANCE TRADEOFF ILLUSTRATION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9B6E5-1931-BBE1-C66B-1E2BB3F2EB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70893" y="1588707"/>
            <a:ext cx="4926297" cy="4885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8BF272-EC60-7FD1-6730-4A4E638362C3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For each degree/order:</a:t>
                </a:r>
              </a:p>
              <a:p>
                <a:pPr lvl="1"/>
                <a:r>
                  <a:rPr lang="en-US" dirty="0"/>
                  <a:t>Collect many datasets </a:t>
                </a:r>
                <a:br>
                  <a:rPr lang="en-US" dirty="0"/>
                </a:br>
                <a:r>
                  <a:rPr lang="en-US" dirty="0"/>
                  <a:t>for the same prediction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Find parameters for each dataset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Choose new/test set of points of</a:t>
                </a:r>
                <a:br>
                  <a:rPr lang="en-US" dirty="0"/>
                </a:br>
                <a:r>
                  <a:rPr lang="en-US" dirty="0"/>
                  <a:t>independent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For each test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calculate bias, variance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Calculate average bias, average variance</a:t>
                </a:r>
                <a:br>
                  <a:rPr lang="en-US" dirty="0"/>
                </a:br>
                <a:r>
                  <a:rPr lang="en-US" dirty="0"/>
                  <a:t>over all test points</a:t>
                </a:r>
              </a:p>
              <a:p>
                <a:pPr lvl="2"/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C8BF272-EC60-7FD1-6730-4A4E638362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600200"/>
                <a:ext cx="9956800" cy="4873752"/>
              </a:xfrm>
              <a:blipFill>
                <a:blip r:embed="rId3"/>
                <a:stretch>
                  <a:fillRect l="-383" t="-1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277FCA6-5B84-7B59-44F8-4E42109A1219}"/>
                  </a:ext>
                </a:extLst>
              </p14:cNvPr>
              <p14:cNvContentPartPr/>
              <p14:nvPr/>
            </p14:nvContentPartPr>
            <p14:xfrm>
              <a:off x="6350040" y="1832040"/>
              <a:ext cx="5811480" cy="49705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277FCA6-5B84-7B59-44F8-4E42109A12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40680" y="1822680"/>
                <a:ext cx="5830200" cy="498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401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FAA9E-C1A6-C47A-CAA4-3CBA5931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9" y="123631"/>
            <a:ext cx="9956800" cy="1143000"/>
          </a:xfrm>
        </p:spPr>
        <p:txBody>
          <a:bodyPr/>
          <a:lstStyle/>
          <a:p>
            <a:r>
              <a:rPr lang="en-US" dirty="0"/>
              <a:t>BIAS VARIANCE IN ONE FIGURE FOR FIXED DATASET SIZE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DB67766-82AD-98DC-E18B-74C48DF783C6}"/>
              </a:ext>
            </a:extLst>
          </p:cNvPr>
          <p:cNvCxnSpPr>
            <a:cxnSpLocks/>
          </p:cNvCxnSpPr>
          <p:nvPr/>
        </p:nvCxnSpPr>
        <p:spPr>
          <a:xfrm>
            <a:off x="4030824" y="1623527"/>
            <a:ext cx="0" cy="3335693"/>
          </a:xfrm>
          <a:prstGeom prst="line">
            <a:avLst/>
          </a:prstGeom>
          <a:ln w="76200" cap="rnd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FFF47F-EA66-75A2-42A3-94B1D77EA1C4}"/>
              </a:ext>
            </a:extLst>
          </p:cNvPr>
          <p:cNvCxnSpPr>
            <a:cxnSpLocks/>
          </p:cNvCxnSpPr>
          <p:nvPr/>
        </p:nvCxnSpPr>
        <p:spPr>
          <a:xfrm flipH="1">
            <a:off x="4030824" y="4957664"/>
            <a:ext cx="3993503" cy="0"/>
          </a:xfrm>
          <a:prstGeom prst="line">
            <a:avLst/>
          </a:prstGeom>
          <a:ln w="762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30">
            <a:extLst>
              <a:ext uri="{FF2B5EF4-FFF2-40B4-BE49-F238E27FC236}">
                <a16:creationId xmlns:a16="http://schemas.microsoft.com/office/drawing/2014/main" id="{2D9BE8E4-0523-54CE-48F1-F3C36F987198}"/>
              </a:ext>
            </a:extLst>
          </p:cNvPr>
          <p:cNvSpPr/>
          <p:nvPr/>
        </p:nvSpPr>
        <p:spPr>
          <a:xfrm>
            <a:off x="4292082" y="2034073"/>
            <a:ext cx="2649894" cy="2649894"/>
          </a:xfrm>
          <a:custGeom>
            <a:avLst/>
            <a:gdLst>
              <a:gd name="connsiteX0" fmla="*/ 0 w 2649894"/>
              <a:gd name="connsiteY0" fmla="*/ 0 h 2649894"/>
              <a:gd name="connsiteX1" fmla="*/ 522514 w 2649894"/>
              <a:gd name="connsiteY1" fmla="*/ 2202025 h 2649894"/>
              <a:gd name="connsiteX2" fmla="*/ 2649894 w 2649894"/>
              <a:gd name="connsiteY2" fmla="*/ 2649894 h 264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49894" h="2649894">
                <a:moveTo>
                  <a:pt x="0" y="0"/>
                </a:moveTo>
                <a:cubicBezTo>
                  <a:pt x="40432" y="880188"/>
                  <a:pt x="80865" y="1760376"/>
                  <a:pt x="522514" y="2202025"/>
                </a:cubicBezTo>
                <a:cubicBezTo>
                  <a:pt x="964163" y="2643674"/>
                  <a:pt x="2086947" y="2606351"/>
                  <a:pt x="2649894" y="2649894"/>
                </a:cubicBezTo>
              </a:path>
            </a:pathLst>
          </a:cu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b" anchorCtr="0"/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Bias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5B19D311-C9FF-D6E9-A7D5-380CC28E9875}"/>
              </a:ext>
            </a:extLst>
          </p:cNvPr>
          <p:cNvSpPr/>
          <p:nvPr/>
        </p:nvSpPr>
        <p:spPr>
          <a:xfrm>
            <a:off x="4351174" y="2057400"/>
            <a:ext cx="3209731" cy="2687216"/>
          </a:xfrm>
          <a:custGeom>
            <a:avLst/>
            <a:gdLst>
              <a:gd name="connsiteX0" fmla="*/ 0 w 2911151"/>
              <a:gd name="connsiteY0" fmla="*/ 2836506 h 2836506"/>
              <a:gd name="connsiteX1" fmla="*/ 914400 w 2911151"/>
              <a:gd name="connsiteY1" fmla="*/ 466531 h 2836506"/>
              <a:gd name="connsiteX2" fmla="*/ 2911151 w 2911151"/>
              <a:gd name="connsiteY2" fmla="*/ 0 h 2836506"/>
              <a:gd name="connsiteX0" fmla="*/ 0 w 2911151"/>
              <a:gd name="connsiteY0" fmla="*/ 2836506 h 2836506"/>
              <a:gd name="connsiteX1" fmla="*/ 2687217 w 2911151"/>
              <a:gd name="connsiteY1" fmla="*/ 1810139 h 2836506"/>
              <a:gd name="connsiteX2" fmla="*/ 2911151 w 2911151"/>
              <a:gd name="connsiteY2" fmla="*/ 0 h 2836506"/>
              <a:gd name="connsiteX0" fmla="*/ 0 w 2967135"/>
              <a:gd name="connsiteY0" fmla="*/ 2836506 h 2836506"/>
              <a:gd name="connsiteX1" fmla="*/ 2687217 w 2967135"/>
              <a:gd name="connsiteY1" fmla="*/ 1810139 h 2836506"/>
              <a:gd name="connsiteX2" fmla="*/ 2967135 w 2967135"/>
              <a:gd name="connsiteY2" fmla="*/ 0 h 2836506"/>
              <a:gd name="connsiteX0" fmla="*/ 0 w 3006506"/>
              <a:gd name="connsiteY0" fmla="*/ 2836506 h 2836506"/>
              <a:gd name="connsiteX1" fmla="*/ 2687217 w 3006506"/>
              <a:gd name="connsiteY1" fmla="*/ 1810139 h 2836506"/>
              <a:gd name="connsiteX2" fmla="*/ 2967135 w 3006506"/>
              <a:gd name="connsiteY2" fmla="*/ 0 h 2836506"/>
              <a:gd name="connsiteX0" fmla="*/ 0 w 3529021"/>
              <a:gd name="connsiteY0" fmla="*/ 2631232 h 2631232"/>
              <a:gd name="connsiteX1" fmla="*/ 3209732 w 3529021"/>
              <a:gd name="connsiteY1" fmla="*/ 1810139 h 2631232"/>
              <a:gd name="connsiteX2" fmla="*/ 3489650 w 3529021"/>
              <a:gd name="connsiteY2" fmla="*/ 0 h 2631232"/>
              <a:gd name="connsiteX0" fmla="*/ 0 w 3529021"/>
              <a:gd name="connsiteY0" fmla="*/ 2631232 h 2631232"/>
              <a:gd name="connsiteX1" fmla="*/ 3209732 w 3529021"/>
              <a:gd name="connsiteY1" fmla="*/ 1810139 h 2631232"/>
              <a:gd name="connsiteX2" fmla="*/ 3489650 w 3529021"/>
              <a:gd name="connsiteY2" fmla="*/ 0 h 2631232"/>
              <a:gd name="connsiteX0" fmla="*/ 0 w 3489650"/>
              <a:gd name="connsiteY0" fmla="*/ 2631232 h 2631232"/>
              <a:gd name="connsiteX1" fmla="*/ 2239349 w 3489650"/>
              <a:gd name="connsiteY1" fmla="*/ 1940768 h 2631232"/>
              <a:gd name="connsiteX2" fmla="*/ 3489650 w 3489650"/>
              <a:gd name="connsiteY2" fmla="*/ 0 h 2631232"/>
              <a:gd name="connsiteX0" fmla="*/ 0 w 3209731"/>
              <a:gd name="connsiteY0" fmla="*/ 2687216 h 2687216"/>
              <a:gd name="connsiteX1" fmla="*/ 2239349 w 3209731"/>
              <a:gd name="connsiteY1" fmla="*/ 1996752 h 2687216"/>
              <a:gd name="connsiteX2" fmla="*/ 3209731 w 3209731"/>
              <a:gd name="connsiteY2" fmla="*/ 0 h 2687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09731" h="2687216">
                <a:moveTo>
                  <a:pt x="0" y="2687216"/>
                </a:moveTo>
                <a:cubicBezTo>
                  <a:pt x="1147665" y="2354424"/>
                  <a:pt x="1754157" y="2469503"/>
                  <a:pt x="2239349" y="1996752"/>
                </a:cubicBezTo>
                <a:cubicBezTo>
                  <a:pt x="2724541" y="1524001"/>
                  <a:pt x="3200401" y="488302"/>
                  <a:pt x="3209731" y="0"/>
                </a:cubicBezTo>
              </a:path>
            </a:pathLst>
          </a:custGeom>
          <a:noFill/>
          <a:ln w="508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square" rIns="0" rtlCol="0" anchor="b" anchorCtr="0"/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Variance</a:t>
            </a: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83F71370-DD32-331E-4675-37ACDA98B79E}"/>
              </a:ext>
            </a:extLst>
          </p:cNvPr>
          <p:cNvSpPr/>
          <p:nvPr/>
        </p:nvSpPr>
        <p:spPr>
          <a:xfrm>
            <a:off x="4348065" y="1343608"/>
            <a:ext cx="3228392" cy="2123680"/>
          </a:xfrm>
          <a:custGeom>
            <a:avLst/>
            <a:gdLst>
              <a:gd name="connsiteX0" fmla="*/ 0 w 3228392"/>
              <a:gd name="connsiteY0" fmla="*/ 410547 h 2123680"/>
              <a:gd name="connsiteX1" fmla="*/ 298580 w 3228392"/>
              <a:gd name="connsiteY1" fmla="*/ 1212980 h 2123680"/>
              <a:gd name="connsiteX2" fmla="*/ 914400 w 3228392"/>
              <a:gd name="connsiteY2" fmla="*/ 1996751 h 2123680"/>
              <a:gd name="connsiteX3" fmla="*/ 1436915 w 3228392"/>
              <a:gd name="connsiteY3" fmla="*/ 2090057 h 2123680"/>
              <a:gd name="connsiteX4" fmla="*/ 1996751 w 3228392"/>
              <a:gd name="connsiteY4" fmla="*/ 1660849 h 2123680"/>
              <a:gd name="connsiteX5" fmla="*/ 2985796 w 3228392"/>
              <a:gd name="connsiteY5" fmla="*/ 391886 h 2123680"/>
              <a:gd name="connsiteX6" fmla="*/ 3228392 w 3228392"/>
              <a:gd name="connsiteY6" fmla="*/ 0 h 21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28392" h="2123680">
                <a:moveTo>
                  <a:pt x="0" y="410547"/>
                </a:moveTo>
                <a:cubicBezTo>
                  <a:pt x="73090" y="679580"/>
                  <a:pt x="146180" y="948613"/>
                  <a:pt x="298580" y="1212980"/>
                </a:cubicBezTo>
                <a:cubicBezTo>
                  <a:pt x="450980" y="1477347"/>
                  <a:pt x="724678" y="1850572"/>
                  <a:pt x="914400" y="1996751"/>
                </a:cubicBezTo>
                <a:cubicBezTo>
                  <a:pt x="1104122" y="2142930"/>
                  <a:pt x="1256523" y="2146041"/>
                  <a:pt x="1436915" y="2090057"/>
                </a:cubicBezTo>
                <a:cubicBezTo>
                  <a:pt x="1617307" y="2034073"/>
                  <a:pt x="1738604" y="1943877"/>
                  <a:pt x="1996751" y="1660849"/>
                </a:cubicBezTo>
                <a:cubicBezTo>
                  <a:pt x="2254898" y="1377821"/>
                  <a:pt x="2780523" y="668694"/>
                  <a:pt x="2985796" y="391886"/>
                </a:cubicBezTo>
                <a:cubicBezTo>
                  <a:pt x="3191069" y="115078"/>
                  <a:pt x="3135086" y="77755"/>
                  <a:pt x="3228392" y="0"/>
                </a:cubicBezTo>
              </a:path>
            </a:pathLst>
          </a:custGeom>
          <a:noFill/>
          <a:ln w="63500">
            <a:solidFill>
              <a:srgbClr val="4E8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3200" dirty="0">
                <a:solidFill>
                  <a:srgbClr val="4E8F00"/>
                </a:solidFill>
              </a:rPr>
              <a:t>Average Test Error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C811E3-B832-C3A2-02E7-C87E3AAEE473}"/>
              </a:ext>
            </a:extLst>
          </p:cNvPr>
          <p:cNvSpPr txBox="1"/>
          <p:nvPr/>
        </p:nvSpPr>
        <p:spPr>
          <a:xfrm>
            <a:off x="4123646" y="5191226"/>
            <a:ext cx="3664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n-lt"/>
              </a:rPr>
              <a:t>Model Complexity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47C119-A909-56AE-E727-189CA20AC2B6}"/>
                  </a:ext>
                </a:extLst>
              </p14:cNvPr>
              <p14:cNvContentPartPr/>
              <p14:nvPr/>
            </p14:nvContentPartPr>
            <p14:xfrm>
              <a:off x="2571120" y="1126440"/>
              <a:ext cx="9268200" cy="5663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47C119-A909-56AE-E727-189CA20AC2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1760" y="1117080"/>
                <a:ext cx="9286920" cy="568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091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B47D7D3-3B5F-50D4-40C6-FA565DF79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2F26FCE4-16B4-E01D-3F17-554B452B380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83378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HOW TO DO THIS IN PRACTICE?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624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52C80-58C0-80E9-B087-83854D4AA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BV TRADEOFF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A4696-2008-71A1-CC6C-D631D563820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Question: Why to use/study bias-variance tradeoff?</a:t>
            </a:r>
          </a:p>
          <a:p>
            <a:r>
              <a:rPr lang="en-US" sz="3600" dirty="0"/>
              <a:t>Answer: To pick the right degree d, or more generally model “complexity”</a:t>
            </a:r>
          </a:p>
          <a:p>
            <a:r>
              <a:rPr lang="en-US" sz="3600" dirty="0"/>
              <a:t>How? Calculate the bias and variance of each degree and choose d with the lower sum of bias and variance, or more generally ”test” error</a:t>
            </a:r>
          </a:p>
          <a:p>
            <a:r>
              <a:rPr lang="en-US" sz="3600" dirty="0"/>
              <a:t>What is the issue with this approach?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7A65141-AB83-1BE8-B86E-CAB08F2F7AEF}"/>
                  </a:ext>
                </a:extLst>
              </p14:cNvPr>
              <p14:cNvContentPartPr/>
              <p14:nvPr/>
            </p14:nvContentPartPr>
            <p14:xfrm>
              <a:off x="2062800" y="5718960"/>
              <a:ext cx="6008040" cy="624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7A65141-AB83-1BE8-B86E-CAB08F2F7A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53440" y="5709600"/>
                <a:ext cx="6026760" cy="64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3922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7199D-5EB5-0A8D-EFD2-48B5AFB4F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30D9F-1886-7120-A880-A76398F71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PRACTICAL ISSUES IN BV TRADEOFF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6812E-9F3A-CC48-DEC5-A29ED0DB02B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Issue: To calculate the bias and variance of our linear regression “algorithm” that estimates the parameters, </a:t>
            </a:r>
            <a:r>
              <a:rPr lang="en-US" i="1" u="sng" dirty="0"/>
              <a:t>we need access to a collection of datasets</a:t>
            </a:r>
            <a:r>
              <a:rPr lang="en-US" dirty="0"/>
              <a:t>. </a:t>
            </a:r>
          </a:p>
          <a:p>
            <a:r>
              <a:rPr lang="en-US" dirty="0"/>
              <a:t>At the very least, have to get the “test” points separately. Both are impractical for many applications (if not impossible). For ex: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 </a:t>
            </a:r>
          </a:p>
          <a:p>
            <a:pPr lvl="1"/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Statistics/Machine Learning literature offers a viable solution to decide model complexity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DCD534-837B-332B-C058-55A7AFADF892}"/>
                  </a:ext>
                </a:extLst>
              </p14:cNvPr>
              <p14:cNvContentPartPr/>
              <p14:nvPr/>
            </p14:nvContentPartPr>
            <p14:xfrm>
              <a:off x="1059480" y="2457360"/>
              <a:ext cx="7007040" cy="3510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DCD534-837B-332B-C058-55A7AFADF8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50120" y="2448000"/>
                <a:ext cx="7025760" cy="352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7202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8D5C-0669-B403-C2A5-1EE43F11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A PART OF THE DATASET AS “TEST” SET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B8369C4-9C91-7097-E46A-E48616BEE571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61" y="2071396"/>
            <a:ext cx="8248811" cy="3613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082836-3C84-7BDC-FD37-B84C1AD7BA10}"/>
                  </a:ext>
                </a:extLst>
              </p14:cNvPr>
              <p14:cNvContentPartPr/>
              <p14:nvPr/>
            </p14:nvContentPartPr>
            <p14:xfrm>
              <a:off x="606960" y="664920"/>
              <a:ext cx="10792440" cy="5778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082836-3C84-7BDC-FD37-B84C1AD7BA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97600" y="655560"/>
                <a:ext cx="10811160" cy="5796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741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55247-A142-A67A-4BA5-D5562606C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DE501-065D-B79E-EA07-E2393DE94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9" y="123631"/>
            <a:ext cx="9956800" cy="1143000"/>
          </a:xfrm>
        </p:spPr>
        <p:txBody>
          <a:bodyPr/>
          <a:lstStyle/>
          <a:p>
            <a:r>
              <a:rPr lang="en-US" dirty="0"/>
              <a:t>WITH THIS CHANGE THE BV FIGURE BECOMES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A34D2B-B1C3-B098-F657-139460068793}"/>
              </a:ext>
            </a:extLst>
          </p:cNvPr>
          <p:cNvCxnSpPr>
            <a:cxnSpLocks/>
          </p:cNvCxnSpPr>
          <p:nvPr/>
        </p:nvCxnSpPr>
        <p:spPr>
          <a:xfrm>
            <a:off x="4030824" y="1623527"/>
            <a:ext cx="0" cy="3335693"/>
          </a:xfrm>
          <a:prstGeom prst="line">
            <a:avLst/>
          </a:prstGeom>
          <a:ln w="76200" cap="rnd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46B72EC-24D7-4A67-5A60-FA13D95C59C8}"/>
              </a:ext>
            </a:extLst>
          </p:cNvPr>
          <p:cNvCxnSpPr>
            <a:cxnSpLocks/>
          </p:cNvCxnSpPr>
          <p:nvPr/>
        </p:nvCxnSpPr>
        <p:spPr>
          <a:xfrm flipH="1">
            <a:off x="4030824" y="4957664"/>
            <a:ext cx="3993503" cy="0"/>
          </a:xfrm>
          <a:prstGeom prst="line">
            <a:avLst/>
          </a:prstGeom>
          <a:ln w="762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30">
            <a:extLst>
              <a:ext uri="{FF2B5EF4-FFF2-40B4-BE49-F238E27FC236}">
                <a16:creationId xmlns:a16="http://schemas.microsoft.com/office/drawing/2014/main" id="{A8A43694-BB36-AACD-A79A-AEEA1C35D517}"/>
              </a:ext>
            </a:extLst>
          </p:cNvPr>
          <p:cNvSpPr/>
          <p:nvPr/>
        </p:nvSpPr>
        <p:spPr>
          <a:xfrm>
            <a:off x="4292082" y="2034073"/>
            <a:ext cx="2649894" cy="2649894"/>
          </a:xfrm>
          <a:custGeom>
            <a:avLst/>
            <a:gdLst>
              <a:gd name="connsiteX0" fmla="*/ 0 w 2649894"/>
              <a:gd name="connsiteY0" fmla="*/ 0 h 2649894"/>
              <a:gd name="connsiteX1" fmla="*/ 522514 w 2649894"/>
              <a:gd name="connsiteY1" fmla="*/ 2202025 h 2649894"/>
              <a:gd name="connsiteX2" fmla="*/ 2649894 w 2649894"/>
              <a:gd name="connsiteY2" fmla="*/ 2649894 h 2649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49894" h="2649894">
                <a:moveTo>
                  <a:pt x="0" y="0"/>
                </a:moveTo>
                <a:cubicBezTo>
                  <a:pt x="40432" y="880188"/>
                  <a:pt x="80865" y="1760376"/>
                  <a:pt x="522514" y="2202025"/>
                </a:cubicBezTo>
                <a:cubicBezTo>
                  <a:pt x="964163" y="2643674"/>
                  <a:pt x="2086947" y="2606351"/>
                  <a:pt x="2649894" y="2649894"/>
                </a:cubicBezTo>
              </a:path>
            </a:pathLst>
          </a:custGeom>
          <a:noFill/>
          <a:ln w="508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 anchorCtr="1"/>
          <a:lstStyle/>
          <a:p>
            <a:pPr algn="ctr"/>
            <a:r>
              <a:rPr lang="en-US" sz="3600" dirty="0">
                <a:solidFill>
                  <a:srgbClr val="0070C0"/>
                </a:solidFill>
              </a:rPr>
              <a:t>Average Train error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6EAD150F-CEFE-D0A6-7436-DCBEEE6385DF}"/>
              </a:ext>
            </a:extLst>
          </p:cNvPr>
          <p:cNvSpPr/>
          <p:nvPr/>
        </p:nvSpPr>
        <p:spPr>
          <a:xfrm>
            <a:off x="4348065" y="1343608"/>
            <a:ext cx="3228392" cy="2123680"/>
          </a:xfrm>
          <a:custGeom>
            <a:avLst/>
            <a:gdLst>
              <a:gd name="connsiteX0" fmla="*/ 0 w 3228392"/>
              <a:gd name="connsiteY0" fmla="*/ 410547 h 2123680"/>
              <a:gd name="connsiteX1" fmla="*/ 298580 w 3228392"/>
              <a:gd name="connsiteY1" fmla="*/ 1212980 h 2123680"/>
              <a:gd name="connsiteX2" fmla="*/ 914400 w 3228392"/>
              <a:gd name="connsiteY2" fmla="*/ 1996751 h 2123680"/>
              <a:gd name="connsiteX3" fmla="*/ 1436915 w 3228392"/>
              <a:gd name="connsiteY3" fmla="*/ 2090057 h 2123680"/>
              <a:gd name="connsiteX4" fmla="*/ 1996751 w 3228392"/>
              <a:gd name="connsiteY4" fmla="*/ 1660849 h 2123680"/>
              <a:gd name="connsiteX5" fmla="*/ 2985796 w 3228392"/>
              <a:gd name="connsiteY5" fmla="*/ 391886 h 2123680"/>
              <a:gd name="connsiteX6" fmla="*/ 3228392 w 3228392"/>
              <a:gd name="connsiteY6" fmla="*/ 0 h 212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28392" h="2123680">
                <a:moveTo>
                  <a:pt x="0" y="410547"/>
                </a:moveTo>
                <a:cubicBezTo>
                  <a:pt x="73090" y="679580"/>
                  <a:pt x="146180" y="948613"/>
                  <a:pt x="298580" y="1212980"/>
                </a:cubicBezTo>
                <a:cubicBezTo>
                  <a:pt x="450980" y="1477347"/>
                  <a:pt x="724678" y="1850572"/>
                  <a:pt x="914400" y="1996751"/>
                </a:cubicBezTo>
                <a:cubicBezTo>
                  <a:pt x="1104122" y="2142930"/>
                  <a:pt x="1256523" y="2146041"/>
                  <a:pt x="1436915" y="2090057"/>
                </a:cubicBezTo>
                <a:cubicBezTo>
                  <a:pt x="1617307" y="2034073"/>
                  <a:pt x="1738604" y="1943877"/>
                  <a:pt x="1996751" y="1660849"/>
                </a:cubicBezTo>
                <a:cubicBezTo>
                  <a:pt x="2254898" y="1377821"/>
                  <a:pt x="2780523" y="668694"/>
                  <a:pt x="2985796" y="391886"/>
                </a:cubicBezTo>
                <a:cubicBezTo>
                  <a:pt x="3191069" y="115078"/>
                  <a:pt x="3135086" y="77755"/>
                  <a:pt x="3228392" y="0"/>
                </a:cubicBezTo>
              </a:path>
            </a:pathLst>
          </a:custGeom>
          <a:noFill/>
          <a:ln w="63500">
            <a:solidFill>
              <a:srgbClr val="4E8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sz="3200" dirty="0">
                <a:solidFill>
                  <a:srgbClr val="4E8F00"/>
                </a:solidFill>
              </a:rPr>
              <a:t>Average Test Error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648169-AB10-D97B-79FB-BAC06BBD462A}"/>
              </a:ext>
            </a:extLst>
          </p:cNvPr>
          <p:cNvSpPr txBox="1"/>
          <p:nvPr/>
        </p:nvSpPr>
        <p:spPr>
          <a:xfrm>
            <a:off x="4123646" y="5191226"/>
            <a:ext cx="36647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+mn-lt"/>
              </a:rPr>
              <a:t>Model Complexity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585A2FC-45D6-916E-3C74-637EE2087763}"/>
                  </a:ext>
                </a:extLst>
              </p14:cNvPr>
              <p14:cNvContentPartPr/>
              <p14:nvPr/>
            </p14:nvContentPartPr>
            <p14:xfrm>
              <a:off x="2800080" y="1083240"/>
              <a:ext cx="8345160" cy="532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585A2FC-45D6-916E-3C74-637EE208776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0720" y="1073880"/>
                <a:ext cx="8363880" cy="534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050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737DF40C-74BE-6715-A4FC-2CB72A6FB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>
            <a:extLst>
              <a:ext uri="{FF2B5EF4-FFF2-40B4-BE49-F238E27FC236}">
                <a16:creationId xmlns:a16="http://schemas.microsoft.com/office/drawing/2014/main" id="{68358A04-5806-C763-9933-9CF928A01A6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783378" y="836478"/>
            <a:ext cx="9966960" cy="3035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</a:pPr>
            <a:r>
              <a:rPr lang="en-US" sz="6000" dirty="0"/>
              <a:t>LET’S APPLY THIS IDEA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4871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8183-D25E-B10F-EA04-6246F756B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 OF LINEAR REGRESSION: RIDGE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C6D38-51E2-A0C4-D674-9C9B074DCA5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Recall: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assumes that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invertible</a:t>
                </a:r>
              </a:p>
              <a:p>
                <a:endParaRPr lang="en-US" dirty="0"/>
              </a:p>
              <a:p>
                <a:r>
                  <a:rPr lang="en-US" dirty="0"/>
                  <a:t>Question:  When does the matrix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fail to be invertible?</a:t>
                </a:r>
              </a:p>
              <a:p>
                <a:endParaRPr lang="en-US" dirty="0"/>
              </a:p>
              <a:p>
                <a:r>
                  <a:rPr lang="en-US" dirty="0"/>
                  <a:t>Ans: when determinant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equal to zero.</a:t>
                </a:r>
              </a:p>
              <a:p>
                <a:endParaRPr lang="en-US" dirty="0"/>
              </a:p>
              <a:p>
                <a:r>
                  <a:rPr lang="en-US" dirty="0"/>
                  <a:t>Question: What is this determinant for simple linear regression?</a:t>
                </a:r>
              </a:p>
              <a:p>
                <a:endParaRPr lang="en-US" dirty="0"/>
              </a:p>
              <a:p>
                <a:r>
                  <a:rPr lang="en-US" dirty="0"/>
                  <a:t>Ans: For simple linear regression,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.</a:t>
                </a:r>
              </a:p>
              <a:p>
                <a:endParaRPr lang="en-US" dirty="0"/>
              </a:p>
              <a:p>
                <a:r>
                  <a:rPr lang="en-US" dirty="0"/>
                  <a:t>Question: When does this happen?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3C6D38-51E2-A0C4-D674-9C9B074DCA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4120BC-FFCB-124D-9C0C-6108089EE866}"/>
                  </a:ext>
                </a:extLst>
              </p14:cNvPr>
              <p14:cNvContentPartPr/>
              <p14:nvPr/>
            </p14:nvContentPartPr>
            <p14:xfrm>
              <a:off x="3977280" y="1782720"/>
              <a:ext cx="8177760" cy="4964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4120BC-FFCB-124D-9C0C-6108089EE8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67920" y="1773360"/>
                <a:ext cx="8196480" cy="498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9401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38279-B07A-278B-B427-3CA3A9B3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25A8-A564-F888-387C-4D5EE4FD9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 OF LINEAR REGRESSION: RIDGE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A9DA47-22A4-B0B2-1306-3794CD8CCB27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The solution is to use 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is the identity matrix,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is a “regularization” parameter or ”hyperparameter”</a:t>
                </a:r>
              </a:p>
              <a:p>
                <a:endParaRPr lang="en-US" dirty="0"/>
              </a:p>
              <a:p>
                <a:r>
                  <a:rPr lang="en-US" b="0" dirty="0"/>
                  <a:t>Advantage: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</m:oMath>
                </a14:m>
                <a:r>
                  <a:rPr lang="en-US" dirty="0"/>
                  <a:t> always exists, so do not have to worry about invertibility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dirty="0"/>
                  <a:t>Disadvantage: Have to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somehow (we will see this later) </a:t>
                </a:r>
              </a:p>
              <a:p>
                <a:r>
                  <a:rPr lang="en-US" dirty="0"/>
                  <a:t>Q: Why is this a “solution”?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A9DA47-22A4-B0B2-1306-3794CD8CCB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3EE898-C060-6368-2442-07BF0480F292}"/>
                  </a:ext>
                </a:extLst>
              </p14:cNvPr>
              <p14:cNvContentPartPr/>
              <p14:nvPr/>
            </p14:nvContentPartPr>
            <p14:xfrm>
              <a:off x="2286000" y="1350000"/>
              <a:ext cx="7313400" cy="4721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3EE898-C060-6368-2442-07BF0480F2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76640" y="1340640"/>
                <a:ext cx="7332120" cy="47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696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CAB54-0AD0-B4BA-A65E-983E7E210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21C7-4A19-CDEF-F686-F8B4EAFCE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FRIENDS OF LINEAR REGRESSION: RIDGE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B9E9F7-6BB4-B852-0F1B-C8830AE657C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99411"/>
                <a:ext cx="10972800" cy="5174541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</m:t>
                    </m:r>
                  </m:oMath>
                </a14:m>
                <a:r>
                  <a:rPr lang="en-US" dirty="0"/>
                  <a:t>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given by, 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Check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nary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Rewrite: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means, 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dirty="0"/>
                  <a:t> minimizes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, yay!!</a:t>
                </a:r>
              </a:p>
              <a:p>
                <a:endParaRPr lang="en-US" dirty="0"/>
              </a:p>
              <a:p>
                <a:r>
                  <a:rPr lang="en-US" dirty="0"/>
                  <a:t>Q: What will be the optimal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 if you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=0?</m:t>
                    </m:r>
                  </m:oMath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dirty="0"/>
                  <a:t>Q: What will be the optimal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you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+∞?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B9E9F7-6BB4-B852-0F1B-C8830AE657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99411"/>
                <a:ext cx="10972800" cy="5174541"/>
              </a:xfrm>
              <a:blipFill>
                <a:blip r:embed="rId2"/>
                <a:stretch>
                  <a:fillRect l="-116" t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F5956D-8399-FEAA-CB68-B90B6FAED0BB}"/>
                  </a:ext>
                </a:extLst>
              </p14:cNvPr>
              <p14:cNvContentPartPr/>
              <p14:nvPr/>
            </p14:nvContentPartPr>
            <p14:xfrm>
              <a:off x="1016640" y="1334160"/>
              <a:ext cx="10711080" cy="5493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F5956D-8399-FEAA-CB68-B90B6FAED0B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7280" y="1324800"/>
                <a:ext cx="10729800" cy="551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837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E786-50B7-697E-4389-23DAF6B95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5DD2A-B56A-65F9-D80C-6BCED51F5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74B20FB-FFB0-C686-21D9-AA914A0DAAD3}"/>
                  </a:ext>
                </a:extLst>
              </p14:cNvPr>
              <p14:cNvContentPartPr/>
              <p14:nvPr/>
            </p14:nvContentPartPr>
            <p14:xfrm>
              <a:off x="3486700" y="1786894"/>
              <a:ext cx="2369520" cy="1306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74B20FB-FFB0-C686-21D9-AA914A0DAA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1220" y="1771414"/>
                <a:ext cx="2400120" cy="13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4C43266-AB19-5659-A5F5-8C2C5DC766FD}"/>
                  </a:ext>
                </a:extLst>
              </p14:cNvPr>
              <p14:cNvContentPartPr/>
              <p14:nvPr/>
            </p14:nvContentPartPr>
            <p14:xfrm>
              <a:off x="2609380" y="2608414"/>
              <a:ext cx="641880" cy="708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4C43266-AB19-5659-A5F5-8C2C5DC766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94252" y="2593302"/>
                <a:ext cx="672497" cy="7387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809C297-219A-B958-5144-49A3A6949417}"/>
                  </a:ext>
                </a:extLst>
              </p14:cNvPr>
              <p14:cNvContentPartPr/>
              <p14:nvPr/>
            </p14:nvContentPartPr>
            <p14:xfrm>
              <a:off x="5871700" y="2402494"/>
              <a:ext cx="217440" cy="500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809C297-219A-B958-5144-49A3A694941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56580" y="2387014"/>
                <a:ext cx="24804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4783CA0-10CB-A411-AE39-9DF6A674D774}"/>
                  </a:ext>
                </a:extLst>
              </p14:cNvPr>
              <p14:cNvContentPartPr/>
              <p14:nvPr/>
            </p14:nvContentPartPr>
            <p14:xfrm>
              <a:off x="5877820" y="2526694"/>
              <a:ext cx="162360" cy="1123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4783CA0-10CB-A411-AE39-9DF6A674D77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62700" y="2511574"/>
                <a:ext cx="192600" cy="14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B157619-0E94-2DDA-FE52-038C13F9FA48}"/>
                  </a:ext>
                </a:extLst>
              </p14:cNvPr>
              <p14:cNvContentPartPr/>
              <p14:nvPr/>
            </p14:nvContentPartPr>
            <p14:xfrm>
              <a:off x="6363460" y="2246614"/>
              <a:ext cx="317880" cy="3427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B157619-0E94-2DDA-FE52-038C13F9FA4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48340" y="2231494"/>
                <a:ext cx="348480" cy="37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515A829-12FC-CBCE-F2F8-B2D0A9AC3E06}"/>
                  </a:ext>
                </a:extLst>
              </p14:cNvPr>
              <p14:cNvContentPartPr/>
              <p14:nvPr/>
            </p14:nvContentPartPr>
            <p14:xfrm>
              <a:off x="6923620" y="1873294"/>
              <a:ext cx="1793160" cy="7221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515A829-12FC-CBCE-F2F8-B2D0A9AC3E0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08503" y="1857822"/>
                <a:ext cx="1823394" cy="7527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F3D7F76E-47FA-BF54-1618-2CD44729EEE5}"/>
                  </a:ext>
                </a:extLst>
              </p14:cNvPr>
              <p14:cNvContentPartPr/>
              <p14:nvPr/>
            </p14:nvContentPartPr>
            <p14:xfrm>
              <a:off x="8928460" y="1985254"/>
              <a:ext cx="716400" cy="398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F3D7F76E-47FA-BF54-1618-2CD44729EEE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13340" y="1970134"/>
                <a:ext cx="74664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93DD76F-128B-8A44-4A14-CC1DAFB060E4}"/>
                  </a:ext>
                </a:extLst>
              </p14:cNvPr>
              <p14:cNvContentPartPr/>
              <p14:nvPr/>
            </p14:nvContentPartPr>
            <p14:xfrm>
              <a:off x="9781300" y="1717414"/>
              <a:ext cx="112680" cy="6292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93DD76F-128B-8A44-4A14-CC1DAFB060E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66180" y="1702294"/>
                <a:ext cx="142920" cy="6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F398973-BEB3-22B9-D999-BA4FA4A3DB13}"/>
                  </a:ext>
                </a:extLst>
              </p14:cNvPr>
              <p14:cNvContentPartPr/>
              <p14:nvPr/>
            </p14:nvContentPartPr>
            <p14:xfrm>
              <a:off x="8772940" y="1986694"/>
              <a:ext cx="273960" cy="651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F398973-BEB3-22B9-D999-BA4FA4A3DB1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57480" y="1971214"/>
                <a:ext cx="304520" cy="68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50BB3F13-9457-8E69-47FC-AFED709C1B4D}"/>
                  </a:ext>
                </a:extLst>
              </p14:cNvPr>
              <p14:cNvContentPartPr/>
              <p14:nvPr/>
            </p14:nvContentPartPr>
            <p14:xfrm>
              <a:off x="1040860" y="3828094"/>
              <a:ext cx="302760" cy="4248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50BB3F13-9457-8E69-47FC-AFED709C1B4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25380" y="3812627"/>
                <a:ext cx="333000" cy="4550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29139257-BBCE-BF3E-3869-CF605B8B3AB3}"/>
                  </a:ext>
                </a:extLst>
              </p14:cNvPr>
              <p14:cNvContentPartPr/>
              <p14:nvPr/>
            </p14:nvContentPartPr>
            <p14:xfrm>
              <a:off x="1626580" y="3495454"/>
              <a:ext cx="690120" cy="5695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29139257-BBCE-BF3E-3869-CF605B8B3AB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11460" y="3479974"/>
                <a:ext cx="720360" cy="60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2919107E-602A-8EAE-8554-9300FAF8E5F8}"/>
                  </a:ext>
                </a:extLst>
              </p14:cNvPr>
              <p14:cNvContentPartPr/>
              <p14:nvPr/>
            </p14:nvContentPartPr>
            <p14:xfrm>
              <a:off x="1489060" y="4270534"/>
              <a:ext cx="286560" cy="447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2919107E-602A-8EAE-8554-9300FAF8E5F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73580" y="4255414"/>
                <a:ext cx="31716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4A059FCA-8034-BFC9-F399-48B93600539C}"/>
                  </a:ext>
                </a:extLst>
              </p14:cNvPr>
              <p14:cNvContentPartPr/>
              <p14:nvPr/>
            </p14:nvContentPartPr>
            <p14:xfrm>
              <a:off x="2572300" y="3834214"/>
              <a:ext cx="280440" cy="2869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4A059FCA-8034-BFC9-F399-48B93600539C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56820" y="3819075"/>
                <a:ext cx="311040" cy="3175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37D699A1-6F54-4E57-9993-900E5C078334}"/>
                  </a:ext>
                </a:extLst>
              </p14:cNvPr>
              <p14:cNvContentPartPr/>
              <p14:nvPr/>
            </p14:nvContentPartPr>
            <p14:xfrm>
              <a:off x="2939500" y="3541534"/>
              <a:ext cx="847080" cy="95292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37D699A1-6F54-4E57-9993-900E5C07833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24380" y="3526414"/>
                <a:ext cx="877680" cy="9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E45E0D6D-5B2C-1653-7339-652603A38168}"/>
                  </a:ext>
                </a:extLst>
              </p14:cNvPr>
              <p14:cNvContentPartPr/>
              <p14:nvPr/>
            </p14:nvContentPartPr>
            <p14:xfrm>
              <a:off x="4483540" y="3261454"/>
              <a:ext cx="56520" cy="500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E45E0D6D-5B2C-1653-7339-652603A3816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68060" y="3246334"/>
                <a:ext cx="867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CBE2A05-1659-5121-6BFA-637B8E47D760}"/>
                  </a:ext>
                </a:extLst>
              </p14:cNvPr>
              <p14:cNvContentPartPr/>
              <p14:nvPr/>
            </p14:nvContentPartPr>
            <p14:xfrm>
              <a:off x="3773620" y="3451174"/>
              <a:ext cx="871920" cy="3700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CBE2A05-1659-5121-6BFA-637B8E47D76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758500" y="3435709"/>
                <a:ext cx="902520" cy="400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5FBCAEB-57CB-C86A-9C26-373A3F357AA0}"/>
                  </a:ext>
                </a:extLst>
              </p14:cNvPr>
              <p14:cNvContentPartPr/>
              <p14:nvPr/>
            </p14:nvContentPartPr>
            <p14:xfrm>
              <a:off x="3867220" y="4425694"/>
              <a:ext cx="498240" cy="4665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5FBCAEB-57CB-C86A-9C26-373A3F357AA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51740" y="4410574"/>
                <a:ext cx="52884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B3B8E7F-34F2-4EE7-73B7-C8CE5DDA4A40}"/>
                  </a:ext>
                </a:extLst>
              </p14:cNvPr>
              <p14:cNvContentPartPr/>
              <p14:nvPr/>
            </p14:nvContentPartPr>
            <p14:xfrm>
              <a:off x="3294460" y="4849054"/>
              <a:ext cx="286560" cy="2617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B3B8E7F-34F2-4EE7-73B7-C8CE5DDA4A4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78980" y="4833574"/>
                <a:ext cx="31716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ABBEEB3B-2FF1-1328-22C0-450034294F41}"/>
                  </a:ext>
                </a:extLst>
              </p14:cNvPr>
              <p14:cNvContentPartPr/>
              <p14:nvPr/>
            </p14:nvContentPartPr>
            <p14:xfrm>
              <a:off x="4290940" y="4451974"/>
              <a:ext cx="211320" cy="4971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ABBEEB3B-2FF1-1328-22C0-450034294F4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75820" y="4436854"/>
                <a:ext cx="241920" cy="52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3412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DBF29-9813-010C-4C95-56BC7ED43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4BDE-20B8-86D6-4B37-C392AACC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LAMBDA?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043E3-E678-74E1-557B-D8DFEC31FC0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99411"/>
                <a:ext cx="10972800" cy="2395511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dirty="0"/>
                  <a:t> given by, </a:t>
                </a:r>
                <a:br>
                  <a:rPr lang="en-US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||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lit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How do we pick optimal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? 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1043E3-E678-74E1-557B-D8DFEC31FC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99411"/>
                <a:ext cx="10972800" cy="2395511"/>
              </a:xfrm>
              <a:blipFill>
                <a:blip r:embed="rId2"/>
                <a:stretch>
                  <a:fillRect l="-231" t="-25397" b="-306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2" name="Picture 4">
            <a:extLst>
              <a:ext uri="{FF2B5EF4-FFF2-40B4-BE49-F238E27FC236}">
                <a16:creationId xmlns:a16="http://schemas.microsoft.com/office/drawing/2014/main" id="{D9BB6F1E-500C-826E-8426-8191ADA6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005" y="3391419"/>
            <a:ext cx="8727989" cy="346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80AAA9-B622-27DD-8421-154C3BEAA75B}"/>
                  </a:ext>
                </a:extLst>
              </p14:cNvPr>
              <p14:cNvContentPartPr/>
              <p14:nvPr/>
            </p14:nvContentPartPr>
            <p14:xfrm>
              <a:off x="3463200" y="266040"/>
              <a:ext cx="8035200" cy="6456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80AAA9-B622-27DD-8421-154C3BEAA7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53840" y="256680"/>
                <a:ext cx="8053920" cy="647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3068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24AD1-0D02-DFEA-AA00-8ABBF934E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743F54-7BC8-C645-1A70-76A662EB9AB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Choosing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-FOLD CROSS-VALIDATION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2743F54-7BC8-C645-1A70-76A662EB9A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531" b="-164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4316BC-9B86-7624-4AFD-224E42D0D91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99411"/>
                <a:ext cx="10972800" cy="517454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Split data in to Train and Test first. Do not look at test data</a:t>
                </a:r>
              </a:p>
              <a:p>
                <a:endParaRPr lang="en-US" dirty="0"/>
              </a:p>
              <a:p>
                <a:r>
                  <a:rPr lang="en-US" dirty="0"/>
                  <a:t>Choose an 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(say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=5)</m:t>
                    </m:r>
                  </m:oMath>
                </a14:m>
                <a:r>
                  <a:rPr lang="en-US" dirty="0"/>
                  <a:t> and set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lit/>
                      </m:rPr>
                      <a:rPr lang="en-US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lit/>
                      </m:rPr>
                      <a:rPr lang="en-US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values</a:t>
                </a:r>
              </a:p>
              <a:p>
                <a:endParaRPr lang="en-US" dirty="0"/>
              </a:p>
              <a:p>
                <a:r>
                  <a:rPr lang="en-US" dirty="0"/>
                  <a:t>Divide training data in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parts. So each part contains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dirty="0"/>
                  <a:t> records or data points</a:t>
                </a:r>
              </a:p>
              <a:p>
                <a:endParaRPr lang="en-US" dirty="0"/>
              </a:p>
              <a:p>
                <a:r>
                  <a:rPr lang="en-US" dirty="0"/>
                  <a:t>For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part of training data as validation data and set this part aside</a:t>
                </a:r>
              </a:p>
              <a:p>
                <a:pPr lvl="1"/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use the other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parts of training data to find optimal parameters</a:t>
                </a:r>
              </a:p>
              <a:p>
                <a:endParaRPr lang="en-US" dirty="0"/>
              </a:p>
              <a:p>
                <a:r>
                  <a:rPr lang="en-US" dirty="0"/>
                  <a:t>Pick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value that achieves the lowest validation loss across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parts</a:t>
                </a:r>
              </a:p>
              <a:p>
                <a:pPr lvl="1"/>
                <a:endParaRPr lang="en-US" dirty="0"/>
              </a:p>
              <a:p>
                <a:pPr marL="36576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4316BC-9B86-7624-4AFD-224E42D0D9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99411"/>
                <a:ext cx="10972800" cy="5174541"/>
              </a:xfrm>
              <a:blipFill>
                <a:blip r:embed="rId3"/>
                <a:stretch>
                  <a:fillRect l="-347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2B4488-DCB6-F5C3-1F3E-B1C64ECBB86E}"/>
                  </a:ext>
                </a:extLst>
              </p14:cNvPr>
              <p14:cNvContentPartPr/>
              <p14:nvPr/>
            </p14:nvContentPartPr>
            <p14:xfrm>
              <a:off x="861120" y="1770120"/>
              <a:ext cx="11287800" cy="5087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2B4488-DCB6-F5C3-1F3E-B1C64ECBB8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1760" y="1760760"/>
                <a:ext cx="11306520" cy="510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2970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4c356c9063_0_37"/>
          <p:cNvSpPr txBox="1">
            <a:spLocks noGrp="1"/>
          </p:cNvSpPr>
          <p:nvPr>
            <p:ph type="title"/>
          </p:nvPr>
        </p:nvSpPr>
        <p:spPr>
          <a:xfrm>
            <a:off x="582525" y="256025"/>
            <a:ext cx="10545900" cy="16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sz="4900" b="1"/>
              <a:t>STATISTICS vs. MACHINE LEARNING</a:t>
            </a:r>
            <a:endParaRPr sz="4900" b="1"/>
          </a:p>
        </p:txBody>
      </p:sp>
      <p:pic>
        <p:nvPicPr>
          <p:cNvPr id="539" name="Google Shape;539;g24c356c9063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597" y="3617825"/>
            <a:ext cx="4801229" cy="3026225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g24c356c9063_0_37"/>
          <p:cNvSpPr txBox="1"/>
          <p:nvPr/>
        </p:nvSpPr>
        <p:spPr>
          <a:xfrm>
            <a:off x="667500" y="1889750"/>
            <a:ext cx="109851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Rockwell"/>
                <a:ea typeface="Rockwell"/>
                <a:cs typeface="Rockwell"/>
                <a:sym typeface="Rockwell"/>
              </a:rPr>
              <a:t>Machine learning:</a:t>
            </a: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 Find appropriate model complexity to minimize prediction loss.</a:t>
            </a:r>
            <a:endParaRPr sz="2400"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latin typeface="Rockwell"/>
                <a:ea typeface="Rockwell"/>
                <a:cs typeface="Rockwell"/>
                <a:sym typeface="Rockwell"/>
              </a:rPr>
              <a:t>Statistics:</a:t>
            </a: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 </a:t>
            </a:r>
            <a:r>
              <a:rPr lang="en-US" sz="2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Find appropriate model complexity to infer statistically meaningful conclusions about relationships/parameters.</a:t>
            </a:r>
            <a:endParaRPr sz="2400"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541" name="Google Shape;541;g24c356c9063_0_37"/>
          <p:cNvSpPr txBox="1"/>
          <p:nvPr/>
        </p:nvSpPr>
        <p:spPr>
          <a:xfrm>
            <a:off x="5997050" y="3947150"/>
            <a:ext cx="61950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…but the boundaries are fuzzy</a:t>
            </a:r>
            <a:endParaRPr sz="2400"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ckwell"/>
              <a:ea typeface="Rockwell"/>
              <a:cs typeface="Rockwell"/>
              <a:sym typeface="Rockwel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Rockwell"/>
                <a:ea typeface="Rockwell"/>
                <a:cs typeface="Rockwell"/>
                <a:sym typeface="Rockwell"/>
              </a:rPr>
              <a:t>…and machine learning “borrowed” and scaled many ideas from statistics</a:t>
            </a:r>
            <a:endParaRPr sz="2400">
              <a:latin typeface="Rockwell"/>
              <a:ea typeface="Rockwell"/>
              <a:cs typeface="Rockwell"/>
              <a:sym typeface="Rockwel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B3776CE-7C95-6DB9-C647-900BE9CDE3BD}"/>
                  </a:ext>
                </a:extLst>
              </p14:cNvPr>
              <p14:cNvContentPartPr/>
              <p14:nvPr/>
            </p14:nvContentPartPr>
            <p14:xfrm>
              <a:off x="236160" y="1715040"/>
              <a:ext cx="9447120" cy="5007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B3776CE-7C95-6DB9-C647-900BE9CDE3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6800" y="1705680"/>
                <a:ext cx="9465840" cy="502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Font typeface="Rockwell"/>
              <a:buNone/>
            </a:pPr>
            <a:r>
              <a:rPr lang="en-US" dirty="0"/>
              <a:t>ACKNOWLEDGMENTS</a:t>
            </a:r>
            <a:endParaRPr dirty="0"/>
          </a:p>
        </p:txBody>
      </p:sp>
      <p:sp>
        <p:nvSpPr>
          <p:cNvPr id="471" name="Google Shape;471;p29"/>
          <p:cNvSpPr txBox="1"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82880" lvl="0" indent="-18288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 dirty="0"/>
              <a:t>These slides use materials by the Brian </a:t>
            </a:r>
            <a:r>
              <a:rPr lang="en-US" dirty="0" err="1"/>
              <a:t>Ziebart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19745</TotalTime>
  <Words>1108</Words>
  <Application>Microsoft Macintosh PowerPoint</Application>
  <PresentationFormat>宽屏</PresentationFormat>
  <Paragraphs>132</Paragraphs>
  <Slides>21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Calibri</vt:lpstr>
      <vt:lpstr>Cambria Math</vt:lpstr>
      <vt:lpstr>Gill Sans MT</vt:lpstr>
      <vt:lpstr>Rockwell</vt:lpstr>
      <vt:lpstr>Wingdings</vt:lpstr>
      <vt:lpstr>Wingdings 2</vt:lpstr>
      <vt:lpstr>Oriel</vt:lpstr>
      <vt:lpstr>BIAS VARIANCE TRADEOFF</vt:lpstr>
      <vt:lpstr>DEFINING BIAS</vt:lpstr>
      <vt:lpstr>DEFINING VARIANCE</vt:lpstr>
      <vt:lpstr>GOOD FIT</vt:lpstr>
      <vt:lpstr>WHAT CAN WE SAY IF WE REPEAT THE EXPERIMENT</vt:lpstr>
      <vt:lpstr>BIAS – VARIANCE TRADEOFF ILLUSTRATION</vt:lpstr>
      <vt:lpstr>BIAS VARIANCE IN ONE FIGURE FOR FIXED DATASET SIZE</vt:lpstr>
      <vt:lpstr>HOW TO DO THIS IN PRACTICE?</vt:lpstr>
      <vt:lpstr>BV TRADEOFF IN PRACTICE</vt:lpstr>
      <vt:lpstr>SOME PRACTICAL ISSUES IN BV TRADEOFF EXAMPLE</vt:lpstr>
      <vt:lpstr>USE A PART OF THE DATASET AS “TEST” SET</vt:lpstr>
      <vt:lpstr>WITH THIS CHANGE THE BV FIGURE BECOMES</vt:lpstr>
      <vt:lpstr>LET’S APPLY THIS IDEA</vt:lpstr>
      <vt:lpstr>FRIENDS OF LINEAR REGRESSION: RIDGE REGRESSION</vt:lpstr>
      <vt:lpstr>FRIENDS OF LINEAR REGRESSION: RIDGE REGRESSION</vt:lpstr>
      <vt:lpstr>FRIENDS OF LINEAR REGRESSION: RIDGE REGRESSION</vt:lpstr>
      <vt:lpstr>PowerPoint 演示文稿</vt:lpstr>
      <vt:lpstr>HOW TO CHOOSE LAMBDA?</vt:lpstr>
      <vt:lpstr>Choosing λ using k-FOLD CROSS-VALIDATION</vt:lpstr>
      <vt:lpstr>STATISTICS vs. MACHINE LEARNING</vt:lpstr>
      <vt:lpstr>ACKNOWLEDGMENTS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DATA SCIENCE</dc:title>
  <dc:subject/>
  <dc:creator>sathya@uic.edu</dc:creator>
  <cp:keywords/>
  <dc:description/>
  <cp:lastModifiedBy>yuting lu</cp:lastModifiedBy>
  <cp:revision>660</cp:revision>
  <dcterms:created xsi:type="dcterms:W3CDTF">2017-08-21T17:08:06Z</dcterms:created>
  <dcterms:modified xsi:type="dcterms:W3CDTF">2024-11-26T19:55:05Z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Sathya Ravi</vt:lpwstr>
  </property>
</Properties>
</file>