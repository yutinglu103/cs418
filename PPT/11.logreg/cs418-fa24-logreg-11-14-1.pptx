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2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4.xml" ContentType="application/inkml+xml"/>
  <Override PartName="/ppt/notesSlides/notesSlide5.xml" ContentType="application/vnd.openxmlformats-officedocument.presentationml.notesSlide+xml"/>
  <Override PartName="/ppt/ink/ink15.xml" ContentType="application/inkml+xml"/>
  <Override PartName="/ppt/notesSlides/notesSlide6.xml" ContentType="application/vnd.openxmlformats-officedocument.presentationml.notesSlide+xml"/>
  <Override PartName="/ppt/ink/ink16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7.xml" ContentType="application/inkml+xml"/>
  <Override PartName="/ppt/notesSlides/notesSlide10.xml" ContentType="application/vnd.openxmlformats-officedocument.presentationml.notesSlide+xml"/>
  <Override PartName="/ppt/ink/ink18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9.xml" ContentType="application/inkml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60" r:id="rId1"/>
  </p:sldMasterIdLst>
  <p:notesMasterIdLst>
    <p:notesMasterId r:id="rId26"/>
  </p:notesMasterIdLst>
  <p:sldIdLst>
    <p:sldId id="263" r:id="rId2"/>
    <p:sldId id="541" r:id="rId3"/>
    <p:sldId id="542" r:id="rId4"/>
    <p:sldId id="550" r:id="rId5"/>
    <p:sldId id="551" r:id="rId6"/>
    <p:sldId id="552" r:id="rId7"/>
    <p:sldId id="553" r:id="rId8"/>
    <p:sldId id="543" r:id="rId9"/>
    <p:sldId id="554" r:id="rId10"/>
    <p:sldId id="555" r:id="rId11"/>
    <p:sldId id="556" r:id="rId12"/>
    <p:sldId id="557" r:id="rId13"/>
    <p:sldId id="558" r:id="rId14"/>
    <p:sldId id="261" r:id="rId15"/>
    <p:sldId id="262" r:id="rId16"/>
    <p:sldId id="559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86" r:id="rId25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D0099A61-60B1-E343-B0A1-10E31D92ED86}">
          <p14:sldIdLst>
            <p14:sldId id="263"/>
            <p14:sldId id="541"/>
            <p14:sldId id="542"/>
            <p14:sldId id="550"/>
            <p14:sldId id="551"/>
            <p14:sldId id="552"/>
            <p14:sldId id="553"/>
            <p14:sldId id="543"/>
            <p14:sldId id="554"/>
            <p14:sldId id="555"/>
            <p14:sldId id="556"/>
            <p14:sldId id="557"/>
            <p14:sldId id="558"/>
            <p14:sldId id="261"/>
            <p14:sldId id="262"/>
            <p14:sldId id="559"/>
            <p14:sldId id="264"/>
            <p14:sldId id="265"/>
            <p14:sldId id="266"/>
            <p14:sldId id="267"/>
            <p14:sldId id="268"/>
            <p14:sldId id="269"/>
            <p14:sldId id="270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6" roundtripDataSignature="AMtx7mgjr6sOdHEeufIgXygRCCpSkdg5S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E43D9A-B9CC-D204-4563-8196A434CD32}" name="Ravi, Sathya" initials="" userId="S::sathya@uic.edu::617e2e82-06a6-4137-a700-b460764285c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8F00"/>
    <a:srgbClr val="FE8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9F83C-5B16-4E0F-93E5-201A7CBD518D}">
  <a:tblStyle styleId="{CA29F83C-5B16-4E0F-93E5-201A7CBD518D}" styleName="Table_0">
    <a:wholeTbl>
      <a:tcTxStyle b="off" i="off">
        <a:font>
          <a:latin typeface="Rockwell"/>
          <a:ea typeface="Rockwell"/>
          <a:cs typeface="Rockwel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7E8E7"/>
          </a:solidFill>
        </a:fill>
      </a:tcStyle>
    </a:wholeTbl>
    <a:band1H>
      <a:tcTxStyle b="off" i="off"/>
      <a:tcStyle>
        <a:tcBdr/>
        <a:fill>
          <a:solidFill>
            <a:srgbClr val="EFCEC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FCEC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71"/>
    <p:restoredTop sz="75710"/>
  </p:normalViewPr>
  <p:slideViewPr>
    <p:cSldViewPr snapToGrid="0">
      <p:cViewPr varScale="1">
        <p:scale>
          <a:sx n="81" d="100"/>
          <a:sy n="81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138" Type="http://schemas.openxmlformats.org/officeDocument/2006/relationships/viewProps" Target="viewProps.xml"/><Relationship Id="rId14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13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4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136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13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20:37:23.935"/>
    </inkml:context>
    <inkml:brush xml:id="br0">
      <inkml:brushProperty name="height" value="0.053" units="cm"/>
      <inkml:brushProperty name="color" value="#FF0000"/>
    </inkml:brush>
  </inkml:definitions>
  <inkml:trace contextRef="#ctx0" brushRef="#br0">8432 1461 8912,'10'-7'0,"-10"-1"0,-12-3 0,-9 1 0,-4 6 0,-1-1 0,-5 1 0,-7 2 0,-2 2 0,0 0 0,5 2 0,1 5 0,-1 11 0,3 6 0,3 11 0,-1 9 0,7 7 0,3 12 0,7 10 0,5 5 0,8 6 0,0-3 0,8-5 0,4-9 0,10-6 0,7-9 0,4-12 0,1-10 0,2-13 0,5-11 0,3-4 0,7-11 0,3-11 0,3-12 0,4-10 0,2-13 0,-1-5-646,-3-3 646,-9-7 0,-16 8 0,-13-6 0,-8-1 0,3-8 0,-22 14 0,-4 0-147,-14 8 147,-13 3 0,-22 8 0,-2 8 0,0 11 0,1 10 0,9 15 0,-1 0 0,2 8 0,4 3 0,12 12 0,11 6 0,6 3 0,5 3 0,5 1 0,9 2 636,3 2-636,5-7 0,7-1 0,8-5 0,2 7 0</inkml:trace>
  <inkml:trace contextRef="#ctx0" brushRef="#br0" timeOffset="1">8415 1805 8912,'-17'-9'0,"7"1"0,3 8 0,7 4 0,0 7 0,2 3 0,3 14 0,11 3 0,8 9 0,3 6 0,2 4 0,5 1 0,1 1 0,-1-1 0,1 1 0,-7-8 0,-1-4 0,-2-4 0,-2-9 0,-12 2 0,1-12 0,-1-4 0,6-20 0,1-3 0</inkml:trace>
  <inkml:trace contextRef="#ctx0" brushRef="#br0" timeOffset="2">8914 1857 8912,'2'-10'0,"4"5"0,-4-5 0,5 6 0,-7-7 0,0-3 0,0-1 0,0 2 0,2-3 0,4-3 0,4-2 0,9 4 0,4 0 0,5 0 0,-3 0 0,6 1 0,-6 5 0,1 5 0,-5 4 0,4 4 0,-8 4 0,-7 11 0,-2 4 0,-8 6 0,0-2 0,-8 5 0,-7-3 0,-8 7 0,0-5 0,6 0 0,-1-8 0,1 2 0,6-4 0,-1-2 0,8 0 0,-1 0 0,3-7 0,6-1 0,7-3 0,1-4 0,20 6 0,-3-8 0,-1 2 0,5 1 0,3 3 0,2 0 0,-9 0 0,0-1 0,-8 9 0,2-5 0,-4 1 0,-2 5 0,-7-5 0,-5 7 0,-6 2 0,-11 4 0,1-4 0,-14 6 0,0 0 0,-2-6 0,0 5 0,2-6 0,1-1 0,4-8 0,-4-1 0,6-8 0,1 0 0,2-2 0,3-4 0,-1-3 0,7-8 0,1-8 0,5-2 0</inkml:trace>
  <inkml:trace contextRef="#ctx0" brushRef="#br0" timeOffset="3">9826 1754 8912,'12'0'0,"-1"0"0,-7 0 0,2 0 0,-12 0 0,-4 0 0,-7 0 0,0 0 0,5 0 0,1 0 0,7-8 0,-3 6 0,7-7 0,0 3 0,0 4 0,1-6 0,5 8 0,-4 0 0,6 0 0,-1 8 0,3 2 0</inkml:trace>
  <inkml:trace contextRef="#ctx0" brushRef="#br0" timeOffset="4">9947 2080 8912,'0'18'0,"-8"-1"0,4-2 0,-7-3 0,-1 1 0,-5-7 0,7-1 0,1-5 0,3 0 0,4 0 0,-5 0 0,7 0 0,0 0 0,7-2 0,5-3 0,-5 3 0,3-8 0,-4 5 0,-3 1 0,9-8 0,-8 8 0,3-11 0,-7 4 0,0-5 0,0-1 0</inkml:trace>
  <inkml:trace contextRef="#ctx0" brushRef="#br0" timeOffset="5">9792 1840 8912,'-17'7'0,"-1"1"0,1 3 0,0-1 0,0-4 0,5-4 0,1 3 0,-3-3 0,7-2 0,-1-2 0,8-3 0,0 3 0,0-6 0,8 8 0,1 0 0,8 0 0,1 2 0,-1 4 0,-6-2 0,1 7 0,-8-7 0,11 11 0,-5-5 0</inkml:trace>
  <inkml:trace contextRef="#ctx0" brushRef="#br0" timeOffset="6">9775 2115 8912,'0'17'0,"5"6"0,1 0 0,0 0 0,-6-14 0,-2 5 0,-4-9 0,4 1 0,-5-6 0,7-8 0,7-1 0,3-16 0,7-2 0</inkml:trace>
  <inkml:trace contextRef="#ctx0" brushRef="#br0" timeOffset="7">9826 1788 8912,'15'-2'0,"-3"-4"0,-4 5 0,-16-7 0,-4 8 0,-3 0 0,-2 0 0,5 0 0,1 0 0,7 0 0,-3 0 0,7 2 0,0 4 0,-8-5 0,6 15 0,-6-7 0,8 8 0,0 1 0,0-7 0,0 1 0,-7-1 0,5 6 0,-6 0 0,8-7 0,0 5 0,0-13 0,-2 6 0,-4-8 0,5 0 0,-7 0 0,8 0 0,0 0 0,8 0 0,-7 0 0,7 7 0,-8 3 0</inkml:trace>
  <inkml:trace contextRef="#ctx0" brushRef="#br0" timeOffset="8">9964 2252 8912,'0'17'0,"0"1"0,0-1 0,-2-2 0,-4-3 0,-3-5 0,-3-7 0,1 0 0,-3 0 0,5-5 0,-3-1 0,8-2 0,-1 2 0,-5 5 0,8-9 0,-4 4 0,5 4 0,1-13 0,0 5 0,0-7 0,0 0 0,7 0 0,-5 5 0,6 3 0,-1 1 0,3-5 0,1 5 0,1-3 0,-1-12 0,7 4 0</inkml:trace>
  <inkml:trace contextRef="#ctx0" brushRef="#br0" timeOffset="9">11633 1496 8912,'-2'-15'0,"-4"1"0,-5 3 0,-4-3 0,3 5 0,1-3 0,7 10 0,-2 2 0,4 12 0,2 9 0,0 6 0,0 15 0,2 3 0,4 5 0,-4 2 0,11-6 0,-7-1 0,0 7 0,-4 3 0,1-3 0,1-6 0,-6-4 0,-5-2 0,-12-8 0,-4-3 0,-12-12 0,-9-9 0</inkml:trace>
  <inkml:trace contextRef="#ctx0" brushRef="#br0" timeOffset="10">11151 1737 8912,'0'-20'0,"0"-3"0,0 4 0,0-4 0,0-3 0,0 7 0,0-6 0,0 0 0,10 6 0,7-4 0,8-2 0,13 2 0,8 0 0,11-2 0,8 6 0,10-6 0,1 10-276,3 4 276,-7 3 0,-3 0 0,-17 7 0,-10-7 0</inkml:trace>
  <inkml:trace contextRef="#ctx0" brushRef="#br0" timeOffset="11">11977 1719 8912,'-7'27'0,"-5"-4"0,-3-4 0,-2-7 0,-1-1 0,1-5 0,0 5 0,6-5 0,-1 5 0,8 1 0,-9 11 0,7 2 0,2 1 0,2-5 0,2 2 0,8 4 0,2-14 0,7 5 0,2-13 0,4 1 0,6-4 0,-3-2 0,1-2 0,0-6 0,0-9 0,-6 0 0,3-15 0,-6 3 0,-9-2 0,-3 1 0,-4 1 0,-2 0 0,0-5 0,-8 2 0,-3 3 0,-5 6 0,-1 4 0,0 2 0,0 7 0,0 4 0,-1 5 0,1 1 0,8 1 0,3 5 0,4 4 0,4 7 0,4-2 0,5-3 0,12 3 0,4-5 0</inkml:trace>
  <inkml:trace contextRef="#ctx0" brushRef="#br0" timeOffset="12">12407 1737 8912,'12'0'0,"-1"0"0,-5 0 0,6 0 0,-9 0 0,5 0 0,-8 1 0,0 5 0,0 4 0,0 9 0,0 4 0,0 5 0,0 5 0,0 1 0,2 3 0,2 1 0,2 2 0,7 2 0,-2-2 0,-1-4 0,1 4 0,-5-3 0,6-3 0,-9 0 0,5-5 0,-8 0 0,0-8 0,-8-4 0,-1-9 0</inkml:trace>
  <inkml:trace contextRef="#ctx0" brushRef="#br0" timeOffset="13">12356 1926 8912,'-23'-35'0,"0"1"0,0-1 0,6 1 0,0 7 0,7-3 0,4 7 0,4 2 0,2 2 0,10 2 0,7-1 0,10 3 0,5 4 0,3-5 0,5 14 0,0-3 0,0 3 0,-5 2 0,-1 0 0,1 0 0,-1 0 0,-7 9 0,-4 9 0,-4 6 0,-4 11 0,-3-1 0,-7 1 0,-5-1 0,-5 0 0,-5 8 0,-13-5 0,0 3 0,0-10 0,6-3 0,0-2 0,0-2 0,-1-6 0,1-7 0,0-3 0</inkml:trace>
  <inkml:trace contextRef="#ctx0" brushRef="#br0" timeOffset="14">12752 1651 8912,'28'-2'0,"-1"-2"0,-2-2 0,-10 0 0,1 6 0,-15 2 0,5 4 0,-4 4 0,-2 14 0,0 3 0,0 2 0,0-1 0,0 3 0,0 1 0,0 3 0,0-1 0,0-5 0,2-2 0,4-3 0,-4-1 0,5-5 0,1-16 0,2-4 0</inkml:trace>
  <inkml:trace contextRef="#ctx0" brushRef="#br0" timeOffset="15">12838 1547 8912,'-6'-17'0,"0"0"0,-7-2 0,1-4 0,3 6 0,-3 0 0,8-1 0,-11 16 0,15-5 0,0 7 0,10 0 0,13 0 0,3 2 0,11 2 0,3 1 0,4 1 0,8-6 0</inkml:trace>
  <inkml:trace contextRef="#ctx0" brushRef="#br0" timeOffset="16">13302 1479 8912,'-17'9'0,"0"-1"0,0-8 0,-1 0 0,1 0 0,0 0 0,0 7 0,0 5 0,-1 3 0,3 10 0,2 4 0,1 3 0,8 10 0,-3 2 0,7 6 0,0-4 0,0 3 0,7-12 0,5 3 0,3-6 0,4-7 0,4-10 0,-4 0 0,14-17 0,-4 0 0,3-9 0,3-14 0,-5-6 0,5-11 0,-13 2 0,9-8 0,-8-2 0,-4-1 0,-4-3 0,-1 0 0,-5 8 0,-3 6 0,-4 8 0,-2 5 0,0 8 0,-8-1 0,-1 11 0,-6 9 0,3 13 0,4 10 0,8 9 0,0 1 0,0-1 0,8 0 0,2 3 0,7 1 0,0 2 0,0-6 0,0-5 0,1 0 0,-1-3 0,-8 7 0,-1-14 0,-8 4 0,-4-4 0,-7-2 0,-1-2 0,-11-3 0,-2-4 0,1-8 0,-1 0 0,0 0 0,2 0 0,6 0 0,0 0 0,-1-8 0,1-2 0</inkml:trace>
  <inkml:trace contextRef="#ctx0" brushRef="#br0" timeOffset="17">14782 1685 8912,'-7'-17'0,"3"5"0,-8 1 0,-1-3 0,-4-1 0,-4 0 0,-4 2 0,-2 1 0,4 8 0,-4-2 0,2 5 0,-5 1 0,11 7 0,-6 5 0,4 5 0,2 6 0,3 5 0,3-1 0,-4 2 0,7 0 0,-3-1 0,7-1 0,2-2 0,2-10 0,4-2 0,4-7 0,4 0 0,9-6 0,4-2 0,5-4 0,-1-9 0,2-8 0,-8 0 0,2 6 0,-4 0 0,-2 0 0,0 1 0,1 5 0,-7-3 0,1 9 0,1 1 0,2 2 0,2 17 0,1-3 0,-3 11 0,-4-4 0,5 6 0,-9-4 0,5 7 0,3-7 0,-2 2 0,7-4 0,4-3 0,3-5 0,-6 4 0,12-13 0,1-2 0,10-9 0</inkml:trace>
  <inkml:trace contextRef="#ctx0" brushRef="#br0" timeOffset="18">15505 1289 8912,'-8'-43'0,"-3"2"0,-4 5 0,-5 6 0,-2 7 0,2 0 0,-6 21 0,3-4 0,4 4 0,-4 2 0,4 0 0,1 15 0,1 8 0,8 8 0,-5 11 0,8 4 0,1 3 0,5 3 0,7 0 0,5 1 0,1 3 0,1 1 0,-3-2 0,1 6 0,5-7 0,-2 1 0,-4-7 0,5 0 0,-5-8 0,-3 0 0,1-13 0,-3-4 0,-4-4 0,6-2 0</inkml:trace>
  <inkml:trace contextRef="#ctx0" brushRef="#br0" timeOffset="19">15058 1822 8912,'-18'-7'0,"1"5"0,2-6 0,3 1 0,-3 5 0,13-14 0,-5 13 0,7-9 0,11 3 0,12-5 0,15 3 0,18-8 0,5 0 0,8-4 0,0 4 0,-1 1 0,-3 1 0,0 0 0,0 0 0,-2-8 0,-19-2 0,-1-7 0</inkml:trace>
  <inkml:trace contextRef="#ctx0" brushRef="#br0" timeOffset="20">16038 1152 8912,'-24'0'0,"-5"0"0,4 0 0,2 0 0,4 0 0,2 0 0,5 0 0,1 0 0,1 8 0,-1 3 0,3 18 0,6 7 0,-3 6 0,3 4 0,-6 5 0,10 1 0,2 0 0,3-1 0,3 1 0,-6-1 0,11-7 0,-5-4 0,-1-3 0,6-9 0,-3-3 0,3-6 0,2-9 0,1-6 0,-1-6 0,0-6 0,0-9 0,0-2 0,1-10 0,-1-1 0,0-3 0,0 6 0,-5-9 0,-1 7 0,-7-7 0,2 7 0,-4 5 0,-2 1 0,0 4 0,-8 3 0,-3 5 0,-5 5 0,-1 12 0,0 5 0,0 12 0,-1 6 0,1 3 0,8 5 0,3 3 0,4-4 0,2 4 0,0-5 0,4-7 0,7-5 0,1-4 0,18-3 0,-5-5 0,2-5 0,2-8 0,5-8 0,1-9 0,-1-6 0,-7-3 0,3-7 0,-7 1 0,0 0 0,-4-1 0,0 3 0,1 3 0,-5 6 0,-9 4 0,9 2 0,-13 7 0,5 10 0,-7 12 0,0 9 0,0 4 0,0 1 0,2 3 0,2 3 0,4-1 0,1-2 0,-5-1 0,12-1 0,-5-4 0,4-4 0,3-2 0,-1 0 0,0-7 0,0-2 0</inkml:trace>
  <inkml:trace contextRef="#ctx0" brushRef="#br0" timeOffset="21">15763 1461 8912,'-57'0'0,"1"0"0,9 0 0,10 0 0,18 0 0,11 0 0,10 2 0,4 4 0,15-2 0,19 7 0,23-7 0,29 2 0,-41-9 0,1-2-193,8-2 0,1-3 1,-2-1-1,0-1 193,-1-1 0,-1-3-138,2-3 0,1-2 1,0 4-1,0-2 1,5-7-1,0 0 0</inkml:trace>
  <inkml:trace contextRef="#ctx0" brushRef="#br0" timeOffset="22">17811 1685 8912,'15'-8'0,"-3"-3"0,-7-4 0,-3-3 0,-2 1 0,0 0 0,0 6 0,-2 1 0,-3 2 0,3 4 0,-4 10 0,-2 6 0,3 13 0,-1 7 0,-2 6 0,5 10 0,-7-4 0,2 0 0,3-2 0,-1-2 0,0 0 0,2-4 0,2-5 0,-3 0 0,-1-9 0,0-4 0,6-7 0,0-7 0,8-12 0,3-15 0,5-15 0,1-8 0,0-3 0,-7-11 0,5 7 0,-6-4 0,1 3 0,5 10 0,-13 4 0,6 11 0,-1 6 0,-5 4 0,8 10 0,-4 3 0,3 14 0,8 9 0,1 15 0,-1 14 0,6 4 0,0 2 0,2-7 0,-4-1 0,2-2 0,0-2 0,-6-5 0,0-1 0,0-7 0,0-4 0,-7-12 0,5-3 0,-11-8 0,6-4 0,-3-7 0,-1-1 0,0-20 0,1 3 0,3-3 0,-6-3 0,5 3 0,-3 3 0,-4 2 0,4 4 0,-4 10 0,-2-4 0,2 11 0,3 0 0,-3 5 0,8 2 0,-5 5 0,-1 4 0,8 7 0,-6 0 0,5 0 0,-1 6 0,3 0 0,-2-2 0,1-7 0,5-3 0,2-7 0,4 2 0,-4-5 0,6-1 0,-8 0 0,1-1 0,-1-5 0,-6-4 0,1-7 0,-7 6 0,7-1 0,-8 1 0,1-7 0,-3 1 0,-2 0 0,0 6 0,0-1 0,0 8 0,0-3 0,0 7 0,6 7 0,2 5 0,1 3 0,-3 2 0,6 2 0,1 2 0,2 2 0,-5 0 0,5-6 0,-3 1 0,3-3 0,2-4 0,0 5 0,0-14 0,-7-2 0,-2-10 0</inkml:trace>
  <inkml:trace contextRef="#ctx0" brushRef="#br0" timeOffset="23">18620 1410 8912,'-8'9'0,"4"-1"0,-7-8 0,-1 0 0,-5 0 0,8 0 0,1 0 0,10 0 0,6 0 0,9 0 0,9 0 0,15 8 0,3-6 0,15 13 0,2-6 0</inkml:trace>
  <inkml:trace contextRef="#ctx0" brushRef="#br0" timeOffset="24">19239 1719 8912,'-26'18'0,"1"-3"0,0-4 0,-4-5 0,2-2 0,-1 2 0,-1 3 0,-4 8 0,5 0 0,1 1 0,4-1 0,6 6 0,0 0 0,1 5 0,11-5 0,-1 0 0,6-6 0,8-5 0,3-3 0,4-1 0,3-2 0,1-8 0,2-4 0,2-5 0,7-12 0,-5-4 0,4-7 0,-4-3 0,-6-3 0,2-4 0,2 0 0,-2-9 0,-10 7 0,5-6 0,-5 12 0,-3-6 0,-3 6 0,-3 2 0,-2 9 0,0 10 0,0 8 0,0 7 0,-2 0 0,-3 16 0,3 1 0,-4 16 0,4 5 0,2 6 0,0 8 0,0-2 0,0 4 0,0 1 0,0-5 0,0 0 0,8-8 0,3 2 0,5-5 0,1-7 0,0-3 0,0-8 0,6-7 0,0-5 0,0-10 0,2-12 0,2-10 0</inkml:trace>
  <inkml:trace contextRef="#ctx0" brushRef="#br0" timeOffset="25">19704 1289 8912,'-8'-9'0,"-1"-6"0,-8 3 0,-1 5 0,1-7 0,0 8 0,0 1 0,-1 5 0,1 7 0,6 11 0,-1 10 0,8 14 0,-1 10 0,3 7 0,2 12 0,0 3 0,7 5 0,3 7-222,7-1 1,2-12 221,4-4 0,-2-19 0,6-5 0,-2-6 0,6-13 0,-12-8 0,4-13 0,2-12 0,-3-11 0,3-6 0,-2-11 0,-4-5 0,4 0 0,-9-8 0,-5 4 0,-1 0 0,5-13 0,-11 19 221,4-8 1,-4 4-222,-2 8 0,0 1 0,0 10 0,-8 12 0,1-1 0,-5 24 0,-1 7 0,7 15 0,-6 2 0,7 5 0,1 4 0,2-3 0,2 6 0,0-8 0,0 0 0,0-5 0,6-3 0,1-3 0,3-6 0,-6-12 0,11 3 0,-3-9 0,-5 1 0,9-13 0,-7-5 0,8-11 0,0 2 0,1-8 0,-1 7 0,0-7 0,0 2 0,1-3 0,-1 1 0,0 8 0,-2-4 0,-3 8 0,3 0 0,-5 7 0,5 4 0,-4 12 0,3 6 0,-9 9 0,-1 2 0,6 7 0,-3-11 0,7 4 0,-3-4 0,1-2 0,-1 1 0,1-1 0,1 0 0,-5-7 0,7-3 0,-13 1 0,6 1 0</inkml:trace>
  <inkml:trace contextRef="#ctx0" brushRef="#br0" timeOffset="26">19670 1857 8912,'-58'0'0,"3"0"0,3-2 0,4-4 0,18 4 0,5-13 0,19 4 0,4 3 0,17-7 0,8 3 0,23-9 0,12-2 0,9-2 0,7 4 0,6-2-133,5 1 0,-15 4 133,-7 1 0,1-8 0,-3-1 0</inkml:trace>
  <inkml:trace contextRef="#ctx0" brushRef="#br0" timeOffset="27">20633 1582 8912,'-7'15'0,"-5"-3"0,-3-7 0,-2-3 0,-1-2 0,1-7 0,8 5 0,1-6 0,8 12 0,0 7 0,0 1 0,0 11 0,2 3 0,2 3 0,1 4 0,9 1 0,-10-7 0,7-4 0,-7 1 0,2-1 0,-4 0 0,-2-6 0,1-5 0,5-1 0,-4-7 0,6 4 0,-8-10 0,0-4 0,0 4 0,6-15 0,-1 0 0,7 0 0,-7-6 0,9 4 0,-5 1 0,1 1 0,5 0 0,-11 0 0,8 0 0,-7 5 0,7 1 0,-1 7 0,6-2 0,-7 4 0,5 2 0,-5 0 0,-1 0 0,7 8 0,-12-6 0,7 4 0,-5-4 0,5-2 0,1 0 0,5 0 0,0-6 0,0 0 0,1-7 0,1 1 0,4-3 0,-4 5 0,6-3 0,-8 7 0,0 1 0,0 5 0,0 7 0,1 5 0,-1 3 0,0 10 0,0 0 0,0 3 0,1 3 0,-1-8 0,6 2 0,0-4 0,-2 2 0,6-8 0,-1-8 0</inkml:trace>
  <inkml:trace contextRef="#ctx0" brushRef="#br0" timeOffset="28">21958 1788 8912,'-7'-17'0,"-5"0"0,-3 1 0,0 3 0,1 2 0,3-1 0,-3 3 0,5 1 0,-1 10 0,3 4 0,1 3 0,6 10 0,0 4 0,0 6 0,2 3 0,3 3 0,7-1 0,3-5 0,1-3 0,-3-1 0,-2-4 0,8-2 0,1-7 0,3-3 0,-4-1 0,6-2 0,-6-14 0,4-3 0,0-5 0,-4-1 0,-4 0 0,-2-8 0,3 4 0,-5-7 0,3 7 0,-9-2 0,1 3 0,-6 3 0,2 2 0,4 4 0,-4 1 0,3 4 0,-3 4 0,-2-5 0,0 7 0,0 7 0,0 5 0,0 3 0,8 2 0,1 0 0,9 1 0,-1-7 0,0 1 0,0-7 0,0 7 0,6-8 0,0 1 0,0-3 0,-6-2 0,1 0 0,-1 0 0,-8 0 0,-1-7 0,-8 5 0,0-6 0,0 8 0,0 2 0,0 4 0,0-2 0,0 7 0,0 0 0,0 7 0,-2-1 0,-4 0 0,5 0 0,-5 0 0,2-1 0,-2-5 0,4 4 0,-5-11 0,7 8 0,0-8 0,2-3 0,3-8 0,7-3 0,3-9 0,2 0 0,1-4 0,-1 4 0,8 2 0,-6-4 0,6 2 0,-1 3 0,-4 3 0,4 4 0,-6 1 0,-1 0 0,0 6 0,0-3 0,0 10 0,-1 5 0,-5 7 0,5 0 0,-5 0 0,2-5 0,-1-1 0,3 1 0,-5 5 0</inkml:trace>
  <inkml:trace contextRef="#ctx0" brushRef="#br0" timeOffset="29">22956 1272 8912,'18'-15'0,"-9"4"0,-1-14 0,-8 8 0,-8 7 0,4 4 0,-5 12 0,1 5 0,-5 20 0,11 0 0,-4 14 0,4 7 0,2 5 0,0 6 0,0-5 0,0 7 0,0-2 0,6 9 0,2 1 0,1-6 0,3 1 0,5-20 0,0 0 0,0-10 0,0-15 0,1-17 0,-1-4 0,0-2 0,0-16 0,0-3 0,1-15 0,-1-8 0,0-4 0,-5-4 0,-1-1 0,-1-1 0,1 1 0,-1 1 0,-5 4 0,-3-2 0,4 8 0,2 8 0,-3 9 0,1 4 0,0 17 0,0 8 0,5 17 0,-5 11 0,5 8 0,-5 10 0,7-1 0,-1 1 0,3-6 0,2-1 0,1-8 0,-1-3 0,-6-1 0,1-11 0,-1 1 0,6-13 0,-5-4 0,-1-12 0,-7-4 0,2-7 0,2 0 0,-3 0 0,1 0 0,-6-1 0,8-6 0,1-3 0</inkml:trace>
  <inkml:trace contextRef="#ctx0" brushRef="#br0" timeOffset="30">23438 1032 8912,'-34'17'0,"-1"-2"0,1-3 0,7 3 0,4-4 0,4 5 0,8 6 0,-1 1 0,8 0 0,-1-5 0,12-1 0,10 0 0,3-8 0,8-3 0,-1-4 0,4-4 0,-3-4 0,-7 5 0,2-20 0,-9 3 0,-3-1 0,-7 0 0,4 2 0,-10 0 0,-4 0 0,4-1 0,-15 9 0,2 3 0,-6 4 0,-2 2 0,3 0 0,-2 0 0,4 8 0,1 3 0,0 10 0,7 4 0,1 2 0,-7 2 0,15 5 0,-15 0 0,7 1 0</inkml:trace>
  <inkml:trace contextRef="#ctx0" brushRef="#br0" timeOffset="31">22922 1857 8912,'-42'9'0,"7"-3"0,1-4 0,15-2 0,-4-2 0,4-4 0,9 5 0,3-15 0,10 5 0,9-5 0,7-8 0,23 3 0,8-8 0,11-2 0,10-1 0,17 3 0,4 1-494,-44 12 1,1 1 493,45-10 0,-8 0 0,-12 6 0,-3-4 0,-10-3 0,-1-9 0</inkml:trace>
  <inkml:trace contextRef="#ctx0" brushRef="#br0" timeOffset="32">24299 980 8912,'-23'-6'0,"0"1"0,0-1 0,6 10 0,-1 9 0,1 16 0,0 18 0,-2 16 0,-2 12 0,-2 5-188,0 4 1,8 8 0,3 0 187,6-3 0,5-1 0,1-11 0,0-8 0,3-16 68,9-13 1,-1-9-69,12-3 0,-4-14 0,-9-7 0,-2-16 0</inkml:trace>
  <inkml:trace contextRef="#ctx0" brushRef="#br0" timeOffset="33">25021 1461 8912,'10'-1'0,"-4"-5"0,-4-6 0,-2-3 0,0 7 0,0 10 0,0 14 0,-6 16 0,0 14 0,2 4 0,2 9 0,2 2 0,0 8 0,0-1 0,0-6 0,2-5 0,4-7 0,6-10 0,3 0 0,2-29 0,0 1 0,-7-8 0,5-20 0,-5-3 0</inkml:trace>
  <inkml:trace contextRef="#ctx0" brushRef="#br0" timeOffset="34">25383 1375 8912,'0'18'0,"0"-1"0,-8-6 0,-1 1 0,-1 1 0,-5 10 0,3 6 0,-3 5 0,-2 6 0,7 12 0,-3 3 0,7 8 0,0-7 0,6 1 0,4-4 0,8-1 0,-3-10 0,8-8 0,8-7 0,-6-10 0</inkml:trace>
  <inkml:trace contextRef="#ctx0" brushRef="#br0" timeOffset="35">25796 1100 8912,'6'-11'0,"-1"-1"0,-1-1 0,-4 0 0,-6 1 0,4 12 0,-13 14 0,4 14 0,1 10 0,-1 20 0,-1 11 0,-5 11 0,0 4-224,0 2 1,8-37 0,2 1 223,1 2 0,1-1 0,-2 0 0,0 0 0,4-2 0,1-1 0,-4 34-64,6-2 0,2-17 64,4-11 0,1-8 0,5-10 0,3-15 0,-5-3 0,7-32 0,0-3 0</inkml:trace>
  <inkml:trace contextRef="#ctx0" brushRef="#br0" timeOffset="36">26106 1461 8912,'-12'-17'0,"1"0"0,-1 0 0,3 0 0,-5 9 0,8 8 0,1 8 0,-1 18 0,0 11 0,2 12 0,-5 3 0,7 15 0,-4-2 0,4 7 0,2-1 0,2 4 0,2-12 0,2-6 0,7-4 0,-3-11 0,7-7 0,8-1 0,2-7 0</inkml:trace>
  <inkml:trace contextRef="#ctx0" brushRef="#br0" timeOffset="37">26553 1565 8912,'-17'0'0,"-2"0"0,-2 0 0,-2 0 0,-2 0 0,2 0 0,4 0 0,-12 0 0,8 1 0,2 5 0,2-4 0,4 19 0,1-4 0,3 2 0,7 1 0,-4 2 0,8 1 0,0-2 0,8-9 0,-4 1 0,7-7 0,7 0 0,5-6 0,-2 0 0,5-8 0,-5-3 0,8-12 0,-8 4 0,2-4 0,-4 9 0,-2 3 0,1 7 0,-1-2 0,0 12 0,-7 11 0,-5 12 0,-3 3 0,-2 10 0,0 10 0,0 11 0,0-2 0,0 2 0,2-7 0,4 1 0,-2-4 0,7-1 0,-7-16 0,19-3 0,-4-16 0</inkml:trace>
  <inkml:trace contextRef="#ctx0" brushRef="#br0" timeOffset="38">12511 2785 8912,'-8'-9'0,"-2"-5"0,-7 9 0,0-1 0,-2 0 0,-2 0 0,-4 3 0,-2 1 0,1 4 0,-5 3 0,2 7 0,-1 3 0,-1 10 0,0 5 0,5 9 0,1 7 0,2 11 0,8 8 0,3 7 0,6 9 0,4 3 0,4 2-209,4 0 0,6-8 209,11-4 0,3-12 0,11-11 0,3-11 0,6-9 0,0-8 0,3-12 0,5-5 0,-6-4 0,1-25 0,-5-6 0</inkml:trace>
  <inkml:trace contextRef="#ctx0" brushRef="#br0" timeOffset="39">12924 3129 8912,'0'-17'0,"-2"2"0,-2 1 0,-4 3 0,1-3 0,-1-1 0,-5 6 0,11 3 0,-4 12 0,4 7 0,2 8 0,0 8 0,2 9 0,2 4 0,2 2 0,7 0 0,-2 2 0,5-6 0,-5 2 0,1-2 0,-1-2 0,-1-2 0,-3-1 0,-1-7 0,0-1 0,-2-2 0,-2-10 0,-10-1 0,-4-9 0,5 1 0,-16-14 0,4-1 0</inkml:trace>
  <inkml:trace contextRef="#ctx0" brushRef="#br0" timeOffset="40">12803 3284 8912,'0'-12'0,"0"1"0,0 0 0,0-7 0,0 1 0,0 0 0,0 5 0,0 1 0,0 0 0,0-7 0,8 1 0,1 0 0,9 0 0,7 0 0,3-1 0,5 9 0,1 3 0,1-2 0,-1 3 0,-5 1 0,-4 10 0,-6 5 0,2 4 0,-18 8 0,9 0 0,-8 8 0,2-3 0,-14 7 0,-9 5 0,-1-4 0,-4 4 0,2-5 0,5-5 0,4-1 0,-5-8 0,14 4 0,-3-8 0,3 0 0,4-7 0,3-3 0,7 1 0,3-6 0,4 6 0,4-8 0,-2 0 0,8 0 0,-6 2 0,6 3 0,-8-1 0,2 8 0,-4-7 0,-4 7 0,-4 1 0,5 2 0,-14 3 0,3-1 0,-5 0 0,-5 0 0,-5 0 0,-7 1 0,0-1 0,-1 0 0,-1-6 0,-2-1 0,-2-2 0,0 5 0,6-11 0,0 4 0,0-5 0,2-2 0,3-5 0,4-9 0,8-8 0,-7-16 0,-3 3 0</inkml:trace>
  <inkml:trace contextRef="#ctx0" brushRef="#br0" timeOffset="41">13423 3164 8912,'23'0'0,"0"0"0,-6-6 0,-6 0 0,-7 0 0,4 6 0,-2 2 0,1 4 0,3 5 0,1 5 0,6 9 0,1 3 0,-1 5 0,0 1 0,0 0 0,6-5 0,0 0 0,0-8 0,-6 4 0,1-10 0,-1-4 0,-8-3 0,7-8 0,-7-2 0,1-4 0,5-11 0,-11-10 0,5-9 0,-1-4 0,-2 4 0,-6-8 0,0 4 0,0 3 0,0-3 0,0 0 0,0 6 0,0-4 0,0 9 0,0 4 0,0 2 0,7-4 0,3 8 0,7-6 0</inkml:trace>
  <inkml:trace contextRef="#ctx0" brushRef="#br0" timeOffset="42">14782 2957 8912,'10'0'0,"-3"0"0,-7 0 0,0 14 0,2 5 0,2 7 0,2 11 0,2 5 0,-5 11 0,5 3 0,2 1 0,-1 2 0,5-3 0,-3-1 0,2-5 0,-3-8 0,1-14 0,1-5 0,5-11 0,-7-12 0,-3-17 0,-7-10 0</inkml:trace>
  <inkml:trace contextRef="#ctx0" brushRef="#br0" timeOffset="43">14713 3387 8912,'-11'12'0,"-1"-3"0,-1-1 0,-2-3 0,5-5 0,4 0 0,12 0 0,11-1 0,12-5 0,4-6 0,9-11 0,0 4 0,6-6 0,-3 1 0,1-3 0,6-7 0</inkml:trace>
  <inkml:trace contextRef="#ctx0" brushRef="#br0" timeOffset="44">15178 3215 8912,'-8'10'0,"-1"-1"0,-8-3 0,7-4 0,2 6 0,8-8 0,8 1 0,4 3 0,3 2 0,2 7 0,0-1 0,0 9 0,1 2 0,-1 0 0,-8 0 0,-1 1 0,0 3 0,-6-6 0,5 10 0,-7-8 0,0 0 0,-2-12 0,-3 1 0,3-9 0,-8-3 0,4-11 0,5-6 0,-5-6 0,10-2 0,1-4 0,9-3 0,-3 3 0,10-3 0,2-3 0,-2 1 0,6 7 0,-6-3 0,8 7 0,-6 0 0,5 6 0,-7-1 0,12 1 0,-6 0 0</inkml:trace>
  <inkml:trace contextRef="#ctx0" brushRef="#br0" timeOffset="45">15660 3146 8912,'17'6'0,"0"0"0,-7 7 0,-2-9 0,-8 7 0,-10-5 0,-7 6 0,-2-3 0,-10 3 0,8 3 0,-2-4 0,4 5 0,2 1 0,1-6 0,5 1 0,-4-1 0,13 1 0,-4-1 0,4-7 0,10 4 0,3-8 0,4-6 0,3 0 0,5-7 0,0 1 0,-1 5 0,-4 1 0,-1-2 0,0 3 0,-5-1 0,-1 6 0,1 0 0,7 0 0,4 0 0,-4 0 0,4 0 0,3 2 0,3 4 0,4-5 0,9 7 0,2-8 0</inkml:trace>
  <inkml:trace contextRef="#ctx0" brushRef="#br0" timeOffset="46">16400 3112 8912,'-27'27'0,"0"-2"0,4-8 0,4-6 0,-4 1 0,4 1 0,2 2 0,2 3 0,3-1 0,5 0 0,7 0 0,0 0 0,0 0 0,0-5 0,0-1 0,7-7 0,3 4 0,5-10 0,-3-4 0,3-3 0,-4-9 0,3-1 0,-3-4 0,4-3 0,-3-9 0,-2 1 0,1 0 0,-1-1 0,1 1 0,2-1 0,-7 1 0,2 7 0,-2 4 0,-5-2 0,5 3 0,-4 4 0,-2 7 0,0 7 0,0-2 0,0 12 0,0 11 0,0 12 0,0 5 0,0 6 0,0 4 0,0 8 0,0-8 0,0-4 0,6 2 0,0-2 0,9-5 0,2-7 0,0-7 0,6 2 0,4-11 0,2-7 0,9-5 0,2-5 0,0-5 0,-7-9 0,-5-4 0,3 2 0,-8-8 0,-2 1 0,-10-5 0,-5 5 0,-4 3 0,-2 8 0,0-1 0,-2 9 0,-4 3 0,3 4 0,-9 2 0,3 10 0,-3 7 0,-1 0 0,7 6 0,0 2 0,6-2 0,0 5 0,0-5 0,2 0 0,4-6 0,9-1 0,10-5 0,2-5 0,2-4 0,-1-2 0,1 0 0,0-15 0,5-5 0</inkml:trace>
  <inkml:trace contextRef="#ctx0" brushRef="#br0" timeOffset="47">17501 3095 8912,'-15'11'0,"2"1"0,1-1 0,-1-1 0,-3-3 0,-1-1 0,0 2 0,0 1 0,0-3 0,-3 5 0,-1 3 0,-2 1 0,2 8 0,8 0 0,2-2 0,-1-2 0,3-2 0,1 6 0,8 0 0,0-2 0,8-9 0,5-7 0,6-3 0,4-2 0,8 0 0,-10-2 0,7-3 0,-5-7 0,4-9 0,-2-2 0,-4 0 0,-2-2 0,-2 6 0,-5-7 0,-1 3 0,-7 4 0,2-4 0,-4 4 0,-2 1 0,-8 1 0,-3 0 0,-12 7 0,-6 5 0,-4 10 0,-1 7 0,1 3 0,5 2 0,3 2 0,8 4 0,0-4 0,7 6 0,2-7 0</inkml:trace>
  <inkml:trace contextRef="#ctx0" brushRef="#br0" timeOffset="48">17863 2974 8912,'9'-7'0,"1"-3"0,-5-7 0,-3 0 0,4 0 0,-10-6 0,-1 0 0,-9 0 0,3 6 0,1 1 0,-1 5 0,7-4 0,-11 13 0,11-6 0,-8 8 0,7 8 0,-7 3 0,6 12 0,-5 6 0,5 5 0,-5 6 0,5 4 0,-6 8 0,9-1 0,-3 1 0,-2 0 0,2-1 0,1 5 0,5-5 0,0 8 0,0-13 0,0-4 0,0-4 0,0-5 0,0-4 0,0-7 0,7-2 0,-5-11 0,14-1 0,-7-8 0</inkml:trace>
  <inkml:trace contextRef="#ctx0" brushRef="#br0" timeOffset="49">17604 3387 8912,'-26'0'0,"3"0"0,4 0 0,1 0 0,9 0 0,1 0 0,29 0 0,8 0 0,15 0 0,0-2 0,8-4 0,-1-5 0,1-4 0,7-10 0,2-2 0</inkml:trace>
  <inkml:trace contextRef="#ctx0" brushRef="#br0" timeOffset="50">18551 2854 8912,'-12'6'0,"1"0"0,-2-3 0,-3-1 0,5-2 0,-1 0 0,1 0 0,-6 0 0,-1 0 0,7 0 0,0 0 0,1 8 0,-1 3 0,-5 7 0,5 4 0,1 7 0,1 9 0,1 2 0,2 8 0,6-4 0,0 8 0,0-6 0,0-1 0,0-4 0,0 4 0,6-8 0,0-3 0,5-1 0,-5-11 0,7 9 0,-5-12 0,5 2 0,-1-7 0,-8-7 0,3-7 0,1 0 0,1 0 0</inkml:trace>
  <inkml:trace contextRef="#ctx0" brushRef="#br0" timeOffset="51">18190 3387 8912,'-27'0'0,"4"0"0,4 0 0,2 0 0,7-2 0,4-4 0,4 4 0,12-5 0,7 7 0,10 0 0,13 0 0,6-2 0,9-2 0,3-2 0,-1 1 0,-13-3 0,6-2 0,-6-7 0</inkml:trace>
  <inkml:trace contextRef="#ctx0" brushRef="#br0" timeOffset="52">19136 3198 8912,'0'11'0,"0"1"0,0-6 0,0 5 0,0 2 0,-8 3 0,6 3 0,-3 4 0,-3 9 0,2 8 0,1 6 0,5-6 0,-2 14 0,-4-3 0,4 7 0,-4-1 0,4-4 0,2 7 0,0-9 0</inkml:trace>
  <inkml:trace contextRef="#ctx0" brushRef="#br0" timeOffset="53">19721 3284 8912,'-17'0'0,"0"0"0,0 0 0,-3 0 0,-1 0 0,-2 0 0,2 9 0,8 7 0,3 7 0,3 3 0,1 11 0,6-1 0,0 6 0,0-2 0,0 0 0,6 6 0,0-6 0,-3-2 0,5-3 0,-2-5 0,-2-3 0,-3-2 0,-1-2 0,8-14 0,-6-1 0,6-10 0,-8-4 0,0-11 0,0-11 0,0-11 0,0-1 0,0-8 0,0 5 0,0-7 0,0 4 0,0-4 0,0 14 0,0-4 0,0 9 0,0 3 0,2 9 0,3 1 0,-3 9 0,15 13 0,-1 7 0,5 12 0,2 8 0,0 3 0,2 0 0,1 1 0,-5-1 0,10-1 0,-8-3 0,-2-1 0,-2-16 0,-2 10 0,0-13 0,1-1 0,-9-1 0,7-10 0,-5-4 0,-3-3 0,-1-16 0,-7-4 0,0-3 0,0-3 0,0 1 0,0 0 0,0-1 0,0 1 0,0 1 0,-2 5 0,-3 5 0,3 4 0,-6 9 0,8 10 0,0 17 0,0 14 0,0 7 0,8 6 0,1 2 0,8 0 0,1-6 0,-1 6 0,2-8 0,2 0 0,2-7 0,0-6 0,0-8 0,0-2 0,-2-4 0,-10-3 0,5-23 0,-7-4 0</inkml:trace>
  <inkml:trace contextRef="#ctx0" brushRef="#br0" timeOffset="54">20392 3146 8912,'10'0'0,"5"0"0,-13 0 0,6 0 0,-8 0 0,0 8 0,-2 5 0,-2 8 0,-2 8 0,-7 11 0,11-2 0,-4 8 0,4 0 0,2 6 0,0-1 0,2-1 0,4-4 0,3-4 0,9-16 0,1-3 0,4-3 0,4-11 0,1-1 0,1-8 0,0-4 0,5-8 0,6-1 0,0-16 0,-1-1 0,-3-3 0,-9-9 0,-3-2 0</inkml:trace>
  <inkml:trace contextRef="#ctx0" brushRef="#br0" timeOffset="55">21373 3456 8912,'12'-15'0,"-1"3"0,-7-3 0,2 3 0,-4 7 0,-2 5 0,0 9 0,-2 12 0,-2 4 0,-2 2 0,2 3 0,-3 5 0,1 3 0,2 2 0,-4 0 0,3-5 0,1-1 0,2 0 0,2-7 0,0 6 0,0-14 0,0 5 0</inkml:trace>
  <inkml:trace contextRef="#ctx0" brushRef="#br0" timeOffset="56">21907 3232 8912,'-37'6'0,"-3"0"0,6 0 0,-3-6 0,7 0 0,3 5 0,-2 1 0,-3 15 0,13-2 0,-4 15 0,6 3 0,5 3 0,4 4 0,10 7 0,4 1 0,11-8 0,10-2 0,8-8 0,1-5 0,4 0 0,2-16 0,6-2 0,-2-7 0,-2-6 0,2-3 0,1-7 0,-6-11 0,-1-3 0,-6-9 0</inkml:trace>
  <inkml:trace contextRef="#ctx0" brushRef="#br0" timeOffset="57">22130 3164 8912,'0'17'0,"0"8"0,0 3 0,0 7 0,0 5 0,0 4 0,0 7 0,2 3 0,4 1 0,5 2 0,5-9 0,1-13 0,8-1 0,2-7 0</inkml:trace>
  <inkml:trace contextRef="#ctx0" brushRef="#br0" timeOffset="58">22698 3421 8912,'-27'8'0,"-5"-6"0,5 6 0,-7-8 0,-1 2 0,1 3 0,7-1 0,4 8 0,4-3 0,4 4 0,3-1 0,5 7 0,7 0 0,0 4 0,0-4 0,0-2 0,0-5 0,0-1 0,2-5 0,3 5 0,-3-7 0,14 4 0,-9-10 0,7-2 0,-3-2 0,1-15 0,-1 8 0,0-14 0,3 3 0,1-7 0,-3 4 0,-1-5 0,2 3 0,-5 4 0,2 8 0,-5 0 0,-3 5 0,4 1 0,4 7 0,-8-2 0,3 12 0,-3 9 0,0 10 0,4 2 0,-2-4 0,7 6 0,-5-7 0,5 7 0,-7-8 0,11 2 0,-3-11 0,-2 1 0,1-7 0,0-1 0,7-5 0,-1 0 0,0 0 0,0-13 0,0-4 0,1-10 0,-1 4 0,0-7 0,-2 1 0,-3-4 0,-4-1 0,-3 5 0,1 1 0,0 7 0,-6-2 0,0 11 0,-8 5 0,4 16 0,-7 8 0,7 1 0,-4 14 0,8-3 0,0 3 0,0 3 0,2-3 0,2-1 0,2-3 0,7-7 0,-5 10 0,5-8 0,-1-2 0,-1-2 0,-1-8 0,-5 1 0,-3 1 0,-2-5 0,0 1 0,-2-5 0,-3 2 0,-12 7 0,-3-11 0,-3 4 0,4-4 0,2-2 0,0-2 0,0-4 0,-1-3 0,1-8 0</inkml:trace>
  <inkml:trace contextRef="#ctx0" brushRef="#br0" timeOffset="59">23438 3181 8912,'-17'0'0,"0"0"0,0 0 0,-3 0 0,-2 0 0,2 0 0,-12 2 0,3 3 0,-3 7 0,-8 3 0,-1 2 0,-3 8 0,10 4 0,-4-4 0,19 7 0,-4-3 0,11 3 0,6 1 0,5-5 0,14-3 0,4-8 0,12 1 0,0-7 0,11 1 0,-4-9 0,4 3 0,-3-4 0,-9-2 0,1 0 0,0 0 0,-3 2 0,-3 4 0,-4-4 0,-1 3 0,-1-3 0,-8-2 0,-3 2 0,-12 4 0,-3-2 0,-8 5 0,-1-1 0,-5 5 0,0-1 0,-7-5 0,11 7 0,-4-9 0,4 7 0,1-6 0,9-1 0,-6-12 0,5-3 0</inkml:trace>
  <inkml:trace contextRef="#ctx0" brushRef="#br0" timeOffset="60">23628 3335 8912,'17'0'0,"-8"-1"0,-3-5 0,4 4 0,-9-6 0,7 16 0,-10 1 0,-4 11 0,-3 2 0,-1 7 0,-5 4 0,11-1 0,-7-3 0,7 3 0,-2-3 0,4-4 0,2 0 0,0-1 0,0-12 0,0 11 0,0-21 0,0 5 0</inkml:trace>
  <inkml:trace contextRef="#ctx0" brushRef="#br0" timeOffset="61">23541 3060 8912,'-19'12'0,"-2"-3"0,-2-1 0,8-2 0,0-6 0,3 0 0,5 0 0,-1 0 0,8 0 0,0 0 0,8 0 0,3 0 0,4 0 0,3 0 0,-1-2 0,0-4 0,0 4 0,0-13 0,-7 13 0,-4-11 0,-12 7 0,4 0 0,-13 6 0,3 0 0,5 0 0,-9 8 0,7 1 0</inkml:trace>
  <inkml:trace contextRef="#ctx0" brushRef="#br0" timeOffset="62">24299 3060 8912,'-18'-7'0,"1"-3"0,0-7 0,0 0 0,0 0 0,-6-1 0,0 1 0,0 6 0,6-1 0,-1 8 0,1-9 0,0 7 0,0 3 0,0 8 0,1 7 0,3 11 0,1 5 0,9 12 0,-5 4 0,8 10 0,0 3 0,0 4 0,0 8 0,2-2 0,4-4 0,-5-4 0,9-7 0,-6-3 0,2-3 0,-1-4 0,-5-15 0,0-4 0,0-4 0,0-2 0</inkml:trace>
  <inkml:trace contextRef="#ctx0" brushRef="#br0" timeOffset="63">23800 3611 8912,'0'-12'0,"0"1"0,0-1 0,0-5 0,0 7 0,0-5 0,2 4 0,3-5 0,12-1 0,4 0 0,8 0 0,2 0 0,9-1 0,2 1 0,6 2 0,-2 3 0,-8-3 0,10 11 0,-10-5 0,-6 1 0,-5 2 0,-10 6 0,1 0 0,-9 0 0,5 2 0,-9 4 0,-1 6 0,-2 3 0,-2 10 0,0 1 0,0 1 0,0 6 0,0-12 0,-2 5 0,-4-1 0,5-2 0,-7-6 0,8 1 0,0-1 0,0 0 0,0-6 0,0 1 0,0-8 0,8-4 0,1-10 0</inkml:trace>
  <inkml:trace contextRef="#ctx0" brushRef="#br0" timeOffset="64">24436 3095 8912,'-2'11'0,"-1"1"0,-5 1 0,-2 2 0,5-3 0,-7-1 0,8 1 0,-9-1 0,5 1 0,-1 1 0,5-5 0,-4 1 0,8-3 0,0-4 0,8 6 0,3-8 0,5-8 0,-1 4 0,-2-7 0,-1-3 0,-8 7 0,3-9 0,-7 5 0,0-4 0,-2 5 0,-3 4 0,-5 4 0,-7 2 0,0 2 0,-1 4 0,3 4 0,4 7 0,-5 0 0,15 0 0,-7 0 0</inkml:trace>
  <inkml:trace contextRef="#ctx0" brushRef="#br0" timeOffset="65">24918 3318 8912,'0'-9'0,"0"-7"0,-7 7 0,3-1 0,-8 5 0,-1 3 0,-2 2 0,-5 0 0,-1 4 0,-2 7 0,-7 0 0,9 22 0,-6-4 0,2 3 0,2 2 0,14 1 0,3-1 0,4 1 0,2-1 0,10-2 0,7-3 0,10-6 0,13-12 0,2-3 0,4-8 0,3-8 0,-3-3 0,-4-4 0,0-2 0</inkml:trace>
  <inkml:trace contextRef="#ctx0" brushRef="#br0" timeOffset="66">25297 3353 8912,'-17'-10'0,"-1"2"0,1 7 0,-2-3 0,-4-2 0,4 0 0,-12 12 0,8 2 0,2 1 0,2 3 0,2 5 0,0 0 0,7 0 0,5 0 0,3 1 0,2-1 0,0 0 0,7 0 0,3-7 0,7-5 0,6-3 0,0-2 0,2 0 0,-4 0 0,2 0 0,0-7 0,-12 3 0,1-8 0,1-1 0,-5 5 0,5-1 0,-7 3 0,1 4 0,-1-3 0,-2 3 0,7 2 0,-7 0 0,12 2 0,-5 3 0,-3 5 0,5 1 0,-5 1 0,1 1 0,3-5 0,5 5 0,0-5 0,0 1 0,1-5 0,6 4 0,3-8 0</inkml:trace>
  <inkml:trace contextRef="#ctx0" brushRef="#br0" timeOffset="67">25761 2992 8912,'-11'0'0,"-1"-2"0,-1-4 0,3 2 0,-1-7 0,7 7 0,-3-4 0,1 10 0,0 4 0,0 17 0,6 13 0,0 6 0,0 12 0,0 1 0,0 8 0,0 4 0,0 2 0,8-4 0,3-14 0,-1-7 0,1-4 0,1-11 0,5-6 0,-5-6 0,-1-6 0,1-3 0,5-16 0,0-3 0,-2-4 0,-3-2 0,3-6 0,-3 0 0,3-6 0,2 8 0,0 6 0,0-2 0,-5 9 0,-1-4 0,1 5 0,-1 7 0,1 0 0,-8 7 0,1 5 0,3 3 0,-2 2 0,-2 1 0,-2-1 0,-1-2 0,3-2 0,2-1 0,7-1 0,-3-1 0,7-2 0,0-8 0,8-8 0,2-2 0</inkml:trace>
  <inkml:trace contextRef="#ctx0" brushRef="#br0" timeOffset="68">26295 3009 8912,'-17'-6'0,"-1"0"0,7 1 0,-1 5 0,-1 7 0,-10 5 0,4 9 0,-4 2 0,4 7 0,4-1 0,3 3 0,-3-5 0,13 4 0,-4-8 0,12-2 0,7-10 0,8-5 0,6-4 0,8-4 0,-1-4 0,-1-5 0,-5-12 0,-3 2 0,-10-6 0,-3 2 0,-5 0 0,-7 2 0,-1 4 0,-5-4 0,-4 12 0,-9-3 0,-4 9 0,-5 1 0,-5 2 0,4 4 0,1 4 0,-1 5 0,-5 12 0,-1-4 0,1 14 0,-1-7 0</inkml:trace>
  <inkml:trace contextRef="#ctx0" brushRef="#br0" timeOffset="69">25744 3473 8912,'-27'17'0,"-3"-7"0,7-5 0,8-3 0,7-2 0,8-7 0,0-5 0,15 3 0,8-3 0,15-1 0,8-10 0,12 4 0,5-4 0,4-2-2336,2 2 2336,-1 0 0,1-2 0,0-1 0</inkml:trace>
  <inkml:trace contextRef="#ctx0" brushRef="#br0" timeOffset="70">26605 3215 8912,'-29'17'0,"0"1"0,-1-1 0,3 0 0,-2 0 0,8 0 0,-2 0 0,6 6 0,6 0 0,-3 0 0,8-6 0,3-1 0,8-5 0,7 3 0,11-9 0,-2 1 0,7-6 0,-5 0 0,6 0 0,-8-8 0,2-3 0,-4-4 0,-9-3 0,3 1 0,-7 0 0,0 0 0,-6 0 0,0-1 0,0 1 0,0 0 0,0 0 0,0 0 0,0 0 0,0-1 0,0 1 0,0 0 0,0 0 0,0 0 0</inkml:trace>
  <inkml:trace contextRef="#ctx0" brushRef="#br0" timeOffset="71">26983 3232 8912,'10'0'0,"5"0"0,-11 0 0,5 2 0,-1 4 0,-2-4 0,-6 13 0,0-11 0,0 7 0,0 1 0,0 5 0,-8 0 0,1 0 0,-5 1 0,-1-1 0,7 0 0,-7 0 0,3 0 0,0-7 0,-5-2 0,13-16 0,-4-3 0,10-7 0,2-5 0,7 2 0,-1-7 0,3-1 0,2-5 0,6 5 0,0 0 0,2 8 0,-2-2 0,-2 6 0,8 6 0,-6 3 0,5 8 0,-5 2 0,6 4 0,-8 5 0,2 12 0,-4-2 0,-2 8 0,6-2 0,0 1 0,0-3 0,2 0 0,2 2 0</inkml:trace>
  <inkml:trace contextRef="#ctx0" brushRef="#br0" timeOffset="72">27930 3146 8912,'-12'6'0,"1"0"0,7 7 0,-2-1 0,-1 11 0,1 5 0,-6 7 0,7 5 0,-9-2 0,5 6 0,-1-2 0,4-4 0,4-2 0,2-1 0,0-1 0,0 1 0</inkml:trace>
  <inkml:trace contextRef="#ctx0" brushRef="#br0" timeOffset="73">28825 2940 8912,'5'-13'0,"1"-3"0,-2-5 0,-2-3 0,0-7 0,3-2 0,-3 7 0,4 3 0,-4 4 0,-2 2 0,0 9 0,0 12 0,-2 15 0,-4 13 0,2 22 0,-7 3 0,0 10 0,1 7 0,-3 3 0,7 3 0,0-5 0,-2-5 0,7-9 0,-7 1 0,10-11 0,2-3 0,1-10 0,9-19 0,-1-4 0,8-5 0,8-6 0,11-10 0,-4-11 0,14-10 0,-4-7 0,4-3 0,-1-1 0,-3-2 0,4-8 0,-6 4 0</inkml:trace>
  <inkml:trace contextRef="#ctx0" brushRef="#br0" timeOffset="74">29375 3164 8912,'-9'7'0,"-7"-5"0,7 6 0,-8-8 0,-1 0 0,1 0 0,2 2 0,3 3 0,-3-1 0,4 8 0,-5-5 0,-1 9 0,0 3 0,0 9 0,5-1 0,3 9 0,1 4 0,2-3 0,14 3 0,5-10 0,8-1 0,-2-8 0,16-4 0,-3-11 0,7-4 0,1-4 0,-6-4 0,-7-3 0,-4-8 0,4-1 0,-16-6 0,1-5 0,-3 2 0,-3-1 0,-2 5 0,-10-6 0,2 8 0,-7-2 0,-1 10 0,-5 1 0,0 8 0,7-3 0,3 7 0,14 7 0,3-5 0,7 4 0,6-4 0,0-2 0,13-2 0,-1-4 0,3 2 0,-4-7 0,1-2 0,-1 5 0,1-7 0,-11 5 0,-6-7 0,-18 7 0,-18 5 0,1 3 0,-15 2 0,3 0 0,-2 7 0,3 5 0,-3-3 0,8 3 0,0-1 0,6 7 0,2-1 0,1-2 0,3-4 0,7 5 0,-4-7 0,16 7 0,4-5 0,9 2 0,2-7 0,5 2 0,-5-3 0,6-3 0,-4 6 0,1 0 0,-4 1 0,8 8 0,-7 1 0,-2-1 0,-2 8 0,-2 3 0,1 12 0,-9-1 0,-3 6 0,-4-1 0,-4 4 0,-4-2 0,4 0 0,-19 0 0,2-2 0,-6-2 0,2-8 0,-5-5 0,-1-1 0,-4-1 0,5-4 0,-3-11 0,8-7 0,-5-3 0,5-2 0,2-9 0,9-9 0,4-3 0,8-13 0,2 2 0,4-12 0,6 2 0,11-6 0,3 4 0,11-8 0,3 1 0,4 7 0,2 0 0,1 6 0,7-2 0,-2-1 0,7 7 0,-9 2 0,-5 3 0,-2-4 0,-17 14 0,-3-4 0,-4 4 0,-9 10 0,-2-7 0,-8 15 0,0-7 0,-8 8 0,4 8 0,-5 5 0,1 8 0,-5 6 0,11 7 0,-4 0 0,4-5 0,2 0 0,0-3 0,0 3 0,0-4 0,0-8 0,8 0 0,3 1 0,4-9 0,3-3 0,5-4 0,-1-4 0,0-4 0,4-11 0,-7-2 0,4-4 0,-4-2 0,-1 0 0,-1-2 0,-8 6 0,5-9 0,-8 7 0,1 0 0,-3 6 0,2 0 0,0 7 0,-6-5 0,0 13 0,1-4 0,5 12 0,-4-4 0,13 15 0,-3-2 0,3 6 0,2 2 0,-5 0 0,-1 0 0,-7 0 0,2-6 0,-4 6 0,-2 0 0,-2 0 0,-4-6 0,-9 0 0,-8 1 0,-8-1 0,3 0 0,-5-2 0,-1-3 0,-6-5 0,-1-7 0,1-7 0,6-3 0,-1-7 0</inkml:trace>
  <inkml:trace contextRef="#ctx0" brushRef="#br0" timeOffset="75">30046 3473 8912,'-17'-25'0,"0"-2"0,0-7 0,0 5 0,-1 1 0,9 5 0,3-4 0,4 2 0,2 10 0,0 0 0,2 5 0,4 1 0,3 1 0,14 2 0,2 0 0,2 3 0,9 1 0,2 2 0,8 0 0,-7-8 0,10-1 0,-5-9 0</inkml:trace>
  <inkml:trace contextRef="#ctx0" brushRef="#br0" timeOffset="76">30872 2992 8912,'-5'-12'0,"-1"1"0,-2 5 0,3-6 0,1 9 0,-8-3 0,8 4 0,-9 4 0,5 6 0,-1 9 0,-3 8 0,-3 19 0,2 5 0,1 7 0,8 9 0,-5-6 0,5 6 0,-2-2 0,0-8 0,6-3 0,0-12 0,2-6 0,2-5 0,2-6 0,7-12 0,-3-3 0,7-16 0,0-3 0,1-4 0,-1-3 0,0 1 0,0-2 0,0-4 0,1 10 0,-1-4 0,-6 3 0,1-3 0,-8 7 0,5 3 0,-3 7 0,3 0 0,1 2 0,-4 3 0,-4-3 0,-2 14 0,2-7 0,3 1 0,-3 5 0,6-5 0,-8 7 0,7-8 0,-3-1 0,8-8 0,-1-15 0,6-4 0</inkml:trace>
  <inkml:trace contextRef="#ctx0" brushRef="#br0" timeOffset="77">31096 2957 8912,'-9'0'0,"-7"0"0,7 0 0,-1 0 0,2 0 0,8 0 0,0 0 0,8 8 0,2 1 0,-1 9 0,-1-1 0</inkml:trace>
  <inkml:trace contextRef="#ctx0" brushRef="#br0" timeOffset="78">30649 3473 8912,'-41'15'0,"1"-3"0,0-5 0,13-7 0,4 0 0,12-7 0,11-3 0,11-7 0,20-2 0,9-4 0,16 2 0,7-8 0,4 8 0,2-2 0,-1 4-141,1 2 0,0-2 141,0-4-134,-8 4 1,6-6 0,-6 8 0</inkml:trace>
  <inkml:trace contextRef="#ctx0" brushRef="#br0" timeOffset="79">31698 3164 8912,'-34'17'0,"0"0"0,-5 2 0,-7 4 0,1 4 0,-20 7 0,7 0 0,3 7 0,11-1 0,9-2 0,16-2 0,13-1 0,16-7 0,13 1 0,6-10 0,17-2 0,5-2 0,7-9 0,-1 0 0,-6-6 0,-7 0 0,0-8 0,-3-3 0,-13-12 0,5-4 0</inkml:trace>
  <inkml:trace contextRef="#ctx0" brushRef="#br0" timeOffset="80">27637 4367 8912,'-17'0'0,"0"0"0,0 0 0,-1 0 0,1 2 0,0 2 0,0 2 0,1 7 0,3 0 0,2 8 0,7 8 0,-2 13 0,4 10 0,2 7 0,0 10 0,0-1 0,2-5 0,4 0 0,-4-1 0,3 1 0,-5-4 0,-5-8 0,1-9 0,-8-7 0,-1-10 0,3-14 0,-1-5 0,-1-4 0,-5-2 0,0-16 0,0-5 0,0-17 0,-1-2 0,1-8 0,6 4 0,-1-7 0,8-1 0,-1 1 0,3 7 0,2 4 0,0 3 0,0 3 0,2 5 0,3 1 0,5 5 0,7-6 0,10 8 0,7-2 0,3 10 0,9 1 0,-6 8 0,6-1 0,-8 3 0,2 2 0,-6 7 0,-5 5 0,-12 9 0,-11 2 0,-6 9 0,-6 1 0,-5 5 0,-12 2 0,-4 0 0,-5 0 0,3-1 0,-4-3 0,14 4 0,-4 0 0,6 0 0,6-5 0,3-9 0,8-3 0,0-2 0,0 2 0,15-11 0,8-1 0,8-7 0,5-4 0,4 0 0,4-4 0,8-7 0,0-1 0,-1-18 0,1 7 0,-2-8 0,-5 4 0,-4 1 0,-13-5 0,-5 8 0,-4-7 0,-7 9 0,-1-8 0,-7 8 0,0-2 0,-8 4 0,-2 7 0,-11 1 0,4 7 0,-10-2 0,4 5 0,0 2 0,-4 5 0,4 4 0,-4 9 0,3 4 0,11-4 0,-4 13 0,7-3 0,0 3 0,6 3 0,0-8 0,0-5 0,8 3 0,5-4 0,8-5 0,4-1 0,4-9 0,5-1 0,0-5 0,3-3 0,9-9 0,-8 1 0,10-16 0,-8 4 0,-2-6 0,-9-3 0,-4-3 0,-8 3 0,0 3 0,-7-3 0,-3 13 0,-7-4 0,-7 4 0,-5 2 0,3 7 0,-3 4 0,1 6 0,-7 6 0,1 4 0,8 14 0,3 5 0,4 5 0,2 6 0,0 6 0,0 4 0,0 2 0,0-1 0,2 3 0,4 3 0,-2-2 0,5 5 0,-1-7 0,-3 2 0,-5-12 0,0 2 0,-7-5 0,-5-11 0,-3-6 0,-2-4 0,-6-4 0,0-3 0,-6-4 0,6-8 0,-5-10 0,5-7 0,0-8 0,6-9 0,-1-1 0,9 1 0,1-6 0,8 0 0,8-6 0,3 6 0,6-6 0,4 6 0,2 1 0,8-5 0,2 14 0,9-6 0,2-3 0,-6 13 0,6-14 0,-6 13 0,2 0 0,0 2 0,-7 8 0,-4 0 0,-7 0 0,-10 7 0,-2-5 0,-5 3 0,-3 3 0,4-3 0,-4 9 0,-2-5 0,-8 8 0,6 0 0,-5 8 0,7 3 0,0 10 0,0 2 0,0 7 0,0-1 0,5 4 0,1 1 0,0 0 0,-6 1 0,6-1 0,-1 1 0,9-7 0,-3 1 0,4-2 0,3 1 0,-1-5 0,0-9 0,0-3 0,6-7 0,0 2 0,2-6 0,-2-6 0,-4-4 0,8-7 0,-4 0 0,-4-8 0,6-4 0,0-3 0,-6-2 0,4-1 0,-12 1 0,3 1 0,-9 3 0,-1 1 0,-4 8 0,-6-2 0,4 4 0,-13 4 0,2 3 0,-8 7 0,2 5 0,-4 5 0,4 5 0,1 7 0,1 0 0,0 0 0,7 8 0,-3-4 0,7 8 0,1-8 0,5 2 0,1-6 0,5-5 0,4 3 0,9-6 0,4 1 0,4-2 0,15-10 0,4-4 0,3-4 0,3-7 0,-1-15 0,1-5 0</inkml:trace>
  <inkml:trace contextRef="#ctx0" brushRef="#br0" timeOffset="81">28102 2768 8912,'-12'0'0,"1"0"0,7 0 0,-6 0 0,5 0 0,3 2 0,-6 4 0,2 9 0,1 12 0,-3 13 0,2 25 0,-5 19 0,3-33 0,1 3 0,-3 7 0,0 2 0,-1 11 0,-1 3 0,-1 4 0,-2 0 0,-1 3 0,-1 1 0,3-2 0,0-2 0,-1-9 0,1-3 0,0-6 0,-1-2-385,2-6 0,-1-3 385,-18 29 0,20-24 0,1-23 0,15-15 0,13-15 0,14-15 0,7-12 0,6 0 0,7-2 0</inkml:trace>
  <inkml:trace contextRef="#ctx0" brushRef="#br0" timeOffset="82">28997 5175 8912,'-8'15'0,"-4"-3"0,-3-6 0,0-3 0,2 1 0,1 2 0,6 0 0,-5-6 0,9-2 0,2-4 0,9-3 0,14-9 0,6 1 0,2 0 0,-3 0 0,9-6 0,-9 0 0,9-6 0,-11 4 0,3 1 0,0-1 0,-8-6 0,4 4 0,-8-7 0,-6 2 0,-1 1 0,-2 2 0,-3 8 0,-5-3 0,0 6 0,-7 9 0,-3 1 0,-7 10 0,0 4 0,0 9 0,-1 8 0,3 6 0,4-6 0,-5 7 0,14-9 0,-3 8 0,5-8 0,5 4 0,7-1 0,3-4 0,2 2 0,2 0 0,4 0 0,4-2 0,2 6 0,0-3 0,-8-4 0,1 4 0,-2-4 0,-5-1 0,-4-1 0,-3 0 0,-8 0 0,0 0 0,-8 0 0,-5 1 0,-6-3 0,-4-4 0,-8-3 0,6-8 0,-3 0 0,5 0 0,-4 0 0,8-15 0,2-12 0,9-17 0</inkml:trace>
  <inkml:trace contextRef="#ctx0" brushRef="#br0" timeOffset="83">29840 4677 8912,'-12'0'0,"1"0"0,-2 0 0,-3 0 0,-3 0 0,-4 0 0,-6 0 0,-3 5 0,-2 1 0,1 13 0,4-2 0,-1 12 0,7 0 0,2-3 0,9 3 0,7 2 0,5-5 0,5 3 0,13-8 0,10 2 0,5-6 0,1-5 0,2 1 0,5-7 0,-11 5 0,3-3 0,-5-1 0,-1 1 0,-6 5 0,4-5 0,-8 4 0,-7 3 0,-4-4 0,-5 5 0,-1 1 0,-7 0 0,-7-2 0,-7-3 0,-5 3 0,-9-4 0,3 5 0,1 1 0,4 0 0,2 0 0,3-7 0,4-3 0,1-7 0,0 0 0,0-15 0,0-4 0</inkml:trace>
  <inkml:trace contextRef="#ctx0" brushRef="#br0" timeOffset="84">30218 4745 8912,'-17'-7'0,"2"3"0,3-8 0,-3 9 0,8 4 0,-5 17 0,4 7 0,8 9 0,-5 2 0,-1 4 0,0-1 0,6 6 0,2-6 0,4 1 0,5-4 0,5-2 0,1 1 0,2-10 0,4-8 0,-4-8 0,4-9 0,-4 0 0,6-2 0,4-3 0,-5-7 0,-1-11 0,2 2 0,-2-7 0,0 1 0,-6-4 0,-1 5 0,-5 1 0,-3-6 0,-8 10 0,-2-6 0,-4 3 0,-3 1 0,-9 5 0,-1 3 0,-4 4 0,-3 3 0,-3 8 0,0 0 0,2 4 0,-1 5 0,3 9 0,2 3 0,0 3 0,0-4 0,13 10 0,5-5 0,3 2 0,2-6 0,0 2 0,9-10 0,9-1 0,8-9 0,14 3 0,4-12 0,8-5 0,0-4 0,-6-8 0,-2-2 0,-2-2 0,4 0 0,-8-3 0,-6 3 0,-7 2 0,-6 2 0,-3 6 0,-5 0 0,-3 0 0,-8 7 0,0 3 0,0 22 0,5-2 0,1 16 0,0-8 0,0 6 0,-1-6 0,-1 2 0,-2-2 0,-2-2 0,0-2 0,0 0 0,0 0 0,0-5 0,0-1 0,0-7 0,6 2 0,1-12 0,3-6 0,2-10 0,5-3 0,-2-6 0,-3 3 0,9 1 0,-4-2 0,4-1 0,-4 7 0,0 0 0,0 6 0,1-1 0,1 3 0,4 4 0,-4 3 0,4 12 0,-4 7 0,-2 3 0,0 14 0,0 1 0,1 5 0,-3-5 0,-4 0 0,3-3 0,-8 3 0,-1 3 0,-12-12 0,-3 4 0</inkml:trace>
  <inkml:trace contextRef="#ctx0" brushRef="#br0" timeOffset="85">30408 4144 8912,'-17'28'0,"-1"1"0,1-6 0,0 5 0,0 3 0,1 1 0,5 3 0,-2-1 0,7 1 0,2-7 0,10 1 0,5-14 0,12 2 0,4-11 0,7 0 0,1-4 0,-3-4 0,-1-6 0,-2-9 0,-8-2 0,1-10 0,-10 6 0,-6-5 0,-12 1 0,-6-2 0,-3-3 0,-10 13 0,-1-4 0,-3 6 0,0 5 0,-1 6 0,5 5 0,0 1 0,8 3 0,-1 9 0,9-1 0,3 12 0,4 4 0,2 0 0,0 7 0</inkml:trace>
  <inkml:trace contextRef="#ctx0" brushRef="#br0" timeOffset="86">31698 4900 8912,'0'12'0,"-2"-3"0,-3 1 0,-7-1 0,3 3 0,-1 5 0,1 0 0,-1 0 0,-1 6 0,-7 4 0,1 5 0,0 10 0,0 6 0,-1 6 0,1 3 0,0 6 0,2 2 0,3-2 0,-3 4 0,5-6 0</inkml:trace>
  <inkml:trace contextRef="#ctx0" brushRef="#br0" timeOffset="87">28412 6705 8912,'0'12'0,"0"-1"0,0-7 0,-2 4 0,-4-8 0,4 0 0,-13 0 0,5 0 0,-5 7 0,3 5 0,7 3 0,3 2 0,-6 8 0,6 8 0,-4 9 0,4 2 0,2 1 0,0 7 0,0 0 0,0-1 0,0-1 0,0-4 0,2-6 0,4-4 0,4-9 0,9-4 0,4-12 0,5-5 0,5-4 0,7-6 0,0-7 0,6-1 0,-6-11 0,0-2 0,-5 1 0,-1-3 0,-7 6 0,-4-2 0,-12-2 0,-5 2 0,-4 0 0,-2 6 0</inkml:trace>
  <inkml:trace contextRef="#ctx0" brushRef="#br0" timeOffset="88">28308 7084 8912,'6'17'0,"0"0"0,7-7 0,-9-5 0,7-10 0,1-5 0,11-7 0,2 0 0,1-1 0,5 1 0,-4 0 0,2 2 0,1 3 0,-5-3 0,2 11 0,-6-5 0,2 1 0,0-5 0,-6 9 0,-2-8 0,-3-1 0,-5-2 0,-7-3 0,0 1 0</inkml:trace>
  <inkml:trace contextRef="#ctx0" brushRef="#br0" timeOffset="89">28274 6860 8912,'-8'10'0,"6"-3"0,-5-7 0,7 0 0,3-9 0,11-8 0,15-10 0,13-6 0,15-1 0,2 0 0,6-1 0,-2 1 0,-1 7 0,1 4 0,-4 4 0,-21 2 0,-3 0 0,-12-1 0,1 1 0</inkml:trace>
  <inkml:trace contextRef="#ctx0" brushRef="#br0" timeOffset="90">28928 7084 8912,'-10'11'0,"4"0"0,-3-7 0,7 4 0,-6-10 0,6-2 0,-3-2 0,3-7 0,-6 4 0</inkml:trace>
  <inkml:trace contextRef="#ctx0" brushRef="#br0" timeOffset="91">29048 7084 8912,'0'-12'0,"0"1"0,0-3 0,0-1 0,0 5 0,-5 5 0,-1 12 0,2 11 0,2-1 0,2 8 0,0-1 0,0 5 0,0 2 0,0-3 0,0 5 0,0-6 0,0-1 0,0-1 0,0-8 0,0 0 0,0 1 0,0-1 0,-6-6 0,1 1 0,-1-8 0,4 3 0,-4-7 0,4-2 0,-5-5 0,-1-11 0,6-6 0,-4-11 0,4 1 0,2 0 0,0-1 0,0 1 0,0-1 0,8 7 0,4-1 0,-3 8 0,3-2 0,1 4 0,2 2 0,4 5 0,2 3 0,2 1 0,8 2 0,-10 20 0,8 3 0,-1 12 0,7-1 0,-8 3 0,-3-1 0,1-1 0,-6 0 0,6-3 0,-8-3 0,1-3 0,-1-11 0,0 4 0,0-7 0,-5 0 0,-1-6 0,-1-8 0,1-3 0,-5-4 0,4-3 0,-9-5 0,5-1 0,-4-3 0,-2 6 0,0-12 0,0 5 0,0-5 0,0-1 0,-6 7 0,1 4 0,-3 6 0,2 5 0,2-1 0,-7 7 0,7 8 0,-9 15 0,7 12 0,2 4 0,-5 1 0,7 0 0,-4 1 0,6-3 0,6-3 0,3 1 0,8-7 0,1 0 0,-1-5 0,2-1 0,2-2 0,2-4 0,8 5 0,-12-9 0,4 7 0,-4-3 0,-2-7 0,-7 11 0,-3-5 0,-7 7 0,-7 2 0,-5 4 0,-11-4 0,2 6 0,-6-8 0,2 0 0,-5 1 0,9-9 0,-8-3 0,8-4 0,-4-17 0,8-5 0</inkml:trace>
  <inkml:trace contextRef="#ctx0" brushRef="#br0" timeOffset="92">29771 7084 8912,'10'11'0,"-5"0"0,-3-7 0,-2 4 0,0 0 0,0-5 0,0 9 0,0-8 0,8 3 0,3-7 0,12 0 0,-4 0 0,6 0 0,0 0 0,2-7 0,7-3 0,1-9 0,-1-4 0,-7 4 0,-2-8 0,-8 6 0,0-2 0,-7 0 0,-3 0 0,-7 1 0,0 1 0,-15 9 0,2-1 0,-16 7 0,6 2 0,-6 10 0,1 0 0,-5 9 0,5 4 0,-5 10 0,14-4 0,-4 3 0,6 8 0,5-7 0,5 7 0,7-7 0,2 2 0,3-3 0,12 3 0,12-8 0,4-2 0,1-10 0,1-5 0,7-4 0,-4-4 0,8-4 0,-10-5 0,-2-12 0,-1 2 0,-10-8 0,0 1 0,2-14 0,1-2 0</inkml:trace>
  <inkml:trace contextRef="#ctx0" brushRef="#br0" timeOffset="93">30270 6929 8912,'0'-17'0,"0"7"0,0-5 0,0 13 0,0-6 0,0 8 0,0 8 0,0 3 0,0 5 0,8 8 0,-4-3 0,5 6 0,-1-2 0,5 6 0,-9-10 0,6 5 0,-3-1 0,-1 6 0,-6-12 0,0 4 0,0-4 0,0-2 0,0-5 0,0-1 0,0-7 0,-2 2 0,-4-12 0,4-4 0,-5-9 0,7-2 0,0-2 0,0-7 0,0 3 0,0-7 0,0 5 0,0 0 0,7 6 0,3-3 0,-1 1 0,7 2 0,-7 6 0,9-1 0,-1 7 0,0 0 0,6 7 0,0-2 0,-6 4 0,-5 2 0,-3 8 0,3 3 0,3 4 0,-13 3 0,3-1 0,-3 0 0,-2-6 0,0 1 0,0-8 0,0 3 0,0-7 0,0-7 0,0-5 0,0-3 0,0-2 0,0 0 0,0-1 0,6 1 0,0 0 0,2 6 0,-3-1 0,5 1 0,1 1 0,1 4 0,1 4 0,2 2 0,-3 8 0,-1 4 0,1-3 0,5 3 0,0-1 0,0 4 0,1-3 0,-1 1 0,0-7 0,0 0 0,1-6 0,-1 0 0,0 0 0,0 0 0,0 0 0,1-8 0,-7 2 0,1-11 0,-1-4 0,6-13 0</inkml:trace>
  <inkml:trace contextRef="#ctx0" brushRef="#br0" timeOffset="94">30941 6361 8912,'0'10'0,"0"-2"0,0-1 0,-2 3 0,-3 7 0,3 0 0,-4 0 0,4 1 0,2 12 0,2 5 0,4 1 0,-4 8 0,7 0 0,-3 7 0,-2 1 0,7-1 0,-7-7 0,4-3 0,-1-5 0,-5-9 0,4-4 0,-4-12 0,-2 4 0,0-15 0,0 0 0,0-7 0,0-18 0,2-4 0,3-3 0,-3-3 0,4 1 0,2-1 0,-2 1 0,5 2 0,-5 3 0,7 4 0,-3 2 0,7 0 0,0 6 0,0 8 0,0 1 0,1 2 0,5 8 0,1 4 0,3 5 0,-6 5 0,-2 8 0,-7 5 0,-3 4 0,3 1 0,-4 0 0,-8 1 0,-10-1 0,-7 0 0,-2-1 0,-10-3 0,-2-1 0,-1-8 0,3 4 0,1-10 0,-3-3 0,0-5 0,3-7 0,3 0 0,8-15 0,-1-4 0</inkml:trace>
  <inkml:trace contextRef="#ctx0" brushRef="#br0" timeOffset="95">31440 6241 8912,'-7'-25'0,"3"6"0,-8-4 0,1 12 0,1 3 0,-3 12 0,7 7 0,0 9 0,6 16 0,0 4 0,0 10 0,0 7 0,0-2 0,0-1 0,0-3 0,0 1 0,2 0 0,4-3 0,6-3 0,3-6 0,2-11 0,0-1 0,0-10 0,6-5 0,0-13 0,6-8 0,-6-3 0,6-6 0,-6-6 0,0-2 0,-6-4 0,-6-3 0,1 3 0,-1-3 0,-1-1 0,-5 5 0,-3-3 0,-2 8 0,0 2 0,0 2 0,-2 4 0,-3 3 0,-7 7 0,-3 3 0,0 11 0,1 6 0,3 6 0,5 10 0,-5-2 0,7 3 0,-2 3 0,4-1 0,4-2 0,4-1 0,5-2 0,5-8 0,3 3 0,4-8 0,5-5 0,5 5 0,1-15 0,1 5 0,-1-19 0,0-6 0</inkml:trace>
  <inkml:trace contextRef="#ctx0" brushRef="#br0" timeOffset="96">32370 6637 8912,'0'-18'0,"0"1"0,0-2 0,0-2 0,0-2 0,0 2 0,0 2 0,0 2 0,0 0 0,0-1 0,0 11 0,0 9 0,0 13 0,5 12 0,1 15 0,-2 9 0,-2 10 0,-2 14 0,-2 5 0,-2 2 0,-2-1 0,-7-3 0,3-6 0,1 3 0,-7 0 0,7-7 0</inkml:trace>
  <inkml:trace contextRef="#ctx0" brushRef="#br0" timeOffset="97">28360 8270 8912,'9'-2'0,"-5"-2"0,-6-3 0,-3-3 0,-9 6 0,5-3 0,-1-1 0,-5 6 0,5-6 0,1 1 0,-7 5 0,5-4 0,-4 4 0,-3 2 0,1 0 0,0 0 0,-2 4 0,-4 7 0,-4 9 0,-7 22 0,-1 7 0,1 12 0,-8 10 0,23-22 0,2 3 0,-4 3 0,1 1-52,1 4 0,2 2 0,3 5 1,1 0-1,2 1 0,1 0 1,3-6-1,1 0 52,2-5 0,2-1 0,0 33 0,6-10 0,6-22 0,7-9 0,11-2 0,7-35 0,11 1 0,4-9 0,1-3 0,6-17 0,1-11 0,-1-13 0,-3-12 0,-1-8 0,-1-14 0,-28 32 0,0 0 0</inkml:trace>
  <inkml:trace contextRef="#ctx0" brushRef="#br0" timeOffset="98">28859 8648 8912,'10'-7'0,"-3"3"0,-7-8 0,0 1 0,0-6 0,-2-1 0,-3 1 0,3 0 0,-6 0 0,2 0 0,0-1 0,-1 1 0,3 0 0,-2 0 0,1 7 0,5 10 0,0 16 0,0 8 0,0 11 0,7 18 0,-3-5 0,7 15 0,1 0 0,5 6 0,-5 0 0,-1-2 0,2-4 0,-3-4 0,2-8 0,-9-9 0,3-7 0,-4-8 0,-2-33 0,-2-6 0,-4-24 0,-5-4 0,3-12 0,-7-3 0,3-8 0,-3-2 0,-2 6 0,2-6 0,1 7 0,3 3 0,7 2 0,-4 3 0,8 4 0,0 6 0,8 6 0,3 3 0,7 4 0,5 2 0,-4 10 0,13 7 0,-5 8 0,0 0 0,5 8 0,-11 2 0,6 9 0,-2 4 0,-10-4 0,-1 13 0,-9-3 0,-1 3 0,-2 3 0,-4-1 0,-5 1 0,-11-1 0,1 8 0,-10-11 0,6 3 0,-2-2 0,0-1 0,6 0 0,0-3 0,2-7 0,3 2 0,5-4 0,7-2 0,3-1 0,9-5 0,-1-3 0,24-8 0,-1 0 0,3-2 0,6-4 0,0-5 0,4-5 0,-3-1 0,0 0 0,-4 0 0,4-8 0,-15 6 0,0-4 0,-8 2 0,-4-2 0,-7 4 0,-5-4 0,-3-2 0,-2 2 0,0 0 0,-2 0 0,-3 0 0,-5 1 0,-7 10 0,0 3 0,-1 1 0,1 2 0,0 8 0,0 4 0,0 5 0,-1 10 0,1 2 0,8 14 0,3-3 0,4 2 0,2 1 0,0-5 0,0-3 0,8 3 0,7-7 0,10 4 0,2-6 0,1-12 0,7-5 0,-1-4 0,0-6 0,1-8 0,-1-11 0,1-7 0,-1-12 0,1-2 0</inkml:trace>
  <inkml:trace contextRef="#ctx0" brushRef="#br0" timeOffset="99">29978 8511 8912,'0'-12'0,"0"1"0,0 7 0,-6-6 0,0 5 0,0 3 0,-1-6 0,-1 10 0,-5 4 0,3 7 0,2 8 0,-5 6 0,11 7 0,-4 1 0,4-1 0,2 0 0,0 6 0,0 1 0,2-3 0,4-10 0,4 3 0,7-8 0,2-2 0,4-10 0,4-5 0,7-12 0,2-5 0,5-12 0,-5-6 0,4-9 0,-4-2 0,-9 0 0,-4 6 0,0-1 0,-6 1 0,4 7 0,-13 2 0,5 10 0,-1 3 0,-8-3 0,3 11 0,-9-5 0,-3 1 0,-5 2 0,-7 6 0,0 0 0,-1 6 0,1 0 0,6 9 0,-1 2 0,3 2 0,-3 10 0,5-8 0,7 12 0,0-5 0,0-1 0,0 2 0,0 1 0,2-3 0,3 2 0,5-10 0,7-2 0,8 0 0,-4-15 0,8 2 0,1-8 0,3-6 0,1-14 0,1-5 0,-1-3 0,0-3 0,-7-5 0,-6-2 0,-7-2 0,1 6 0,-15-6 0,0 6 0,-10-2 0,-7 7 0,-6 10 0,-4 0 0,-7 6 0,7 4 0,-5 15 0,3 3 0,-3 7 0,-3 3 0,8 10 0,4 2 0,4-1 0,10 7 0,1-12 0,8 8 0,0-8 0,15-4 0,4-10 0</inkml:trace>
  <inkml:trace contextRef="#ctx0" brushRef="#br0" timeOffset="100">30717 8476 8912,'0'-9'0,"0"1"0,0 0 0,0 6 0,0-5 0,0 14 0,0 5 0,0 3 0,0 2 0,0 1 0,0 5 0,0 1 0,0 3 0,0-6 0,0 2 0,0-4 0,0-2 0,0 1 0,0-1 0,0-8 0,0-3 0,0-12 0,8-3 0,-6-10 0,4-4 0,-4-6 0,5-3 0,-5-3 0,4 3 0,-4 3 0,-2-3 0,0 12 0,0-2 0,0 2 0,0 11 0,2-4 0,4 7 0,3 0 0,8 8 0,1 4 0,-1 3 0,0 14 0,0 2 0,0 2 0,-7-6 0,3 9 0,-5-7 0,2-2 0,-7-2 0,5-1 0,-6-3 0,4-4 0,-4 5 0,5-14 0,-7 5 0,0-9 0,0-5 0,0-11 0,0 1 0,2-13 0,2 5 0,2-2 0,-1 6 0,-3-10 0,2 9 0,2 1 0,0 1 0,-4 9 0,3 0 0,5 7 0,7-2 0,-5 4 0,-1 2 0,0 8 0,7-1 0,1 7 0,4-3 0,-4-7 0,8 9 0,-6-7 0,2-2 0,5-2 0,-5-2 0,6 0 0,-6 0 0,0 0 0,-12-6 0,1-2 0,1-1 0,-5-3 0,-1-5 0,-7 0 0,0 0 0,0 0 0,0-1 0,-2 9 0,-3 3 0,3 4 0,-8 10 0,6 3 0,-1 5 0,-1 7 0,6 0 0,0 1 0,0-1 0,-8-4 0,6 12 0,-3-8 0,3-2 0,2-2 0,-2-4 0,-2-1 0,-2-3 0,1-5 0,5 5 0,0-7 0,0 4 0,0-10 0,0-4 0,0-5 0,7-12 0,-5 2 0,4-6 0,-4 2 0,-2-5 0,0 3 0,0-6 0,0 5 0,7 3 0,-5 8 0,6-1 0,0 1 0,-6 0 0,13 8 0,-11-5 0,7 8 0,1 3 0,5 6 0,0 3 0,-5 8 0,-1-3 0,-1 10 0,1 2 0,-3 0 0,-3-6 0,1 0 0,0 0 0,-6 1 0,0-1 0,0 0 0,0-6 0,0 1 0,0-8 0,0 2 0,0-12 0,2-4 0,4-7 0,-5 0 0,7-6 0,-6 0 0,4 2 0,-4 2 0,11 7 0,-7 1 0,-2-2 0,5 5 0,-5 0 0,7 8 0,1 0 0,3 2 0,-3 4 0,3-2 0,-4 7 0,5-7 0,1 2 0,0-4 0,0-2 0,1 0 0,-1 0 0,0 0 0,0-8 0,0-3 0,1-5 0,-7-1 0,1 0 0,-9-6 0,3 0 0,-4 0 0,-2 6 0,0 0 0,-8 7 0,-1 3 0,-8 8 0,-1 5 0,-6 4 0,4 15 0,-1 3 0,8 5 0,-2-7 0,13 7 0,-4-4 0,4 3 0,2-5 0,2-2 0,4-8 0,5 0 0,5-7 0,8-3 0,7-7 0,7 0 0,-1 0 0,10-9 0,-6-7 0,-3-5 0,-2-9 0,-3 9 0,-5-8 0,-3 6 0,-8-5 0,-5 7 0,-3-2 0,-1 4 0,-4 1 0,-10 1 0,2 6 0,-7-1 0,5 8 0,-5-1 0,-3 5 0,-1 5 0,0 7 0,3 11 0,-3-2 0,3 7 0,-3 1 0,0 0 0,1-1 0,3 3 0,1-4 0,-1 1 0,-2-7 0,7 2 0,0-4 0,6-1 0,2-3 0,4-6 0,5-9 0,5-7 0,3-18 0,4-4 0,5-3 0,-1 3 0,2 1 0,-6 1 0,5-2 0,-7-3 0,6 13 0,-6-2 0,2 7 0,0 7 0,-11 7 0,-1 0 0,0 1 0,7 5 0,-1 6 0,0 3 0,0 2 0,1 0 0,6-1 0,5-5 0,4-5 0,1-4 0,0-2 0,-1 0 0,-4 0 0,3-8 0,-7 0 0,4-5 0,-6 2 0,-6-1 0,-6-5 0,-3 0 0,-8 0 0,-15 1 0,-8 5 0,-8-3 0,-3 9 0,-1-1 0,-5 6 0,0 2 0,2 4 0,3-3 0,5 11 0,1 3 0,-2 4 0,7 2 0,1-6 0,5 6 0,7 0 0,-2 0 0,7-6 0,0 0 0,6 0 0,0 1 0,8-3 0,3-4 0,4-5 0,3-4 0,7-10 0,1-5 0,1-8 0,6-6 0,-5-7 0,-1-1 0,2 1 0,-8-6 0,2 0 0,-4-8 0,-2 2 0,0-3 0,-7-1 0,-4 4 0,-5 6 0,-1 6 0,-1 5 0,-5 6 0,4 12 0,-13 12 0,3 17 0,-3 8 0,-2 14 0,1 4 0,3 8 0,1 0 0,9 5 0,-3 0 0,4-7 0,2-10 0,2 0 0,4-4 0,5-5 0,4-4 0,3-4 0,5-14 0,-1-3 0,0-4 0,4-10 0,-1-3 0,4-12 0,-6-6 0,4-3 0,-8-5 0,4-3 0,-10 4 0,-3-4 0,-3 4 0,7 9 0,-12-4 0,3 8 0,-3 2 0,-2 10 0,0-4 0,0 15 0,0 0 0,0 7 0,0 10 0,0 1 0,0-1 0,0 0 0,2 4 0,4-4 0,-4 4 0,13-11 0,-4 7 0,-1-6 0,2 1 0,-1-6 0,6 5 0,-7-7 0,5 4 0,-3-8 0,3-8 0,0 4 0,-1-7 0,-3-3 0,0-1 0,5-2 0,-3-2 0,-1-4 0,-1-4 0,4-2 0,-1 1 0,-3-3 0,-7-9 0,4 2 0,-6-6 0,3 2 0,-3 2 0,4 5 0,-4 9 0,-8-5 0,0 8 0,1 6 0,5 5 0,-6 11 0,0 2 0,2 15 0,2 9 0,2 9 0,0 0 0,0 6 0,0 1 0,-5 4 0,-1-4 0,2-3 0,2 0 0,2 2 0,0-11 0,0 9 0,0-15 0,0 0 0,0-6 0,0 0 0,2-7 0,4-6 0,5-8 0,5-6 0,3-15 0,2-1 0,2-1 0,0-6 0,-6 8 0,0-5 0,0 1 0,1 8 0,-1-4 0,0 8 0,-7 8 0,5 1 0,-13 10 0,3 4 0,-3 7 0,-2 8 0,0-2 0,0 6 0,0-8 0,0 0 0,6 1 0,0-1 0,7-8 0,-11-1 0,-2-16 0,-9-1 0</inkml:trace>
  <inkml:trace contextRef="#ctx0" brushRef="#br0" timeOffset="101">32851 7995 8912,'-59'0'0,"-4"0"0,4 0 0,5 0 0,12 0 0,17-8 0,18 6 0,9-5 0,5 7 0,10 0 0,16 0 0,13 0 0,21-6 0,13 0-264,4 0 0,10 6 264,-8 0 0,-8-5 0,-3-1 0,-4 0 0,13-1 0,4-3 0</inkml:trace>
  <inkml:trace contextRef="#ctx0" brushRef="#br0" timeOffset="102">33574 7943 8912,'-34'2'0,"-1"4"0,1-4 0,-1 4 0,1 3 0,0-5 0,-1 7 0,8-1 0,4 1 0,4 5 0,10-7 0,3 1 0,14-5 0,9-3 0,0-2 0,16-5 0,-5-3 0,5-2 0,1-1 0,-5-6 0,0 0 0,-8 5 0,2 1 0,-4-1 0,-2-5 0,0 0 0,-5 7 0,-1 5 0,-7-5 0,0 8 0,-16-4 0,-7 12 0,-15 4 0</inkml:trace>
  <inkml:trace contextRef="#ctx0" brushRef="#br0" timeOffset="103">30425 9525 8912,'-8'-10'0,"-1"-5"0,-10 4 0,-4-3 0,-4 3 0,-2 3 0,1 1 0,5 5 0,-6-4 0,0 6 0,1 8 0,-1 9 0,6 2 0,-4 10 0,2 1 0,2 8 0,6 4 0,0 0 0,2 0 0,3-3 0,-1 3 0,7-2 0,2-4 0,2-5 0,10 1 0,2-15 0,9 2 0,2-5 0,2-1 0,7-5 0,-1-3 0,3-3 0,-5 6 0,4-6 0,-8 6 0,-2-1 0,-10-5 0,3 8 0,-9-5 0,1-3 0,-8 14 0,-4-5 0,-3 4 0,-14-5 0,-2-2 0,-2-1 0,6-5 0,-11 6 0,5-8 0,0 0 0,2-8 0,10-1 0,4-11 0,5-2 0,4-5 0,6-8 0,7 1 0,3 0 0,14-1 0,1 1 0,5-1 0,1 1 0,-1 7 0,-5 3 0,-2 6 0,-2 1 0,5 0 0,-11 7 0,4 5 0,-4 10 0,0 5 0,2 9 0,2 4 0,6-6 0,-6 0 0,8 1 0,-3-7 0,5-1 0,1 1 0,1-7 0,-1 2 0,0-5 0,1-8 0,-3-5 0,-3-3 0,-4-2 0,-8 0 0,-2 0 0,-3-1 0,3 1 0,-13 8 0,6 1 0,-8 16 0,0 3 0,6 14 0,-1 9 0,-1 10 0,-2 8 0,-2 5 0,0 4 0,-2 8 0,-4 0 0,-5 0 0,-4-8 0,-5 6 0,-1-6 0,-2 0 0,-7-10 0,11-16 0,-4-12 0,4-4 0,1-10 0,1-5 0,2-15 0,4-12 0,-5-8 0,14-11 0,-3-6 0,3-7 0,2 2 0,7-1 0,5 8 0,3-2 0,2-1 0,0 5 0,3 2 0,3 0 0,1 5 0,5-3 0,4 4 0,-5 2 0,3-1 0,-2 1 0,3 0 0,-11-1 0,8 1 0,-10 5 0,0 4 0,-6 6 0,-9-2 0,4 19 0,-8-5 0,0 14 0,-6 5 0,-2 11 0,-1 5 0,3 5 0,-3 1 0,1 1 0,2-9 0,8 7 0,4-5 0,5-3 0,12-2 0,-2-4 0,8-2 0,2 1 0,9-9 0,-4-1 0,2-6 0,-7 3 0,1-3 0,-5 6 0,-2-6 0,-8 4 0,-7-3 0,-10 9 0,-8-1 0,-11 7 0,-13-1 0,-7 0 0,-8 0 0,3 0 0,-8-1 0,0-5 0,8 2 0,4-7 0,4 0 0,3-6 0,5 0 0,10-10 0,13-5 0,3-6 0,2-9 0,7 3 0,5-8 0,18-7 0,7-2 0</inkml:trace>
  <inkml:trace contextRef="#ctx0" brushRef="#br0" timeOffset="104">31612 9319 8912,'-17'-12'0,"2"1"0,1-1 0,3 3 0,7-7 0,-11 15 0,7 2 0,-3 17 0,3 12 0,8 10 0,0 8 0,6 2 0,1 7 0,3-2 0,1-1 0,3-4 0,1-3 0,4-1 0,2-8 0,2-3 0,0-12 0,-2-4 0,6-10 0,-8-1 0,6-10 0,0-4 0,-6-3 0,4-8 0,-6-8 0,-5-4 0,1 2 0,-7-1 0,-1-1 0,-5-5 0,-1 7 0,-5 4 0,-4 0 0,-7 6 0,0-4 0,0 17 0,-1-5 0,1 1 0,0 2 0,0 14 0,0 3 0,5-1 0,1 1 0,7 1 0,-2 5 0,4 0 0,10 0 0,1-5 0,10-3 0,4-1 0,-3-2 0,12-6 0,-3 0 0,3 0 0,3 0 0,-3-6 0,-3-2 0,-6-1 0,-4 3 0,-2-5 0,0 7 0,1-11 0,-9 13 0,-1-6 0,-8 8 0,0 0 0,0 8 0,0 1 0,-8 1 0,6-1 0,-4-3 0,5-4 0,1 6 0,7-10 0,5-4 0,3 4 0,0-13 0,-1 5 0,-3 1 0,-1-7 0,1 5 0,4 1 0,-3-1 0,-4-1 0,7 1 0,-4-1 0,3 7 0,-3-7 0,4 8 0,-5-3 0,5 14 0,-3 5 0,1-3 0,-7 3 0,5-1 0,-5 7 0,0-9 0,2 6 0,1-5 0,8 0 0,-5-3 0,-1-7 0,-5-7 0,4-5 0,-3-3 0,7-2 0,-11-1 0,9-1 0,1-4 0,-3 4 0,1-4 0,-7-3 0,6 6 0,-5-2 0,-3 8 0,6 3 0,0-3 0,-6 7 0,5-1 0,-7 8 0,6 2 0,0 4 0,7-4 0,-9 13 0,5-2 0,-1 8 0,5-2 0,-11 6 0,6-8 0,0 1 0,-5-1 0,9 0 0,-8 8 0,3 2 0,-7-1 0,0-1 0,0-8 0,-1 1 0,-5-1 0,-6-2 0,-11-4 0,-3 5 0,-9-7 0</inkml:trace>
  <inkml:trace contextRef="#ctx0" brushRef="#br0" timeOffset="105">31303 9834 8912,'-60'10'0,"9"-4"0,11-6 0,9-6 0,14-4 0,24-7 0,24-2 0,26-4 0,20-3 0,-29 8 0,1-1 0,2-1 0,0 0-118,4 2 0,1 0 0,0-6 0,2 0 0,5 3 0,2 2 118,4 0 0,0 0-1037,0 0 0,0 1 1037,0 2 0,-1-2 0,-6-2 0,-3-2 0,-4 0 0,1 0 0</inkml:trace>
  <inkml:trace contextRef="#ctx0" brushRef="#br0" timeOffset="106">33368 8528 8912,'0'-17'0,"0"7"0,3 12 0,9 15 0,7 16 0,15 12 0,1 19 0,-1 8 0,1 10 0,-18-36 0,0 2 0,0 4 0,-1 1 0,-1 1 0,-2 1 0,0 2 0,-3 0-264,-3-2 0,-2-1 0,-1 4 1,-3 1 263,-2-2 0,-3 0 0,-3 2 0,-3-1 0,-3 0 0,-3-1 0,-6-2 0,-4-1 0,-2-5 0,-1-1 0,-2 0 0,-3-2 0,-5-4 0,-3 0 0,1-2 0,-2 0 0,0-2 0,-2-2 0,-1 0 0,0-1 0</inkml:trace>
  <inkml:trace contextRef="#ctx0" brushRef="#br0" timeOffset="107">14817 11966 8912,'5'-19'0,"1"-2"0,-2-4 0,-2 1 0,-2-3 0,0 2 0,0 0 0,0 2 0,0 6 0,0 0 0,0 0 0,0 0 0,0-1 0,0 9 0,0 9 0,0 15 0,2 12 0,4 13 0,-5 8 0,7 13 0,-8 6 0,0 7 0,0 5 0,0 1 0,0 8 0,0 3 0,-8-3 0,7-2 0,-5-13 0,4-8 0,2-14 0,2-13 0,4-15 0,3-23 0,8-34 0,1-19 0,-1-16 0</inkml:trace>
  <inkml:trace contextRef="#ctx0" brushRef="#br0" timeOffset="108">15316 11691 8912,'0'18'0,"0"-1"0,0 0 0,0 0 0,0 0 0,0 0 0,0 5 0,0 6 0,0 1 0,0 20 0,0-3 0,-6 6 0,0 5 0,2 6 0,1 4 0,-3 2 0,4 0 0,-8-1 0,7 1 0,-3 0 0,0-16 0,6-7 0,-15-7 0,-4-5 0</inkml:trace>
  <inkml:trace contextRef="#ctx0" brushRef="#br0" timeOffset="109">14782 12345 8912,'0'9'0,"0"7"0,2-16 0,4 1 0,5-4 0,7-17 0,5 3 0,5-9 0,12 3 0,4-8 0,10 6 0,1-5 0,3 1 0,7 8-167,-4-11 1,0 12-1,-2-4 1</inkml:trace>
  <inkml:trace contextRef="#ctx0" brushRef="#br0" timeOffset="110">15608 12001 8912,'6'-12'0,"0"1"0,-1 5 0,-5-5 0,0 7 0,0-4 0,0 1 0,0 5 0,0-6 0,0 16 0,0 5 0,0 8 0,0-2 0,0 14 0,-1-5 0,-5 5 0,4 1 0,-11 6 0,5 0 0,-2-1 0,6-3 0,-3-7 0,5-3 0,-4-1 0,4-2 0,-5-6 0,7 0 0,7-7 0,5-4 0,5-4 0,6-2 0,6 0 0,3-8 0,3 6 0,-3-4 0,-3 4 0,3 2 0,-13 0 0,4 0 0,-6 2 0,-5 4 0,-6 9 0,-12 8 0,-6 2 0,-10-2 0,-5 2 0,-6 5 0,5-1 0,-13-8 0,18 4 0,-11-8 0,11-2 0,0-3 0,4 1 0,2-7 0,7 0 0,3-8 0,7-4 0,0-11 0,0-10 0</inkml:trace>
  <inkml:trace contextRef="#ctx0" brushRef="#br0" timeOffset="111">15574 12087 8912,'0'-12'0,"0"1"0,0-3 0,0 5 0,0-3 0,0 9 0,0-7 0,0 4 0,0 4 0,0-5 0,2 7 0,3 0 0,-3 7 0,6-5 0,-8 6 0,0-8 0,0 0 0,8 0 0,-6 0 0,5-2 0,-7-4 0,0 4 0,0-5 0,0 7 0,0-2 0,0-4 0,-7 4 0,-5-3 0,4 3 0,-7 2 0,4 2 0,-5 3 0,-1-3 0,0 8 0,0-5 0,0-1 0,-1 8 0,1-3 0,0 3 0,0 3 0,0-5 0</inkml:trace>
  <inkml:trace contextRef="#ctx0" brushRef="#br0" timeOffset="112">16951 12276 8912,'0'-17'0,"0"0"0,0-1 0,-10 1 0,-7 0 0,-2 5 0,-8 3 0,0 1 0,0 4 0,-1 3 0,-7 4 0,3 7 0,1 9 0,2 6 0,8 4 0,-3 7 0,8 2 0,3 4 0,1 2 0,9 0 0,-3 2 0,4-6 0,10-11 0,1-5 0,8-8 0,1-5 0,6-3 0,1-10 0,6-6 0,-2-9 0,-1-15 0,10-7 0,-3-7 0,1 1 0,-13-7 0,6-1 0,-6-5 0,-2-5 0,-10-4 0,3-1 0,-9-1 0,1 10 0,-6 7 0,0 4 0,0 14 0,0 11 0,0 19 0,-2 17 0,-3 16 0,3 11 0,-6 12 0,8-1 0,0 7 0,0-1 0,0 6 0,0-6 0,2 1 0,4-7 0,-3-1 0,9-4 0,-6 0 0,5-12 0,-1-3 0,3-16 0,-1-4 0,-1-3 0,8-8 0,2-4 0,2-7 0,0-8 0,-6-16 0,0-1 0,1-4 0,-1 4 0,-2-7 0,-3 9 0,-3 0 0,-3-1 0,-4 3 0,4 3 0,-4 6 0,-2 4 0,0 10 0,0 1 0,0 8 0,0 8 0,0 5 0,0 8 0,0 4 0,0 3 0,1 3 0,3-8 0,2-2 0,0 6 0,1-8 0,5 4 0,-3-6 0,3-6 0,-1-1 0,7-4 0,-1-4 0,0 3 0,0-5 0,0-5 0,1-5 0,-1-7 0,0 0 0,0-1 0,0-4 0,-1-3 0,-5-2 0,4 6 0,-13-4 0,4 8 0,4 0 0,-8 5 0,3 1 0,-3 7 0,-2 4 0,2 11 0,2 10 0,2 2 0,1 6 0,-3-4 0,2 2 0,7-6 0,-3 5 0,7-3 0,0-4 0,1 4 0,1-11 0,4-6 0,3-5 0,9-1 0,-1 0 0,1-1 0,-1-5 0,-7-11 0,5-4 0,-5-6 0,0 2 0,-2-6 0,-16 10 0,-3-7 0,-4 5 0,-2-6 0,-2 8 0,-4-2 0,-5 10 0,-12 1 0,2 9 0,-8-3 0,8 14 0,-2 9 0,-2 0 0,2 8 0,2 0 0,10 1 0,-3 9 0,9-1 0,1 0 0,2 1 0,2-1 0,4 1 0,7-1 0,8-7 0,23-2 0,4-8 0,6-6 0,5 1 0,-3-10 0,3-2 0,-3-23 0,-3-14 0</inkml:trace>
  <inkml:trace contextRef="#ctx0" brushRef="#br0" timeOffset="113">19549 12104 8912,'15'-29'0,"-3"1"0,-5-3 0,-1 1 0,0 1 0,-2 6 0,-2 4 0,-2 2 0,0 7 0,0 6 0,0 18 0,0 14 0,5 12 0,3 14 0,2 3 0,-7 4 0,3 8 0,2 0 0,-2 0 0,-3-1 0,-1 1 0,-2 0 0,0-2 0,0-4 0,-2-10 0,-3-7 0,-13-15 0,-8 1 0</inkml:trace>
  <inkml:trace contextRef="#ctx0" brushRef="#br0" timeOffset="114">19325 12379 8912,'23'0'0,"0"0"0,0 0 0,-6 0 0,1 0 0,1 0 0,4 0 0,3 0 0,11 0 0,3 0 0,6 0 0,-2 0 0,2 0 0,-8 0 0,10 0 0,-8 0 0,-6-6 0,-5 1 0,-8-1 0,-4 6 0,-9 0 0,-10 6 0,-4 1 0,-5 3 0,-5 1 0,-1 6 0,0 1 0,0-1 0,0 8 0,-1-4 0,1 7 0,0 3 0,7-6 0,3 5 0,7-7 0,0-2 0,0-2 0,7-3 0,5-5 0,3-5 0,10-4 0,-4-2 0,8 0 0,-6-14 0,5-3 0,-5-13 0,2-3 0,-6-5 0,0-2 0,-13 5 0,0 9 0,-6-5 0,0 8 0,-10 0 0,-5 6 0,-6 0 0,-10 7 0,7 3 0,-5 7 0,2 5 0,4 1 0,6 9 0,0 1 0,9 5 0,6 2 0,2-4 0,0 2 0,0 2 0,15 0 0,5-6 0</inkml:trace>
  <inkml:trace contextRef="#ctx0" brushRef="#br0" timeOffset="115">20444 12362 8912,'-6'-12'0,"0"1"0,-7 7 0,11-11 0,-13 13 0,13-4 0,-4 12 0,2 3 0,-1 9 0,3 7 0,-4 3 0,4 5 0,2 1 0,-2 4 0,-2-1 0,-1-5 0,-1-1 0,6-3 0,0 1 0,0-8 0,0 2 0,-6-10 0,0-1 0,-1-9 0,1 3 0,4-4 0,-6-11 0,8-9 0,0-6 0,2-13 0,4-3 0,-4 4 0,13-12 0,-3 8 0,3 0 0,2 5 0,-1 3 0,-5 3 0,4 4 0,-3 8 0,3 8 0,2 3 0,1 4 0,-7 10 0,0 3 0,3 4 0,-6 10 0,1 0 0,-5 6 0,2-3 0,-1-7 0,-3 10 0,2-8 0,2-2 0,0-2 0,-6-2 0,0 0 0,0-7 0,1-2 0,5-8 0,-4-2 0,4-4 0,-2-4 0,1-7 0,-3 0 0,12-8 0,-9-2 0,-1 1 0,6-7 0,-8 14 0,5-2 0,1 8 0,-6-3 0,13 15 0,-3-5 0,-5 4 0,9 11 0,-7 7 0,1 5 0,5 9 0,-5-11 0,7 4 0,0-4 0,0-1 0,6-1 0,0 0 0,-2 0 0,-2-7 0,-1-3 0,-1-7 0,0 0 0,0 0 0,0 0 0,1 0 0,-3-13 0,-4-4 0,5-12 0,-7 2 0</inkml:trace>
  <inkml:trace contextRef="#ctx0" brushRef="#br0" timeOffset="116">21063 12310 8912,'-17'17'0,"0"1"0,0-1 0,5-8 0,1-3 0,-1 4 0,-3-6 0,4 7 0,1-5 0,4 5 0,4-5 0,-3 5 0,3-5 0,2 6 0,0-1 0,0 6 0,0 0 0,2-1 0,3-5 0,-3-1 0,4-5 0,-4-3 0,-2 14 0,0-14 0,8 5 0,-6-7 0,5 0 0,-7 0 0,0 0 0,0-7 0,0 5 0,0-6 0,0 8 0,8 0 0,-6 0 0,5 0 0,1 0 0,0 2 0,3 4 0,4-4 0,-3 3 0,-3 3 0,3-2 0,-1 1 0,7-1 0,1-4 0,4 4 0,-4-4 0,4-2 0,-4-2 0,-2-4 0,-2-4 0,-3-7 0,1 0 0,-7 0 0,-2 0 0,-2-1 0,-2-1 0,-4 0 0,-8 2 0,1-4 0,-22 11 0,5-7 0,-7 8 0,-5 3 0,4 4 0,-4 2 0,5 6 0,7 0 0,-3 13 0,8-2 0,2 6 0,10 0 0,3-4 0,12 6 0,7-1 0,8-12 0,23 9 0,4-15 0,12 7 0,3-3 0</inkml:trace>
  <inkml:trace contextRef="#ctx0" brushRef="#br0" timeOffset="117">21545 12310 8912,'-11'0'0,"-1"0"0,-1 0 0,5-2 0,3-3 0,3 3 0,2-6 0,7 2 0,5 1 0,3 1 0,2 10 0,6 3 0,0 8 0,6 0 0,-6 3 0,-2 3 0,-4-2 0,-6 7 0,-3 1 0,-8 5 0,0 1 0,-2-7 0,-4 1 0,-1-8 0,-7 2 0,3-4 0,7-9 0,-11-3 0,13-9 0,-4-3 0,4-13 0,2-10 0,0-5 0,8-9 0,2 4 0,7-8 0,2 8 0,4-2 0,-2 5 0,6 7 0,-3 5 0,-1 4 0,0 3 0,0 5 0,0-2 0,-6 7 0,8 0 0,2 6 0</inkml:trace>
  <inkml:trace contextRef="#ctx0" brushRef="#br0" timeOffset="118">22010 12327 8912,'-10'12'0,"5"-1"0,3-7 0,2 4 0,0-10 0,0-4 0,7 4 0,5-5 0,3-1 0,10 6 0,-6-6 0,4 8 0,-4 2 0,-2 4 0,-1 0 0,-5 9 0,-5 4 0,-4 2 0,-2 4 0,0 2 0,0 0 0,-8 5 0,-1-13 0,-9 4 0,7-4 0,-1-2 0,7-7 0,-7-4 0,8-4 0,-3-16 0,7-3 0,2-12 0,3-1 0,7-8 0,3 1 0,2-3 0,8 4 0,-4 7 0,8 2 0,2 3 0,-5 1 0,3 6 0,-8 7 0,12-5 0,-7 5 0</inkml:trace>
  <inkml:trace contextRef="#ctx0" brushRef="#br0" timeOffset="119">22647 12396 8912,'-33'17'0,"4"1"0,-3-1 0,7 0 0,-6-2 0,3-3 0,7 3 0,-4-5 0,8 7 0,7 0 0,4 0 0,6-5 0,6-1 0,6-5 0,11 5 0,-2-7 0,7 2 0,-5-6 0,6-6 0,-2 2 0,1-7 0,3-1 0,-8-5 0,-6-6 0,-5 0 0,-3-5 0,3 5 0,-5-6 0,-7 6 0,0-2 0,0 2 0,-2 4 0,-3-4 0,-11 4 0,-7 2 0,-2 2 0,3 3 0,1 5 0,-8 7 0,8 0 0,-2 2 0,4 3 0,9 5 0,-3 7 0,7 0 0,0 0 0,14 1 0,2-1 0</inkml:trace>
  <inkml:trace contextRef="#ctx0" brushRef="#br0" timeOffset="120">22956 12276 8912,'27'-8'0,"-2"-7"0,-8-8 0,0 0 0,-7 6 0,-2 7 0,-8 5 0,0 10 0,0 13 0,0 1 0,0 6 0,0-1 0,0 3 0,0 2 0,0-3 0,0-1 0,0-2 0,5-6 0,3 1 0,2-1 0,1 0 0,1-2 0,-1-3 0,2-6 0,10-5 0,-4-8 0,4-5 0,-4-3 0,-1-8 0,-1 0 0,0-7 0,0 1 0,-7-11 0,3 9 0,-5-3 0,1 1 0,-5 9 0,10-7 0,-9 8 0,1 8 0,-6 11 0,0 15 0,0 10 0,0 20 0,0-3 0,0 8 0,0 1 0,8 3 0,-4 0 0,7-4 0,3-6 0,8-12 0,-1-5 0,8-11 0,2-7 0,1-3 0,1-19 0,-5-11 0,5-13 0,-4-10 0,-5 1 0,-1 2 0,-3 3 0,-11-9 0,4 1 0,-5-5 0,2 5 0,-6 1 0,1 3 0,-10 3 0,-5 4 0,-7 7 0,-2 9 0,-4 5 0,-6 7 0,-11-9 0,-4 4 0</inkml:trace>
  <inkml:trace contextRef="#ctx0" brushRef="#br0" timeOffset="121">13423 12482 8912,'-25'2'0,"-2"2"0,0 2 0,4-2 0,14-3 0,11-2 0,15-5 0,15-6 0,18-5 0,15-4 0,8-4 0,7-1 0,2 3 0,1-4 0,-3 2 0,2 4-584,-5 2 0,-9-6 1,-8-2-1</inkml:trace>
  <inkml:trace contextRef="#ctx0" brushRef="#br0" timeOffset="122">6453 14150 8912,'10'-17'0,"-4"0"0,-5-1 0,-1 1 0,0 0 0,0 0 0,0 0 0,-1 5 0,-5 1 0,2 7 0,-7-2 0,7 2 0,-4 0 0,0-1 0,6-1 0,-7 6 0,3 0 0,4 0 0,-5 0 0,7 8 0,0-6 0,0 5 0,0-7 0,0 8 0,0 3 0,0 10 0,0 2 0,-2 14 0,-4-3 0,2 12 0,-7 0 0,5 9 0,-4 4 0,1 2 0,-1 4 0,6 10 0,-3-4 0,7 3 0,0-5 0,0-6 0,0-6 0,0-9 0,0-2 0,6-14 0,-1 3 0,9-12 0,-11-1 0,9-10 0,-6 3 0,3-3 0,-1 3 0,0 0 0,-5-1 0,3-3 0,0-7 0,-4 5 0,3-3 0,-3-4 0,6 6 0,-6-8 0,4 0 0,5 0 0,4 0 0,3 0 0,5 5 0,0 1 0,7 8 0,-1-3 0,9 2 0,4 3 0,2 1 0,10-4 0,13 12 0,11-8 0,6 0 0,4 1 0,-39-10 0,0 1 0,44 6 0,1-3-84,-6-5 0,-38-7 0,1-2 0,-2 0 0,0-1 84,2-3 0,-1 0 0,46-9 0,-47 6 0,1 1 0,46-10 0,-45 10 0,-1-1 0,42-8 0,-38 8 0,1 1 0,-5 0 0,-1 1 0,5 1 0,-1 0 0,1-1 0,-1 1 0,4 2 0,-1 2 0,-1 0 0,-1 0 0,-3 1 0,0 0 0,4 1 0,0 0 0,-4 0 0,0 0 0,6 0 0,1 0 0,-3 0 0,0 0 0,-1 0 0,-2 0 0,36 0 0,1 0 0,3 0 0,-38 0 0,-1 0 0,39-2 0,-41 1 0,-1-1 0,46-4 0,-4-2 0,-4 4 0,2-1 0,1 1 0,1-6 0,0 8 0,2-5 0,1-1 0,-5 6 0,2-5 0,-10 7 0,-2 0 0,6 0 0,6 0 0,-42 0 0,0 0 0,30 0 0,0-2 0,-9-2 0,-8-2 0,-6 2 0,5 2 0,-9 2 0,5-2 0,-5-3 0,-1 3 0,-1-13 0,1 5 0,0 0 0,-8-3 0,-4 7 0,-4-5 0,-2 5 0,1-7 0,-1 1 0,1 3 105,-1-3 0,1 7 0,1-7 0,2 1-105,2 1 0,0-5 0,3 11 0,1-6 0,-1 3 0,7-7 0,-13 11 0,1-7 0,-8 2 0,-5-5 0,-6 3 0,0-7 0,-1 0 0,3 0 0,-12 0 0,8-1 0,-5-4 0,-2-3 0,-1-2 0,-1-4 0,-1-1 0,-1-2 0,-6-3 0,0-3 0,0 2 0,0-8 0,0 6 0,0-6 0,-6-2 0,-1-7 0,-3-2 0,4-6 0,-5 5 0,-1-7 0,-5 4 0,0-6 0,0 4 0,0 4 0,-1 9 0,1 5 0,0 4 0,-8 13 0,6-1 0,-4 10 0,4 4 0,2 1 0,-2 5 0,-4 3 0,2-2 0,-8 3 0,-2 1 0,-3 2 0,-6 2 0,3 0 0,-5 0 0,0 0 0,-2 0 0,-7 0 0,-1 0 0,-1 0 0,-5 0 0,5 0-129,-14 0 0,2 0 129,-16 0 0,9 0 0,-12 0 0,15 0 0,0 0 0,0 0 0,-5-2 0,-3-2 0,-1-1 0,-10-9 0,-2 10 0,41-1 0,-2-1 0,-1-1 0,-1 1 0,2 1 0,-1 2 0,-2 0 0,-1 0 0,1 2 0,-1 0 0,-2 1 0,-1 0 0,5 0 0,-1 0 0,-7 0 0,0 0 0,8 0 0,3 0 0,-42 0 0,17 0 0,5 0 0,-3-2 0,-7-3 0,7 3 0,-19-14 0,12 7 0,-4-1 0,-2-3 0,-2 5 0,-4 1 0,44 3 0,-2 0 0,-4 1 0,-1 0 0,0 3 0,0 0 0,-3 0 0,1 0 0,2 0 0,1 0 0,-44 0 0,12 0 0,12 0 0,3 0 0,2 0 0,-5 0 0,1 0 0,6 0 0,0 0 0,10 0 0,1 0 0,3 0 0,1 0 0,-5 0 0,-5 0 0,-4 0 0,1 8 0,-16 1 0,12 9 0,8-1 0,6 0 0,11 0 0,4 0 0,3 1 0,9-9 0,1-1 0,2-2 0,4-1 0,-6 1 0,6-4 0,-6 2 0,3 1 0,-7 1 0,4-6 0,-7 2 0,-1 4 86,-7-4 0,6 11 0,-6-5-86,0 1 0,5-5 0,-3 11 0,10-5 0,1 0 0,8 5 0,-4-4 0,2 5 0,0 1 0,0 0 0,6 0 0,0 0 0,0 1 0,-8 6 0,6-5 0,-4 6 0,4 0 0,1-6 0,1 8 0,2-6 0,3 2 0,-3 0 0,8 0 0,-7 0 0,3-2 0,7-2 0,-4-2 0,8 0 0,0 0 0,0 1 0,0 1 0,0 2 0,0 2 0,0 0 0,0-6 0,0 0 0,0 0 0,0 8 0,6-4 0,2 8 0,1 1 0,-5 3 0,9 5 0,-7 8 0,2 9 0,-3 20 0,-5 18-328,2-39 0,-4 1 0,-7 3 0,-4 1 0,-6 1 0,1 0 0</inkml:trace>
  <inkml:trace contextRef="#ctx0" brushRef="#br0" timeOffset="123">13629 14649 8912,'-17'0'0,"0"-2"0,2-4 0,1-4 0,3 1 0,5-5 0,-4 7 0,3-3 0,1 5 0,6-7 0,4 8 0,7-1 0,10 3 0,20 2 0,6-2 0,9-4 0,5 4 0,8-13 0,2 3 0,5-5 0,10-6 0,2-2 0,-40 10 0,0 0 0,-1 0 0,-1 1 0,38-7 0,-1-9 0,-13 7 0,-8 2 0,-18 7 0,-21 3 0,-12 7 0,-11-4 0,-13 10 0,-8 4 0,-6 4 0,-10 5 0,-3-4 0,-4 5 0,-7-7 0</inkml:trace>
  <inkml:trace contextRef="#ctx0" brushRef="#br0" timeOffset="124">14008 14116 8912,'0'-29'0,"2"0"0,2 1 0,1 1 0,1 2 0,-6 8 0,0 0 0,-8 7 0,-3 6 0,-4 8 0,-10 13 0,-4 12 0,-3 5 0,-3 6 0,-7 4 0,-2 8 0,-7 1 0,-1 5 0,8-5 0,4 5 0,0-5 0,5-1 0,-3-1 0,13 5 0,-4-5 0,10 3 0,8-14 0,7 0 0,0-8 0,8-3 0,6-4 0,9-10 0,4-3 0,5-7 0,12-3 0,6-2 0,4-2 0,2-3 0,1 1 0,5-8 0,-5 1 0,12-4 0,-8 3 0,-1-3 0,-10 3 0,4-11 0,-6-3 0,7-9 0</inkml:trace>
  <inkml:trace contextRef="#ctx0" brushRef="#br0" timeOffset="125">15539 13823 8912,'10'12'0,"-4"-1"0,3-7 0,-7 6 0,4-5 0,-4 7 0,-2 3 0,0 4 0,0 4 0,0 6 0,0 9 0,0 4 0,0 2 0,2 2 0,3 3 0,5 1 0,0 2 0,5-5 0,-6 7 0,9-12 0,-1-6 0,0 1 0,0-15 0,1 1 0,-1-5 0,0-9 0,0-1 0,0-8 0,8-10 0,4-7 0,-4-8 0,7-9 0,-5-1 0</inkml:trace>
  <inkml:trace contextRef="#ctx0" brushRef="#br0" timeOffset="126">16176 14150 8912,'-2'11'0,"-3"1"0,-5-8 0,-2 11 0,1-4 0,1 5 0,-3 3 0,3 2 0,1 4 0,-1 1 0,7 3 0,-5 0 0,8-3 0,0-1 0,8 4 0,3-6 0,4 0 0,3-6 0,-1-7 0,0-3 0,0-7 0,0 0 0,1 0 0,-1-7 0,-2-7 0,-3-7 0,1 0 0,-7-7 0,-1 5 0,-5-6 0,0 6 0,-2-4 0,-1 2 0,-3 4 0,-7 2 0,5 2 0,-5 2 0,1 3 0,1 5 0,1 7 0,2 0 0,24 7 0,3 3 0</inkml:trace>
  <inkml:trace contextRef="#ctx0" brushRef="#br0" timeOffset="127">16778 14236 8912,'-26'9'0,"-7"-1"0,5-8 0,-7 6 0,-3 1 0,-2 3 0,-8 2 0,6 5 0,-4 0 0,6 0 0,5 6 0,9 2 0,6 0 0,7 0 0,9 5 0,-3-11 0,9 4 0,3-4 0,5-2 0,7-1 0,0-3 0,0-1 0,1-9 0,-1 3 0,2-4 0,4-2 0,-4 0 0,12 0 0,-6 0 0,1 0 0,-3 0 0,6 0 0,-8 0 0,4 0 0,-2 0 0,0 0 0,-6 10 0,-6 7 0,-1 8 0,1 9 0,-3 8 0,-12 10 0,-5 11 0,-9 3 0,-10 3 0,-1 0 0,2-2 0,-1-4 0,-1 2 0,-4-10 0,5-5 0,5-8 0,11-13 0,-3-5 0,13-16 0,-4-10 0,4-13 0,8-12 0,2-11 0,1-2 0,3-8 0,5 2 0,0-3 0,1-3 0,-1 0 0,8 1 0,-4-1 0,5 1 0,-1-1 0,6 0 0,-4 1 0,7-1 0,6-5 0,0 0 0,-5 5 0,-8 8 0,-3 4 0,-1 6 0,2 3 0,-13 10 0,3 6 0,-15 15 0,-2 9 0,-4 14 0,2-2 0,-7 8 0,7 0 0,-2 5 0,5-5 0,1-1 0,1-5 0,5 6 0,-2-8 0,7 2 0,1-4 0,5-4 0,0-3 0,1-7 0,1-3 0,4-2 0,-4-2 0,4-3 0,3-13 0,-4-6 0,4-7 0,-1 2 0,4 1 0,-6-7 0,5 9 0,-5 3 0,0-2 0,-5 4 0,-1 6 0,-6 5 0,1 10 0,-8 0 0,9 8 0,-7 3 0,-1 4 0,-3 3 0,4-1 0,-4 8 0,6-6 0,-8 4 0,0-4 0,-2-2 0,-2 2 0,-4 2 0,-1 2 0,-3-2 0,-5-10 0,-8 5 0,-2-14 0,-7 5 0</inkml:trace>
  <inkml:trace contextRef="#ctx0" brushRef="#br0" timeOffset="128">16847 14219 8912,'0'-17'0,"0"7"0,0 0 0,0 5 0,10 3 0,7-4 0,0-3 0,16 7 0,-6-14 0,7 7 0</inkml:trace>
  <inkml:trace contextRef="#ctx0" brushRef="#br0" timeOffset="129">17639 13755 8912,'-12'0'0,"1"0"0,5 7 0,-5 5 0,1 12 0,-1 11 0,-5 7 0,7 23 0,-6 4 0,3 1 0,4 7 0,8-3 0,0-1 0,8-6 0,4-10 0,5-7 0,4-18 0,2-3 0,0-4 0,-6-8 0,0-8 0,0-1 0,-1-16 0,-3-3 0,-3-6 0,-3-6 0,-1 4 0,-4-12 0,4 8 0,-3-5 0,7 3 0,-2 0 0,-5 0 0,-1 2 0,6 14 0,-4 1 0,7 8 0,-7 0 0,6 8 0,-6 3 0,1 4 0,7 2 0,-5-1 0,1-3 0,0-1 0,5-9 0,-1 3 0,3-4 0,-6-2 0,7 0 0,-7 0 0</inkml:trace>
  <inkml:trace contextRef="#ctx0" brushRef="#br0" timeOffset="130">17914 13755 8912,'-17'0'0,"6"0"0,-1 0 0,8 7 0,-1 5 0,3-3 0,2 3 0,0-7 0,0 7 0,0 1 0,7-5 0,-3-1 0,8-7 0,-9 0 0,13 0 0,-16 0 0,0 0 0,-2-1 0,-10-5 0,-1 4 0,-8-4 0,-2 4 0,2 2 0,-4 0 0,2 0 0,-8 0 0,12 8 0,-5 1 0</inkml:trace>
  <inkml:trace contextRef="#ctx0" brushRef="#br0" timeOffset="131">17329 14442 8912,'-23'16'0,"0"-5"0,-7 4 0,18-13 0,-3-2 0,15-11 0,4-5 0,7-1 0,10-8 0,19-3 0,4 3 0,8-8 0,0 5 0,5 1 0,0 0 0,-1 2 0,3-3 0,-2 5-307,8-8 0,-3 12 0,6-6 0</inkml:trace>
  <inkml:trace contextRef="#ctx0" brushRef="#br0" timeOffset="132">18448 13909 8912,'-8'10'0,"2"-3"0,-9-5 0,-4 4 0,-10 4 0,1 14 0,-11 5 0,-1 4 0,0 9 0,6 7 0,1 11 0,4 1 0,12-14 0,10 9 0,7-16 0,7-2 0,5-9 0,11-4 0,5-10 0,5-4 0,1-3 0,3-10 0,1-4 0,2-5 0,0-4 0,-6-10 0,1-4 0,7-11 0,2-4 0</inkml:trace>
  <inkml:trace contextRef="#ctx0" brushRef="#br0" timeOffset="133">19119 13926 8912,'-6'-17'0,"-2"0"0,1 0 0,-3 0 0,3-1 0,-1 1 0,4 0 0,2 0 0,2 5 0,0 1 0,0 11 0,2 6 0,4 15 0,2 17 0,5 8 0,-2 3 0,3 3 0,-5 7 0,1 2 0,-2 1 0,-5-5 0,7-4 0,-8-7 0,4 0 0,-5 2 0,-1-12 0,0-3 0,0-7 0,0-10 0,0-13 0,0-14 0,0-10 0,0-19 0,0-4 0,2-8 0,2 1 0,2-1 0,7 1 0,-3-3 0,7-3 0,-4 5 0,5 1 0,-5 3 0,10 13 0,2-3 0,0 13 0,1 4 0,-4 6 0,0 17 0,-10 4 0,-4 5 0,-8 12 0,-2 10 0,-4 7 0,-11 7 0,-2-3 0,-4 6 0,4-4 0,1 4 0,1-5 0,0-1 0,0 2 0,7 0 0,-3 6 0,7-3 0,2-3 0,2-4 0,10-7 0,3-3 0,5-3 0,3-6 0,4-12 0,5-3 0,13-8 0,3-2 0,7-6 0,1-9 0,-1-10 0,1-5 0,0-3 0,-1 1 0,1 0 0,-10-1 0,-8 1 0,-7 1 0,-10 3 0,-1 3 0,-5 2 0,-5 2 0,-12 6 0,-3 8 0,-9 1 0,-1 2 0,-4 0 0,2 3 0,-7 8 0,5 5 0,-6 7 0,8 0 0,-2 1 0,6 4 0,5 1 0,-1 2 0,7-4 0,2 2 0,3-2 0,1-2 0,7-2 0,7 1 0,7-1 0,5-8 0,9-1 0,1-8 0,4-2 0,6-4 0,4-5 0,1-4 0,-5-8 0,0 0 0,-7-6 0,-1 4 0,-8-1 0,-5 5 0,-15-10 0,-5 8 0,-3 2 0,-2 10 0,-7-3 0,-5 8 0,-3 3 0,-2 1 0,0 4 0,1 3 0,5 7 0,-3 11 0,9 5 0,-9 5 0,12 3 0,-3 4 0,3 4 0,4 10 0,3 3 0,5-3 0,13 12 0,0-1 0,-2 8 0,-2-10 0,-8 10 0,-1-16 0,-2-2 0,-10-1 0,-10-5 0,-11-3 0,-5-6 0,-12-11 0,3 0 0,-1-10 0,7-4 0,-1-9 0,13-2 0,-2-14 0,7-7 0,1-12 0,7 1 0,0-5 0,6-1 0,0-1 0,0 1 0,0 0 0,0-1 0,6 1 0,0-1 0,13-1 0,-2-4 0,6 2 0,0-8 0,4 6 0,9-6 0,4 0 0,6 2 0,4-13 0,7 11 0,1-11 0,3 9 0,-8 4 0,-3 2 0,-10 2 0,0 6 0,-11 7 0,-6 4 0,-11 9 0,-7 3 0,-3 7 0,-9 4 0,-5 12 0,-3 3 0,-10 2 0,6 2 0,-4 2 0,4 2 0,3 0 0,5-6 0,-2 6 0,7 0 0,0 0 0,6-6 0,0 0 0,0 1 0,2-1 0,4 0 0,-2-6 0,7 1 0,2-1 0,8 5 0,4-3 0,2-1 0,-4-7 0,6 7 0,-6-8 0,5 1 0,-7-3 0,2-2 0,-4 0 0,-1 0 0,-1 0 0,-8 0 0,-1 0 0,-6 0 0,2 2 0,2 4 0,-1 3 0,-5 3 0,0-1 0,0-5 0,0 5 0,8-7 0,-6 12 0,13-15 0,-3 5 0,1-6 0,-2-6 0,5-5 0,-3-10 0,6-4 0,4-2 0,0-1 0,-6-7 0,1 1 0,-1 0 0,-6-1 0,1 1 0,-8 1 0,1 3 0,-3 3 0,-2 2 0,-7 2 0,-3 12 0,-7-1 0,0 9 0,-1-1 0,1 8 0,0 7 0,0 12 0,1 4 0,5 7 0,3 2 0,1 4 0,5-3 0,-4 5 0,10-8 0,2 1 0,9-3 0,2-3 0,4-1 0,14-10 0,-3 1 0,14-14 0,-6-7 0,6-9 0,4-12 0,1-6 0,3-5 0,-14-4 0,-2-4 0,-1-2 0,-3 6 0,-13-4 0,-4 7 0,-11 1 0,0 0 0,-4 7 0,-4 4 0,-4 4 0,2 3 0,-7 5 0,-1 3 0,-5 8 0,2 2 0,3 4 0,-1 4 0,7 7 0,0 6 0,6 0 0,0 1 0,0-1 0,0-2 0,0 8 0,0-2 0,0 1 0,8 5 0,4-4 0,3 3 0,2 2 0,0 1 0,0-1 0,1 1 0,-1-1 0,-6-2 0,1-3 0,-8 4 0,1-5 0,-10-3 0,-9-2 0,-7-6 0,-7-5 0,3 3 0,-6-13 0,8 4 0,0-5 0,6-2 0,0-5 0,1-4 0,5-7 0,3-8 0,1-2 0,-3-7 0</inkml:trace>
  <inkml:trace contextRef="#ctx0" brushRef="#br0" timeOffset="134">22010 14150 8912,'-12'-2'0,"1"-4"0,5 4 0,-5-3 0,5 3 0,-5 2 0,-1 0 0,-5 0 0,-8 9 0,-4 7 0,-3 7 0,-3 3 0,7 3 0,-1 5 0,0 8 0,3-3 0,5 4 0,7 0 0,7-3 0,7-6 0,0 0 0,9-5 0,6-2 0,6-2 0,8-2 0,-6-6 0,6 0 0,-6 0 0,5-2 0,-5-3 0,0 3 0,-6-5 0,1-1 0,-9-1 0,-3-8 0,-12 2 0,-5 4 0,-10-5 0,-2 5 0,-6 4 0,6 1 0,-7-1 0,1 1 0,4-1 0,2 1 0,4-3 0,2-8 0,0 0 0</inkml:trace>
  <inkml:trace contextRef="#ctx0" brushRef="#br0" timeOffset="135">22148 14373 8912,'9'0'0,"6"0"0,-3 0 0,-4-1 0,-3-5 0,-3 4 0,-2 2 0,0 11 0,-7 5 0,3 8 0,-6 5 0,3 4 0,1 1 0,6 0 0,0 1 0,0-1 0,0 1 0,7-1 0,5 0 0,3-7 0,2-4 0,1-6 0,-1-5 0,-4-5 0,4-7 0,-9-7 0,9-7 0,-1-7 0,-7 0 0,3-7 0,-9-1 0,5-5 0,-8-1 0,0 1 0,0 1 0,0 5 0,0-3 0,0 8 0,-8 0 0,5 8 0,-9 3 0,6 5 0,-5 7 0,-1 0 0,-3 2 0,4 3 0,-5 5 0,9 9 0,-5 2 0,7 2 0,3 0 0,2-6 0,0-5 0,0-1 0,7-1 0,5 1 0,3-3 0,2-8 0,8 0 0,-4 0 0,8 0 0,1 0 0,3-2 0,1-4 0,-1-1 0,-4-5 0,1-1 0,-7 7 0,-6-6 0,-5 7 0,-8-1 0,3 4 0,-7-4 0,-2 4 0,-3-3 0,1 5 0,-8 5 0,8-3 0,-3 6 0,7-8 0,0 0 0,7-2 0,5-4 0,3-5 0,2-4 0,1-3 0,-1 1 0,0 0 0,8 0 0,-4 0 0,8-1 0,-14 9 0,2 3 0,-4 4 0,5 4 0,-1 4 0,0 5 0,-5 5 0,-1 1 0,-7 8 0,9-4 0,-7 7 0,-2 3 0,3-4 0,-1 1 0,-2-1 0,-10 2 0,2 1 0,-7-7 0,0 0 0,-7-6 0,1-7 0,0-2 0</inkml:trace>
  <inkml:trace contextRef="#ctx0" brushRef="#br0" timeOffset="136">22216 13755 8912,'-26'9'0,"1"6"0,15-11 0,4 8 0,5-9 0,2 11 0,5-8 0,6-3 0,-5-1 0,9-9 0,-5-5 0,-3 5 0,-1-9 0,-7 5 0,0-12 0,0-4 0</inkml:trace>
  <inkml:trace contextRef="#ctx0" brushRef="#br0" timeOffset="137">19084 14356 8912,'-7'-9'0,"3"-7"0,-6 5 0,3-4 0,3-2 0,2 5 0,2 1 0,2 7 0,4-2 0,-4 4 0,13 12 0,-6 7 0,3 12 0,-1 9 0,3 8 0,-7 11 0,9 6 0,-7 10 0,1 1 0,-1 8 0,-5-2 0,2 4 0,-2 2 0,3-9 0,-1-8 0,2-8 0,-2-10 0,-5 1 0,15-10 0,-5-8 0,5-9 0,1-21 0,0-6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20:37:24.289"/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19928 653 8912,'9'0'0,"-1"0"0,-8-7 0,2 5 0,2-6 0,1 1 0,1-3 0,-6-7 0,0 5 0,0 1 0,0-3 0,-2 1 0,-2 0 0,-1 1 0,-3 7 0,2-7 0,-3 8 0,-10 0 0,-4 8 0,0 8 0,-12 11 0,3 13 0,-14 16 0,-2 16 0,19-26 0,1 2 0,1 4 0,2 2 0,-2 6 0,0 2-37,2 5 0,3 0 1,6-1-1,3 1 0,0-2 1,3 0-1,4-6 0,3-1 37,1 39 0,9-5 0,10-42 0,12 0 0,4-8 0,9-4 0,-4-13 0,6-3 0,-2-3 0,6 0 0,-2-3 0,7-3 0,-1-1 0,-1-2 0,-8-6 0,2 0 0,1 0 0</inkml:trace>
  <inkml:trace contextRef="#ctx0" brushRef="#br0" timeOffset="1">20220 842 8912,'0'-9'0,"0"1"0,0 24 0,0 3 0,0 17 0,0 4 0,0 6 0,0 11 0,0 8 0,0 4 0,0 0 0,0 1 0,0-12 0,2-5 0,4-5 0,-4-12 0,5-11 0,1-6 0,7-5 0,8-16 0,0-4 0,2-6 0,2-10 0,2-3 0,-1-6 0,1 2 0,-2-1 0,-2-1 0,-8 3 0,0 5 0,-7 11 0,-1-1 0,-3 7 0,-4-7 0,5 13 0,-7 0 0,0 9 0,0 3 0,0 3 0,0 4 0,0 2 0,2-2 0,2 2 0,2 2 0,5 0 0,-3-6 0,2 1 0,3-1 0,2-8 0,2 5 0,1-9 0,-1 1 0,-8-8 0,-3-3 0,2-5 0,-2-7 0,-1-8 0,-5-2 0</inkml:trace>
  <inkml:trace contextRef="#ctx0" brushRef="#br0" timeOffset="2">20599 963 8912,'-19'17'0,"-4"0"0,4-5 0,-4-1 0,11 1 0,5 5 0,-1 0 0,6 6 0,-4 0 0,4 0 0,2 2 0,8-6 0,3 4 0,10-10 0,2-2 0,8-7 0,-12 4 0,6-10 0,0-4 0,-14-3 0,12-8 0,-11-1 0,-5-1 0,-1-4 0,-4 2 0,-2-5 0,0 1 0,-8-6 0,-7 12 0,-8-4 0,2 4 0,2 9 0,-4 3 0,0 7 0,2 0 0,2 0 0,2 7 0,1 7 0,5 7 0,3 6 0,10 5 0,4-3 0,4 3 0,7-5 0</inkml:trace>
  <inkml:trace contextRef="#ctx0" brushRef="#br0" timeOffset="3">20909 1255 8912,'-2'-9'0,"-4"3"0,2 6 0,-7 6 0,5-3 0,-6 9 0,9 7 0,-5 2 0,8 6 0,-2-1 0,-2 1 0,-2 4 0,1 1 0,5 3 0,-6-7 0,0 1 0,0 0 0,6-3 0,0-3 0,0-4 0,0-1 0,0-9 0,0-3 0,0-12 0,0-11 0,2-10 0,4-7 0,4-1 0,1 1 0,1 0 0,-1-1 0,6 7 0,1-1 0,-7 8 0,0-2 0,1 6 0,5 5 0,0 7 0,1 3 0,-1 2 0,0 3 0,0 9 0,0-1 0,1 12 0,-9 4 0,6-8 0,-3 4 0,3-2 0,2 2 0,8-4 0,-11 4 0,3-11 0,-2-7 0,6-3 0,2-2 0,0 0 0,-6 0 0,1-7 0,-1-3 0,0-9 0,0-4 0,-7 4 0,-5-4 0,-3 4 0,-2 2 0,-2 1 0,-3 3 0,-9 3 0,-7 3 0,2 1 0,-4 6 0,-4 8 0,8 1 0,-4 8 0,4 3 0,4 2 0,4 7 0,-3 4 0,8 1 0,1 0 0,5 1 0,7-7 0,7-1 0,9-2 0,11-4 0,8-2 0,17-11 0,5-8 0,10-8 0,4-24 0,9-5 0</inkml:trace>
  <inkml:trace contextRef="#ctx0" brushRef="#br0" timeOffset="4">21666 1427 8912,'0'-11'0,"2"1"0,1 0 0,3 1 0,-2-4 0,-8 3 0,-3 0 0,-3 3 0,-3 3 0,-3 2 0,-1 2 0,-2 2 0,-4 4 0,4 5 0,-6 10 0,2 4 0,0 2 0,0 1 0,8 7 0,3-1 0,-1 1 0,7-1 0,-5-5 0,5-3 0,2-1 0,2-4 0,2-2 0,2-3 0,4-5 0,4-3 0,9-10 0,2-4 0,2-5 0,0-5 0,0-1 0,0 0 0,-1-6 0,-4 0 0,-1 2 0,0 2 0,0 2 0,-7 0 0,3 5 0,-7 1 0,7 7 0,-1-2 0,3 4 0,-3 2 0,-1 0 0,-5 0 0,3 2 0,-1 4 0,5 3 0,-3 9 0,0-1 0,5 0 0,-11-6 0,5 1 0,-1 1 0,5-5 0,-3 0 0,7-8 0,0 0 0,0 0 0,1-8 0,-1-2 0</inkml:trace>
  <inkml:trace contextRef="#ctx0" brushRef="#br0" timeOffset="5">21975 1427 8912,'-9'0'0,"-4"2"0,5 2 0,-2 1 0,7 1 0,-5-6 0,8 0 0,8 8 0,3-4 0,10 7 0,2 3 0,0 1 0,-6 2 0,0 2 0,1 4 0,6-4 0,-10 12 0,1-8 0,-5-2 0,1 3 0,-5-1 0,0 0 0,-6-5 0,-2-9 0,-4-3 0,-6-4 0,5-2 0,-9-8 0,7-3 0,-1-5 0,3-9 0,7-1 0,0-9 0,0 1 0,0 0 0,4 5 0,5 0 0,8-1 0,12-3 0,-6 5 0,11-1 0,-3 0 0,11-5 0</inkml:trace>
  <inkml:trace contextRef="#ctx0" brushRef="#br0" timeOffset="6">22974 1135 8912,'0'-12'0,"0"1"0,0-3 0,0-1 0,0-2 0,0 6 0,0-1 0,-2 8 0,-4-2 0,4 14 0,-4 9 0,4 2 0,2 10 0,0 2 0,0 1 0,0 3 0,0-1 0,0 0 0,0 1 0,-2-7 0,-1-1 0,-3-2 0,0-2 0,0-6 0,-1-2 0,-3-3 0,6 3 0,-11-13 0,6 6 0,-1-18 0,4-5 0,4-6 0,2-10 0,0 4 0,2-7 0,4 0 0,-2-1 0,7 1 0,1 5 0,5 1 0,-7 7 0,5-4 0,-4 9 0,5 5 0,1-4 0,0 15 0,0 0 0,0 9 0,1 14 0,-3 4 0,-2 7 0,-1 1 0,-8 7 0,3-6 0,-7 4 0,0-4 0,0-1 0,0-3 0,0-1 0,0-2 0,0-8 0,0-2 0,0-8 0,-7-7 0,5 4 0,-6-10 0,10-4 0,4-6 0,3-9 0,8-3 0,1-3 0,5-8 0,0-5 0,0 0 0,-1 6 0,1-1 0,0 3 0,-5 1 0,-1 3 0,-6 7 0,1-2 0,-7 11 0,7 7 0,-8 3 0,3 11 0,-7 8 0,0 1 0,0 12 0,0-7 0,0-2 0,0 6 0,0-8 0,2 2 0,4-8 0,-4 3 0,13-12 0,-3 7 0,3-7 0,2 3 0,0-7 0,1 0 0,-1-7 0,-6-3 0,-1-7 0,-2 0 0,5 0 0,-9-2 0,5-2 0,-1-2 0,-2 7 0,-6 1 0,0 4 0,0 3 0,0 0 0,0 10 0,0 4 0,-2 5 0,-4 5 0,4 3 0,-4 4 0,4-4 0,2 11 0,0-7 0,0-2 0,0 6 0,8-10 0,4 2 0,3-5 0,2-10 0,0 9 0,1-7 0,-1-2 0,0-3 0,-2-8 0,-1-5 0,-3-3 0,-1-2 0,1 0 0,-3-6 0,-8 0 0,0 0 0,-2 4 0,-4-2 0,-5-2 0,3 8 0,-7 1 0,3 7 0,-3-3 0,5 6 0,-3-2 0,7 12 0,-7-4 0,11 13 0,-6-5 0,8 7 0</inkml:trace>
  <inkml:trace contextRef="#ctx0" brushRef="#br0" timeOffset="7">24109 1221 8912,'-32'-8'0,"1"-1"0,4-3 0,3 1 0,-1 7 0,2-2 0,-4 4 0,0 10 0,4 3 0,4 5 0,2 6 0,2 3 0,3 2 0,7 4 0,3 1 0,2-3 0,0-1 0,0-7 0,0 2 0,0-4 0,0-1 0,2-9 0,3-3 0,-1-4 0,8-2 0,-1 0 0,12-14 0,2-5 0,2-6 0,1-3 0,1-7 0,0 1 0,-6 0 0,5-1 0,-7-5 0,2-2 0,-4-2 0,-1 6 0,-9-12 0,-1 6 0,-1 0 0,-5 2 0,6 16 0,-8 3 0,0 4 0,-8 9 0,5 2 0,-9 8 0,8 16 0,-11-1 0,5 19 0,1 8 0,-7-1 0,9 8 0,-7-3 0,3 4 0,1 1 0,-3 1 0,3-2 0,3-5 0,1-3 0,6-9 0,0-4 0,2 1 0,4-7 0,3-8 0,9-9 0,-1-4 0,0-2 0,6-2 0,0-4 0,6-3 0,-7-8 0,1-8 0,-3-2 0,2 0 0,-10-5 0,9 11 0,-15-6 0,-2 2 0,-3-5 0,-1 5 0,0-4 0,0 4 0,-7 10 0,-5 4 0,-3 11 0,-2 9 0,0 8 0,5 8 0,1 4 0,1 3 0,-1 3 0,5-1 0,4 0 0,2-5 0,2-2 0,4-2 0,3-10 0,14-2 0,2-7 0,2-2 0,1-2 0,5-6 0,-2-6 0,-3-7 0,-7-4 0,12-11 0,-6-5 0</inkml:trace>
  <inkml:trace contextRef="#ctx0" brushRef="#br0" timeOffset="8">24557 1049 8912,'0'-17'0,"0"-1"0,0 1 0,0 0 0,0 0 0,0 0 0,0-1 0,0 1 0,0 8 0,6 28 0,-1 17 0,-1 8 0,-2 4 0,-8 9 0,-1 2 0,-1 1 0,0-1 0,-3-2 0,5-5 0,2-1 0,-5 1 0,7-3 0,-4-5 0,4-9 0,2-8 0,8-18 0,1-1 0</inkml:trace>
  <inkml:trace contextRef="#ctx0" brushRef="#br0" timeOffset="9">24918 430 8912,'-17'-2'0,"0"-4"0,7-3 0,3-1 0,8 10 0,5 15 0,8 12 0,7 13 0,7 10 0,11 9 0,1 10 0,0 7 0,-22-29 0,-2 2 0,2 2 0,-1 1-38,1 4 1,-2 1-1,-2 1 1,-3 0-1,-1 1 1,-3-1-1,-3-2 1,-2 0 37,-3 0 0,-2-1-151,0 0 1,-4-1 0,-6-5 0,-4-2 150,1-1 0,-3-1 0,-26 41 0,-1-5 0,-6-5 0,-5-7 0,1-16 0,-7-7 0,4-2 0,-2-8 0,3-9 0,1-10 0</inkml:trace>
  <inkml:trace contextRef="#ctx0" brushRef="#br0" timeOffset="10">22715 9353 8912,'12'-2'0,"-3"-4"0,-1-5 0,0-2 0,-2 1 0,-5-3 0,7 5 0,-8-7 0,0 0 0,-6 5 0,1 1 0,-9 7 0,3-2 0,-6 5 0,-6 1 0,-6 0 0,-11 0 0,-6 0 0,-19 1 0,-10 3 0,-7 2 0,32 0 0,-1 1 0,-2-2 0,-1 0-267,-9 3 0,-1 1 0,-1 0 0,-1-1 267,-6 1 0,0-1 0,3 0 0,0 0 0,1-2 0,-1-1 0,-1 2 0,0 0 0,1-4 0,1-1 0,2 4 0,0 0 0,-2-3 0,0 0 0,2-1 0,2-1 0,8 1 0,1-2 0,2 0 0,3 0 0,-36 0 0,5 0 0,1 0 0,21 6 0,-4 2 0,5 1 0,5 3 0,16-1 0,9-1 0,7-3 0,11-1 0,-3-4 0,7 4 0,0-4 1068,6 5-1068,0-7 0,0 0 0,0-7 0,0 5 0,0-6 0,0 8 0,0 0 0,-7 0 0,-5 0 0,-3 8 0,-2 1 0</inkml:trace>
  <inkml:trace contextRef="#ctx0" brushRef="#br0" timeOffset="11">19910 9061 8912,'0'-12'0,"2"1"0,4-3 0,-4-1 0,6-2 0,-3 0 0,1 0 0,2 1 0,-4 3 0,1 2 0,1 5 0,-6-6 0,0 1 0,0 1 0,0 3 0,0 5 0,0-4 0,-8 4 0,3-6 0,-13 10 0,-6 4 0,-15 11 0,-8 18 0,-17 11 0,-14 7-292,30-22 1,-1 1 0,-6 2 0,1 3 291,-4 5 0,1 2 0,2-1 0,1 0 0,2 0 0,1 0 0,3-3 0,2 0 0,6-1 0,2 0-359,2-1 0,3 1 359,-21 35 0,20-22 0,11-12 0,11-12 0,7-10 0,10-7 0,7-1 0,3-3 0,2-1 0,8-6 0,4 0 1073,3 0-1073,10 0 0,-5 0 0,3 0 810,-4 0-810,-1 0 0,-1 0 0,-1 0 0,-5 0 0,5 0 0,-8 0 0,5 0 0,-1 0 0,7 0 0,-1 6 0,3 1 0,-2 3 0,-5 1 0,11 1 0,-8-1 0,-1-5 0,-5 6 0,3-7 0,-8 5 0,-2-3 0,6 7 0,-14-12 0,4 3 0,-11-3 0,2-2 0,-8 0 0,-8 0 0,4 0 0,-7 0 0,5 0 0,-5 0 0,-3 0 0,-1 0 0,-2 2 0,0 4 0,-1-4 0,7 11 0,-1-7 0,9 0 0,-5-6 0</inkml:trace>
  <inkml:trace contextRef="#ctx0" brushRef="#br0" timeOffset="12">23507 9095 8912,'-17'6'0,"0"2"0,-1 1 0,1 4 0,0 3 0,0 1 0,0 6 0,1 2 0,5 1 0,-3 3 0,9 4 0,1-3 0,2-1 0,2 1 0,0-3 0,0 0 0,0-2 0,0-4 0,0-8 0,0-1 0,2-9 0,4 3 0,-3-6 0,9-6 0,1-5 0,3-4 0,1-10 0,0-4 0,0-11 0,0 4 0,1-4 0,-1 3 0,0 3 0,0 0 0,0 7 0,1 4 0,-1 0 0,0 6 0,-5-2 0,-1 13 0,1 0 0,3 16 0,-4 7 0,-3 0 0,-8 16 0,0-3 0,0 8 0,0-1 0,0 3 0,6-10 0,-1-1 0,1-6 0,-6 6 0,0-8 0,8-4 0,-6-10 0,13-22 0,-5-4 0</inkml:trace>
  <inkml:trace contextRef="#ctx0" brushRef="#br0" timeOffset="13">23903 9198 8912,'9'2'0,"-3"4"0,-4-2 0,-2 7 0,0 1 0,-6 5 0,1 0 0,-7 0 0,4 0 0,-1 1 0,5 7 0,-4-6 0,8 5 0,0 1 0,0-6 0,6 0 0,2-7 0,1 1 0,5-5 0,9-2 0,-4-4 0,4-2 0,-4-8 0,-2-3 0,-2-7 0,-3-5 0,1-1 0,-7-5 0,0-2 0,-6 8 0,0-5 0,0 5 0,-10 2 0,-7 7 0,-8 5 0,-2 1 0,-5 3 0,7 5 0,-4 0 0,6 0 0,-3 7 0,8-3 0,-1 6 0,6-3 0,9-1 0,-11 2 0,5 1 0</inkml:trace>
  <inkml:trace contextRef="#ctx0" brushRef="#br0" timeOffset="14">24350 8837 8912,'10'-17'0,"-3"0"0,-7 0 0,0 0 0,0-1 0,-7 9 0,3-5 0,-7 9 0,7-1 0,-4 8 0,8 4 0,0 5 0,0 20 0,0-1 0,0 16 0,6 0 0,0 5 0,7 1 0,-4 0 0,1-1 0,3 3 0,-7 3 0,6-11 0,-7 0 0,9-8 0,-10-6 0,5-3 0,1-8 0,-1-8 0,3-5 0,5-12 0,2-5 0,4-9 0,-4-10 0,4-1 0,-6 2 0,-5-1 0,1-1 0,-7-5 0,0-1 0,-6 9 0,0 3 0,0 4 0,0 1 0,0 1 0,-8 8 0,-4 3 0,-9 14 0,-1 9 0,-3 8 0,2 9 0,6 6 0,-1 0 0,3 6 0,9-4 0,2 0 0,3 0 0,8-9 0,12-9 0,16-6 0,1-9 0,10-3 0,2-4 0,-6-10 0,-2-3 0,-6-5 0,-5-1 0,-4 0 0,-16-6 0,-3-2 0,-4-1 0,-17-3 0,-4-6 0</inkml:trace>
  <inkml:trace contextRef="#ctx0" brushRef="#br0" timeOffset="15">24161 9216 8912,'-17'0'0,"0"0"0,7 0 0,4-6 0,12 0 0,11-2 0,14 3 0,7-7 0,6-9 0,8-2 0,5-5 0,0 5 0,12-6 0,-6 6 0,6 0 0,-11 6-348,-1 0 1,2 0 0,2-1 0</inkml:trace>
  <inkml:trace contextRef="#ctx0" brushRef="#br0" timeOffset="16">25004 8820 8912,'-17'0'0,"6"0"0,-1 0 0,8 0 0,-3 8 0,7 1 0,0 10 0,0 4 0,0 4 0,0 15 0,1 6 0,5 7 0,-4-1 0,6 11 0,-8-8 0,0 0 0,0-5 0,-6-1 0,-2-3 0,-1-8 0,5 0 0,-6-26 0,5 3 0,3-11 0,-6-1 0,10-12 0,2-10 0,4-10 0,1-6 0,3-1 0,5 0 0,0 1 0,0 5 0,-5-3 0,-1 8 0,1-8 0,7 12 0,2-2 0,2 8 0,0-2 0,-4 13 0,2-4 0,2 4 0,0 2 0,-8 10 0,-4 5 0,-5 6 0,-4 10 0,-2-3 0,-9 5 0,-9 1 0,-1 0 0,-9 1 0,-1-1 0,-6 1 0,1-9 0,0 5 0,-1-8 0,1-2 0,-1-2 0,9-9 0,3-5 0,11-3 0,5-17 0,16 2 0,8-14 0,10 2 0,6-6 0,1 3 0,2-3 0,4 2 0,-3-1 0,3 7 0,4 0 0,0 0 0,8 0 0,-1 2 0,-1 8 0,-4 1 0,-10 9 0,-7-3 0,-16 4 0,1 2 0,-20 2 0,-6 4 0,-3 3 0,-2 8 0,0 0 0,1 1 0,5-1 0,-3 6 0,9 0 0,-1 0 0,6-6 0,0 6 0,0 0 0,0-2 0,0-8 0,0-1 0,8-1 0,1-1 0,8-5 0,1-3 0,1-4 0,4-3 0,-4-5 0,6-13 0,-8 0 0,4-7 0,-4 1 0,2 2 0,-11 0 0,1 3 0,-5 1 0,2 5 0,-6 1 0,-6 0 0,-3 8 0,-3-1 0,1 6 0,-3-2 0,7 1 0,-1 5 0,8 2 0,0 3 0,8-3 0,1 14 0,9-7 0</inkml:trace>
  <inkml:trace contextRef="#ctx0" brushRef="#br0" timeOffset="17">25796 9267 8912,'17'0'0,"-7"0"0,-3 0 0,-7 2 0,-2 2 0,-3 2 0,-5 7 0,-1-4 0,-1 9 0,-1-1 0,5 0 0,0 0 0,8 0 0,-5 1 0,-1-1 0,2 0 0,2 0 0,4-1 0,4-5 0,-2 2 0,7-7 0,3-2 0,-5-4 0,3-6 0,-1-3 0,6-9 0,0 1 0,-5-2 0,-3-2 0,-1-2 0,-2-7 0,-6 11 0,0-6 0,0 0 0,0 13 0,-2-11 0,-4 12 0,-5-4 0,-5 5 0,-1 4 0,0 5 0,0 1 0,0 1 0,-1 5 0,9-4 0,1 13 0,8-5 0</inkml:trace>
  <inkml:trace contextRef="#ctx0" brushRef="#br0" timeOffset="18">26174 8717 8912,'6'-23'0,"0"0"0,7 8 0,-9 11 0,8 15 0,-9 16 0,3 19 0,-4 6 0,-2 5 0,0 4 0,0 6 0,0-4 0,0 2 0,-2-8 0,-4-1 0,4-3 0,-11-3 0,7-4 0,-5-10 0,5-7 0,-2-14 0,3 2 0,5-11 0,-2-2 0,8-10 0,3-11 0,10-16 0,8-11 0</inkml:trace>
  <inkml:trace contextRef="#ctx0" brushRef="#br0" timeOffset="19">26450 8958 8912,'0'-10'0,"0"-5"0,0 3 0,0 5 0,0-9 0,0 16 0,0 0 0,0 10 0,-8 5 0,-1 4 0,-9 2 0,1 2 0,-8 8 0,4-4 0,-6 7 0,3 0 0,-1 1 0,2-1 0,11 1 0,-11-3 0,14-3 0,-1-6 0,5-4 0,3-2 0,9 0 0,10-7 0,12-5 0,4-3 0,1-4 0,2-1 0,3-5 0,1-2 0,0-1 0,-11-1 0,-3 3 0,-1 1 0,-2-5 0,2 3 0,2-7 0</inkml:trace>
  <inkml:trace contextRef="#ctx0" brushRef="#br0" timeOffset="20">22234 8683 8912,'9'-2'0,"-1"-2"0,-2-4 0,-1-1 0,1 3 0,-6-6 0,0 7 0,0-7 0,0 6 0,0-5 0,0 9 0,0 2 0,0 8 0,0 9 0,0 0 0,0 8 0,0-6 0,0 4 0,0-4 0,0-2 0,6 1 0,1-1 0,3 0 0,1-6 0,7 1 0,-1-8 0,0 1 0,0-3 0,6-4 0,0-3 0,0-7 0,-6-11 0,6 4 0,0-4 0,-2 4 0,-2 2 0,-7 0 0,-1 0 0,-7 5 0,2 1 0,-4 7 0,-2-11 0,0 15 0,0 0 0,0 9 0,0 6 0,0 3 0,-2-1 0,-4 0 0,4 0 0,-5 0 0,7 1 0,0-1 0,0-8 0,7-3 0,5-12 0,3-3 0,2-14 0,2 0 0,2 2 0,2 2 0,0 2 0,-6-1 0,1 1 0,-1 0 0,0 7 0,0 5 0,-5 3 0,-1 2 0,-7 2 0,2 5 0,-4 11 0,5-1 0,-5 9 0,4-3 0,-4 6 0,-2-4 0,-2 2 0,-2-6 0,-2 2 0,-7-8 0,11 0 0,-21-13 0,4 6 0</inkml:trace>
  <inkml:trace contextRef="#ctx0" brushRef="#br0" timeOffset="21">22199 8287 8912,'-23'-29'0,"0"5"0,0 3 0,-2 5 0,6 11 0,-5-3 0,6 8 0,7 2 0,1 4 0,3 5 0,1 4 0,6 8 0,2 0 0,4-2 0,3-2 0,14-2 0,0 1 0,2-7 0,-2 1 0,-4-9 0,6 5 0,-8-8 0,-9 0 0,-8 0 0,-10-6 0,-13 1 0,2-7 0,-8 6 0,1 1 0,-7 5 0,7 2 0,-1 3 0,8 11 0,-2 7 0,4 7 0,2-3 0,-1 7 0</inkml:trace>
  <inkml:trace contextRef="#ctx0" brushRef="#br0" timeOffset="22">24884 3782 8912,'-29'0'0,"0"2"0,1 2 0,-1 2 0,2 0 0,2 3 0,4 8 0,4 10 0,6 13 0,5 6 0,4 11 0,2 6 0,0 2 0,0-2 0,10 2 0,5-7 0,8-5 0,4-5 0,7-2 0,8-12 0,0-9 0,0-10 0,6-7 0,-12-23 0,6-4 0</inkml:trace>
  <inkml:trace contextRef="#ctx0" brushRef="#br0" timeOffset="23">25193 3954 8912,'18'0'0,"-9"-7"0,-1 5 0,-8 4 0,0 15 0,0 10 0,0 5 0,2 8 0,4 0 0,7 1 0,8 1 0,6-6 0,7 2 0,1-7 0,7-14 0,2-4 0,7-7 0,1-2 0,0-10 0,-10-9 0,-8-10 0,-9-2 0,-6-1 0,-4-7 0,-3 1 0,-5 5 0,-7 0 0,0 3 0,-2-5 0,-3 2 0,3 8 0,-13 4 0,13 12 0,-4 10 0,4 12 0,2 12 0,8 11 0,-1 4 0,5 8 0,3-1 0,-3 1 0,-3 5 0,1 1 0,-3-3 0,-1-2 0,-6-3 0,0-4 0,0-6 0,0-4 0,-8-9 0,-3-4 0,-4-6 0,-3-5 0,1-5 0,0-7 0,0-2 0,0-3 0,-1 1 0,1-8 0,0-1 0,0-10 0,7 4 0,-5-13 0,5 5 0</inkml:trace>
  <inkml:trace contextRef="#ctx0" brushRef="#br0" timeOffset="24">26209 4384 8912,'9'8'0,"-1"-6"0,-2 7 0,-1-3 0,-1 6 0,-2-5 0,-2 10 0,0 1 0,0 1 0,0 9 0,0-5 0,0 6 0,0-6 0,0 5 0,0-6 0,0 0 0,0-2 0,2-5 0,4-4 0,-4 5 0,13-15 0,-3 5 0,-5-12 0,16-11 0,-4-9 0</inkml:trace>
  <inkml:trace contextRef="#ctx0" brushRef="#br0" timeOffset="25">26260 4023 8912,'0'-23'0,"0"0"0,-1 0 0,-3 6 0,-2 0 0,0 0 0,6 7 0,-7 3 0,5 7 0,-6 0 0,8 0 0,0 0 0,0 7 0,8-5 0,-5 6 0,9-6 0,1 3 0,-5-3 0,7 6 0,-5-8 0</inkml:trace>
  <inkml:trace contextRef="#ctx0" brushRef="#br0" timeOffset="26">26983 3937 8912,'0'-25'0,"0"-3"0,0-5 0,0 1 0,-2 3 0,-3 6 0,-5 4 0,-9 10 0,-4 3 0,-6 4 0,-3 6 0,-3 9 0,1 16 0,-1 13 0,1 15 0,7 2 0,6 6 0,8-2 0,5 0 0,8-2 0,0-3 0,8 1 0,3-2 0,10-7 0,4-10 0,2-4 0,9-9 0,1-4 0,3-11 0,-4-5 0,-1-7 0,-3-7 0,-3-5 0,-1-3 0,-10-2 0,3-1 0,-19-14 0,5-4 0</inkml:trace>
  <inkml:trace contextRef="#ctx0" brushRef="#br0" timeOffset="27">26673 4264 8912,'-17'0'0,"0"0"0,0 0 0,7-2 0,5-4 0,18 2 0,10-7 0,15-8 0,14-2 0,9-6 0,0 2 0,6 2 0,-8 6 0,4 0 0,4-8 0,-6-2 0</inkml:trace>
  <inkml:trace contextRef="#ctx0" brushRef="#br0" timeOffset="28">28033 3525 8912,'0'-29'0,"0"2"0,0 2 0,-6 2 0,-1 8 0,-3 4 0,-3 5 0,-3 4 0,-1 2 0,-2 4 0,-4 7 0,-4 1 0,-3 20 0,-5-3 0,10 5 0,-9 6 0,5-3 0,1 3 0,3-2 0,8 2 0,1-4 0,5 5 0,5-5 0,4-2 0,2 1 0,0-1 0,0 0 0,0-7 0,0-2 0,0-8 0,0 0 0,8-1 0,3-5 0,5-3 0,1-8 0,0-6 0,0-2 0,0-1 0,1 5 0,-1-9 0,0 5 0,0-2 0,0 7 0,1-5 0,-1 8 0,0-8 0,-5 6 0,-1-3 0,-7 5 0,2 5 0,-5-1 0,-1 8 0,0 1 0,0 10 0,-7-4 0,-5 6 0,-3 0 0,-2-6 0,2 8 0,1-6 0,3 2 0,7 0 0,-6-8 0,6-2 0,-1-1 0,-1-1 0,6 6 0,8 0 0,-5-5 0,9-3 0,1-1 0,-5-2 0,5 2 0,-5 1 0,2 1 0,-7 5 0,11-4 0,-8 10 0,-3 2 0,7 8 0,-8-4 0,4 7 0,-5 0 0,-1-7 0,0 6 0,2-5 0,4 5 0,-4-7 0,8-1 0,-7-7 0,3-1 0,0-8 0,2 7 0,1-15 0,3 5 0,-1-12 0,1-3 0,-3-16 0,6-2 0,-5-7 0</inkml:trace>
  <inkml:trace contextRef="#ctx0" brushRef="#br0" timeOffset="29">28325 3817 8912,'-24'17'0,"-3"-2"0,0-3 0,-4 3 0,9-3 0,-1 5 0,5 6 0,1 5 0,8-3 0,1 8 0,10-5 0,4 5 0,-4-6 0,19 1 0,-4-9 0,2-3 0,8-3 0,-6-4 0,5-3 0,-1-4 0,6-10 0,-12-1 0,4-10 0,-4-4 0,-9 4 0,-3-12 0,-7 6 0,0-1 0,0 5 0,-7-10 0,-5 8 0,-3 2 0,-10 2 0,0 2 0,-5 2 0,1 3 0,0 4 0,1 8 0,1 2 0,2 4 0,2 4 0,13 7 0,-5 8 0,6 1 0</inkml:trace>
  <inkml:trace contextRef="#ctx0" brushRef="#br0" timeOffset="30">28721 4006 8912,'0'-17'0,"0"0"0,0 7 0,0 2 0,-2 24 0,-3 7 0,1 3 0,-6 7 0,3 3 0,-5 2 0,6-3 0,3-1 0,1 1 0,2-1 0,0 0 0,0-1 0,0-5 0,0-3 0,0-8 0,7 1 0,3-1 0</inkml:trace>
  <inkml:trace contextRef="#ctx0" brushRef="#br0" timeOffset="31">28945 3834 8912,'2'-9'0,"4"3"0,-4 4 0,5 6 0,-7 7 0,0 8 0,0 16 0,0 1 0,0 4 0,0-2 0,0 6 0,0 0 0,0-2 0,0 0 0,0-2 0,0-5 0,0-3 0,0-3 0,0-4 0,0-8 0,0-8 0,0-1 0,0-8 0</inkml:trace>
  <inkml:trace contextRef="#ctx0" brushRef="#br0" timeOffset="32">29324 3439 8912,'1'-18'0,"3"1"0,4 0 0,2 0 0,-7 0 0,13 7 0,-5 4 0,4 4 0,-5 10 0,-2 5 0,-1 8 0,-5 6 0,6 8 0,-8-1 0,0 0 0,0 8 0,0-5 0,0 3 0,0 2 0,0-2 0,-2 0 0,-2-6 0,-2 1 0,1-1 0,-1-7 0,0-4 0,0-4 0,6-2 0,-7-7 0,5-3 0,-6-8 0,8-5 0,8-4 0,3-7 0,5 0 0,1 0 0,0-1 0,0 1 0,0 2 0,-1 2 0,-5 1 0,5 8 0,-15-5 0,5 3 0,-4 4 0,-2 2 0,0 15 0,0 8 0,-8 8 0,-3-2 0,1 3 0,-1 2 0,5 1 0,-5-1 0,7-5 0,-2 0 0,4-3 0,2 5 0,0-3 0,0-7 0,8 4 0,1 0 0,9-6 0,-1 6 0,-6-13 0,1-1 0,-8-7 0,3 5 0,-7-3 0,-7-4 0,-3 11 0,-7-7 0,-8 8 0,6-11 0,-6 7 0,0-2 0,6-3 0,-12-5 0,9 0 0,-9 0 0,4 0 0</inkml:trace>
  <inkml:trace contextRef="#ctx0" brushRef="#br0" timeOffset="33">29978 2820 8912,'0'-23'0,"0"0"0,0 2 0,0 2 0,1 3 0,5 5 0,6 5 0,5 14 0,6 11 0,5 13 0,7 20 0,1 19 0,1 13 0,-21-36 0,-2 1 0,0 4 0,-1 1 0,-2 5 0,-1 3 0,-3 3 0,-3 1 0,0 2 0,-2 0 0,0 0 0,-2 2-96,-6 2 0,-3 1 1,0-3-1,-1-1 1,-7 4-1,-3-1 0,2-2 1,-2-2 95,1-5 0,-2 0 0,-2 2 0,-2-2-144,3-10 0,-2-3 0,-1 0 0,-3-1 144,-3-2 0,-1-2 0,1-1 0,-2-2 0,-3-1 0,-2-2 0,2-1 0,1-1 0,1-2 0,-1 1 0</inkml:trace>
  <inkml:trace contextRef="#ctx0" brushRef="#br0" timeOffset="34">24608 4023 8912,'10'-11'0,"-2"-1"0,-3-1 0,1-2 0,0-3 0,-6 7 0,0-1 0,2 11 0,2 1 0,1 9 0,1-1 0,0 7 0,0-3 0,5 9 0,-3 3 0,-1 3 0,1 4 0,5 3 0,-1 6 0,-3 6 0,3 11 0,1 4 0,8 8 0,2 0 0,8 6 0,-3 1 0,7 0 0,5 1 0,-4-10 0,8-10 0,-5-11 0,1-6 0,8-4 0,-3-1 0,-1-14 0,2-4 0,0-11 0,6-1 0,-2-3 0,-5-2 0,5 0 0,-14-4 0,5-7 0,-13-8 0,-3-16 0</inkml:trace>
  <inkml:trace contextRef="#ctx0" brushRef="#br0" timeOffset="35">29547 5691 8912,'0'-12'0,"0"1"0,-2-2 0,-3-3 0,3-1 0,-4 0 0,4 0 0,-6 0 0,7-1 0,-7 9 0,8 3 0,0 12 0,0 5 0,0 10 0,0 2 0,0 8 0,0 1 0,0 10 0,0 2 0,0 2 0,0 6 0,0-1 0,0 1 0,0-1 0,0 5 0,0-3 0,0-3 0,6-12 0,1-2 0,3-5 0,-6-10 0,11-4 0,-5-9 0,-1-16 0,-1-5 0,-1-8 0,-5 2 0,12-14 0,-9 5 0,7-7 0,-4-3 0,1-2 0,-5 0 0,9 5 0,-7 3 0,-2 3 0,-2 6 0,-2 4 0,7 10 0,-5-1 0,4 4 0,4 12 0,-7 2 0,9 15 0,-1 7 0,7-1 0,-1 1 0,0 1 0,0-2 0,2-8 0,4 2 0,-4-4 0,4-2 0,-4-7 0,-1-3 0,-1-7 0,0-2 0,0-3 0,1-7 0,-1-11 0,0-6 0,-2-9 0,-1-4 0,-5-2 0,-1-3 0,-2 5 0,-6-8 0,-2 6 0,-4 0 0,-4 2 0,-1 8 0,-1-1 0,7 10 0,-7 8 0,8 6 0,-1 5 0,3 4 0,2 2 0,5 11 0,5 9 0,5-3 0,-1 4 0,11-12 0,-8 9 0</inkml:trace>
  <inkml:trace contextRef="#ctx0" brushRef="#br0" timeOffset="36">30287 5674 8912,'0'-17'0,"0"-1"0,0 1 0,0 0 0,0 0 0,0 9 0,0 8 0,-7 15 0,3 12 0,-8 9 0,-1 5 0,5 3 0,-7 9 0,4 4 0,-5 6 0,7-3 0,-5-1 0,7-8 0,-3 1 0,6 0 0,-3-3 0,7-5 0,0-9 0,0-9 0,0-9 0,0-7 0,0-6 0,2-14 0,3-7 0,5-12 0,7 3 0,0-9 0,0 1 0,-7 0 0,5 1 0,-3 2 0,3 3 0,-5 7 0,5-2 0,-4 11 0,5 5 0,-1 9 0,-4 3 0,-3 13 0,-2 8 0,1 9 0,3-1 0,-6-7 0,13 3 0,0-7 0,0 6 0,6-6 0,2-8 0,-2-9 0,8-4 0,-2-2 0,-3 0 0,1-2 0,-2-4 0,-2-3 0,-6-10 0,0-2 0,0-2 0,-7 0 0,-2 0 0,-8 0 0,0 2 0,-8-6 0,-2 8 0,-9-4 0,-4 4 0,4 2 0,-7 7 0,4 6 0,0 8 0,-1 6 0,0 7 0,2 2 0,5 4 0,-1 4 0,9 1 0,-3 1 0,5 2 0,-3-7 0,7 3 0,-4-4 0,4-4 0,2 4 0,8-9 0,3-3 0,12-7 0,-4 3 0,6-8 0,0-5 0,-6-4 0,4-7 0,-4-2 0,-2-4 0,1 4 0,-3-12 0,-2 7 0,-1-3 0,-8 6 0,3-4 0,-7 8 0,0 5 0,0 1 0,0 7 0,0 4 0,0 10 0,0 7 0,0 0 0,0 0 0,2 6 0,2 0 0,2-2 0,7-2 0,-9-2 0,7 0 0,3 1 0,1-9 0,-3 5 0,-1-9 0,2-1 0,3-2 0,1-2 0,0-2 0,0-4 0,-7-3 0,5-8 0,-13-8 0,6-2 0</inkml:trace>
  <inkml:trace contextRef="#ctx0" brushRef="#br0" timeOffset="37">31096 5502 8912,'17'0'0,"-7"0"0,-3 0 0,-8 2 0,-3 3 0,-4 9 0,-1 7 0,-5 7 0,5 11 0,-3 1 0,1 15 0,-1-9 0,3 13 0,1 1 0,-3-5 0,5 6 0,0-2 0,-2-3 0,6-3 0,-3-1 0,-3-5 0,2-6 0,1-1 0,5-21 0,0 4 0,0-12 0,0-3 0,0-10 0,0-4 0,0-9 0,0-10 0,0-2 0,0-1 0,0-7 0</inkml:trace>
  <inkml:trace contextRef="#ctx0" brushRef="#br0" timeOffset="38">30976 6069 8912,'-12'0'0,"1"0"0,5-2 0,-6-3 0,9 3 0,-7-6 0,4 8 0,4-8 0,-5 5 0,7-9 0,0 8 0,15-9 0,8 7 0,10-5 0,7 5 0,6-6 0,11 7 0,6 1 0,-4-6 0,8 7 0,-6-7 0,1 2 0,5-5 0,-6 3 0</inkml:trace>
  <inkml:trace contextRef="#ctx0" brushRef="#br0" timeOffset="39">31698 5897 8912,'6'12'0,"0"-1"0,0-7 0,-6 4 0,0-8 0,0 2 0,0 3 0,0 7 0,0 11 0,0-4 0,-6 8 0,0-5 0,-2-1 0,3 8 0,3-6 0,-6 6 0,1 1 0,5-5 0,-12 2 0,8-6 0,3 2 0,-7-8 0,8 0 0,-5-13 0,-1-2 0,-2-9 0</inkml:trace>
  <inkml:trace contextRef="#ctx0" brushRef="#br0" timeOffset="40">31612 5880 8912,'0'-17'0,"0"-8"0,0-4 0,0-3 0,0 5 0,0 4 0,0 4 0,0 2 0,6 0 0,0 0 0,7 7 0,-1 4 0,3 4 0,2 2 0,8 8 0,4 3 0,-4-3 0,15 7 0,-4-5 0</inkml:trace>
  <inkml:trace contextRef="#ctx0" brushRef="#br0" timeOffset="41">32456 5467 8912,'9'-24'0,"-1"4"0,-8-10 0,0 5 0,0-2 0,0 6 0,-2 2 0,-4 10 0,-5 1 0,-5 2 0,-1 22 0,-2 7 0,-4 7 0,4 12 0,-4 4 0,4 6 0,2 5 0,-1 4 0,3 0 0,2-2 0,1 1 0,8-7 0,-1 4 0,3 4 0,-4-13 0,0 4 0,1-12 0,5 0 0,0-4 0,0-1 0,-2-9 0,-2-3 0,-2-4 0,-1-9 0,1-4 0,-4-4 0,-7-2 0</inkml:trace>
  <inkml:trace contextRef="#ctx0" brushRef="#br0" timeOffset="42">31957 6000 8912,'1'-11'0,"5"-1"0,-2 9 0,7-3 0,10-2 0,14 3 0,15-9 0,13 3 0,11-5 0,-1-1 0,3 2 0,-5 4 0,-6-5 0,-19 12 0,-12-7 0,-3-1 0,-21-5 0</inkml:trace>
  <inkml:trace contextRef="#ctx0" brushRef="#br0" timeOffset="43">29410 7359 8912,'-2'15'0,"-2"-2"0,-4-3 0,-1-2 0,-1 5 0,-1-2 0,5 5 0,4 1 0,2 0 0,0 0 0,0 8 0,2-6 0,4 4 0,5-4 0,4-2 0,-3 1 0,-1-1 0,3 0 0,1-7 0,2-3 0,0-7 0,1 0 0,-1-2 0,0-3 0,0-5 0,0-7 0,-7 0 0,3-1 0,-7 1 0,2 2 0,-4 2 0,1 1 0,1 8 0,-6-3 0,0 9 0,0 3 0,6 7 0,0 11 0,-3 5 0,-1 5 0,-2 1 0,-2 6 0,-3 2 0,-7 2 0,5-6 0,-9 10 0,5-10 0,-5-5 0,-1 1 0,0-15 0,0 4 0,0-4 0,-2-3 0,-2-5 0,-2-5 0,2-4 0,-6-2 0,8-2 0,-4-4 0,4-5 0,1-12 0,7 4 0,-1-4 0,9 4 0,-3 1 0,6 3 0,6 2 0,5 1 0,4 1 0,3-1 0,-1 1 0,8 7 0,1-4 0</inkml:trace>
  <inkml:trace contextRef="#ctx0" brushRef="#br0" timeOffset="44">29857 7909 8912,'12'0'0,"-1"0"0,-7 0 0,3 0 0,-7 2 0,-1 2 0,-5 1 0,4 9 0,-4-3 0,-1 10 0,1 2 0,-2 8 0,2-3 0,4-1 0,-3 2 0,3-8 0,2 9 0,0-7 0,0-2 0,0-2 0,0-7 0,0-1 0,0-7 0,0 0 0,0-16 0,0-7 0,0-15 0</inkml:trace>
  <inkml:trace contextRef="#ctx0" brushRef="#br0" timeOffset="45">29978 7582 8912,'-8'-17'0,"4"2"0,-7 3 0,7-3 0,-12 5 0,13 1 0,-9 3 0,8 4 0,-3 2 0,7 0 0,0 0 0,7-7 0,3 5 0,7-6 0,0 16 0,1 1 0</inkml:trace>
  <inkml:trace contextRef="#ctx0" brushRef="#br0" timeOffset="46">30459 7617 8912,'6'-12'0,"0"1"0,-2-3 0,3-1 0,1-2 0,2 0 0,-7-1 0,5 7 0,-8-1 0,0-1 0,8-2 0,-6-2 0,3-1 0,-3 9 0,-9 1 0,-5 8 0,-3 2 0,-2 6 0,-3 9 0,-3 10 0,4 5 0,-7 8 0,3 0 0,4 8 0,-4-2 0,3 2 0,3-2 0,6 1 0,-1-6 0,8 2 0,-1-6 0,3-5 0,9-9 0,5 0 0,5-6 0,6-5 0,-2-5 0,8-7 0,-8-2 0,2-3 0,-4-12 0,-2-3 0,0-20 0,1 4 0</inkml:trace>
  <inkml:trace contextRef="#ctx0" brushRef="#br0" timeOffset="47">30373 7754 8912,'-11'0'0,"1"2"0,3 4 0,-7-4 0,10 5 0,-7-7 0,7 0 0,-11 0 0,21 0 0,-3 0 0,20-2 0,6-3 0,4 3 0,3-12 0,2 7 0,2-3 0,0 4 0,-5-5 0,-1 0 0,1-7 0</inkml:trace>
  <inkml:trace contextRef="#ctx0" brushRef="#br0" timeOffset="48">31044 7393 8912,'18'-6'0,"-3"-1"0,-4-3 0,5-1 0,-14-7 0,5 7 0,-7 0 0,-7 7 0,-5-2 0,-3 12 0,-2 3 0,-2 8 0,-4 1 0,3 6 0,-2 5 0,0 4 0,0 1 0,2 0 0,-4 3 0,6 1 0,1 2 0,0-7 0,5-1 0,1-3 0,1 1 0,-1-1 0,-2-4 0,7-8 0,0 0 0,6-7 0,2-5 0,4-10 0,3-5 0,9-7 0,-1 0 0,2 5 0,2 1 0,2-3 0,0-1 0,-12 4 0,1-1 0,-1 8 0,6-1 0,-7 3 0,3 4 0,-7 5 0,-2 10 0,-2 1 0,-2 12 0,-2-5 0,-4 2 0,4 1 0,-13 5 0,5-2 0,1-3 0,-6 1 0,7-1 0,-4 1 0,-1-8 0,7 2 0,-1-4 0,1-2 0,4-7 0,-6-2 0,8-8 0,0 0 0,8 0 0,3 0 0,-1 0 0,2 0 0,-9 0 0,11 7 0,-9 5 0,7 3 0,-6 2 0,1 2 0,-3 2 0,2 2 0,0 8 0,-4-6 0,3 3 0,-3 3 0,4-8 0,-4-2 0,0-2 0,3-2 0,-3 0 0,8-7 0,-6-3 0,2 1 0,7-6 0,-4-2 0,9-4 0,-1-7 0,-6-7 0,1-4 0,-1-9 0,6 4 0</inkml:trace>
  <inkml:trace contextRef="#ctx0" brushRef="#br0" timeOffset="49">31303 7720 8912,'9'-17'0,"-1"-1"0,-8 1 0,0 6 0,0-1 0,0-1 0,0 5 0,0 2 0,0 12 0,0 4 0,2 7 0,3 0 0,-3 2 0,4 4 0,-2-4 0,0 6 0,1 0 0,1-6 0,-6 12 0,0-8 0,0 1 0,0-3 0,0 2 0,0 0 0,0-6 0,-7 1 0,3 5 0,-8-1 0,1 1 0,1-13 0,-5 5 0,5-5 0</inkml:trace>
  <inkml:trace contextRef="#ctx0" brushRef="#br0" timeOffset="50">31199 7926 8912,'-17'0'0,"0"0"0,5 0 0,1 0 0,5-2 0,-5-4 0,9 4 0,2-3 0,15-5 0,6 6 0,8-5 0,3-1 0,5 1 0,3-5 0,0 5 0,-6-3 0,1 7 0,-1-7 0,-7 8 0,-4-1 0,4-5 0,-8 6 0,4-5 0,-4 1 0,-2-5 0,0 3 0</inkml:trace>
  <inkml:trace contextRef="#ctx0" brushRef="#br0" timeOffset="51">31612 7668 8912,'0'10'0,"0"7"0,0-2 0,0 6 0,0 8 0,0-6 0,0 9 0,0 3 0,0-1 0,0 6 0,0-4 0,0-1 0,2-1 0,4 1 0,-4-3 0,4-3 0,-4-4 0,5-8 0,3 0 0</inkml:trace>
  <inkml:trace contextRef="#ctx0" brushRef="#br0" timeOffset="52">31853 8081 8912,'10'0'0,"3"-2"0,-7-4 0,0 4 0,-6-4 0,0 12 0,-8-4 0,4 13 0,-5-1 0,1 7 0,2-2 0,1 13 0,-1-5 0,2 0 0,2 5 0,2-11 0,0 8 0,0 2 0,-8-7 0,6 1 0,-3-8 0,3 1 0,2-1 0</inkml:trace>
  <inkml:trace contextRef="#ctx0" brushRef="#br0" timeOffset="53">32025 7840 8912,'-11'-2'0,"-1"-2"0,-1-1 0,5-3 0,5 4 0,6-2 0,7 1 0,7 5 0,2 0 0,4 0 0,-4 0 0,8-6 0,-6 0 0,2 2 0,6 2 0,-6 2 0,0 0 0,-6 0 0,8-7 0,1-3 0</inkml:trace>
  <inkml:trace contextRef="#ctx0" brushRef="#br0" timeOffset="54">32404 7548 8912,'0'-12'0,"0"1"0,0-1 0,0-5 0,2 2 0,4 3 0,-5 5 0,7 9 0,-8 3 0,0 5 0,0 15 0,0 4 0,0 3 0,0 2 0,0 1 0,0-1 0,0 1 0,-6-1 0,1 0 0,-1 1 0,6-1 0,0-7 0,0-4 0,0-4 0,0-2 0</inkml:trace>
  <inkml:trace contextRef="#ctx0" brushRef="#br0" timeOffset="55">32438 7170 8912,'0'-18'0,"0"1"0,0 0 0,0 0 0,0 5 0,0 1 0,8 5 0,3-5 0,7 7 0,3-2 0,2 4 0,7 2 0,-3 2 0,0 4 0,5 3 0,-13 16 0,4 4 0,-5-2 0,-7 1 0,-3 1 0,-8 5 0,-2 1 0,-2 1 0,-2 4 0,-7-4 0,1 5 0,-3-5 0,-2-2 0,0 3 0,-1 3 0,1-10 0,0 5 0,6-12 0,-1-1 0,8-2 0,-1-3 0,3 0 0,4-8 0,3-3 0,5-4 0,15-4 0,1-4 0,1-5 0,4 1 0,-8-1 0,5 7 0,-5-2 0,0 5 0,-5 1 0,-9 7 0,-3 5 0,-4 3 0,-2 8 0,0 0 0,0 5 0,0-5 0,-6 8 0,0-2 0,2 3 0,3-3 0,1-1 0,-8 1 0,6 3 0,-6-1 0,1-2 0,-3-1 0,-7 7 0,-2-1 0,-4 1 0,-4 7 0,-7-6 0,-1 4 0,-1-4 0,-4-1 0,3-3 0,-3-3 0,4-4 0,2-8 0,7-8 0,-6-1 0,6-8 0</inkml:trace>
  <inkml:trace contextRef="#ctx0" brushRef="#br0" timeOffset="56">32972 7324 8912,'-10'-2'0,"5"-3"0,3-7 0,4-3 0,3-2 0,5 1 0,7 3 0,0 2 0,6 7 0,0-2 0,6 4 0,-6 2 0,-2 0 0,6 8 0,-10 3 0,2 12 0,-6 6 0,-9 3 0,4 5 0,-8 1 0,0 2 0,-2 6 0,-4-4 0,-5 0 0,-5 0 0,7-2 0,-5-6 0,7 1 0,-3-1 0,6-5 0,-1-1 0,3-7 0,2 4 0,0-8 0,0 6 0,0 0 0,0-2 0,0 6 0,0-8 0,0 4 0,0 4 0,0 0 0</inkml:trace>
  <inkml:trace contextRef="#ctx0" brushRef="#br0" timeOffset="57">33144 8407 8912,'-10'10'0,"-5"0"0,4-5 0,-5-3 0,7 6 0,-1-8 0,4 0 0,5 0 0,-7 0 0,10 0 0,4 0 0,5 0 0,4 0 0,2-6 0,1-2 0,-1-1 0,0 5 0,0-9 0,-1 5 0,-5-1 0,4-3 0,-13 1 0,4-1 0,-4-1 0,-10 5 0,-1-1 0,-10 5 0,-4-2 0,-4 0 0,-6 6 0,3 0 0,1 0 0,8 8 0,-2 1 0,12 9 0,5-1 0,4-8 0,10 7 0,1-7 0</inkml:trace>
  <inkml:trace contextRef="#ctx0" brushRef="#br0" timeOffset="58">22302 12809 8912,'0'-29'0,"-1"2"0,-3 3 0,-4 3 0,0 0 0,1-2 0,-1 9 0,4-3 0,-3 4 0,-3 3 0,6 1 0,-3 5 0,-1-2 0,-4 2 0,-3 2 0,-2 2 0,6 2 0,1 4 0,2 5 0,1 5 0,1 3 0,-6 2 0,-3 2 0,-2 13 0,0-2 0,0 12 0,-1 0 0,-7 4 0,6 1 0,-6 3 0,1 3 0,3 6 0,-6 10 0,0 3 0,0 3 0,6 1 0,-4 12 0,8-1-904,0-1 904,0-10 0,7 2 0,4-7 0,5-6 0,1-6 0,7-16 0,5-1 0,3-7 0,2-13 0,2 5 0,2-8 0,2-2 0,-2-2 0,-2-4 0,1-1 0,2-3 0,-2 0 0,4 5 0,-6-3 904,-1-1-904,0-1 0,6 1 0,0-1 0,6-1 0,-6 1 0,7 2 0,1-5 0,7 2 0,-2-7 0,14 7 0,-4-6 0,4 1 0,3 1 0,5-6 0,3 0 0,0 0 0,-2 8 0,-13-4 0,-2 5 0,-2-1 0,6 5 0,-14-3 0,1 7 0,-1 0 0,-5 0 0,3 1 0,3-3 0,-1-4 0,1 5 0,1-13 0,2 7 0,2 0 0,-1-3 0,-3 1 0,-2-2 0,1-6 0,-1 0 0,1 0 0,-1 0 0,-7 0 0,-4 0 0,2 0 0,-2 0 0,-2 0 0,-2 0 0,-2 0 0,0 0 0,0 0 0,1 0 0,-1 0 0,0 0 0,0 0 0,0 0 0,1 0 0,-1 0 0,6 0 0,0 0 0,5 0 0,-5 0 0,-2 0 0,4 0 0,0 0 0,0 0 0,0 0 0,5 0 0,-9 0 0,8 0 0,-6 0 0,6 0 0,-6 0 0,3-2 0,-1-4 0,-2 4 0,-6-6 0,1 8 0,-1 0 0,-6-2 0,1-3 0,-1 3 0,1-6 0,-1 8 0,1 0 0,5 0 0,0 0 0,0-6 0,1-1 0,-1-3 0,0 6 0,0-9 0,0 7 0,1 2 0,-1-5 0,-6 7 0,1-6 0,1 1 0,-3 5 0,1-6 0,3 2 0,1 1 0,2-1 0,-5 0 0,-1-1 0,2-3 0,3-1 0,1-1 0,0 1 0,0 5 0,0-6 0,-5 7 0,-1-7 0,3-1 0,1 5 0,-3-7 0,-1 4 0,2-5 0,-5 7 0,7-7 0,-5 5 0,1-4 0,1-3 0,-3 7 0,5 0 0,-3-3 0,1-1 0,-1-2 0,1 0 0,-1-1 0,4 1 0,-3 0 0,3 0 0,-11 0 0,8-1 0,-9 9 0,5-6 0,-6 3 0,4-3 0,-4-2 0,3-1 0,3 1 0,-2 0 0,5-6 0,-5 0 0,5-6 0,-5 7 0,8-1 0,-3 5 0,-3 1 0,-3 0 0,5-8 0,-8 6 0,4-6 0,-5 0 0,5 6 0,0-4 0,0 4 0,-6 0 0,0-2 0,0-2 0,0-7 0,-2 3 0,-2-7 0,-2-1 0,0 1 0,1-2 0,-3-3 0,-1-1 0,5 0 0,-12 6 0,7-3 0,-1-3 0,-5 4 0,5-12 0,-5 8 0,4 2 0,-5 2 0,5 1 0,-4 3 0,-3 3 0,1-3 0,2 12 0,2-2 0,1 2 0,1 3 0,-7 0 0,3 0 0,4 0 0,-5 7 0,7-3 0,-7 5 0,5-1 0,-4-3 0,11 3 0,-6 1 0,3 0 0,-7 6 0,10-11 0,-7 7 0,-1-7 0,-5 9 0,0-7 0,0 5 0,0-6 0,-1 9 0,-4-7 0,-3 4 0,-2-3 0,-4-3 0,-1 1 0,-3 7 0,1-11 0,0 3 0,-3-1 0,-3 1 0,4-1 0,-4 5 0,3-1 0,3 5 0,1-9 0,3 7 0,3 0 0,2-1 0,-6 5 0,5-6 0,-1 0 0,-6 6 0,9-5 0,-7 7 0,2 0 0,-7-8 0,0 6 0,-4-3 0,3 3 0,3 2 0,-3 0 0,-1 0 0,-2 0 0,0 0 0,5 0 0,1 0 0,0 0 0,-1 0 0,7 5 0,-1 1 0,8 0 0,-2-6 0,2 0 0,0 0 0,-2 0 0,0 0 0,6 0 0,-1 0 0,-1 0 0,-4 0 0,4 0 0,-4 0 0,-1 6 0,1-1 0,-8 3 0,4-2 0,-1 3 0,-1 1 0,2 3 0,-2-7 0,-3 5 0,3-5 0,4 7 0,2-1 0,2-3 0,-2 3 0,4-6 0,-6 3 0,1-1 0,4 5 0,-4-9 0,6 7 0,1 3 0,0-5 0,0 1 0,0 0 0,-1-1 0,1-5 0,-6 5 0,0-3 0,-2-2 0,2 7 0,2 1 0,-7 5 0,1-2 0,-4-1 0,5-3 0,1 3 0,4 1 0,2 2 0,-4-2 0,2-1 0,5-3 0,-1 1 0,13-3 0,-5-1 0,1-1 0,2-5 0,6 6 0,0-8 0,0 0 0,8 0 0,-6 0 0,7 0 0,-3 0 0,4-8 0,7-1 0</inkml:trace>
  <inkml:trace contextRef="#ctx0" brushRef="#br0" timeOffset="59">24023 12190 8912,'-17'0'0,"0"0"0,0 0 0,-1 0 0,1 0 0,0-8 0,6 6 0,1-5 0,2-1 0,3 4 0,7-5 0,1-1 0,3 1 0,13-9 0,0-6 0,6-3 0,6-4 0,3-3 0,6-4 0,6-2 0,10-8 0,1 2 0,-1-2 0,-3 2 0,-9 4 0,-2 16 0,-9 5 0,-5 7 0,-3 7 0,-13 7 0,-1 0 0,-7 7 0,2 5 0,-4 3 0,-2-5 0,-8 3 0,-4-7 0,-3-3 0,-2-16 0,0-6 0</inkml:trace>
  <inkml:trace contextRef="#ctx0" brushRef="#br0" timeOffset="60">24574 11227 8912,'25'-17'0,"-8"0"0,-7 0 0,-10 7 0,0 2 0,0 8 0,15 0 0,4 2 0,15 2 0,1 2 0,7 7 0,4-1 0,-2 5 0,2 6 0,-14-2 0,3 7 0,-5 1 0,-3 5 0,-4 1 0,-12 5 0,-5 0 0,-4 2 0,-2-2 0,-8-3 0,-3 3 0,-2-6 0,1-5 0,-3-1 0,3-10 0,-3 1 0,-2-14 0,0-14 0,-1-10 0</inkml:trace>
  <inkml:trace contextRef="#ctx0" brushRef="#br0" timeOffset="61">25125 11244 8912,'-10'0'0,"-5"0"0,15-2 0,0-3 0,9-7 0,14-11 0,12-3 0,11-9 0,11 1 0,10-1 0,7-1 0,-1-4 0,-2 9 0,-4-1 0,-4 7 0,-6 10 0,-18 5 0,-7 12 0,-15 4 0,-7 11 0,-4 12 0,1 11 0,-1 6 0,-2 3 0,-10 3 0,2 1 0,-7 5 0,1 1 0,-1 4 0,-5-4 0,5-7 0,-4-3 0,-3-3 0,1 2 0,0-8 0,5-5 0,1-7 0,0-5 0,-7 6 0,1-8 0,0 2 0,0-6 0,0-6 0,-1-5 0,-7-4 0,-1-2 0</inkml:trace>
  <inkml:trace contextRef="#ctx0" brushRef="#br0" timeOffset="62">25159 11262 8912,'6'11'0,"0"0"0,-1 1 0,-5 5 0,8 0 0,-4 2 0,7 4 0,3 6 0,1 3 0,10 3 0,5 1 0,7 2 0,3 2 0,8 6 0,-4-4 0,0 2 0,-2-6 0,-8 12 0,-1-6 0,-5 0 0,-11-2 0,-9-15 0,-8-2 0</inkml:trace>
  <inkml:trace contextRef="#ctx0" brushRef="#br0" timeOffset="63">26106 11863 8912,'0'-11'0,"0"-1"0,-2 1 0,-2-1 0,-2 1 0,-7 7 0,1-2 0,-3 4 0,3 2 0,1 2 0,-2 6 0,-3 9 0,5 8 0,1 11 0,3 4 0,-5 4 0,6 6 0,3-2 0,1 0 0,2 5 0,7-1 0,3 5 0,7-11 0,0-6 0,8-4 0,0-11 0,6-6 0,-3-5 0,1-11 0,5 3 0,1-12 0,-3-5 0,-3-12 0,4-4 0,-7-7 0,1-1 0,-2-7 0,-8 4 0,0-8 0,-5 2 0,-1-1 0,-7 1 0,0 5 0,-8-1 0,-13 0 0,-4 8 0,-8 1 0,-1 3 0,-3 7 0,-1 1 0,-1 11 0,1 1 0,-1 2 0,7 6 0,1 2 0,2 4 0,10 4 0,-1 7 0,5 0 0,3 2 0,3 4 0,3-4 0,2 6 0,0-8 0</inkml:trace>
  <inkml:trace contextRef="#ctx0" brushRef="#br0" timeOffset="64">25933 12293 8912,'-17'-8'0,"0"7"0,0-15 0,7 7 0,3-8 0,16-1 0,8 1 0,8 8 0,10 1 0,-1 0 0,8 6 0,2-11 0,8 7 0,-1 2 0,1-5 0,0 7 0,-1-4 0,-7-1 0,-4 1 0,-11 0 0,-6 6 0,-10 0 0,-1 0 0,-8 0 0,3 0 0,-14 0 0,-3 0 0,-7 0 0,5 0 0,1 0 0,7 0 0,-11 0 0,13 0 0,-6 0 0</inkml:trace>
  <inkml:trace contextRef="#ctx0" brushRef="#br0" timeOffset="65">27121 10539 8912,'0'-19'0,"0"-2"0,0-2 0,0 2 0,0 2 0,0 2 0,-2 0 0,-4 2 0,-5 3 0,-5 6 0,-1 4 0,0 2 0,0 2 0,0 4 0,-6 6 0,-2 12 0,-2 11 0,-7 9 0,-7 13 0,3 6 0,2 4 0,7 15 0,2 8 0,15-41 0,0 1 0,1 5 0,1 1 0,0 5 0,0 0-240,1 2 1,1 0-1,3 1 1,1-2 239,0-1 0,2-1 0,1-5 0,2-1 0,1-5 0,2-1 0,5 29 0,8-28 0,1-13 0,7-1 0,-6-24 0,5-3 0,1-25 0,2-10 0</inkml:trace>
  <inkml:trace contextRef="#ctx0" brushRef="#br0" timeOffset="66">27259 11072 8912,'-18'0'0,"1"-2"0,0-3 0,0 3 0,5-6 0,1 8 0,-3 0 0,7 8 0,-1 3 0,8 14 0,0 10 0,2 5 0,4 5 0,-4 5 0,13-8 0,-4 4 0,5 4 0,-1-6 0,-4 0 0,5-10 0,-9-3 0,7-9 0,-3-1 0,1-9 0,5-4 0,0-8 0,0-8 0,2-4 0,4-10 0,-2-7 0,8-11 0,-6 2 0,4-8 0,-2-2 0,-2-2 0,-8-1 0,-4-1 0,-5 1 0,-4-1 0,-4 6 0,-4 0 0,-5 10 0,-12 2 0,-4 7 0,-5 12 0,3 3 0,-3 4 0,12 16 0,-3 4 0,4 3 0,2 10 0,2-4 0,1 7 0,3 3 0,7 1 0,-3-3 0,7 0 0,0-1 0,0 7 0</inkml:trace>
  <inkml:trace contextRef="#ctx0" brushRef="#br0" timeOffset="67">27155 11382 8912,'-17'17'0,"-2"0"0,-4 0 0,4-7 0,2 0 0,11-5 0,4-3 0,10 6 0,3-8 0,12-8 0,6-3 0,5-5 0,6-1 0,-3 0 0,5 0 0,-8 0 0,1-1 0,-1 1 0,0 0 0,-7 2 0,-4 3 0,-4-3 0,-3 11 0,-3-5 0,-2 1 0,-7-5 0,-11 3 0,-13-7 0</inkml:trace>
  <inkml:trace contextRef="#ctx0" brushRef="#br0" timeOffset="68">27672 10557 8912,'11'-2'0,"-1"-4"0,-3-6 0,7 5 0,-12-1 0,5 16 0,-7 1 0,0 11 0,0 1 0,0 3 0,0 3 0,0 2 0,0 5 0,0 1 0,0-1 0,0 0 0,-2 1 0,-3-1 0,-3 0 0,-6-1 0,3-4 0,0-5 0,-7-6 0,-7-1 0,-1 0 0</inkml:trace>
  <inkml:trace contextRef="#ctx0" brushRef="#br0" timeOffset="69">27465 10591 8912,'-10'-10'0,"3"-5"0,7 4 0,0 1 0,0-1 0,15 1 0,8-1 0,15-5 0,6 7 0,8-8 0,0-1 0,7 9 0,-8 1 0,1 8 0,-10 0 0,-6 16 0,-1 3 0</inkml:trace>
  <inkml:trace contextRef="#ctx0" brushRef="#br0" timeOffset="70">27964 11004 8912,'15'-18'0,"-3"1"0,1 6 0,-7-1 0,7 1 0,-3-1 0,7 1 0,-7 7 0,5-4 0,-4 8 0,5 8 0,-5 2 0,1 7 0,1 0 0,-5 0 0,5 6 0,-7 2 0,-2 2 0,-2 1 0,-2 1 0,0 0 0,-2-1 0,-4 7 0,-4-3 0,-7-3 0,0 1 0,-2-5 0,-4 2 0,4-6 0,-4 2 0,4-10 0,2-1 0,7-8 0,-5-4 0,5-10 0</inkml:trace>
  <inkml:trace contextRef="#ctx0" brushRef="#br0" timeOffset="71">28205 10900 8912,'2'-17'0,"2"0"0,1 0 0,-1 0 0,-2 7 0,-2 2 0,-7 8 0,3 8 0,-6 6 0,3 7 0,-1 5 0,4 11 0,-2 3 0,1-2 0,5 8 0,0-8 0,0 2 0,2-2 0,3 2 0,3-7 0,3 7 0,5-15 0,-5 3 0,6-7 0,6-3 0,-11-9 0,18 7 0,-11-15 0,16-8 0,-1-12 0</inkml:trace>
  <inkml:trace contextRef="#ctx0" brushRef="#br0" timeOffset="72">28549 11072 8912,'0'-9'0,"0"-6"0,0 13 0,0-6 0,0 16 0,0 1 0,0 10 0,0 4 0,0 6 0,0 3 0,2 3 0,4-3 0,5-3 0,-3 3 0,2-5 0,-7 7 0,3 1 0,7-8 0,-9-8 0,8-10 0,1-1 0,2-2 0,3-6 0</inkml:trace>
  <inkml:trace contextRef="#ctx0" brushRef="#br0" timeOffset="73">28618 10660 8912,'-23'0'0,"0"0"0,-6 0 0,7 0 0,-1 0 0,5 0 0,1 0 0,8 0 0,1 0 0,23 0 0,-9 0 0,11 0 0,-11 0 0,9 0 0,-13 0 0,6 0 0,-8 0 0,-8 0 0,0 2 0,-5 1 0,2 3 0,-1 8 0,-5-7 0,0 5 0,7 3 0,-5-13 0,5 6 0</inkml:trace>
  <inkml:trace contextRef="#ctx0" brushRef="#br0" timeOffset="74">28480 10110 8912,'10'-8'0,"3"-2"0,-5-7 0,2 0 0,3 0 0,10 0 0,-4 7 0,13 2 0,-3 8 0,4 0 0,3 16 0,4 7 0,-2 22 0,6 15 0,-2 14 0,-22-29 0,-1 2 0,-1 3 0,0 1 0,0 6 0,-2 1-205,-5 1 0,-2 0 0,2-3 0,-1-1 205,-6 2 0,-3 1 0,2-1 0,-2 0 0,-3-5 0,-2-1 0,-7 45 0,-12-14 0,-4-6 0,-7-9 0,-1-4 0,9-3 0,-1-11 0,6-3 0,-2-6 0,0-3 0,6-3 0,-1-7 0,3-6 0,4-4 0,3 4 0</inkml:trace>
  <inkml:trace contextRef="#ctx0" brushRef="#br0" timeOffset="75">29530 10935 8912,'2'-12'0,"4"1"0,-4 7 0,5-11 0,-7 13 0,0-6 0,0 8 0,0 0 0,0-7 0,0 5 0,0-6 0,0 8 0,0 0 0,8 0 0,-4 0 0,7 0 0,6 0 0,6 0 0,8-6 0,-2 1 0,3-1 0,3 6 0,-3 0 0,-3 0 0,3 0 0,-20 0 0,11 8 0,-14 1 0</inkml:trace>
  <inkml:trace contextRef="#ctx0" brushRef="#br0" timeOffset="76">29547 11382 8912,'-17'0'0,"0"0"0,0 0 0,7 0 0,-5 0 0,13-2 0,-4-4 0,12-3 0,5-3 0,12 1 0,4-1 0,8-5 0,-1 2 0,0 3 0,1 3 0,-1 3 0,1 4 0,-3-4 0,-3 5 0,3-7 0,-5-2 0</inkml:trace>
  <inkml:trace contextRef="#ctx0" brushRef="#br0" timeOffset="77">30442 10677 8912,'12'-6'0,"-1"0"0,2 1 0,3-3 0,-3 6 0,2-4 0,5 5 0,1 1 0,3 0 0,-3 0 0,6 0 0,-2 1 0,-4 5 0,6 4 0,-10 7 0,2 2 0,-7 2 0,-5 2 0,-3 8 0,-10-3 0,-5 5 0,-4 1 0,-16 0 0,-3 3 0,-3 3 0,-7-4 0,8 6 0,-4-9 0,4-5 0,9-3 0,2-10 0,8-3 0,0-4 0,7-24 0,2-3 0</inkml:trace>
  <inkml:trace contextRef="#ctx0" brushRef="#br0" timeOffset="78">30890 10557 8912,'0'-25'0,"-6"6"0,-2-4 0,-1 4 0,3 9 0,-6 4 0,1 6 0,-6 6 0,0 11 0,-1 16 0,1 9 0,0 2 0,5 3 0,1 11 0,7-5 0,-4 1 0,8-8 0,0-8 0,2 4 0,4 0 0,4-13 0,13 9 0,0-15 0,1-8 0,-1-9 0,-2 1 0,8-1 0,-8 0 0,2-6 0,-4-8 0,-2-3 0,6-12 0,0-6 0,0-3 0,-6-3 0</inkml:trace>
  <inkml:trace contextRef="#ctx0" brushRef="#br0" timeOffset="79">31268 10729 8912,'17'0'0,"1"0"0,-7 0 0,1 0 0,-9 7 0,5 3 0,-8 9 0,0 4 0,0 5 0,0 13 0,0 4 0,0 5 0,0 2 0,0 5 0,0 0 0,0-5 0,0-6 0,0-10 0,0-2 0,0-9 0,0-13 0,0-5 0</inkml:trace>
  <inkml:trace contextRef="#ctx0" brushRef="#br0" timeOffset="80">31526 10367 8912,'-26'0'0,"1"0"0,2 2 0,0 4 0,6-4 0,5 4 0,8-4 0,-3 5 0,7-5 0,7 6 0,5-8 0,-5 0 0,9 0 0,-5 0 0,-3 0 0,-1 0 0,-7 0 0,-1 0 0,-5 0 0,-6 0 0,-9 6 0,-2-1 0,-5 9 0,5-3 0,-6 4 0,6 3 0,-7 6 0,3 3 0</inkml:trace>
  <inkml:trace contextRef="#ctx0" brushRef="#br0" timeOffset="81">27000 15869 8912,'10'0'0,"0"0"0,-7-2 0,5-3 0,0-7 0,-1-3 0,1-2 0,-4-1 0,2 1 0,-3 0 0,-1 0 0,-2 0 0,0 0 0,0 5 0,0 1 0,-7 1 0,-5-1 0,-11 3 0,-6 10 0,-3 4 0,-2 5 0,-8 12 0,-1-4 0,-4 6 0,1 0 0,-4 0 0,-2 3 0,-3 5 0,17-7 0,-8 9 0,8-6 0,-3-1 0,11 1 0,3 3 0,2-1 0,6-4 0,6-3 0,-3 7 0,15-4 0,-5 7 0,6-5 0,6-1 0,-3 3 0,9 9 0,-1-2 0,6 8 0,1 0 0,-1 9 0,0 8 0,0 2 0,1 18 0,-1 4 0,0 9 0,-8-46 0,-1 1 0,1 3 0,-1-1-136,1-1 1,0-1 0,0 2-1,1-2 136,13 34 0,-4-2 0,6-15 0,-1 1 0,-4-15 0,3-8 0,-4-16 0,-2-7 0,6-10 0,0-1 0,5-8 0,-5 1 0,8-10 0,0-7 0,5-3 0,4-2 0,0-8 0,0-2 0,1-7 0,-3-1 0,-8 3 0,-1 3 0,-8-1 542,2 7-542,-12 0 0,5 6 0,-5-1 0,-3 1 0,0 8 0,-8-7 0,0-1 0,0-10 0</inkml:trace>
  <inkml:trace contextRef="#ctx0" brushRef="#br0" timeOffset="82">27396 16093 8912,'8'-17'0,"-6"-1"0,4 1 0,-5 0 0,-1 0 0,0 0 0,-1-1 0,-5 1 0,2 2 0,-6 2 0,1 3 0,-1 2 0,-1-3 0,-6 5 0,-1 2 0,1 2 0,0 4 0,2 4 0,3 6 0,-3 10 0,3 7 0,-3 4 0,-2 1 0,2 6 0,3 0 0,-1 2 0,7-2 0,0-3 0,6 3 0,2-4 0,4-2 0,3-7 0,9-4 0,7-6 0,3-5 0,5 3 0,1-3 0,-1-5 0,-5-1 0,5 3 0,-6-5 0,5 6 0,-3-3 0,-4 7 0,-10-5 0,-4 9 0,-3-1 0,-16 0 0,-3 0 0,-4 0 0,-10 8 0,0-6 0,-4 4 0,-3 2 0,3-2 0,-2 0 0,3-6 0,-5-5 0,5-1 0,-5 2 0,6-5 0,4-2 0,4-4 0,2-4 0,2-4 0,3-5 0,5-12 0,9 2 0,3-8 0,5 0 0,15-13 0,1-2 0</inkml:trace>
  <inkml:trace contextRef="#ctx0" brushRef="#br0" timeOffset="83">27689 16110 8912,'-17'-8'0,"-1"-1"0,1-1 0,6-3 0,-1 7 0,8 0 0,-3 6 0,7 2 0,0 4 0,2 7 0,3 8 0,5-1 0,9 4 0,2-6 0,2-1 0,8 0 0,-10-2 0,5-1 0,-1-3 0,6-7 0,-12 4 0,4-8 0,2 0 0,-2 0 0,-2 0 0,-2 0 0,-8-8 0,1-4 0,-3-3 0,3-2 0,-4 0 0,-8 0 0,7-1 0,-5 9 0,6 1 0,-8 18 0,0 7 0,0 8 0,0 9 0,0 8 0,0 4 0,0 6 0,0 5 0,0-4 0,0 5 0,0-5 0,0-9 0,0-2 0,0-7 0,-2 3 0,-4-4 0,2-3 0,-7-14 0,7-8 0,-11-1 0,7-21 0,-3-4 0,3-12 0,8 0 0,0-9 0,0-2 0,0 0 0,0 5 0,0 1 0,0 0 0,2-1 0,4 1 0,-3 5 0,9 1 0,-6 5 0,5-6 0,1 0 0,5-5 0</inkml:trace>
  <inkml:trace contextRef="#ctx0" brushRef="#br0" timeOffset="84">28308 16007 8912,'-2'-17'0,"-3"-1"0,3 1 0,-6 8 0,8 3 0,0 14 0,0 9 0,2 10 0,4 5 0,-2 2 0,7 1 0,-7-1 0,2 1 0,-5-1 0,-1 0 0,2 1 0,4-1 0,-4-7 0,6 3 0,-8-7 0,0 0 0,0-6 0,0-7 0,0-4 0,0-12 0,0-4 0,0-7 0,0-8 0,0-3 0,0-12 0,0 1 0,0-4 0,0 0 0,0 3 0,0 6 0,7 0 0,-3 5 0,8 2 0,1 2 0,-5 10 0,7 7 0,-4 8 0,5 0 0,1 0 0,-2 14 0,-1 5 0,-3 6 0,-7 3 0,9 1 0,-7 0 0,6-6 0,-7 5 0,1-7 0,-6 4 0,0-8 0,8-7 0,-6-10 0,5-12 0,1-3 0,-6-10 0,11-1 0,-5-9 0,1 1 0,3-1 0,-1 3 0,1 3 0,-1-1 0,5 7 0,-5 2 0,4 7 0,-3 3 0,-5 7 0,7-2 0,-8 12 0,5 9 0,-5 8 0,5 8 0,-5-2 0,-2 3 0,5-3 0,3-1 0,-3-7 0,3 2 0,-1-4 0,8-1 0,2-3 0,2-4 0,0-3 0,-5-10 0,-1-4 0,8-11 0,1-10 0</inkml:trace>
  <inkml:trace contextRef="#ctx0" brushRef="#br0" timeOffset="85">29083 15491 8912,'9'-8'0,"-3"-3"0,-4 3 0,-2-7 0,-2 21 0,-4-1 0,4 9 0,-5 5 0,7 4 0,0-2 0,0 8 0,0-3 0,0 5 0,0-3 0,2-1 0,3 2 0,-3 3 0,4-3 0,-4 2 0,-2-3 0,0 3 0,0-8 0,0 0 0,0-6 0,0 0 0,0-7 0,8-3 0,-1-14 0,5-5 0,3-3 0,-6-4 0,9-4 0,-1 4 0,0-4 0,0 4 0,2 7 0,4 1 0,-3 5 0,2-5 0,-2 7 0,-3-2 0,0 4 0,0 2 0,-1 8 0,-5 5 0,-5 8 0,-4-2 0,-10 8 0,-2-6 0,1 2 0,-6 0 0,3-6 0,-3 0 0,3-1 0,1-5 0,7-3 0,-2-10 0,12-4 0,-2-5 0,7-12 0,1-2 0,5-4 0,0-3 0,8-3 0,2-9 0</inkml:trace>
  <inkml:trace contextRef="#ctx0" brushRef="#br0" timeOffset="86">29513 15629 8912,'8'-10'0,"-7"-5"0,7 11 0,-8-8 0,0 9 0,0-5 0,-6 10 0,1 4 0,-1 5 0,-2 4 0,6 10 0,-5-6 0,7 6 0,0 0 0,0-6 0,0 8 0,0-4 0,7-4 0,-3 4 0,8-12 0,1-3 0,10-8 0,-4 0 0,4 0 0,-2-13 0,2-5 0,-4-5 0,2 0 0,-7-5 0,-1 3 0,-7 2 0,-1-4 0,-7 6 0,-3-7 0,-5 9 0,-7-1 0,0 7 0,0 2 0,-1 1 0,1 4 0,6 4 0,-1 2 0,1 0 0,-7-7 0,1-3 0</inkml:trace>
  <inkml:trace contextRef="#ctx0" brushRef="#br0" timeOffset="87">29891 15113 8912,'0'-25'0,"0"6"0,0-6 0,0 8 0,0 0 0,0 9 0,0 8 0,0 15 0,-5 14 0,-1 11 0,2 6 0,-5 11 0,7-3 0,-4 3 0,4 2 0,2-1 0,0 3 0,0-10 0,2 3 0,4-14 0,1 0 0,7-8 0,-3-3 0,-5-12 0,5-11 0,1-4 0,5-2 0,0-15 0,1-8 0,-1-10 0,0-7 0,6 2 0,0-8 0,-2 2 0,-10-2 0,5-1 0,-5 6 0,-3 7 0,-3 5 0,5 8 0,-8 4 0,6 13 0,-8 16 0,0 11 0,0 7 0,0 5 0,0-1 0,0 0 0,0 1 0,0-1 0,7-7 0,-5 4 0,4-9 0,-4-1 0,4-7 0,-1-3 0,7-5 0,-7 5 0,3-7 0,-2 2 0,3-12 0,9-3 0</inkml:trace>
  <inkml:trace contextRef="#ctx0" brushRef="#br0" timeOffset="88">30270 14941 8912,'-17'6'0,"0"-1"0,-1-1 0,9 6 0,-5-7 0,9 9 0,-9-8 0,12 3 0,-3-7 0,10 0 0,5 0 0,0 0 0,3-1 0,-7-5 0,-1 4 0,-5-6 0,0 8 0,0 2 0,0 4 0,0-2 0,0 7 0,8-7 0,2 4 0</inkml:trace>
  <inkml:trace contextRef="#ctx0" brushRef="#br0" timeOffset="89">30924 14820 8912,'0'-38'0,"-2"4"0,-4 7 0,-9 14 0,-8 7 0,-7 16 0,1 13 0,-9 5 0,-3 18 0,-6 8 0,16 5 0,-1 6 0,5-2 0,4-8 0,13 6 0,5-3 0,10-11 0,9 1 0,7-10 0,13-1 0,12-14 0,-2-2 0,2-10 0,-6-3 0,6-8 0,-8 0 0,2 0 0,-5-2 0,-7-4 0,-5 2 0,-11-7 0,-5-1 0,-14-13 0,-3-1 0</inkml:trace>
  <inkml:trace contextRef="#ctx0" brushRef="#br0" timeOffset="90">29065 15990 8912,'-7'21'0,"-3"-2"0,-1-4 0,1 0 0,1-1 0,1-1 0,0-1 0,5 1 0,3-4 0,3 3 0,5-1 0,2-1 0,9 5 0,2-13 0,7 4 0,3-4 0,9-2 0,-4-2 0,7-4 0,-1-5 0,-6-12 0,6-4 0</inkml:trace>
  <inkml:trace contextRef="#ctx0" brushRef="#br0" timeOffset="91">28412 17228 8912,'0'-18'0,"0"1"0,0 0 0,-2 0 0,-2 0 0,-2-1 0,-13 7 0,2-1 0,-10 3 0,2-3 0,-2 7 0,-3 3 0,-3 2 0,-1 0 0,-1 0 0,3 13 0,3 4 0,-1 10 0,7-4 0,0 8 0,6-3 0,-1 5 0,3-7 0,4-3 0,5-4 0,4 6 0,2-11 0,0 3 0,2-11 0,4-1 0,3-3 0,14-9 0,0-5 0,-2-3 0,4-8 0,-2 0 0,6 0 0,-7 6 0,1 0 0,-5 0 0,-1 5 0,0 1 0,0 7 0,0-2 0,1 12 0,-1 5 0,0 12 0,0 6 0,-1 13 0,-5 9 0,2 3 0,-7 9 0,6-6 0,-7 6 0,1 0 0,-6-3 0,-2-9 0,-4-9 0,-9-6 0,-8-1 0,-2-8 0,2-4 0,4-12 0,-4-5 0,4-4 0,2-2 0,0-10 0,0-7 0,5-8 0,1-9 0,7-1 0,-2 1 0,12-8 0,3 0 0,11-6 0,2 2 0,5-5 0,8-7 0,5 1 0,0 5 0,0 1 0,-5-1 0,-1 1 0,0 7 0,-3 6 0,-8 7 0,0-1 0,-16 12 0,5-2 0,-4 10 0,-8 4 0,-8 16 0,-4 4 0,-1 10 0,2 7 0,-3-2 0,9 1 0,-7 1 0,6 6 0,-5-9 0,5-3 0,0 2 0,6-2 0,6 0 0,0-6 0,7-2 0,-1-3 0,3 1 0,2-7 0,6 5 0,0-5 0,8 0 0,-12 0 0,4-1 0,-4-1 0,6 6 0,-6-8 0,4 5 0,-4 1 0,-4-4 0,-3 7 0,3-7 0,-4 2 0,-1-4 0,1-2 0,-5 0 0,6 0 0,-7-8 0,7-3 0,-6-10 0,5-2 0,1-8 0,-1 6 0,-1-5 0,-3 1 0,5 6 0,-7-6 0,7 8 0,-6-2 0,-1-1 0,-5 1 0,0 0 0,0 11 0,-2 3 0,-3 1 0,-5 2 0,-7 6 0,0 8 0,0 3 0,5 10 0,1 2 0,-1 0 0,1 0 0,-1 0 0,6 6 0,-3-6 0,1-2 0,3-2 0,5-2 0,0-5 0,0-1 0,0-7 0,1 9 0,5-7 0,4 0 0,7-14 0,0 4 0,0-7 0,1 7 0,1-4 0,4 1 0,-4 5 0,4-4 0,2-2 0,-2 3 0,7-3 0,-1 2 0,3 4 0,3-13 0,-1 4 0,1-5 0,7-9 0,2-1 0</inkml:trace>
  <inkml:trace contextRef="#ctx0" brushRef="#br0" timeOffset="92">29392 17107 8912,'-17'-6'0,"0"1"0,0-1 0,0 6 0,-6 0 0,0 0 0,0 0 0,6 10 0,-1 5 0,1 6 0,0 7 0,0-5 0,7 8 0,2-10 0,8 6 0,0-2 0,0 3 0,0-5 0,8-8 0,-4-1 0,7-8 0,1-1 0,5-5 0,0-7 0,1-5 0,-1-5 0,0-6 0,0-2 0,0-3 0,-5-11 0,-1 5 0,1-12 0,-1 6 0,1-12 0,-7 5 0,5-13 0,-2 1 0,-3 6 0,-5-8 0,0 9 0,0 6 0,0 0 0,0 27 0,0 4 0,0 15 0,0 17 0,0 18 0,0 1 0,0 10 0,0 0 0,0 5 0,0-5 0,0 0 0,0-8 0,0 2 0,0-4 0,0-3 0,0-4 0,0-7 0,6-2 0,0-3 0,7-8 0,-1-3 0,3-6 0,2-6 0,0-9 0,1-8 0,-1-7 0,0 9 0,0-8 0,-1 8 0,-5-2 0,2 4 0,-7 2 0,8-1 0,-11 9 0,9 3 0,-8 12 0,3 3 0,-7 9 0,0-1 0,0 0 0,2-2 0,4-3 0,-4 3 0,4-3 0,3-5 0,-7 1 0,6-8 0,-1 7 0,3 3 0</inkml:trace>
  <inkml:trace contextRef="#ctx0" brushRef="#br0" timeOffset="93">29547 16677 8912,'-11'-15'0,"-1"4"0,7-5 0,-7 5 0,8 1 0,-1-1 0,3 7 0,2-4 0,7 8 0,5 0 0,9 0 0,2 0 0,0 0 0,9 0 0,5 0 0</inkml:trace>
  <inkml:trace contextRef="#ctx0" brushRef="#br0" timeOffset="94">29857 16763 8912,'-11'12'0,"-1"-1"0,1 1 0,1-3 0,2-1 0,10-8 0,4 0 0,4-2 0,7-4 0,8-3 0,-6-14 0,4 0 0,2-2 0,-2 2 0,0 4 0,-8-4 0,-4 4 0,3 2 0,-9 0 0,1-1 0,-6 1 0,0 0 0,0 6 0,-2 1 0,-4 2 0,-11 3 0,-2 5 0,-6 0 0,0 0 0,6 7 0,-4 5 0,12 3 0,-4 2 0,5 2 0,0 4 0,3-4 0,7 6 0,0-6 0,0 4 0,2-4 0,3 4 0,5-9 0,7-3 0,8-7 0,-6 4 0,4-8 0,2 0 0,-2 0 0,2-8 0,-4-4 0,2-3 0,0-2 0,-6 0 0,-2 0 0,-3-1 0,3 9 0,-11-5 0,5 7 0,-1-3 0,-2 6 0,1-3 0,-5 7 0,6 0 0,-8 2 0,0 3 0,0-1 0,0 8 0,0-8 0,0 5 0,0-3 0,0-4 0,0 5 0,0-7 0,0-2 0,0-3 0,0-7 0,2-1 0,4 1 0,-3-1 0,9 7 0,-6-7 0,5 1 0,1 5 0,-1-7 0,1 9 0,-1-7 0,6 7 0,2-1 0,4 6 0,-4 0 0,4 0 0,-2-6 0,2 0 0,-2 1 0,6 5 0,-2 0 0,4-6 0,-6 0 0,7-7 0,-11 3 0,4-9 0,-4-4 0,-1 4 0,5-13 0,0 3 0,-6-5 0,-6-7 0,-1-2 0,1-9 0,3 0 0,-9 1 0,1 1 0,-6 4 0,0 4 0,0 10 0,0 3 0,0 12 0,-2 11 0,-4 12 0,5 11 0,-5 12 0,-4 11 0,8 10 0,-3 7 0,3 8 0,2-2 0,0 2 0,0-2 0,0-4 0,2-9 0,3-4 0,5-4 0,7-4 0,0-4 0,2-5 0,2-18 0,2-5 0,0-4 0,0-2 0,-2-2 0,-5-4 0,1-11 0,-8-10 0,9-7 0</inkml:trace>
  <inkml:trace contextRef="#ctx0" brushRef="#br0" timeOffset="95">30735 16230 8912,'-23'6'0,"0"0"0,2-2 0,9 5 0,7-7 0,12 4 0,10-4 0,10-2 0,13-8 0,4-3 0,10-12 0,3-6 0,-3-3 0,5-5 0,-5-1 0,3-2 0,2-6 0,4 6-299,4-8 1,-13 12 0,5-6 0</inkml:trace>
  <inkml:trace contextRef="#ctx0" brushRef="#br0" timeOffset="96">31113 13926 8912,'10'-7'0,"-4"-5"0,-1-1 0,7 2 0,13 5 0,11 4 0,16 6 0,13 9 0,7 16 0,9 20 0,-36-15 0,-1 3 0,3 5 0,-2 4 0,1 5 0,-2 5 0,4 8 0,-2 6 0,0 10 0,-2 6 0,-15-25 0,-1 1 0,-1 2-142,0 2 0,-1 1 0,-3 1 0,-5-4 0,-3 0 0,-2 1 0,3 28 0,-5 1 1,-7-3-1,-6-1 142,-6-1 0,-5-2 0,-6 1 0,-6 0 0,-7-1 0,-3 0 0,0-1 0,-3 0 0,-2-5 0,-2-2 0,3-7 0,0-3 0,-1 0 0,-1-2 0,1-1 0,0 0 0,0 0 0,0 0 0,-3-2 0,0 0 0,-1-3 0,0-2 0,-2-3 0,0-1 0,-1-2 0,-2-1 0,-2-4 0,-1-1 0,2 3 0,-1-2 0,-1-4 0,-1-2 0,-2-2 0,-1-2 0</inkml:trace>
  <inkml:trace contextRef="#ctx0" brushRef="#br0" timeOffset="97">28016 14442 8912,'-17'16'0,"-1"-5"0,1-5 0,0-4 0,0-2 0,1-2 0,5-4 0,-2 2 0,5-5 0,-2-1 0,-3 1 0,3 5 0,-1-2 0,-1 4 0,-5 4 0,0 4 0,0 3 0,-2 8 0,-2 4 0,0 6 0,3 11 0,5 10 0,2 0 0,1 21 0,6-2 0,8 5 0,7 3 0,12-7 0,10-14 0,7-8 0,8-12 0,-2-11 0,3-8 0,3-15 0,-6-15 0,0-8 0,-14-15 0,3-8 0,-12-9 0,0-3 0,-12-1 0,-5 2 0,-4 3 0,-2-3 0,-4 5 0,-7 7 0,-3-3 0,-15 8 0,1 7 0,-9 8 0,-3 8 0,4 8 0,-4 3 0,3 4 0,11 15 0,3 5 0,6 3 0,5-4 0,4 6 0,8 0 0,8-8 0,2-7 0</inkml:trace>
  <inkml:trace contextRef="#ctx0" brushRef="#br0" timeOffset="98">28412 13875 8912,'0'-17'0,"0"-6"0,0 0 0,0 0 0,0 13 0,1 12 0,5 15 0,-4 10 0,4 13 0,-2 6 0,1 11 0,-3-1 0,4 7 0,-4-8 0,-2 3 0,6-5 0,-1-1 0,9-1 0,-10 7 0,7-3 0,2-5 0,5-1 0,5-9 0,-4-7 0,4-10 0,-4-12 0,6-11 0,1-9 0</inkml:trace>
  <inkml:trace contextRef="#ctx0" brushRef="#br0" timeOffset="99">28997 14150 8912,'0'-27'0,"-8"2"0,-4 8 0,-3 2 0,-2 3 0,0 5 0,5 7 0,1 2 0,-3 5 0,1 11 0,2 8 0,3 7 0,8 1 0,0 2 0,0 5 0,0-5 0,0 4 0,0-6 0,0-5 0,0-4 0,0-8 0,0 0 0,2-1 0,4-5 0,-3-5 0,9-12 0,-1-5 0,7-12 0,-1-10 0,0-7 0,-2-8 0,-3 2 0,3-9 0,-3-2 0,1-3 0,-2 3 0,-3-4 0,-8-4 0,0 0 0,0 0 0,-6 10 0,1 15 0,-9 5 0,3 7 0,1 5 0,-1 11 0,7 6 0,-2 12 0,4 6 0,2 11 0,0 11 0,0 12 0,2 4 0,4 1 0,-2 8 0,7 4 0,1-3 0,5-3 0,6-4 0,0-1 0,7-8 0,-1-4 0,3-4 0,5-9 0,1-6 0,2-8 0,6-7 0,-6-12 0,4-11 0,-9-11 0,1-7 0,-13-5 0,4 2 0,-10-8 0,8 6 0,-14-6 0,1 6 0,-12-6 0,0 10 0,0 1 0,-2 3 0,-4 9 0,-3 6 0,-9 5 0,1 10 0,0 2 0,0 16 0,5 10 0,1 9 0,-3-1 0,7 8 0,-1-4 0,8 6 0,0-2 0,2-7 0,4-7 0,5-6 0,12 0 0,0-4 0,11-7 0,-1-3 0,13-8 0,-6-8 0,6-3 0,-4-5 0,-2-1 0,0-8 0,-21-9 0,6-10 0</inkml:trace>
  <inkml:trace contextRef="#ctx0" brushRef="#br0" timeOffset="100">29995 13600 8912,'-12'-2'0,"1"-4"0,-1 4 0,3-5 0,9 7 0,9 0 0,9 0 0,6 1 0,5 5 0,-2 4 0,1 7 0,-1 2 0,2 4 0,2-4 0,-9 6 0,0 0 0,-3-4 0,-2 7 0,-2 1 0,-3 5 0,-5 1 0,-7-6 0,0-3 0,0-1 0,-7-2 0,-3-13 0,-7-5 0,0-3 0,5-11 0,3-9 0,1-8 0,2-7 0,6-7 0,0-2 0,0-2 0,2 6 0,4-2 0,-2 5 0,7 7 0,3-3 0,8 8 0,0-5 0,6 5 0,-7 0 0,12 6 0,-6-1 0</inkml:trace>
  <inkml:trace contextRef="#ctx0" brushRef="#br0" timeOffset="101">31010 12998 8912,'12'-11'0,"-3"-1"0,-1-1 0,-4-3 0,-3 7 0,-1 1 0,0 8 0,0 0 0,0 10 0,-1 5 0,-5 6 0,4 10 0,-4-3 0,4 12 0,2 6 0,0 10 0,0 1 0,0 8 0,0-4 0,0 6 0,0-4 0,8 0 0,3-11 0,5 3 0,1-21 0,0-1 0,0-14 0,0-9 0,3-10 0,1-4 0,2-8 0,0-7 0,-4-15 0,2-1 0,2 1 0,0 0 0,-8-1 0,-2 1 0,-1-1 0,-8 1 0,9 7 0,-7 4 0,-3 4 0,7 2 0,-8 8 0,6 1 0,-8 8 0,0 8 0,0 3 0,0 4 0,0 8 0,0 0 0,0-2 0,7-2 0,-3-2 0,8 1 0,-1-1 0,6-2 0,0-3 0,-5 1 0,-1-7 0,1-1 0,5-5 0,0 0 0,8-15 0,2-4 0</inkml:trace>
  <inkml:trace contextRef="#ctx0" brushRef="#br0" timeOffset="102">31457 12946 8912,'-24'0'0,"-3"8"0,2-4 0,6 5 0,5-1 0,11-2 0,-3 0 0,12-1 0,-1 7 0,11-7 0,3-1 0,2-2 0,-4-4 0,0-2 0,0-1 0,1-9 0,-1 3 0,-8 1 0,-3-1 0,2 5 0,-2-5 0,-1 5 0,-5-5 0,0 7 0,0-4 0,-7 8 0,-5 0 0,5 0 0,-9 0 0,7 15 0,-9 4 0</inkml:trace>
  <inkml:trace contextRef="#ctx0" brushRef="#br0" timeOffset="103">30958 13565 8912,'-23'-5'0,"2"-3"0,6-2 0,6 5 0,9-7 0,0 1 0,1-6 0,5-1 0,13 1 0,16-2 0,9-4 0,5-4 0,13 1 0,5 3 0,5 4 0,5-4 0,-3 0 0,-3-6-206,4 6 0,-12-7 1,-4 3-1</inkml:trace>
  <inkml:trace contextRef="#ctx0" brushRef="#br0" timeOffset="104">31836 13101 8912,'8'17'0,"-6"-7"0,5 5 0,-7-5 0,6 1 0,0 1 0,-2 1 0,5 2 0,-5 3 0,5-1 0,-1 0 0,-2 8 0,0-4 0,-1 6 0,-1-3 0,-2-1 0,-2 2 0,0 2 0,0 0 0,0-3 0,-2-8 0,-4-5 0,5 4 0,-7-5 0,0 0 0,4-3 0,-7-7 0,7 0 0,-9-9 0,7-7 0,2-5 0,2-9 0,2 3 0,0-7 0,0-3 0,0-3 0,0 4 0,0-4 0,6 9 0,0 3 0,5 7 0,-5-2 0,7 4 0,-1 1 0,11 9 0,-8 1 0,6 10 0,0 4 0,0 3 0,-6 10 0,-3 4 0,3-4 0,-3 4 0,-3-3 0,3-3 0,-8 0 0,1 0 0,-3 0 0,6 0 0,-6-5 0,3-1 0,-3-7 0,-2 4 0,0-8 0,0 0 0,2-8 0,2-5 0,2-8 0,5 0 0,-3-6 0,2 2 0,1-5 0,4 11 0,-1-4 0,-3 4 0,1 1 0,5 3 0,0 2 0,0 1 0,0 8 0,1-1 0,-1 3 0,0 2 0,0 0 0,6 0 0,0 0 0,6 0 0,-6 0 0,6 0 0,-7 0 0,9-2 0,-2-4 0,1 2 0,1-7 0,-2-3 0,-8-1 0,3-2 0,-6 0 0,-3 5 0,-4 1 0,-3-1 0,-8-5 0,-8 0 0,-3 0 0,-4 5 0,-3 1 0,-4 7 0,-1-2 0,-6 6 0,6 6 0,-6 4 0,6 7 0,0 8 0,6 1 0,0 1 0,7 6 0,1-7 0,3 9 0,4-7 0,-4 1 0,6-2 0,6 1 0,6-5 0,3-3 0,10-3 0,4-2 0,3-4 0,2-3 0,1-8 0,-1 0 0,6-9 0,1-9 0,4-1 0,-4-9 0,-3-3 0,-4-1 0,-5-3 0,3 1 0,-12 1 0,3 5 0,-6 3 0,-6 8 0,-1 7 0,-4 4 0,-5 4 0,7 4 0,-8 4 0,0 6 0,0 10 0,0 7 0,0 4 0,0 1 0,-2 2 0,-4 4 0,-3 4 0,-16 6 0,-4-4 0,-3 4 0,-3-5 0,-7 3 0,-4 0 0,-3-2 0,-3-8 0,6-2 0,0-7-85,8-8 0,-12 4 0,6-8 0</inkml:trace>
  <inkml:trace contextRef="#ctx0" brushRef="#br0" timeOffset="105">33385 13239 8912,'-27'0'0,"10"0"0,15 0 0,13-6 0,26-2 0,5-1 0,9-5 0,1-1 0,7-2 0,-1 0 0,-1 0 0,0-8 0,-5-2 0</inkml:trace>
  <inkml:trace contextRef="#ctx0" brushRef="#br0" timeOffset="106">3080 9095 8912,'12'0'0,"-1"0"0,3 0 0,1 0 0,2 0 0,0 0 0,8 6 0,4 2 0,3-1 0,5 3 0,3-3 0,6 1 0,4-4 0,-1 3 0,-3-1 0,-4-2 0,0-2 0,-7-2 0,1-2 0,-7-2 0,-4-2 0,-3-7 0,-4 5 0,-1-5 0,0 4 0,-2-1 0,-3 0 0,3-1 0,-5-6 0,7 7 0,-7 3 0,3 9 0,-7 3 0,-1 5 0,-5 7 0,0 0 0,0 0 0,-2-5 0,-3-1 0,3 1 0,-6 5 0</inkml:trace>
  <inkml:trace contextRef="#ctx0" brushRef="#br1" timeOffset="107">2891 9147 8912,'-17'0'0,"0"0"0,-1 0 0,1 0 0,0 0 0,7 2 0,5 3 0,10-1 0,9 6 0,9-3 0,11-3 0,16-2 0,17-2 0,11 0 0,14 0 0,-37 0 0,3-2 0,3 0 0,2-2 0,3-1 0,2-1-86,6-1 1,1-1-1,4-1 1,1 1-1,1 0 1,0 0-1,-3 1 1,-1 1 85,-5 0 0,-2 0 0,-8 4 0,-2 1 0,-10-2 0,-2 0 0,28 1 0,-17 2 0,-32 0 0,-4 0 0,-11 0 0,-5 0 0,-9 0 0,-3 0 0,-5 8 0,-7-6 228,0 3 0,5-3 0,1-2-228,-3 0 0,5 0 0,-3 0 0,8-7 0,-3-3 0,-1-15 0,-1-2 0</inkml:trace>
  <inkml:trace contextRef="#ctx0" brushRef="#br1" timeOffset="108">4629 8769 8912,'-9'-8'0,"1"6"0,23-6 0,8 8 0,2 8 0,4 3 0,7 5 0,0 9 0,5 5 0,-5 8 0,-9-1 0,-3 14 0,-8-1 0,-5 5 0,-3 10 0,-20-6 0,-11 6 0,-15-2-107,-17 0 0,-6-1 0,-8-3 107,0 0-1696,0-5 1696,8 5 0,2-15 0,7-2 0</inkml:trace>
  <inkml:trace contextRef="#ctx0" brushRef="#br1" timeOffset="109">1033 7857 8912,'1'-17'0,"3"0"0,2 0 0,-2-1 0,-2 1 0,-2 0 0,-8 0 0,6 9 0,-4 8 0,5 10 0,1 5 0,0 8 0,1 4 0,5 5 0,-2-1 0,6 9 0,-1-4 0,1-1 0,-7 7 0,11-4 0,-6 6 0,1-2 0,-5-2 0,4-4 0,-8 1 0,0-3 0,0 4 0,0-19 0,0 4 0,0-11 0,-16-5 0,-3-7 0</inkml:trace>
  <inkml:trace contextRef="#ctx0" brushRef="#br1" timeOffset="110">826 7771 8912,'-2'-11'0,"-4"-1"0,4 7 0,-3-7 0,3 8 0,4-11 0,3 4 0,7-5 0,19-1 0,7-2 0,19-4 0,4 2 0,8-8 0,6 7-153,-1-7 0,5 14 153,-10-3 0,-14 13 0,-21 3 0,-9 11 0,-13 10 0,-7 16 0,-10-1 0,-20 8 0,-11 2 0</inkml:trace>
  <inkml:trace contextRef="#ctx0" brushRef="#br1" timeOffset="111">1015 8201 8912,'18'10'0,"-1"-5"0,0-3 0,-8-9 0,9-3 0,-3-9 0,6-4 0,4 4 0,-2-4 0,-4 4 0,8 2 0,-4 0 0,3-1 0,9 1 0,-6 6 0,-1-1 0,-1 7 0,2-7 0,-4 8 0,-8-1 0,-8 3 0,-1 2 0,-8 2 0,-2 1 0,-4 3 0,-3 7 0,-8-1 0,-1 5 0,1 6 0,0-2 0,0 8 0,1-3 0,5 3 0,3 4 0,8-5 0,0-1 0,0 2 0,0-8 0,0 2 0,10-6 0,5-6 0,6-5 0,10-4 0,-10-4 0,7-6 0,3-9 0,2-8 0,-5-11 0,1-4 0,-14 4 0,2-5 0,-11 5 0,0 4 0,-4 3 0,-2-3 0,-8 12 0,-3-2 0,-5 2 0,-8 11 0,10 1 0,-3 8 0,4 0 0,-5 0 0,1-7 0,0-3 0</inkml:trace>
  <inkml:trace contextRef="#ctx0" brushRef="#br1" timeOffset="112">1910 7909 8912,'0'-10'0,"0"1"0,2 5 0,4-2 0,-4 0 0,13 8 0,-4 4 0,5 0 0,1 11 0,0-4 0,0 10 0,1 2 0,-1 0 0,0 2 0,-7 1 0,3-1 0,-7-4 0,1 2 0,-1-2 0,-4 0 0,6-6 0,-8-9 0,0-8 0,0-10 0,0-13 0,2-4 0,3-7 0,5-8 0,7-4 0,0 4 0,1 0 0,-1 0 0,8 6 0,-6-6 0,13 7 0,-5 1 0</inkml:trace>
  <inkml:trace contextRef="#ctx0" brushRef="#br1" timeOffset="113">878 8923 8912,'-8'-17'0,"-2"0"0,-1 2 0,1 1 0,3 3 0,1 7 0,6-2 0,0 12 0,0 7 0,0 8 0,2 12 0,2 9 0,3 0 0,3 0 0,-6 6 0,2-3 0,-3-1 0,1 0 0,2-2 0,-2-3 0,-2-3 0,-2-9 0,0-3 0,0-6 0,0-9 0,0-1 0,0-8 0,0-15 0,-2-10 0,-2-10 0,-2-5 0,0-8 0,6-1 0,0-9 0,0-6 0,0 0 0,6-2 0,0-1 0,-2 4 0,5 4 0,1 9 0,7 6 0,0 10 0,0 7 0,1 17 0,1 8 0,4 12 0,-4 9 0,11 17 0,-7 4 0,-2 6 0,6 12 0,-8-3 0,4 8 0,-6-10 0,-5-1 0,3 0 0,-5-8 0,-1-1 0,7 0 0,-14-9 0,3-2 0,-3-3 0,-2-12 0,0-9 0,-15 0 0,-4 1 0</inkml:trace>
  <inkml:trace contextRef="#ctx0" brushRef="#br1" timeOffset="114">929 9130 8912,'0'-18'0,"-7"1"0,5 0 0,-4 6 0,12 1 0,5 2 0,12 3 0,4-1 0,7 0 0,1 2 0,7-5 0,0 1 0,4-3 0,2-5 0,-8 5 0,0 1 0,-6-1 0,1-2 0,-9-3 0,-3-1 0,-9 0 0,-3 0 0,-7 7 0,4-5 0,-8 13 0,-8-6 0,4 10 0,-7 4 0,7 3 0,-2 9 0,4-1 0,2 0 0,0 6 0,0 0 0,0 0 0,0-6 0,0 0 0,0 0 0,0-5 0,0-1 0,6-5 0,2 4 0,1-3 0,-5-1 0,6-6 0,-5 0 0,5-2 0,7-4 0,-7-3 0,3-14 0,-7 0 0,1 0 0,-1 6 0,-4 0 0,6-1 0,-8 9 0,7 1 0,-5 8 0,12 2 0,-9 4 0,9-4 0,-10 11 0,5-5 0,-1 1 0,5-5 0,-3 4 0,7-8 0,0 0 0,2-2 0,2-4 0,2-5 0,0-5 0,-6-6 0,1-1 0,-1-8 0,0 2 0,-7-5 0,-5-6 0,-3 4 0,-2-5 0,0-1 0,-2 2 0,-3 2 0,3 2 0,-12 9 0,7 6 0,-3 8 0,6-3 0,-3 24 0,7 3 0,0 12 0,0 12 0,5 7 0,1 4 0,6-2 0,-7 1 0,9-1 0,-3 2 0,3 2 0,-1-8 0,-2-2 0,1-1 0,3-5 0,-1-1 0,-3-3 0,1-7 0,-3 4 0,-1-15 0,-8-3 0,-8-7 0,-1 0 0</inkml:trace>
  <inkml:trace contextRef="#ctx0" brushRef="#br1" timeOffset="115">1686 8820 8912,'25'0'0,"4"0"0,3 0 0,9 0 0,-1 0 0,13-2 0,-1-4 0,3-3 0,-5-8 0,-4 0 0,4-1 0,-14-7 0,6-1 0</inkml:trace>
  <inkml:trace contextRef="#ctx0" brushRef="#br1" timeOffset="116">2254 8648 8912,'-17'0'0,"0"0"0,0 0 0,0 0 0,-1 0 0,9 0 0,-7 0 0,9 8 0,-5 3 0,5 5 0,7 1 0,0 0 0,0 0 0,0 0 0,0 1 0,0-9 0,2 4 0,3-7 0,-3 0 0,8-6 0,-4 0 0,-5 0 0,9-2 0,-4-4 0,-4-3 0,11-8 0,-7-1 0,-2 1 0,5 0 0,1 0 0</inkml:trace>
  <inkml:trace contextRef="#ctx0" brushRef="#br1" timeOffset="117">2599 8597 8912,'5'-12'0,"1"1"0,-2-3 0,-8-1 0,-4 0 0,1 1 0,-1 3 0,-5 7 0,1-2 0,-3-1 0,-2 1 0,-1 2 0,1 2 0,0 4 0,0 4 0,0 5 0,-1 5 0,1 1 0,0 0 0,7 6 0,5 0 0,3 0 0,2-6 0,0 0 0,0 0 0,7-1 0,5-5 0,3-3 0,2-10 0,1-4 0,6 4 0,-4-13 0,3 3 0,-2 3 0,2-3 0,-4 9 0,4-3 0,-4-2 0,-2 2 0,0 3 0,0 8 0,1 7 0,-1 3 0,-6 4 0,-1 2 0,-3 2 0,-1 8 0,-6 1 0,0 8 0,0-1 0,0-3 0,-6-2 0,-1-1 0,-3-5 0,6 5 0,-9-14 0,7 4 0,-7-6 0,1-5 0,3 1 0,-3-7 0,-1-3 0,5-1 0,-1-9 0,5-7 0,-2-7 0,1-5 0,5-9 0,0-7 0,0-2 0</inkml:trace>
  <inkml:trace contextRef="#ctx0" brushRef="#br1" timeOffset="118">2771 8545 8912,'17'0'0,"-6"0"0,1 0 0,-1 6 0,6 1 0,1 3 0,-1 1 0,-6 1 0,-1-1 0,-2 3 0,5 1 0,-11 2 0,4 0 0,-5 1 0,-1-1 0,0 0 0,0 0 0,0-7 0,0-3 0,0-7 0,2-9 0,4-8 0,-2-3 0,7-8 0,-5 5 0,6-6 0,-1 2 0,6-3 0,1 1 0,-1 8 0,0-2 0,0 4 0,0 2 0,1 0 0,-1 7 0,0 5 0,0 3 0,0 2 0,1 0 0,-1 0 0,-2 2 0,-3 3 0,3 3 0,-4 3 0,-1-1 0,1-4 0,-7-4 0,4 5 0,-8-7 0,-8 0 0,-1 0 0,-9 0 0,7 0 0,-1 0 0,7 6 0,-7 0 0,7 7 0,-7-1 0,6-3 0,-5 3 0,-1-1 0,3 6 0,3 0 0,4-7 0,2 5 0,2-13 0,4 4 0,5-4 0,12-4 0,6-4 0,3-3 0,5-9 0,3 1 0,-2 0 0,6-2 0,-2-4 0,-4 4 0,-9-4 0,4 4 0,-14 4 0,4 3 0,-10-3 0,-1 3 0,-9 5 0,-3-1 0,-5 8 0,-11 2 0,-3 4 0,-2-4 0,4 19 0,0-4 0,0 2 0,-1 0 0,3 0 0,4 4 0,-3-4 0,8 4 0,1-4 0,5-2 0,0 1 0,0-1 0,2-2 0,3-3 0,7-7 0,3 3 0,2-2 0,1-4 0,-1-6 0,0-6 0,0-13 0,0-4 0,1-5 0,-1 1 0,-2-18 0,-1 1 0,-3-7 0,0 1 0,-1-11 0,-4 6 0,-4-2 0,5 5 0,-5-7 0,4 14 0,-4 11 0,-2 9 0,0 19 0,0 3 0,0 22 0,0 8 0,-6 13 0,0 4 0,1 8 0,5-2 0,0 4 0,0 1 0,0 1 0,2-3 0,3-3 0,-3 4 0,14-14 0,-5 4 0,6-11 0,6-6 0,4-4 0,7-2 0</inkml:trace>
  <inkml:trace contextRef="#ctx0" brushRef="#br1" timeOffset="119">4251 8270 8912,'-35'27'0,"1"-3"0,-1-6 0,9 1 0,3 4 0,3 3 0,3 9 0,0 1 0,0 2 0,0 2 0,7 1 0,4-7 0,4 0 0,2 1 0,0-1 0,0-1 0,0-5 0,0-3 0,0-8 0</inkml:trace>
  <inkml:trace contextRef="#ctx0" brushRef="#br1" timeOffset="120">895 9989 8912,'-12'0'0,"1"0"0,-2 0 0,-3 0 0,-1 0 0,0 0 0,0 0 0,-1 0 0</inkml:trace>
  <inkml:trace contextRef="#ctx0" brushRef="#br1" timeOffset="121">792 9834 8912,'7'-17'0,"-5"0"0,4 0 0,2 5 0,-3 1 0,-1-2 0,-2-3 0,-2-1 0,-2 0 0,-2 0 0,-1 0 0,-9-1 0,12 1 0,-7 8 0,3 3 0,4 4 0,-6 6 0,8 7 0,0 10 0,0 19 0,2 4 0,4 8 0,-4 5 0,4 1 0,-2 5 0,1-6 0,-3 2 0,4-2 0,-4-5 0,-2 0 0,0-5 0,0-12 0,0 3 0,0-19 0,0-6 0,0-18 0,7-13 0,5-16 0,3-8 0,2-4 0,-1-5 0,-5-7 0,10 11 0,-4-5 0,4 12 0,-3 0 0,-1 11 0,0 6 0,2 12 0,4 5 0,-4 8 0,4 9 0,2 3 0,-2 14 0,-2 3 0,4 1 0,0 1 0,0-4 0,-1-7 0,7-2 0,-10-3 0,8 0 0,-2-7 0,1-5 0,-3-5 0,-8-5 0,1-7 0,-1-11 0,0-4 0,0-7 0</inkml:trace>
  <inkml:trace contextRef="#ctx0" brushRef="#br1" timeOffset="122">1463 9869 8912,'-17'-6'0,"-1"0"0,1-5 0,0 5 0,0 0 0,-1 6 0,1 0 0,8 8 0,-5 9 0,7 12 0,-3 3 0,6 3 0,-3 1 0,7 4 0,0-3 0,0 3 0,5-12 0,1-5 0,8-4 0,-3-1 0,-1-7 0,1 0 0,0-9 0,7-2 0,-7-7 0,1-10 0,-3-6 0,3 0 0,1-8 0,-7 2 0,5-3 0,-5-2 0,0-1 0,-6 1 0,0-1 0,7 1 0,-5 2 0,4 3 0,-4 6 0,-2-4 0,0 14 0,0-4 0,0 11 0,8 0 0,3 12 0,-1 4 0,-1 9 0,-1 4 0,3-4 0,-5 4 0,7-4 0,-1-2 0,-3 0 0,3 0 0,-3-5 0,3-1 0,3 1 0,-5 3 0,7-4 0,-5 3 0,-1-9 0,0 9 0,7-3 0,-9-3 0,7 2 0,-5-5 0,-1-3 0,1 4 0,-7-2 0,3 0 0,1 1 0,-6 1 0,6-6 0,-3-2 0,1-4 0,2 3 0,-4-9 0,1-1 0,1-3 0,2-1 0,1-8 0,9-1 0</inkml:trace>
  <inkml:trace contextRef="#ctx0" brushRef="#br1" timeOffset="123">2013 9800 8912,'-1'10'0,"-5"-5"0,4-3 0,-8-2 0,5 0 0,3 0 0,-6 8 0,8-4 0,0 7 0,0-7 0,2 9 0,4-7 0,3 8 0,10-13 0,4 5 0,-4-4 0,4-2 0,2 0 0,0-2 0,2-4 0,-6-3 0,4-8 0,-8-2 0,0-4 0,0 4 0,1-14 0,-1 4 0,-8-1 0,-3 1 0,-4 2 0,-2 5 0,-2 8 0,-4-3 0,-5 13 0,-12 4 0,4 10 0,-4 13 0,4 3 0,2 9 0,-1-1 0,1 1 0,6 5 0,1 0 0,2-2 0,3-2 0,5-3 0,0-5 0,7-3 0,5-8 0,9 1 0,4-3 0,1-4 0,3-3 0,6-10 0,-1-4 0,0-5 0,1-12 0,7-4 0,2-7 0</inkml:trace>
  <inkml:trace contextRef="#ctx0" brushRef="#br1" timeOffset="124">2857 9387 8912,'-10'-11'0,"4"0"0,4 7 0,2-4 0,0 16 0,0 1 0,0 10 0,0 4 0,6 0 0,0 12 0,2-5 0,-3 10 0,-1-2 0,8 3 0,-7-3 0,7 8 0,-8-8 0,1 2 0,3-4 0,-2-1 0,-1-7 0,-5 1 0,0-8 0,0-4 0,0-9 0</inkml:trace>
  <inkml:trace contextRef="#ctx0" brushRef="#br1" timeOffset="125">2857 9697 8912,'-18'0'0,"1"0"0,0 0 0,6 0 0,-1 0 0,8 0 0,-3-8 0,7 4 0,0-7 0,15 5 0,8-5 0,7 1 0,5-1 0,5-4 0,0 3 0,6-3 0,-6-2 0,6-1 0,-6 1 0,-5 2 0,-7 3 0,-7-1 0,2 7 0,-4 1 0,-9 5 0,-4 0 0,-12 2 0,-5 3 0,-7 7 0,-5 11 0,4 3 0,-4 9 0,4-1 0,2 1 0,7-1 0,5 0 0,3-7 0,2-4 0,0 2 0,0-2 0,7-8 0,5-9 0,3-4 0,2-2 0,8-4 0,4-8 0,-2-5 0,1-11 0,-7-7 0,2 1 0,-9 1 0,-3-1 0,-7 1 0,2 11 0,-6-5 0,-6 10 0,-11-4 0,-12 9 0,-3 4 0,-3 1 0</inkml:trace>
  <inkml:trace contextRef="#ctx0" brushRef="#br1" timeOffset="126">757 10883 8912,'0'12'0,"-2"-3"0,-2 1 0,-1-1 0,-1 3 0,6 7 0,0 4 0,0 6 0,0 3 0,2 2 0,2 1 0,1-1 0,7 1 0,-4-1 0,1 0 0,5 1 0,-5-9 0,3-3 0,-7-9 0,7-3 0,-16-15 0,2 2 0</inkml:trace>
  <inkml:trace contextRef="#ctx0" brushRef="#br1" timeOffset="127">654 10849 8912,'-10'-8'0,"3"6"0,7-5 0,7 12 0,5 1 0,9 6 0,2-7 0,6 1 0,-7-6 0,9 8 0,-4 1 0</inkml:trace>
  <inkml:trace contextRef="#ctx0" brushRef="#br1" timeOffset="128">1119 10969 8912,'0'12'0,"0"-1"0,-6-5 0,0 5 0,0-7 0,1 6 0,-1-5 0,0-3 0,6 14 0,0-7 0,2 8 0,4 1 0,-4-7 0,3 1 0,3-7 0,-2 7 0,0-7 0,-6 7 0,0-8 0,7 3 0,-5-9 0,4-3 0,-4-5 0,-2-7 0,0-8 0,0-4 0,0-3 0,0-2 0,0-1 0,0 1 0,7 5 0,5 1 0,-3 7 0,3-2 0,-3 3 0,3 3 0,3 8 0,-3 3 0,3 4 0,2 2 0,-1 8 0,-5 3 0,4 4 0,-3 3 0,-3-1 0,3 0 0,-6 0 0,5 0 0,-7 1 0,11-1 0,-13-8 0,6-1 0,-1-8 0,-5-2 0,4-4 0,-2-3 0,2-8 0,-5-1 0,5 1 0,2 6 0,-2-1 0,-1 7 0,-5-7 0,8 8 0,2-1 0,7 10 0,-6-3 0,1 6 0,1 0 0,2-7 0,-3 7 0,-1-8 0,1 0 0,5 0 0,0 0 0,0 0 0,1 0 0,-3-8 0,-4-3 0,3-6 0,-8-6 0,5 4 0,-5-4 0,-1 2 0,-5-2 0,0 10 0,0-5 0,0 3 0,0 7 0,0 1 0,0 7 0,0 9 0,0 8 0,0 10 0,0 6 0,6 3 0,0 4 0,5 2 0,-3 6 0,2-2 0,3 2 0,0-1 0,-1-1 0,1 2 0,-7-10 0,-2-5 0,5-7 0,-7-8 0,4-1 0,-4 0 0,-10-9 0,-3-8 0,-12-16 0,-4-10 0</inkml:trace>
  <inkml:trace contextRef="#ctx0" brushRef="#br1" timeOffset="129">1549 10694 8912,'-6'-17'0,"0"0"0,-7 0 0,11-1 0,-6 9 0,16-5 0,3 9 0,5-1 0,1 6 0,8 2 0,4 4 0,3-3 0,2 9 0,1-6 0,-1 5 0,-5 1 0,0 5 0,-8 0 0,2 0 0,-10 2 0,-2 4 0,-7-2 0,2 8 0,-12-6 0,-5 5 0,-6-1 0,-4 4 0,-2-5 0,2-1 0,1-4 0,3-2 0,0-3 0,0-5 0,0-11 0,-1-9 0</inkml:trace>
  <inkml:trace contextRef="#ctx0" brushRef="#br1" timeOffset="130">2013 10402 8912,'-5'-23'0,"-1"0"0,-6 0 0,5 8 0,-3 3 0,6 5 0,-3 9 0,7 3 0,0 13 0,6 8 0,1 9 0,3-1 0,1 8 0,6 0 0,1 4 0,-7-2 0,1-4 0,-1-4 0,6 4 0,0-3 0,1-11 0,-1-1 0,-2-8 0,-3 1 0,3-9 0,-4-3 0,-3-4 0,7-2 0,-7-13 0,3-5 0,-3-5 0,-8 0 0,6-1 0,0-7 0,-3 2 0,-1 3 0,-2-3 0,-5 4 0,-1 8 0,-8 0 0,11 2 0,-9 3 0,6 4 0,-5 8 0,5 0 0,-3 2 0,1 4 0,-5 4 0,11 7 0,-4 0 0,6 0 0,6 0 0,-2 1 0,7-3 0,2-4 0,3 5 0,7-15 0,2 5 0,1-4 0,-5-2 0,10 0 0,-8 0 0,0-8 0,-6-3 0,0-4 0,0-2 0</inkml:trace>
  <inkml:trace contextRef="#ctx0" brushRef="#br1" timeOffset="131">2530 10488 8912,'11'6'0,"1"-1"0,-9 1 0,5-6 0,-8 8 0,0 3 0,0-1 0,0 1 0,0 1 0,0 5 0,0 0 0,0 0 0,0-3 0,0 3 0,0-10 0,0 11 0,2-5 0,4 4 0,-4-5 0,3-1 0,-3 1 0,-2-3 0,0-1 0,-7-8 0,5-8 0,-6-3 0,2-7 0,1-5 0,-9 4 0,12-11 0,-3 7 0,3-8 0,2 3 0,0 1 0,0-2 0,0 8 0,0-2 0,0 4 0,0 2 0,7 2 0,5 3 0,3 5 0,2 7 0,1 0 0,-1 2 0,0 3 0,0 12 0,0 3 0,1 3 0,-1 1 0,0-1 0,-6 0 0,1-6 0,-8 1 0,11-1 0,-13 0 0,6-7 0,-8-3 0,2-9 0,1-3 0,3-7 0,7-3 0,-9-4 0,8-4 0,-3 4 0,3-4 0,3 4 0,-3 1 0,-3 3 0,3 4 0,-1-5 0,6 5 0,0 3 0,-5 1 0,-1 7 0,1 0 0,5 0 0,0-2 0,1-4 0,-9 4 0,6-11 0,-5 5 0,-1-1 0,5 3 0,-8-6 0,-1 1 0,1-1 0,0 1 0,0 5 0,-6-5 0,0 7 0,-8-4 0,-4 8 0,-3 0 0,4 8 0,-1 3 0,-1 5 0,3 3 0,1 2 0,1 2 0,-3 5 0,5-5 0,0 0 0,6-6 0,0 1 0,0-1 0,2 0 0,4 0 0,-4-7 0,15-3 0,-2-9 0,6-3 0,2-5 0,-4-7 0,4 0 0,-4-6 0,4 0 0,-4 0 0,-1 6 0,-3 0 0,-2-1 0,-1 1 0,-8 0 0,3 8 0,-1-1 0,0 4 0,-1 4 0,-5-5 0,0 7 0,0 2 0,0 3 0,-7-3 0,5 14 0,-6-13 0,8 9 0,0-8 0,0 3 0,0-7 0,0 0 0,0-7 0,0 5 0,2-12 0,4 9 0,-2-1 0,7 6 0,-5-6 0,5 0 0,-5 1 0,6 5 0,-1 0 0,6 0 0,0 2 0,1 3 0,-1-3 0,0 4 0,-2-2 0,-3 2 0,3-5 0,-5 7 0,7-8 0,0 0 0,-7-8 0,5-1 0,-4-8 0,3-8 0,-3-4 0,5-5 0,-7-6 0,1-6 0,3-6 0,-7-3 0,-2-2 0,3-1 0,-1 7 0,0 14 0,-6 9 0,0 7 0,0 11 0,0 12 0,0 15 0,0 10 0,0 15 0,0 10 0,0-1 0,0 6 0,0-3 0,0 3 0,0 1 0,6-5 0,-1-1 0,9-12 0,-5 9 0,8-14 0,-5-3 0,-1-1 0,3-2 0,-7-16 0,9 2 0,-14-22 0,5-3 0</inkml:trace>
  <inkml:trace contextRef="#ctx0" brushRef="#br1" timeOffset="132">3579 10075 8912,'-24'17'0,"10"-7"0,-3-4 0,11 3 0,-1-7 0,22 6 0,8-8 0,7 0 0,12-10 0,4-7 0,12-2 0,5-10 0,-4 8 0,6-11 0,-8 5 0,-1 0 0,5-5 0,0 5 0</inkml:trace>
  <inkml:trace contextRef="#ctx0" brushRef="#br1" timeOffset="133">2857 10832 8912,'-2'-18'0,"-2"1"0,-2 0 0,2 0 0,2 0 0,2 0 0,0 5 0,0 1 0,0 9 0,2 4 0,4 13 0,-2 4 0,7 10 0,1 1 0,-1 3 0,1 1 0,-3 2 0,5 3 0,-3 1 0,-5 0 0,5-6 0,-5 1 0,4-3 0,-3-1 0,-3-3 0,-2-7 0,-2 2 0,0-4 0,0-1 0</inkml:trace>
  <inkml:trace contextRef="#ctx0" brushRef="#br1" timeOffset="134">2805 11055 8912,'-17'-6'0,"0"1"0,-1-9 0,9 12 0,1-5 0,10 7 0,4 0 0,11-2 0,12-4 0,3 4 0,5-5 0,3-1 0,-4-2 0,12-7 0,-8 0 0,0 0 0,2-16 0,2-3 0</inkml:trace>
  <inkml:trace contextRef="#ctx0" brushRef="#br1" timeOffset="135">3252 10694 8912,'0'10'0,"0"-1"0,0-3 0,0-2 0,0 7 0,0 1 0,0 5 0,0 0 0,2 6 0,2 4 0,2 5 0,5-1 0,-5 9 0,8-4 0,-11-3 0,7-3 0,-2-1 0,-3-8 0,-3 4 0,4-8 0,-4-7 0,5-3 0,-7-16 0,2-9 0,4-8 0,-4-7 0,8-7 0,-7 0 0,3 2 0,6 1 0,-7 5 0,1 3 0,2 6 0,-6 4 0,7 4 0,-3 4 0,-2 3 0,7 8 0,-5 2 0,4 4 0,-1 7 0,1 8 0,-5-2 0,7 4 0,-6 2 0,3-2 0,-1-2 0,3-8 0,-5-1 0,6-7 0,-7 7 0,9-8 0,-5 3 0,8-7 0,-1-2 0,-5-3 0,3-5 0,-9-7 0,7 0 0,-6-1 0,5 1 0,-5 0 0,-1 0 0,3 0 0,-6-1 0,6 9 0,-8 1 0,0 8 0,0 0 0,0 8 0,0-4 0,0 7 0,7-7 0,5 2 0,3-2 0,2 1 0,0-3 0,-5 6 0,-1-8 0,1 0 0,5 0 0,0 0 0,1 0 0,-1 0 0,-8 0 0,-1 0 0,0 0 0,-6 8 0,5-5 0,-7 9 0,-2-6 0,-3 5 0,-5-7 0,-2 9 0,1-7 0,-8 0 0,-8-6 0</inkml:trace>
  <inkml:trace contextRef="#ctx0" brushRef="#br1" timeOffset="136">3545 10694 8912,'-10'-8'0,"-5"1"0,6-7 0,-1 3 0,2 0 0,8-1 0,0 1 0,0-1 0,10-3 0,5 3 0,6 7 0,10-3 0,-2 2 0,3 1 0,2-3 0,1-2 0</inkml:trace>
  <inkml:trace contextRef="#ctx0" brushRef="#br1" timeOffset="137">4423 10557 8912,'-2'-18'0,"-2"1"0,-4 0 0,1 0 0,-3 0 0,0-1 0,-3 1 0,4 8 0,-3 3 0,-1 4 0,-3 4 0,-1 6 0,0 9 0,5 8 0,3 11 0,-1 2 0,3 4 0,-1 2 0,2-6 0,6 1 0,0-7 0,0-3 0,0-8 0,2 3 0,4-6 0,-2-9 0,7-3 0,3-6 0,3-6 0,6-5 0,-4-12 0,4-6 0,-4-3 0,-4 1 0,-3-3 0,1 9 0,-7-9 0,0 5 0,-6-2 0,0 3 0,0 7 0,0-2 0,-2 6 0,-4 5 0,2 4 0,-7 8 0,-1-7 0,-5-3 0</inkml:trace>
  <inkml:trace contextRef="#ctx0" brushRef="#br1" timeOffset="138">4543 10471 8912,'10'-8'0,"-1"0"0,-3-3 0,-4 3 0,6 8 0,-1 0 0,-5 2 0,4 4 0,-4 5 0,-2 5 0,0 1 0,0 8 0,0-6 0,0 4 0,0-4 0,0-2 0,0 0 0,0 0 0,2-1 0,3-5 0,-3-3 0,6-10 0,-8-4 0,2-3 0,4-9 0,-5 1 0,9-2 0,-4-4 0,-2 4 0,7-4 0,2 4 0,-3 8 0,1-1 0,-7 8 0,12-3 0,-5 7 0,4 2 0,3 3 0,-7 5 0,1 7 0,-9 0 0,3 0 0,4 1 0,-8-7 0,3 1 0,-1-7 0,2 7 0,-2-8 0,7 1 0,-7-10 0,4-5 0</inkml:trace>
  <inkml:trace contextRef="#ctx0" brushRef="#br1" timeOffset="139">4887 10075 8912,'-17'0'0,"2"2"0,3 4 0,3 3 0,3 9 0,4 6 0,-4 5 0,4 5 0,2 7 0,0 2 0,6 3 0,0 0 0,7-10 0,-1 1 0,3-7 0,-5-9 0,5 2 0,-4-11 0,5-7 0,1-3 0,0-4 0,0-3 0,1-5 0,-1-7 0,-2 0 0,-4 0 0,3-6 0,-8 0 0,7-8 0,-11 12 0,4-4 0,-4 4 0,-2 2 0,0 7 0,0-5 0,0 13 0,-6-4 0,0 12 0,0-2 0,6 9 0,0 6 0,0-1 0,0 6 0,0-6 0,2-1 0,4 0 0,-2-5 0,7-1 0,-5-7 0,6 2 0,-9-5 0,7 5 0,-4 0 0,-4 0 0,11-4 0,-7 3 0,-1-1 0,-5 8 0,6-1 0,0 6 0,0 0 0,-6 1 0,0 5 0,0-1 0,0-1 0,0 0 0,0 2 0,0-4 0,0 4 0,-2-3 0,-4-3 0,2 0 0,-7 0 0,-1 0 0,1-7 0,-1-4 0,1-5 0,-6-1 0</inkml:trace>
  <inkml:trace contextRef="#ctx0" brushRef="#br1" timeOffset="140">5438 10299 8912,'-8'-27'0,"4"-4"0,-5 8 0,1 2 0,3 2 0,-3 10 0,6 1 0,4 8 0,15 0 0,23-15 0,14-4 0</inkml:trace>
  <inkml:trace contextRef="#ctx0" brushRef="#br1" timeOffset="141">26639 2201 8912,'-2'15'0,"-4"-4"0,3-3 0,-9-8 0,8-2 0,-1-4 0,5 3 0,7-9 0,8-1 0,6-2 0,12-3 0,0 1 0,9-2 0,5-2 0,7-2 0,9-7 0,0 1 0,4-4 0,0-1 0,-4 0 0,6-1 0,-4 1 0,2-1 0,5 1 0,-8-2 0,6-2 0,-1-3 0,6 1 0,-18 8 0,-9 3 0,-16 6 0,-9 12 0,-11 3 0,-5 8 0,-14 2 0,-5 4 0,5-4 0,-9 7 0,5-3 0,1 4 0,-3 7 0,-4 2 0,-4 2 0,0 2 0,-6-8 0,0 0 0,-15-13 0,-2 6 0</inkml:trace>
  <inkml:trace contextRef="#ctx0" brushRef="#br1" timeOffset="142">26949 1599 8912,'-2'-11'0,"-4"-1"0,-3 8 0,-9-3 0,1 7 0,-2 1 0,-4 5 0,-6 11 0,-11 12 0,-8 5 0,-7 7 0,-6 10 0,-10 12 0,34-29 0,0 1 0,-3 2 0,-1 0 0,-1-2 0,0-1 0,0 2 0,0-1 0,2-3 0,0-1 0,-35 28 0,14-2 0,9-7 0,10-4 0,12 2 0,5-8 0,6-4 0,9-5 0,6-6 0,4-8 0,0 0 0,0 0 0,8-7 0,1-1 0,9-3 0,1-4 0,2 4 0,2-4 0,9 3 0,1 1 0,7 0 0,4 1 0,2-5 0,3 8 0,1-4 0,2 5 0,-4-3 0,11 5 0,-7-7 0,-1 5 0,1-5 0,-6 0 0,0-6 0,-2 0 0,1 0 0,-10 2 0,-12 3 0,-4-3 0,-2 4 0,-5-4 0,-1-2 0,-5 0 0,5 0 0,-3 0 0,7 0 0,4 0 0,-5-8 0,-7-1 0</inkml:trace>
  <inkml:trace contextRef="#ctx0" brushRef="#br1" timeOffset="143">28687 1100 8912,'-12'-17'0,"3"0"0,-1 0 0,1 0 0,5 3 0,-2 8 0,4 10 0,2 17 0,2 6 0,4 6 0,-4 5 0,4 13 0,1-3 0,-1 2 0,-2 1 0,-2-3 0,-2 11 0,0-19 0,0 10 0,0-6 0,0-6 0,0-9 0,0 1 0,0-7 0,-2-9 0,-4-14 0,4-8 0,-7-19 0,5-7 0,-2-10 0,0-13 0,6-4 0,0-8 0,0 0 0,0 0 0,0-1 0,0-3 0,0-1 0,0-9 0,8 15 0,3 1 0,5 13 0,1 18 0,0 13 0,0 12 0,-5 7 0,-1 15 0,6 8 0,6 18 0,-2 3 0,-1 4 0,-3 7 0,0 1 0,0-1 0,0 1 0,1 1 0,-1 1 0,0-2 0,0 3 0,-2-19 0,-3 4 0,1 2 0,-7-2 0,0 1 0,-6-7 0,-6 0 0,0 1 0,-9-3 0,0-5 0,-6-10 0,-10-7 0,2-10 0,-3-8 0,-2-1 0</inkml:trace>
  <inkml:trace contextRef="#ctx0" brushRef="#br1" timeOffset="144">28704 1479 8912,'-17'-18'0,"7"1"0,-3 6 0,7-1 0,0 8 0,14-9 0,4 7 0,3-7 0,8 9 0,4-7 0,5-3 0,-1 7 0,18-9 0,-5 5 0,0-4 0,14 5 0,-18-3 0,11 7 0,-5-5 0,0 5 0,-9-6 0,-11 5 0,-1-3 0,-2 4 0,-6-5 0,-7 7 0,-2-11 0,-10 13 0,-4-4 0,-4 4 0,-1 2 0,-1 0 0,9 8 0,-3 3 0,2 10 0,0 4 0,-2 2 0,1-6 0,5 10 0,0-7 0,0 3 0,0-6 0,5 10 0,3-8 0,2-2 0,-6-2 0,11-4 0,-4-3 0,5-7 0,1-3 0,0-4 0,0-3 0,0-5 0,-1-13 0,-3-2 0,-1-2 0,-1-1 0,6-7 0,-5 3 0,-1 3 0,-7-3 0,9 13 0,-7-4 0,6 9 0,-7 3 0,3 7 0,-2-2 0,-4 12 0,3 6 0,-1 11 0,2 5 0,-4-1 0,4 2 0,-3-3 0,1 5 0,2-2 0,7-8 0,-1 2 0,-3-6 0,3-6 0,1 3 0,8-9 0,4-1 0,2-2 0,-6-10 0,6-3 0,-4-12 0,3-4 0,9-7 0</inkml:trace>
  <inkml:trace contextRef="#ctx0" brushRef="#br1" timeOffset="145">30064 791 8912,'-8'-10'0,"4"3"0,-7 7 0,5 2 0,-6 3 0,9 13 0,-5 8 0,8 9 0,0 7 0,0 4 0,0-3 0,0 3 0,0 2 0,0 2 0,8 1 0,3 1 0,-3-2 0,-3-5 0,-3-3 0,-2-9 0,0-4 0,0-5 0,-7-6 0,-3-9 0,-7-1 0</inkml:trace>
  <inkml:trace contextRef="#ctx0" brushRef="#br1" timeOffset="146">29771 1307 8912,'11'-18'0,"1"1"0,-8 0 0,9 0 0,-5 2 0,1 3 0,3-3 0,11 5 0,2-5 0,1 4 0,3-5 0,7 9 0,3-7 0,1 3 0,8 7 0,-12-9 0,4 7 0,-9-6 0,-3 7 0,-7-7 0,2 7 0,-4-1 0,-9 6 0,-4 7 0,-12 5 0,-4 3 0,-7 4 0,0 4 0,0 4 0,0 7 0,-1 1 0,7-1 0,-1 0 0,9-5 0,-3 0 0,4-8 0,2 4 0,0-8 0,0 0 0,8-7 0,3-3 0,10-7 0,2 0 0,8-7 0,-3-5 0,-1-11 0,2-5 0,-8-5 0,8-1 0,-10-1 0,-4 1 0,-2 7 0,-3-3 0,-4 7 0,-4 2 0,-2 2 0,-2 3 0,-4 5 0,4 3 0,-13 1 0,20-3 0,-3-7 0</inkml:trace>
  <inkml:trace contextRef="#ctx0" brushRef="#br1" timeOffset="147">30700 1014 8912,'-11'0'0,"-1"0"0,1 2 0,-6 4 0,7-4 0,-5 11 0,3-5 0,-3 2 0,-2-7 0,0 13 0,-1-5 0,9 4 0,1 3 0,8-1 0,0 0 0,8-6 0,3 1 0,5 1 0,3 3 0,2 1 0,2 0 0,-2 0 0,6 0 0,-6 2 0,5 2 0,-1 2 0,-2 0 0,-6-4 0,1 4 0,-1 6 0,-8-4 0,-1 5 0,-8-5 0,0 2 0,0 2 0,-8-1 0,-3-1 0,-4-2 0,-3 3 0,-1-5 0,-2-4 0,-2-5 0,0 1 0,6-15 0,0 0 0,7-7 0,3-13 0,7-4 0,0-11 0,7 1 0,9-10 0,8 6 0,3-2 0,-6-8 0,10 11 0,-6-5 0,1 0 0,1-2 0,4-5 0,-4 1 0,-3 2 0,-8 8 0,-3-4 0,-7 9 0,-2 5 0,-2 3 0,-2 8 0,0 7 0,0-5 0,-2 13 0,-4-4 0,4 12 0,-4 6 0,4 5 0,2 6 0,0-2 0,0 7 0,0-7 0,0 4 0,0 0 0,6-4 0,0 8 0,5-8 0,-3 2 0,2-4 0,-1 0 0,3 4 0,3-4 0,-4 4 0,-1-6 0,-1-4 0,-1-1 0,6-1 0,-11 5 0,9-5 0,-1 4 0,1-13 0,-1 4 0,1-4 0,5-2 0,0-8 0,0-3 0,1-5 0,-1-3 0,0-2 0,2-2 0,4 2 0,-4-5 0,6 5 0,-8-6 0,0 2 0,-7 2 0,3 6 0,-7 0 0,-8 7 0,-4 3 0,-9 7 0,-4 0 0,-4 1 0,0 5 0,4 4 0,-4 7 0,6 0 0,5 0 0,-1 1 0,7-1 0,-5-6 0,5 1 0,2 1 0,2 2 0,2 2 0,8 1 0,2-9 0,7-3 0,2-2 0,4 2 0,-2-5 0,8 5 0,1-4 0,3-2 0,7-2 0,0-4 0,-2-5 0,-2 3 0,7-15 0,1 4 0</inkml:trace>
  <inkml:trace contextRef="#ctx0" brushRef="#br1" timeOffset="148">31853 1100 8912,'-7'12'0,"-5"-1"0,-3-7 0,-10 11 0,-2-3 0,0 3 0,-5 2 0,7 8 0,-4 4 0,1-2 0,11 1 0,-3-7 0,15 2 0,-1-4 0,6-2 0,2-1 0,4-5 0,3-3 0,8-8 0,6 0 0,0-2 0,-2-4 0,4-5 0,0-10 0,0-4 0,0-2 0,-2-2 0,-6-1 0,0-3 0,0-3 0,-7-2 0,3-2 0,-5-2 0,1-2 0,-5-4 0,2-9 0,-4 3 0,-2-3 0,0 13 0,0 8 0,-2 9 0,-4 8 0,4-2 0,-7 19 0,5-2 0,-2 8 0,0 13 0,6 12 0,0 11 0,0 6 0,0 3 0,0 3 0,0 0 0,0-1 0,2 1 0,2-1 0,4 1 0,1 0 0,3-1 0,3-1 0,-3-2 0,-7-3 0,-3 1 0,-2 6 0</inkml:trace>
  <inkml:trace contextRef="#ctx0" brushRef="#br1" timeOffset="149">30752 2338 8912,'-17'-13'0,"1"-4"0,5-2 0,-4-1 0,5 3 0,1 0 0,1 8 0,8 5 0,0 15 0,0 12 0,6 13 0,1 6 0,3 2 0,-4 2 0,5 6 0,0-3 0,-1-3 0,5-4 0,-5-13 0,5-2 0,-3-2 0,3-2 0,-5-8 0,7-4 0,0-5 0,-7-4 0,5-10 0,-4-3 0,3-12 0,-3-6 0,3-3 0,-7-3 0,3 1 0,-5-6 0,5 0 0,-2 3 0,-5 7 0,7 5 0,-8 6 0,4-4 0,-4 12 0,-2-5 0,2 26 0,3 7 0,-3 2 0,6 8 0,-1-2 0,-5-2 0,8-6 0,-4 0 0,5 0 0,-1-2 0,1-3 0,3-6 0,1-4 0,-4-6 0,1-8 0,-1 1 0,6-12 0,-5 2 0,-2 0 0,-3-2 0,7-8 0,-11 12 0,9-4 0,-8 4 0,3 2 0,-1 0 0,0 0 0,0 7 0,1 2 0,3 8 0</inkml:trace>
  <inkml:trace contextRef="#ctx0" brushRef="#br1" timeOffset="150">31475 2390 8912,'0'11'0,"0"1"0,-8-8 0,6 5 0,-4-3 0,3 3 0,-1 9 0,-2-1 0,0 0 0,6 0 0,0 0 0,0 1 0,0-1 0,2-2 0,4-2 0,5-1 0,-3-8 0,7 3 0,-3-7 0,3 0 0,2-2 0,0-3 0,3-7 0,3-3 0,-12-2 0,12-6 0,-12-2 0,5-2 0,-7 6 0,7-9 0,-5 7 0,-3 6 0,-3 5 0,-1 3 0,2-3 0,-4 4 0,6 16 0,-10 4 0,-2 9 0,-2 2 0,-7-1 0,11-4 0,-4-1 0,-3 0 0,7 0 0,-6 0 0,8-7 0,2-4 0,4-12 0,3-4 0,3-1 0,-1-1 0,1 3 0,5-4 0,0 1 0,-6 6 0,1-5 0,-1 7 0,1-9 0,-1 5 0,3-1 0,-1 3 0,-1-6 0,1 7 0,-7-7 0,7 8 0,-5-11 0,5 5 0,-1 1 0,-7-4 0,5 5 0,-1 0 0,1 1 0,-6-7 0,5 10 0,-3-7 0,-4 7 0,8-5 0,-5 3 0,-3 4 0,8-4 0,-4 12 0,-5 9 0,5 8 0,2 2 0,-2-2 0,1-2 0,-1 8 0,-4-8 0,7 9 0,-5-7 0,2 0 0,-2 0 0,-2 0 0,-2 0 0,0-6 0,0 0 0,0 0 0,0 1 0,-8-9 0,-3-3 0,-5-12 0,-1-3 0</inkml:trace>
  <inkml:trace contextRef="#ctx0" brushRef="#br1" timeOffset="151">31595 2080 8912,'-17'-7'0,"0"3"0,-1-6 0,1 3 0,0 3 0,8 2 0,1 2 0,8 0 0,8-6 0,3 1 0,4-9 0,2 10 0,1-7 0,-1-1 0,0-5 0,0 6 0,2-1 0,2 1 0,2 1 0,0 3 0,-5 7 0,-1 0 0,0 0 0,8 0 0,2 0 0</inkml:trace>
  <inkml:trace contextRef="#ctx0" brushRef="#br1" timeOffset="152">32490 1754 8912,'0'-44'0,"0"4"0,0 11 0,0 12 0,0 9 0,0 18 0,0 7 0,0 8 0,0 9 0,0 8 0,0 4 0,0 4 0,0 1 0,0 1 0,0-1 0,0-7 0,0-4 0,6 2 0,-1-1 0,1 4 0,-6-4 0,6-3 0,0-10 0,-1 5 0,-5-6 0,0 7 0</inkml:trace>
  <inkml:trace contextRef="#ctx0" brushRef="#br1" timeOffset="153">32662 2837 8912,'-17'0'0,"-8"0"0,6 0 0,-4 0 0,4 0 0,9 8 0,-3-5 0,7 9 0,0-8 0,6 3 0,2-7 0,4 0 0,4 0 0,7-7 0,0-3 0,0-1 0,0-1 0,1-1 0,-9 5 0,7-7 0,-15 13 0,7-6 0,-10 8 0,-4 0 0,-3 0 0,-16 8 0,-2 1 0</inkml:trace>
  <inkml:trace contextRef="#ctx0" brushRef="#br2" timeOffset="154">23352 2184 8912,'-11'0'0,"-1"0"0,8 0 0,-3-8 0,7-2 0,0-7 0,0 0 0,2 2 0,3 1 0,5 3 0,0-3 0,5-1 0,-4-2 0,5 0 0,-1 0 0,-4-1 0,-1 7 0,-4 1 0,5 3 0,-3-7 0,-1 12 0,-7-7 0,0 3 0,8 4 0,-6-5 0,6 7 0,-8 0 0,0 0 0,-2 5 0,-4 1 0,4 7 0,-7-9 0,5 8 0,-4 1 0,-2 2 0,-3 3 0,5 6 0,-7-3 0,4 8 0,1 0 0,-1 5 0,-3 8 0,-9 4 0,4 11 0,-6 6 0,0 4 0,6 8-604,-4-1 604,-3 1 0,7-6 0,-4-1 0,5-7 0,7-5 0,5-8 0,-1-8 0,1-12 0,0 3 0,6-8 0,0-2 0,0-2 0,6-8 0,0 1 0,-1-8 604,-5 3-604,0-14 0,0 5 0,8-6 0,-4 8 0,7 0 0,1 0 0,5 0 0,0 2 0,0 4 0,1-4 0,1 7 0,2-5 0,2 2 0,7 0 0,-1-6 0,3 5 0,3 1 0,-1 2 0,1-5 0,-1 3 0,0-2 0,1-2 0,-1 4 0,1-1 0,-1 3 0,1-2 0,-1-4 0,0 3 0,7 3 0,1 0 0,2 1 0,-6-5 0,6 4 0,-6-8 0,2 0 0,0 0 0,1 0 0,-1 0 0,0 0 0,-4 0 0,4 0 0,-9-2 0,3-2 0,-1-2 0,-1 2 0,-5 3 0,6 1 0,-5 0 0,5 0 0,1 0 0,1 0 0,1 0 0,2 0 0,2 0 0,-1 0 0,3 0 0,-2 0 0,8 0 0,-10 0 0,6 0 0,-2 0 0,-2 0 0,-6 0 0,1 0 0,-1 0 0,-1 0 0,-3 0 0,-3 0 0,-2 0 0,-2 0 0,-6 0 0,0 0 0,-5 0 0,-1 0 0,1 0 0,5 0 0,0 0 0,6 0 0,0 0 0,8 0 0,-10 0 0,7 0 0,-1-6 0,4 0 0,-3 2 0,-7-5 0,6 5 0,-6-6 0,2 3 0,-7 1 0,-3 4 0,-7-4 0,-1 4 0,-5-13 0,0 4 0,8-5 0,-4-1 0,5-2 0,-1-4 0,5 4 0,-5-13 0,4 3 0,3-4 0,-6-1 0,1 0 0,5-1 0,-5-7 0,5-4 0,-3-3 0,-5-3 0,-1 2 0,0 3 0,-2 1 0,5-8 0,-7 3 0,4-3 0,-2 7 0,-1 1 0,3 2 0,0-6 0,-6 14 0,0-4 0,0 3 0,0 5 0,-2 1 0,-2 5 0,-2 1 0,-7 2 0,3 6 0,1-1 0,-6 9 0,11-4 0,-8 7 0,7-6 0,-7 7 0,3-3 0,-3 2 0,-3 2 0,3-5 0,-3 1 0,-2 2 0,-2 1 0,-2-1 0,-2 2 0,-2 0 0,0 1 0,-8-3 0,-5 2 0,-10 2 0,8-4 0,-11 1 0,-1-1 0,-15 6 0,-4 0 0,-1 8 0,5-7 0,2 7 0,2 0 0,-8-6 0,0 5 0,-5-7 0,-1 0 0,6 0 0,-3 0 0,-3 6 0,5 0 0,5-2 0,8-3 0,-3-1 0,7 6 0,-6 2 0,1 1 0,1 1 0,2 1 0,1 5 0,-7-5 0,8 4 0,-3 3 0,13-7 0,4-1 0,7-1 0,5 1 0,-3-6 0,13 9 0,-4-7 0,9-1 0,3-5 0,-1 0 0,-5 0 0,8 0 0,-1 0 0,4 0 0,-3 0 0,-1 0 0,1-2 0,3-3 0,4 3 0,-6-13 0,8 11 0,0-8 0,16 8 0,3-3 0</inkml:trace>
  <inkml:trace contextRef="#ctx0" brushRef="#br2" timeOffset="155">23283 2201 8912,'-17'-8'0,"2"-3"0,3-5 0,3 5 0,3-1 0,4 1 0,-4-6 0,-1 5 0,1 1 0,-7 7 0,3-4 0,-1 3 0,-1-1 0,1-6 0,-7 7 0,1-9 0,-6 12 0,-2-5 0,1 1 0,-1 0 0,-6-7 0,2 3 0,-3 1 0,-10-6 0,-6 5 0,-13-7 0,-8 0 0,-19-1 0,-4 1 0,43 9 0,-1-1-151,-2 1 0,1-1 0,0-3 0,0-1 151,3-1 0,-1-1 0,-4 0 0,1 0 0,3 1 0,0-1 0,-1-1 0,1 0 0,-43-13 0,44 13 0,0 0 0,-3-2 0,-1 1 0,0 0 0,1 0 0,3 0 0,0 1 0,1 1 0,1 2 0,-48-10 0,-2 4 0,45 10 0,-1 0 0,-2 1 0,-1-1 0,0 1 0,1-1 0,-1 0 0,1 1 0,1-1 0,1 1 0,-2-1 0,-1 0 0,-3 1 0,-1-1 0,-3 0 0,0 1 0,4 2 0,1 1 0,0-1 0,-1 0 0,4 1 0,-1 1 0,1-2 0,-1 0 0,-4 2 0,-2 0 0,-5 4 0,0 0 0,6-2 0,2-1 0,2 0 0,1 0 0,4 1 0,0 0 0,2 1 0,-1 0 0,-5 1 0,-1 0 0,-2 0 0,-1 0 0,0 0 0,0 0 0,-4 0 0,2 0 0,10 0 0,2 0 0,-3 0 0,1 0 0,-43 0 0,-3 0 0,14 0 0,5 0-43,11 0 1,8-2 42,7-3 0,4 3 0,8-4 0,2 2 0,15-2 0,0 5 0,6-7 0,0 8 0,-1 0 199,1-8 1,0 6-1,0-5-199,0-1 30,-8 6 0,6-7 1,-4 5-31,4-2 0,1-2 0,1 3 0,0 3 0,0-4 0,5-2 0,1 3 0,-1-7 0,-5 6 0,6-1 0,-1 1 0,8 4 0,-9-7 0,7 3 0,1 4 0,5-6 0,0 8 0,0 0 0,7 0 0,3 2 0,7 4 0,0 2 0,0 3 0,1 4 0,-9-13 0,6 6 0,-5-8 0</inkml:trace>
  <inkml:trace contextRef="#ctx0" brushRef="#br2" timeOffset="156">17742 688 8912,'-9'0'0,"-1"0"0,4 0 0,-3 0 0,-8 0 0,-1 7 0,-1 3 0,-4 9 0,-7 4 0,-9 8 0,-6 7 0,-13 6 0,-11 21-202,29-31 1,0 0 0,2 3 0,0-1 201,0-2 0,1 1 0,1-1 0,1 1 0,-34 33 0,10-1-25,7-4 0,10-13 25,14-16 0,11-7 0,11-10 0,4 0 0,2-7 0,0-2 0,9-3 0,9 1 0,1 2 267,9-3 0,1 3 0,7 5-267,5-1 0,3-6 0,7 5 0,8 1 0,-3 7 0,7 2 0,2 2 0,-4 7 0,2-1 0,-7 9 0,1 2 0,-5 6 0,-6-6 0,-10 6 0,-7-6 0,1-2 0,3-1 0</inkml:trace>
  <inkml:trace contextRef="#ctx0" brushRef="#br2" timeOffset="157">8949 825 8912,'0'-17'0,"-2"-2"0,-2-2 0,-2-2 0,0 2 0,-1 2 0,-3 9 0,-7 5 0,0 3 0,-1 17 0,1 10 0,0 13 0,0 14 0,2 3 0,1 12 0,5 4 0,1-1 0,4 1 0,4-8 0,6-2 0,5-4 0,5-7 0,1-14 0,6-11 0,0-8 0,7-7 0,-1-6 0,4-8 0,1-7 0,0-12 0,3-8 0,3-7 0,-4-14 0,0-1 0,-9-6 0,-2-1 0,-10-1 0,-7-2 0,-8 0 0,-13 8 0,-5-3 0,-16 13 0,0 6 0,-3 9 0,1 13 0,2 9 0,-1 10 0,3 4 0,3 5 0,6 4 0,0 8 0,6 0 0,-4 8 0,19-12 0,-13 6 0,5-8 0</inkml:trace>
  <inkml:trace contextRef="#ctx0" brushRef="#br2" timeOffset="158">8759 1186 8912,'-9'8'0,"-7"-6"0,5 4 0,3-4 0,1-2 0,7 0 0,0 0 0,15-2 0,8-4 0,7-6 0,11-5 0,-1-6 0,8 4 0,-3-4 0,5-2 0,0 3 0,-2-1 0,-2-2 0,-1-10 0,7-9 0</inkml:trace>
  <inkml:trace contextRef="#ctx0" brushRef="#br2" timeOffset="159">9757 1186 8912,'0'-17'0,"-2"8"0,-1 1 0,-3 0 0,-2 14 0,4 2 0,-1 11 0,-7 2 0,6 9 0,1 5 0,-3 3 0,4 2 0,-5-6 0,1 3 0,4 3 0,2-4 0,2 2 0,0-7 0,0-8 0,-7-4 0,-3-2 0</inkml:trace>
  <inkml:trace contextRef="#ctx0" brushRef="#br2" timeOffset="160">9929 1032 8912,'10'-8'0,"5"-2"0,-5-7 0,7 0 0,0 0 0,8 0 0,4-1 0,5 3 0,6 4 0,-3 1 0,3 6 0,-4-1 0,-1 6 0,-9 9 0,-3 7 0,-5 8 0,-7 4 0,-3 3 0,-10 3 0,-4-1 0,-5 0 0,-11 3 0,0-1 0,0-2 0,-4 5 0,5-20 0,-8 4 0,8-4 0,-2-2 0,12-8 0,3-1 0,8-23 0,0-4 0</inkml:trace>
  <inkml:trace contextRef="#ctx0" brushRef="#br2" timeOffset="161">10463 825 8912,'-10'0'0,"-5"0"0,4 0 0,-5 0 0,-1 8 0,0-4 0,0 7 0,5 1 0,1 5 0,5 2 0,-6 4 0,9 4 0,-3 7 0,4 0 0,10 1 0,-5-1 0,9-1 0,3-3 0,6-1 0,0-8 0,8 2 0,2-4 0,1-10 0,-3 5 0,-1-8 0,3-3 0,-6-8 0,7-5 0,-5-7 0</inkml:trace>
  <inkml:trace contextRef="#ctx0" brushRef="#br2" timeOffset="162">10790 1066 8912,'0'10'0,"0"5"0,0-4 0,0 5 0,0 1 0,0 0 0,0 0 0,0 6 0,0 0 0,0 0 0,0-6 0,7-2 0,3-1 0,0-3 0,5-7 0,-6 4 0,9-8 0</inkml:trace>
  <inkml:trace contextRef="#ctx0" brushRef="#br2" timeOffset="163">10910 619 8912,'-28'15'0,"1"-1"0,2-3 0,2-1 0,6 1 0,0 4 0,-1-5 0,1 7 0,8-7 0,1-3 0,10-7 0,4 0 0,-1 0 0,9-2 0,-1-3 0,6 1 0,-7-8 0,3-1 0,-5-2 0,-3 5 0,-7 3 0,-7-1 0,-3-2 0</inkml:trace>
  <inkml:trace contextRef="#ctx0" brushRef="#br2" timeOffset="164">11237 688 8912,'12'-17'0,"-3"-1"0,-1 1 0,-4 0 0,-2 0 0,-2 0 0,0-1 0,0 11 0,0 7 0,0 9 0,2 14 0,1 6 0,5 5 0,2 6 0,-5-1 0,5 6 0,-2 3 0,-3 2 0,-5 0 0,0-5 0,0-5 0,0 4 0,0-13 0,0 3 0,0-1 0,0-16 0,0 6 0,0-23 0,0-2 0,0-13 0,0-12 0,8-5 0,0-10 0,3-4 0,4-2 0,-3 2 0,-3 6 0,3 11 0,1 6 0,-3 4 0,1 2 0,1 8 0,5 3 0,0 12 0,0 3 0,1 10 0,-1 4 0,2 2 0,2 6 0,2-3 0,-2 3 0,6-6 0,-2-1 0,5-6 0,-1-1 0,0-8 0,-1-1 0,1-8 0,-8-8 0,2-3 0,-6-10 0,-4-4 0,-1-2 0,-8-1 0,9-7 0,-7 1 0,0 1 0,-6 5 0,0 3 0,-2 8 0,-4-1 0,-6 1 0,3 8 0,-3 3 0,-1 4 0,-2 10 0,-1 1 0,3 10 0,2 4 0,7 4 0,-6 7 0,6 3 0,-1 3 0,-1-4 0,6 6 0,0-7 0,0-1 0,0 0 0,0-7 0,2-4 0,4-6 0,5-5 0,4-5 0,3-9 0,-1-3 0,0-11 0,0-7 0,0-13 0,1 2 0,-7-6 0,1 0 0,-9 3 0,3-3 0,-4 6 0,0 3 0,4 3 0,-4 7 0,5 3 0,-7 15 0,0 14 0,0 0 0,2 16 0,2-6 0,2 2 0,7 0 0,-9-6 0,7 0 0,-5 1 0,6-1 0,-7 0 0,7 0 0,-8-7 0,11-3 0,-4-9 0,5-3 0,1-5 0,0-7 0,-5-2 0,-1-4 0,1 2 0,5-8 0,0-1 0,-6 3 0,1-2 0,-8 8 0,1-2 0,-3 12 0,6-4 0,-6 13 0,6-4 0,-8 12 0,5 3 0,3 8 0,2 1 0,1-1 0,-1 0 0,5 0 0,-4 0 0,10-1 0,2-5 0,0 4 0,-6-13 0,1 4 0,-1-4 0,8-2 0,-10 0 0,6 0 0,0 0 0,-8-8 0,3 1 0,-5-7 0,5 3 0,1-1 0,0-5 0,0 0 0,0 0 0,1-8 0,-7 6 0,1-4 0,-7-2 0,7 2 0,-8 0 0,1 6 0,-5 0 0,-5 0 0,-5 7 0,-7 4 0,0 5 0,-1 2 0,1 7 0,0 7 0,0 6 0,0 10 0,7-4 0,4 7 0,4 6 0,2 0 0,0-5 0,0-7 0,14-1 0,3 2 0,12-4 0,1-10 0,8-4 0,6-3 0,8-10 0,0-6 0,-1-9 0,1-8 0,0-9 0</inkml:trace>
  <inkml:trace contextRef="#ctx0" brushRef="#br2" timeOffset="165">12321 671 8912,'10'17'0,"-2"2"0,-6 2 0,1 4 0,5 1 0,2 5 0,-5 1 0,5 3 0,-1-1 0,1 1 0,1-1 0,7 0 0</inkml:trace>
  <inkml:trace contextRef="#ctx0" brushRef="#br2" timeOffset="166">13543 653 8912,'-17'-15'0,"2"2"0,1 3 0,3 2 0,-1 1 0,-5 3 0,0-2 0,0 2 0,0 3 0,5 6 0,1 3 0,-3 1 0,5 3 0,-3 5 0,-1 0 0,-1 2 0,3 4 0,-2-4 0,7 4 0,-6-2 0,7 0 0,1 2 0,2-2 0,2-2 0,0-1 0,2-1 0,4 0 0,3 0 0,14-1 0,0-5 0,2 4 0,-4-5 0,2-1 0,0 7 0,-4-5 0,4 4 0,-4 3 0,6-9 0,-10-1 0,-3-1 0,3-5 0,-13 6 0,-2 0 0,-10-6 0,-7 3 0,-6 3 0,-2-2 0,0-3 0,1-1 0,2-2 0,3 0 0,2 0 0</inkml:trace>
  <inkml:trace contextRef="#ctx0" brushRef="#br2" timeOffset="167">13836 739 8912,'-2'-17'0,"-4"0"0,4 0 0,-7 5 0,3 1 0,4 7 0,-13-4 0,3 8 0,3 2 0,-3 4 0,3 5 0,-3 12 0,-3-4 0,13 12 0,-4-8 0,4-2 0,2 6 0,0-6 0,2 4 0,2-4 0,2-6 0,7-2 0,-1 4 0,3-7 0,2-4 0,0-4 0,1-2 0,-1-6 0,0 0 0,2-13 0,2 2 0,2-2 0,0 0 0,-12-4 0,1 0 0,1 2 0,-3 2 0,-1 1 0,-1 1 0,-2 0 0,-6 8 0,0 1 0,0 10 0,0 4 0,0 3 0,0 8 0,2 0 0,4 1 0,-3-7 0,9 1 0,1 1 0,2 0 0,3-1 0,-1-5 0,-4-1 0,4 0 0,-9 0 0,9-6 0,-9 0 0,3 0 0,-5-2 0,6-4 0,-8-4 0,1-7 0,-3 0 0,0 2 0,4 3 0,-4-3 0,5 11 0,-7-7 0,0 7 0,0-4 0,0 16 0,0-4 0,0 7 0,0 3 0,0 1 0,0 2 0,0 0 0,0 0 0,0 1 0,0-1 0,0 0 0,0-7 0,0-3 0,0-7 0,2-2 0,4-3 0,-4-13 0,7-3 0,-3-7 0,2 7 0,5-4 0,-3 2 0,-1 0 0,1 2 0,-6 2 0,9 7 0,-5 3 0,1 1 0,-5 3 0,11 6 0,-3 5 0,-4 4 0,7 7 0,-6 2 0,1 4 0,3-4 0,-5 4 0,2-2 0,3 2 0,-5-12 0,7 12 0,-4-11 0,-1-5 0,1-1 0,-5-4 0,6-2 0,-1 0 0,6-13 0,1-6 0,-1-6 0,-6 2 0,1-4 0,-1 0 0,-1 1 0,5 5 0,-11-4 0,7 8 0,-7 7 0,4 2 0,-8 16 0,6 7 0,-1 8 0,1 2 0,-4-4 0,2 2 0,3-2 0,3-2 0,1-2 0,7-5 0,-1-3 0,0-1 0,0-2 0,0-6 0,1 0 0,-1 0 0,0-8 0,0-2 0,1-9 0,-1-4 0,-8 4 0,1-11 0,-6 5 0,1-2 0,1 6 0,-6-2 0,-2 4 0,-4 2 0,5 7 0,-15 3 0,5 7 0,-4 2 0,-3 3 0,7 11 0,-1 9 0,-1 1 0,5-3 0,3 6 0,3-6 0,2 5 0,0 1 0,0 0 0,0-1 0,7-7 0,9 2 0,8-5 0,13-7 0,5-5 0,4-4 0,13-10 0,2-2 0</inkml:trace>
  <inkml:trace contextRef="#ctx0" brushRef="#br2" timeOffset="168">15574 636 8912,'-17'0'0,"-1"0"0,-5 0 0,1 0 0,-1 2 0,5 2 0,1 2 0,0-1 0,0 3 0,0 3 0,1 5 0,5 1 0,-3 6 0,9 2 0,1 1 0,2-3 0,4 4 0,2-2 0,1-4 0,9-2 0,-7-7 0,7-3 0,-3-1 0,1-3 0,5-12 0,0-5 0,0-3 0,1-2 0,3-6 0,-4 0 0,4-8 0,-10 3 0,5-5 0,1-1 0,0 0 0,-7-1 0,3 6 0,-5 1 0,1-3 0,-5-1 0,4 3 0,-8 0 0,0 14 0,0-2 0,-2 11 0,-2 2 0,-2 8 0,-7 6 0,5 17 0,-5 5 0,1 6 0,8 4 0,-1-4 0,3 1 0,2-7 0,0 3 0,0-11 0,0 5 0,0-6 0,7-4 0,3-4 0,7-3 0,0-6 0,1-5 0,5-2 0,0-5 0,1-4 0,-3-7 0,4-2 0,0-2 0,0-2 0,-10-8 0,1 12 0,-7-4 0,1 4 0,5 2 0,-13 8 0,6 1 0,-8 8 0,0 0 0,0 8 0,0 3 0,0 4 0,0 3 0,0-1 0,2 0 0,3 0 0,-3-7 0,13 5 0,-5-13 0,7 4 0,-5-5 0,-1-1 0,3 0 0,1-7 0,2-3 0</inkml:trace>
  <inkml:trace contextRef="#ctx0" brushRef="#br2" timeOffset="169">15849 344 8912,'-17'0'0,"0"0"0,0 2 0,-1 4 0,1-5 0,0 15 0,0-5 0,7-3 0,3 7 0,7-3 0,0-5 0,7 7 0,5-9 0,3-1 0,8-2 0,0-2 0,-2 0 0,-2 0 0,6-8 0,-6 6 0,4-3 0,-10-3 0,-1 2 0,-7 1 0,7 5 0,-1-8 0,7-2 0</inkml:trace>
  <inkml:trace contextRef="#ctx0" brushRef="#br2" timeOffset="170">16434 636 8912,'-11'0'0,"-1"-2"0,-1-3 0,-2 3 0,3-6 0,1 8 0,5 8 0,-4 3 0,3 4 0,1 10 0,6-4 0,0 6 0,0-2 0,0 5 0,-6-11 0,1 4 0,-1-4 0,6-1 0,0-7 0,0 1 0,0-11 0,0-1 0,0-7 0,0-16 0,0 0 0,0-8 0,0 3 0,2-5 0,3-1 0,-3 0 0,4-1 0,2 1 0,-2-1 0,1 7 0,-1-1 0,-2 8 0,7-2 0,-5 6 0,5 5 0,3 9 0,1 6 0,2 7 0,0 9 0,1 4 0,-1-2 0,0 8 0,0-8 0,1 2 0,-1-4 0,-8-2 0,7 0 0,-5 0 0,-3-7 0,1 3 0,-3-7 0,-2 0 0,7-8 0,3-4 0,1-5 0,-5 3 0,7-7 0,0 3 0,-6-3 0,7-2 0,-5 5 0,4 1 0,0-3 0,1 7 0,-1-7 0,0 9 0,0-1 0,1 4 0,-1-4 0,0 4 0,0-3 0,0 3 0,1 2 0,-3-2 0,-4-4 0,5 4 0,-14-13 0,5 5 0,-7-1 0,0-1 0,-7 9 0,-5-3 0,-5 4 0,-6 2 0,8 0 0,-6 0 0,0 0 0,0 8 0,9-1 0,2 7 0,3-3 0,1-7 0,6 11 0,0-3 0,0-3 0,0 3 0,8-8 0,3 1 0,5-3 0,1-2 0,2 0 0,2 0 0,2 0 0,2-2 0,-4-3 0,4-5 0,1 0 0,-5-5 0,4 6 0,-8-9 0,1 9 0,-7 1 0,1 8 0,-9 0 0,5 0 0,-8 0 0,-2 6 0,-2 2 0,-1 1 0,-1-3 0,4 3 0,-4-1 0,4-2 0,-5-6 0,7 0 0,0 0 0,7 0 0,-3-6 0,8 0 0,-1 1 0,6 5 0,0-6 0,1 0 0,-1-2 0,0 3 0,-5 3 0,-1-4 0,-1-3 0,1-3 0,4 4 0,-11-5 0,8 7 0,-9-7 0,5 11 0,-8-6 0,0 8 0,0 0 0,0 8 0,0 4 0,0 3 0,6 2 0,0 0 0,-3 0 0,-1 1 0,-2-1 0,0 0 0,0 0 0,8 0 0,-6 1 0,4-1 0,-4-6 0,-2 1 0,-6-7 0,-2 5 0,-1-2 0,-3-3 0,-5-5 0,7 0 0,5-7 0,10-5 0,5-11 0,7-3 0</inkml:trace>
  <inkml:trace contextRef="#ctx0" brushRef="#br2" timeOffset="171">17604 378 8912,'0'-9'0,"0"-1"0,0 4 0,0 5 0,0-7 0,0 8 0,2 8 0,4 3 0,-4 4 0,8 1 0,-5-5 0,-3 4 0,14-13 0,-7 6 0,8-8 0,1 0 0,-1 0 0,-6 0 0,1 0 0,1 0 0,-5 0 0,7 0 0,-4 0 0,-3 0 0,7-6 0,-3 0 0,-3 1 0,3 5 0,1 0 0,-5 0 0,7 0 0,-3 0 0,1 2 0,-1 3 0,3-3 0,-4 4 0,5-4 0,1-2 0,0 0 0,0 0 0,-5 6 0,-1-1 0,-5 1 0,5-6 0,-5 0 0,6 0 0,-9 0 0,5 0 0,-10 0 0,-4 0 0,-3-6 0,-8 1 0,-8-1 0,-2-2 0,-7-1 0</inkml:trace>
  <inkml:trace contextRef="#ctx0" brushRef="#br2" timeOffset="172">17415 206 8912,'-27'0'0,"3"-5"0,6-1 0,1 2 0,8-6 0,1 9 0,8-7 0,8 16 0,15-7 0,11 5 0,19-12 0,1-3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20:37:24.462"/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7623 8081 8912,'-9'0'0,"1"-2"0,8-4 0,0 2 0,-2-5 0,-2-1 0,-1 1 0,1-5 0,2 5 0,2-3 0,0 7 0,-2-5 0,-4 2 0,3 3 0,-9 5 0,8 0 0,-3 2 0,7 3 0,0 7 0,0 3 0,3-4 0,11-1 0,14-2 0,18-5 0,16-1 0,8-2 0,-20 0 0,2-2 0,2 0 0,1-1 0,3-3 0,2-2 0,3-1 0,0-1-623,3-1 1,0-1 622,-1 1 0,-2-1 0,-2 4 0,-3-1 0,-5 1 0,-3-1 0,29-6 0,-22 3 0,-13 7 0,-23 1 0,-10-2 0,-9 4 0,-7-4 0,3 4 0,-14 2 0,5 0 0,-4 0 0,-4 0 0,-4 0 622,-12 0 1,-5 6-623,-12 0 0,5 2 0,-11-3 0,-5 3 0,-4 5 0,-5-1 0,-3-1 0,6 6 0,0 1 0,0-1 0,8 0 0,0 6 0,4 0 0,13 6 0,4-5 0,13 3 0,10-4 0,5 6 0,5-8 0,10 2 0,7-4 0,7-2 0,12-8 0,3 5 0,12-8 0,6-3 0,-2-16 0,21-6 0,1-17 0,15-5 0,2 3 0,-39 16 0,0-2 0,0 1 0,0-1-153,0-1 1,-1 0 0,-2 0 0,0 0 152,2 2 0,-2 0 0,28-19 0,-14 10 0,-21 5 0,-7 10 0,-14 6 0,-13 7 0,-8-2 0,-8 2 0,-16 10 0,-7 5 0,-16 5 0,-1 1 0,-11 2 0,0 4-70,-4-4 1,-8 6 0,-1-6 69,-2 4 0,5-4 0,-2 4 0,6-4 0,6-2 0,12-7 0,5 3 0,10-5 595,3 1-595,18-5 0,-8-4 0,13 6 0,-7-4 0</inkml:trace>
  <inkml:trace contextRef="#ctx0" brushRef="#br0" timeOffset="1">7451 7066 8912,'-17'0'0,"6"0"0,-1 0 0,6 0 0,-3 2 0,1 4 0,3-4 0,5 19 0,0-4 0,1 12 0,3 1 0,4 9 0,0 6 0,-1 5 0,7 2 0,-13-1 0,5 1 0,-4-3 0,-2-3 0,-2 2 0,-2-10 0,-1-5 0,-9-6 0,5-18 0,-8-1 0,-1-8 0</inkml:trace>
  <inkml:trace contextRef="#ctx0" brushRef="#br0" timeOffset="2">7296 7084 8912,'10'-18'0,"-4"1"0,-4 0 0,0 0 0,3 0 0,-1 5 0,8 1 0,-1 7 0,6-2 0,1 4 0,1 2 0,4 0 0,-2 0 0,5 2 0,-1 4 0,-2 3 0,-6 14 0,-1 0 0,-5-2 0,-3 6 0,-8-6 0,0 8 0,-8-3 0,-3 3 0,-7 2 0,-3-8 0,-1-2 0,-1 5 0,5-8 0,1 1 0,0-6 0,-8-9 0,-2 3 0</inkml:trace>
  <inkml:trace contextRef="#ctx0" brushRef="#br0" timeOffset="3">7727 7084 8912,'-18'9'0,"1"4"0,0-7 0,6 6 0,-1-7 0,8 9 0,-1-3 0,3 5 0,2 1 0,0 0 0,0 0 0,2 0 0,3 1 0,-3-9 0,14 6 0,-7-13 0,8 4 0,-5-4 0,-1-2 0,-7-2 0,2-4 0,-2-3 0,1-8 0,-3-1 0,6 1 0,-8 0 0,0 0 0,0 0 0,0 7 0,0 0 0,0 5 0,0 3 0,6-8 0,-1 5 0,9 3 0,-5-6 0,9 10 0,-1 4 0,0-3 0,0 9 0,0 1 0,1 3 0,-1 1 0,-6 0 0,1 2 0,1 4 0,-5-4 0,-1 6 0,-1-8 0,0 0 0,0-7 0,-6-3 0,0-7 0,0-13 0,0-4 0,0-6 0,0 0 0,5-2 0,1-3 0,7-5 0,-1 4 0,3 5 0,2 1 0,-5 4 0,-1 1 0,9 1 0,6 8 0,1 1 0,-4 8 0,-4 8 0,-2 3 0,-7-1 0,-4 1 0,1-5 0,-1 5 0,0-5 0,-6 5 0,0-7 0,0 6 0,0-4 0,0-4 0,0 13 0,-2-13 0,-4 3 0,2 5 0,-7 1 0,7-3 0,-9 7 0,7-3 0,0-3 0,6 3 0,-8-8 0,7 11 0,-7-5 0,8-1 0,0-1 0,8-8 0,3 0 0,4 0 0,3 0 0,-1 0 0,0 0 0,0 0 0,0 0 0,1-2 0,-1-4 0,0-3 0,0-1 0,0-5 0,1 5 0</inkml:trace>
  <inkml:trace contextRef="#ctx0" brushRef="#br0" timeOffset="4">8536 7118 8912,'1'17'0,"5"0"0,-4 2 0,4 4 0,-4-4 0,-2 14 0,2-6 0,1 1 0,3-1 0,-2-2 0,-2-2 0,-2-6 0,0-7 0,0 5 0,0-13 0,0-2 0,0-12 0,0-9 0,0-2 0,0-7 0,0 1 0,2 2 0,4-1 0,-5 7 0,5-2 0,-4 4 0,6-6 0,-4 12 0,7-5 0,1 13 0,5-1 0,-6 4 0,1 2 0,-1 0 0,1 10 0,-3 5 0,-1 6 0,3 4 0,-5-2 0,6-4 0,-7 4 0,3-4 0,-4-2 0,1 0 0,1 0 0,-6-7 0,0-3 0,0-7 0,2-1 0,2-5 0,2-6 0,5-3 0,-5-2 0,7-8 0,-3 6 0,7-4 0,-5 6 0,-1 5 0,-5 5 0,5 5 0,3-4 0,-5 4 0,3-4 0,1 5 0,2 1 0,3 7 0,-7-3 0,0 7 0,3 3 0,1-7 0,2 1 0,1-8 0,-1 6 0,0 0 0,6-1 0,0-5 0,0 0 0,-8-2 0,-3-3 0,3 3 0,-6-14 0,1 7 0,-4-8 0,-4 7 0,-4-3 0,-4 5 0,-5-1 0,3 5 0,-7-4 0,3 8 0,-3 0 0,-2 8 0,1 1 0,3 9 0,1-1 0,7 0 0,-5 0 0,2 0 0,5 1 0,1-1 0,9-6 0,7-1 0,7-3 0,6-1 0,7-6 0,0 0 0,1 0 0,7 0 0,-6-8 0,4-5 0,-3-8 0,-3 2 0,-7-14 0,5 7 0,-5-9 0</inkml:trace>
  <inkml:trace contextRef="#ctx0" brushRef="#br0" timeOffset="5">9534 6757 8912,'-12'2'0,"1"4"0,5-3 0,-6 9 0,7-6 0,-7 5 0,8 0 0,-9 9 0,5 3 0,-1 5 0,5-3 0,-4 13 0,8-3 0,0 5 0,0 0 0,0-4 0,0 4 0,2-3 0,4-3 0,-2 0 0,7 1 0,-1-14 0,1-4 0,5-4 0,-7-3 0,8-4 0,-5-5 0,-1-2 0,3-5 0,-7-4 0,9-13 0,-7 0 0,1 2 0,5-5 0,-11 5 0,5-8 0,-1-2 0,-2 7 0,-4-1 0,2 8 0,1-1 0,1 1 0,-6 6 0,0-1 0,0 8 0,0-1 0,0 12 0,0 11 0,0-1 0,-6 9 0,1-3 0,1 6 0,2-4 0,2 5 0,0-7 0,6 6 0,-1-6 0,9 0 0,-3-6 0,4-7 0,3-5 0,-1-3 0,0-2 0,0 0 0,6-7 0,0-5 0,-2-3 0,-2-2 0,-1-2 0,-1-2 0,0-2 0,-2 0 0,-3 6 0,1-1 0,-7 1 0,0 8 0,1-7 0,-5 14 0,6-5 0,-8 14 0,0 5 0,0-3 0,0 3 0,6-6 0,1 3 0,3-1 0,1-2 0,6-5 0,1 3 0,-1 2 0,0 0 0,-5-6 0,-1 0 0,0 0 0,7 0 0,-9 0 0,-1 2 0,-6 1 0,4 3 0,-5 0 0,7-4 0,-8 4 0,0-5 0,0 7 0,0-6 0,0 4 0,0-4 0,0 13 0,-2-13 0,-4 4 0,-3-4 0,-8-2 0</inkml:trace>
  <inkml:trace contextRef="#ctx0" brushRef="#br0" timeOffset="6">9413 7170 8912,'-38'0'0,"5"0"0,7 0 0,10 0 0,20-2 0,19-4 0,12-11 0,26-4 0,8-8 0,15-5 0,-36 14 0,1 0 0,4-1 0,1 1 0,1 3 0,-1 2-132,0 1 1,-1-1 0,0-4-1,-1-2 1,0 3 0,0 0-1</inkml:trace>
  <inkml:trace contextRef="#ctx0" brushRef="#br0" timeOffset="7">14042 10471 8912,'-2'9'0,"-3"-3"0,-7-4 0,5-2 0,-3 0 0,4 0 0,4 0 0,-5 0 0,7 0 0,0 0 0,5 2 0,1 3 0,0 5 0,-6 7 0,0 0 0,0 1 0,0 1 0,0 2 0,0 4 0,0 1 0,0 3 0,0 5 0,0 1 0,0 5 0,0 0 0,0 8 0,-2-4 0,-4 0 0,2 11 0,-7-3 0,5 9 0,-5-4 0,7 0 0,-11-5 0,5 1 0,0 5 0,-5-5 0,8 1 0,-7-10 0,3-2 0,7 0 0,-2-2 0,-2-10 0,3 5 0,-1 3 0,4-2 0,-4 4 0,4-3 0,-3-3 0,1 2 0,-2 4 0,4-3 0,-4 3 0,-1-4 0,1-1 0,0-1 0,6 0 0,0 1 0,0-1 0,0-1 0,0-5 0,0 5 0,0-5 0,0 5 0,0 1 0,0 1 0,0-1 0,0 2 0,0 4 0,0-3 0,0 3 0,0-4 0,0-1 0,0-1 0,0 0 0,0 1 0,2-1 0,2 0 0,2-1 0,-2-4 0,-2 3 0,3-11 0,1 8 0,0-8 0,-4 2 0,3-4 0,-3-2 0,4 0 0,-2 0 0,2 1 0,-4-9 0,5 6 0,-1-11 0,0 8 0,-1-9 0,1 7 0,0-4 0,7-4 0,-9 11 0,8-7 0,1-2 0,-4-1 0,3 3 0,-1-4 0,7 4 0,1 1 0,4-1 0,-2 2 0,7-2 0,-1-3 0,6 7 0,-1-2 0,5-5 0,7 7 0,-4 1 0,13-1 0,-1 1 0,3-5 0,-3 6 0,0-7 0,-1 5 0,1-1 0,-1 1 0,-7-6 0,6 3 0,-4-7 0,4 0 0,1 0 0,1 0 0,0 0 0,-1 0 0,7-1 0,-1-5 0,8 2 0,-2-8 0,-4 3 0,-1-3 0,-5 3 0,-1 3 0,-1 4 0,1-3 0,7 3 0,4 2 0,4 0 0,2 0 0,0 0 0,0 0 0,-8 0 0,-4 0 0,-3 0 0,-2 0 0,7 0 0,-6 0 0,5 0 0,-3 0 0,1 0 0,1 0 0,8-8 0,-11 6 0,3-4 0,-3 4 0,-3 2 0,-5 0 0,-2 0 0,-2 0 0,6 0 0,-10 0 0,8 0 0,2 0 0,9 0 0,2-1 0,6-3 0,-1-2 0,-7-2 0,6 3 0,-8 1 0,3-8 0,-5 3 0,-1-3 0,0-1 0,-1 7 0,9-7 0,-1 9 0,4-6 0,-6 3 0,-3 1 0,-3 6 0,1 0 0,-8 0 0,-4 0 0,2 0 0,0 0 0,2 0 0,2 0 0,6 0 0,-1 0 0,1 0 0,3 0 0,9 0 0,-9-2 0,8-4 0,-7 5 0,-5-5 0,1 4 0,-1 2 0,1 0 0,-8 0 0,-4 0 0,-2 0 0,3 0 0,3 0 0,7-2 0,1-4 0,-2 4 0,-5-3 0,5-3 0,-4 2 0,4 1 0,-6-1 0,-4-2 0,-4-1 0,6 5 0,-5-6 0,3 6 0,-4-1 0,-3-7 0,-5 6 0,7-1 0,-1 1 0,1 4 0,7-7 0,-8 5 0,0-2 0,-3-2 0,3 3 0,-9 1 0,10-8 0,-7 9 0,1-3 0,4-2 0,-5 3 0,-3-9 0,8 10 0,-7-5 0,1 1 0,6 2 0,-5 6 0,5-5 0,1-1 0,1 0 0,-1 6 0,1 0 0,-1 0 0,0 0 0,1 0 0,-1 0 0,1 0 0,1-6 0,4 1 0,-9-1 0,3 6 0,-11 0 0,2 0 0,0 0 0,-6-6 0,4 1 0,-4-1 0,-2 6 0,0 0 0,1 0 0,-1-6 0,0 0 0,-6 1 0,1 5 0,-6 0 0,5 0 0,-7 0 0,11 0 0,-11-6 0,8 0 0,-9 0 0,5-1 0,-6 5 0,2-6 0,2 1 0,-1-3 0,3-7 0,0 0 0,5-1 0,-2 1 0,1 0 0,5-2 0,0-2 0,1-2 0,-1-8 0,0 10 0,0-7 0,0-3 0,1-1 0,-1-3 0,-6 1 0,1 0 0,-8-7 0,1 1 0,-3-7 0,-4 10 0,-3-3 0,1-2 0,-6 0 0,2-2 0,3 6 0,5-10 0,0 6 0,0-2 0,0 0 0,0-2 0,0-3 0,0 3 0,0-4 0,0 4 0,0 3 0,0 0 0,0-12 0,0 15 0,0-12 0,0 3 0,-8 5 0,-3-2 0,-5-6 0,-1-5 0,0 0 0,0 5 0,-8-1 0,-4-5 0,-3-1 0,-3-4 0,7 10 0,-1 7 0,8 0 0,-10 2 0,8 4 0,2 4 0,2 1 0,2 3 0,0 1 0,0 2 0,-1 1 0,1-7 0,-6 1 0,0 0 0,-7-1 0,-5 1 0,-13-1 0,-7 1 0,-6 0 0,-18 1 0,-5 5-235,-6 5 0,2-2 235,14 2 0,3 0 0,19 6 0,-3 7 0,9-3 0,-9 5 0,-3-1 0,1 3 0,5-6 0,-5 7 0,0-7 0,-6 7 0,5-7 0,-9 8 0,-2-1 0,-9 1-238,-14-2 0,39 5 1,-1 0 237,-3-2 0,-1 0 0,3 2 0,1 0 0,-43 1 0,13 0 0,-2 0 0,9 0 0,-1 2 0,1 2 0,5 2 0,-1 0 0,-1-6 0,10 0 0,-10 2 0,11 1 0,-4 3 7,-2 0 1,-19-4-8,-4 3 0,38-4 0,-1 0 0,4 3 0,1 0 0,0 0 0,0 0 0,-45-2 0,11 5 0,5-7 0,11 0 0,-1 0 0,13 0 0,-7 0-18,-2 0 0,6 0 18,1 0 0,11 0 356,1 0 0,-8 0-356,-9 0 0,-4 0 0,-2 0 0,-9 0-236,-8 0 0,0-6 236,-6 1 0,14-1 0,9 6 0,2 0 215,10 0 0,-1 0-215,7 0 0,-3-2 13,-3-4 0,1 4 0,-7-5-13,-2-1 0,-7 6 0,-1-3 0,6 3 0,-2-6 0,8 6 0,-8-4 0,-4 4 0,5 2 0,-3 0 0,13 0 0,7 6 0,7 0 0,2-2 0,2 3 0,5-1 0,7 7 247,-1-1 1,0-3-248,-5 3 0,7-1 0,-5 7 0,3-1 0,-4 0 0,5 0 0,1 0 0,2 1 0,4-1 0,2 0 0,7 2 0,1 4 0,-1-4 0,-3 4 0,4-4 0,-3 4 0,9 0 0,-9 2 0,3-2 0,1-2 0,-1 7 0,-1 1 0,1 5 0,1 3 0,3 1 0,3 2 0,2 2 0,2-2 0,0-4 0,0 7 0,0-1 0,7-14 0,-3 12 0,10-9 0,5 7 0,-2-2 0,21 20 0,-3-5 0,3 5 0,-4-5 0</inkml:trace>
  <inkml:trace contextRef="#ctx0" brushRef="#br0" timeOffset="8">20995 9800 8912,'-29'10'0,"2"-5"0,0-3 0,3-2 0,-1 0 0,4 0 0,1 0 0,3 0 0,8 0 0,16-7 0,16-3 0,21-7 0,8 0 0,17-2 0,3-6 0,9-8 0,7-5 0,-40 15 0,1-2 0,0 3 0,0-2-149,5-4 0,1-1 1,3 1-1,2 1 1,3-4-1,0 1 149,0-1 0,-1 2 0,-9 4 0,-1 3 0,38-13 0,-19 12 0,-18 10 0,-17 5 0,-13 8 0,-11 0 0,-5 0 0,-14 8 0,-5 3 0,-3 5 0,-8 3 0,0 2 0,2 2 0,2 0 0,2-8 0,0-2 892,-1-1-892,9-8 0,-7 3 0,9-9 0,-5-3 0,-11-5 0,4-7 0</inkml:trace>
  <inkml:trace contextRef="#ctx0" brushRef="#br0" timeOffset="9">22027 9026 8912,'-8'-17'0,"7"0"0,-5 0 0,4 0 0,2-1 0,0 1 0,2 2 0,4 3 0,-3-1 0,11 7 0,5 3 0,-2 4 0,8 9 0,0 11 0,3 10 0,-3-1 0,10 20 0,-1-4 0,-5 1 0,5-1 0,-5 2 0,2-8 0,-3-2 0,-7 6 0,2-9 0,-11-1 0,-5 0 0,-7-5 0,-9 4 0,-8 1 0,-10 0 0,-6-7 0,-9-10 0,-2-9 0,-7-8 0</inkml:trace>
  <inkml:trace contextRef="#ctx0" brushRef="#br0" timeOffset="10">23163 8992 8912,'9'-19'0,"-3"-2"0,-4-4 0,-4 0 0,-4 0 0,-5 4 0,-4 2 0,-1 8 0,3 1 0,2 3 0,-1 1 0,-5 10 0,0 7 0,7 4 0,4 20 0,4 7 0,2 6 0,0 5 0,0 4 0,0 5 0,0-1 0,2 6 0,4-4 0,6 3 0,-5-4 0,8 3 0,-5-8 0,0-2 0,5-1 0,-7-5 0,3-3 0,-5-6 0,-4-3 0,-4-12 0,-4-8 0,-11 0 0,-10-8 0</inkml:trace>
  <inkml:trace contextRef="#ctx0" brushRef="#br0" timeOffset="11">22922 9594 8912,'0'17'0,"0"-6"0,0 1 0,0-8 0,0 3 0,0-7 0,8-2 0,5-3 0,8-7 0,0-3 0,6-2 0,-2 0 0,5-8 0,-3-2 0,7-7 0</inkml:trace>
  <inkml:trace contextRef="#ctx0" brushRef="#br0" timeOffset="12">23421 9439 8912,'-8'10'0,"6"-3"0,-5 1 0,7 1 0,0 9 0,7-1 0,5 0 0,3 0 0,2 0 0,-5 6 0,-1 0 0,-5 6 0,6-6 0,-9 5 0,3-5 0,-4 6 0,-2-6 0,0 0 0,0-6 0,-2-7 0,-4-5 0,4-12 0,-3-10 0,3-6 0,2-6 0,0-4 0,0 5 0,6-3 0,-1 3 0,9 1 0,-5 6 0,3-2 0,-1 4 0,3 5 0,1-1 0,2 11 0,0-7 0,1 7 0,-1-2 0,-2 6 0,-4 6 0,5-4 0,-14 13 0,3-3 0,-3 3 0,-2 10 0,0-4 0,0 8 0,0-3 0,0 3 0,0 3 0,0-5 0,0 0 0,0 5 0,0-13 0,0 4 0,2-5 0,4-7 0,4-3 0,7-8 0,0 0 0,0 0 0,6-16 0,2-5 0,2-3 0,-6-9 0,4 6 0,-10-7 0,-4 0 0,5 7 0,-14-4 0,3 8 0,-3 2 0,-2 2 0,-7 10 0,-5 3 0,-3 4 0,-2 2 0,-2 2 0,-3 2 0,0 1 0,-1 9 0,13-12 0,-5 13 0,5-5 0</inkml:trace>
  <inkml:trace contextRef="#ctx0" brushRef="#br0" timeOffset="13">24264 9542 8912,'-17'0'0,"7"-2"0,5-3 0,-5 3 0,8-6 0,-3 8 0,10 0 0,7 0 0,-5 8 0,9-3 0,-5 11 0,4 3 0,-5 2 0,3-2 0,-5 2 0,2 2 0,-7 0 0,5 0 0,-8 0 0,0-2 0,0-2 0,6-8 0,0 1 0,-1-1 0,-5-1 0,0-5 0,0-10 0,0-7 0,0-5 0,0-8 0,0-9 0,0-1 0,2-9 0,4 4 0,2 6 0,3 0 0,4 1 0,-3 10 0,1 2 0,-1 2 0,3 9 0,-4 5 0,5 3 0,1 2 0,0 9 0,-2 9 0,-3 8 0,-4 7 0,-7 1 0,5 1 0,-4-7 0,4 1 0,-4-8 0,-2 2 0,0-4 0,0-2 0,0-7 0,2-5 0,2-10 0,3-9 0,3-7 0,1-5 0,8-15 0,2 1 0,2 2 0,0-6 0,-4 14 0,4-5 0,-4 12 0,4 0 0,-4 6 0,-1 6 0,-1 5 0,0 4 0,-2 12 0,-3 7 0,-4 10 0,-1 5 0,-5 2 0,4 1 0,1-1 0,-1 1 0,6-1 0,-5-2 0,3-3 0,1-4 0,7-8 0,-1 0 0,0-7 0,0-2 0,0-8 0</inkml:trace>
  <inkml:trace contextRef="#ctx0" brushRef="#br0" timeOffset="14">25624 9147 8912,'-16'-17'0,"3"-1"0,2 1 0,7 8 0,-4 3 0,8 14 0,0 9 0,0 9 0,0 7 0,8 3 0,1 2 0,1 3 0,5 14 0,-5-15 0,7 12 0,-2-5 0,-3 5 0,1-6 0,-7 0 0,5-2 0,-5 1 0,0-2 0,-6-9 0,0 0 0,0-7 0,-2-4 0,-4-10 0,-5-1 0,-3-10 0,3-2 0,-5-8 0,5-9 0,-4-8 0,-2-2 0,1-9 0,5-4 0,-5-4 0,13-8 0,-7 1 0,2-1 0,3 1 0,-1-1 0,0 0 0,2 1 0,2 7 0,2 2 0,2 8 0,4-1 0,-4 1 0,13 13 0,-3 5 0,3 7 0,2 3 0,1 6 0,-1 2 0,0 4 0,0 3 0,0 9 0,1-1 0,-1 0 0,0 0 0,0 0 0,-5 6 0,-1 0 0,3-2 0,-7 4 0,-1-2 0,-2 2 0,1-2 0,-3-2 0,4 7 0,-6-5 0,-4 4 0,-1-2 0,-7-2 0,6-6 0,-7 0 0,3-2 0,-7-3 0,8-4 0,-1-8 0,6-2 0,-2-4 0,1-4 0,7-13 0,3 1 0,-1-7 0,8 6 0,-7-6 0,7 6 0,1 2 0,3 2 0,-5 2 0,1 0 0,1 0 0,2-1 0,2 7 0,3 1 0,2 3 0,0 1 0,6 6 0,-5 0 0,6 0 0,-8 0 0,4 8 0,-6 3 0,4 4 0,-12 3 0,12-1 0,-13 0 0,-1 0 0,-1-7 0,-8 5 0,0-3 0,0-3 0,0 3 0,0-9 0,0 5 0,-6-10 0,1-4 0,1-5 0,2-4 0,2-3 0,0 1 0,2 6 0,3-1 0,-1 3 0,8-3 0,-3 3 0,5 5 0,-3-2 0,1 0 0,5 6 0,0 0 0,0 0 0,0-7 0,1 5 0,-1-4 0,0 4 0,8 2 0,-6-5 0,4-1 0,-4-6 0,-2 7 0,-5-7 0,-3 5 0,-1-3 0,-2-1 0,-8-1 0,-4 1 0,-3 7 0,-9-4 0,1 8 0,0 0 0,-8 8 0,6-4 0,-6 7 0,0 2 0,14 3 0,-12 3 0,13 2 0,1 2 0,-7 0 0,14-6 0,-1 0 0,6 0 0,7 0 0,7 1 0,8-9 0,4-3 0,3-4 0,3-2 0,5 0 0,0 0 0,-2 0 0,-3-8 0,-7-3 0,3-10 0,-8-2 0,0 0 0,-6 6 0</inkml:trace>
  <inkml:trace contextRef="#ctx0" brushRef="#br0" timeOffset="15">26622 9198 8912,'0'-17'0,"0"6"0,0-1 0,0 1 0,0-6 0,-2 5 0,-4 1 0,4 7 0,-3-2 0,10 12 0,-1 3 0,8 9 0,-1-1 0,6 0 0,-5-2 0,-1-1 0,3-3 0,1-7 0,2 9 0,0-7 0,0-2 0,1-2 0,-1-2 0,0 0 0,0-8 0,1-3 0,-7-5 0,-1-1 0,-3 0 0,7 0 0,-11 0 0,7-1 0,-2 1 0,5 0 0,-3 2 0,7 3 0,-6 3 0,1 3 0,-7 4 0,7-4 0,-8 4 0,11 2 0,-3 0 0,-5 0 0,8 0 0,-13 0 0,6 8 0,-6 2 0,4 7 0,-4 0 0,5-6 0,-7 1 0,6-1 0,0 7 0,1-1 0,-1 0 0,-4-8 0,6 7 0,-8-5 0,0-3 0,0 7 0,0-13 0,0 6 0</inkml:trace>
  <inkml:trace contextRef="#ctx0" brushRef="#br0" timeOffset="16">27035 8958 8912,'0'-27'0,"-2"0"0,-4 4 0,4 2 0,-3-7 0,3 12 0,2-1 0,0 4 0,2-3 0,3 5 0,5 3 0,9 8 0,4 0 0,-4 8 0,12-6 0,-8 6 0,-2-1 0,5-5 0,1 6 0</inkml:trace>
  <inkml:trace contextRef="#ctx0" brushRef="#br0" timeOffset="17">27586 8906 8912,'-35'34'0,"-1"-9"0,-4-8 0,3 1 0,-3-9 0,11 8 0,6 1 0,12-1 0,1-6 0,7 1 0,-3 1 0,0 2 0,12-3 0,2-3 0,1-1 0,3 5 0,11-11 0,-1 4 0,0-4 0,-3-2 0,-2 0 0,0-8 0,0-1 0,-5-8 0,-1-1 0,-7 1 0,4-6 0,-8 0 0,0 2 0,0 2 0,-2 2 0,-2 0 0,-2 0 0,-7 7 0,11-5 0,-6 3 0,1-3 0,5-2 0,-14 0 0,7-1 0</inkml:trace>
  <inkml:trace contextRef="#ctx0" brushRef="#br0" timeOffset="18">27689 8837 8912,'11'-2'0,"1"-3"0,-8 3 0,3-14 0,-7 15 0,0-7 0,2 10 0,4 4 0,-4 3 0,3 8 0,-3 0 0,4 3 0,0 2 0,2-2 0,-3 3 0,-1-10 0,6-2 0,-3 3 0,7-7 0,-11 1 0,9-8 0,1 0 0,-5 0 0,7-8 0,-5-3 0,-1-4 0,7-10 0,-9 4 0,7-8 0,-3-1 0,-7 5 0,6-2 0,-5 4 0,-3 4 0,4-4 0,-4 12 0,-2 11 0,2 11 0,4 4 0,-5 10 0,7 0 0,-6 4 0,4-6 0,-2 1 0,7-1 0,1-2 0,5-9 0,-8 3 0,7-13 0,-5 4 0,4-4 0,3-2 0,-1-14 0,0-3 0,0-2 0,0-8 0,1 0 0,-1-7 0,0 0 0,-2-6 0,-3-1 0,3 7 0,-3 5 0,-3 3 0,3-3 0,-9 10 0,3 7 0,-4 9 0,0 3 0,4 11 0,-4 4 0,11 10 0,-5 2 0,1 0 0,-5 5 0,9-5 0,-5 7 0,2 1 0,-7-9 0,11 5 0,-8-6 0,-3 2 0,-1-6 0,-9 5 0,-7-7 0,-7-1 0,2 3 0,-13-12 0,3 6 0,-4-3 0,-1 3 0,0-13 0,1 4 0,4-4 0,3-2 0,3 0 0,9-2 0,-3-4 0,4-11 0,-4-10 0</inkml:trace>
  <inkml:trace contextRef="#ctx0" brushRef="#br0" timeOffset="19">29100 8442 8912,'-17'0'0,"-1"-8"0,-4 4 0,-1-7 0,-6 7 0,6-2 0,-8 4 0,3 2 0,3 0 0,2 0 0,-2 8 0,2 4 0,6 5 0,7 4 0,3 2 0,1 7 0,8-9 0,4 6 0,5-2 0,4-2 0,4-6 0,4 0 0,6 0 0,-4 1 0,7-1 0,-5 0 0,0 0 0,5-7 0,-10 3 0,4-5 0,-1 1 0,-2 3 0,-8-1 0,-1 1 0,-3 1 0,-7 2 0,-4-3 0,-13-1 0,-8 3 0,-6 1 0,-9 4 0,-3 0 0,-1-2 0,0 4 0,6-11 0,-1 5 0,1-3 0,7-5 0,-4-7 0,10-2 0,6-3 0,5-13 0,3-8 0,-3-9 0</inkml:trace>
  <inkml:trace contextRef="#ctx0" brushRef="#br0" timeOffset="20">29375 8132 8912,'-9'-17'0,"-5"6"0,9-1 0,-9 8 0,12-5 0,-4 3 0,5 14 0,2 5 0,5 18 0,-4 11 0,12 11 0,-9 5 0,1-3 0,-6 8 0,6-2 0,-1 2 0,-1-6 0,-2-3 0,4-12 0,0-8 0,-2-9 0,-3-6 0,7-1 0,2-17 0,7-6 0,0-11 0,0-7 0,0-3 0,1-3 0,-1 0 0,0-1 0,0-1 0,-1 3 0,-3 5 0,-2 4 0,-7 9 0,4 1 0,-8 3 0,0 12 0,0-1 0,0 9 0,0 3 0,-8 0 0,6 6 0,-5 2 0,-1 1 0,6-4 0,-5 2 0,7-6 0,0-1 0,0-6 0,1-1 0,5-3 0,-4-1 0,13-6 0,-13-15 0,6-4 0</inkml:trace>
  <inkml:trace contextRef="#ctx0" brushRef="#br0" timeOffset="21">29599 8270 8912,'-12'-19'0,"1"-4"0,5 4 0,-5-4 0,5 4 0,-5 2 0,7-1 0,-4 9 0,8 1 0,0 8 0,10 2 0,7 4 0,10 5 0,5 5 0,3 1 0,14 8 0,5 1 0</inkml:trace>
  <inkml:trace contextRef="#ctx0" brushRef="#br0" timeOffset="22">30132 8407 8912,'-34'0'0,"0"-7"0,-1-5 0,8-3 0,4-2 0,4 0 0,-4 7 0,0 4 0,0 4 0,6 4 0,0 4 0,0 11 0,0 12 0,-1 3 0,7 9 0,1-1 0,3-2 0,1-2 0,6-3 0,0-5 0,0-5 0,8-4 0,1-9 0,8-4 0,1-4 0,-1-2 0,6-10 0,2-5 0,1-6 0,3-10 0,0-1 0,-1-10 0,3-2 0,-6-2 0,5-6 0,-7 1 0,-2-1 0,6-7 0,-8-2 0,4-6 0,-4 4 0,-9 4 0,-4 9 0,-4 6 0,-2 10 0,0 15 0,-2 11 0,-4 10 0,-5 4 0,-5 11 0,-3 11 0,-2 12 0,-2 6 0,0 12 0,12 3 0,-1 6 0,-1-4 0,5 4 0,1-14 0,7 4 0,7-9 0,7-6 0,7-6 0,9-9 0,8-6 0,6-11 0,10-5 0,1-12 0,3-10 0,7-1 0,-6-16 0,4 2 0,-5-7 0,-5-1 0,-17 6 0,-7-1 0,-8 1 0,-11-8 0,-3 6 0,-9-4 0,-3 3 0,-13 11 0,-12 5 0,-6 7 0,-5 8 0,-6 5 0,8 16 0,-5 8 0,2 7 0,10 5 0,1 1 0,8 2 0,2 2 0,10 0 0,3-3 0,8 3 0,15-4 0,8 4 0,16-5 0,8-7 0,9-5 0,3-4 0,4-3 0,-5-5 0,-5-5 0,-9-4 0,-9-2 0,-13 0 0,-10-8 0,-4-9 0,-8-10 0</inkml:trace>
  <inkml:trace contextRef="#ctx0" brushRef="#br0" timeOffset="23">24109 10453 8912,'-17'16'0,"0"-3"0,0-3 0,0-3 0,-1-3 0,1 0 0,0 2 0,7-4 0,5 5 0,10-7 0,7 0 0,13-6 0,7-1 0,8-3 0,4-3 0,-4-2 0,6-3 0,2 1 0,2 0 0,-6 7 0,4-3 0,-6 7 0,0 3 0,0 1 0,2 4 0,-10 3 0,-3 7 0,-14 11 0,-7 5 0,-5 12 0,-3 6 0,-9 12 0,-11 1 0,-10 4 0,-5 4 0,-1-4 0,-1 2 0,3 0 0,3-2 0,2-14 0,8 1 0,0-6 0,4-6 0,1-9 0,5-12 0,1-9 0,8-8 0,0-2 0,2-6 0,4-9 0,-2-2 0,7-10 0,-7 1 0,2-7 0,-4 1 0,-2-8 0,0-2 0</inkml:trace>
  <inkml:trace contextRef="#ctx0" brushRef="#br0" timeOffset="24">23972 10436 8912,'-10'-7'0,"2"5"0,8-6 0,0 8 0,0 2 0,0 6 0,2 9 0,4 10 0,6 18 0,11 7 0,3 13 0,9 2 0,-1 5-81,8 11 1,-5-13 0,3 3 80,-4-8 0,-9-14 0,-2-12 0,-4-9 0,-4-7 0,-4-12 0,-5-3 0,-6-16 0,4-3 0,-10-4 0,-4-4 0,-1-4 0,3 4 0,-6-4 0,3-2 60,-3 2 0,-11-8 1,4 5-1</inkml:trace>
  <inkml:trace contextRef="#ctx0" brushRef="#br0" timeOffset="25">25004 11124 8912,'-9'-8'0,"1"5"0,8-9 0,0-1 0,0 3 0,0-1 0,-2 5 0,-4-6 0,-3 9 0,-8-3 0,-1 4 0,1 4 0,0 4 0,-2 5 0,-4 4 0,4 3 0,-8 6 0,6 5 0,-2 5 0,2 7 0,4-3 0,5 6 0,7-2 0,3 6 0,2-12 0,0 4 0,0-4 0,7-1 0,9-9 0,7-3 0,7-6 0,-1-5 0,3 1 0,3-7 0,-1-2 0,1-4 0,-3-6 0,-1-5 0,-3-5 0,1-1 0,-2 0 0,-4 0 0,2-6 0,-2 0 0,-1-6 0,-4 6 0,-7-7 0,-1 1 0,-3-3 0,5-3 0,-6 1 0,-1 0 0,-5-3 0,-2-1 0,-3-2 0,-7 0 0,-9 5 0,-2 3 0,2 3 0,-6 4 0,6 16 0,-5 3 0,1 4 0,2 2 0,0 0 0,0 2 0,2 4 0,2 3 0,7 3 0,1-1 0,5 1 0,-3 5 0,1 0 0,2-5 0,6-1 0,0 1 0,8-1 0,3 1 0,5-9 0,1 5 0</inkml:trace>
  <inkml:trace contextRef="#ctx0" brushRef="#br0" timeOffset="26">24763 11399 8912,'-11'0'0,"-1"0"0,7 0 0,-7 0 0,8 0 0,-11 0 0,13 0 0,2 0 0,12 0 0,5-2 0,6-4 0,3 3 0,9-9 0,1 1 0,4 1 0,-3-5 0,12 5 0,-3-9 0,4-2 0,2-2 0,-6 0 0,-1 6 0,-6 0 0,1 0 0,-6 0 0,-5-1 0,-12 9 0,-17 1 0,-4 8 0,-7 0 0,-1 2 0,-5 4 0,6-4 0,-1 3 0,6 3 0,-5-2 0,5 1 0,-5-1 0,7-4 0,-6 6 0,5-8 0,3 2 0,-4 3 0,4-3 0,2 6 0,-8 0 0,-1 1 0</inkml:trace>
  <inkml:trace contextRef="#ctx0" brushRef="#br0" timeOffset="27">25710 10299 8912,'0'-12'0,"-2"1"0,-4-3 0,4-1 0,-4-2 0,5 0 0,1 0 0,0-1 0,0 9 0,0 1 0,0 8 0,0 8 0,0 7 0,0 8 0,0 13 0,0 1 0,0 5 0,0 11 0,0 8 0,0 2 0,0 0 0,0 0 0,-2-2 0,-4-3 0,4 1 0,-4-2 0,4-9 0,2-12 0,0-5 0,0-10 0,0 2 0,8-12 0,-6-3 0,7-8 0,-3 0 0,-2-6 0,7 1 0,1-9 0,7 7 0,2-7 0,2 5 0,-2 1 0,-2-5 0,6 9 0,4-8 0,3-1 0,3 5 0,1-5 0,2 5 0,2-1 0,1 5 0,-3-9 0,-2 5 0,-3-2 0,-10 7 0,1-5 0,-6 8 0,-9 0 0,-1 0 0,-8 0 0,-8 0 0,4 0 0,-7 0 0,7 0 0,-4 0 0,8 0 0,0 0 0,-7 0 0,5 0 0,-6 0 0,8 0 0,0 0 0,-7 0 0,5 2 0,-4 4 0,4-5 0,2 7 0,-8-8 0,-1 0 0</inkml:trace>
  <inkml:trace contextRef="#ctx0" brushRef="#br0" timeOffset="28">26846 9886 8912,'11'0'0,"0"-2"0,3-4 0,-5 3 0,3-9 0,-8 1 0,3-7 0,-7 1 0,0 8 0,-2-1 0,-3 4 0,1 5 0,-8-5 0,-1 4 0,-2 2 0,-2 0 0,-8 0 0,6 2 0,-4 4 0,-2-3 0,2 9 0,-6 5 0,6 6 0,-6 8 0,5-1 0,-3 8 0,-2 14 0,2 9 0,4 10 0,4 3 0,2 12 0,2 4 0,3 5 0,7-3 0,3-10 0,2-11 0,7-10 0,5-15 0,9-4 0,4-6 0,2-9 0,3-6 0,-3-4 0,2 0 0,-1 1 0,5-9 0,-5-3 0,-5-4 0,-4-2 0,-1 0 0,5-2 0,0-4 0,-6 2 0,-6-7 0,-7 5 0,2-5 0,3 7 0,-7-4 0,6 1 0,-16 5 0,-1-6 0,-1 0 0,-5 6 0,13-5 0,-11 5 0,7-4 0,-8-3 0,5-9 0</inkml:trace>
  <inkml:trace contextRef="#ctx0" brushRef="#br0" timeOffset="29">27379 10058 8912,'0'-11'0,"0"-1"0,-8 8 0,-1-3 0,-8 7 0,5 2 0,1 3 0,-1 7 0,1 5 0,-1 6 0,1 4 0,-6 9 0,-1 2 0,1 2 0,2 8 0,1 0 0,3 7 0,7-7 0,-2 2 0,4-7 0,4-4 0,4-11 0,6-5 0,3-4 0,8-3 0,2-5 0,1-5 0,5-4 0,2-2 0,1-8 0,2-3 0,4-5 0,-3-3 0,3-2 0,-4-2 0,-3-7 0,-5 1 0,3 2 0,-8-1 0,-2-3 0,-2 4 0,-4-1 0,-3-3 0,-6-1 0,-4-3 0,-2-1 0,0-4 0,-8 4 0,-4-5 0,-3 5 0,-4 2 0,-4-1 0,4 9 0,-6 1 0,6 10 0,-4 3 0,2 3 0,-6 5 0,2-2 0,4 2 0,0 10 0,0 5 0,-2 5 0,2 1 0,10 8 0,-3-6 0,9 4 0,1-4 0,2-2 0,2 0 0,2 0 0,4 1 0,-3-9 0,9-3 0,-8 3 0,3 1 0</inkml:trace>
  <inkml:trace contextRef="#ctx0" brushRef="#br0" timeOffset="30">27207 10436 8912,'-8'16'0,"-1"-3"0,-1-2 0,-5-1 0,3 1 0,-1-1 0,0-6 0,1 1 0,8 1 0,-11-6 0,13 0 0,-6 0 0,8-7 0,8 3 0,4-8 0,3 7 0,2-7 0,6 6 0,0-5 0,15-1 0,-9-5 0,11 0 0,-2 0 0,2 0 0,-3-1 0,3 1 0,-4 0 0,-1 8 0,-3-5 0,-3 8 0,-6 3 0,-4-7 0,-10 8 0,-1-6 0,-8 8 0,0 0 0,-8 0 0,5 6 0,-9 0 0,8 7 0,-11-11 0,4 4 0,-5 4 0,-1-1 0</inkml:trace>
  <inkml:trace contextRef="#ctx0" brushRef="#br0" timeOffset="31">19136 12052 8912,'12'0'0,"-1"0"0,-7 0 0,3 0 0,-7-7 0,0 5 0,0-6 0,0 1 0,0 5 0,0-6 0,0 10 0,0 4 0,0 3 0,0 8 0,-5 6 0,-1 0 0,0 8 0,1 1 0,-1 10 0,2 2 0,2 0 0,2 2 0,0 2 0,0-8 0,2 0 0,4-6 0,-2-7 0,7-4 0,0-6 0,7-5 0,5-7 0,0-10 0,0 1 0,-6-8 0,6-5 0,0-6 0,0 0 0,-14 6 0,-3 0 0,-4 0 0,-4 0 0,-4-1 0,-3 1 0,-9 0 0</inkml:trace>
  <inkml:trace contextRef="#ctx0" brushRef="#br0" timeOffset="32">19136 12345 8912,'-17'17'0,"2"-6"0,3 1 0,-3-8 0,3 1 0,-3-3 0,5-2 0,3 0 0,28-2 0,8-1 0,5-3 0,8-8 0,-2 3 0,8-4 0,-6 3 0,4 1 0,4-8 0,-6-8 0</inkml:trace>
  <inkml:trace contextRef="#ctx0" brushRef="#br0" timeOffset="33">28050 10505 8912,'2'-11'0,"2"-1"0,2-1 0,-3-3 0,-1 5 0,-2 0 0,0-3 0,0 5 0,0-3 0,0 1 0,0-7 0,0 9 0,0 3 0,0 12 0,0 5 0,-2 12 0,-3 8 0,-7 7 0,3 6 0,-3 8 0,1-1 0,1 1 0,-5-1 0,13 5 0,-4-3 0,4-3 0,2-10 0,0 2 0,0-9 0,0-5 0,2-7 0,4-7 0,4-7 0,14-7 0,5-4 0,4-7 0,1-2 0,0-16 0,1 0 0,-7 1 0,-1-1 0,-2-2 0,-2-1 0,-13 5 0,-3-5 0,-7 5 0</inkml:trace>
  <inkml:trace contextRef="#ctx0" brushRef="#br0" timeOffset="34">28050 10711 8912,'-17'12'0,"0"-1"0,0-5 0,-1 5 0,1-7 0,6 4 0,-1-8 0,8 0 0,-3 0 0,14 0 0,5-2 0,13-4 0,9-5 0,8-4 0,10-3 0,-1 1 0,1 0 0,0 0 0,-1 0-59,1-1 1,0-6 0,-1-3 0</inkml:trace>
  <inkml:trace contextRef="#ctx0" brushRef="#br0" timeOffset="35">28119 9319 8912,'-11'-6'0,"-1"0"0,12 2 0,6 12 0,15 9 0,25 10 0,11 15 0,10 10 0,8 9 0,-36-22 0,0 4 0,4 5 0,0 3 0,-1 10 0,-2 4 0,-2 5 0,-3 4-278,-4 3 0,-5 2 1,-5 3-1,-5 0 0,-6 3 1,-3 1 277,-2-3 0,-3 0 0,-2 2 0,-5 0 0,-6-7 0,-3-2 0,-5 3 0,-4-1 0,-2-2 0,-4-1 0,-3 0 0,-5-1 0,-8-4 0,-3 0 0,1 4 0,-2 1 0,-7-6 0,-3-1 0</inkml:trace>
  <inkml:trace contextRef="#ctx0" brushRef="#br0" timeOffset="36">24454 17073 8912,'-18'-10'0,"9"-5"0,-7 11 0,7-7 0,-1-3 0,3 5 0,7-3 0,0-1 0,0-2 0,2-4 0,3-4 0,13-4 0,16-9 0,14-3 0,9-3 0,14-4 0,-30 20 0,2-1 0,0 1 0,0 0 0,3-3 0,0 1 0,34-18-1055,-5 6 1055,-5 4 0,-16 11 0,-10 8 0,-12 9 0,-14 8 0,-13 6 0,-3 3 0,-2 9 0,0-1 0,-7 2 0,-3 2 0,1 2 0,-7 0 0,7-14 263,-9-3 1,-6 4 0,-3-1 0</inkml:trace>
  <inkml:trace contextRef="#ctx0" brushRef="#br0" timeOffset="37">25245 16196 8912,'-8'-17'0,"7"0"0,-7 7 0,8 2 0,2 12 0,4 6 0,5 7 0,12 12 0,9 3 0,9 10 0,-3 2 0,6-6 0,-10 12 0,1-4 0,-3 3 0,-9 3 0,-2 0 0,-9-1 0,-5 1 0,-7-1 0,-9 1 0,-8-1 0,-5-7 0,-12-3 0,-4-5 0,-14-9 0,1-3 0</inkml:trace>
  <inkml:trace contextRef="#ctx0" brushRef="#br0" timeOffset="38">25882 16179 8912,'11'-10'0,"-1"3"0,-2-1 0,-5-4 0,-1-3 0,-9 6 0,5 3 0,-6 12 0,2 7 0,1 8 0,-1 4 0,6 5 0,0-1 0,0 7 0,0 1 0,0 3 0,0-2 0,0 2 0,0-4 0,0 6 0,0 0 0,0-5 0,0 5 0,0-10 0,0-3 0,0-4 0,0-8 0,0 0 0,0 0 0,0-7 0,0-33 0,0-8 0,0-28 0</inkml:trace>
  <inkml:trace contextRef="#ctx0" brushRef="#br0" timeOffset="39">25796 16265 8912,'-12'-2'0,"1"-4"0,7 4 0,-4-13 0,8 11 0,0-7 0,0-1 0,10-7 0,7-4 0,2 4 0,12-4 0,5 4 0,-1 2 0,9 0 0,-6-1 0,2 1 0,-8 8 0,-1 3 0,-8 12 0,-2 7 0,-9 16 0,-5 1 0,-7 16 0,-9-6 0,-7 6 0,-5 2 0,-7 0 0,5-3 0,0-4 0,-2-5 0,6-9 0,-4-3 0,9-6 0,3-1 0,7-8 0,-4-1 0,8-8 0,10 0 0,5 0 0,6 0 0,0 0 0,6 0 0,2 0 0,-4 0 0,7 0 0,-3 0 0,-4 6 0,-2-1 0,-4 16 0,-10-3 0,-3 10 0,-14-1 0,-9-6 0,-10 2 0,-5 8 0,-2-3 0,-7-1 0,-1 0 0,0-2 0,0-4 0,2-2 0,13-4 0,4-4 0,4-5 0,10-12 0,1-5 0,8-12 0,10-6 0,7-11 0,8-4 0,9-7 0,16-1 0,3 1 0</inkml:trace>
  <inkml:trace contextRef="#ctx0" brushRef="#br0" timeOffset="40">26450 16471 8912,'9'8'0,"-1"-6"0,-8 5 0,0-7 0,0 2 0,0 4 0,0-4 0,2 5 0,4-7 0,3 0 0,8 0 0,1 0 0,-1 0 0,-2-1 0,-3-5 0,3 4 0,-13-13 0,3 3 0,-3 4 0,-4-5 0,-3 7 0,3 1 0,-13 5 0,3 2 0,-3 3 0,5-3 0,-5 13 0,5-3 0,1 3 0,-5 8 0,9 0 0,-1 0 0,6-6 0,0 0 0,8-1 0,5-5 0,8-5 0,6-4 0,9-2 0,4-2 0,6-4 0,4-11 0,1-10 0</inkml:trace>
  <inkml:trace contextRef="#ctx0" brushRef="#br0" timeOffset="41">27138 16248 8912,'-6'-12'0,"-1"3"0,-3 1 0,-1 0 0,-7 2 0,1 5 0,0-7 0,0 8 0,-8 9 0,-2 9 0,0 8 0,-5 7 0,13 1 0,-4 1 0,4-1 0,9 8 0,3-6 0,7 5 0,9-7 0,8-4 0,10-1 0,6-16 0,9 9 0,4-17 0,1-1 0,-1-2 0,2-10 0,-8-3 0,0-12 0,2-4 0,2-7 0</inkml:trace>
  <inkml:trace contextRef="#ctx0" brushRef="#br0" timeOffset="42">27568 16196 8912,'0'-12'0,"0"1"0,-7 7 0,-3-9 0,-7 7 0,0 2 0,-8 2 0,4 4 0,-6 6 0,2 9 0,-5 8 0,10 7 0,-1-1 0,8-2 0,-2-1 0,11 7 0,-6-1 0,3 0 0,1-7 0,8-2 0,4-8 0,3 0 0,3-7 0,-1-4 0,1-6 0,5-6 0,0-5 0,0-5 0,-1-3 0,-3-2 0,-2-2 0,1 0 0,-1 6 0,-1 0 0,-2 0 0,5-1 0,-11 7 0,4 0 0,1 5 0,-1-6 0,0 9 0,-6-5 0,2 10 0,1 4 0,3 5 0,0 4 0,0-3 0,-1-1 0,7 1 0,-6 5 0,7-6 0,-2-1 0,5-2 0,1 3 0,2-5 0,2-2 0,2-3 0,0-1 0,-6 0 0,0 0 0,1 0 0,6-7 0,3-3 0</inkml:trace>
  <inkml:trace contextRef="#ctx0" brushRef="#br0" timeOffset="43">27826 16162 8912,'-1'-16'0,"-5"5"0,4 3 0,-6 8 0,8 2 0,0 4 0,0 5 0,0 5 0,0 6 0,0 1 0,8 0 0,3-5 0,5-1 0,-7 0 0,6 0 0,-3 0 0,1-5 0,-1-1 0,3-7 0,-3 2 0,3-4 0,2-2 0,-7-8 0,3-2 0,-5-7 0,1 0 0,-5-8 0,4 4 0,-8-5 0,0 1 0,0 2 0,5 6 0,1-1 0,-2 1 0,-2 8 0,-2 1 0,0 8 0,2 2 0,2 4 0,1 5 0,1 4 0,2-3 0,1-1 0,1 3 0,5-7 0,-3-1 0,3-4 0,2-2 0,0 0 0,1-2 0,-1-4 0,0-3 0,-2-8 0,-3-1 0,3 1 0,-3 0 0,-5-6 0,-1 0 0,-4 0 0,-2 6 0,0 0 0,0 0 0,0-1 0,0 9 0,0 3 0,0 12 0,0 9 0,0 8 0,2 8 0,4-3 0,5 5 0,4 1 0,8 1 0,0-3 0,-2-3 0,-2 3 0,-1-7 0,-1 4 0,-8 1 0,-3-7 0,-4 0 0,-4-6 0,-4 0 0,-11-7 0,-10 0 0,-7-7 0,-1 3 0,9 0 0,-5-8 0,8-2 0,2-2 0,2-7 0,4 2 0,1-10 0,3-2 0,7-8 0,-2 2 0,12-11 0,4-4 0</inkml:trace>
  <inkml:trace contextRef="#ctx0" brushRef="#br0" timeOffset="44">28670 15955 8912,'-18'17'0,"1"1"0,2-7 0,3 1 0,-3-1 0,13 0 0,-3 1 0,-5-1 0,10 7 0,0-1 0,0-8 0,15 5 0,-3-9 0,5 1 0,6-6 0,-2-2 0,6-3 0,-2-7 0,3-3 0,-5-2 0,-2-3 0,-2-2 0,-1 2 0,-1-10 0,-2 5 0,-3-2 0,-5 6 0,-7-9 0,0 7 0,0 2 0,-7 2 0,-3 9 0,-7 4 0,-6 4 0,0 2 0,-8 10 0,4 7 0,1 10 0,1 5 0,4 10 0,2 4 0,3 4 0,11 9 0,-3-5 0,12 1 0,7-7 0,8 2 0,24-16 0,4-2 0,9-12 0,5-11 0,8-9 0,0 0 0,-2-2 0,-4-4-58,-4-3 0,-15-16 0,-2-2 1</inkml:trace>
  <inkml:trace contextRef="#ctx0" brushRef="#br0" timeOffset="45">29358 15027 8912,'-11'0'0,"-1"0"0,-1 0 0,-3 0 0,7 9 0,3 9 0,4 8 0,2 9 0,0 5 0,2 11 0,4 12 0,5 4 0,5 2 0,3 0 0,2-2 0,2-4 0,-2-6 0,5-11 0,3-8 0,4-9 0,1-12 0,8-8 0,4-9 0,4 0 0,1-15 0,1-6 0,0-6 0,-3-1 0,-3-3 0,-9 1 0,-9 1 0,-9 4 0,-1 8 0,-3 6 0,-9-1 0,-1 8 0,-7-3 0,-3 7 0,3 0 0,-8 0 0,4 0 0,5 0 0,-7 0 0,8 0 0,2 0 0,4 0 0,3 0 0,8 0 0,1-16 0,-1-3 0</inkml:trace>
  <inkml:trace contextRef="#ctx0" brushRef="#br0" timeOffset="46">30494 14666 8912,'0'-17'0,"2"-1"0,2 1 0,1-2 0,-1-2 0,-2-2 0,-4 2 0,-4 4 0,-5 5 0,1-3 0,-1 6 0,-3-1 0,-1 4 0,-4 8 0,-2 8 0,-2 9 0,2 6 0,-4 13 0,2 14 0,2 9 0,2 6 0,2 7 0,2 2 0,1-1 0,3-4 0,7 1 0,-2-9 0,4-7 0,2 1 0,2-21 0,6 1 0,7-13 0,6-8 0,10-11 0,-3 1 0,5-13 0,1-11 0,3-8 0,3-15 0,4-2 0,7-9 0</inkml:trace>
  <inkml:trace contextRef="#ctx0" brushRef="#br0" timeOffset="47">30838 14717 8912,'-23'2'0,"0"2"0,2 2 0,2 7 0,2-1 0,-8 3 0,6 2 0,-4 0 0,6 2 0,3 4 0,3 6 0,7 11 0,-4-4 0,8 6 0,0 0 0,8-5 0,3 3 0,7-6 0,5-5 0,3-12 0,3-4 0,0-7 0,1-2 0,3-4 0,1-6 0,-5-3 0,0-8 0,-7-8 0,7-4 0,-8-3 0,4-3 0,-8 1 0,0-8 0,-1-2 0,-5 0 0,5-6 0,-15 6 0,5-5 0,-4 3 0,-10-4 0,-1 20 0,-8-3 0,-1 6 0,-4 12 0,-1 9 0,0 4 0,5 2 0,1 10 0,0 5 0,2 6 0,3 0 0,-3-2 0,13-1 0,-13 6 0,5 3 0</inkml:trace>
  <inkml:trace contextRef="#ctx0" brushRef="#br0" timeOffset="48">30769 14975 8912,'-17'12'0,"0"-1"0,-1 3 0,1-5 0,0 3 0,0-7 0,0 7 0,-1 1 0,9-5 0,3-1 0,12-7 0,5 0 0,12 0 0,4-2 0,7-3 0,1-5 0,-1-7 0,1 0 0,-3 2 0,-3 3 0,3-3 0,-12 5 0,2-5 0,-2 3 0,-3-1 0,0 7 0,-2-1 0,-3 1 0,-5 2 0,-7-7 0,8-1 0,2-5 0</inkml:trace>
  <inkml:trace contextRef="#ctx0" brushRef="#br0" timeOffset="49">31027 14322 8912,'12'0'0,"-1"0"0,-5 0 0,5 0 0,-1-2 0,3-2 0,1-2 0,5 3 0,0 1 0,10 2 0,-1 2 0,-1 3 0,6 5 0,-7 9 0,7 6 0,-4 9 0,-6 10 0,-4 6 0,-10 11 0,-3 8 0,-14-1-143,-9 7 1,-10-6 142,-13-6 0,-4 4 0,-7-4 0,7-10 0,3-1 0,5-10 0,2 4 0,-1-8 0,3 2 0,3-13 0,6-10 0,-4 0 0,1-7 0</inkml:trace>
  <inkml:trace contextRef="#ctx0" brushRef="#br0" timeOffset="50">25865 17761 8912,'0'-18'0,"0"1"0,0 0 0,0 0 0,0 0 0,-2-1 0,-4 1 0,-4 8 0,1 3 0,3 12 0,4 5 0,2 12 0,0 6 0,0 3 0,8 3 0,3-1 0,5 0 0,-5 1 0,1-3 0,1-3 0,2-6 0,2-4 0,1-2 0,-1 0 0,0-7 0,0-4 0,2-6 0,4-6 0,-2-11 0,8-12 0,-6-5 0,6-7 0,-8 3 0,2-8 0,-4 6 0,-2-6 0,-6 8 0,1-2 0,-8 11 0,3 5 0,-7 14 0,0 18 0,0 15 0,2 7 0,4 5 0,4-1 0,7 0 0,0 1 0,-2-1 0,-1-1 0,-3-5 0,-1 3 0,1-8 0,-3 0 0,-8-6 0,0 0 0,0 0 0,-2-1 0,-6-3 0,-7-4 0,-6-1 0,-10-2 0,10-6 0,-7 0 0,5-8 0,-6-5 0,-2-8 0,-1-6 0,-2-7 0</inkml:trace>
  <inkml:trace contextRef="#ctx0" brushRef="#br0" timeOffset="51">25985 17210 8912,'-17'8'0,"0"-4"0,-2 7 0,-4 3 0,3 1 0,-2 2 0,-3 0 0,2 0 0,2 1 0,9-1 0,-1 0 0,7 0 0,2-1 0,10-5 0,6-5 0,-5-4 0,8-4 0,-3-4 0,1-4 0,-1-7 0,-3 0 0,-3 0 0,-4 5 0,4 1 0,-12 7 0,2-4 0,-7 8 0,5 0 0,-4 2 0,3 4 0,-1 4 0,2 7 0,4 0 0,-5 8 0,7 2 0</inkml:trace>
  <inkml:trace contextRef="#ctx0" brushRef="#br0" timeOffset="52">27207 17726 8912,'-17'-6'0,"-1"-1"0,-1-1 0,-4-1 0,-5 1 0,-5 0 0,5-3 0,-1 5 0,0 4 0,2 6 0,-3 6 0,7 7 0,0 8 0,6 3 0,1 12 0,5 6 0,5 6 0,4 5 0,2-3 0,0-1 0,0-7 0,8-10 0,3-1 0,5-5 0,1-13 0,0-7 0,6-6 0,0-4 0,2-16 0,-2-6 0,2-17 0,3-7 0,3-3 0,-8-3 0,0 1 0,-6-1 0,0 0 0,-1-1 0,-5-2 0,-5-3 0,-4-7 0,-2 6 0,0-2 0,0 9 0,-2 16 0,-4 13 0,2 6 0,-7 6 0,7 7 0,-2 15 0,4 8 0,2 16 0,0 7 0,0 0 0,0 5 0,0-1 0,0 0 0,8-2 0,1-4 0,1-3 0,5-5 0,-3-3 0,-3-1 0,3-11 0,-1 5 0,7-21 0,-1 5 0,-8-4 0,7-10 0,-5-3 0,-1-6 0,1-6 0,-5 4 0,3-4 0,-1 4 0,4 7 0,-7 1 0,9 7 0,-5-4 0,1 10 0,-4 4 0,3-4 0,-7 19 0,4-4 0,-4 2 0,-2 8 0,0-8 0,0 4 0,0-4 0,0-2 0,0 0 0,0 1 0,0-7 0,0 1 0,0-9 0,0 5 0,0-16 0,0-1 0</inkml:trace>
  <inkml:trace contextRef="#ctx0" brushRef="#br0" timeOffset="53">27345 17520 8912,'0'-12'0,"0"1"0,0 5 0,0-5 0,-2 7 0,-4-2 0,4-3 0,-6 5 0,8-8 0,2 8 0,4-1 0,-4 3 0,21-6 0,-4-1 0</inkml:trace>
  <inkml:trace contextRef="#ctx0" brushRef="#br0" timeOffset="54">27930 17313 8912,'-6'-11'0,"0"0"0,-7 7 0,1-2 0,3-2 0,-3 3 0,1-7 0,-6 6 0,5 1 0,1 5 0,-1 0 0,-5 2 0,2 3 0,3 7 0,-3 11 0,7 3 0,-3 9 0,-3 9 0,7 5 0,-3 7 0,6 1 0,-3-5 0,7 1 0,0 5 0,0-11 0,0 5 0,2-12 0,3 0 0,3-9 0,4-3 0,3-7 0,-11 2 0,7-11 0,-7-5 0,4-7 0</inkml:trace>
  <inkml:trace contextRef="#ctx0" brushRef="#br0" timeOffset="55">27603 17812 8912,'0'-9'0,"-6"-7"0,0 5 0,1 3 0,5-7 0,0 13 0,1-11 0,5 7 0,9 0 0,12 6 0,6 0 0,-3-2 0,10-4 0,4-3 0,0-8 0,8 0 0</inkml:trace>
  <inkml:trace contextRef="#ctx0" brushRef="#br0" timeOffset="56">28205 17331 8912,'10'-18'0,"-5"1"0,-10 0 0,3 8 0,-14-5 0,5 8 0,-4-5 0,-3 5 0,1 1 0,2 14 0,3 8 0,-1 8 0,7 9 0,1 3 0,5 3 0,-2 6 0,-4 11 0,4-3 0,-6 5 0,8-8 0,0 1 0,0 0 0,0-1 0,0-7 0,2-2 0,2-8 0,2 1 0,0-14 0,-6-4 0,0-11 0,0 9 0,0-5 0</inkml:trace>
  <inkml:trace contextRef="#ctx0" brushRef="#br0" timeOffset="57">27981 17743 8912,'-11'2'0,"-1"2"0,-1 2 0,3 0 0,-1-6 0,7 0 0,-4 0 0,12 0 0,8 0 0,-1-8 0,22-2 0,-5-7 0,5 0 0,3 0 0,4 0 0,-3-1 0,5-1 0,-8-4 0,-1 6 0,-3-2 0,-1 6 0,-8 1 0,2-5 0,-4 0 0,-9 5 0,-5 1 0,-3 7 0,-2-5 0,0 3 0,-7 4 0,-5-4 0,-1 6 0,1 6 0,-3 3 0,4 9 0,-3-1 0,3 0 0,-5 6 0,5 0 0,1 6 0,1-5 0,1 3 0,2 2 0,6-1 0,0-1 0,0-2 0,0-2 0,0-6 0,2 0 0,4 0 0,4-7 0,7-2 0,0-8 0,0 0 0,8-8 0,-4-7 0,8-8 0,-6-8 0,5 3 0,-7-5 0,2-1 0,-3-1 0,-9 7 0,1-1 0,-3 2 0,3-1 0,-5 3 0,-7 8 0,0 5 0,0 1 0,0 7 0,0-4 0,0 10 0,0 6 0,0 7 0,0 6 0,0 10 0,2-12 0,4 4 0,-2 2 0,5-3 0,-1-1 0,5-1 0,-3-5 0,7-4 0,0 3 0,0-9 0,1 1 0,-1-6 0,0-8 0,0-3 0,-1 0 0,-5-7 0,4 5 0,-5-19 0,7 5 0</inkml:trace>
  <inkml:trace contextRef="#ctx0" brushRef="#br0" timeOffset="58">28773 17623 8912,'0'11'0,"-2"-1"0,-4-2 0,2-3 0,-7-5 0,7 0 0,-4 0 0,8 0 0,6-7 0,0-5 0,7-3 0,-1-2 0,3-6 0,2-2 0,1 0 0,-1 0 0,0-3 0,-2 3 0,-3-2 0,3 6 0,-13-4 0,4 8 0,-4 0 0,-2 0 0,-2 7 0,-4 4 0,-4 4 0,-7 12 0,0 7 0,0 8 0,0 9 0,-1 1 0,9-1 0,-5 6 0,9 0 0,-7 1 0,6-7 0,1 0 0,5 1 0,2-9 0,3-3 0,5-5 0,7-7 0,2-3 0,4-8 0,2-8 0,4-3 0,1-7 0,-7-5 0,8-3 0,-4-9 0</inkml:trace>
  <inkml:trace contextRef="#ctx0" brushRef="#br0" timeOffset="59">29151 17331 8912,'-9'11'0,"3"1"0,-3-1 0,-1 6 0,-1 0 0,-1 1 0,8-1 0,-5 6 0,3 0 0,4 7 0,-4-1 0,3 3 0,-3 3 0,4-7 0,-4 1 0,4-2 0,2 1 0,0-3 0,0-7 0,0-1 0,0-8 0,0-3 0,0-12 0,0-3 0,2-16 0,4-4 0,-2-5 0,7-6 0,-5 3 0,5-3 0,3 4 0,-7 2 0,9 1 0,-5 4 0,4 7 0,-5 2 0,5 3 0,-3 2 0,3 4 0,2 3 0,1 10 0,-1 4 0,0 3 0,-6 14 0,1 0 0,-6 7 0,5-1 0,-7-4 0,4-2 0,-1-4 0,3-2 0,1-7 0,1-5 0,-7-3 0,7-2 0,-1-7 0,7-3 0</inkml:trace>
  <inkml:trace contextRef="#ctx0" brushRef="#br0" timeOffset="60">29461 17056 8912,'0'-18'0,"0"1"0,-5 6 0,-1-1 0,0 1 0,6 1 0,0 3 0,0 22 0,0-2 0,0 16 0,0 5 0,0 6 0,0 6 0,0-4 0,0 2 0,0-6 0,0 4 0,0-7 0,0-1 0,0 1 0,0-7 0,0 1 0,8-8 0,-4-4 0,7-11 0,0-4 0,7-12 0,-1-7 0,-2-2 0,-3-10 0,3 1 0,-6-7 0,1 1 0,5 7 0,-7 2 0,5 8 0,-1 0 0,-8 0 0,5 1 0,-3 5 0,-2 5 0,7 12 0,-7-4 0,4 19 0,-8-4 0,0 10 0,0-4 0,5 5 0,1-5 0,0 6 0,-6-6 0,0-2 0,0-2 0,6-7 0,-1-1 0,1-7 0,-6-4 0,0-12 0,8-11 0,1-3 0</inkml:trace>
  <inkml:trace contextRef="#ctx0" brushRef="#br0" timeOffset="61">29702 17210 8912,'-11'-24'0,"-1"-5"0,6 2 0,-5-2 0,0 1 0,1 1 0,4 4 0,4 10 0,2 1 0,0 8 0,0-3 0,2 7 0,4 0 0,4 7 0,7 5 0,-6 1 0,1-1 0,-8 3 0,1-3 0,-3 3 0,-2 2 0,0 0 0,0 8 0,0 2 0</inkml:trace>
  <inkml:trace contextRef="#ctx0" brushRef="#br0" timeOffset="62">29392 17382 8912,'-19'17'0,"-4"1"0,4-9 0,-4-3 0,4-4 0,10-10 0,1 4 0,12-7 0,7-2 0,1-3 0,22-1 0,-1 0 0,5 0 0,2-1 0,2 1 0,2 0 0,0 0 0,6 0 0,-12 0 0,8-1 0,-8 7 0,2-1 0,-5 3 0,-7-3 0,-3-1 0,-8 7 0,1 2 0,-9 1 0,-3-3 0,-4 4 0,-2-6 0,-8 10 0,-3 4 0,-5-2 0,1 7 0,4 3 0,-5 1 0,7 2 0,-6 0 0,3 1 0,-3-1 0,7 6 0,-5-2 0,1-6 0,8 2 0,-1-5 0,3 3 0,2-6 0,0 7 0,2-14 0,3 3 0,5-3 0,7-4 0,0-3 0,1 3 0,-1-12 0,0 9 0,0-9 0,0 3 0,1 3 0,-1 0 0,0 1 0,0 5 0,1-6 0,-1 8 0,0 0 0,0 0 0,0 0 0,1-2 0,-1-3 0,0 3 0,-7-6 0,12 0 0,-2-1 0</inkml:trace>
  <inkml:trace contextRef="#ctx0" brushRef="#br0" timeOffset="63">30150 17021 8912,'0'-17'0,"0"0"0,0 5 0,0 1 0,-2 1 0,-4-1 0,4 3 0,-6 8 0,8 8 0,-5 7 0,-1 10 0,2 2 0,2 1 0,-4 7 0,1-1 0,-1-5 0,6-1 0,0-1 0,0 2 0,0-6 0,0-4 0,0-2 0,0 0 0,0 0 0,0-7 0,0 5 0,8-13 0,-1 4 0,7-10 0,-3-2 0,1-7 0,-1 3 0,1-7 0,-3 6 0,3-1 0,3 1 0,-4-6 0,-1 7 0,1 4 0,-5-1 0,6 1 0,-1 0 0,-1 8 0,-5 4 0,5-4 0,-8 13 0,4-3 0,-5 3 0,-2-2 0,-3 3 0,-4 3 0,-1 0 0,-3 0 0,-5-4 0,0-1 0,-1-3 0,1-7 0,0 3 0</inkml:trace>
  <inkml:trace contextRef="#ctx0" brushRef="#br0" timeOffset="64">30322 16798 8912,'15'-12'0,"-4"1"0,3 5 0,-8-5 0,-1 7 0,-5-4 0,-7 16 0,5 3 0,-4 12 0,4 4 0,2 7 0,0 1 0,0 1 0,0 4 0,0-4 0,0 8 0,0-4 0,2-3 0,4 3 0,1-10 0,7-5 0,-3-6 0,1 10 0,5-25 0,0 7 0,0-7 0,1-4 0,5-8 0,-1-5 0,-1-8 0,-1 2 0,-3-8 0,0 6 0,-2-2 0,-3 2 0,-5-4 0,-7 3 0,0-1 0,-1 13 0,-5 4 0,-4 8 0,-7 10 0,0 7 0,-2 15 0,-4 1 0,4 7 0,-4-6 0,11 6 0,6 0 0,5-6 0,2 4 0,7-11 0,9-6 0,10-12 0,13-5 0,8-4 0,8-2 0,-3-8-124,6-9 0,-7-10 0,0-7 0</inkml:trace>
  <inkml:trace contextRef="#ctx0" brushRef="#br0" timeOffset="65">28687 18620 8912,'0'-17'0,"-2"0"0,-4 0 0,2-1 0,-7 1 0,-2 0 0,-3 7 0,1 7 0,3 6 0,7 9 0,-3 9 0,2 4 0,3 2 0,1-5 0,2 5 0,0 0 0,0-2 0,0 0 0,0-2 0,0-6 0,7-2 0,5-4 0,3-3 0,2-10 0,-1-4 0,-5-5 0,4-4 0,-5-2 0,7-3 0,0-3 0,-7 4 0,3 0 0,-7 8 0,7 7 0,-3-4 0,7 8 0,-5 10 0,-1 7 0,-5 0 0,5 6 0,3-4 0,9-1 0,-4-3 0,4-4 0,-4-5 0,-2-4 0,2-2 0,0-2 0,-2-4 0,3-9 0,-15-10 0,-1 0 0,-2 0 0,-2-5 0,0 1 0,-8 3 0,-3-3 0,-4 10 0,-3 2 0,1-1 0,0 16 0,0-5 0,7 7 0,-5 7 0,5 3 0</inkml:trace>
  <inkml:trace contextRef="#ctx0" brushRef="#br0" timeOffset="66">29169 18517 8912,'-8'-10'0,"6"-5"0,-6 6 0,10-1 0,4 4 0,6 4 0,5 10 0,6 4 0,-4 3 0,11 2 0,-7 0 0,0 2 0,-5 4 0,-1-4 0,0 4 0,-2 2 0,-3-2 0,-6-2 0,-5-2 0,-1-2 0,0-5 0,0-1 0,-1-7 0,-5 2 0,2-4 0,-8-2 0,3-8 0,-3-3 0,-1-10 0,7-2 0,1-8 0,5 4 0,0-1 0,0-1 0,0 0 0,1-3 0,5 1 0,6 3 0,9 1 0,2-2 0,0-1 0,-6 7 0,0-8 0,0 5 0</inkml:trace>
  <inkml:trace contextRef="#ctx0" brushRef="#br0" timeOffset="67">29599 18070 8912,'0'17'0,"0"0"0,0 1 0,0 1 0,0 4 0,-6 5 0,0 12 0,1 4 0,5 8 0,0 7 0,0-3 0,0 7 0,2-8 0,3 2 0,7-5 0,3-6 0,2-6 0,1-13 0,-1-10 0,0 0 0,6-15 0,0 4 0,0-12 0,-6-6 0,0-3 0,0-10 0,-7-1 0,-4-9 0,3 1 0,1-1 0</inkml:trace>
  <inkml:trace contextRef="#ctx0" brushRef="#br0" timeOffset="68">29599 18379 8912,'-17'8'0,"0"2"0,-1 7 0,1-2 0,0-3 0,0 3 0,7-11 0,4 7 0,4-7 0,2 4 0,8-8 0,5 0 0,9 0 0,12-8 0,12-5 0,4-8 0,3 0 0,3-6 0,-1 0 0,-5 0 0,9 6 0,-19-5 0,10 5 0,-6-2 0,4-8 0,-4 4 0</inkml:trace>
  <inkml:trace contextRef="#ctx0" brushRef="#br0" timeOffset="69">30821 17932 8912,'-35'0'0,"7"0"0,-1 0 0,6 2 0,-6 4 0,6-2 0,-3 5 0,1-1 0,2 11 0,6-2 0,-6 12 0,2 2 0,5 7 0,-1 6 0,15 9 0,-4 5 0,5 5 0,1-4 0,9 0 0,6-9 0,6-4 0,4-6 0,-2-12 0,6-7 0,3-7 0,3-7 0,-1-9 0,-1-3 0,-5-7 0,5-11 0,-6-3 0,5-9 0,-3 1 0,-4-8 0,-8-2 0,0-8 0,-7 6 0,-5 1 0,-3-1 0,-2-8 0,0-3 0,-2 3 0,-5-1 0,-8 5 0,-6 5 0,-10 14 0,6-5 0,-4 18 0,6 9 0,-3 5 0,7 12 0,-4 5 0,3 8 0,-1 0 0,4 8 0,-4-1 0,12-1 0,-16 6 0,-2-7 0</inkml:trace>
  <inkml:trace contextRef="#ctx0" brushRef="#br0" timeOffset="70">30425 18328 8912,'0'17'0,"-8"-7"0,6 5 0,-5-13 0,11 4 0,7-12 0,16-4 0,19-9 0,9-4 0,2-5 0,7-5 0,-7-1 0,-2-1 0,-1 1 0,-10 7 0,-2 2 0,-15 8 0,-2 0 0</inkml:trace>
  <inkml:trace contextRef="#ctx0" brushRef="#br1" timeOffset="71">14197 13222 8912,'0'-18'0,"0"1"0,0 0 0,0 0 0,0 0 0,0-1 0,0 7 0,0-1 0,0 1 0,0-6 0,-7 7 0,3-3 0,-8 7 0,1 0 0,-6 6 0,-1 0 0,-7 0 0,4 0 0,-5 0 0,-1 0 0,0 0 0,-3 0 0,-5 2 0,-5 4 0,-12-4 0,-5 6 0,-12-8 0,-5 0 0,-18 0 0,43 0 0,-2 0 0,-5 0 0,-2 0 0,-5 0 0,-1 0 0,-2 0 0,-1 0-269,-2-1 0,0 2 0,1 1 0,0 1 269,2 0 0,0 0 0,3 0 0,2 0 0,5-3 0,3 0 0,-39 0 0,23 0 0,6 2 0,8 2 0,-3 3 0,3 3 0,9-6 0,10 9 0,9-7 0,2-3 0,2-1 0,12-2 0,-1 0 0,8 0 1076,-3 0-1076,7 0 0,0 8 0,2-4 0,2 7 0,1 3 0,-1 1 0,6-6 0,-1-1 0</inkml:trace>
  <inkml:trace contextRef="#ctx0" brushRef="#br1" timeOffset="72">12253 12775 8912,'-18'-27'0,"1"-4"0,0 8 0,-6 2 0,-2 8 0,-2 1 0,-1 9 0,-7-1 0,1 8 0,-8 7 0,-4 12 0,-2 6 0,2 3 0,4 3 0,10 5 0,3 2 0,6 2 0,4 1 0,4 1 0,3 0 0,4-6 0,8 6 0,8-2 0,4 2 0,11-6 0,7-9 0,8-3 0,6-5 0,8 6 0,7-14 0,4 2 0,4-11 0,2 2 0</inkml:trace>
  <inkml:trace contextRef="#ctx0" brushRef="#br1" timeOffset="73">7279 12878 8912,'-11'-19'0,"1"-2"0,3-2 0,1 0 0,0 0 0,-2 0 0,-1 2 0,3 4 0,-3 3 0,1 3 0,-5 7 0,1-2 0,-5 6 0,-6 6 0,-2 9 0,-5 10 0,1 2 0,-2 3 0,-1 3 0,-7 7 0,3 0 0,4-2 0,7-1 0,-4-3 0,8 0 0,0 1 0,8-1 0,7 1 0,4-3 0,2-3 0,10 1 0,7-7 0,10-2 0,13-7 0,6-3 0,3-7 0,3 2 0,-2-5 0,-4-1 0,3 0 0,-14 0 0,1 0 0,-5 0 0,-10 0 0,-4 0 0,-11 8 0,-12 4 0,-13 9 0,-16 2 0,-7 7 0,-9-3 0,-1 2 0,0-1 0,8-7 0,2 4 0,8-8 0,7-7 0,4-5 0,12-6 0,5-11 0,4-11 0,2-7 0,0-12 0,0-2 0,0-8 0</inkml:trace>
  <inkml:trace contextRef="#ctx0" brushRef="#br1" timeOffset="74">7279 13050 8912,'2'-23'0,"2"0"0,2 2 0,-1 9 0,-5-3 0,0 4 0,0 3 0,6 2 0,0 12 0,2 5 0,-5 10 0,3 2 0,-2-2 0,6 4 0,1-2 0,-1 6 0,1-6 0,1 0 0,-1-6 0,0-2 0,3-4 0,3 3 0,6-8 0,-4-1 0,4-5 0,-2-2 0,0-3 0,2-9 0,-2-7 0,-2 2 0,-9-8 0,-4 5 0,-5 2 0,-1-2 0,0-3 0,0 2 0,-7 0 0,-3 13 0,1 3 0,1 9 0,8 3 0,8 5 0,7 1 0,8-1 0,0-3 0,2-3 0,0-2 0,3-2 0,5-7 0,-12 3 0,6-8 0,-3-1 0,5-2 0,-6-3 0,-6 1 0,-5-2 0,1-4 0,-5 4 0,-3-4 0,-3 12 0,-2 3 0,0 8 0,0 2 0,0 4 0,-5 3 0,-1 8 0,2 1 0,2-1 0,2 0 0,0 0 0,0 0 0,0 1 0,0-7 0,0 1 0,0-7 0,0 7 0,0-1 0,0-1 0,0-3 0,0-7 0,0 0 0,2-5 0,2-3 0,2-2 0,-1-3 0,3-2 0,2-2 0,1 5 0,1 1 0,-7 7 0,7-2 0,-6-1 0,5 1 0,-7 0 0,11 6 0,-11 0 0,7 0 0,-7 8 0,4-6 0,0 13 0,-7-13 0,15 5 0,-14-8 0,3-5 0,3 2 0,-2-7 0,5-1 0,-5-5 0,2 5 0,-5 1 0,5-1 0,2 3 0,-7 1 0,13 3 0,-5-1 0,-3 0 0,7 6 0,-7 2 0,3 4 0,5-2 0,-5 7 0,4 0 0,3-1 0,-1 5 0,0-11 0,0 6 0,0-3 0,8-1 0,2-6 0</inkml:trace>
  <inkml:trace contextRef="#ctx0" brushRef="#br1" timeOffset="75">8811 12775 8912,'-17'-10'0,"5"2"0,1 8 0,1 2 0,-1 4 0,3 5 0,0 5 0,6 9 0,-3 3 0,3-3 0,2 6 0,0-8 0,2-1 0,2-4 0,1-1 0,9 0 0,-11-2 0,9-3 0,1-7 0,-5-3 0,7-2 0,-3-2 0,3-3 0,-3-7 0,-3-9 0,-1-2 0,-4 2 0,-3-5 0,-1 6 0,0-2 0,0 2 0,-7-4 0,-3 5 0,-7-2 0,0 7 0,0 8 0,7 5 0,-5 1 0,13 7 0,-4 5 0,12-5 0,3 1 0</inkml:trace>
  <inkml:trace contextRef="#ctx0" brushRef="#br1" timeOffset="76">9035 12757 8912,'0'-11'0,"0"-1"0,-8 9 0,6-13 0,-6 14 0,10 0 0,4 8 0,-2 8 0,7-3 0,-1 4 0,1 3 0,5-3 0,-7-2 0,1-1 0,5-1 0,-7 1 0,5-3 0,-1-1 0,-9 5 0,13-11 0,-5 4 0,-1-4 0,1-2 0,3 0 0,1-2 0,2-4 0,0-4 0,0-7 0,-5 0 0,-1 0 0,-1 0 0,3 0 0,-1-1 0,-1 1 0,-1 8 0,5 1 0,-11 8 0,7 0 0,-5 6 0,6-1 0,-1 9 0,1-12 0,-1 3 0,1-3 0,5-2 0,0 0 0,2 0 0,4 0 0,-10 0 0,5 0 0,-5-7 0,4-3 0,0 1 0,-7-7 0,-2 14 0,-8-5 0,0 9 0,0 3 0,0 5 0,-6 7 0,0 0 0,-5 1 0,5-1 0,0 0 0,6 0 0,0 0 0,0-7 0,2-3 0,4-7 0,7-1 0,8-5 0,-2-4 0,8-13 0,-6-1 0,2-3 0,8 6 0,-12-4 0,4 8 0,-4 0 0,-2 1 0,0 5 0,1-3 0,-1 9 0,0 1 0,0 2 0,0 10 0,-5-5 0,-1 9 0,-7-8 0,10 11 0,-9-4 0,7-1 0,-6 1 0,-1 1 0,-5 5 0</inkml:trace>
  <inkml:trace contextRef="#ctx0" brushRef="#br1" timeOffset="77">9017 13376 8912,'6'-17'0,"0"0"0,0 0 0,-6-1 0,0 1 0,-6 6 0,-2 1 0,-1 1 0,-5-1 0,-1 6 0,-2-1 0,0 3 0,-1 2 0,1 0 0,0 2 0,0 3 0,-1 7 0,3-3 0,2 3 0,1 1 0,-1 2 0,5 5 0,3 1 0,3 2 0,2-2 0,0-2 0,0 0 0,0 2 0,0 2 0,0 0 0,0-6 0,2 2 0,3 2 0,7 2 0,-3-2 0,3-10 0,-1 5 0,6-7 0,1 1 0,-1-3 0,0-7 0,-5 0 0,-1 0 0,-7 0 0,4 8 0,-16-6 0,-4 6 0,-3-3 0,-2 1 0,0 0 0,-1-6 0,1 0 0,0 0 0,0 0 0,0 0 0,-1 0 0</inkml:trace>
  <inkml:trace contextRef="#ctx0" brushRef="#br1" timeOffset="78">9172 13445 8912,'-7'-10'0,"5"-5"0,-14 11 0,5-7 0,-4 7 0,-3-4 0,1 8 0,0 0 0,0 0 0,5 8 0,1 4 0,7 3 0,-2 2 0,4 8 0,2-6 0,0 4 0,0-10 0,0-1 0,2-3 0,4 3 0,-2 1 0,7-7 0,-5 0 0,5-6 0,1-2 0,5-4 0,0-4 0,1-7 0,-7 0 0,-1 0 0,-3 0 0,7 1 0,-3 5 0,-1-2 0,1 7 0,-5-6 0,5 7 0,1-9 0,5 12 0,0-3 0,0 3 0,6 2 0,0 0 0,0 0 0,-5 0 0,-1-6 0,0 0 0,0 0 0,8-1 0,2-3 0</inkml:trace>
  <inkml:trace contextRef="#ctx0" brushRef="#br1" timeOffset="79">9482 13342 8912,'0'9'0,"0"1"0,0-4 0,0-2 0,0 7 0,0 0 0,0 1 0,0-1 0,6-5 0,-1 6 0,1-7 0,-6 7 0,0-8 0,0 3 0,0-7 0,0-2 0,0-3 0,2-5 0,2-9 0,2-4 0,-1 4 0,-3-6 0,2 8 0,2 0 0,7-1 0,-9 1 0,8 0 0,-1 8 0,6 1 0,0 8 0,-7 8 0,-2 1 0,-1 1 0,-5 5 0,12-6 0,-7 7 0,3-5 0,-6 5 0,5-13 0,-3 9 0,3-8 0,3 3 0,-1-7 0,-7 0 0,6-7 0,-4-5 0,-5-3 0,7-2 0,-6-1 0,4 1 0,-4 0 0,5 0 0,-7 0 0,2 7 0,4 4 0,-4 5 0,6 1 0,-1 7 0,-5 3 0,4 7 0,1-6 0,-1 1 0,8-6 0,-3 5 0,-1-7 0,1 2 0,1-5 0,5-1 0,-6 0 0,1 0 0,-1-5 0,6-1 0,-1-7 0,-5 1 0,4-3 0,-3-2 0,1 0 0,-1-1 0,3-5 0,-3 0 0,-5 1 0,-1 4 0,4 1 0,-9 0 0,7 7 0,-8 10 0,0 10 0,2 7 0,2 0 0,2 1 0,1 4 0,-1 1 0,-2 6 0,7-6 0,-7 6 0,2-6 0,1 5 0,-1-5 0,0 8 0,-6-3 0,2-3 0,4-2 0,-5 2 0,5-2 0,-4 0 0,-2-6 0,0 0 0,0 0 0,0 1 0,0-1 0,0-6 0,0 1 0,0-8 0,0-4 0,0-10 0,0-15 0,0-2 0</inkml:trace>
  <inkml:trace contextRef="#ctx0" brushRef="#br1" timeOffset="80">9998 13067 8912,'2'9'0,"4"-3"0,-2-4 0,7-2 0,-7 0 0,13-2 0,-1-4 0,5-5 0,9-4 0,-1-3 0,3 1 0,3 2 0,-3 2 0,-3 1 0,-4 8 0,-8-3 0,0 7 0,0 0 0,-7 0 0,-2 13 0,-8 4 0,-8 4 0,-3 4 0,-11 4 0,0 3 0,-1 3 0,0-1 0,0 0 0,2 1 0,2-9 0,7-3 0,3-9 0,1-3 0,-6-7 0,5 4 0</inkml:trace>
  <inkml:trace contextRef="#ctx0" brushRef="#br1" timeOffset="81">10411 12826 8912,'10'-25'0,"-3"14"0,-1-12 0,0 11 0,0 5 0,-6 7 0,0 11 0,0 6 0,0 6 0,-6 2 0,0 4 0,0 3 0,6-3 0,0 3 0,0-3 0,0-2 0,0-2 0,0 3 0,0-5 0,8 0 0,-4-8 0,7-1 0,3-3 0,1-7 0,2 2 0,2-6 0,4-6 0,-4-3 0,4-9 0,-3-5 0,-3 1 0,0-9 0,0 2 0,-2-3 0,-3-3 0,-4 3 0,-8 3 0,0 4 0,0 8 0,-2 2 0,-4 4 0,-4 3 0,-7 16 0,0 5 0,0 8 0,0 6 0,-1 7 0,3 0 0,4 1 0,-3 1 0,8 4 0,1-5 0,5-1 0,2-2 0,3-9 0,7 0 0,11-5 0,-2-9 0,7-3 0,1-6 0,6-8 0,-1-7 0,0-6 0,1-10 0,-1 3 0,1-5 0,-7-1 0,1-1 0,-8 9 0,2 3 0,-4 4 0,-4 1 0,-3 1 0,-3 8 0,-3 3 0,-4 4 0,6 2 0,-8 8 0,0 3 0,-2 6 0,-4 6 0,2 4 0,-7 7 0,1 1 0,-1-1 0,-10 6 0,4 0 0,-6 6 0,0-6 0,-10 6 0,-9-4 0,-2 2 0,-4 4 0,-9-6 0,-4 8-251,-8-5 0,-2 5 251,-3 2 0,11-8 0,-18 3 0,16-6 0,2-3 0,4-2 0,1-2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20:37:24.544"/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6470 5777 8912,'-11'0'0,"0"0"0,7 0 0,-4 0 0,8 0 0,0 0 0,0 8 0,0-7 0,0 7 0,0-8 0,0 0 0,0 8 0,0-6 0,0 5 0,0-7 0,0 0 0,-8 0 0,-3 0 0,3-7 0,-1-1 0,3-3 0,2-7 0,-5 1 0,1-10 0,-5-5 0,9-12 0,-6-9 0,3-16 0,3-17 0,2 36 0,2-1 0,3-1 0,1 0 0,4-7 0,2 0-239,3 1 0,2 1 0,4-1 1,2 0 238,2 0 0,0 1 0,2 0 0,0 1 0,0 6 0,2 3 0,22-27 0,-3 28 0,-4 17 0,-9 12 0,-4 9 0,-6 6 0,-4 2 0,-2 0 0,0 0 0,-7 8 0,5-4 0,-4 7 0,-1-7 0,1 2 955,-7-4-955,4-2 0,-8 0 0,0 0 0,-15-8 0,-5-2 0</inkml:trace>
  <inkml:trace contextRef="#ctx0" brushRef="#br0" timeOffset="1">6780 4178 8912,'27'-8'0,"-8"-1"0,-7-8 0,-9 7 0,7-3 0,-6 5 0,2-2 0,7 7 0,-2-3 0,5 6 0,1 6 0,8 3 0,0 14 0,5 2 0,-1 2 0,0 1 0,-1 1 0,-1 0 0,-2 1 0,-2 3 0,-14-1 0,-3-3 0,-4 3 0,-2-3 0,0 3 0,-2 1 0,-4-4 0,-3-12 0,-8-10 0,-1-7 0,1 0 0</inkml:trace>
  <inkml:trace contextRef="#ctx0" brushRef="#br0" timeOffset="2">8088 3989 8912,'0'-17'0,"0"-1"0,0 1 0,0 0 0,-2 0 0,-4 0 0,-5-1 0,-6 1 0,-6 0 0,-4 2 0,-7 3 0,1 7 0,4 3 0,-3 2 0,5 0 0,0 2 0,4 3 0,4 5 0,8 15 0,-1 3 0,9 12 0,-3 6 0,6 4 0,4 2 0,1-1 0,9 1 0,-5-1 0,9 1 0,-1 5 0,0 1 0,0-1 0,0-6 0,-1 1 0,-5 0 0,3-8 0,-9-4 0,1-6 0,-6-5 0,0-4 0,-8-8 0,-1 0 0</inkml:trace>
  <inkml:trace contextRef="#ctx0" brushRef="#br0" timeOffset="3">7555 4419 8912,'7'9'0,"-5"-1"0,6-8 0,-8-8 0,9 4 0,9-7 0,6-1 0,13-7 0,3-4 0,4 4 0,8-4 0,1 4 0,4 2 0,-3 0 0,3 0 0,-11 0 0,4-1 0,-6 1 0</inkml:trace>
  <inkml:trace contextRef="#ctx0" brushRef="#br0" timeOffset="4">8191 4247 8912,'0'17'0,"0"0"0,0 0 0,0-5 0,0-1 0,0-7 0,0 4 0,0-8 0,0-2 0,0-4 0,8 4 0,-4-11 0,7 5 0,3-1 0,1-3 0,4-5 0,2 2 0,2 3 0,-2-3 0,-8 3 0,-1-3 0,-1-2 0,-1 5 0,-4 1 0,-4 7 0,-10-3 0,-3 7 0,-5 0 0,-9 7 0,6 8 0,-6 8 0,1-2 0,4 6 0,-4 0 0,6 7 0,1 1 0,8-1 0,1-5 0,8-1 0,0 3 0,0-6 0,9 0 0,9-8 0,7-8 0,11-3 0,4-4 0,-4-2 0,12-2 0,-6-4 0,2-5 0,2-6 0,-2-6 0,-10 4 0,-3-6 0,-8 8 0,-2-2 0,-9-4 0,1 4 0,-7-4 0,-1 3 0,-12 5 0,-3 2 0,1 1 0,-7 9 0,12-5 0,-7 8 0,0 0 0,1 0 0,2 0 0,8 2 0,0 4 0,0-5 0,0 15 0,0-7 0,8 1 0,-6-1 0,4-3 0,3-4 0,-7 8 0,4-5 0,3-3 0,-5 6 0,6-6 0,-3 4 0,-1-5 0,2 9 0,3-4 0,-1-4 0,1 3 0,1-3 0,5-2 0,0 0 0,0 0 0,1 0 0,-1 0 0,0 0 0,0-2 0,0-3 0,1-7 0,-1-3 0,-6-4 0,1-4 0,-6 4 0,5-4 0,-7-4 0,2-2 0,-4-3 0,-2-2 0,0-1 0,0 1 0,0-1 0,0 9 0,0-5 0,0 8 0,-2 0 0,-4 6 0,4 0 0,-6 9 0,8 8 0,0 12 0,0 9 0,0 5 0,2 16 0,4 4 0,-4 2 0,4-2 0,-3 4 0,3-5 0,-4-3 0,4-1 0,-4 3 0,-2-1 0,0 1 0,0-2 0,0-15 0,0-4 0,0 4 0,0 0 0</inkml:trace>
  <inkml:trace contextRef="#ctx0" brushRef="#br0" timeOffset="5">8862 4419 8912,'0'-10'0,"0"-5"0,6 5 0,0-7 0,2 6 0,-5-1 0,3-1 0,8 5 0,-5-5 0,10 5 0,4-1 0,-4 5 0,12-10 0,-8 9 0,7-7 0,-1 6 0,-2-5 0,0 5 0,-3 2 0,-1 3 0,-5 1 0,-1 0 0,0 0 0,-7 0 0,3 7 0,-7 5 0,-1 3 0,-3 2 0,2 0 0,2 0 0,0 1 0,-6-1 0,0 0 0,0 0 0,0-7 0,0 5 0,0-13 0,2 6 0,3-8 0,-1-8 0,8-3 0,-7-5 0,7-1 0,-6 2 0,5 3 0,-5-3 0,5 4 0,-5 1 0,5-1 0,-5 7 0,6-2 0,-7 2 0,7-2 0,-6 5 0,5-5 0,-1 6 0,3 4 0,-1 1 0,-1 9 0,6-7 0,0 5 0,1 1 0,-1-7 0,0 5 0,0-5 0,0-2 0,1-2 0,5-2 0,0-2 0,-2-4 0,-2-3 0,0-5 0,4-3 0,-10 4 0,4-10 0,-5-2 0,-1 0 0,-5-2 0,-4 6 0,-2-5 0,0 3 0,-2 6 0,-4-1 0,-3 3 0,-7 7 0,5-1 0,-4 5 0,5 4 0,-7 13 0,0 8 0,1 6 0,3 8 0,3-1 0,3 0 0,1 1 0,6-1 0,0 0 0,0 1 0,0-1 0,2-7 0,4-4 0,9-4 0,8-2 0,13-7 0,-1-4 0,11-6 0,-1-6 0,7-6 0,5-11 0,-3-11 0,5-10 0</inkml:trace>
  <inkml:trace contextRef="#ctx0" brushRef="#br0" timeOffset="6">10325 3731 8912,'0'17'0,"0"0"0,0 0 0,0-5 0,0-1 0,0 3 0,8 1 0,-4 10 0,5 5 0,-1 9 0,-2 5 0,-1 13 0,1 0 0,-2-1 0,-2 5 0,0-8 0,3 5 0,-3-1 0,4-6 0,-4 3 0,-2-14 0,0-7 0,0-9 0</inkml:trace>
  <inkml:trace contextRef="#ctx0" brushRef="#br0" timeOffset="7">8949 6258 8912,'9'-2'0,"-3"-3"0,-4 3 0,-2-8 0,0 4 0,2 3 0,3-7 0,9 1 0,7-1 0,7 4 0,13-5 0,6-3 0,9-1 0,7-2 0,12-2 0,5-4 0,6-4 0,-40 10 0,0-2 0,2-1 0,1 0 0,2-3 0,0 0-227,0-2 1,1 0 0,2-1 0,1-1 226,-1-2 0,1 0 0,1 2 0,1-1 0,-4-2 0,-1-1 0,-1 0 0,-1 1 0,0-1 0,1 1 0,4-2 0,1-1 0,4-4 0,1-1 0,4-3 0,0-2-302,1-3 0,0 0 0,0 4 1,0 0 301,-8 5 0,-2 0 0,-1 1 0,-1 1 0,-2 0 0,0 1 0,-3 4 0,-1-1-68,-7 3 0,-2-1 0,36-24 0,-21 3 68,-3 4 0,5 4 0,-20 9 0,2 5 0,-7 5 762,-14 11-762,-9-3 1280,-8 13-1280,0-5 342,0 7-342,0 7 0,0-5 0,0 6 0,0-8 0,-2 0 0,-4 0 0,-4-8 0,-7-1 0</inkml:trace>
  <inkml:trace contextRef="#ctx0" brushRef="#br0" timeOffset="8">11822 4264 8912,'-7'9'0,"-5"-3"0,-3-4 0,5-2 0,3 0 0,9-8 0,3-1 0,7-3 0,3 1 0,10 7 0,2-3 0,7 7 0,3 0 0,3 0 0,-2 7 0,8 5 0,4 11 0,1 5 0,3 7 0,-14 5 0,-2 4 0,-9 7 0,-6 1 0,-12-1 0,-5 1 0,-8-2 0,-8-3 0,-7-1 0,-11-9 0,-1-3 0,4-2 0,2-9 0,4 0 0,2-6 0</inkml:trace>
  <inkml:trace contextRef="#ctx0" brushRef="#br0" timeOffset="9">13010 4178 8912,'-8'-34'0,"4"-7"0,-5 3 0,1 6 0,2-1 0,4 10 0,-1 2 0,-3 2 0,-8 2 0,5 2 0,-6 1 0,1 5 0,3 1 0,-1 2 0,-5 6 0,0 8 0,5 2 0,1 9 0,-2 4 0,-1 9 0,1 12 0,3 4 0,3 5 0,1 3 0,6-3 0,0 3 0,0 1 0,0 8 0,0-12 0,0 5 0,0-5 0,0-1 0,0-6 0,0-1 0,0 3 0,0-11 0,0-3 0,-4-5 0,-7-8 0,-1 1 0,-13-12 0,8 7 0</inkml:trace>
  <inkml:trace contextRef="#ctx0" brushRef="#br0" timeOffset="10">12511 4556 8912,'-6'-11'0,"0"-1"0,-7 3 0,3-5 0,1 3 0,1 7 0,8-5 0,0 3 0,4 4 0,5-4 0,9 4 0,10 2 0,1-6 0,11 1 0,6 1 0,-2-4 0,2 3 0,7-9 0,1 5 0,13-9 0,-6 1 0</inkml:trace>
  <inkml:trace contextRef="#ctx0" brushRef="#br0" timeOffset="11">13113 4419 8912,'-17'17'0,"5"-2"0,1-3 0,7 3 0,-4-13 0,8-2 0,8-4 0,4-8 0,3 9 0,2-11 0,0 9 0,0-9 0,1 3 0,-1-5 0,0-1 0,-2 0 0,-3 0 0,-5 5 0,-7 1 0,0-1 0,0-5 0,0 8 0,0 1 0,-7 8 0,-7 0 0,-7 0 0,2 8 0,-4 3 0,4 12 0,2 4 0,0 7 0,0 1 0,5-7 0,1 1 0,7 0 0,-2 5 0,12-2 0,5-3 0,5-4 0,8-10 0,5-3 0,6-5 0,5-7 0,2-2 0,4-3 0,-2-11 0,-4-7 0,-6-1 0,3 1 0,-7-6 0,-11 4 0,0 2 0,-5 4 0,-10-4 0,1 0 0,-3 2 0,-9 10 0,-3-2 0,-7 7 0,5 0 0,1 6 0,-1 0 0,-5 0 0,0 0 0,0 8 0,5 1 0,1 8 0,7-5 0,-2-1 0,4-5 0,2 6 0,0-9 0,0 13 0,0-14 0,0 5 0,2-7 0,4 0 0,-2 0 0,7 0 0,-5 0 0,6 0 0,-1 0 0,6 0 0,-5 0 0,-1 2 0,3 4 0,1 3 0,2 9 0,-6-1 0,1 0 0,-1 0 0,7 0 0,-1 1 0,-4-1 0,3 0 0,3 0 0,4-5 0,0-1 0,3-7 0,9 4 0</inkml:trace>
  <inkml:trace contextRef="#ctx0" brushRef="#br0" timeOffset="12">13991 4161 8912,'0'-35'0,"0"1"0,0 0 0,0 7 0,0 2 0,0 8 0,0 7 0,0 10 0,0 10 0,0 9 0,0 4 0,0 9 0,0 10 0,0 2 0,0 2 0,0 0 0,2-2 0,3-2 0,-3 4 0,4-6 0,-4 6 0,-2-6 0,0 0 0,0 0 0,0 0 0,0-2 0,0-1 0,-8-11 0,-1-1 0</inkml:trace>
  <inkml:trace contextRef="#ctx0" brushRef="#br0" timeOffset="13">13767 4556 8912,'-17'0'0,"0"-2"0,-1-3 0,7-3 0,-1-4 0,9-3 0,-3 11 0,13-5 0,11 1 0,8-5 0,15 1 0,-3 3 0,8-3 0,0 1 0,3-4 0,-3 3 0,2-3 0,-8 3 0,-2-1 0,-9 2 0,4-5 0,-16 12 0,0-7 0,-7 7 0,-10-2 0,0 12 0,-2-2 0,-4 7 0,4 1 0,-4 5 0,2 0 0,-1 0 0,3 1 0,-4-1 0,4 0 0,2 0 0,0 0 0,0 1 0,2-3 0,4-4 0,-2-3 0,7-8 0,1 0 0,3-8 0,-4-3 0,5-4 0,-5-4 0,4-4 0,1 2 0,-5-8 0,4 8 0,-3-2 0,-2 4 0,1 2 0,-7-1 0,2 1 0,-5 8 0,1 1 0,4 8 0,-2 2 0,7 4 0,-5 3 0,6 8 0,-9 1 0,11 5 0,-8 0 0,7-1 0,-2-4 0,5-7 0,1-1 0,0-3 0,0 7 0,2-12 0,4 3 0,-3-5 0,4-5 0,1-7 0,-6-3 0,4-2 0,-4-2 0,-1-2 0,-1-2 0,0 2 0,-7 1 0,-5 3 0,-3 0 0,-2 6 0,0-1 0,-2 8 0,-3-1 0,-5 5 0,-7 5 0,0 7 0,-1 9 0,1 2 0,2 2 0,2-2 0,1 5 0,8-3 0,-2-2 0,5 2 0,1-2 0,0 0 0,1-6 0,5 0 0,6 0 0,9-7 0,4-5 0,1-3 0,3-4 0,5-3 0,1-12 0,-1-10 0</inkml:trace>
  <inkml:trace contextRef="#ctx0" brushRef="#br0" timeOffset="14">14851 4608 8912,'-11'0'0,"1"2"0,2 3 0,3-3 0,-3 6 0,8-8 0,2 0 0,13 0 0,4-8 0,12-5 0,3-6 0,5-4 0,3-8 0,-2 3 0,-2 1 0,4-2 0,-6-1 0,1-1 0,-14 3 0,-2-3 0,-10 8 0,-5 2 0,-8 4 0,-9 5 0,-9 5 0,-10 7 0,-5 0 0,5 7 0,-10 5 0,5 5 0,5 6 0,1 6 0,6 3 0,-6 2 0,8 1 0,2 5 0,8 0 0,7 0 0,0-4 0,8 5 0,6-11 0,7 5 0,8-13 0,7-2 0,8-9 0,14-7 0,-3 2 0,3-4 0,-1-18 0,7-3 0,1-15 0</inkml:trace>
  <inkml:trace contextRef="#ctx0" brushRef="#br0" timeOffset="15">15539 4144 8912,'18'-18'0,"-3"1"0,-4 0 0,7 0 0,-1 0 0,0 5 0,8 1 0,-2-1 0,0 3 0,7 1 0,-3 8 0,8 2 0,-1 4 0,-2 3 0,-3 8 0,2 2 0,-8 4 0,0 4 0,-14 8 0,-3-1 0,-4 0 0,-4 6 0,-4 1 0,-5 4 0,-12-3 0,-6 2 0,-9-4 0,-2 4 0,1-2 0,-5-1 0,6-7 0,-8 0 0,14-3 0,-1-6 0,7-8 0,3-11 0,5-1 0,-3-7 0,4-9 0,-2-4 0,13-20 0,-1 3 0,1-14 0,4 6 0,-4-6 0,4 8 0,2-2 0,0 9 0,0 3 0,8 7 0,-4 1 0,7 11 0,3 1 0,1 2 0,4 14 0,4 4 0,4 11 0,9 5 0,4 5 0,4-1 0,8-3 0,0 3 0,-1-3 0,3-4 0,3-2 0,-3-6 0,3-6 0,4-3 0,-9-12 0,-1-9 0,-9-16 0,2-11 0,0-12 0</inkml:trace>
  <inkml:trace contextRef="#ctx0" brushRef="#br0" timeOffset="16">2340 6121 8912,'6'-25'0,"0"-2"0,-2 0 0,-2 3 0,0 1 0,3 0 0,-3 0 0,4 6 0,-4-1 0,-2 1 0,0 0 0,0 6 0,0-1 0,0 8 0,-2-3 0,-4 9 0,-7 5 0,-8 10 0,2 8 0,-16 17 0,1 6 0,-10 7 0,-6 8 0,-9 12 0,27-35 0,1 0 0,-3 3 0,1 0 0,-3 4 0,1 2-720,-3 4 0,1 3 720,2 2 0,0 4 0,-3 12 0,1 3 0,4 0 0,3 1 0,0 4 0,3 2 0,3-1 0,2 2 0,1 2 0,2 2-365,4-3 0,1 2 1,-1 3-1,1 1 365,5-6 0,1 0 0,-2-2 0,1-2 0,5-6 0,2-3 0,-1-7 0,0-2 0,3-7 0,0-1-228,0-5 0,0-1 228,0 36 0,14-15 0,3-12-153,2-6 153,8 3 0,-6-20 0,8 2 1102,1-7-1102,3-6 0,9-14 0,4 0 0,3 3 0,11-7 0,-7 3 0,5-2 0,-5 9 0,-9 8 0,-4 17 0,-11 7 0,-6 13 0,-4 16 0,-13-27 0,-2 3 0,-1 8 0,-1 2-33,0 9 1,-2 1 32,1 0 0,-2 1 0,-4 17 0,-3 3 0,-1-2 0,-1 0 0,2-27 0,0 2 0,-1 0 0,0 0 0,-1 1 0,0 0 0,0 8 0,1 2 0,0-1 0,-1-2 0,1-1 0,1 1-571,0-2 1,0 1 0,-1-1 570,-1 2 0,-1-1 0,1 0 0,1-4 0,1 1 0,-1-1 0,-3 1 0,0 1 0,-1 0 0,0-2 0,-1 0 0,1-1 0,-4 26 0,0-1-182,0-5 0,-1-3 0,1-7 1,2-3 181,3-8 0,1-1 0,-1-2 0,1-2 0,2-1 0,1-1 0,0-3 0,0 0 0,2-5 0,1-1-9,-3 37 1,2-14-1,1-9 9,1-4 0,10-4 0,3-7 0,8 1 0,1 5 0,-1 5 0,6 13 0,0 10 0,7 4 105,-15-39 1,-1 1 0,-1-1 0,1 1 0,0 8 0,0 1-106,1 3 0,1 0 0,0-5 0,1 0 0,0 3 0,2 0 0,0-7 0,2-1 0,2 0 0,0-1 0,-2 0 0,0-1 0,4-2 0,0-1 0,-3-3 0,0-2 0,22 31 1023,5-20 0,-5-20-1023,8-13 0,-6-4 432,0-7 1,-8-3-1,4-8-432,0 0 15,-6 0 0,12-10 0,-6-5-15,2-6 0,-5-17 0,8-1 0,-7-18 0,4 2 0,-1-12 0,2-10 0,1-8 0</inkml:trace>
  <inkml:trace contextRef="#ctx0" brushRef="#br0" timeOffset="17">757 9697 8912,'2'-15'0,"2"1"0,2 3 0,-3-3 0,-1-1 0,-2-2 0,0 6 0,0-1 0,0 6 0,0-5 0,2 1 0,4-1 0,-4-4 0,4 3 0,-4 4 0,-2 1 0,0 11 0,-4 7 0,-8 12 0,-1 9 0,-18 11 0,-5 8 0,2 8 0,-14 16 0,6 1-837,-2 3 837,5-7 0,5 5 0,11-9 0,4 1 0,9-4 0,7-10 0,8-14 0,13-15 0,14-14 0,14-5 0,11-7 0,-3-15 0,3-8 0,-1-15 0,-1-8 0,2-4 0,8-1 0,-11 1 0,3 4 0,-3 6 0,-16 6 0,-3 5 0,-20 4 0,-7 10 0,-16 4 0,-21 3 0,-21 8 0,-5 0 0,-10 0 0,4 0 0</inkml:trace>
  <inkml:trace contextRef="#ctx0" brushRef="#br0" timeOffset="18">654 9817 8912,'-6'-17'0,"0"0"0,-5 0 0,5 0 0,1 7 0,5 2 0,9 24 0,8 7 0,0 15 0,8 9 0,0 9 0,-6 5 0,8 10-223,-4 3 0,-2 5 223,8 6 0,-2 1 0,1 0 0,9 4 0,-9-4 0,7-6 0,-12-17 0,-8-13 0,-9-15 0,3-9 0,1-9 0</inkml:trace>
  <inkml:trace contextRef="#ctx0" brushRef="#br0" timeOffset="19">1514 9731 8912,'0'-17'0,"0"0"0,0 0 0,0 0 0,-2-1 0,-3 3 0,-7 4 0,-3 3 0,-2 16 0,0 5 0,-1 8 0,1 8 0,6 3 0,1 3 0,2-1 0,3 0 0,7 1 0,3-1 0,7 0 0,3 1 0,2-7 0,1 1 0,-1 2 0,0-5 0,0 3 0,8-8 0,-6 4 0,4-8 0,-4 0 0,-2 1 0,1-1 0,-1-6 0,0 1 0,0-9 0,-7 5 0,-4 0 0,-12 3 0,-4-3 0,-9 7 0,-2-3 0,-2 3 0,-7 2 0,1 0 0,4-1 0,2-5 0,-4 4 0,8-13 0,-6-2 0,8-9 0</inkml:trace>
  <inkml:trace contextRef="#ctx0" brushRef="#br0" timeOffset="20">2065 9749 8912,'-27'-10'0,"-5"-5"0,7 7 0,-4-3 0,-1 3 0,5 8 0,-2 0 0,6 0 0,-4 2 0,10 4 0,3 5 0,5 12 0,7-2 0,0 8 0,0-1 0,0-1 0,7 4 0,5-8 0,5-1 0,6-4 0,-4-3 0,4-2 0,-4-1 0,6-8 0,-6 3 0,4-7 0,-4-7 0,-2-5 0,-5-3 0,-1-2 0,-5-1 0,6 1 0,-9-6 0,3 0 0,-4 2 0,6 2 0,-6 2 0,5 2 0,1 3 0,-6-3 0,7 7 0,-5-5 0,2 2 0,0 7 0,1-4 0,5 8 0,3 0 0,2 2 0,1 2 0,-1 2 0,0-1 0,0-5 0,0 0 0,1 8 0,-1 2 0</inkml:trace>
  <inkml:trace contextRef="#ctx0" brushRef="#br0" timeOffset="21">2375 9645 8912,'9'-9'0,"1"-1"0,-4 5 0,-4-5 0,5-1 0,-7-1 0,0 8 0,0-3 0,8 7 0,-6 7 0,4 5 0,1 9 0,-1 2 0,2 7 0,-5-1 0,3 3 0,0-5 0,-6 4 0,0-7 0,0 3 0,0-6 0,0 4 0,0-8 0,0 0 0,0-7 0,0-10 0,0-17 0,0-12 0,6-3 0,-1-5 0,-1-3 0,4 4 0,-2-4 0,-1-4 0,1 10 0,2-3 0,1 7 0,-5 9 0,9 2 0,-7 7 0,8 8 0,-3-1 0,4 3 0,1 4 0,-5 3 0,4 5 0,-5 13 0,7 2 0,0 1 0,1-5 0,-7 4 0,0-8 0,3 1 0,-6-1 0,1-2 0,-5-2 0,2-1 0,7-8 0,-9 3 0,7-7 0,-5-7 0,6-5 0,-9-3 0,3-2 0,4-8 0,-7 0 0,7-5 0,-2 1 0,5 0 0,-9 2 0,5 5 0,-1 2 0,5 11 0,-9-5 0,8 9 0,-6-1 0,5 6 0,-5 4 0,5 5 0,3 9 0,-7 3 0,9 3 0,-7 3 0,1 0 0,5 5 0,-5-12 0,7 2 0,0-2 0,0-11 0,0 4 0,1-7 0,-1 0 0,0-6 0,0-8 0,-2-3 0,-3-4 0,1-10 0,-5-4 0,2-3 0,3-3 0,-5 8 0,1-5 0,-3 3 0,-4-3 0,4-3 0,-3 9 0,1 3 0,2 4 0,0 9 0,-6 2 0,7 16 0,-3 9 0,6 14 0,-3 7 0,-1 6 0,0 8 0,1-1 0,3 1 0,-4-1 0,5 1 0,-5 5 0,5 1 0,-7-9 0,10-1 0,-7-8 0,3-2 0,-6-1 0,3-11 0,-7-3 0,0-4 0,0-1 0,0-9 0,-2-3 0,-3-12 0,3-3 0,-6-9 0</inkml:trace>
  <inkml:trace contextRef="#ctx0" brushRef="#br0" timeOffset="22">3201 9353 8912,'11'-8'0,"1"-3"0,-7 1 0,7-1 0,-8 7 0,11-11 0,-2 5 0,9-1 0,6-1 0,5 1 0,3-4 0,4 3 0,-3 5 0,5 7 0,-8 0 0,-7 0 0,-4 0 0,-4 13 0,-2 4 0,-7 12 0,-5-1 0,-5 13 0,-7 4 0,-11 5 0,1 2 0,-13-1 0,5 1 0,-2-1 0,-2-7 0,3 4 0,3-8 0,4-2 0,1-17 0,1-5 0,0-9 0,0 3 0</inkml:trace>
  <inkml:trace contextRef="#ctx0" brushRef="#br0" timeOffset="23">3751 8923 8912,'10'-13'0,"-4"-4"0,-4-4 0,-2 3 0,0 9 0,0 3 0,0 12 0,0 3 0,0 22 0,0 7 0,0 10 0,0 0 0,0 11 0,0-7 0,0-1 0,7 1 0,3-1 0,7-1 0,0-4 0,1-4 0,4-15 0,1-4 0,-2-4 0,-1-10 0,-3-1 0,0-10 0,0-4 0,0-5 0,1-12 0,-7-2 0,1-4 0,-1-3 0,-1-1 0,-3-7 0,1 2 0,-6 2 0,5 1 0,-7 1 0,0 0 0,-5 7 0,-3 4 0,-1 4 0,-3 9 0,2 10 0,5 12 0,-3 13 0,2 9 0,1 0 0,5 6 0,0 4 0,0 2 0,0-4 0,0-2 0,2-9 0,3-2 0,5-7 0,7 7 0,2-15 0,4-3 0,-2-7 0,8-4 0,1 0 0,3-15 0,1 1 0,1-15 0,-1-1 0,-7-3 0,4-1 0,-9 0 0,0-1 0,-3 3 0,-4 1 0,-2 5 0,-1 1 0,-8 9 0,3 1 0,-7 13 0,0 4 0,0 15 0,0 2 0,0 10 0,0 0 0,0 5 0,-2-3 0,-1-1 0,-3 1 0,0 5 0,-2-7 0,-3 11 0,-12-4 0,-6 6 0,-3 0 0,-10-5 0,-4 1 0,-4-6 0,-2-3 0,-7-8 0,-2-4 0,-8-9 0</inkml:trace>
  <inkml:trace contextRef="#ctx0" brushRef="#br0" timeOffset="24">5782 8046 8912,'-29'-19'0,"3"-4"0,1-5 0,4-3 0,2 1 0,3 3 0,3 4 0,1 8 0,9 3 0,-3 6 0,6 6 0,6 0 0,5 12 0,4 9 0,10 6 0,4 7 0,3 0 0,3 1 0,-1 5 0,1 0 0,-1-2 0,1-1 0,-1-3 0,0 0 0,1-5 0,-1-2 0,3-4 0,3-8 0,6-7 0,3-7 0,11-16 0,3-8 0,4-7 0,-6-5 0,-10-5 0,-10 0 0,-5 2 0,-2 2 0,-1 3 0,-4 4 0,-7 7 0,-2 10 0,-9 4 0,1 8 0,5 0 0,6 0 0,9 8 0,3 4 0,9 9 0,13 1 0,4 13 0,8-5 0,0 1-153,7 0 1,-5-5 152,4-3 0,7-6 0,0-5 0,2-6 0,4-8 0,2-10 0,2 1 0,-8-27 0,-4 3 0,-11-3 0,-12 4 0,-5 1 0,-6 4 0,-6-3 0,-11 5 0,-8 0 0,-8 5 0,-7 2 0,-4 3 0,-4 6 0,-4-1 0,-5 9 0,-12-3 0,-10 13 0,-9 11 0,-2 8 0,0 1 0,-2 2 0,4-1 0,14 5 0,-1-4 0,0-1 0,-5-11 0,-1-3 0</inkml:trace>
  <inkml:trace contextRef="#ctx0" brushRef="#br0" timeOffset="25">7073 8236 8912,'-8'-18'0,"-1"1"0,-1 0 0,-3 0 0,7 0 0,2-1 0,2 9 0,4 3 0,2 12 0,2 5 0,5 6 0,-3 6 0,-1 8 0,1 7 0,-2 6 0,0 8 0,-1-1 0,1 1 0,-6-1 0,0 7 0,0-1 0,0 2 0,0-1 0,0-5 0,0 4 0,0-3 0,0-3 0,-2-7 0,-4-4 0,-3-3 0,-24-10 0,-3-3 0</inkml:trace>
  <inkml:trace contextRef="#ctx0" brushRef="#br0" timeOffset="26">6711 8889 8912,'10'0'0,"5"0"0,-5 2 0,7 3 0,0 7 0,2 9 0,4 2 0,4 0 0,15 0 0,4 0 0,4-2 0,1-2 0,1-2 0,0 0 0,-3-7 0,-3-5 0,-6-3 0,-3-2 0,-11-2 0,-3-3 0,-3-12 0,-3-10 0</inkml:trace>
  <inkml:trace contextRef="#ctx0" brushRef="#br0" timeOffset="27">7383 8837 8912,'0'12'0,"0"-1"0,0 1 0,-8-1 0,-4 1 0,-3 1 0,-2 10 0,-8 4 0,-4 7 0,-3 8 0,-3 4 0,-5 4 0,0 1 0,0-7 0,6-4 0,7-11 0,2-4 0</inkml:trace>
  <inkml:trace contextRef="#ctx0" brushRef="#br0" timeOffset="28">5937 9920 8912,'0'-11'0,"0"0"0,-2-1 0,-4-5 0,4 5 0,-5 1 0,1-2 0,0-3 0,1-1 0,5 0 0,1 0 0,5 1 0,6 5 0,9 3 0,4 8 0,1 0 0,3 2 0,5 6 0,1 9 0,-1 10 0,-7 5 0,-4 5 0,-12 3 0,-5 6 0,-4 3 0,-4 3 0,-5-1 0,-11 1 0,-7 0 0,-9-1 0,0-1 0,-1-4 0,7-6 0,-1-10 0,0-3 0,2-2 0,3-10 0,6-9 0,1-12 0,8-11 0,3-12 0,4-9 0,2-2 0,0 2 0,8-6 0,-5 9 0,9-1 0,1 6 0,3 9 0,1 1 0,0 11 0,0 1 0,8-5 0,-4 11 0,8-4 0,-1 12 0,7 5 0,1 7 0,4 3 0,6 2 0,10 0 0,3-6 0,2 0 0,4 0 0,-6-7 0,8-3 0,-5-7 0</inkml:trace>
  <inkml:trace contextRef="#ctx0" brushRef="#br0" timeOffset="29">7073 9852 8912,'-29'-29'0,"0"0"0,-1-1 0,-1 3 0,3-2 0,-3 8 0,8-2 0,2 4 0,2 8 0,2-1 0,-1 9 0,3-3 0,4 12 0,1 11 0,4 11 0,4 5 0,-3 1 0,3 8 0,2 4 0,6 4 0,-1 1 0,9-5 0,-3 0 0,4 2 0,3 2 0,-1-6 0,0-4 0,4-4 0,-4-2 0,4 6 0,-11 1 0,-1-3 0,-1-10 0,-16 5 0,-9-14 0,-10 6 0</inkml:trace>
  <inkml:trace contextRef="#ctx0" brushRef="#br0" timeOffset="30">6643 10247 8912,'0'-9'0,"0"-7"0,3 5 0,9-4 0,7-3 0,17 1 0,4 0 0,10-2 0,11-2 0,4-4 0,6-2 0,2 6 0,-4-2 0,-14 12 0,-7 5 0,-10 4 0,-11 2 0,-8 2 0,-8 4 0,-5 5 0,-10-1 0,-1 1 0,-9-5 0,3 6 0,3-9 0,0 5 0,8-8 0,8-2 0,4-4 0,3-3 0,2-8 0,0 5 0,1 1 0,-7 1 0,0-1 0,-7-5 0,2 5 0,-4 1 0,-4 1 0,-4 1 0,-11 2 0,-2 8 0,-4 4 0,-2 4 0,2 7 0,-2 0 0,2 0 0,10 0 0,-4 1 0,5-1 0,1 2 0,5 4 0,4 5 0,2-3 0,4 0 0,8 0 0,7-6 0,15 4 0,2-6 0,5-5 0,3-5 0,7-7 0,1-2 0,-1-3 0,-1-5 0,-4-7 0,-6 0 0,-11 0 0,0-1 0,-12 1 0,2 0 0,-13 0 0,-1-6 0,-5 0 0,-2 0 0,-3 6 0,-5 0 0,-7-1 0,5 7 0,1-1 0,-1 9 0,-5-3 0,6 4 0,-1 2 0,9 2 0,-3 4 0,2 3 0,-2 1 0,4 5 0,-3-3 0,3 3 0,2 2 0,0 0 0,0 0 0,0-5 0,0-1 0,5-5 0,1 5 0,0-7 0,-6 4 0,8-8 0,1 0 0,8-6 0,0-1 0,1-3 0,-1 4 0,0-5 0,0 7 0,1-2 0,-1-1 0,0 1 0,2 0 0,4 6 0,-4 0 0,4 0 0,-4 0 0,-2 0 0,1-2 0,-1-2 0,0-1 0,8-16 0,2 2 0</inkml:trace>
  <inkml:trace contextRef="#ctx0" brushRef="#br0" timeOffset="31">8140 9387 8912,'0'-17'0,"0"8"0,-8 1 0,6 8 0,-6 10 0,8 7 0,6 15 0,2 14 0,1 4 0,5 1 0,1 1 0,2 7 0,2-5 0,4 3 0,6-4 0,-4-1 0,0-4 0,-8-8 0,-7 0 0,-3-13 0</inkml:trace>
  <inkml:trace contextRef="#ctx0" brushRef="#br0" timeOffset="32">8019 9989 8912,'-5'-11'0,"-1"-1"0,-8-7 0,12 0 0,-3-4 0,10 6 0,7 6 0,5-5 0,6 5 0,4-5 0,7-1 0,8 0 0,4 0 0,4 0 0,0 0 0,-3-1 0,-3 1 0,-1 0 0,-3 0 0,-14 1 0,-3 5 0,-3 3 0,-3 8 0,-8 2 0,-3 4 0,-4-2 0,-2 7 0,6-5 0,-1 5 0,1-5 0,-6 6 0,8-1 0,-6-1 0,13 5 0,-5-13 0,7 6 0,0-8 0,-6 0 0,-1-2 0,-2-4 0,5-4 0,-9-7 0,7 0 0,3 0 0,-7 0 0,1-1 0,-6 3 0,4 4 0,-4-5 0,7 7 0,-3-8 0,-4 5 0,4 1 0,3 7 0,-5-4 0,7 8 0,1 8 0,5 3 0,0 5 0,0-1 0,1-2 0,-1-1 0,0-3 0,0 3 0,1-7 0,-1-3 0,0-2 0,0 0 0,0 0 0,-5-7 0,-1-5 0,1-3 0,-1-2 0,1 0 0,-8-6 0,1-2 0,-3-2 0,-2 6 0,0-4 0,0 8 0,0 0 0,0 0 0,-7 7 0,5 10 0,-4 12 0,-2 5 0,2 6 0,1-2 0,5 7 0,0 1 0,0 5 0,0-1 0,0-4 0,0 1 0,0-7 0,7 2 0,5-2 0,3-10 0,2 4 0,3-11 0,2 0 0,7-4 0,4-6 0,1-6 0,0-9 0,1-6 0,-1-3 0,-5-7 0,0 1 0,-3 0 0,3-1 0,-4 3 0,-10 1 0,-3 2 0,-5 1 0,-1-5 0,0 5 0,0 3 0,-6 8 0,-2 7 0,-4 4 0,4 6 0,-4 6 0,4 6 0,2 11 0,0 3 0,0 9 0,2-1 0,4 0 0,2 3 0,5 3 0,-1 6 0,-1-4 0,-1 5 0,-5-5 0,-3 2 0,-2 2 0,-4-2 0,-7-4 0,-2-3 0,-16-3 0,0 0 0,-5 1 0,-1-1 0,1-7 0,-8-2 0,-2-8 0</inkml:trace>
  <inkml:trace contextRef="#ctx0" brushRef="#br0" timeOffset="33">15121 9864 8912,'-12'18'0,"-5"-1"0,3-3 0,-4-2 0,2-1 0,0-8 0,5 1 0,-1 1 0,1-1 0,4 0 0,2-4 0,5 0 0,1-5 0,3-3 0,4-2 0,3-3 0,4-2 0,0-4 0,0-3 0,1-1 0,-1 0 0,0-1 0,-2-2 0,3-1 0,-4-5 0,4 1 0,-8-2 0,1-2 0,-6 1 0,1 1 0,-4 2 0,-1 3 0,-3 5 0,-6 9 0,-7 3 0,-1 6 0,-2 6 0,-1 10 0,2 8 0,-2 12 0,6 3 0,-3 11 0,7-3 0,-2 6-69,9-6 0,0 4 1,5 1 68,3-1 0,4 2 0,7-10 0,-1-6 0,6-9 0,0-6 0,2-9 0,1-5 0,0-8 0,0-6 0,-1-12 0,-3-12 0,-2-1 0,-6-6 0,1-1 0,-6-2 0,-1 3 0,-5 2 0,0 4 0,0-1 0,-10 14 0,-5-2 0,-6 5 68,-2 6 1,-1-1 0,-2 7-69,-1 4 0,6 3 0,-1 2 0,3 3 0,2 4 0,1 7 0,9 3 0,3 5 0,3 6 0,2 6 0,3 5 0,3 2 0,4 0 0,5-5 0,1 4 0,4-5 0,-2-1 0,0-9 0,0-9 0,0-5 0,-3-6 0,2-2 0,-2-3 0,0-11 0,-5-5 0,-4-8 0,-3-7 0,-3-4 0,-1-4 0,-1 4 0,-3-1 0,-3 2 0,-4 2 0,-1-2 0,-4 12 0,-4-2 0,-1 8 0,-2 0 0,-1 2 0,1 3 0,0 2 0,5 3 0,3 6 0,2 3 0,6 7 0,-1 9 0,5 7 0,1 5 0,4 5 0,5-1 0,3 5 0,-2-3 0,2-2 0,-2 2 0,2-3 0,1-5 0,1-1 0,-1-6 0,1-5 0,-1-8 0,1-10 0,-6-12 0,-2-11 0,-2-5 0,-2-6 0,0-1 0,0-3 0,0-1 0,-6 1 0,4 8 0,-6 3 0,-1 2 0,-1 0 0,-2 2 0,1 8 0,-1 6 0,1 5 0,-1 2 0,1 6 0,-1 3 0,2 9 0,2 3 0,-2 8 0,9-2 0,-3 6 0,3 1 0,1 1 0,0 2 0,0-1 0,3 1 0,1 0 0,5-2 0,-1-2 0,1-4 0,1-8 0,2-4 0,-3-15 0,6-11 0,-2-14 0,-2-17 0,0-5 0,-4-11 0,-2 5 0,-5 4 0,0 6 0,0 5 0,0 8 0,0 7 0,-5 5 0,-1 18 0,-4 8 0,2 9 0,-2 15 0,3 5 0,1 4 0,2 1 0,-2-5 0,4-2 0,-1-10 0,1-4 0,7-4 0,2-11 0,4-2 0,5-11 0,-1-8 0,0-13 0,-3-13 0</inkml:trace>
  <inkml:trace contextRef="#ctx0" brushRef="#br0" timeOffset="34">24671 17320 8912,'-11'0'0,"-2"0"0,-1 0 0,-2 0 0,-4 0 0,6 4 0,-4 0 0,1 0 0,3 1 0,-4-4 0,0 4 0,0-5 0,2 0 0,9 0 0,2 0 0,5 0 0,5 0 0,-2 0 0,4 0 0,-3 0 0,4 0 0,0 4 0,3 0 0,2 3 0,2-3 0,3 0 0,5-4 0,0 0 0,6 0 0,-4-4 0,5-1 0,-2-1 0,4-2 0,-11-3 0,2-1 0,-2 0 0,-5 5 0,-3 0 0,-4 2 0,-7-4 0,-3 8 0,-11-3 0,-6 7 0,-9 1 0,1 5 0,-8-2 0,-2 3 0,-1 2 0,4 0 0,1-1 0,1 1 0,0-1 0,2-3 0,2-2 0,3-1 0,0 4 0,10-6 0,3 5 0,4-6 0,4 2 0,4-3 0,10-1 0,6 1 0,2 3 0,3-2 0,1 3 0,1-5 0,3 0 0,-2 0 0,8-2 0,-3-1 0,-1-5 0,4 3 0,-8-5 0,2 2 0,-4 1 0,-4 1 0,-4 0 0,-2-1 0,-6 5 0,-5-5 0,-10 3 0,-2 3 0,-13-3 0,1 3 0,-7 0 0,1-3 0,-4 3 0,2-8 0,-5 5 0,5-4 0,-1 4 0,5 0 0,-1 4 0,3 0 0,6 0 0,-2 2 0,4 3 0,3 5 0,4 4 0,4 3 0,5-2 0,0 2 0,0 2 0,9-1 0,3-3 0,7-2 0,0 1 0,3-5 0,1-4 0,0-5 0,0 0 0,0-1 0,-1-3 0,-1-3 0,-2-4 0,-5 1 0,1 2 0,-2-2 0,-6 4 0,-4-6 0,-6 1 0,-5-1 0,-8 1 0,-1-1 0,-7 1 0,0-2 0,-1-1 0,-2-2 0,-5-4 0,3 6 0,-3-4 0,2 1 0,0 3 0,-2 5 0,3 3 0,0 1 0,2 6 0,10 5 0,1 7 0,3 2 0,7 9 0,1 1 0,6 6 0,3 1 0,7 1 0,7-2 0,5-2 0,1-1 0,4-6 0,-3-1 0,5-6 0,-2-1 0,-1-1 0,-4-7 0,0-2 0,-5-2 0,-3-2 0,-3-6 0,-4-1 0,1-4 0,-6-1 0,0-2 0,-2-3 0,-1-1 0,-5-1 0,-3-3 0,-7 3 0,1-3 0,-5 3 0,0-3 0,-6-1 0,-2 0 0,-2 0 0,-5 1 0,2 3 0,2 4 0,-1 2 0,1 6 0,5 6 0,4 8 0,2 7 0,8 13 0,4 3 0,5 9 0,2 3 0,10 3 0,5 1 0,11-5 0,5-3 0,2-7 0,3-4 0,2-3 0,-2-11 0,3 1 0,-9-10 0,-3-2 0,-2-5 0,-7-4 0,-3-4 0,-2-1 0,-7-3 0,-2-1 0,-3 1 0,-1-2 0,0 5 0,0-10 0,0 3 0,-5-2 0,-3 2 0,-2-3 0,-1 3 0,-2-7 0,-3-1 0,4 4 0,-5 4 0,2 0 0,-1 1 0,1 1 0,3 6 0,1 5 0,-1 2 0,1 2 0,0 9 0,4 4 0,2 7 0,6 8 0,3 1 0,-3 5 0,9 0 0,-2 4 0,2-4 0,2-3 0,1-6 0,2-4 0,-1-6 0,5-1 0,-3-6 0,2-7 0,-2-3 0,0-2 0,-2-11 0,-1-2 0,-3-3 0,-5-5 0,1 0 0,0 3 0,-4 3 0,-1 0 0,-1 8 0,0-9 0,0 4 0</inkml:trace>
  <inkml:trace contextRef="#ctx0" brushRef="#br0" timeOffset="35">9108 6481 8912,'7'-9'0,"-6"3"0,6 6 0,-5-5 0,3 0 0,-4 0 0,6 5 0,-7-7 0,0 5 0,0-4 0,0 6 0,0-2 0,0-3 0,0 3 0,0-4 0,0 6 0,0 0 0,0-7 0,0 5 0,0-4 0,-7 6 0,6 0 0,-6 0 0,5 0 0,-3 0 0,4 0 0,-6 0 0,7 0 0,0 0 0,-7 0 0,6 0 0,-6 0 0,7 0 0,0 0 0,7 0 0,-6 0 0,13 0 0,-6 0 0,2 0 0,0 0 0,0 0 0,5 0 0,0-5 0,2 0 0,3 1 0,3 3 0,2-4 0,0 0 0,-5-2 0,5 2 0,-5 3 0,5-3 0,-7 4 0,2 1 0,2 0 0,-2 0 0,-2 0 0,-1 0 0,3 1 0,0 3 0,-2 1 0,-2 6 0,4-7 0,0 6 0,2-5 0,-2 5 0,-2-5 0,7 5 0,0-5 0,5 5 0,5 0 0,2 5 0,1 0 0,2-1 0,10 1 0,0 0 0,7 5 0,-3 0 0,0 0 0,-1-5 0,-1 0 0,4 0 0,-9-1 0,4-3 0,1-1 0,-2-2 0,10 2 0,-9 2 0,9-7 0,-3 7 0,-4-9 0,-1 7 0,-1 2 0,3 1 0,-1-3 0,-3 0 0,8 0 0,2 5 0,10 0 0,-2 1 0,0 4-356,-1-3 1,-27 5 0,-5-7 0</inkml:trace>
  <inkml:trace contextRef="#ctx0" brushRef="#br0" timeOffset="36">11640 6974 8912,'51'24'0,"-4"4"0,18-5 0,0 7-136,0-7 0,11 6 0,-7-6 136,-8 0 0,1-1 0,-7-2 0,10 2 0,5 1 0,-4-5 0,7 5 26,-3-3 1,-2-1 0,2 6 0,-1 1 0,-4 2-27,-6 2 0,5 7 0,-3 0 0,4 2 0,-3-4 0,-2-3 0</inkml:trace>
  <inkml:trace contextRef="#ctx0" brushRef="#br0" timeOffset="37">13243 7618 8912,'65'30'0,"0"0"0,4 5 0,-4 0-205,7 0 1,1-7-1,-32-14 1,0-1 204,0-1 0,1 0 0,36 13 0,-35-13 0,1 0 0,36 9 0,-2 1 0,-2-5 0,4 6 0,2-3 0,-40-8 0,-1 1-126,2 1 0,-1 0 0,2 1 0,-1 0 126,-3 0 0,0 0 0,1 2 0,-1 1 0,32 17 0,1-2 0,-2-1 0</inkml:trace>
  <inkml:trace contextRef="#ctx0" brushRef="#br0" timeOffset="38">14936 8247 8912,'41'17'0,"1"1"0,3-1 0,0 0 0,-4 1 0,1-1 0,0-2 0,-1-1-449,29 11 1,0 1 448,5-6 0,-35-7 0,1-1 0,2-1 0,-1-2 0,2 0 0,1 0 0,0 0 0,-1-1 0,-1 0 0,-1-1 0,1 0 0,-1 1 0,33 7 0,3-2 0,2-1 0,2-2 0,-39-4 0,0-1 0,2-1 0,-1-1 0,32 10 0,-6-3 0,-7-1 0,-3 1 0,2 0 0,3 5 0,-4 0 0,4 0 0,-3 0 0,-4 0 0,-3 0 0,3-1 0,-16 0 0,3-4 0,-7 1 0,4-2 0,-1 4 0,-1 5 0</inkml:trace>
  <inkml:trace contextRef="#ctx0" brushRef="#br0" timeOffset="39">17467 8845 8912,'45'0'0,"0"0"0,0 0 0,2 0 0,-1 0 0,-1 0 0,10 0 0,-20 2 0,8 1 0,-4 2 0,2 0 0,-2-5 0,4 0 0,-3 0 0,3 7 0,-5-5 0,7 3 0,0-4 0,7-1 0,-6 0 0,4 0 0,-3 0 0,-4 0 0,-1 0 0,-2-1 0,1-4 0,-4 3 0,6-5 0,-24 1 0,1-3 0</inkml:trace>
  <inkml:trace contextRef="#ctx0" brushRef="#br0" timeOffset="40">18875 8815 8912,'47'-5'0,"3"0"0,-3-6 0,6 2 0,-3-5 0,-4 0 0,4 4 0,-3-1 0,-2 4 0,0-1 0,13 4 0,-8-7 0,10 4 0,-2-1 0,-6 4 0,4-4 0,-6 5 0,-1-2 0,-9 0 0,1 0 0,-4-2 0,1-1 0,2 4 0,0-2 0,0 6 0,2 0 0,1-7 0,2 5 0,0-3 0,0 4 0,-5 1 0,-2 0 0,-1 0 0,-4 0 0,-2 0 0,-2 0 0,-4 0 0,-5 0 0,3 0 0,-5-5 0,7 0 0,2 2 0,-5 1 0,4-3 0,-4-2 0,1-1 0,-3 5 0,5-4 0,0 2 0,-2 0 0,6 0 0,-8 3 0,6-1 0,-2-2 0,-7 0 0,9 5 0,-7 0 0,5-5 0,-5 0 0,5 0 0,-5 5 0,0 0 0,-5 0 0,5 0 0,0 0 0,-2 0 0,-2 0 0,6 0 0,3 0 0,3 0 0,2 0 0,2-2 0,1-1 0,2-2 0,7 0 0,-2 5 0,-4 0 0,-1 0 0,-3-5 0,-4 0 0,-1 2 0,-2 1 0,-7 2 0,-1 0 0,-7 0 0,1 0 0,-4-7 0,6 6 0,-3-4 0,4 3 0,-6 2 0,5 0 0,-3 0 0,4 0 0,-4 0 0,0 0 0,1 0 0,-4 0 0,1 0 0,-3 0 0,-3 0 0,5 0 0,-7 0 0,0 0 0,6 0 0,-4 0 0,11 0 0,-11 0 0,5 0 0,-7 0 0,0 0 0,6 0 0,9-7 0,9-1 0</inkml:trace>
  <inkml:trace contextRef="#ctx0" brushRef="#br0" timeOffset="41">21677 8082 8912,'-10'-2'0,"2"-3"0,-1-3 0,1 0 0,5-6 0,-2 14 0,10 0 0,-2 2 0,7 8 0,2 2 0,1 1 0,2 2 0,0 0 0,5 2 0,1 1 0,3 2 0,-4 6 0,5-1 0,1 4 0,-4-6 0,5 10 0,-6-1 0,1 4 0,0 6 0,-4 1 0,-8 2 0,-5 0 0,-4 0 0,-7 1 0,-8 3 0,-9 1 0,-2-1 0,-18-9 0,3 0 0,2-1 0,-2 0 0,1-2 0,0-7 0,-3-5 0,7-2 0,2 0 0,3-1 0,5 0 0,10 4 0,11-9 0,14 3 0,20-10 0,17-3 0</inkml:trace>
  <inkml:trace contextRef="#ctx0" brushRef="#br0" timeOffset="42">9318 6241 8912,'-9'10'0,"3"0"0,1 2 0,-2 1 0,-1 2 0,5-7 0,-4-1 0,7-9 0,2-1 0,3-2 0,-2-5 0,7 5 0,1 2 0,3-1 0,1-1 0,-2 2 0,-1-5 0,-2 1 0,0-5 0,5 4 0</inkml:trace>
  <inkml:trace contextRef="#ctx0" brushRef="#br0" timeOffset="43">9123 7349 8912,'7'8'0,"-6"-1"0,6-9 0,-7-3 0,0 2 0,0-7 0,2 6 0,3-1 0,5 4 0,3 1 0,2 0 0,2 0 0,3 0 0,1 0 0,6 0 0,-1 0 0,6 0 0,-2 0 0,8 0 0,-3 0 0,4 0 0,-1 0 0,5 0 0,-3 0 0,3 0 0,2 0 0,0 5 0,4 1 0,2 1 0,4 0 0,12 4 0,-6-1 0,6 4 0,-2 0-207,5 1 1,-2 5 206,2 0 0,3 0 0,-1-5 0,6-1 0,-36-9 0,1 0 0,38 8 0,-1-10 0,-10 6 0,-5-3 0,-2 4 0,-4-5 0,-6-2 0,-2-1 0</inkml:trace>
  <inkml:trace contextRef="#ctx0" brushRef="#br0" timeOffset="44">11505 7588 8912,'75'0'0,"6"7"0,-36-7 0,0 1 0,4 5 0,1 0-1187,2-3 1,0-1 1186,1 4 0,-1 0 0,-3-5 0,-1 1 0,-3 2 0,0 0 0,36 3-45,-36-1 0,0 0 1,-2-5-1,1 1 45,6 3 0,0 0 0,-7-3 0,0-1 86,0 2 1,-1-1-1,36 0-86,-3-2 0,7 5 0,-40-3 0,1 1 0,0 0 0,0-1 0,0-2 0,1 0 0,41 0 0,-6 0 0,-36 0 0,1 0 0,1 0 0,0 0 0,1 0 0,1 0 0,4 0 0,0 0 0,-3-2 0,0-1-146,2 0 1,0 1-1,-1-1 1,0-1 145,-1 1 0,-1 1 0,-1 1 0,0 1 0,1-3 0,1 1 0,-2 0 0,-1 2 0,0 0 0,0 0 0,40 0 0,-4 0 0,-4 0 0,1 0 0,-8 5 0,10 0 0,-38-3 0,1-1 0,42 1 0,-4-2 0,-7-2 0,-6-3 0,3 4 0,-6-11 0,9 7 0,2 2 0,2-6 0,-3 8 0,0-4 0,-3-2 280,3 2 0,-9 0 1,9 3-281,-2-3 0,1 4 0,-3-6 0,4 4 0,7-7 0,-39 1 0,0 1 0</inkml:trace>
  <inkml:trace contextRef="#ctx0" brushRef="#br0" timeOffset="45">16658 7558 8912,'60'-6'0,"5"2"0,3-6 0,6-1 0,-4-1 0,4 0 0,-7 2 0,-5 7 0,-2-9 0,-2 7 0,-3 2 0,-4-4 0,-4 1 0,3-1 0,5 0 0,10-4 0,-4 4 0,3-5 0,-8 2 0,2 1 0,-9-6 0,4 1 0,-1 4 0,-3-3 0,-4 5 0,2-6 0,3 4 0,-3-3 0,8 10 0,-9-6 0,-3 3 0,-1-6 0,3 5 0,-2-4 0,-3 1 0,-3 7 0,-1-11 0,4 4 0,4-3 0,-4 0 0,1 1 0,4 2 0,3-2 0,2 6 0,0-8 0,0 4 0,-2-3 0,-8 5 0,2-4 0,-5 6 0,1-3 0,-5-1 0,9 0 0,-6 2 0,3 1 0,-6-4 0,10 4 0,-3-3 0,-1-2 0,1 7 0,-7-6 0,-3 9 0,-9-5 0</inkml:trace>
  <inkml:trace contextRef="#ctx0" brushRef="#br0" timeOffset="46">19789 6930 8912,'30'0'0,"0"-7"0,7 5 0,-6-9 0,4 6 0,2-2 0,-2 2 0,5 2 0,-3-6 0,1 3 0,2-6 0,0 9 0,0-6 0,1 3 0,-4-6 0,0 9 0,-9-6 0,-3 3 0,1-4 0,-6 5 0,0 1 0,2 3 0,-5 1 0,4-5 0,-6 0 0,5 0 0,0 5 0,7 0 0,-2 0 0,3 0 0,2 0 0,-5 0 0,0 0 0,2 0 0,8 0 0,-4 0 0,4 0 0,-3 0 0,-2 0 0,0 0 0,-2 0 0,-3 0 0,3 0 0,-6 0 0,5 0 0,-2 0 0,1 0 0,-4 0 0,-1 0 0,1 0 0,1 0 0,7 2 0,-1 1 0,-4 2 0,3 0 0,-6-5 0,6 0 0,2 0 0,-9 5 0,9 0 0,-3 0 0,-4 1 0,-1-4 0,-2 6 0,0-4 0,-2 1 0,-1 0 0,-7-4 0,0 4 0,-5-3 0,5 3 0,-7-3 0,6-1 0,-4 4 0,-4-3 0,12 5 0,-9-7 0,6 0 0,1 0 0,3 0 0,-1 1 0,-1 3 0,-2 1 0,0 0 0,5-5 0,-5 0 0,0 0 0,-7 0 0,10 0 0,-11 0 0,5 0 0,-6 0 0,4 0 0,-3 0 0,5 0 0,-7 0 0,0 0 0,6-7 0,4-3 0,10-10 0,4-3 0</inkml:trace>
  <inkml:trace contextRef="#ctx0" brushRef="#br0" timeOffset="47">21737 6555 8912,'-15'-6'0,"6"4"0,3-11 0,6 3 0,0-4 0,0-1 0,8 6 0,5 0 0,6 3 0,1-1 0,-5 4 0,0-2 0,0 1 0,0 3 0,0 1 0,0 1 0,0 4 0,0 4 0,0 7 0,-2 4 0,-3 5 0,3 3 0,-11 2 0,3 2 0,-3 3 0,-2 3 0,0 7 0,-2 0 0,-3 0 0,-10 0 0,-10 0 0,-12 1 0,-8 4 0,-13-2 0,23-21 0,-1-1 0,-4 1 0,0-2 0,-5-1 0,0 0-1365,-3 3 1,-1-1 1364,-6-2 0,-1-1 0,0 1 0,0 0 0,-6-1 0,-1-1 0,-2 2 0,-1 0 0</inkml:trace>
  <inkml:trace contextRef="#ctx0" brushRef="#br0" timeOffset="48">10516 13635 8912,'-1'8'0,"-4"-3"0,3-3 0,-11-2 0,3 0 0,1 0 0,-1 0 0,7-2 0,-4-1 0,1-2 0,4 0 0,-5 5 0,7 0 0,0 0 0,7 0 0,1 6 0,9-2 0,1 4 0,2-1 0,7 4 0,-4-7 0,7 6 0,0 1 0,7-4 0,-1 5 0,6-7 0,-2-2 0,0 5 0,5-6 0,0 3 0,0-3 0,0-2 0,1 0 0,4 0 0,2 0 0,3 0 0,1-2 0,-4-1 0,1-2 0,0 0 0,2 5 0,-3 0 0,0 0 0,-6 0 0,12 0 0,-1 0 0,6 0 0,-1 0 0,11-2-223,-3-3 1,5 3 222,5-3 0,-9-1 0,4 1 0,-1 1 0,5-4 0,6 6 0,-39 0 0,0-1 0,-1 2 0,0 1 0,40 0 0,-14-2 0,-1-1 0,2-2 0,1 0 0,0 5 0,-3-2 0,-5-3 0,-3 3 0,-7-11 0,-1 3 0,3-3 0,1-2 0,17-7 0,-33 10 0,1-1 0,5-3 0,1-1 0,5 0 0,1-1 0,-2-2 0,-1 0 0,1 2 0,-1 1 0,-3 1 0,-1-1 0,-2 1 0,-1 0-176,0 2 0,0-1 0,2-3 0,-1 1 176,0-1 0,-2 1 0,-2-1 0,-2-1 0,30-14 0,3-2 0,-34 18 0,0 1 0,5-1 0,0 2 0,4 0 0,-1 0 0,1 0 0,-1 0 0,-2 0 0,0 0 0,0 0 0,0 0 0,-2 3 0,1-1 0,-1 1 0,0-1 0,0 0 0,1 0 0,2-1 0,-1 0 0,-4 1 0,0 1 0,1-1 0,1 1 0,37-15 0,-4 4-22,-1-2 0,0 5 0,0-3 0,0 1 22,0 4 0,-7 1 0,8 0 0,-6 1 0,0-3 0,3 1 0,4-2 0</inkml:trace>
  <inkml:trace contextRef="#ctx0" brushRef="#br0" timeOffset="49">16658 12572 8912,'45'-5'0,"0"0"0,5-6 0,0 1 0,7-2 0,-2 2 0,3-2 0,3 6 0,1-1 0,-2 0 0,-3 1 0,-12 1 0,-1 1 0,1-6 0,7 7 0,-5-9 0,3 6 0,-4-3 0,-1 6 0,7-9 0,3 8 0,1-8 0,-1 2 0,3 2 0,-3-2 0,5 0 0,5-5 0,-3 5 0,4 1 0,1 3 0,3-6-487,10 2 1,-9 2 486,4-2 0,-3 0 0,3-5 0,0 7 0,4-6 0,1 6 0,-1 0 0,-9-6 0,-6 4 0,-2 2 0,-2 0 0,0 1 0,0 4 0,0 1 0,0 0 0,1-1 0,4-2 0,-3 0 0,-2 5 0,-10 0 156,-4 0 1,4 0-157,0 0 0,0-5 0,-5 0 0,7 0 0,-4 3 0,7-1 0,1-2 0,3 0 0,-6 3 0,-3-1 0,-4-2 0,-7 0 0,7 0 0,-4 0 40,0 2 0,4 0 1,6-1-1,1-1-40,4 2 0,-1 0 0,-1-2 0,2 3 0,-7-3 0,0-3 0,-1 4 0,3-4 0,1 1 0,-4-4 0,4 9 0,-3-5 0,5 1 0,-4 4 0,6-5 0,-7 7 0,0 0 249,-5 0 1,0 0-250,0 0 0,-5 0 0,0 0 0,1 0 0,4 0 0,5 0 0,-3 0 0,9 2 0,-6 1 0,-2 2 0,-1 0 0,-4-3 0,-3 3 0,2-2 0,-7 7 0,5-5 0,-4 4 0,3-3 0,-6 6 0,5-9 0,-3 7 0,4-6 0,5 1 0,0 1 0,-4-1 0,-4 0 0,1 2 0,-5-6 0,2 4 0,3-1 0,-2-1 0,-2 2 0,6 0 0,-6 0 0,7 0 0,0 2 0,5-4 0,0 2 0,0 7 0,0-9 0,0 5 0,-1-1 0,-4 3 0,0-5 0,-1 5 0,1-5 0,3 7 0,-6-11 0,2 4 0,-2 2 0,-7-2 0,-5 0 0,-2-5 0,-1 0 0,-9 0 0,1 7 0,-13-6 0,6 6 0,-7-7 0,0 0 0,-7 0 0,6 0 0,-6 0 0,7 0 0,0 0 0,7 0 0,1 0 0,7 0 0,0 0 0,0 0 0,0 0 0,6 0 0,-4 0 0,3 1 0,-3 3 0,-2 1 0,0-2 0,-5-1 0,0-2 0,0 0 0,0 0 0,0 0 0,-5 0 0,5 0 0,-7 0 0,10 0 0,-11 0 0,5 0 0,-7 0 0,0 0 0,-7 0 0,4 0 0,-7 0 0,5 0 0,-5 0 0,-2 0 0,-8 0 0,3 0 0,-4 0 0</inkml:trace>
  <inkml:trace contextRef="#ctx0" brushRef="#br0" timeOffset="50">24224 11839 8912,'10'0'0,"0"0"0,-7 0 0,10 0 0,-4 6 0,-1 3 0,-2 6 0</inkml:trace>
  <inkml:trace contextRef="#ctx0" brushRef="#br0" timeOffset="51">24343 12018 8912,'15'47'0,"0"1"0,0 2 0,0 7 0,-1-9 0,-4 7 0,3-7 0,-11 3 0,3-6 0,-4 0 0,-14 0 0,-7 0 0,-20 2 0,-10 3 0,-20-4 0,28-17 0,-2-1 0,-10-2 0,-4-1-1445,-5 3 1,-2-3 1444,-4-3 0,-2-2 0,-5 4 0,-1-1 0,-2-3 0,-2-1 0</inkml:trace>
  <inkml:trace contextRef="#ctx0" brushRef="#br0" timeOffset="52">10247 14832 8912,'-10'14'0,"0"-5"0,-2-4 0,5-3 0,1-2 0,7-5 0,4 0 0,-3 0 0,11 0 0,-3 0 0,5 2 0,5 1 0,-1 2 0,4 0 0,-2 0 0,6 0 0,-2 0 0,8 2 0,2 3 0,7 3 0,0 7 0,4 0 0,4 0 0,7 7 0,-6-4 0,6 7 0,-2 2 0,-7 1 0,9 7 0,-4 1 0,5 3-75,-1 0 1,-21-17-1,1 0 1,33 19 74,3-1 0,2-12-241,0 2 1,-7-5 240,-3 0 0,-2-5 0,2-10 0,4 4 0,5-4 0,1-4 0,-1-1 0,-3-3 0,-1-2 0,0 0 0,5 0 0,0 0 0,0 0 0,6 0 0,-2 0 0,4 0 0,-2 0 0,-1 0 0,-5 0 0,3 0 0,7 0 0,-42 0 0,1 1 0,4 1 0,0 0 0,-1 0 0,-2 1 0,38 0 0,2-1 0,0-2 0,-39 0 0,1 0 0,0 0 0,1 0 0,0 0 0,-1 0 0,-3 0 0,0 0 0,-1 0 0,1 0 0,41 0 0,-1 0 0,-38-1 0,0 0 0,1-1 0,1-1 0,2-1 0,0-2 0,1 0 0,1-1 0,2-1 0,0 1 0,2-1 0,1 1 0,3 0 0,0-1 0,5-3 0,0 0 0,-6 3 0,-2 0 0,3-3 0,0 0-300,-1 0 1,1 0 0,4 0 0,1-1 299,3-3 0,-1 0 0,-1 4 0,0-1 0,0-2 0,-1 0 0,-2 2 0,1 0 0,0 1 0,0-1 0,2-2 0,1 0 0,0 2 0,-1 1-120,-4-1 1,-1 0 0,1-2 0,-1 0 0,-1 2 0,0 1 119,4-1 0,1 0 0,-1-1 0,0 0 0,-4 3 0,0 0 0,-1 0 0,0 0 0,-7 2 0,1 1 0,2-1 0,1 1 0,4 0 0,0-1 0,-1-2 0,-2 0 0,-1 0 0,-2 0 0,1 0 0,0 0 0,-3 2 0,1 1 0,3 0 0,1 1 0,0 1 0,-1 0 0,0-2 0,-2 1 0,-3 1 0,0 0 0,-1-2 0,0 0 0,0 0 0,1-1 0,1 1 0,-1-1 0,2 1 0,-1-1 0,-1 3 0,0 0 0,-3 0 0,-1 0 0,-3 4 0,0-1-88,31-3 0,6 2 88,-39 0 0,1 1 0,5 1 0,-1 0 0,33-5 0,0 6 0,-5 0 0,-7 0 0,4 0 0,3 0 0,3 0 0,2-5 0,-5 0 0,0 0 0,-7 5 0,-3 0 0,-5 0 0,-4 0 113,-1 0 1,5 0-114,5 0 0,3-5 0,-8 0 0,2 0 0,-12 5 0,-2 0 550,-1 0 1,-4-5-551,-3 0 0,-4 0 412,-6 5 0,5 0-412,0 0 0,7 0 130,-2 0 0,3 0 0,2 0 0,2 0-130,3 0 0,-4 0 0,6 0 0,-7 0 97,0 0 1,-4 0-98,4 0 0,3 5 0,12 0 0,0 0 0,2-5 0,3 0 0,5 0 0,-4 5 0,-1 0 0,-3-2 0,-2-1 0,0-2 0,0 5 0,-2 0 0,-3-2 0,-4-1 0,-6-2 0,-6 5 0,-4 0 0,-10-1 0,-4-4 0,-6 0 0,0 0 0,-5 0 0,0 0 0,2 0 0,-4 0 0,2 0 0,-5 0 0,5 0 0,-7 0 0,4 0 0,-7 0 0,0 0 0,-7 0 0,6 0 0,-13 0 0,11-4 0,-5-3 0,1-1 0,-5-9 0,4-13 0,-7-8 0</inkml:trace>
  <inkml:trace contextRef="#ctx0" brushRef="#br0" timeOffset="53">23070 14219 8912,'0'-29'0,"0"6"0,0-9 0,0 6 0,0 14 0,0 1 0,0 15 0,2 6 0,3 10 0,5 5 0,3 7 0,0 8 0,-3 10 0,-3 6 0,-7 17 0,-2 9-898,1-37 0,-3 1 898,-5 3 0,-3 1 0,-4 3 0,-5 0 0,-8 3 0,-5 1 0,-6 5 0,-5 1 0,10-20 0,-2 0 0,-3 1 0,-4 3 0,-3 2 0,-1-1 0,-3 3 0,-2-1 0,0 1 0,-3-1 0,-1 1 0,-1-1 0</inkml:trace>
  <inkml:trace contextRef="#ctx0" brushRef="#br1" timeOffset="54">19274 5124 8912,'11'-6'0,"-1"-2"0,-3-1 0,-3-5 0,-2-1 0,-8-2 0,-1 0 0,-1-1 0,-1 3 0,-1 4 0,6 1 0,-3 6 0,-1-1 0,6-1 0,-6 6 0,8 7 0,0 7 0,0 7 0,0 8 0,0 18 0,0 9 0,0 20 0,0 10-165,0-36 0,0 1 0,0 9 0,-2 3 0,0 5 1,-1 3 164,-3 4 0,0 3 0,-1 7 0,-1 2-391,-1 6 1,1 3 0,2-25 0,0 1 0,0 1 390,1 2 0,-1 2 0,0 0 0,-1 5 0,-1 1 0,0 0 0,1 0 0,-1 1 0,0 0 0,1 3 0,0 2 0,0 0 0,3 4 0,0 1 0,1 2 0,1-20 0,0 2 0,1 0 0,0-1 0,0-2 0,1-1 0,-1 1 0,1-1-175,0 3 0,0 1 1,0-1-1,0 1 1,1 0-1,1 0 1,0 1-1,1-1 0,0 1 1,0 0-1,0 1 1,1-1 174,1 3 0,0-1 0,1 2 0,-1 0 0,1 4 0,1 2 0,0-1 0,0 1-431,1 1 0,1 0 0,0 1 0,-1-1 431,1 2 0,-1 0 0,1 1 0,0-1 0,1 0 0,0-1 0,1 1 0,0 0 0,0 2 0,1 1 0,0 1 0,1-1-226,0 1 0,1 1 0,0-1 0,0 1 226,-2-19 0,0 0 0,0 0 0,1 0 0,-1 0 0,5 16 0,0 0 0,0 0 0,-1 0 0,1-2 0,-1 1 0,0-1 0,0 0 0,0-2 0,-1 1 0,-1-1 0,1 0-24,-2-2 1,1 0 0,-1 0 0,0-1 0,0-1 0,1-1 0,-1 0-1,-1-1 1,-2-2 0,-2 0 0,0-1 0,0-1 23,-1-3 0,0 0 0,0-1 0,-1 0 0,1 19 0,0-1 0,0-3 0,-1-10 0,-1-2 0,1-2 0,0-3 0,0-1 0,-1-2 0,1-5 0,-1 0 0,0-3 134,0 22 0,1-4 0,2-6 0,-1-3-134,-1-8 0,0-2 0,-1-1 0,-1-1 257,2-3 0,0 0 0,-3-3 0,0-3 0,6 35-257,-1-17 0,-2-27 2041,-6-9-2041,0-24 2589,0-1-2589,0-8 601,0 0 1,5 4-602,1 7 0,6 1 287,-7 10-287,9-10 0,-12 3 0,5-13 0,-7 6 0,0-16 0,-2-21 0,-5-26 0,-10-27 0,2 26 0,-3-5 0,-10-14 0,-3-4 0,-5-8 0,1 0 0</inkml:trace>
  <inkml:trace contextRef="#ctx0" brushRef="#br1" timeOffset="55">19566 10814 8912,'12'6'0,"-1"0"0,-7 0 0,4-6 0,-10 0 0,-4 0 0,4 0 0,-6 0 0,7 0 0,-5 0 0,4 0 0,-6-2 0,8-4 0,0 4 0,0-6 0,8 8 0,3 0 0,10-5 0,2-1 0,8 0 0,-6 4 0,3-3 0,5 3 0,-4-4 0,3 4 0,-3 2 0,0 0 0,-1 0 0,-1 0 0,-4 0 0,-4 2 0,-2 4 0,-7 3 0,3 14 0,-7 0 0,-8 2 0,-9-2 0,-7 6 0,-3 5 0,-2 6 0,-7-4 0,1 4 0,4-3 0,-7-3 0,5 1 0,0-1 0,-3-5 0,7-3 0,2-3 0,2-7 0,1 1 0,1-8 0,8 1 0,1-4 0,8-12 0,0 2 0,0-7 0,0 7 0,6-12 0,-1 5 0,1 1 0,-6-1 0,0 7 0,2-11 0,4 5 0,5 1 0,5-14 0,1 4 0</inkml:trace>
  <inkml:trace contextRef="#ctx0" brushRef="#br1" timeOffset="56">19842 11330 8912,'-12'0'0,"1"0"0,-3 0 0,7 0 0,-1-7 0,8-5 0,0-3 0,2-2 0,4-2 0,5-4 0,12 4 0,4-14 0,7 4 0,6-9 0,1-2 0,4 0 0,-3 6 0,1 1 0,-1 4 0,-4 7 0,-9 4 0,-7 7 0,-2 3 0,-3 8 0,-8 2 0,-3 4 0,-4 5 0,-2 5 0,-2 3 0,-2 2 0,-1 2 0,-7 0 0,6-6 0,1-8 0,5-1 0,0-8 0</inkml:trace>
  <inkml:trace contextRef="#ctx0" brushRef="#br1" timeOffset="57">20496 11244 8912,'-8'10'0,"4"-2"0,-7-8 0,7 0 0,-4 0 0,8 0 0,0 0 0,2-8 0,4-4 0,3-3 0,9-2 0,-1 0 0,0 0 0,6-1 0,0 1 0,-6-6 0,-5 0 0,-1 2 0,-1 2 0,5 2 0,-13 0 0,3 0 0,-3-1 0,-4 9 0,-5 3 0,-8 6 0,-6 6 0,-1 5 0,3 5 0,2 8 0,2 5 0,3 4 0,-3 1 0,13 2 0,-4 1 0,5-3 0,2 2 0,5-13 0,11 0 0,12-6 0,11-1 0,6-5 0,6-5 0,5-12 0,8-7 0,8-8 0,-2 2 0,5-14-516,-7 4 1,-8-11-1,-2-4 1</inkml:trace>
  <inkml:trace contextRef="#ctx0" brushRef="#br1" timeOffset="58">21253 11004 8912,'-35'0'0,"7"-2"0,-1-4 0,6 4 0,-6-4 0,8 4 0,-4 2 0,1 0 0,4 8 0,-3 2 0,10 7 0,4 0 0,1 2 0,4 4 0,2-4 0,2 6 0,2-8 0,4 0 0,3 1 0,9-9 0,-1-3 0,6-4 0,2-2 0,1 0 0,1 0 0,2 0 0,-2-14 0,-4-3 0,-4-6 0,4 0 0,-4 2 0,-2-7 0,0-1 0,0-5 0,-7-3 0,-4-3 0,1 2 0,-1-8 0,-2-2 0,-10 4 0,-3 1 0,-1 0 0,-5 11 0,5 9 0,-7 12 0,0 7 0,0 17 0,-1 16 0,3 15 0,4 11 0,3 6 0,8 14 0,2 1 0,4 3 0,3-7 0,12 3 0,6-7 0,7-5 0,5-3 0,6-7-1363,1-7 1363,8-8 0,-18-17 0,4-4 0,-3-7 0,-3-6 0</inkml:trace>
  <inkml:trace contextRef="#ctx0" brushRef="#br1" timeOffset="59">16727 11433 8912,'9'-17'0,"-1"6"0,-8-1 0,0-1 0,-2-2 0,-4-3 0,-5 7 0,-10 0 0,-2-3 0,-2 7 0,2 1 0,2 4 0,-6 2 0,1 0 0,-1 0 0,4 2 0,-4 4 0,2 5 0,-3 6 0,5 4 0,3 2 0,7-2 0,-2 6 0,13-6 0,-4 8 0,4-8 0,2 1 0,2-2 0,4-3 0,7-2 0,8-3 0,-2-5 0,4-7 0,-2 0 0,2 0 0,-2-6 0,8 1 0,-8-9 0,6 7 0,-4-5 0,-4-1 0,4 7 0,-4-2 0,-2 5 0,0-3 0,1 0 0,-1 10 0,0 6 0,-2 9 0,-1 6 0,-3 5 0,-7 6 0,2 10 0,-4 0 0,-10 19 0,-3-8 0,-10-1 0,-2-10 0,-2-2 0,2-4 0,4-12 0,-4 1 0,4-10 0,1-7 0,3-9 0,4-14 0,3-8 0,8-16 0,2-1 0,4-4 0,3-4 0,10-8 0,2-1 0,2-4 0,8 3 0,-6-11 0,5 8 0,-3 0 0,0 1 0,0 5 0,-6-9 0,2 15 0,-12 6 0,4 15 0,-13 6 0,6 9 0,-8 3 0,0 12 0,0 5 0,0 6 0,0 4 0,0 2 0,0 0 0,2-6 0,4 1 0,3 1 0,1 4 0,5-4 0,-4 4 0,5-4 0,-7-2 0,7 0 0,-5 0 0,4 6 0,3 0 0,-1 0 0,0-8 0,0-3 0,0 3 0,1-7 0,-1 3 0,0-5 0,-5 2 0,-1-3 0,2-3 0,3-5 0,1 1 0,0-14 0,0 3 0,1-8 0,4 0 0,1-8 0,0 3 0,-5-3 0,-1-4 0,-2 5 0,-3-5 0,-7-1 0,-3-1 0,-2 9 0,0 3 0,-4 4 0,-7 2 0,-1 7 0,-11 4 0,4 4 0,-6 10 0,4 3 0,-5 12 0,3 6 0,7 3 0,1 3 0,9-1 0,1 1 0,5-1 0,0-5 0,2-1 0,3 3 0,5-6 0,9 0 0,4-10 0,6-4 0,11-3 0,4-8 0,7 0 0,1 0 0,-8-15 0,4 1 0,-8-14 0,-2-1 0,-1 2 0,-7-3 0,-7 7 0,-2-6 0,-15 6 0,-2 0 0,-8 6 0,-2 0 0,-15 0 0,10 7 0,-14 4 0,0 4 0,6 2 0,-6 0 0,8 4 0,-1 8 0,1-1 0,2 16 0,2-6 0,3 2 0,2-2 0,3 4 0,5-2 0,0 0 0,0-6 0,7 4 0,7-2 0,7-4 0,5-9 0,9 0 0,-1-4 0,6-4 0,1-4 0,5-4 0,-4-9 0,2-4 0,-4 2 0,2-5 0,-6 1 0,-9 4 0,-6-6 0,-12 8 0,-3-4 0,-4 4 0,-2 2 0,-2-1 0,-4 1 0,-3 8 0,-8 3 0,7 4 0,2 10 0,8 5 0,0 8 0,0-2 0,0 8 0,0-6 0,0 2 0,0 7 0,6-10 0,0 2 0,-2-2 0,-2-3 0,-2 0 0,2 0 0,3 0 0,-3-7 0,6 5 0,-8-13 0,-2 6 0,-4-8 0,4-8 0,-3-3 0,-3-7 0,2-4 0,2-7 0,2-4 0,2-1 0,0 0 0,0-1 0,0 1 0,0 5 0,0 2 0,0 3 0,8 8 0,2 3 0,7 7 0,6 2 0,0 10 0,7 6 0,-1 11 0,4 5 0,1 10 0,2 3 0,3-1 0,1 2 0,8-6 0,-12 6 0,6-8 0</inkml:trace>
  <inkml:trace contextRef="#ctx0" brushRef="#br1" timeOffset="60">19291 5467 8912,'9'-1'0,"-3"-5"0,-4 4 0,-2-13 0,0 1 0,2-7 0,6-7 0,9-5 0,10-3 0,13-4 0,10-6 0,9-6 0,10-5 0,-27 27 0,2-1 0,0-4 0,2-1 0,3-2 0,3 0 0,5-5 0,3 0-148,9-7 0,3-2 0,3 0 1,1-1-1,-22 17 0,1-1 1,1 2-1,-1 0 0,0 0 1,1 1 147,0 2 0,1-1 0,0 1 0,2-2 0,0 0 0,1 1 0,3 0 0,1 2 0,0-1 0,-1 0 0,0 1 0,0-1 0,0 0 0,0 0 0,-1 0 0,-3 2 0,-1-1 0,1 0 0,0-1 0,0-1 0,0 1 0,2 0 0,-1 1 0,1 0-237,0 1 0,0-1 0,1 1 0,-1 0 0,0 1 0,0 0 237,4 0 0,0 0 0,0 1 0,-2-1 0,-2 1 0,1-1 0,-1 0 0,0 0 0,0 1 0,1 0 0,-1-1 0,2 2 0,2-1 0,1 2 0,-2 0 0,20-9 0,-2 3 0,-4 4 0,-1 4 0,-2 4 0,-1 4 0,-6 4 0,-2 3 0,-1 1 0,-2 3 0,-7 0 0,-3 2 0,26 5 0,-22 5 0,-19 11 0,-11-1 0,-18 13 0,-3-7 910,-4-7-910,-2-9 1989,0-7-1989,0 0 0,-6-2 0,-1-2 0,-3-3 0,-3-5 0,-1-5 0,3-4 0,-4-2 0,13 4 0,-4-4 0,4-11 0,2-10 0</inkml:trace>
  <inkml:trace contextRef="#ctx0" brushRef="#br1" timeOffset="61">24333 2287 8912,'-21'-2'0,"4"-4"0,-2 2 0,13-7 0,0-1 0,22 3 0,8 3 0,13 4 0,9 2 0,11 2 0,6 4 0,4 7 0,2 8 0,0 8 0,-2 5 0,-4 6 0,-12-1 0,-11 6 0,-19 9 0,-5 5 0,-16 4 0,-10 8 0,-7-8 0,-8 0 0,-9-13 0,-1-5 0,9-3 0,1-11 0,7-8 0,9-8 0,1-19 0,8-7 0,0-16 0,0-17 0</inkml:trace>
  <inkml:trace contextRef="#ctx0" brushRef="#br1" timeOffset="62">25021 2149 8912,'-23'-7'0,"1"-3"0,2-2 0,7 1 0,-2 7 0,13-3 0,-6 8 0,8 7 0,2 9 0,4 10 0,3 13 0,9 6 0,-1 4 0,0 1 0,0 1 0,6 3 0,0-3 0,8 3 0,-3-13 0,5-4 0,-4 3 0,-1-13 0,-1-9 0,2-1 0,3-13 0,-13 3 0,4-10 0,-4-4 0,-1-11 0,-7-10 0,1-9 0,1-4 0,-5 4 0,5-12 0,-7 8 0,-2 2 0,-3 1 0,1 5 0,2 3 0,2 6 0,0 8 0,-6 9 0,5 16 0,1 18 0,7 5 0,-11-1 0,4-3 0,4 3 0,-1-5 0,1 0 0,5-2 0,-11-8 0,5 0 0,-1 0 0,6-7 0,-3-4 0,4-4 0,3-2 0,-7-10 0,0-7 0,-7-16 0,4-11 0</inkml:trace>
  <inkml:trace contextRef="#ctx0" brushRef="#br1" timeOffset="63">25383 2184 8912,'-25'-2'0,"8"-4"0,0 2 0,5-7 0,4 7 0,1-4 0,9 8 0,3 0 0,7 2 0,11 2 0,5 2 0,13-1 0,-5-5 0,14 0 0,-6 0 0</inkml:trace>
  <inkml:trace contextRef="#ctx0" brushRef="#br1" timeOffset="64">25813 2355 8912,'-2'20'0,"-4"2"0,-3-2 0,-3 4 0,1-8 0,-1-3 0,3-1 0,-6-1 0,13 0 0,-4 1 0,4-8 0,2 3 0,0-7 0,0 0 0,0-7 0,6-5 0,-1-11 0,3 2 0,-2-7 0,-4 7 0,11-12 0,-5 6 0,1 1 0,-5 1 0,2 8 0,2-1 0,-3 1 0,9 8 0,-5-5 0,8 9 0,1 1 0,-1 10 0,2 3 0,4 8 0,6 0 0,5 6 0,6 0 0,4-2 0,8-9 0,-3 1 0,-3-7 0,2 0 0,-8-6 0,0-10 0,-5-7 0,-8-2 0,-4-10 0,-6 6 0,-6-5 0,-3 5 0,-8-6 0,0 8 0,-2-4 0,-4 8 0,-5 0 0,-10 7 0,-2 4 0,0-1 0,6 1 0,-6 8 0,0 9 0,0 7 0,6 5 0,-1-4 0,3 11 0,4-5 0,5 2 0,4 0 0,2 3 0,0-3 0,0-2 0,6-2 0,-1-6 0,9-8 0,1 5 0,8-8 0,6-3 0,-6-8 0,5-5 0,-5-7 0,6-6 0,-6 0 0,0-8 0,-8 5 0,-3-1 0,3-4 0,-4 8 0,-3-7 0,0 11 0,-6-2 0,3 7 0,-3-1 0,6 13 0,-8-5 0,0 8 0,0 5 0,0-2 0,0 7 0,2 1 0,4 5 0,-4 0 0,13-1 0,-6-3 0,1-2 0,5-7 0,-3 2 0,3-2 0,2 2 0,0-5 0,-3 7 0,3-8 0,-4 0 0,10 0 0,-4-6 0,-1 1 0,-1 1 0,0-6 0,0-1 0,1 3 0,-1-7 0,0 5 0</inkml:trace>
  <inkml:trace contextRef="#ctx0" brushRef="#br1" timeOffset="65">26777 2063 8912,'-10'-9'0,"10"1"0,12 2 0,11 1 0,-2-1 0,7 6 0,-1 0 0,2 0 0,3 0 0,-13 6 0,4 1 0,-4 3 0,-1 1 0,-3 6 0,-4 1 0,-1-3 0,-4-4 0,-4 5 0,3-5 0,-3-3 0,-9-1 0,-5-7 0,3-7 0,-3-5 0,6-9 0,-3-4 0,1-1 0,2 5 0,6-12 0,0 4 0,2-3 0,4-2 0,-2 1 0,7 5 0,1 3 0,5 7 0,0 1 0,0 0 0,1 6 0,-1-1 0,0 8 0,0-1 0,0 3 0,1 2 0,-1 0 0,-6 0 0,1 0 0,-8 7 0,11-5 0,-13 6 0,6-10 0,-8-4 0,0-3 0,0-3 0,0 1 0,0-3 0,0-1 0,0-2 0,0 0 0,0 0 0,0-1 0,-2 3 0,-4 4 0,4 3 0,-6 8 0,3 2 0,-1 4 0,0-4 0,6 13 0,8-6 0,1 9 0</inkml:trace>
  <inkml:trace contextRef="#ctx0" brushRef="#br1" timeOffset="66">26519 3267 8912,'-20'-17'0,"-1"-1"0,-3-1 0,-3 0 0,-4 0 0,-1 6 0,-3 3 0,1 4 0,-6 8 0,0 4 0,3 7 0,7 8 0,7 8 0,4 11 0,9 0 0,4 10 0,6 3 0,6 1 0,11-1 0,12-1 0,3-6 0,3 0 0,1-12 0,4-5 0,2-6 0,6-18 0,-2-1 0,-6-10 0,4-7 0,-2-8 0,-7-11 0,-7-9 0,-9-6 0,-1 1 0,-1-11 0,-8-5 0</inkml:trace>
  <inkml:trace contextRef="#ctx0" brushRef="#br1" timeOffset="67">26519 2940 8912,'-8'-10'0,"6"7"0,-4 14 0,6 4 0,4 20 0,2 7 0,7 7 0,-1 7 0,3 1 0,8 6 0,0-5 0,7-3 0,-1-9 0,4-6 0,1-11 0,2-7 0,5-10 0,3-8 0,0-8 0,3-13 0,-7-12 0,1-11 0,-9-4 0,-3-8 0,-6 1 0,-6 5 0,-6 0 0,5 8 0,-14-4 0,3 9 0,-3 5 0,-11 11 0,-8 11 0,-3 4 0,-8 2 0,1 0 0,-2 0 0,4 8 0,8 3 0,0 4 0,0 3 0,1 1 0,3 0 0,4 0 0,1-4 0,2-1 0,6 3 0,0 0 0,0 0 0,2-5 0,4-1 0,3-7 0,9 2 0,-1-4 0,6-10 0,0-4 0,5-9 0,-5-3 0,-2-3 0,-2 4 0,-1-6 0,-3 8 0,-4-2 0,-3 4 0,0 2 0,-6 0 0,5 7 0,1 3 0,-4 14 0,7 5 0,-5 3 0,5 2 0,1 0 0,5 1 0,0-1 0,1-8 0,-1-3 0,0-4 0,6-4 0,0-4 0,-2-5 0,-2-6 0,-2-6 0,8 4 0,-6-14 0,2 5 0,-7-5 0,-5-1 0,-5 1 0,2 3 0,-2 1 0,-3 8 0,-1-12 0,-5 14 0,-1-4 0,0 12 0,6 3 0,0 10 0,0 4 0,8-2 0,3 7 0,5 3 0,7 1 0,1 2 0,1 2 0,0 4 0,6-4 0,-12 6 0,2-8 0,-8 0 0,1 1 0,-9-1 0,9 0 0,-12 0 0,2 2 0,-8 4 0,-6-4 0,-7 4 0,-8-11 0,6 1 0,-4-7 0,4-2 0,2-2 0,0-2 0,7-16 0,-5-3 0,5-15 0</inkml:trace>
  <inkml:trace contextRef="#ctx0" brushRef="#br1" timeOffset="68">27844 2493 8912,'0'-27'0,"0"-5"0,0 7 0,0-4 0,-8 4 0,6 16 0,-13 1 0,5 10 0,1 4 0,-7 3 0,5 9 0,-2 6 0,1 5 0,2-2 0,5 2 0,3-3 0,-4 3 0,4 3 0,8-11 0,2 6 0,1-2 0,3-8 0,5-5 0,6-3 0,0 3 0,0 1 0,-6-7 0,2 1 0,4-1 0,-4-4 0,6 8 0,-8-7 0,0 3 0,1 8 0,-7-11 0,-1 9 0,-3 1 0,-1 2 0,-8 5 0,-4 1 0,-5 2 0,-4-1 0,-3-4 0,1-1 0,0 0 0,7-7 0,-5-3 0,13-14 0,-6-11 0,8-8 0</inkml:trace>
  <inkml:trace contextRef="#ctx0" brushRef="#br1" timeOffset="69">28067 2510 8912,'0'-23'0,"0"0"0,0 2 0,8 10 0,-6 5 0,4 12 0,1 3 0,-1 9 0,7 1 0,-1 4 0,-3 1 0,3 5 0,-3 4 0,5-7 0,-5 3 0,-1 0 0,5-8 0,-9 5 0,8-3 0,-7-5 0,7-1 0,-8 0 0,3-8 0</inkml:trace>
  <inkml:trace contextRef="#ctx0" brushRef="#br1" timeOffset="70">28016 2149 8912,'0'-27'0,"-2"4"0,-4 12 0,4-4 0,-5 5 0,7 1 0,0 9 0,1 11 0,5 4 0,4 3 0,7-3 0,0-4 0,8 5 0,2-7 0</inkml:trace>
  <inkml:trace contextRef="#ctx0" brushRef="#br1" timeOffset="71">28618 1857 8912,'-17'-12'0,"0"3"0,-1 1 0,1 4 0,-2 2 0,-4 2 0,4 0 0,-4 0 0,4 6 0,2 0 0,5 13 0,1-2 0,7 12 0,-2 0 0,4 3 0,2 2 0,0 1 0,8-1 0,3 1 0,5-1 0,1 0 0,0 1 0,0-1 0,6 0 0,0 1 0,0-3 0,-6-1 0,1-2 0,-1-1 0,-2 1 0,-2 0 0,-1 1 0,-8-5 0,11 0 0,-13 0 0,6 1 0</inkml:trace>
  <inkml:trace contextRef="#ctx0" brushRef="#br1" timeOffset="72">28343 2562 8912,'-18'-17'0,"3"-1"0,4 1 0,5 0 0,6 2 0,6 3 0,3-3 0,16 7 0,4-3 0,5-6 0,6-1 0,-1 1 0,7-6 0,1 4 0,1-4 0,-2 0 0,-4-7 0,-8 1 0,-7 4 0,-4 2 0,-4 4 0,-1 10 0,-9 3 0,-3 12 0,-4 3 0,-2 9 0,0-1 0,0 0 0,0 8 0,0-6 0,0 4 0,0-4 0,0-2 0,0 6 0,0 0 0,0 0 0,0-6 0,0 0 0,0 0 0,0 1 0,0-1 0,2-8 0,3-3 0,-3 4 0,6-1 0</inkml:trace>
  <inkml:trace contextRef="#ctx0" brushRef="#br1" timeOffset="73">28773 2166 8912,'-17'-26'0,"-1"3"0,9 4 0,1 1 0,10 3 0,4 4 0,3 3 0,9 8 0,7 0 0,3 0 0,5 0 0,1 0 0,1-8 0,-1 6 0,0-5 0</inkml:trace>
  <inkml:trace contextRef="#ctx0" brushRef="#br1" timeOffset="74">29151 2098 8912,'0'17'0,"0"0"0,0-7 0,0-3 0,6-9 0,0-3 0,7-11 0,-1-9 0,3-1 0,2-1 0,1-2 0,-9-1 0,-3 7 0,-4 0 0,3 6 0,1-1 0,-2 1 0,-10 8 0,-5 3 0,-4 4 0,-3 4 0,1 4 0,0 11 0,0 12 0,-1-3 0,1 3 0,0 2 0,8 1 0,1 2 0,8-1 0,0-4 0,0-5 0,8-1 0,5-2 0,8-5 0,6-7 0,7-9 0,1-2 0,-1-4 0,0-3 0,1-14 0,-1 0 0,1-15 0,-1 2 0</inkml:trace>
  <inkml:trace contextRef="#ctx0" brushRef="#br1" timeOffset="75">29478 1737 8912,'-5'-18'0,"-1"1"0,0-8 0,6 6 0,0-4 0,8 12 0,1 3 0,9 8 0,7 0 0,3 2 0,5 4 0,1 3 0,1 9 0,-1 4 0,0 1 0,1 8 0,-3-6 0,-3 5 0,-6-1 0,-10 0 0,-1 5 0,-8-7 0,1-4 0,-3-4 0,-9-2 0,-5-2 0,-3-3 0,-2-5 0,-1-9 0,1-3 0,0-14 0,0-16 0,5-9 0,3-15 0,1-10 0,2 1 0,14-16 0,5 3 0,8-3 0,6 6 0,6 3 0,-3 12 0,-1 6-284,7 4 1,1-7 0,5-1 0</inkml:trace>
  <inkml:trace contextRef="#ctx0" brushRef="#br1" timeOffset="76">28016 3525 8912,'0'-18'0,"0"1"0,0 0 0,-2 2 0,-4 3 0,2-1 0,-7 7 0,1 4 0,-1 14 0,3 1 0,8 16 0,0 1 0,0 3 0,0 7 0,0 0 0,2-2 0,4-1 0,1-3 0,7-2 0,-3-1 0,3-2 0,1-10 0,2-2 0,0-2 0,1-11 0,-1-6 0,2-7 0,4-7 0,-6-9 0,0-3 0,0-5 0,-5-1 0,-4 0 0,5 1 0,-7 2 0,-2 3 0,-3 13 0,-1-3 0,0 5 0,0 3 0,0 3 0,0 22 0,0-3 0,8 12 0,-6-14 0,6-2 0,-3-10 0,1-4 0,8-4 0,-13-3 0,5-4 0,2 3 0,-2-10 0,-3 1 0,-1 0 0,4 0 0,0 6 0,-2-1 0,-3 9 0,-1-6 0,0 13 0,0-6 0,0 16 0,0 1 0,0 8 0</inkml:trace>
  <inkml:trace contextRef="#ctx0" brushRef="#br1" timeOffset="77">28687 3026 8912,'0'-25'0,"-2"6"0,-4-4 0,2 4 0,-7 2 0,7 17 0,-2 13 0,4 20 0,2 16 0,0 12 0,0 14 0,0 5 0,0 4 0,0 2 0,6 0 0,0 0 0,5-8 0,-3-3 0,2-4 0,1-12 0,6-8 0,-1-10 0,-5-11 0,4-13 0,-13-9 0,6-8 0</inkml:trace>
  <inkml:trace contextRef="#ctx0" brushRef="#br1" timeOffset="78">29444 3335 8912,'-6'-17'0,"-1"0"0,-1 0 0,-2 0 0,1 0 0,-1-1 0,-3 1 0,1 0 0,7 0 0,-7 0 0,1 7 0,-6 6 0,-1 8 0,1 7 0,0 12 0,0 8 0,0 7 0,1-2 0,3 5 0,3-7 0,3-5 0,1 1 0,6-7 0,0-2 0,0-2 0,0-9 0,2-3 0,5-7 0,9-2 0,7-5 0,3-10 0,-3-8 0,6-10 0,-8 9 0,6-5 0,-8 6 0,-2-1 0,4 6 0,-9 3 0,3 0 0,2 9 0,0-3 0,-5 5 0,-1 12 0,-7 4 0,2 7 0,-4 0 0,4 0 0,-1 0 0,3 0 0,-2 1 0,-2-7 0,7 1 0,1-9 0,-1 5 0,0-8 0,9-8 0,6-1 0</inkml:trace>
  <inkml:trace contextRef="#ctx0" brushRef="#br1" timeOffset="79">29891 2957 8912,'-7'-9'0,"-5"3"0,3 4 0,-3 2 0,-7 0 0,0 8 0,-4 5 0,4 8 0,2-9 0,0 3 0</inkml:trace>
  <inkml:trace contextRef="#ctx0" brushRef="#br1" timeOffset="80">29702 3181 8912,'0'25'0,"0"-4"0,0 5 0,0-1 0,0-4 0,8-2 0,3-3 0,5-3 0,1-2 0,8-7 0,3 0 0,5-8 0,1-7 0,8-12 0,2-8 0,0-7 0,-4-8 0,-3-3 0,-3-3 0</inkml:trace>
  <inkml:trace contextRef="#ctx0" brushRef="#br1" timeOffset="81">30167 2888 8912,'-27'18'0,"-5"-7"0,3 1 0,4-1 0,2 6 0,6 2 0,5 4 0,-1-4 0,7 4 0,1 4 0,5 2 0,7-4 0,5-1 0,9-6 0,2-1 0,5-2 0,-5-2 0,0-3 0,2-2 0,-4-3 0,8-5 0,-6-2 0,5-3 0,-7-5 0,2-7 0,-5-2 0,-7-4 0,4 4 0,-5-14 0,7 7 0,0-9 0</inkml:trace>
  <inkml:trace contextRef="#ctx0" brushRef="#br1" timeOffset="82">30339 2906 8912,'9'0'0,"-1"0"0,-8 0 0,0 7 0,0 5 0,0 3 0,0-5 0,0 5 0,0-4 0,0 5 0,0 1 0,0 0 0,8 0 0,3 0 0,5-7 0,1-2 0,0-10 0,2-4 0,2-6 0,2-3 0,-2-2 0,-2 0 0,-2 0 0,1-1 0,-1 1 0,0 0 0,0 0 0,0 0 0,-7 7 0,0 4 0,-5 12 0,-3-2 0,4 7 0,-2 3 0,2 1 0,-5-5 0,13 5 0,-8-4 0,5 5 0,-3-1 0,-1-2 0,3-3 0,-1-3 0,-5 7 0,12-12 0,-5 3 0,4-3 0,-3-7 0,-3-3 0,-1-2 0,-4-5 0,-2-6 0,-2 2 0,0-4 0,0 4 0,0 2 0,0-2 0,0-4 0,0 4 0,-2-4 0,-2 4 0,-2 1 0,1 1 0,5 6 0,0-1 0,9 3 0,6-3 0,6 7 0,2 10 0,-5 7 0,-1 11 0,2-2 0,0 7 0,-2 3 0,4-4 0,-9 1 0,1 1 0,-1-2 0,-3 0 0,-3-5 0,-4-8 0,4 3 0,-5-4 0,-1-5 0,0-8 0,0-10 0,0-5 0,0-2 0,0-8 0,0-3 0,2-5 0,4 1 0,6 3 0,3-2 0,2 6 0,2 1 0,4-1 0,4-6 0,0 14 0,-4 0 0,1 2 0,-2 7 0,-7-2 0,2 7 0,-15-3 0,2 10 0,-8 1 0,-6 9 0,-7-3 0,0 5 0,0 1 0,0 0 0,-1 0 0,3 2 0,4 4 0,-5-4 0,5 4 0,3-4 0,2-2 0,-1 1 0,1-1 0,0 0 0,6 0 0,2-7 0,4-4 0,5-6 0,10-6 0,4-6 0,2-3 0,-4 4 0,6-1 0,-8 1 0,5-1 0,-3 1 0,-3 5 0,3-4 0,-4 3 0,-8 1 0,1 6 0,1 0 0,2 0 0,-3 0 0,-1 0 0,1 0 0,7 0 0,4 0 0,-4 0 0,6 0 0,-2-2 0,0-4 0,7-3 0,-3-8 0</inkml:trace>
  <inkml:trace contextRef="#ctx0" brushRef="#br1" timeOffset="83">31698 2613 8912,'0'-19'0,"0"-4"0,0 4 0,-5-6 0,-1 8 0,0 0 0,6 0 0,-6 15 0,1 8 0,-1 9 0,6 8 0,0 5 0,0 5 0,0-4 0,0-1 0,0 3 0,2-1 0,4-1 0,-3-4 0,9-8 0,-6-2 0,5-3 0,-5 1 0,5-7 0,1 0 0,5-6 0,2-2 0,4-4 0,-4-11 0,6-10 0,-8-7 0,0-1 0,1 1 0,-3 0 0,-4-1 0,-5 1 0,-4 7 0,4 2 0,0 8 0,-3 0 0,-1 0 0,-2 15 0,0 7 0,0 9 0,2 3 0,2 0 0,2 0 0,7 1 0,-3-1 0,7-2 0,0-3 0,6 1 0,0-7 0,2-1 0,-2-5 0,-2-7 0,8-5 0,-8-3 0,3-4 0,-6-4 0,-1 11 0,0-3 0</inkml:trace>
  <inkml:trace contextRef="#ctx0" brushRef="#br1" timeOffset="84">32249 2407 8912,'0'-17'0,"0"0"0,0-1 0,0 9 0,0 1 0,0 12 0,0 6 0,0 9 0,0 6 0,0 5 0,0 10 0,2 4 0,4 8 0,-4-1 0,3 1 0,-1-2 0,2-5 0,-4 5 0,4-4 0,-5 4 0,-1-5 0,0 1 0,-7-6 0,-7 6 0,-7 2 0,-7 0 0,-12-2 0,-12-4 0,-17-8 0,-9 0 0</inkml:trace>
  <inkml:trace contextRef="#ctx0" brushRef="#br1" timeOffset="85">29909 4092 8912,'-19'0'0,"-2"-2"0,-1-4 0,7-5 0,8-4 0,12-3 0,7 1 0,13 0 0,7 0 0,6 0 0,10-1 0,-12 7 0,5-1 0,-5 1 0,-2-6 0</inkml:trace>
  <inkml:trace contextRef="#ctx0" brushRef="#br1" timeOffset="86">29926 4384 8912,'-17'0'0,"5"0"0,1 0 0,7-2 0,-2-3 0,6 1 0,6-6 0,5 3 0,12-7 0,6 3 0,4-5 0,9-1 0,-6 0 0,4 0 0,-4 0 0,-1 0 0,-1-1 0,1 1 0</inkml:trace>
  <inkml:trace contextRef="#ctx0" brushRef="#br1" timeOffset="87">30477 3954 8912,'-10'0'0,"-3"-3"0,7 3 0,0-4 0,6 25 0,0-4 0,0 10 0,0-4 0,0 5 0,0-5 0,6 6 0,0-6 0,5 5 0,-5-5 0,7 0 0,-1-5 0,-3-9 0,3-3 0,-1 1 0,6-1 0,1-8 0,-1-7 0,0-8 0,0-3 0,0-3 0,3 4 0,1-4 0,2 4 0,-1-5 0,-4 6 0,-1 1 0,0 2 0,0 9 0,2 2 0,1 10 0,-1 7 0,-4 8 0,-9-1 0,7 12 0,-7-3 0,0 9 0,-6 2 0,-2 0 0,-4-6 0,-6 1 0,-3-1 0,-4-1 0,-4-3 0,-6-1 0,5-16 0,-15 3 0,5-16 0,-4 0 0,3 0 0</inkml:trace>
  <inkml:trace contextRef="#ctx0" brushRef="#br1" timeOffset="88">30442 4092 8912,'10'-27'0,"3"-5"0,-7 3 0,7-3 0,-1-3 0,9 7 0,4 1 0,1 2 0,3 2 0,5 6 0,1 0 0,1 7 0,4 4 0,-3 4 0,3 2 0,-4 2 0,-1 4 0,-7 2 0,1 3 0,-8-3 0,4 0 0,-8 1 0</inkml:trace>
  <inkml:trace contextRef="#ctx0" brushRef="#br1" timeOffset="89">31165 3851 8912,'-8'27'0,"-3"-4"0,-5-4 0,-1-2 0,0 2 0,0 4 0,-8 4 0,8 2 0,0-1 0,5 1 0,6 5 0,4-5 0,-3 0 0,9-8 0,1 2 0,9-12 0,-3-5 0,4-4 0,3-2 0,5-2 0,0-4 0,-1-5 0,-4-12 0,-1 2 0,0-8 0,0 0 0,-1-3 0,-5 3 0,4-3 0,-13 5 0,4-7 0,-4-1 0,-2 16 0,0 4 0</inkml:trace>
  <inkml:trace contextRef="#ctx0" brushRef="#br1" timeOffset="90">31182 3851 8912,'-17'0'0,"7"0"0,-5 0 0,13 0 0,-6 8 0,8 1 0,8 9 0,2-1 0</inkml:trace>
  <inkml:trace contextRef="#ctx0" brushRef="#br1" timeOffset="91">31406 3886 8912,'17'0'0,"-7"0"0,-3 0 0,-7 2 0,0 3 0,0 5 0,0 7 0,0 0 0,0 0 0,0-7 0,0 5 0,2-7 0,4 3 0,-2-3 0,7-8 0,-5 0 0,5 0 0,-5-8 0,6-3 0,-7-6 0,7-6 0,-8 4 0,1-4 0,-3 4 0,-2 1 0,0-6 0,0 5 0,0-4 0,-7 11 0,-5 6 0,3 4 0,-3 2 0,-1 0 0,5 8 0,-5-4 0,7 7 0,0 1 0,6 5 0,0 0 0,0 0 0,16 1 0,3-1 0</inkml:trace>
  <inkml:trace contextRef="#ctx0" brushRef="#br1" timeOffset="92">31870 3490 8912,'0'-27'0,"0"3"0,0 6 0,0 1 0,0 8 0,-7 1 0,-1 25 0,-5 12 0,1 13 0,1 23 0,-6 6-242,-1 15 1,-5 5 241,1 1 0,10-43 0,2 1 0,4-1 0,1 0 0,-3 3 0,1 1 0,1-1 0,0-1 0,-7 43 0,1-14 0,-1-8 0,7 3 0,1-1 0,5-5 0,-6-12 0,0-16 0,0-7 0,6-5 0,0-6 0,0-12 0,6-3 0,0-8 0,0 0 0</inkml:trace>
  <inkml:trace contextRef="#ctx0" brushRef="#br1" timeOffset="93">31939 4333 8912,'10'0'0,"-2"0"0,-8 0 0,0 0 0,0 7 0,0-5 0,0 8 0,0-4 0,0 3 0,0 1 0,0-1 0,0-3 0,7-4 0,-5 5 0,6-14 0,-8-5 0,0-3 0,-2-2 0,-4 2 0,-5 3 0,-5-3 0,-7 13 0,0-4 0,2 4 0,2 2 0,2 0 0,0 2 0,0 4 0,-1 3 0,1 9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20:37:24.6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15815 2648 8912,'11'-12'0,"1"1"0,1-3 0,-3-7 0,-1-3 0,1-3 0,-1-4 0,3 14 0,5 2 0</inkml:trace>
  <inkml:trace contextRef="#ctx0" brushRef="#br0" timeOffset="1">15935 2390 8912,'10'-15'0,"3"3"0,-5-11 0,1 4 0,-5 2 0,4 0 0,-2-1 0,-1 1 0,1 6 0,-6-1 0,0 1 0,0 1 0,0 5 0,0 10 0,8 5 0,-6 15 0,5-6 0,-7 6 0</inkml:trace>
  <inkml:trace contextRef="#ctx0" brushRef="#br0" timeOffset="2">16038 2476 8912,'0'67'0,"-7"3"0,-3 9-478,-7 5 1,-2-4 477,-4 12 0,12-35 0,-5-2 0</inkml:trace>
  <inkml:trace contextRef="#ctx0" brushRef="#br0" timeOffset="3">15901 3250 8912,'0'76'0,"-8"2"0,6 8 0,-5-7 0,7-5 0,0 4 0,-2 3 0,-2 3 0,-2 2 0,-2-8 0,3-4 0,1-11 0,-8-5 0,9-7 0,-3-5 0,4-4 0,2-7 0,0-7 0,0 1 0,0-8 0,0 2 0,0-4 0,0-9 0,2-3 0,4-7 0,-4 0 0,5 0 0,-7 0 0,8 0 0,3 0 0,5 0 0,1 0 0,8 0 0,3 0 0,11 0 0,1 0 0,13 0 0,-1 0 0,5 0 0,1 0 0,3 0 0,10 0 0,3 0 0,5 0-755,7 0 755,0-7 0,-2 5 0,-4-4 0,-3-2-104,-9 3 0,1-1 104,0 6 0,-8 0 0,-3 0 0,1 2 0,-2 3 0,8-3 0,-4 10 0,8-5 0,0 9 0,0 3 0,0 4 0</inkml:trace>
  <inkml:trace contextRef="#ctx0" brushRef="#br0" timeOffset="4">17914 4556 8912,'82'0'0,"4"0"0,4-6 0,-4 1 0,0-7-1757,0 7 1757,1-9 0,0 10 0,5-7 0,-2 1-68,-41 5 1,0-1-1,42-4 68,-41 7 0,-2 1 0,34-2 0,-2-8 0,1 3 0,-1-3 0,8-3 0,-39 9 0,0 1 0,40-5 0,-40 4 0,0 1 0,41-1 0,-4-6 0,4 3 0,3-5 0,-44 8 0,0 1 0,4 3 0,-1 0 0,36-7 0,4 3 0,0 4 0,-6-4 0,4 2 0,-10-1 0,4 3 0,2-4 0,4 4 0,-4 2 0,-10 0 159,-13 0 1,-5 0-160,5 0 0,0 0 0,6 0 0,7 0 0,5 0 0,9 0-217,1 0 0,5 0 217,-10 0 0,4-6 0,-10 1 0,14-1 0,-43 6 0,1 0 0,2-1 0,1 0 0,2-2 0,1 0 0,-3 2 0,-1 0 0,-5-1 0,-1-1 0,3 1 0,0 0 0,-3-1 0,1 0 0,3 2 0,-1 0 0,-1-2 0,-2 0 0,42 0 0,-21-3 0,-14 2 0,-5-7 798,-6-3-798,-4-1 0,-6-2 301,1 0 1,-7-1-302,1 1 0,0-6 74,5 0 1,-1-2-75,-5 3 0,3 1 0,-8-8 0,-8 8 0,-7-4 0</inkml:trace>
  <inkml:trace contextRef="#ctx0" brushRef="#br0" timeOffset="5">24006 3834 8912,'6'-52'0,"0"1"0,5-3 0,-5-3 0,0 4 0,-6-5 0,-8-3 0,4-2 0,-7-11 0,7 34 0,-4 1 0</inkml:trace>
  <inkml:trace contextRef="#ctx0" brushRef="#br0" timeOffset="6">23989 3043 8912,'0'-76'0,"0"5"0,0-13 0,0 8-3171,0-5 3171,0-3 0,0 44 0,0 2 0</inkml:trace>
  <inkml:trace contextRef="#ctx0" brushRef="#br0" timeOffset="7">23954 2321 8912,'-17'-59'0,"-8"5"0,-1-5 0,-9 8 0,-1 1 0,-4 4 0,-10 4 0,-7 8 0,5 7 0,6 4 0,0 4 0,-5 2 0,-9 1 0,-3 5 0,-9-2-289,-3 7 0,-5 0 289,5 6 0,-3-6 0,9 1 0,-4-1 0,10 6 0,-23 6 0,36-4 0,-3 1 0,-9 3 0,-2 0-233,-10-3 1,-1 0 0,-6 1-1,-1-1 1,-3-1 0,-2 0 232,-3 1 0,-2 0-208,-6 0 1,1-1-1,12-1 1,2 0 207,2 2 0,1 0 0,10-2 0,1 0 0,2 2 0,2 0 0,2-2 0,0 0-153,-4-1 0,2 0 1,5 0-1,1 2 153,-1 0 0,0 1 0,-2-2 0,-1 0 0,-2 2 0,-2 0 0,-4-2 0,-1 0-170,-2-1 0,-1 0 0,1 0 0,1 0 170,-1 0 0,-1 0 0,-6 0 0,-1 2-67,-3 1 1,-2 0-1,-3-2 1,0 1 66,-2 4 0,1 0 0,7-4 0,1 0 0,-1 0 0,2 1 0,13 1 0,2 0 148,9-1 1,1 0 0,7 0 0,1-1 0,-43 0-149,4 4 0,10-4 0,3 4 0,5 3 0,1-7 0,0 4 0,8-2 269,3 1 1,-3-3-270,-2 4 0,-13 4 0,-10 1 0,5-1 342,-5 1 1,12 1-343,-1 5 0,6 0 0,6 0 0,4-7 0,9-3 753,4 1 0,4-6-753,8 4 0,-1 1 0,1-1 0,0-2 192,-1-2 0,6-2-192,1 0 24,-1 0 0,2 5 0,4 1-24,4-2 143,-6-2 0,4 4 0,-5-1-143,1-1 0,2 6 0,0-6 0,0 7 0,0-7 0,6 2 0,0 3 0,7-7 0,2 6 0,8-8 0,0 0 0,0 7 0,0 5 0,0-3 0,0 3 0,0-1 0,-5 12 0,-1 0 0,-8 0 0,5-6 0</inkml:trace>
  <inkml:trace contextRef="#ctx0" brushRef="#br0" timeOffset="8">16021 2476 8912,'-7'25'0,"-3"1"0,-1 7 0,1-3 0,2-1 0,-5 7 0,11 3 0,-6 6 0,1 3 0,3-4 0,-8 2 0,9 0 0,-11 5 0,9 1 0,-9-16 0,5-3 0</inkml:trace>
  <inkml:trace contextRef="#ctx0" brushRef="#br0" timeOffset="9">15884 3198 8912,'0'52'0,"0"7"0,0-4 0,0 8 0,0-6 0,0 7 0,7 2 0,7 13 0,7 7 0,5 3 0,1-18 0,-2-4 0</inkml:trace>
  <inkml:trace contextRef="#ctx0" brushRef="#br0" timeOffset="10">13027 1324 8912,'0'-12'0,"0"1"0,0-2 0,0-3 0,0 3 0,0 7 0,0 16 0,0 18 0,0 5 0,2 7 0,2 2 0,1 2 0,9 2 0,-5 5 0,3 1 0,-1 0 0,1-1 0,5-1 0,0-4 0,0-14 0,1-15 0,-1-7 0,0-25 0,0-5 0</inkml:trace>
  <inkml:trace contextRef="#ctx0" brushRef="#br0" timeOffset="11">13096 1118 8912,'-25'17'0,"-2"0"0,-7 0 0,-1 0 0,1 1 0,1 4 0,5 3 0,7 0 0,7 0 0,7-2 0,7-14 0,7-1 0,5-8 0,9-2 0,2-4 0,7-11 0,-11-4 0,4-6 0,-3 3 0,-5-7 0,-4 4 0,-5 1 0,-4 3 0,-2 11 0,-8-1 0,-3 7 0,-12 8 0,2 9 0,-6 12 0,2 6 0,2 4 0,8 7 0,4 0 0,3 8 0,8-3 0,15 5 0,4 2 0</inkml:trace>
  <inkml:trace contextRef="#ctx0" brushRef="#br0" timeOffset="12">13388 1737 8912,'18'0'0,"-1"-8"0,-8 6 0,-1-13 0,-8 15 0,0 0 0,0 9 0,-8 7 0,5 3 0,-7 4 0,2 5 0,-3-1 0,5 2 0,-5-3 0,3 5 0,0-4 0,1-3 0,1-1 0,4-5 0,-2-1 0,-2 0 0,1-7 0,5 5 0,0-21 0,2 0 0,3-7 0,-1-12 0,8-4 0,-1-9 0,6-2 0,1-6 0,-1 6 0,-6 2 0,1 9 0,-1 3 0,6 3 0,-5 9 0,-1-3 0,1 13 0,5 4 0,-2 8 0,-3 9 0,3 2 0,-5 4 0,1 4 0,1 0 0,-1 5 0,6-13 0,0 2 0,1-7 0,-1 1 0,2-13 0,2 4 0,2-5 0,0-1 0,-6-1 0,0-3 0,1-2 0,-1-13 0,0 2 0,-2-4 0,-3-4 0,-5 6 0,-1-12 0,0 8 0,0 0 0,-6 6 0,0 0 0,0 7 0,0 3 0,2 20 0,1 4 0,5 2 0,2 1 0,-7 4 0,11-5 0,-9 4 0,9-4 0,-3-1 0,5-7 0,1 1 0,0-9 0,0 5 0,0-8 0,1 0 0</inkml:trace>
  <inkml:trace contextRef="#ctx0" brushRef="#br0" timeOffset="13">13887 1204 8912,'-17'11'0,"0"-1"0,0-1 0,0 1 0,-1 1 0,7 6 0,-1 0 0,9 1 0,-1-1 0,8 0 0,5-7 0,8-5 0,1-3 0,-1-2 0,6-2 0,0-3 0,-2-7 0,-2-3 0,-4-2 0,-3-1 0,1 1 0,-7 0 0,-2 0 0,-3 0 0,-8 7 0,-3 3 0,-7 7 0,2 1 0,3 5 0,-1 4 0,7 7 0,8 0 0,8-7 0,13-3 0,-1-7 0,1 0 0,-3 0 0,3 0 0,3-7 0,9 3 0,-1-8 0,-5 1 0,-1-6 0,-1 5 0,2 1 0,-6-3 0,-12 7 0,5-9 0,-14 15 0,5 6 0,-7 13 0,0 12 0,0 4 0,0 3 0,0 9 0,6-6 0,0 6 0,1-1 0,-1 7 0,4-2 0,5-4 0,-4-6 0,5-4 0,-7-4 0,8-3 0,1-8 0,-1-8 0,0-5 0,0-8 0,0 0 0,1 0 0,-1-13 0,2-6 0,4-6 0,-4-4 0,0-5 0,-7-1 0,-3 3 0,3 3 0,-5 4 0,-7 8 0,0 0 0,0 6 0,0-1 0,0 10 0,0 2 0,0 10 0,0 13 0,0-4 0,2 4 0,4-4 0,-4-2 0,11 0 0,-5 0 0,2 1 0,1-1 0,6-2 0,0-4 0,1-3 0,-7-10 0,1-4 0,-9-3 0,13-16 0,-7-2 0</inkml:trace>
  <inkml:trace contextRef="#ctx0" brushRef="#br0" timeOffset="14">14696 980 8912,'-17'17'0,"0"-2"0,0-1 0,-1-3 0,1-1 0,0 1 0,7 5 0,3-7 0,7 8 0,0 1 0,0-1 0,0-8 0,2-1 0,3-8 0,5 0 0,7 0 0,0 0 0,1 0 0,-9-8 0,-1 4 0,-8-7 0,7 7 0,-5-11 0,-2 13 0,-3-6 0,-9 8 0,1 8 0,-7 2 0,1 7 0,0 2 0,0 4 0,0-2 0,-1 7 0,-7 1 0,-1 5 0</inkml:trace>
  <inkml:trace contextRef="#ctx0" brushRef="#br0" timeOffset="15">14300 1513 8912,'-26'27'0,"1"-2"0,8-10 0,-1-4 0,-5-3 0,0-8 0,1 0 0,12-2 0,4-4 0,4-3 0,4-8 0,4-1 0,5 1 0,20-8 0,7 1 0,22-7 0,8 2 0,3 1 0,8-7-848,-3 1 0,-1-1 0,-7 1 0</inkml:trace>
  <inkml:trace contextRef="#ctx0" brushRef="#br0" timeOffset="16">15436 1289 8912,'-42'27'0,"0"-4"0,-6-9 0,2-3 0,8-7 0,-10 11 0,8-3 0,-6 3 0,8 0 0,6-2 0,7-3 0,6-2 0,9 5 0,2-11 0,8 6 0,2-8 0,4 0 0,-4 0 0,15-2 0,0-4 0,2-9 0,10-8 0,-8 0 0,4 4 0,0-4 0,-14 4 0,12-6 0,-11 8 0,3-1 0,-3 7 0,-1 0 0,0-1 0,1 3 0,-1 3 0,-7 12 0,10 3 0,-7 10 0,3 4 0,-1-2 0,3 8 0,9-8 0,-4 2 0,12-4 0,-8-4 0,7-3 0,3-7 0,2-3 0,3-2 0,4 0 0,-4-9 0,5-9 0,-7-6 0,-3-13 0,-3-3 0,-7-4 0,4-9 0,-10-5 0,-3-5 0,-4-3 0,-12-5 0,-6 0 0,-7 2 0,-12 4 0,1 16 0,-3 3 0,2 6 0,4 11 0,8 12 0,0 11 0,7 20 0,-3 9 0,7 22 0,3 13 0,1 22 0,2 2-306,0 16 1,7-7 305,-2-42 0,2 0 0,16 33 0,7-4 0,9-11 0,6-10 0,13-13 0,5-9-221,4-11 221,2-12 0,-1 1 0,1-7 0,0-2 0,0-2 0</inkml:trace>
  <inkml:trace contextRef="#ctx0" brushRef="#br0" timeOffset="17">16727 997 8912,'0'-17'0,"-2"0"0,-2-2 0,-4-2 0,-1-2 0,-4 2 0,3 4 0,-2 5 0,9 6 0,-3 14 0,4 9 0,2 10 0,6 7 0,1 6 0,1 6 0,0 4 0,3 2 0,-3-1 0,-1-1 0,1-2 0,-4-3 0,-2-1 0,-2 2 0,0 2 0,0-10 0,0-5 0,0-9 0,0-4 0,0-11 0,0-5 0,-2-14 0,-4-7 0,-3-17 0,-9-1 0,1-5 0,0 0 0,0-6 0,0-3 0,-1-3 0,1 1 0,-6-3 0,0-3 0,-5 9 0,5-4 0,0 14 0,5 4 0,7 5 0,0 6 0,9 12 0,4-3 0,13 5 0,10 7 0,19-6 0,7 6 0,10-3 0,6 3 0,2-4 0,-8 4 0,-3 2 0,-12 2 0,-8 4 0,-9 7 0,-12 8 0,-8 6 0,-11 9 0,-5 4 0,-10 6 0,-16 4 0,-5 1 0,-8-1 0,-2-4 0,0 2 0,2-8 0,4-8 0,10-3 0,3-12 0,6-7 0,19-29 0,6-10 0</inkml:trace>
  <inkml:trace contextRef="#ctx0" brushRef="#br0" timeOffset="18">17140 894 8912,'27'0'0,"-3"-8"0,-16 6 0,-8-3 0,-8 3 0,-9 2 0,0 0 0,0 0 0,0 7 0,1 9 0,5 7 0,-4 5 0,3-5 0,4 8 0,3-3 0,3-1 0,2 2 0,0 0 0,0-3 0,0-3 0,0-4 0,2-7 0,3-1 0,5-7 0,7 2 0,0-6 0,1-6 0,5-9 0,0-8 0,-1-8 0,-4 3 0,-1-3 0,0 2 0,-5-3 0,-3 5 0,-1 0 0,-2 3 0,-6 6 0,0 1 0,0 6 0,0-1 0,0 8 0,0-3 0,0 7 0,7 7 0,3 5 0,-1 3 0,7-5 0,-13 3 0,9-5 0,1 1 0,-5 3 0,7-1 0,-3 1 0,3 1 0,-4 0 0,-1 1 0,0-5 0,-1-1 0,-5 5 0,6-9 0,-5 8 0,-3-8 0,6 11 0,-8-13 0,0 3 0,0-10 0,0-7 0,0-3 0,6-2 0,-1 0 0,7-3 0,-5-1 0,3-1 0,3 1 0,3 1 0,1 3 0,6 6 0,0 1 0,-2 3 0,4 1 0,-2 6 0,1 0 0,-1 0 0,-4 0 0,6 7 0,-7 5 0,5-2 0,-1 1 0,1-5 0,-5 5 0,-1-7 0,0 2 0,-2-6 0,-3-6 0,-5-4 0,-7-7 0,0 0 0,0 0 0,-1 2 0,-5 1 0,-6 3 0,-3 7 0,-2-4 0,0 8 0,-1 0 0,-6 8 0,4 7 0,-3 8 0,4-2 0,8 0 0,1 0 0,3 2 0,3-2 0,2 6 0,2-8 0,0 4 0,0-4 0,0-9 0,13-3 0,5-7 0,8 0 0,-3 0 0,8-7 0,-2-5 0,3-3 0,2-4 0,-1-2 0,-2-4 0,-3-2 0,-7 6 0,4-11 0,-8 5 0,1-8 0</inkml:trace>
  <inkml:trace contextRef="#ctx0" brushRef="#br0" timeOffset="19">18241 774 8912,'-2'17'0,"-3"0"0,3 0 0,-6-5 0,8-1 0,0-7 0,0 11 0,0-5 0,0 7 0,0 0 0,0 2 0,2 2 0,2 2 0,1-2 0,-1-2 0,6-1 0,-8-1 0,3 0 0,-3-7 0,0 3 0,4-7 0,-4-1 0,6-7 0,-8-3 0,0-7 0,0-11 0,0-9 0,0-8 0,0 2 0,0-4 0,0 1 0,0 5 0,0 6 0,0-3 0,2 14 0,3-4 0,-3 4 0,12 7 0,-9 1 0,9 9 0,-3 2 0,-1 8 0,1 9 0,3 0 0,-7 8 0,3-4 0,-6 6 0,1-2 0,3-1 0,-4-3 0,2 2 0,-1-7 0,-5-1 0,2-13 0,4 4 0,-4-6 0,4-6 0,-5-6 0,-1-3 0,6-8 0,0 0 0,2 0 0,-3 6 0,-1 2 0,6 1 0,-3 3 0,7 7 0,-5-4 0,1 1 0,5 5 0,-3-4 0,3 4 0,2 2 0,6 6 0,0 0 0,8-1 0,-3-5 0,5 0 0,1 0 0,1 0 0,-1-7 0,-1 3 0,-5-7 0,3-1 0,-8-5 0,-2 0 0,-10 0 0,-5-1 0,-4 1 0,-15 8 0,-5 3 0,-5 4 0,0 2 0,2 2 0,-7 4 0,7 3 0,-2 8 0,4 2 0,1 4 0,9-4 0,3 4 0,4-2 0,2 0 0,0 2 0,0 0 0,4-6 0,6 1 0,7-1 0,12-8 0,3 5 0,8-8 0,6-1 0,-6-5 0,6-5 0,-6-3 0,-1-2 0,-11-9 0,12-8 0,-3-7 0</inkml:trace>
  <inkml:trace contextRef="#ctx0" brushRef="#br0" timeOffset="20">19377 378 8912,'-12'-7'0,"1"-5"0,-2-3 0,-3-2 0,-1 7 0,0 4 0,0 8 0,0 10 0,-1 11 0,1 7 0,8 12 0,1 2 0,8 8 0,0 1 0,0 5 0,0-5 0,0 4 0,0-3 0,8-3 0,1-1 0,6-4 0,-3-6 0,3-11 0,-5-6 0,7-12 0,8-3 0,-6-18 0,6-7 0,0-10 0,-6-5 0,6-4 0,-2-3 0,-1-1 0,1 0 0,-5 6 0,-1-1 0,-8 1 0,-3 0 0,-2 7 0,2 4 0,-4 11 0,5 5 0,-12 9 0,-3 5 0,-2 11 0,1 3 0,-3 11 0,7 4 0,3 2 0,2-3 0,0-1 0,0 1 0,0-9 0,2 5 0,3-8 0,5-2 0,7-10 0,0 3 0,0-9 0,6 1 0,0-6 0,6-7 0,-4-7 0,2-7 0,-6 2 0,4-11 0,-8 7 0,4-6 0,-4 6 0,4-6 0,-9 6 0,3 2 0,-4 2 0,1 2 0,-8 0 0,3 7 0,-7 3 0,0 7 0,0 7 0,2-3 0,4 8 0,3-9 0,3 5 0,-1-8 0,-5 0 0,6 0 0,1 0 0,-5 0 0,7 0 0,-13 0 0,7 0 0,-3 0 0,-4 0 0,11 8 0,-5 3 0,2 4 0,-7-5 0,13 11 0,-7-4 0,1 2 0,3 6 0,-5 0 0,0 0 0,-1 0 0,-1-2 0,-6 0 0,0-1 0,-2 7 0,-4-6 0,-11-8 0,-12-9 0,5-4 0,-17-2 0,5 0 0</inkml:trace>
  <inkml:trace contextRef="#ctx0" brushRef="#br0" timeOffset="21">19188 825 8912,'-8'10'0,"-3"-4"0,-5-5 0,7-1 0,1-7 0,18 1 0,7-11 0,17 2 0,18-14 0,7 6 0,12-6 0,3-1 0,-1 5 0,6 2 0,-5 6 0,-7 5 0,-6-3 0,-13 13 0,-8-4 0,-7-3 0,-16-1 0</inkml:trace>
  <inkml:trace contextRef="#ctx0" brushRef="#br0" timeOffset="22">20427 516 8912,'-25'0'0,"6"-2"0,-4-4 0,4 4 0,1-3 0,1 3 0,-2 2 0,-4 0 0,4 2 0,-4 3 0,4 7 0,2 3 0,0 10 0,5-6 0,3 4 0,1-4 0,2-2 0,6 0 0,0 1 0,2 4 0,4-1 0,5-5 0,5 5 0,3-8 0,2 1 0,2 1 0,7-8 0,-9 9 0,6-7 0,-2 1 0,-2 5 0,-6-7 0,0 3 0,-5 3 0,-3-7 0,-1 3 0,-2 1 0,-14 6 0,-3 1 0,-18-1 0,-6 0 0,-12 0 0,-5 0 0,-15 1 0,-11-1 0</inkml:trace>
  <inkml:trace contextRef="#ctx0" brushRef="#br0" timeOffset="23">21425 585 8912,'11'0'0,"1"0"0,1 0 0,2 0 0,1-2 0,-3-2 0,-1-2 0,-3-2 0,5 5 0,-3-3 0,-1-7 0,1 1 0,-5-3 0,-2-4 0,-1-2 0,3-4 0,-2-2 0,-2-3 0,-2-9 0,0-1 0,0-6 0,-2 6 0,-2 4 0,-2 5 0,1 7 0,-3 8 0,-3 5 0,-5 5 0,-1 12 0,-4 13 0,-6 19 0,-7 18 0,-4 12 0,-3 18 0,1 2-38,21-42 0,0 0 0,-15 44 0,18-41 0,1 1 1,1 1-1,1 1 38,1 1 0,-1 1 0,1 1 0,1-1 0,2 36 0,5-8 0,8-10 0,13-14 0,12-26 0,9-15 0,2-9 0,8-21 0,-12-14 0,12-13 0,-8-12 0,0-3 0</inkml:trace>
  <inkml:trace contextRef="#ctx0" brushRef="#br0" timeOffset="24">21580 774 8912,'9'0'0,"-1"0"0,-8-2 0,0-4 0,0 2 0,0-7 0,0 7 0,0-4 0,2 10 0,4 4 0,-5 3 0,15 14 0,-5 0 0,-3 8 0,7-20 0,-5 5 0</inkml:trace>
  <inkml:trace contextRef="#ctx0" brushRef="#br0" timeOffset="25">21752 997 8912,'17'8'0,"0"-6"0,0 5 0,-5-7 0,-1 0 0,3 0 0,1-7 0,-4-9 0,-1-8 0,-2-3 0,-4-4 0,-3-1 0,-1-3 0,0 3 0,0 3 0,0 3 0,0 3 0,0 9 0,0-3 0,0 11 0,0 6 0,0 12 0,2 11 0,4 5 0,4 5 0,7 1 0,0 6 0,0 1 0,6-3 0,0-10 0,-2-5 0,0-4 0,0-3 0,2-5 0,-2-5 0,-2-4 0,-3-6 0,-5-8 0,4-1 0,-3-16 0,1-1 0,-1-10 0,1 3 0,-7-3 0,5 4 0,-5 2 0,-2-1 0,5 9 0,-7 1 0,4 8 0,-4 7 0,-2 2 0,0 12 0,0 8 0,0 11 0,0 7 0,0 4 0,0 1 0,8 5 0,3 0 0,3 0 0,-3 2 0,4-5 0,-5 5 0,7-8 0,-7 0 0,-5 1 0,-3-3 0,-2-3 0,-7-2 0,-5-4 0,-11-4 0,-5 4 0,-5-6 0,-1-6 0,5-3 0,0-8 0,8 0 0,-2 0 0,4-8 0,4-3 0,3-5 0,5-16 0,7-4 0</inkml:trace>
  <inkml:trace contextRef="#ctx0" brushRef="#br0" timeOffset="26">22595 756 8912,'-8'10'0,"-1"-2"0,-8-8 0,7 0 0,2 2 0,8 3 0,0 5 0,2 13 0,4 0 0,4 2 0,7-3 0,0 0 0,0 6 0,0-7 0,1 2 0,-1-4 0,0-2 0,-5 1 0,-1-1 0,0-8 0,7-1 0,-1-8 0,-6-2 0,1-4 0,-6-5 0,5-12 0,-5 2 0,5-8 0,-7 6 0,2-5 0,-4 7 0,-2-2 0,7 4 0,-5 1 0,6 9 0,-8 1 0,6 16 0,-1 3 0,3 7 0,-4 3 0,2 2 0,7 7 0,-3-11 0,7 4 0,0-4 0,0-2 0,8-7 0,4-4 0,-4-4 0,-3-2 0,3-4 0,-2-8 0,2-1 0,-2-16 0,-10 6 0,5-3 0,-3 1 0,-7-4 0,-3 6 0,-3 2 0,-2 2 0,0 2 0,0 5 0,-2 3 0,-3 1 0,-5 2 0,-7 6 0,0 2 0,-1 4 0,7 0 0,0 11 0,5-4 0,-6 10 0,8-4 0,-1-1 0,3-1 0,2 0 0,0 0 0,0-7 0,2 3 0,3-7 0,5 0 0,7-6 0,-7 0 0,5-2 0,-3-4 0,3 4 0,2-4 0,0 4 0,1 2 0,-1 2 0,0 4 0,-6-2 0,1 5 0,-1 1 0,-1 0 0,5-7 0,-5 11 0,7-9 0,0 1 0,0-6 0,1 0 0,-1-7 0,0-3 0</inkml:trace>
  <inkml:trace contextRef="#ctx0" brushRef="#br0" timeOffset="27">23731 567 8912,'-17'-2'0,"-1"-3"0,1-7 0,6 5 0,-1 1 0,1-4 0,-6 12 0,-1 4 0,9 11 0,1 18 0,8-1 0,0 8 0,0 4 0,2-2 0,4 2 0,5 1 0,5-5 0,1-1 0,0-7 0,0-5 0,0-7 0,2-10 0,2-6 0,2-4 0,0-18 0,0 1 0,0-19 0,6 1 0,-6-13 0,0 0 0,-6-5 0,0-1 0,-7 1 0,3-1 0,-7 1 0,0 1 0,-6 4 0,-2 6 0,-2 6 0,-2 5 0,-7 12 0,9 9 0,-7 8 0,7 15 0,-2 8 0,-2 10 0,3 5 0,1 2 0,2 8 0,2-4 0,0 5 0,0-3 0,0 4 0,2-14 0,3 4 0,-1-5 0,8-7 0,-1-3 0,6-8 0,6-7 0,0-4 0,0-6 0,2-6 0,4-5 0,-4-5 0,1-7 0,-3 0 0,-3-7 0,2 1 0,-4 2 0,-5 1 0,-1 1 0,-9 2 0,5 11 0,-8 1 0,0 7 0,0 4 0,0 12 0,0 3 0,0 2 0,8 0 0,3 0 0,4-7 0,3-2 0,-1-8 0,0 0 0,0 0 0,0 0 0,-1-2 0,-5-4 0,5 4 0,-13-6 0,7 10 0,-2 4 0,-3 4 0,-5 13 0,0 0 0,0 5 0,0-5 0,0 8 0,0-3 0,0 5 0,0 1 0,-7-5 0,-5-2 0,-3-1 0,-4-1 0,-4 0 0,4-10 0,-6 1 0,0-15 0,-2 7 0</inkml:trace>
  <inkml:trace contextRef="#ctx0" brushRef="#br0" timeOffset="28">25211 756 8912,'9'-1'0,"-1"-3"0,-2-4 0,-1-1 0,3 5 0,-2 0 0,5 8 0,5 5 0,1 10 0,0 4 0,0-2 0,0 8 0,1 2 0,-3 7 0,-2 2 0,-1-2 0,-8-2 0,1-1 0,-3-1 0,-2-7 0,-2-4 0,-3-12 0,-7-7 0,-3-8 0,-2-13 0,1-10 0,3-9 0,1-4 0,1-6 0,1-4 0,3-1 0,9 7 0,3 4 0,1 3 0,9 5 0,5 3 0,8 5 0,1 8 0,9 5 0,2 5 0,8 4 0,-6 10 0,4 3 0,-6 5 0,-3 1 0,-3 0 0,-7 0 0,-4 0 0,-4 0 0,-2 1 0,-7-7 0,-5 1 0,-3-9 0,-2 13 0,0-14 0,-7 5 0,-5-7 0,-3 0 0,-2 0 0,-1 0 0,1 0 0,0 0 0,0 6 0,0 0 0,1 7 0,3-3 0,1 1 0,-1 1 0,3-1 0,-1 6 0,7-5 0,-2-1 0,5 3 0,1-7 0,1 1 0,7-10 0,9-4 0,0-3 0,14-9 0,-6 1 0,2 0 0,-1 0 0,3 0 0,4-1 0,-14 1 0,4 0 0,0 6 0,-4 1 0,-4 2 0,0 5 0,-7 1 0,0 9 0,-3 3 0,1 7 0,2-5 0,-2-3 0,5-1 0,4-3 0,3-5 0,-1 0 0,0 0 0,-8 0 0,7 0 0,-12 0 0,7 0 0,-7 0 0,4 0 0,-8 2 0,0 4 0,-8 4 0,6-1 0,-6-1 0,8-8 0,0 0 0,8-8 0,-6 6 0,19-11 0,-4 7 0,6-5 0,0 5 0,4-5 0,7 5 0,1 2 0,-1 2 0,0 2 0,1 0 0,-1 0 0,-1 0 0,-3 2 0,-3 2 0,-2 2 0,-2 7 0,-6-9 0,0 7 0,-7-7 0,-2 4 0,-8-8 0,0 0 0,-2-6 0,-4 0 0,-4-7 0,-7 11 0,0-11 0,0 7 0,5 0 0,1 6 0,-3 0 0,5 6 0,-3 0 0,7 1 0,-7-1 0,8-4 0,-11 5 0,13-7 0,-5 0 0,7-7 0,1-5 0,5-3 0,-2-10 0,7-3 0,3-5 0,1-1 0,2-1 0,-1 3 0,-3 3 0,-3 6 0,-1 4 0,1 2 0,-6 0 0,11 11 0,-4 12 0,-3 13 0,-2 21 0,-2 4 0,1 8 0,-3-1 0,4 1 0,3-1 0,-5 1 0,8-1 0,-3-7 0,3-4 0,3-5 0,-3-6 0,-3-5 0,3-8 0,1-5 0,2-5 0,-3-12 0,-1-5 0,1-12 0,5-6 0,-2-3 0,-1-3 0,-5 1 0,-1 1 0,-4 5 0,-2-5 0,3 14 0,1-4 0,0 12 0,-6 3 0,0 10 0,0 4 0,0 5 0,0 4 0,0 3 0,0 6 0,5-2 0,3 6 0,2 3 0,1-6 0,6-1 0,1-1 0,-1 0 0,8-7 0,-6-3 0,6-7 0,-1-3 0,-4-1 0,3-4 0,-4-3 0,-2-7 0,-8-3 0,1-2 0,-4 0 0,-4-6 0,3 0 0,-3 2 0,-9 2 0,-3 1 0,-7 1 0,0 2 0,-2 2 0,-4 1 0,3 8 0,-4-3 0,6 7 0,1 0 0,2 7 0,3 5 0,7-3 0,10 1 0,7-2 0,11-3 0,4 3 0,7 1 0</inkml:trace>
  <inkml:trace contextRef="#ctx0" brushRef="#br0" timeOffset="29">27276 877 8912,'11'0'0,"1"0"0,-7-2 0,7-4 0,-8 2 0,1-7 0,-3 5 0,-2-5 0,0 9 0,2 0 0,2 8 0,2 5 0,-2 8 0,-2-2 0,-2 14 0,0-6 0,0 2 0,0-5 0,0 5 0,0-2 0,0-4 0,0-2 0,0-2 0,-2-1 0,-4-5 0,2-3 0,-5-12 0,1-8 0,2 1 0,6-21 0,0 3 0,0-4 0,0-1 0,6 0 0,2-1 0,-1 3 0,3 1 0,-1 3 0,3 7 0,3 1 0,-2 11 0,-1 1 0,1 4 0,3 2 0,-7 2 0,5 10 0,-9 7 0,1 0 0,-6 8 0,0 0 0,0-6 0,0 4 0,0-4 0,0-2 0,0 1 0,6-7 0,0 1 0,-1-9 0,-5 5 0,0-10 0,0-4 0,6 3 0,0-9 0,1 6 0,-1-5 0,-2 7 0,7-2 0,1 4 0,3 4 0,-1 4 0,-3 6 0,1 10 0,3-2 0,-2 2 0,-1-2 0,-1 3 0,4-1 0,-1-2 0,-3-7 0,1 2 0,5-7 0,0 3 0,0-5 0,1-12 0,-1-3 0,0-8 0</inkml:trace>
  <inkml:trace contextRef="#ctx0" brushRef="#br0" timeOffset="30">27758 533 8912,'0'-17'0,"-2"2"0,-2 1 0,-2 3 0,0 5 0,6-6 0,0 9 0,0 3 0,2 13 0,2 8 0,2 8 0,7 3 0,-3 10 0,7 4 0,0-4 0,0 0 0,1 0 0,-1-6 0,0 5 0,-2-1 0,-3-6 0,3 4 0,-13-19 0,13 6 0,-7-17 0,5-8 0,-1-10 0,-6-11 0,5-2 0,-5-7 0,5 1 0,-7 2 0,2-1 0,-4 7 0,-2-2 0,0 9 0,2 5 0,3 1 0,-3 2 0,6 8 0,-8 4 0,0-2 0,0 7 0,2 1 0,4 5 0,-5 0 0,5 0 0,2-5 0,-2-1 0,7-7 0,-2 2 0,5-4 0,1-2 0,0 0 0,0 0 0,-5-2 0,-1-2 0,3-2 0,1 1 0,2 7 0,0 3 0,-7 5 0,3 9 0,-7 4 0,-2 6 0,4 11 0,-3 5 0,1-1 0,-6 2 0,0-8 0,-2 3 0,-2-3 0,-1 2 0,-9-11 0,5 3 0,-9-15 0,1-7 0,-2-4 0,-4-5 0,4-1 0,-6 0 0</inkml:trace>
  <inkml:trace contextRef="#ctx0" brushRef="#br0" timeOffset="31">28928 671 8912,'-17'-10'0,"7"2"0,-11 3 0,4-1 0,-2 2 0,-8 2 0,-2 2 0,-3 10 0,-1 9 0,3 11 0,1 9 0,10 14 0,0 1 0,7 5 0,5 6 0,1-6 0,13-2 0,5-11 0,9-6 0,2-11 0,8-6 0,-5-12 0,1-5 0,6-6 0,-5-6 0,5-3 0,1-16 0,1-4 0,-1-3 0,-7-8 0,-4 0 0,2-10 0,-2-2 0,7 1 0,-3-9 0</inkml:trace>
  <inkml:trace contextRef="#ctx0" brushRef="#br0" timeOffset="32">29117 619 8912,'0'-12'0,"0"1"0,0 0 0,0-7 0,0 1 0,0 0 0,0 7 0,0 3 0,0 22 0,0 4 0,0 16 0,0 1 0,0 4 0,0-4 0,0 6 0,0-7 0,0-1 0,8 0 0,-6 1 0,5-3 0,1-3 0,-6-4 0,11-8 0,-7 0 0,2-7 0,-3-5 0,-1-5 0,8-5 0,-9-12 0,13-4 0,-5-8 0,5-2 0,1-1 0,0-3 0,0 3 0,0 3 0,1-3 0,-3 13 0,-2-2 0,-1 7 0,-7 5 0,7 3 0,-8 4 0,11 2 0,-13 10 0,4 7 0,-4 0 0,5 8 0,-5-6 0,4 4 0,-4-4 0,4-2 0,-1 0 0,1-5 0,-6-1 0,0-7 0,2 10 0,4-9 0,-2 1 0,7-6 0,2 0 0,-5 0 0,7-8 0,-5 6 0,1-7 0,1 3 0,-8 4 0,11-5 0,-5 7 0,1 0 0,0 0 0,1 0 0,-1 0 0,1 0 0,-6 0 0,5 0 0,-5-2 0,5-4 0,-7 4 0,6-13 0,-5 3 0,-3-3 0,4-2 0,-4 0 0,-4 1 0,-4 5 0,2-2 0,-7 7 0,0 0 0,-7 6 0,-1 0 0,-4 0 0,4 2 0,-4 2 0,4 2 0,2-1 0,0-5 0</inkml:trace>
  <inkml:trace contextRef="#ctx0" brushRef="#br0" timeOffset="33">30201 671 8912,'-19'0'0,"-2"-2"0,-2-4 0,0 2 0,6-5 0,0 1 0,0 2 0,-1-1 0,1 5 0,0-4 0,0 12 0,0-3 0,-1 11 0,1 5 0,2 0 0,3 10 0,-1-6 0,7 5 0,0-1 0,6 2 0,0 1 0,0-7 0,0 0 0,0-6 0,2-5 0,4-1 0,4 1 0,7-3 0,0-3 0,0-4 0,1 0 0,-1 3 0,-8-3 0,5 8 0,-9-4 0,7-3 0,-6 9 0,-3-1 0,-10 7 0,-10-1 0,-3 0 0,-8 0 0,-1 0 0,-3-1 0,3-5 0,-4 4 0,14-13 0,2-2 0,11-11 0,4-12 0,2-4 0</inkml:trace>
  <inkml:trace contextRef="#ctx0" brushRef="#br0" timeOffset="34">30098 946 8912,'11'0'0,"1"0"0,-8 0 0,11 0 0,-5-6 0,7-2 0,0-1 0,8 3 0,4-5 0,3-1 0,2-5 0,1 0 0,-1-1 0,1 1 0,-3 0 0,-3 0 0,-6 0 0,-12-1 0,-3 7 0,-8 0 0,-13 7 0,-5-2 0,-10 4 0,-1 2 0,-3 8 0,-3 3 0,6 12 0,1 6 0,7-2 0,-2 1 0,4 1 0,7 0 0,3-1 0,1 3 0,4-6 0,10-3 0,3-2 0,16-11 0,4-3 0,3-4 0,3-4 0,-1-4 0,6-3 0,1-9 0,1-5 0,-2 1 0,-4-1 0,4 0 0,-11 0 0,2 2 0,-8 7 0,-2 3 0,-2 7 0,-8-4 0,1 8 0,-9 0 0,5 2 0,-8 4 0,0 6 0,0 5 0,0 6 0,0-4 0,0 4 0,-6-4 0,1-2 0,-1-7 0,4 3 0,-4-7 0,4-1 0,-5-12 0,7-3 0,0-7 0,5 0 0,3-2 0,2-4 0,-1 4 0,3-4 0,3 4 0,-5 1 0,7 3 0,0 4 0,0-5 0,0 15 0,1-5 0,-1 4 0,0 4 0,0 4 0,0 9 0,1 8 0,-3 0 0,-2-4 0,-1 4 0,-1-4 0,6 4 0,1-4 0,-1-10 0,-6-1 0,1-8 0,-8 0 0,3 0 0</inkml:trace>
  <inkml:trace contextRef="#ctx0" brushRef="#br0" timeOffset="35">31010 413 8912,'-17'0'0,"7"2"0,5 3 0,3 12 0,2 12 0,0 11 0,0 6 0,0 11 0,0 10 0,0 12 0,0 5 0,0-4 0,0 6 0,0-2 0,-2-12 0,-4-5 0,-4 2 0,-7-8 0</inkml:trace>
  <inkml:trace contextRef="#ctx0" brushRef="#br0" timeOffset="36">23817 3353 8912,'-12'0'0,"1"0"0,-1 0 0,-5-6 0,2-2 0,3-1 0,-3 5 0,6-4 0,-1 1 0,2 5 0,8-8 0,2 4 0,4-5 0,5 1 0,12-1 0,12 1 0,11-5 0,5 2 0,7-1 0,-5-5 0,20 10 0,-2-10 0,5-4 0,4 4-241,6-4 1,-1-2 240,-5 2 0,-4 8 0,-9 1 0,-5 9 0,-11 1 0,-15 2 0,-13 4 0,-11 3 0,-12-3 0,-4 6 0,-7-8 0,7 0 0,-6 0 0,4 0 0,3 0 481,-9 0-481,-7 0 0,0-8 0,-14-1 0,7-8 0</inkml:trace>
  <inkml:trace contextRef="#ctx0" brushRef="#br0" timeOffset="37">24712 2785 8912,'0'-17'0,"2"2"0,3 3 0,-1-3 0,8 4 0,-1 3 0,14-5 0,4 7 0,5 2 0,4 2 0,2 2 0,1 8 0,-7 3 0,0 12 0,1-2 0,-1 8 0,-9-1 0,-8 9 0,-9 3 0,-6-4 0,-4 14 0,-4-4 0,-5 3 0,-12 3 0,-2 0 0,-4-1 0,-1-7 0,7-4 0,0-11 0,6-6 0,-1-12 0,1-11 0,0-9 0</inkml:trace>
  <inkml:trace contextRef="#ctx0" brushRef="#br0" timeOffset="38">25607 2476 8912,'-18'-8'0,"1"-1"0,0-3 0,0 1 0,-6 7 0,0-2 0,0 4 0,4 2 0,-2 2 0,-4 6 0,-2 9 0,4 8 0,-6 9 0,10 2 0,2 5 0,2-5 0,9 4 0,2-4 0,2-1 0,6-1 0,6-1 0,7-5 0,4-3 0,2-10 0,2-1 0,2-3 0,1-7 0,7 9 0,-1-7 0,0 0 0,1-6 0,-1 0 0,-7 0 0,4 0 0,-8 0 0,0 2 0,-6 3 0,-8-1 0,-3 8 0,-6-1 0,-6 6 0,-11 8 0,-4 0 0,-8 4 0,1 3 0,-7-3 0,1 1 0,-1 1 0,1-2 0,0-16 0,-1 2 0,1-15 0,-1 0 0</inkml:trace>
  <inkml:trace contextRef="#ctx0" brushRef="#br0" timeOffset="39">25761 2321 8912,'0'-11'0,"0"-1"0,0 8 0,0-3 0,0 9 0,0 3 0,0 13 0,0 10 0,0 5 0,2 9 0,2 5 0,4 7 0,1 3 0,-5 1 0,6-5 0,-5 4 0,3-3 0,4 3 0,1-11 0,-5-8 0,1-7 0,-5-14 0,4-2 0,-8-5 0</inkml:trace>
  <inkml:trace contextRef="#ctx0" brushRef="#br0" timeOffset="40">26037 2562 8912,'0'11'0,"0"1"0,0 1 0,0 2 0,-8 3 0,-3-1 0,1 8 0,-1 3 0,7 5 0,-2 1 0,4-1 0,2-5 0,0 3 0,2-8 0,4-2 0,11-2 0,4-10 0,8-3 0,-1-4 0,-1-2 0,6-10 0,-5-7 0,-3-8 0,-2-9 0,-4 0 0,-2-1 0,-7 1 0,-4 0 0,-6-1 0,-6 3 0,-5 3 0,-5-3 0,-3 14 0,-4 1 0,2 2 0,-8 9 0,8 0 0,-2 6 0,6 8 0,6 3 0,3 5 0,8 1 0,0 0 0,0 0 0,8 1 0,9 6 0,10 3 0</inkml:trace>
  <inkml:trace contextRef="#ctx0" brushRef="#br0" timeOffset="41">26501 2579 8912,'0'-11'0,"0"-1"0,0 1 0,0 1 0,0 2 0,0 31 0,0 0 0,0 23 0,0 2 0,0 2 0,6 7 0,0 0 0,7 8 0,-1-2 0,-3-2 0,3 4 0,1 6 0,2-10 0,-3 6 0,-3-16 0,-1 1 0,-2-8 0,-6-10 0,-8-9 0,-1-8 0</inkml:trace>
  <inkml:trace contextRef="#ctx0" brushRef="#br0" timeOffset="42">26536 2631 8912,'-6'-12'0,"0"1"0,2-3 0,3-1 0,1 4 0,0-1 0,0 8 0,0-11 0,7 13 0,5-4 0,3 4 0,2 2 0,2 0 0,2 0 0,2 0 0,0 8 0,-6 0 0,-1 5 0,-5-1 0,5 7 0,-15 0 0,5 6 0,-4-1 0,-11 3 0,-7 6 0,-5-5 0,-4 5 0,2-5 0,2 3 0,-7-2 0,7-5 0,-2-6 0,4-1 0,1-8 0,1-1 0</inkml:trace>
  <inkml:trace contextRef="#ctx0" brushRef="#br0" timeOffset="43">26846 2665 8912,'9'0'0,"-1"0"0,-1 0 0,-3 0 0,8 0 0,-1 6 0,6-1 0,1-1 0,1-4 0,4-6 0,-4 5 0,11-15 0,-7 5 0,6-4 0,-6-3 0,0-1 0,-6-2 0,0-2 0,-7 0 0,-3 6 0,-8 2 0,-5 3 0,-6-1 0,-11 7 0,-1 8 0,-5 10 0,-2 7 0,8 9 0,-7 3 0,1 15 0,2 0 0,-1 5 0,9 1 0,1-1 0,3 7 0,9-1 0,2-1 0,10-11 0,6-5 0,9-11 0,2-6 0,7-6 0,-1-5 0,3-7 0,3-3 0,-1-9 0,1-5 0,-1-9 0,0-2 0,1-7 0,-8 3 0,5-15 0,-5-2 0</inkml:trace>
  <inkml:trace contextRef="#ctx0" brushRef="#br0" timeOffset="44">27895 2717 8912,'-11'0'0,"-1"0"0,-1-2 0,-2-2 0,-3-2 0,3-2 0,2 5 0,1-3 0,7 0 0,-5 4 0,2-4 0,3 5 0,5-7 0,7 8 0,7 0 0,5 0 0,4 0 0,7-8 0,-9 4 0,8-5 0,2 1 0,-7-5 0,7 5 0,-8-3 0,6-3 0,-6 9 0,1-3 0,-3 4 0,2-1 0,0-1 0,-11 6 0,-3 2 0,-1 3 0,4-1 0,-7 8 0,-7 7 0,-7 8 0</inkml:trace>
  <inkml:trace contextRef="#ctx0" brushRef="#br0" timeOffset="45">27826 3181 8912,'-17'0'0,"0"0"0,0 0 0,7 0 0,5 0 0,12-2 0,10-4 0,16-3 0,11-16 0,7-4 0,7-2 0,-1 3 0,-1-5 0,-10 5 0,1 3 0,-7 2 0,1 6 0,-7 5 0,-5-1 0,-2 7 0,-3 2 0,-8 4 0,-11 6 0,-3 6 0,-2 10 0,0-10 0,-15 11 0,-4-14 0</inkml:trace>
  <inkml:trace contextRef="#ctx0" brushRef="#br0" timeOffset="46">29014 2802 8912,'29'-26'0,"-1"3"0,-5 4 0,4 2 0,0 1 0,-2 3 0,-1 1 0,-1 3 0,-5-5 0,-1 3 0,0 7 0,-7-2 0,-5 12 0,-3 4 0,-2 7 0,-6 0 0,-1 0 0,-3 1 0,6-9 0,-3 6 0,7-11 0,0 8 0,7-9 0,3 5 0</inkml:trace>
  <inkml:trace contextRef="#ctx0" brushRef="#br0" timeOffset="47">29874 2184 8912,'-17'5'0,"0"1"0,2 0 0,1 1 0,5 5 0,1 3 0,0 10 0,4 6 0,-1 7 0,1 8 0,2 3 0,2 3 0,2-1 0,4 1 0,-3-8 0,9-4 0,-1-4 0,-1-1 0,5-9 0,-5-3 0,-1-4 0,1-3 0,-4-5 0,-12-3 0,4-8 0</inkml:trace>
  <inkml:trace contextRef="#ctx0" brushRef="#br0" timeOffset="48">29478 3284 8912,'0'17'0,"4"-7"0,8-5 0,11-5 0,9-5 0,8-7 0,18-11 0,12-5 0,7-5 0,1-1 0,1 1 0,-10 3 0,-10 1 0,-13 10 0,-6 0 0,-4 5 0,-17 13 0,-11 1 0,-16 9 0,-3 6 0,-14 10 0,8 2 0</inkml:trace>
  <inkml:trace contextRef="#ctx0" brushRef="#br0" timeOffset="49">29891 3473 8912,'10'0'0,"0"2"0,-5 4 0,-3-4 0,6 7 0,-6-3 0,2 5 0,1 5 0,3 3 0,-2 4 0,-4 3 0,3 9 0,3 1 0,-2 2 0,-2 2 0,-2 6 0,-2-4 0,0 0 0,0 0 0,0-9 0,0-3 0,0-7 0,0 0 0,0-6 0</inkml:trace>
  <inkml:trace contextRef="#ctx0" brushRef="#br0" timeOffset="50">30425 2802 8912,'17'0'0,"0"-1"0,1-5 0,-1 2 0,0-7 0,2-1 0,4-5 0,4 0 0,0 0 0,5-1 0,-3 1 0,1 0 0,-1 0 0,2 1 0,-8 5 0,-2 5 0,-10 4 0,4 2 0,-5 16 0,7 3 0</inkml:trace>
  <inkml:trace contextRef="#ctx0" brushRef="#br0" timeOffset="51">30563 3267 8912,'0'11'0,"0"1"0,0-9 0,2 5 0,3-10 0,7-4 0,11-3 0,5-16 0,13-4 0,-3-3 0,6-2 0,-2-1 0,-4 1 0,6-1 0,0 1 0</inkml:trace>
  <inkml:trace contextRef="#ctx0" brushRef="#br0" timeOffset="52">31079 2785 8912,'9'2'0,"-3"4"0,-4-4 0,8 5 0,7-7 0,8-7 0,9-5 0,8-9 0,2-3 0,2-1 0,0 0 0,-8 2 0,0 6 0,-7 0 0,2-1 0,-14 3 0,4 2 0,-4 1 0,6 1 0,1-6 0</inkml:trace>
  <inkml:trace contextRef="#ctx0" brushRef="#br0" timeOffset="53">31681 1977 8912,'0'25'0,"8"2"0,-1 15 0,5 7 0,-6 13 0,3 8 0,-7 24 0,1-46 0,0 1 0,-2 1 0,-2 0 0,-2-2 0,0 1 0,2 1 0,-2-1-330,-8 43 0,8-40 1,0-1 329,-2-2 0,-1 0 0,0 0 0,0-1 0,-11 38 0</inkml:trace>
  <inkml:trace contextRef="#ctx0" brushRef="#br0" timeOffset="54">16038 11709 8912,'10'-2'0,"-4"-4"0,-4 4 0,-2-13 0,0 11 0,0-8 0,0 9 0,0-5 0,0 8 0,0 0 0,0-8 0,0 6 0,0-7 0,0 3 0,0 4 0,0-7 0,0 3 0,2 4 0,1-6 0,5 3 0,2-1 0,-7 0 0,13 0 0,-5 1 0,5-9 0,-1 11 0,-2-7 0,-1 2 0,-1-3 0,6 5 0,1-2 0,-1 5 0,0-3 0,0-2 0,0 4 0,1-1 0,-1-1 0,0 4 0,0-4 0,0 4 0,1-3 0,-1 3 0,6 2 0,0 0 0,-6-2 0,-6-2 0,3-2 0,1 1 0,2 5 0,1 0 0,-1-6 0,0 0 0,-6 0 0,1 6 0,-8 0 0,5 0 0,-5-1 0,2-5 0,7 4 0,-9-6 0,8 8 0,-1 0 0,0 0 0,1 0 0,1 0 0,3 0 0,1 0 0,0 0 0,0 0 0,0 0 0,1 0 0,-1 0 0,-6 0 0,1 0 0,-1 0 0,7 0 0,-1 0 0,0 0 0,-6 0 0,1 0 0,-1-7 0,7 5 0,-7-6 0,0 8 0,-5-2 0,6-4 0,-7 5 0,7-5 0,1 4 0,-5 2 0,7-6 0,-3 0 0,3-5 0,2 5 0,0-1 0,1 1 0,5-2 0,0-3 0,-1-3 0,-4 7 0,-1-3 0,6 4 0,0-5 0,7 7 0,-9-5 0,8 5 0,0-4 0,-1 0 0,1 1 0,0-7 0,5 3 0,1 3 0,-3-7 0,-3 4 0,1-5 0,-5 1 0,0 2 0,2 1 0,0-1 0,-6 5 0,4-1 0,-8 5 0,0-2 0,0 0 0,0 4 0,1-3 0,1 3 0,4-4 0,-2-2 0,5 3 0,-1-1 0,-2 0 0,2 1 0,-6-9 0,12 12 0,-8-3 0,5-3 0,-5 2 0,0-1 0,-4 3 0,4-2 0,-2-2 0,8 3 0,-8 3 0,4-6 0,0 2 0,4 1 0,1-7 0,-1 6 0,1-5 0,-7 5 0,6-7 0,-6 1 0,6 3 0,-4-1 0,1 1 0,5-1 0,-6 6 0,7-9 0,-5 7 0,0 2 0,5-5 0,-5 5 0,7-7 0,1 5 0,-1-6 0,-1 7 0,-4-7 0,3 6 0,-5-3 0,0 1 0,3-3 0,-7 5 0,6-5 0,-6 5 0,7-8 0,-3 11 0,6-7 0,-5 2 0,5 1 0,-6 3 0,1-4 0,1-1 0,0 5 0,5-4 0,0 8 0,-5-2 0,0-3 0,-1 3 0,5-4 0,-2 4 0,-5 2 0,-1 0 0,6-7 0,-10 5 0,8-4 0,-7-2 0,7 3 0,-6-3 0,6 4 0,1-2 0,-3-5 0,2 5 0,-6-7 0,5 3 0,3 1 0,-6-5 0,0 9 0,0 1 0,-6-6 0,6 8 0,-6-3 0,4 3 0,1 0 0,5-4 0,4 4 0,-5-4 0,5 3 0,1-3 0,1 4 0,-1-4 0,1-3 0,-1 5 0,0-8 0,5 3 0,-3-5 0,-4 3 0,-3 5 0,0-5 0,3 5 0,-3-4 0,3 1 0,3-1 0,-6 5 0,-1-7 0,1 6 0,5-5 0,1 7 0,-1-9 0,1 7 0,-1-5 0,0 3 0,1-2 0,-3 5 0,-1-5 0,-2 2 0,-8-3 0,2 5 0,-4-1 0,-2 3 0,0-2 0,-2-2 0,-3 3 0,3 3 0,-3-4 0,-3 4 0,3 2 0,5-6 0,6 1 0,2-3 0,-2 2 0,3 4 0,9-3 0,7-3 0,4 2 0,4-7 0,1 1 0,-5 3 0,0-3 0,-6 7 0,6-7 0,-10 3 0,-1-3 0,-10 5 0,-6-1 0,-2 6 0,0-6 0,0 8 0,1-7 0,-7 5 0,1-4 0,-1 2 0,6 0 0,0-3 0,1-1 0,-1 1 0,0-7 0,6 10 0,0-7 0,6 1 0,-5-3 0,3 2 0,2 5 0,5-6 0,1 1 0,-1 1 0,-7 3 0,5 1 0,-3 0 0,4 2 0,-1 1 0,-3-3 0,3 4 0,-13-6 0,4 8 0,2-2 0,-2-3 0,6 1 0,-4-6 0,1 3 0,1-1 0,2 2 0,7 2 0,-7-7 0,7 1 0,-7-1 0,3 1 0,3 5 0,-1-3 0,1-5 0,-1 1 0,1-1 0,-1 5 0,2-7 0,4 3 0,-9-3 0,3-2 0,-5 6 0,0-1 0,-6-1 0,-4 5 0,-2-5 0,0 5 0,1-2 0,-3 5 0,-4-7 0,5 8 0,-5-1 0,4-3 0,3 2 0,-1-1 0,0 1 0,0 4 0,0-4 0,1 3 0,-1-3 0,2 4 0,2-4 0,2 2 0,-2-1 0,-2 3 0,0-6 0,4 8 0,-4-6 0,4 1 0,-4 1 0,4 2 0,0 2 0,0 0 0,-6-2 0,1-2 0,-1-2 0,6-1 0,0 1 0,5 4 0,-5-4 0,6-1 0,-6 1 0,6-5 0,-6 5 0,5-8 0,-5 3 0,6 1 0,-6-1 0,2 7 0,-4-4 0,2 1 0,-2-5 0,5 5 0,-6-3 0,2 6 0,-2-1 0,-1-3 0,4 2 0,-4 4 0,4-3 0,-4 3 0,0 0 0,2-2 0,2-2 0,0 1 0,-6 5 0,0-2 0,1-4 0,4 4 0,1-4 0,0 2 0,-5 1 0,-1-3 0,0 2 0,0 0 0,0-2 0,1 5 0,-1-5 0,0 4 0,0-4 0,0 0 0,1 1 0,-1 3 0,0-4 0,-5 4 0,-1-4 0,0 5 0,7 1 0,-1-6 0,0 0 0,2-2 0,4 3 0,-2 3 0,6-6 0,0 2 0,0 1 0,-6-1 0,9 0 0,-7 1 0,6-7 0,-4 6 0,1 3 0,-5-5 0,2 2 0,-3-2 0,-3 3 0,0 3 0,0-4 0,0 4 0,1 2 0,-3-2 0,-4-3 0,5 3 0,-5-4 0,4 4 0,3 2 0,-1 0 0,0-6 0,0 1 0,0 1 0,1 0 0,-1 0 0,0-2 0,0 3 0,0-5 0,1 2 0,-1 0 0,6 1 0,0-1 0,-2 2 0,-2 2 0,-2-3 0,0-1 0,1 2 0,5-4 0,-1 3 0,1-9 0,0 10 0,2-5 0,2 1 0,2-3 0,5 5 0,-5-5 0,-1 5 0,-1-6 0,2 7 0,3-3 0,-3 2 0,-2 2 0,0-5 0,-3 1 0,-3 4 0,4 1 0,-2-3 0,0 4 0,-6-6 0,3 6 0,3-3 0,-4 3 0,7-8 0,-5 6 0,2-1 0,0-3 0,-5 2 0,4 4 0,1-3 0,0 3 0,-5 2 0,5-6 0,-1 0 0,-1 1 0,-1-3 0,-3 6 0,0-4 0,0-3 0,2 7 0,2-6 0,2 1 0,0 5 0,-6-12 0,3 8 0,3 3 0,-2-5 0,7 2 0,-7-5 0,4 3 0,0-1 0,-4 3 0,6-6 0,-2-1 0,0 4 0,-3-3 0,-2 6 0,3-5 0,-4 5 0,-2-5 0,0 5 0,0-6 0,1 9 0,-1-3 0,0-2 0,0 3 0,0-3 0,1 2 0,-1 4 0,0-5 0,0-1 0,2 4 0,2-5 0,2 1 0,8 2 0,-10 1 0,8-1 0,-6-8 0,3 5 0,-1-1 0,4-3 0,-4 5 0,0 1 0,-1-1 0,-1-3 0,-5 5 0,-1-8 0,0 11 0,0-9 0,0 8 0,1-3 0,-1-1 0,0 6 0,6-11 0,0 5 0,-2-1 0,6 5 0,-2-10 0,5 7 0,-1-3 0,0 4 0,5-5 0,-2 7 0,-3-2 0,4-3 0,-5-1 0,5 1 0,-5-5 0,-1 7 0,-2-3 0,-2 6 0,0-9 0,0 5 0,-2-1 0,-2 5 0,-2-2 0,8 4 0,-6-3 0,4-3 0,-4-2 0,-1 7 0,-1-3 0,0 2 0,0-2 0,0 4 0,1-3 0,-1 3 0,-6 2 0,1 0 0,-8 0 0,11-8 0,-6 6 0,1-5 0,5 7 0,-3 0 0,3 0 0,2 0 0,0-2 0,1-4 0,1 4 0,4-4 0,-2 3 0,7-3 0,-6 4 0,2-4 0,-1 2 0,0-1 0,0 3 0,0-8 0,0 4 0,0 4 0,-6-5 0,0-1 0,1 6 0,-1-7 0,0 5 0,0-2 0,1 0 0,-1 6 0,6-5 0,0-1 0,0-2 0,-6 3 0,0 3 0,0-4 0,0 4 0,1 2 0,-1-2 0,0-2 0,0-1 0,0 1 0,1 2 0,-7 2 0,1 0 0,-3-2 0,5-2 0,-3-2 0,-7 1 0,11 5 0,-3 0 0,3-6 0,2 0 0,0 0 0,1 5 0,-1-3 0,0-2 0,0-2 0,2 5 0,2-3 0,2 2 0,0-4 0,-6 3 0,8-1 0,-6 0 0,6 0 0,0 3 0,-6-7 0,6 8 0,-8-5 0,0 1 0,1 0 0,-1 2 0,0-5 0,0 7 0,-7-8 0,-4 5 0,3 3 0,-7-6 0,8 8 0,-5 0 0,3-2 0,3-4 0,-1 4 0,-4-3 0,5 3 0,5 2 0,1 0 0,0-2 0,0-4 0,0 4 0,1-4 0,-1 5 0,-6 1 0,1 0 0,-7 0 0,7 0 0,-8 0 0,3-8 0,-7 6 0,0-6 0,0 8 0,0 0 0,8 0 0,-6 0 0,6 0 0,-8 0 0,0 0 0,-2 8 0,-4 3 0,-4 5 0,-22 9 0,-4 1 0</inkml:trace>
  <inkml:trace contextRef="#ctx0" brushRef="#br0" timeOffset="55">12545 9611 8912,'-27'-10'0,"4"-7"0,10 2 0,2-2 0,7 5 0,-2 7 0,4 3 0,2-6 0,8 8 0,1 0 0,8 0 0,1-6 0,-1 1 0,0-1 0,0-2 0,8 1 0,4-5 0,5-3 0,6 3 0,4-5 0,8-6 0,15 4 0,-2-8-281,15 4 1,3-3 280,-38 9 0,1-1 0,0 0 0,0 0 0,5-1 0,1 0 0,3-1 0,1 0 0,2 0 0,1 1 0,1 1 0,0 0 0,0 1 0,-1 0 0,-2 0 0,1-1 0,4-1 0,0-2-655,-2 1 0,0 0 655,2 3 0,1 2 0,0-2 0,2 1 0,0 2 0,2 0 0,4-2 0,1 1 0,2 0 0,1 1-84,1 2 1,1 1-1,2 1 1,1 1 0,-1 1-1,1 1 1,-1 0 0,0 1 83,3-1 0,1 2 0,2 3 0,0 0 0,-2-1 0,0 1-242,-2 0 1,-3 2 0,-9 0-1,0 2 242,-1 0 0,1 1 0,1 1 0,0 2 0,2 2 0,-1 1 0,-11-3 0,-3 0 0,-2-1 0,-1 1 62,40 7 1,-14 1-63,0-3 0,-7 3 0,1-9 0,-10 9 0,-11-10 0,-11 5 0,-4-1 0,-7-4 1074,-4-3-1074,-12-1 688,-7 0-688,-8 0 1236,0 0-1236,-8 0 0,4 0 0,-7 0 190,-3 0 1,-3 0-191,-6 0 0,4-1 0,-4-5 0,4-4 0,2-7 0</inkml:trace>
  <inkml:trace contextRef="#ctx0" brushRef="#br0" timeOffset="56">17656 8270 8912,'2'-19'0,"4"-4"0,5-6 0,5 4 0,1 2 0,0 6 0,0 6 0,0 3 0,1 10 0,-1 4 0,0 5 0,0 14 0,0 9 0,6 10 0,0 14 0,0 3 0,-6 8 0,1 1 0,-1 5 0,-8-4-684,-3 3 684,-12 4 0,-7 6 0,0-37 0,-5 0 0,-3 1 0,-3 0 0,-5-3 0,-2-1 0,-5 3 0,-2-2 0,-1-4 0,-1-2 0,0 3 0,-2-2 0,0-2 0,-2-1 0,-2 0 0,-2-2 0,-1 1 0,-1-1 0</inkml:trace>
  <inkml:trace contextRef="#ctx0" brushRef="#br0" timeOffset="57">7210 9181 8912,'6'-17'0,"2"0"0,-1 0 0,1-1 0,-2 1 0,0 0 0,-1 0 0,1 0 0,-6-1 0,0 1 0,0 0 0,0 0 0,0 0 0,0-1 0,0 1 0,-6 0 0,-1 0 0,-1 0 0,0-1 0,1 7 0,1 0 0,2 7 0,-7-2 0,7 19 0,-2 10 0,4 15 0,2 8 0,0 12 0,0-3 0,0 8 0,0-9 0,2-1 0,4-5 0,-2-4 0,7 2 0,1-6 0,5-12 0,0-7 0,0-7 0,0-7 0,1-7 0,-1-3 0,0-9 0,0-7 0,-1-15 0,-5-1 0,-3-1 0,-8-4 0,0 4 0,0-6 0,0-1 0,0 13 0,0-4 0,0 11 0,0 9 0,0 20 0,7 4 0,-3 28 0,8-4 0,-1 4 0,6-3 0,2-3 0,3-3 0,0-6 0,9-4 0,-2-2 0,3-7 0,-3-5 0,0-10 0,1-7 0,-5-11 0,-2-5 0,-4-7 0,-2-5 0,-7 2 0,-4-6 0,-6 2 0,-6 4 0,-11-6 0,-10 7 0,-8-3 0,3 12 0,3 5 0,-1 9 0,7 3 0,0 7 0,6-2 0,7 4 0,2 2 0,8 0 0</inkml:trace>
  <inkml:trace contextRef="#ctx0" brushRef="#br0" timeOffset="58">8088 8579 8912,'0'-17'0,"-8"0"0,5 6 0,-9-1 0,6 8 0,-5-1 0,5 6 0,-5 11 0,5 9 0,-5 19 0,5 10 0,-4 9 0,1 0 0,-1 0 0,4 4 0,-5-5 0,7 5 0,-2-6 0,4 0 0,4-13 0,4-4 0,-2-11 0,5-6 0,-1-4 0,0-9 0,-3-5 0,-3-5 0,4-5 0,2-11 0,-1-8 0,1-3 0,0-4 0,5-9 0,-9 4 0,5-4 0,-1 3 0,0 5 0,-2 3 0,-5 4 0,5 8 0,4 0 0,-6 2 0,7 3 0,-5 5 0,5 7 0,1 7 0,5 5 0,0 9 0,2 2 0,4-2 0,6-2 0,3-4 0,3-3 0,7-5 0,4-7 0,3 0 0,7-2 0,-4-3 0,3-13 0,-11-8 0,8-9 0</inkml:trace>
  <inkml:trace contextRef="#ctx0" brushRef="#br0" timeOffset="59">8708 8751 8912,'-25'8'0,"-4"3"0,-2 12 0,3 6 0,-3 3 0,8 3 0,0-1 0,6 1 0,0-1 0,7-7 0,5-4 0,3-4 0,4-4 0,3-3 0,5-5 0,7-7 0,0 0 0,1 0 0,1-2 0,4-3 0,-4-13 0,7-3 0,-3-7 0,-3-1 0,2-5 0,-2 1 0,-5 3 0,-4 1 0,3 2 0,-9-1 0,7-3 0,-6 8 0,-1 0 0,-5 6 0,0 0 0,0 0 0,0 7 0,-1 6 0,-3 14 0,-2 9 0,2 4 0,2 2 0,2 5 0,0-1 0,0-4 0,2 5 0,2-7 0,2-2 0,7-2 0,-1-2 0,3-7 0,2-4 0,2-4 0,4-2 0,-4 0 0,8-8 0,-6-5 0,2-8 0,0 0 0,-6-8 0,-2 2 0,-1-3 0,-3 1 0,3-2 0,-5-9 0,3-6 0,-8 2 0,1-1 0,-1-7 0,2-5 0,-4-1 0,3 7 0,-3 1 0,-2 4 0,0 12 0,0 11 0,0 4 0,0 21 0,0 15 0,0 16 0,0 20 0,0 4 0,0 6 0,0 4 0,0 2 0,0-8 0,0-4 0,2-3 0,4-2 0,4-9 0,7-2 0,2-7 0,4-5 0,0-5 0,0-6 0,0-9 0,-14-1 0</inkml:trace>
  <inkml:trace contextRef="#ctx0" brushRef="#br0" timeOffset="60">8931 8648 8912,'-9'0'0,"16"-7"0,13 5 0,27-12 0,9 7 0,9-3 0,4-1 0,13-7 0,2 1 0,-2 0 0,0-8 0,4-2 0</inkml:trace>
  <inkml:trace contextRef="#ctx0" brushRef="#br0" timeOffset="61">10188 8253 8912,'-12'-10'0,"3"3"0,1-1 0,-4 8 0,7 0 0,1 9 0,2 9 0,2 5 0,0 1 0,0 5 0,8 4 0,3-5 0,-3-3 0,7 7 0,-4-5 0,5 0 0,1-2 0,0-8 0,0-2 0,1-3 0,-1-5 0,0-7 0,0 0 0,0 0 0,1 0 0,-3-7 0,-2-5 0,-1-3 0,-6-10 0,5-3 0,-5 1 0,5-2 0,-5 0 0,5-5 0,-7 7 0,2 4 0,2 4 0,-3 2 0,1 2 0,2 3 0,-6 5 0,11 9 0,-5 3 0,1 7 0,1 5 0,1 6 0,3 4 0,-9 7 0,1 0 0,0 1 0,0-1 0,-1-5 0,-5-2 0,0-3 0,0 1 0,0-2 0,0-9 0,-2 1 0,-3-6 0,-7-5 0,-11-9 0,-4-5 0</inkml:trace>
  <inkml:trace contextRef="#ctx0" brushRef="#br0" timeOffset="62">10205 8046 8912,'-17'-7'0,"5"3"0,1-8 0,7 9 0,-12-5 0,22 8 0,4 6 0,18-1 0,5 7 0,1-6 0,1 7 0,-1-3 0</inkml:trace>
  <inkml:trace contextRef="#ctx0" brushRef="#br0" timeOffset="63">11237 8064 8912,'-28'-23'0,"1"0"0,2 2 0,4 2 0,2 9 0,2 4 0,-6 4 0,0 2 0,2 0 0,7 4 0,3 8 0,-1 1 0,-3 16 0,4 1 0,-3 3 0,8 1 0,1-1 0,5-5 0,0 5 0,0-5 0,0-3 0,0-2 0,2-4 0,3-2 0,5-7 0,7-2 0,-5-10 0,-1-4 0,2-5 0,3-7 0,1-5 0,0 2 0,0-7 0,-7-1 0,5 0 0,-3 3 0,3 1 0,2 2 0,0 6 0,-5 0 0,-1 1 0,3 5 0,1 3 0,0 10 0,-3 4 0,1 3 0,-7 9 0,5 5 0,-5-1 0,8 9 0,-3-12 0,10 4 0,2-4 0,0-4 0,-6-3 0,0-4 0,8-8 0,2 0 0</inkml:trace>
  <inkml:trace contextRef="#ctx0" brushRef="#br0" timeOffset="64">11702 7754 8912,'-17'-2'0,"-1"-2"0,1-1 0,0 1 0,-6 6 0,0 9 0,0 1 0,6 20 0,0-3 0,0 3 0,1 8 0,5 1 0,3 4 0,10-3 0,4 2 0,5 4 0,5-6 0,7-8 0,1-11 0,3-3 0,2-5 0,5-4 0,1-3 0,-3-18 0,-3-7 0,3-8 0,-5-9 0</inkml:trace>
  <inkml:trace contextRef="#ctx0" brushRef="#br0" timeOffset="65">11891 7737 8912,'-17'0'0,"7"8"0,3-5 0,7 11 0,0 5 0,0-2 0,0 10 0,0-4 0,0 3 0,0 9 0,0-1 0,7-5 0,5-2 0,3-3 0,0-1 0,-1-5 0,-3-1 0,1-8 0,5 5 0,0-9 0,0-1 0,1-9 0,-1-7 0,0-3 0,0-2 0,-1-8 0,-5-4 0,4 0 0,-3-5 0,-5 11 0,3-17 0,-4 11 0,-4 5 0,3-1 0,-3 0 0,6 6 0,-6 2 0,6 9 0,-8 17 0,0 9 0,0 8 0,0 1 0,0 2 0,0 1 0,7 3 0,-3-4 0,6-3 0,-3-1 0,7-2 0,-3-6 0,4-7 0,3-3 0,-1-7 0,2 0 0,2-2 0,2-3 0,0-5 0,-6-7 0,-5 0 0,-1 0 0,-1-6 0,1 0 0,-5 2 0,-4 2 0,-2 1 0,0 7 0,0 0 0,0-1 0,0 3 0,0 1 0,0 10 0,0 4 0,0-5 0,2 13 0,1-7 0,3 3 0,8-6 0,-11 9 0,9-7 0,-6 2 0,5-3 0,-7-3 0,11 6 0,-5-8 0,7 0 0</inkml:trace>
  <inkml:trace contextRef="#ctx0" brushRef="#br0" timeOffset="66">12631 7703 8912,'12'0'0,"-1"0"0,2 0 0,3 0 0,-7 0 0,7 0 0,-3 0 0,6 0 0,4 0 0,0 0 0,-6 0 0,6 1 0,0 5 0,-2 6 0,-9 11 0,1-2 0,-7 7 0,-2 3 0,-2 1 0,-2-3 0,-2-2 0,-4-2 0,2 3 0,-7-5 0,1-6 0,-1-5 0,3-8 0,0 3 0,6-9 0,-3-3 0,3-7 0,7-9 0,3-4 0,2-1 0,3-5 0,2-2 0,3-1 0,6 7 0,-5-3 0,6 5 0,0-2 0,2-1 0,7-7 0</inkml:trace>
  <inkml:trace contextRef="#ctx0" brushRef="#br0" timeOffset="67">13371 7617 8912,'-17'-8'0,"0"6"0,0-4 0,-3 4 0,-3 2 0,4 0 0,-6 8 0,8 3 0,0 5 0,6 1 0,-1 0 0,8 6 0,-1 0 0,-3 6 0,2-6 0,0-1 0,6-4 0,0-1 0,2-2 0,4-3 0,-2-5 0,7-7 0,-5 0 0,6 0 0,-1-2 0,6-3 0,-5 3 0,-1-4 0,1-4 0,5 7 0,0-7 0,0 2 0,1 3 0,4 3 0,1-4 0,6 2 0,-6-7 0,2 5 0,-2-5 0,-4 7 0,13-19 0,-5 4 0</inkml:trace>
  <inkml:trace contextRef="#ctx0" brushRef="#br0" timeOffset="68">13733 7445 8912,'-18'9'0,"7"6"0,-1-5 0,-1 0 0,-2 5 0,3-6 0,1 11 0,-3 2 0,7-1 0,1 8 0,-2-2 0,3 2 0,-1 1 0,6-7 0,0 6 0,0-6 0,8-1 0,1-6 0,8-5 0,0-5 0,1-4 0,-1-2 0,8 0 0,-6-8 0,6-3 0,0-5 0,-6-8 0,6 3 0,-8-6 0,0 2 0,-2 0 0,-1 4 0,-5-2 0,-1 2 0,5 2 0,-11 2 0,4 0 0,-4 7 0,-2 3 0,0 9 0,0 3 0,0-3 0,0 13 0,0-3 0,0-3 0,0 3 0,0-6 0,0 5 0,7-7 0,5 2 0,3-4 0,2-4 0,1-4 0,-1 4 0,0-13 0,0 3 0,-7 5 0,5-1 0,-7 10 0,3 4 0,-5 5 0,-4 4 0,-2 10 0,0 4 0,-8 3 0,4 3 0,-7-1 0,-2 0 0,-3 7 0,-1-1 0,0 0 0,-8-6 0,-2 1 0</inkml:trace>
  <inkml:trace contextRef="#ctx0" brushRef="#br0" timeOffset="69">6970 10505 8912,'-8'-17'0,"-4"0"0,-3-1 0,-2 1 0,5 8 0,1 3 0,-2 4 0,-3 12 0,-1 9 0,0 13 0,2 8 0,3 6 0,-1 4 0,7-4 0,2 1 0,2-1 0,8-4 0,4-9 0,5-5 0,6-10 0,15-11 0,4-7 0,2-13 0,4-4 0,-6-12 0,-11-2 0,-6-7 0,-11 2 0,-5-12 0,-9 8 0,-3 2 0,-13 9 0,-16-1 0,-12 7 0,-4 2 0,4 9 0,2 7 0,2 3 0,4 2 0,2 7 0,15 5 0,5 9 0,7 2 0,3 7 0,8-9 0,4 8 0,11-8 0,10 4 0</inkml:trace>
  <inkml:trace contextRef="#ctx0" brushRef="#br0" timeOffset="70">7537 10041 8912,'-9'-29'0,"-6"2"0,-6 3 0,-1 3 0,11 1 0,-4 9 0,3 0 0,5 11 0,1 5 0,4 5 0,2 28 0,0-4 0,0 20 0,0 3 0,2 4 0,4 8 0,1-4 0,5 10 0,3-3 0,-4-1 0,5-2 0,-1 1 0,-3-12 0,1-3 0,-7-9 0,-1 4 0,-20-22 0,-4 5 0</inkml:trace>
  <inkml:trace contextRef="#ctx0" brushRef="#br0" timeOffset="71">7228 10591 8912,'0'-11'0,"0"-1"0,0 6 0,0-5 0,0-1 0,2 1 0,3-1 0,7 7 0,11-7 0,5-1 0,13-2 0,4-3 0,5 1 0,4-6 0,3 0 0,4-15 0,8 2 0</inkml:trace>
  <inkml:trace contextRef="#ctx0" brushRef="#br0" timeOffset="72">8759 9766 8912,'-28'0'0,"1"0"0,2 0 0,0 2 0,2 3 0,2-1 0,-6 8 0,2 3 0,4 6 0,8 8 0,3 11 0,3 6 0,1 11 0,6-2 0,2 6 0,4-1 0,3 5 0,10-8 0,2 2 0,2-7 0,8-20 0,-6 6 0,4-15 0,1-7 0,-5-11 0,0-5 0,0-5 0,-4-7 0,5-11 0,-6-5 0,3-11 0,-4-1 0,-2-8 0,-2 4 0,-3-7 0,1-1 0,-7 1 0,0 5 0,-6 0 0,-10 6 0,-7-6 0,-2 8 0,-10-2 0,0 13 0,-5 10 0,1 2 0,5 9 0,5 2 0,4 4 0,3 6 0,5 5 0,5 4 0,4 3 0,-5 7 0,-3 1 0</inkml:trace>
  <inkml:trace contextRef="#ctx0" brushRef="#br0" timeOffset="73">8329 10281 8912,'0'-17'0,"10"0"0,7 0 0,10-2 0,13-4 0,6-4 0,3 0 0,3-5 0,0 3 0,7 4 0,-6 3 0,5 10 0,-12 4 0,-4 1 0,-8-3 0</inkml:trace>
  <inkml:trace contextRef="#ctx0" brushRef="#br0" timeOffset="74">9138 10247 8912,'-17'25'0,"-1"-6"0,1 6 0,0-8 0,0 0 0,0 8 0,1-4 0,5 6 0,5-2 0,4-2 0,2-4 0,0 4 0,8-10 0,3 4 0,6-11 0,6 0 0,-2-4 0,8-2 0,0-2 0,5-4 0,-1-4 0,-5-7 0,-1-6 0,-4 0 0,-9-5 0,3 5 0,-12-6 0,1 6 0,-6-5 0,-6 5 0,-5 0 0,-12 5 0,2 1 0,-6 2 0,2 4 0,-3 3 0,5 8 0,0 0 0,6 0 0,-1 0 0,1 8 0,8-7 0,-7 15 0,7-7 0</inkml:trace>
  <inkml:trace contextRef="#ctx0" brushRef="#br0" timeOffset="75">9740 9577 8912,'17'-8'0,"1"-4"0,-1-3 0,2 4 0,4 1 0,5 3 0,5-5 0,3 6 0,3 3 0,1 1 0,0 9 0,-2 3 0,-3 7 0,1 8 0,-13 3 0,-2 5 0,-4-4 0,-5-1 0,-5 1 0,-11 7 0,-5 2 0,-8 3 0,-12 6 0,2-10 0,-5 3 0,3-4 0,4-2 0,2 1 0,0-3 0,2-3 0,-6 3 0,1-5 0</inkml:trace>
  <inkml:trace contextRef="#ctx0" brushRef="#br0" timeOffset="76">10239 10402 8912,'0'17'0,"0"0"0,0 0 0,-2 1 0,-3-1 0,3-8 0,-6 7 0,8-14 0,2 5 0,4-7 0,-3-2 0,9-2 0,-1-3 0,-1-3 0,5 6 0,-13-11 0,4 4 0,-4 3 0,-4-7 0,-4 3 0,-11 5 0,-4-1 0,-10 6 0,-5-4 0,0 3 0,-10-9 0,-8-7 0,-7-8 0</inkml:trace>
  <inkml:trace contextRef="#ctx0" brushRef="#br0" timeOffset="77">5369 8786 8224,'-34'38'0,"-3"-6"48,-3-5 0,2 9 1,-8 1-1,0 7 0,0 7 1,2 7-1,2 3-48,4 4 0,9 7 0,8 1 0,8-6 0,15-2 0,15-14 0,10-7 38,5-6 1,8-13-1,3-8-38,1-9 0,-4-10 0,4-11 0,0-16 0,0-13 0,1-8 0,-2-3 0,-9-4 0,-2 1 0,-9-7 0,-7 2 0,-11 0 0,-3 9 0,-11 3 0,-8 9 0,-10 3 58,-6 7-58,-9 5 0,4 15 0,-6 5 177,2 3-177,-6 17 0,12-2 0,-2 16 0,7 2 0,6 1 0,16 2 0,-7 8 0,7 2 0</inkml:trace>
  <inkml:trace contextRef="#ctx0" brushRef="#br0" timeOffset="78">5128 9336 8912,'0'17'0,"0"0"0,0 0 0,10 10 0,7 8 0,8 7 0,9 15 0,3 2 0,3 2 0,6 4 0,3 2 0,3-8 0,0-7 0,-1-8 0,-1-17 0,-2-6 0,-2-8 0,-8-13 0,4-10 0</inkml:trace>
  <inkml:trace contextRef="#ctx0" brushRef="#br0" timeOffset="79">5851 9198 8912,'-8'-17'0,"-3"0"0,3 0 0,1 7 0,8 3 0,5 7 0,4 7 0,7 5 0,0-3 0,0 3 0,1-1 0,-1 6 0</inkml:trace>
  <inkml:trace contextRef="#ctx0" brushRef="#br0" timeOffset="80">5989 9594 8912,'-6'11'0,"-2"-1"0,-1-3 0,5 1 0,-2-2 0,4-4 0,2 5 0,0-7 0,8-15 0,1-4 0</inkml:trace>
  <inkml:trace contextRef="#ctx0" brushRef="#br0" timeOffset="81">7813 11588 8912,'-8'10'0,"-1"-3"0,-3 1 0,1 3 0,7 7 0,-4 5 0,2 3 0,1 5 0,1 3 0,2-3 0,2 9 0,0-4 0,0-1 0,0-9 0,0-3 0,0-4 0,0-1 0,2-7 0,4 1 0,-5-16 0,7 0 0,-8-19 0,0-8 0,-2-9 0,-4-11 0,5-3 0,-5-9 0,4-2 0,2-9 0,0 1-399,0-7 399,0 7 0,2-3 0,4 11 0,5 8 0,2 9 0,-1 19 0,3 6 0,-3 12 0,9 7 0,2 15 0,0 10 0,-6 22 0,2 6 0,4 7 0,-4 1 0,6-2 0,-8-3 0,6 3 0,0-9 0,-6-2 0,-5 2 0,-1-6 0,4 4 399,-3-2-399,-5-2 0,-7-6 0,0 1 0,0-1 0,-1-5 0,-5 0 0,-4-8 0,-7 3 0</inkml:trace>
  <inkml:trace contextRef="#ctx0" brushRef="#br0" timeOffset="82">7830 11674 8912,'-27'0'0,"4"0"0,4 0 0,2 0 0,7 0 0,-5 0 0,13-2 0,-4-3 0,14-5 0,9-7 0,10 0 0,11-3 0,2-2 0,6-3 0,-6-4 0,8-3 0,-2 3 0,-4 2 0,-2-1 0,4-1 0,-7-6 0,5 1 0</inkml:trace>
  <inkml:trace contextRef="#ctx0" brushRef="#br0" timeOffset="83">8708 11262 8912,'-25'0'0,"6"5"0,-4 1 0,4-2 0,1-2 0,1-2 0,8 7 0,1-5 0,8 6 0,2-8 0,4 0 0,11 0 0,2 8 0,6 1 0</inkml:trace>
  <inkml:trace contextRef="#ctx0" brushRef="#br0" timeOffset="84">8845 11588 8912,'-11'6'0,"-1"0"0,1-1 0,-6 1 0,-1 0 0,1 0 0,0 1 0,7-5 0,3 6 0</inkml:trace>
  <inkml:trace contextRef="#ctx0" brushRef="#br0" timeOffset="85">9654 11055 8912,'17'0'0,"0"0"0,-7 0 0,5 0 0,-11 0 0,8 0 0,-9 0 0,7 0 0,-4 0 0,-4-2 0,3-3 0,-1 3 0,2-4 0,-4 4 0,6 2 0,-8-8 0,0 6 0,0-5 0,-8 7 0,6 0 0,-6 0 0,6 0 0,-3 0 0,3 0 0,-6 0 0,8-2 0,0-4 0,0 2 0,0-7 0,0 5 0,0-5 0,0 5 0,0-6 0,0 7 0,0-7 0,0-1 0,0 5 0,0-7 0,-2 7 0,-4-3 0,3 3 0,-9 8 0,1 8 0,-7 3 0,5 12 0,-2 8 0,-4 7 0,-2 14 0,3 11 0,7 4 0,-1 1 0,9 7 0,-3-3 0,6-5 0,6-8 0,3-13 0,10-6 0,4-11 0,-2-12 0,8-11 0,2-8 0,7-9 0,2-12 0,8-8 0,-10-13 0,6-5 0,-2-7 0,-9-9 0,-10 2 0,-12 2 0,-9 0 0,-12 2 0,-11 1 0,-21 7 0,-9-1 0,-9 8 0,-1 16 0,4 10 0,3 13 0,3-1 0,9 12 0,7 5 0,10 4 0,14 10 0,5 2 0,6 2 0,6-1 0,11-7 0,12 2 0,11-11 0,4 3 0,7-5 0</inkml:trace>
  <inkml:trace contextRef="#ctx0" brushRef="#br0" timeOffset="86">10428 10952 8912,'-17'0'0,"8"0"0,-7 0 0,7 0 0,-1 2 0,5 4 0,3-4 0,2 5 0,7-7 0,5 0 0,-3 0 0,3 0 0,-3-2 0,5-3 0,-3-7 0,-7-3 0,2-2 0,-4-1 0,-2 1 0,-8 2 0,-3 4 0,-5 5 0,-1 4 0,0 10 0,0 1 0,1 8 0,5 0 0,3 1 0,8-7 0,0 1 0,0 1 0,2-5 0,4-3 0,11-10 0,10-5 0</inkml:trace>
  <inkml:trace contextRef="#ctx0" brushRef="#br0" timeOffset="87">11100 10419 8912,'0'-17'0,"0"0"0,0-1 0,0 9 0,-2 1 0,-4 8 0,2 12 0,-9 11 0,-4 17 0,-5 13 0,-8 16 0,1 11 0,-1 12-237,15-44 0,1 1 1,-2 5-1,-1 1 237,3 2 0,0 1 0,-2 1 0,1 0 0,1 2 0,-1-1 0,2-4 0,2-1 0,2-3 0,0-1 0,-6 35 0,4-18 0,5-8 0,4-11 0,2-9 0,0-11 0,10-16 0,7-7 0,0-12 0,8 5 0,-8-7 0</inkml:trace>
  <inkml:trace contextRef="#ctx0" brushRef="#br0" timeOffset="88">11478 11090 8912,'-34'0'0,"1"1"0,5 5 0,-5 6 0,4 11 0,-3 5 0,-1 3 0,5-1 0,7-1 0,7 2 0,7-7 0,7-1 0,7 0 0,5-6 0,11-3 0,3-14 0,11 0 0,3 0 0,-4-8 0,12-1 0,-8-10 0,-2-4 0,-9 4 0,-4-12 0,-8 8 0,-7-6 0,-4 6 0,-6 1 0,-8 4 0,-9 3 0,-10 4 0,-8 3 0,-5 8 0,2 8 0,-8 3 0,8 12 0,-2 6 0,11 9 0,6 2 0,4 8 0,2-4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20:37:24.7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16021 1479 8912,'-17'-23'0,"0"0"0,2 2 0,1 4 0,3 5 0,-1-1 0,-5 5 0,0-1 0,7 5 0,5 4 0,10 11 0,5 3 0,7-1 0,0-2 0,2 1 0,4 7 0,6 4 0,3-4 0,3 15 0,-1 1 0,1 11 0,-1 9 0,1 8 0,-1 12 0,0 5-111,-16-35 0,-1 1 0,0 3 0,0 0 0,0 4 0,-1 1 111,-1 0 0,-2 1 0,0-2 0,-3-1 0,2 40 0,1-10-172,-7-19 172,0-4 0,-6-15 0,0-6 0,0-7 0,0-14 0,0-10 0,0-7 218,0 0 0,-8-1 0,-5-7-218,-8-9 0,-6-8 0,-8-9 0</inkml:trace>
  <inkml:trace contextRef="#ctx0" brushRef="#br0" timeOffset="1">16056 2510 8912,'-18'-9'0,"3"-7"0,4 5 0,1 3 0,4 3 0,5 3 0,1 4 0,13 3 0,8 7 0,-2 3 0,12-4 0,-7 1 0,3 1 0,2-5 0,5 5 0,1-7 0,-1 0 0,1-6 0,-1 0 0,0 0 0,7 0 0,-1 0 0,0-8 0,-6-3 0,1-20 0,-1-5 0</inkml:trace>
  <inkml:trace contextRef="#ctx0" brushRef="#br0" timeOffset="2">16882 2201 8912,'9'0'0,"-1"7"0,-8 5 0,0-5 0,0 16 0,-2 2 0,-4 12 0,-3 6 0,-10 21 0,-4-1 0,-2 13 0,-4-7 0,-1 1 0,7-5 0,2-2 0,9-15 0,4-13 0,8-20 0,0-15 0</inkml:trace>
  <inkml:trace contextRef="#ctx0" brushRef="#br0" timeOffset="3">14662 877 8912,'-12'-17'0,"3"-2"0,-1-2 0,1-2 0,-3 2 0,3 1 0,-1 9 0,4 0 0,4 11 0,-3 5 0,8 12 0,3 18 0,8 9 0,-3 5 0,2 9 0,1 3 0,-3 4 0,-1-4 0,1 2 0,5-8 0,-13 5 0,7-9 0,-2 1 0,-3-8 0,-5 5 0,-7-20 0,-3 4 0</inkml:trace>
  <inkml:trace contextRef="#ctx0" brushRef="#br0" timeOffset="4">14249 1272 8912,'0'-17'0,"0"0"0,0 0 0,9 0 0,9-1 0,8-1 0,7-4 0,9-3 0,10-9 0,9 1 0,0-1 0,6 1 0,-8 2 0,4 3 0,-5-2 0,-13 8 0,-4 0 0,-13 6 0,-3 0 0,-8 0 0</inkml:trace>
  <inkml:trace contextRef="#ctx0" brushRef="#br0" timeOffset="5">14972 791 8912,'-10'0'0,"0"0"0,5 0 0,3 8 0,-6 1 0,8 8 0,0 10 0,0 7 0,0 3 0,0 9 0,0 1 0,0 11 0,0-5 0,0 4 0,0-3 0,0-10 0,2-4 0,2-11 0,2-6 0,-1-4 0,-5-10 0,8-3 0,3-12 0,-1-11 0,1-12 0,3-3 0,-6-3 0,7 7 0,-4-1 0,5-1 0,1 5 0,0 2 0,0 11 0,0 7 0,1-3 0,-1 2 0,0 1 0,0 12 0,0 5 0,1-3 0,-3 3 0,-4 1 0,12 2 0,-17-3 0,11-3 0,-1-1 0,-1-2 0,2-6 0,0 0 0,1 0 0,-1-8 0,0-1 0,0-9 0,0 1 0,-1-8 0,-5-3 0,-3 3 0,-8 0 0,0 8 0,-2 0 0,-4 1 0,-5 5 0,3 3 0,-7 8 0,3 0 0,-3 8 0,-2 3 0,7 10 0,4 2 0,-1 6 0,1-6 0,0 2 0,6-2 0,2-4 0,4 4 0,4-10 0,7-2 0,10-7 0,5 0 0,6-8 0,2-5 0,10-24 0,4-3 0</inkml:trace>
  <inkml:trace contextRef="#ctx0" brushRef="#br0" timeOffset="6">15952 860 8912,'-19'2'0,"-4"3"0,-1-3 0,-7 6 0,2-1 0,1 3 0,-1 7 0,2 0 0,2 1 0,2-1 0,14 6 0,3 2 0,4 1 0,2-5 0,0 4 0,0-8 0,0 1 0,8-1 0,1-2 0,9-4 0,-1-5 0,0-4 0,0-4 0,0-4 0,1-5 0,-1-4 0,0-4 0,0-2 0,0-2 0,-7-8 0,5 6 0,-5-5 0,-1 1 0,-1 8 0,-2-4 0,-1 8 0,-1 0 0,6 7 0,-8-5 0,5 13 0,-7 4 0,0 13 0,0 6 0,0 10 0,6-10 0,0 8 0,7-3 0,-1 3 0,3-4 0,2-10 0,0-3 0,1 3 0,5-13 0,0 3 0,-2-3 0,-2-9 0,4-5 0,0-9 0,-2-2 0,-10-7 0,4 3 0,-5-9 0,0-4 0,5 3 0,-13-7 0,3 6 0,-3-2 0,-2-8 0,-7 6 0,-3-2 0,1 10 0,-5 1 0,9 11 0,-1 6 0,-2 9 0,6 10 0,-4 7 0,5 7 0,1 19 0,0-5 0,0 15 0,0 2 0,7 1 0,-3 3 0,8-1 0,-7-1 0,7-4 0,-7 2 0,7-8 0,1-2 0,3-2 0,-5-3 0,1-5 0,1-5 0,-5-11 0,-1-4 0,-7-1 0,0 3 0</inkml:trace>
  <inkml:trace contextRef="#ctx0" brushRef="#br0" timeOffset="7">15643 756 8912,'-10'2'0,"4"6"0,4 9 0,2 10 0,0 7 0,0 8 0,0 8 0,0 5 0,8 10 0,2-3 0,1-1 0,1-4 0,-3-5 0,5-7 0,-5-6 0,-1-9 0,-2-13 0,-6-9 0,0-8 0</inkml:trace>
  <inkml:trace contextRef="#ctx0" brushRef="#br0" timeOffset="8">15591 1066 8912,'-2'10'0,"-4"-5"0,4-3 0,-5-2 0,16 0 0,11-4 0,14-5 0,16-8 0,9-12 0,17 2 0,5-9 0,3-4 0,2-4 0,-43 18 0,0 0 0</inkml:trace>
  <inkml:trace contextRef="#ctx0" brushRef="#br0" timeOffset="9">17346 791 8912,'12'0'0,"-1"2"0,3 2 0,1 1 0,2-1 0,0-10 0,1-5 0,-1-4 0,-8-3 0,-1 3 0,-2 0 0,-1-2 0,1 9 0,-6-9 0,0 4 0,-2-5 0,-5 1 0,-11 0 0,-1 7 0,-9 5 0,-3 3 0,-9 2 0,2 2 0,-6 5 0,2 11 0,9-1 0,1 13 0,5-5 0,0 2 0,4 3 0,4 3 0,9-6 0,3 3 0,7-5 0,0 2 0,0-6 0,9-4 0,7-11 0,5-4 0,9-2 0,-9-2 0,8-4 0,0-4 0,5-7 0,-5 0 0,-2 0 0,-1 0 0,1-1 0,-12 1 0,3 0 0,-5 8 0,4 1 0,0 8 0,-7 8 0,3 3 0,-7 12 0,2-2 0,-3 8 0,-1-1 0,6 5 0,-1-3 0,1-1 0,1-6 0,7 6 0,-1-10 0,0-2 0,0-2 0,2-9 0,4-2 0,-4-10 0,14-11 0,-6-10 0</inkml:trace>
  <inkml:trace contextRef="#ctx0" brushRef="#br0" timeOffset="10">18035 533 8912,'-2'-25'0,"-2"-2"0,-2 1 0,-15 1 0,10 8 0,-12-1 0,-2 3 0,2 4 0,0-3 0,6 9 0,5 1 0,1 10 0,1 5 0,-1 12 0,3 4 0,8 7 0,0 8 0,0 6 0,0 7 0,0-1 0,2 5 0,4-8 0,5 1 0,5 0 0,1-1 0,0 1 0,-6-6 0,1 0 0,-1-8 0,7 2 0,-9-4 0,-3-1 0,-4-9 0,-2-1 0,0-8 0</inkml:trace>
  <inkml:trace contextRef="#ctx0" brushRef="#br0" timeOffset="11">17691 928 8912,'-8'10'0,"6"-2"0,-6-8 0,8 0 0,2 0 0,4 0 0,11 0 0,10-2 0,9-2 0,4-2 0,4-7 0,16 3 0,3-7 0,2-2 0,-2-4 0,11-4 0,-3-7 0</inkml:trace>
  <inkml:trace contextRef="#ctx0" brushRef="#br0" timeOffset="12">18413 516 8912,'0'-12'0,"0"1"0,0 7 0,0-4 0,0 16 0,0 5 0,0 8 0,0 14 0,0 9 0,0 7 0,0 1 0,0-1 0,2 1 0,2 0 0,2-1 0,7 1 0,-9-3 0,6-3 0,-3-6 0,-1-3 0,-6-11 0,8 7 0,1-6 0</inkml:trace>
  <inkml:trace contextRef="#ctx0" brushRef="#br0" timeOffset="13">18241 911 8912,'-11'10'0,"-1"-4"0,1-5 0,1-1 0,3 8 0,16-6 0,8 4 0,10-4 0,6-2 0,1 0 0,8-2 0,4-4 0,-2 2 0,2-7 0,0-8 0,5-8 0</inkml:trace>
  <inkml:trace contextRef="#ctx0" brushRef="#br0" timeOffset="14">18843 825 8912,'0'12'0,"0"-1"0,0-7 0,0 6 0,0-5 0,0-3 0,0 6 0,2-8 0,4 0 0,-4 0 0,13-8 0,-3-1 0,3-1 0,2-5 0,-5 11 0,-1-7 0,-7 5 0,2-6 0,-4 7 0,-2-7 0,-8 8 0,-7-3 0,-8 7 0,2 0 0,-6 7 0,2 3 0,-5 9 0,1 4 0,8-4 0,-6 13 0,8-3 0,2 4 0,3 1 0,14-5 0,0-3 0,0-1 0,16-2 0,3-8 0,15-3 0,1-6 0,7-4 0,-4-4 0,6-4 0,-2-6 0,6-10 0,-4-5 0</inkml:trace>
  <inkml:trace contextRef="#ctx0" brushRef="#br0" timeOffset="15">19170 808 8912,'0'17'0,"6"-5"0,0-1 0,0 1 0,1 5 0,3 0 0,7 0 0,0 0 0,2 3 0,4 2 0,-4-2 0,6 10 0,-7-7 0,-1 6 0,0-6 0,-7 0 0,-5-6 0,-3 0 0,-2 0 0,0-7 0,0-10 0,0-12 0,0-11 0,0-11 0,0-12 0,8-6 0,3-3 0,5-2 0,8-8-57,3 11 1,8-13 0,-1 6 0</inkml:trace>
  <inkml:trace contextRef="#ctx0" brushRef="#br0" timeOffset="16">20392 739 8912,'-7'-11'0,"-3"-1"0,1-1 0,1 0 0,0 1 0,6 5 0,-5 16 0,9 10 0,1 14 0,3 11 0,-2 5 0,4 5 0,-3 1 0,-1 2 0,-2-1 0,4-3 0,1-1 0,3-4 0,3-8 0,-5 0 0,9-29 0,0 1 0,1-16 0,7-6 0</inkml:trace>
  <inkml:trace contextRef="#ctx0" brushRef="#br0" timeOffset="17">20736 722 8912,'-7'10'0,"-3"5"0,-7-6 0,0 9 0,5 8 0,1 9 0,-3 9 0,7 5 0,-1 3 0,8 0 0,2-8 0,4-4 0,9 0 0,10-8 0,2-11 0,1-2 0,7-19 0,-1 0 0,1-9 0,-1-14 0,1-6 0,-3-11 0,-3-6 0,-12-3 0,-4-3 0,-9 0 0,-6 1 0,-13 7 0,-12 2 0,-7 7 0,-1 1 0,1 7 0,-1 10 0,1 11 0,0 5 0,-1 2 0,3 5 0,5 8 0,10 7 0,7 5 0,10 9 0,0-1 0,4 0 0,7 1 0,1-8 0,28-3 0,-4-6 0</inkml:trace>
  <inkml:trace contextRef="#ctx0" brushRef="#br0" timeOffset="18">21425 808 8912,'0'10'0,"0"-1"0,0-3 0,2-4 0,3 4 0,-3 3 0,4 3 0,-4 3 0,-2 2 0,0 2 0,0 4 0,0 4 0,0 1 0,0 1 0,0-2 0,0 2 0,0-3 0,0-3 0,0-4 0,0-2 0,0-9 0</inkml:trace>
  <inkml:trace contextRef="#ctx0" brushRef="#br0" timeOffset="19">21442 619 8912,'2'-10'0,"4"5"0,-4 1 0,3-2 0,-3 4 0,-2-5 0,0-9 0,0-3 0</inkml:trace>
  <inkml:trace contextRef="#ctx0" brushRef="#br0" timeOffset="20">21872 550 8912,'-11'-11'0,"1"-1"0,1-1 0,-1-2 0,6-3 0,-3 13 0,7 10 0,0 13 0,0 18 0,0 4 0,0 6 0,7 4 0,-5 1 0,4 3 0,-2 1 0,0 2 0,1-1 0,1-3 0,-6-9 0,0-4 0,0-3 0,0-5 0,0-3 0,0-4 0,0-8 0</inkml:trace>
  <inkml:trace contextRef="#ctx0" brushRef="#br0" timeOffset="21">21649 842 8912,'-10'0'0,"6"-1"0,16-5 0,7 2 0,15-7 0,8 1 0,4-1 0,4-5 0,1 12 0,1-7 0,0-2 0,-3 5 0,-3 2 0,-4-3 0,-7-1 0</inkml:trace>
  <inkml:trace contextRef="#ctx0" brushRef="#br0" timeOffset="22">22216 894 8912,'0'10'0,"0"-3"0,8-7 0,-6-2 0,4-3 0,3-5 0,3-7 0,3-2 0,2-2 0,0-2 0,1-6 0,-1 6 0,-8 0 0,5 6 0,-8 0 0,-3 7 0,-8 5 0,-7 3 0,-11 2 0,2 2 0,-6 5 0,3 10 0,-7 1 0,12 12 0,-4-7 0,6 8 0,5-3 0,5 5 0,7-1 0,0-3 0,0-4 0,7-8 0,7 0 0,7 0 0,5-7 0,9-4 0,-1-4 0,1-2 0,-1-2 0,0-4 0,-1-4 0,-4-7 0,-4 0 0,-14 0 0,0 0 0,1-8 0,5-2 0</inkml:trace>
  <inkml:trace contextRef="#ctx0" brushRef="#br0" timeOffset="23">22526 842 8912,'10'0'0,"5"-7"0,-11 5 0,7-4 0,-5 4 0,6 2 0,-1 0 0,6 0 0,0 8 0,1-4 0,-1 9 0,0 6 0,0-2 0,0 14 0,1-6 0,-1 2 0,-8 1 0,-3 7 0,-4-7 0,-2 1 0,0-8 0,0-2 0,0-8 0,0-7 0,0 2 0,0-12 0,0-5 0,0-12 0,2-6 0,4-9 0,5-2 0,4 0 0,3 5 0,-1 3 0,0 3 0,6-1 0,0 7 0,6 2 0,-6 9 0,0-3 0,0 13 0,-1-4 0,-1 4 0,-1 2 0,-5 2 0,-4 4 0,5 4 0,-14-1 0,5 7 0,-9-15 0,-3 5 0,-5 4 0,-1-6 0,-1 5 0,-1-1 0,3 5 0,-1-1 0,1 3 0,-1 2 0,-5 8 0,9-4 0,-5 8 0,3-1 0,3 7 0,4-7 0,-4 1 0,4-2 0,4-1 0,4-8 0,4-1 0,13-15 0,1 3 0,3-3 0,2-9 0,5-3 0,1-9 0,-1-4 0,1 4 0,-1-8 0,0 4 0,-1 4 0,-3-6 0,-1 1 0,-8 4 0,4-12 0,0 5 0,2-7 0</inkml:trace>
  <inkml:trace contextRef="#ctx0" brushRef="#br0" timeOffset="24">23541 585 8912,'-5'-12'0,"-1"1"0,-5 5 0,3-4 0,-2 3 0,6 1 0,-9 8 0,7 4 0,-7 3 0,11 16 0,-4 4 0,4 3 0,2 10 0,-5-4 0,-1 8 0,0-6 0,6 6 0,2-8 0,4 3 0,-2-1 0,5-6 0,-1-7 0,5-6 0,-9-6 0,8-3 0,-1-5 0,6-9 0,0-5 0,1-11 0,-1 1 0,0-6 0,0 4 0,-1 2 0,-5 0 0,4 0 0,-5 7 0,1 2 0,-1 10 0,-2 4 0,-3 4 0,-5 7 0,0 2 0,0 4 0,0-4 0,0 6 0,0-8 0,0 0 0,0 0 0,8 1 0,-4-9 0,7-3 0,-7-20 0,4-5 0</inkml:trace>
  <inkml:trace contextRef="#ctx0" brushRef="#br0" timeOffset="25">23765 447 8912,'-7'-10'0,"-5"5"0,-1 5 0,1 5 0,-1 11 0,7 9 0,2-1 0,2 1 0,2 4 0,2-6 0,4-2 0,4-2 0,7-2 0,0-7 0,0-5 0,0-3 0,1-2 0,-3-7 0,-4-5 0,-3-3 0,-8-2 0,0 0 0,0-1 0,-8 3 0,-3 4 0,-4 1 0,-3 4 0,-1 4 0,-4-3 0,2 5 0,-7 5 0,7-3 0,-12 14 0,6-7 0,-7 8 0</inkml:trace>
  <inkml:trace contextRef="#ctx0" brushRef="#br0" timeOffset="26">23301 946 8912,'-18'9'0,"1"-1"0,0-8 0,7 0 0,3-8 0,9-3 0,3-12 0,13 4 0,12-6 0,8 0 0,1 6 0,7-4 0,-1 4 0,7 2 0,-6 1 0,0 5 0,-10 1 0,-1 5 0,-1 3 0,-15-6 0,14 0 0,-7-1 0</inkml:trace>
  <inkml:trace contextRef="#ctx0" brushRef="#br0" timeOffset="27">23817 774 8912,'-8'23'0,"-3"0"0,-5-1 0,-1-4 0,0-1 0,5 6 0,1 0 0,7 0 0,-2-6 0,5 0 0,1 8 0,7-8 0,5 0 0,3-9 0,8-6 0,0-2 0,7-8 0,-1-3 0,-2-7 0,2-4 0,-8 2 0,7-10 0,-10 7 0,1-2 0,-14 4 0,-1-2 0,-2 0 0,-4 6 0,-4 2 0,-5 3 0,-12 5 0,2 1 0,-8 0 0,8 0 0,-2 6 0,4-7 0,2-3 0</inkml:trace>
  <inkml:trace contextRef="#ctx0" brushRef="#br0" timeOffset="28">24075 842 8912,'0'10'0,"0"0"0,0-5 0,0-1 0,0 8 0,0-1 0,0 6 0,0 6 0,0 0 0,0 6 0,0-6 0,0 0 0,0 0 0,0-1 0,0-1 0,0-9 0,0 3 0,0-3 0,0-12 0,0-10 0,0-19 0,0-3 0,8-2 0,1-3 0,8-1 0,1-2 0,-1 6 0,0 5 0,0 8 0,0-8 0,1 12 0,5-2 0,-1 13 0,1 0 0,-5 6 0,3 8 0,-4 4 0,4 5 0,-10 6 0,5 5 0,-1-1 0,-4 2 0,5-1 0,-14 5 0,3-4 0,5-5 0,-8 1 0,6 2 0</inkml:trace>
  <inkml:trace contextRef="#ctx0" brushRef="#br0" timeOffset="29">24660 739 8912,'-11'0'0,"-1"0"0,-1-2 0,-3-1 0,-1-3 0,2-2 0,2 4 0,1-1 0,-1 1 0,-3 2 0,5-4 0,-1 0 0,1 1 0,-6 5 0,7 7 0,4 5 0,-1-3 0,1 3 0,0-1 0,6 6 0,8 1 0,3-1 0,12 0 0,-2 0 0,8 0 0,0 6 0,5 0 0,1-2 0,-1 6 0,0-6 0,-1 6 0,-4-2 0,-5 3 0,-6-5 0,-9 0 0,-3-6 0,-4 6 0,-2 0 0,-10 0 0,-7-6 0,-8-5 0,-9-1 0,5-1 0,1 1 0,1-3 0,-2-8 0,-2 0 0,9 0 0,-1-2 0,5-4 0,7-5 0,-1-12 0,9 4 0,-5-14 0,8 7 0</inkml:trace>
  <inkml:trace contextRef="#ctx0" brushRef="#br0" timeOffset="30">25607 722 8912,'-33'0'0,"0"-2"0,3-2 0,-1-1 0,-7-1 0,4 6 0,1 8 0,-3 3 0,7 4 0,4 2 0,2 8 0,14 8 0,3 7 0,4 8 0,2-2 0,10-4 0,7-2 0,8-6 0,9-5 0,1-4 0,1-10 0,4-4 0,-11-3 0,11-10 0,-13-4 0,-1-5 0,-1-4 0,-9-8 0,-5 0 0,2-8 0,-7 2 0,-2-3 0,-2-2 0,-12 5 0,-7 0 0,-2 6 0,-10-3 0,-1 1 0,-3 2 0,1 6 0,3-1 0,-2 7 0,9 0 0,-9-1 0,4-5 0</inkml:trace>
  <inkml:trace contextRef="#ctx0" brushRef="#br0" timeOffset="31">26346 688 8912,'10'-35'0,"-4"1"0,-4 0 0,-4 1 0,-6 3 0,-7 3 0,-8 0 0,-4 0 0,-2 6 0,-3-2 0,1 12 0,3 5 0,7 4 0,-2 2 0,11 0 0,-3 16 0,5 6 0,1 9 0,-7 11 0,5 4 0,3 9 0,3 3 0,-3 7 0,2-2 0,-7 3 0,1 3 0,5-2 0,1-4 0,4-4 0,2-7 0,0 0 0,0-3 0,0-3 0,6-6 0,0-11 0,-1-4 0,3-16 0,2-1 0</inkml:trace>
  <inkml:trace contextRef="#ctx0" brushRef="#br0" timeOffset="32">25796 997 8912,'-17'15'0,"-1"-3"0,1-6 0,8-4 0,1-2 0,23 0 0,8 0 0,10-2 0,7-4 0,10-4 0,7-7 0,6 0 0,-6 0 0,1 2 0,-7 3 0,-5-1 0,0 7 0,-8-15 0,4 2 0</inkml:trace>
  <inkml:trace contextRef="#ctx0" brushRef="#br0" timeOffset="33">27482 894 8912,'0'-11'0,"-2"-3"0,-3-3 0,-9-4 0,-5 0 0,-8 2 0,-5 2 0,1-1 0,-9 1 0,4 0 0,1 8 0,1 3 0,1 4 0,5 2 0,-3 9 0,6 9 0,0 8 0,1 7 0,3 1 0,1 8 0,3 4 0,8-4 0,3-2 0,4-5 0,2-7 0,2-3 0,6-8 0,7-1 0,6-5 0,9-5 0,-1-12 0,-4-3 0,6-14 0,-8-2 0,-2-2 0,-2 6 0,-2-10 0,0 9 0,0-1 0,1 5 0,-3 7 0,-4 0 0,5 7 0,-5-2 0,2 6 0,1 8 0,-3 9 0,-7 13 0,2 10 0,2 10 0,-3 2 0,1-1 0,-16 10 0,-5-5 0,-6 1 0,-9 8 0,3-11 0,-8 3 0,1-11 0,-1-6 0,1-17 0,2-8 0,3-5 0,4-5 0,8-14 0,0-8 0,-1-10 0,9-6 0,1-1 0,10-2 0,4-4 0,11 3 0,10-5 0,7 8 0,1-1 0,-1 1 0,-3 0 0,1-1 0,5 1 0,1 0 0,-4 1 0,1 4 0,-1-3 0,0 3 0,1 3 0,-3-1 0,-3 2 0,-4 2 0,-14 12 0,1-1 0,-8 8 0,3-3 0,-9 7 0,-3 0 0,3 2 0,-4 3 0,4-3 0,2 13 0,0-3 0,0 3 0,6 2 0,1 3 0,3 2 0,2-2 0,5 2 0,-2-1 0,-4 2 0,5-3 0,-9 4 0,7-6 0,-3-1 0,-1 0 0,1 0 0,5 0 0,-9-5 0,5-1 0,3-7 0,-3 2 0,9-4 0,1-2 0,9-8 0,-2-3 0,3-5 0,3-9 0,-7 4 0,-1-7 0,-2-3 0,-2 6 0,0-7 0,0 5 0,-2 0 0,-10 3 0,3 12 0,-9 1 0,-1-3 0,-9 7 0,-7 1 0,-9 4 0,-2 2 0,-6 8 0,6 3 0,-5 4 0,5 3 0,0-3 0,8-2 0,3-1 0,-3-1 0,7 6 0,-3 1 0,5-1 0,4-8 0,-6 7 0,8-9 0,0 5 0,8-5 0,9-7 0,0 0 0,1 0 0,-9 0 0,7-5 0,-5-1 0,10 0 0,2 6 0,0 0 0,-6 0 0,0 0 0,1 0 0,-1 0 0,2 2 0,2 2 0,2 2 0,7 1 0,-1-1 0,4-4 0,1 4 0,0-4 0,1-10 0,-1-2 0</inkml:trace>
  <inkml:trace contextRef="#ctx0" brushRef="#br0" timeOffset="34">28532 911 8912,'-29'-2'0,"1"-3"0,5 3 0,-6-4 0,0 4 0,-3 2 0,3 0 0,-3 6 0,5 1 0,0 5 0,4 5 0,4 4 0,9 10 0,3-10 0,7 7 0,0-5 0,4 4 0,5-2 0,10-6 0,6-6 0,4 1 0,5-9 0,1 1 0,-1-6 0,-1-8 0,-3-3 0,-1-4 0,-8-8 0,2 0 0,-4-6 0,-2 4 0,0-1 0,-7-3 0,-4-5 0,-4-1 0,-2 1 0,0-1 0,0 1 0,0 0 0,0-1 0,-6 7 0,-2 3 0,1 4 0,-1 6 0,2 9 0,6 0 0,0 12 0,0 5 0,0 14 0,0 8 0,2 7 0,4 4 0,3 1 0,3 7 0,-3-2 0,-1-4 0,5 1 0,-3-7 0,0-1 0,3-3 0,-7-2 0,7-9 0,-1-8 0,3-7 0,2-14 0,0-7 0,0-1 0,1-20 0,-1 3 0,-6-2 0,-1 1 0,-1 3 0,-1 2 0,0 4 0,-2-5 0,-5 14 0,5 1 0,-4 7 0,6 4 0,-8 13 0,0 4 0,0 6 0,0 0 0,0-2 0,0 8 0,5-8 0,1 2 0,-2-4 0,-2-2 0,0-2 0,4-3 0,-4 3 0,5-13 0,-7 6 0,-7-8 0,-3 0 0</inkml:trace>
  <inkml:trace contextRef="#ctx0" brushRef="#br0" timeOffset="35">28807 842 8912,'0'-17'0,"0"0"0,0 0 0,0 0 0,0 7 0,0-5 0,2 11 0,4-7 0,4 7 0,7-12 0,0 7 0</inkml:trace>
  <inkml:trace contextRef="#ctx0" brushRef="#br0" timeOffset="36">28979 946 8912,'0'17'0,"0"-8"0,2 5 0,4-9 0,4 1 0,7-6 0,2-2 0,4-3 0,-4-5 0,12-7 0,-8 0 0,5-1 0,-5 1 0,0 0 0,-6 0 0,-7 0 0,-2 7 0,-18 2 0,-7 8 0,-2 0 0,-10 0 0,2 8 0,-1 4 0,-5 5 0,4 6 0,-1 2 0,1 3 0,6 5 0,10-7 0,1 1 0,8 6 0,-1-14 0,12 4 0,11-4 0,6-10 0,17-1 0,-1-8 0,8-2 0,-3-4 0,3-9 0,-2-10 0,-6-2 0,-3-1 0,-5-7 0,-3 1 0,-6 7 0,-12 4 0,3 4 0,-9 2 0,1 0 0,-8 7 0,-4 5 0,4 3 0,-7 2 0,3 0 0,4 0 0,-5 7 0,7-3 0,0 8 0,0-9 0,0 7 0,0-4 0,0-4 0,0 5 0,0-5 0,0 4 0,0-4 0,0 5 0,2-7 0,3 0 0,-1 6 0,8 0 0,-7 5 0,7-5 0,-1 6 0,6-7 0,1 9 0,-1-3 0,6-1 0,0 1 0,2-5 0,-2 5 0,1-7 0,7 2 0,-2-4 0,-8-2 0,9-2 0,-5-4 0,2-5 0,2-5 0,-3-7 0,-3-1 0,-4-3 0,-1-2 0,-1-11 0,0 0 0,-5-6 0,-1 6 0,-7-10 0,2-1 0,-4-1 0,-2-5 0,0 11 0,0 6 0,0 4 0,0 15 0,0 15 0,-8 15 0,0 30 0,-3 6 0,-5 3 0,5 15 0,1-7 0,-1 1 0,7-2 0,-2 3 0,4-7 0,2 1 0,0-2 0,0-10 0,2 0 0,4-6 0,6-3 0,11-8 0,3 0 0,9-14 0</inkml:trace>
  <inkml:trace contextRef="#ctx0" brushRef="#br0" timeOffset="37">29805 791 8912,'-26'0'0,"-5"0"0,8 0 0,6 0 0,5 0 0,16 0 0,8-2 0,22-4 0,18 1 0,17-13 0,1 5 0,9-10 0,-3 4 0,-9 7 0,-9 1 0,-7 7 0,-5-2 0,-12 5 0,-16 8 0,-11 3 0</inkml:trace>
  <inkml:trace contextRef="#ctx0" brushRef="#br0" timeOffset="38">28928 1874 8912,'-17'-17'0,"-6"0"0,0-1 0,-6 1 0,4 0 0,-2 0 0,6 2 0,-2 3 0,4 6 0,2 5 0,0 8 0,0 8 0,-1 12 0,7 9 0,-1 16 0,1 2 0,1 3 0,3-4 0,7 1 0,0-10 0,0-2 0,0-2 0,0-13 0,2-4 0,3-4 0,5-10 0,13-3 0,2-14 0,2-9 0,1-8 0,5-9 0,-5 0 0,3-8 0,-8-4 0,0-4 0,-6-2 0,-2-5 0,-3 0 0,1-8 0,-7 2 0,0-2 0,-6 2 0,-2 11 0,-2 14 0,-2 7 0,-7 14 0,9 12 0,-7 10 0,5 14 0,-6 16 0,9 7 0,-3 9 0,4 7 0,2-1 0,0 0 0,0-5 0,2-2 0,4-5 0,-3 3 0,9-8 0,1-2 0,3-9 0,1-4 0,0-10 0,0-3 0,8-5 0,-6-7 0,4 0 0,2-7 0,-2-5 0,6-9 0,-6-4 0,-2-1 0,5 5 0,-12-12 0,3 4 0,-6-1 0,1 1 0,-4-1 0,-8 7 0,0 0 0,0 13 0,0 3 0,-8 22 0,6 2 0,-4 12 0,4-2 0,2-5 0,2-2 0,4 2 0,-2-4 0,7-7 0,1 3 0,5-9 0,2 1 0,2-6 0,2 0 0,8-8 0,-12-1 0,4-8 0,-4-6 0,-2 0 0,-2-2 0,-3 2 0,1 4 0,-7-4 0,0 4 0,-6 2 0,0 5 0,0 1 0,0 7 0,0-4 0,5 10 0,3 4 0,2 5 0,1 5 0,6 1 0,0 0 0,1 6 0,-1 0 0,0 2 0,0-4 0,1 2 0,-9 0 0,4 0 0,-7-1 0,0 1 0,-6-5 0,-8-1 0,-3 0 0,-12 0 0,-6 0 0,2-5 0,-1-1 0,1-7 0,-2 2 0,-3-12 0,5-3 0</inkml:trace>
  <inkml:trace contextRef="#ctx0" brushRef="#br0" timeOffset="39">29978 1616 8912,'-25'6'0,"-4"0"0,-2-3 0,3-1 0,-3 4 0,8 0 0,-7 7 0,10-1 0,-3 11 0,6-2 0,6 9 0,5 6 0,4-1 0,2 9 0,2-6 0,4 2 0,3 0 0,11-7 0,1-5 0,1-5 0,9-4 0,-6-3 0,4-5 0,3-3 0,-3-8 0,3-8 0,3-3 0,-3-5 0,-3-1 0,1-6 0,-5-2 0,2-1 0,-6 5 0,-2-10 0,-7 8 0,-8-7 0,1 1 0,-3 4 0,-4 2 0,-3 4 0,-5 2 0,-7 7 0,0 5 0,-1 3 0,1 2 0,0 2 0,0 3 0,0 7 0,-1 3 0,9 2 0,3 0 0,4 1 0,2-1 0,8-2 0,3-1 0,5-3 0,8-7 0,3 3 0,10-7 0,3 0 0,-4-7 0,8-3 0,-6-7 0,2 0 0,1 0 0,-7-1 0,0 1 0,-7 0 0,-4 0 0,-11 5 0,-7 1 0,5 7 0,-8-2 0,3 12 0,-3 6 0,-2-5 0,0 9 0,0-5 0,0 4 0,0 2 0,0-5 0,0-1 0,0-7 0,-2 6 0,-3-4 0,3-5 0,-8 7 0,5-8 0,3-2 0,-6-4 0,2-5 0,1-4 0,1-3 0,2 1 0,2 0 0,0-2 0,0-4 0,7 4 0,-3-8 0,8 6 0,1-2 0,2 0 0,8 12 0,0 1 0,-2 3 0,6 1 0,-6 6 0,8 0 0,-1 6 0,7-1 0,5 9 0,0-5 0,-2 1 0,6-2 0,-7-8 0,3 0 0,-4 0 0,-1 0 0,-3-8 0,-1-4 0,-3-3 0,-7-2 0,4-8 0,-7-4 0,-7-5 0,-1-4 0,-3-4 0,-3-4 0,-2-7 0,-2 1 0,0-7 0,0 7 0,0 1 0,0-1 0,0 10 0,0 8 0,0 14 0,0 15 0,0 12 0,0 11 0,0 14 0,0 14 0,0 9 0,0 3 0,0 7 0,0-10 0,2 6 0,4-2 0,3-1 0,8 1 0,1 2 0,-1 0 0,0-2 0,-6-7 0,-1-2 0,-2-5 0,5 5 0,-11-21 0,13 3 0,-5-15 0</inkml:trace>
  <inkml:trace contextRef="#ctx0" brushRef="#br0" timeOffset="40">31044 1410 8912,'-26'0'0,"3"0"0,4 0 0,9 7 0,10-5 0,19 6 0,16-10 0,10-4 0,11-3 0,7-1 0,4-5 0,2 5 0,-2-7 0,-4 0 0,-4 0 0,-9 0 0,-4-1 0,-4 1 0,-8 0 0</inkml:trace>
  <inkml:trace contextRef="#ctx0" brushRef="#br0" timeOffset="41">5404 8889 8912,'0'-12'0,"0"1"0,0-2 0,-2-8 0,-2-2 0,-4 2 0,-1 2 0,-3 1 0,3 1 0,-7 0 0,5 2 0,-5 1 0,-1 3 0,6 7 0,-1-2 0,-1 4 0,-2 2 0,-3 8 0,1 3 0,0 14 0,2 10 0,1 11 0,5 9 0,1 8 0,2 4 0,8 2 0,4-1 0,6 1 0,10 0 0,5-8 0,8-6 0,-1-7 0,0-13 0,7-7 0,-1-11 0,-2-7 0,-2-21 0,5-10 0,-1-20 0,-2-4 0,-9-13 0,-1 3 0,-11-8 0,-7-2 0,-6-2 0,-6-2 0,-6 2 0,-9 4-79,-15 4 0,-20 8 0,-11 1 79,-4 4 0,6 4 0,3 17 0,13 8 0,4 9 0,13 6 0,-1 6 0,12 8 0,7 11 0,6 7 0,4 10 0,2 2 0,4 2 0,4-6 0,5 3 0,-4-13 0,12 5 0,-4-7 0</inkml:trace>
  <inkml:trace contextRef="#ctx0" brushRef="#br0" timeOffset="42">5421 9044 8912,'0'-18'0,"0"7"0,0-1 0,0 9 0,7-3 0,5 12 0,11 11 0,-2 10 0,8 7 0,-1 2 0,7 4 0,-7-3 0,1 3 0,2-4 0,-7-2 0,9-1 0,-6-4 0,-1-6 0,7-12 0,-6-3 0,0-16 0,-3-2 0</inkml:trace>
  <inkml:trace contextRef="#ctx0" brushRef="#br0" timeOffset="43">6006 8820 8912,'0'-17'0,"-6"5"0,0 1 0,1 7 0,5-3 0,0 7 0,0 0 0,7 0 0,-3 5 0,8 1 0,-1 7 0,6-3 0</inkml:trace>
  <inkml:trace contextRef="#ctx0" brushRef="#br0" timeOffset="44">6161 9233 8912,'-12'0'0,"1"0"0,5 0 0,-5 0 0,5 0 0,-4-2 0,3-4 0,1 4 0,8-13 0,4 3 0,-5-3 0,22-2 0,-11-8 0,13-2 0</inkml:trace>
  <inkml:trace contextRef="#ctx0" brushRef="#br0" timeOffset="45">6815 8579 8912,'0'-11'0,"0"-1"0,0 7 0,0-7 0,-6 7 0,0-7 0,0 8 0,6 4 0,2 12 0,2 11 0,4 5 0,-1 5 0,3 3 0,0 4 0,1-4 0,1 7 0,-1-9 0,0 0 0,7 1 0,-7-9 0,1-3 0,1-4 0,2-1 0,3-9 0,-1-3 0,0-12 0,-2-5 0,-1-12 0,-3-6 0,-7-3 0,9-3 0,-7 1 0,2 1 0,-3 5 0,-3 3 0,14 8 0,-9 9 0,7 8 0,-3 10 0,1 13 0,5-2 0,0 7 0,0-1 0,0 2 0,1 1 0,-1-7 0,0-2 0,0-2 0,6-9 0,0-6 0,-2-8 0,-9 2 0,3-21 0,-5 0 0,-1-8 0,-1-3 0,-3 0 0,1-1 0,-2 1 0,-2 0 0,-10-1 0,-1 1 0,-1-1 0,-5 9 0,5-5 0,-5 6 0,4-2 0,3 6 0,8 4 0,0 2 0,0 5 0</inkml:trace>
  <inkml:trace contextRef="#ctx0" brushRef="#br0" timeOffset="46">7537 8442 8912,'10'0'0,"-2"-8"0,-8-1 0,0-1 0,0 2 0,2 10 0,1 4 0,3 6 0,0 5 0,-6 6 0,2 3 0,3 9 0,-1-1 0,6 1 0,-3-1 0,-1 0 0,-4 1 0,4-1 0,-4 1 0,4-1 0,-5-7 0,-1-4 0,0-4 0,0-10 0,0-1 0,0-23 0,0-8 0,0-8 0,0-3 0,0-1 0,0 9 0,8-5 0,2 8 0,-1 2 0,7 2 0,-7 7 0,8 1 0,-3 7 0,3-2 0,-4 5 0,10 1 0,-4 7 0,-1 5 0,4 3 0,1 2 0,6 0 0,-6 1 0,8-9 0,-3-3 0,5-4 0,1-2 0,1 0 0,-3-14 0,-3-3 0,3-11 0,-5 1 0</inkml:trace>
  <inkml:trace contextRef="#ctx0" brushRef="#br0" timeOffset="47">8191 8511 8912,'-9'-8'0,"-7"0"0,5-3 0,3-4 0,-7 13 0,4-4 0,1 4 0,-1 2 0,1 2 0,-3 4 0,1 5 0,1 4 0,-1 3 0,1-1 0,7 6 0,-2 0 0,4 0 0,2-6 0,0 0 0,0 0 0,0-7 0,0 5 0,8-13 0,0 4 0,3-12 0,2 2 0,-7-7 0,-2-3 0,6-1 0,-9-2 0,7 0 0,0-1 0,-6 1 0,5 0 0,-7 0 0,8 7 0,-4 3 0,7 7 0,-7 7 0,6 3 0,-7 7 0,3 0 0,8 0 0,-11 6 0,9 0 0,1-2 0,3-2 0,-3-1 0,2-3 0,4-4 0,2-3 0,-2-8 0,4 0 0,2-10 0,4-7 0,3-8 0,-5-11 0,0-4 0,-2-4 0,-2-8 0,0 1 0,-6-3 0,-6-3 0,-7 2 0,2-8 0,-4-2 0,-2 13 0,0-1 0,-2 18 0,-4 8 0,4 14 0,-5 5 0,7 18 0,0 7 0,0 10 0,2 15 0,1 10 0,3 9 0,0 6 0,-4-4 0,2-2 0,1-2 0,7 0 0,-6-2 0,7-11 0,-2 0 0,5-8 0,1-5 0,0-5 0,0-5 0,1-11 0,-1-4 0,0-24 0,0-3 0</inkml:trace>
  <inkml:trace contextRef="#ctx0" brushRef="#br0" timeOffset="48">8501 8407 8912,'-9'0'0,"-7"0"0,14 0 0,-5-7 0,10 5 0,9-4 0,1-1 0,18-1 0,5-2 0,-1-1 0,7-1 0,-8 1 0,1-2 0,7-3 0,-6-1 0,6 0 0</inkml:trace>
  <inkml:trace contextRef="#ctx0" brushRef="#br0" timeOffset="49">9430 8218 8912,'-11'10'0,"-1"-4"0,-1-4 0,-2-2 0,5 0 0,-5 7 0,13-3 0,-4 7 0,4 3 0,2-7 0,2 9 0,2-5 0,2 4 0,7 3 0,-3-3 0,7-2 0,0-1 0,0-8 0,1 3 0,-1-7 0,0 0 0,0 0 0,0-2 0,1-3 0,-1-5 0,-6-7 0,1 0 0,-7-2 0,7-4 0,-8 4 0,2-4 0,3-4 0,-7 8 0,4-4 0,3 4 0,-7 9 0,14 10 0,-13 10 0,9 7 0,-8 0 0,1 0 0,-1 1 0,2-1 0,-4 2 0,4 4 0,-5-4 0,-1 4 0,0-4 0,0-2 0,-7-2 0,-5-3 0,-3-5 0,-2-7 0</inkml:trace>
  <inkml:trace contextRef="#ctx0" brushRef="#br0" timeOffset="50">9327 8098 8912,'-29'0'0,"3"0"0,1 0 0,2-8 0,13 5 0,5-9 0,3 6 0,2-5 0,0-3 0,0 7 0,7-7 0,7 7 0,7-1 0,7 1 0,7-7 0,5 3 0,-4-5 0,14-1 0,-6 0 0</inkml:trace>
  <inkml:trace contextRef="#ctx0" brushRef="#br0" timeOffset="51">10205 7668 8912,'-10'-17'0,"1"2"0,3 3 0,4 5 0,-6 7 0,8 1 0,2 5 0,4 6 0,-2 13 0,7 7 0,1 6 0,-3 0 0,7 1 0,-5 1 0,-1-4 0,1 4 0,-1-4 0,1-1 0,3-1 0,-9 1 0,7 3 0,-7-4 0,1 4 0,-13-11 0,-3 8 0</inkml:trace>
  <inkml:trace contextRef="#ctx0" brushRef="#br0" timeOffset="52">10084 8167 8912,'-25'9'0,"6"-1"0,-4-8 0,10 0 0,2 0 0,7-2 0,-2-4 0,4-5 0,6-4 0,7-3 0,8 1 0,16 0 0,1-8 0,4-4 0,4-3 0,8-2 0,-2-1 0,-4 1 0,-2-6 0,-8-2 0,-2-2 0,5 6 0,-13-4 0</inkml:trace>
  <inkml:trace contextRef="#ctx0" brushRef="#br0" timeOffset="53">10497 7599 8912,'-9'-17'0,"-1"6"0,4-1 0,3 8 0,-9-1 0,8-1 0,-1 6 0,3 6 0,2 17 0,0 0 0,0 11 0,0-3 0,0 9 0,0-4 0,0-2 0,0 1 0,0-1 0,0 0 0,2-1 0,3-4 0,-3 1 0,4-7 0,2-6 0,-3-5 0,1-8 0,-4 3 0,4-7 0,-4-7 0,3-5 0,-3-3 0,4-8 0,0 0 0,5 0 0,-5 6 0,5 0 0,-5-1 0,8 3 0,-3 4 0,4 3 0,3 8 0,1 0 0,4 0 0,-2 8 0,7 3 0,-5-1 0,6 1 0,-6-1 0,6 1 0,-1 3 0,7-9 0,-7-1 0,1-10 0,-6-3 0,4-10 0,-2-4 0,-8-4 0,-6-7 0,-7-1 0,2 1 0,-6-6 0,-6 0 0,-9 7 0,-8 10 0,-6 4 0,6 4 0,2 3 0,-4 12 0,2 12 0,0 18 0,6 11 0,0 6 0,0 5 0,7-6 0,5 0 0,3-8 0,2 2 0,9-4 0,8-1 0,4-9 0,14-3 0,-5-11 0,11-7 0,1-6 0,-2-11 0,8-15 0,-4-17 0</inkml:trace>
  <inkml:trace contextRef="#ctx0" brushRef="#br0" timeOffset="54">11771 7668 8912,'9'2'0,"-1"2"0,0 2 0,3-3 0,-3-8 0,-3-7 0,-3-3 0,-2-2 0,0 0 0,-7-1 0,-5 1 0,-3 0 0,-2 0 0,0 0 0,-3 1 0,-1 5 0,-3 3 0,-3 2 0,-4 1 0,1 7 0,1 9 0,-4 12 0,9 6 0,-5 11 0,6 6 0,4 3 0,7 1 0,1-4 0,7 0 0,0-10 0,8-4 0,0-11 0,7-3 0,8-9 0,2-11 0,6-5 0,-2-11 0,6-6 0,-10-13 0,5-1 0,-1-2 0,-9 0 0,-1 6 0,-6-1 0,1 3 0,-4 3 0,1 4 0,-1 8 0,0 7 0,-6 3 0,0 22 0,0 8 0,0 8 0,2 3 0,4 0 0,-5 1 0,15-1 0,-5 0 0,5-1 0,-1-4 0,-2-6 0,1-6 0,5-6 0,-2-3 0,8-8 0,-8 0 0,0-8 0,0-17 0,1-11 0</inkml:trace>
  <inkml:trace contextRef="#ctx0" brushRef="#br0" timeOffset="55">12012 7496 8912,'-18'2'0,"1"2"0,0 2 0,0 7 0,0-1 0,1 9 0,5 1 0,-4 9 0,3-2 0,4 11 0,1-4 0,7 4 0,0-4 0,7-1 0,5-3 0,9-5 0,2-10 0,7 0 0,-3-15 0,10 2 0,3-8 0,-4-13 0,6-2 0,0-21 0,2 4 0</inkml:trace>
  <inkml:trace contextRef="#ctx0" brushRef="#br0" timeOffset="56">12304 7462 8912,'-27'9'0,"3"7"0,6-5 0,1 4 0,0 3 0,0-1 0,1 2 0,5 4 0,3-4 0,8 13 0,0-3 0,0 4 0,0-7 0,10 5 0,5-6 0,6 1 0,2-5 0,0-1 0,2-11 0,2-1 0,1-3 0,7-10 0,-3-5 0,-3-5 0,4 2 0,-14-28 0,5 5 0</inkml:trace>
  <inkml:trace contextRef="#ctx0" brushRef="#br0" timeOffset="57">12511 7531 8912,'-2'17'0,"-4"0"0,2 0 0,-7 0 0,5 1 0,-4 1 0,3 4 0,1-4 0,6 6 0,0-8 0,2 6 0,4 0 0,3-2 0,8-8 0,1-2 0,-1-7 0,0 4 0,0-8 0,1 0 0,6 0 0,-4-2 0,2-4 0,-1-3 0,1-9 0,0 1 0,1-8 0,-5 4 0,-1-7 0,-2 7 0,-3-2 0,-5 4 0,-7 2 0,0-1 0</inkml:trace>
  <inkml:trace contextRef="#ctx0" brushRef="#br0" timeOffset="58">12752 7531 8912,'11'2'0,"-1"3"0,-3 7 0,-3 3 0,-2 2 0,-2 0 0,6 6 0,0 2 0,-3 2 0,-1 3 0,6 1 0,3 0 0,5-5 0,1-1 0,0-2 0,0-8 0,1-3 0,-1-6 0,0-5 0,0-1 0</inkml:trace>
  <inkml:trace contextRef="#ctx0" brushRef="#br0" timeOffset="59">12924 7479 8912,'17'-8'0,"-2"5"0,-3-9 0,3 8 0,-4-1 0,5 5 0,1 5 0,0 1 0,0 9 0,1 4 0,-1 0 0,0 6 0,0 0 0,0 2 0,-5-4 0,-1 5 0,-7-6 0,4 0 0,-1-2 0,-5 2 0,2-1 0,-8-5 0,1-7 0,-9-9 0,6 0 0,-3-2 0,1-3 0,2-11 0,6-7 0,0-7 0,2 1 0,4-3 0,0-3 0,11 1 0,-4 0 0,10-1 0,2 3 0,0 1 0,2 3 0,-4 1 0,4-2 0,-3 6 0,3 4 0,-10 2 0,4 7 0,-19 3 0,6 7 0,-16 7 0,-3 5 0,-4 1 0,-3-1 0,1 3 0,2-4 0,3 5 0,-1 1 0,7 0 0,-5 0 0,5 0 0,0 1 0,6-1 0,-5 0 0,-1 2 0,2 4 0,2-10 0,2 5 0,0-5 0,0 4 0,2-7 0,4-5 0,-2-3 0,7-2 0,-1-2 0,1-3 0,4 1 0,-3-8 0,3 7 0,2-7 0,1 7 0,-1-5 0,0 2 0,-6 3 0,1 5 0,-1-2 0,7-4 0,-1 4 0,0-4 0,0 4 0,0 0 0,1-3 0,-1 1 0,0-8 0,8 1 0,2-6 0</inkml:trace>
  <inkml:trace contextRef="#ctx0" brushRef="#br0" timeOffset="60">13767 7221 8912,'-2'-9'0,"-4"3"0,-3 4 0,-8 2 0,5 2 0,1 4 0,7 5 0,-2 12 0,4-2 0,2 8 0,0-6 0,0 5 0,0-7 0,0 2 0,8-4 0,3-2 0,-1-1 0,1-5 0,3-5 0,1-4 0,2-2 0,0-2 0,1-4 0,-1-3 0,0-9 0,0 1 0,0 0 0,1 0 0,-7 5 0,1 1 0,-7 5 0,7-5 0,-8 7 0,3-4 0,1 8 0,-6 0 0,5 0 0,-7 0 0,6-2 0,0-3 0,0 1 0,-4-6 0,3 3 0,-3-1 0,4 2 0,-2 4 0,2-3 0,-5 3 0,15 2 0,-12 2 0,7 3 0,-5 5 0,5 7 0,-5 2 0,5 4 0,-7 4 0,2 7 0,2 1 0,-3-1 0,-1 0 0,-2 3 0,-2 3 0,-2-4 0,-4 4 0,-11-3 0,-10-3 0</inkml:trace>
  <inkml:trace contextRef="#ctx0" brushRef="#br0" timeOffset="61">10979 8786 8912,'-11'9'0,"-1"-1"0,-1-2 0,-2-1 0,-3 9 0,1-3 0,0 4 0,0 3 0,1 6 0,5 5 0,-2-2 0,7 3 0,2 7 0,2-3 0,2 6 0,0-3 0,2-5 0,4-3 0,5-6 0,4-12 0,8-3 0,0-8 0,0-4 0,2-8 0,-4-7 0,6-17 0,-2-4 0,-2 2 0,-6-8 0,-6 0 0,1-6 0,-8 8 0,1 2 0,-10 10 0,-7 3 0,-11 5 0,-3 8 0,-9 5 0,1 5 0,-8 12 0,5 5 0,-3 12 0,4 6 0,9-2 0,6 1 0,8 1 0,7-2 0,4-3 0,6-3 0,7-3 0,12-9 0,8-5 0,3-4 0</inkml:trace>
  <inkml:trace contextRef="#ctx0" brushRef="#br0" timeOffset="62">11530 8528 8912,'0'-27'0,"0"4"0,0 4 0,0 2 0,-8 0 0,4-1 0,-7 3 0,-3 4 0,7 3 0,-8 8 0,3 0 0,3 0 0,-3 0 0,2 8 0,-1 5 0,5 8 0,4 6 0,2 9 0,0 4 0,0 6 0,8 4 0,-4 9 0,5 2 0,-1 0 0,5 6 0,-5-6 0,5 6 0,-1-4 0,-1-4 0,5-9 0,-3-2 0,-1-2 0,-1-16 0,-1-5 0,5-10 0,-6-5 0</inkml:trace>
  <inkml:trace contextRef="#ctx0" brushRef="#br0" timeOffset="63">11272 8992 8912,'0'17'0,"0"0"0,0-7 0,4-4 0,7-12 0,8-4 0,23-16 0,6-7 0,7-5 0,-1-2 0,13 2 0,-6 1 0,0 5 0,6 1 0,-21 5 0,11-7 0,-13 6 0</inkml:trace>
  <inkml:trace contextRef="#ctx0" brushRef="#br0" timeOffset="64">12149 8665 8912,'-19'18'0,"-2"-3"0,-2-2 0,2-1 0,4 1 0,4 10 0,1 6 0,8 3 0,-1 2 0,3 8 0,2 6 0,2 6 0,3 3 0,7 0 0,11-5 0,-4-8 0,6-6 0,0-7 0,-1-8 0,5-12 0,2-3 0,-8-8 0,5-2 0,-5-4 0,8-11 0,-2-12 0,-3-5 0,3-6 0,-8-4 0,2-8 0,-4 1 0,-2-1 0,-7 0 0,-4 1 0,-5 1 0,-1 4 0,-1-1 0,-5 6 0,-11 9 0,-14 9 0,-7 4 0,0 9 0,-8 5 0,7 3 0,-1 2 0,12 2 0,5 3 0,4 7 0,3 9 0,5 2 0,3 0 0,8-6 0,6 0 0,0 0 0,15 1 0,-2-1 0</inkml:trace>
  <inkml:trace contextRef="#ctx0" brushRef="#br0" timeOffset="65">12201 9061 8912,'-17'9'0,"0"5"0,-1-9 0,1 7 0,0-6 0,5-1 0,1-5 0,7 0 0,-4 0 0,18-7 0,7-5 0,8-5 0,10-6 0,7-2 0,3-3 0,-2-3 0,-3 8 0,-4-2 0,-2 2 0,5 4 0,-5-4 0,4 10 0,-11 3 0,0 3 0,-2-7 0,-8 5 0</inkml:trace>
  <inkml:trace contextRef="#ctx0" brushRef="#br0" timeOffset="66">12752 8837 8912,'0'17'0,"0"1"0,0-1 0,0 0 0,0 0 0,0 0 0,0 1 0,0-1 0,0 2 0,0 4 0,0 2 0,0 3 0,0 3 0,0-6 0,0 1 0,5-3 0,1 6 0,7-8 0,-1 2 0,-4-10 0,-3-1 0,5-8 0,-1-4 0,9-10 0</inkml:trace>
  <inkml:trace contextRef="#ctx0" brushRef="#br0" timeOffset="67">13010 8906 8912,'-12'12'0,"1"-1"0,5 0 0,-5 7 0,5-7 0,-4 1 0,3 1 0,-5 8 0,6 2 0,3-2 0,1 4 0,2-2 0,7 0 0,5-6 0,-1-6 0,7 1 0,-5-9 0,10 3 0,-4-4 0,-2-2 0,0-8 0,1-3 0,-1-6 0,0-6 0,-2 2 0,-3-8 0,-5 8 0,-7-4 0,0 2 0,0 1 0,-1-1 0,-5 5 0,2 7 0,-8 1 0,-1 3 0,-2-7 0,-2 12 0,-1-3 0,7 3 0,-1 2 0,7 0 0,-7 0 0,8 0 0,-3 0 0</inkml:trace>
  <inkml:trace contextRef="#ctx0" brushRef="#br0" timeOffset="68">13337 8528 8912,'11'-8'0,"1"-3"0,-7-5 0,7-1 0,-8 0 0,11 0 0,-4 0 0,5-1 0,1 3 0,0 4 0,0 3 0,1 8 0,-1 0 0,2 2 0,4 4 0,-12 11 0,12 4 0,-11 8 0,3 1 0,-5 3 0,-1 1 0,-3 0 0,-4 1 0,4-1 0,-5 1 0,-1-1 0,0 0 0,0 1 0,-1-1 0,-5 0 0,-6 1 0,-11 7 0,-3 2 0</inkml:trace>
  <inkml:trace contextRef="#ctx0" brushRef="#br0" timeOffset="69">13560 9233 8912,'0'9'0,"-1"5"0,-5-9 0,4 9 0,-12-10 0,9 7 0,-1-7 0,6 3 0,2-7 0,4 0 0,-4 0 0,13 0 0,-4 0 0,-1-5 0,1-1 0,-7-2 0,2 3 0,4 3 0,-11-6 0,2 8 0,-9 0 0,-4 2 0,1 4 0,-1-2 0,-5 7 0,6-7 0,-1 2 0,1-5 0,-6-1 0</inkml:trace>
  <inkml:trace contextRef="#ctx0" brushRef="#br0" timeOffset="70">6075 10832 8912,'-8'9'0,"6"1"0,-4-4 0,4 7 0,2 8 0,0 8 0,0 11 0,0 7 0,0 7 0,0 3 0,0 6 0,-1-5 0,-5-3 0,2-3 0,-6-7 0,3-6 0,3-9 0,2-9 0,2-15 0,0-10 0,0-19 0,0-11 0,0-12 0,0-11 0,0-6 0,0-10 0,0-1 0,0-9 0,0 13 0,0-3 0,0 8 0,2 8 0,4 11 0,-2 12 0,7 11 0,0 11 0,7 6 0,1 16 0,4 13 0,3 4 0,9 24 0,-1-1 0,1 5 0,-1 10 0,1-9 0,-1 5 0,0-2 0,1-2 0,-3-5 0,-3-2 0,-6-5 0,-4-3 0,-4-9 0,-1-4 0,-3-6 0,-7-4 0,4-8 0,-10-1 0,-4-3 0,-3-1 0,-9-6 0</inkml:trace>
  <inkml:trace contextRef="#ctx0" brushRef="#br0" timeOffset="71">6057 11210 8912,'37'-19'0,"3"-4"0,4-4 0,9-13 0,5 0 0,1-4 0,4 8 0,-5 3 0,-7 12 0,-5 4 0,-4 2 0,-7 9 0,-9-7 0,-1 3 0</inkml:trace>
  <inkml:trace contextRef="#ctx0" brushRef="#br0" timeOffset="72">7107 10883 8912,'-17'0'0,"0"0"0,0 0 0,5 0 0,1 0 0,-3 0 0,-1 0 0,5 8 0,-5-6 0,13 7 0,-4-3 0,5-4 0,1 6 0,0-8 0,0 0 0,0 7 0,0-3 0,0 8 0,0-7 0,0 7 0,0-1 0,0 6 0,0-7 0,-8 13 0,-2-4 0</inkml:trace>
  <inkml:trace contextRef="#ctx0" brushRef="#br0" timeOffset="73">7210 11296 8912,'-9'8'0,"-6"-7"0,13 7 0,-14-8 0,14 8 0,-5-6 0,7 5 0,0-9 0,0-3 0,0-5 0,0-1 0,0-1 0,0 1 0,0-6 0,0-1 0,0 9 0,0 1 0,0 10 0,0 4 0,0-4 0,7 13 0,3-5 0</inkml:trace>
  <inkml:trace contextRef="#ctx0" brushRef="#br0" timeOffset="74">7985 10591 8912,'-2'-23'0,"-4"0"0,2 2 0,-5 8 0,1 1 0,4-1 0,2 9 0,2 8 0,0 11 0,2 16 0,2 1 0,4 8 0,1 4 0,3 2 0,3 4 0,-1-4 0,-3-6 0,0 2 0,7-2 0,-7 0 0,1-6 0,1 1 0,2-7 0,2 1 0,-5-16 0,-1-1 0,1-8 0,5-4 0</inkml:trace>
  <inkml:trace contextRef="#ctx0" brushRef="#br0" timeOffset="75">8312 10711 8912,'0'18'0,"0"-1"0,0 8 0,0 3 0,0 5 0,0 1 0,0 0 0,0 1 0,9-3 0,9-3 0,-1 2 0,6-9 0,3-6 0,3-11 0,-4-3 0,6-4 0,-8-3 0,-2-7 0,-2-11 0,-2-5 0,-8-5 0,-3-1 0,-4-6 0,-2 0 0,-8-1 0,-3 9 0,-10 1 0,-4 5 0,0 1 0,0 4 0,-5 9 0,9 5 0,-8 7 0,8 0 0,-2 7 0,12 5 0,5-3 0,12 3 0,3-3 0,8 3 0,8 3 0,2-5 0</inkml:trace>
  <inkml:trace contextRef="#ctx0" brushRef="#br0" timeOffset="76">8776 10694 8912,'0'12'0,"0"-1"0,0-5 0,0 5 0,0-7 0,0 11 0,0-3 0,0 3 0,0 2 0,0 0 0,0 1 0,2-1 0,2 2 0,2 4 0,7-4 0,-3 6 0,7-8 0,0-7 0,0-5 0,1-3 0,-7-4 0,1-3 0,1-7 0,-5-11 0,-1 2 0,-7-7 0,0 5 0,-2-4 0,-1 2 0,-5 4 0,-2 2 0,-1 2 0,-6 7 0,-1 3 0,1-1 0,6 6 0,-1-4 0,7 4 0,-7 2 0,8 0 0,-3 8 0,7 2 0</inkml:trace>
  <inkml:trace contextRef="#ctx0" brushRef="#br0" timeOffset="77">9241 10488 8912,'-17'0'0,"0"0"0,-1 0 0,7 6 0,-1-1 0,-1-1 0,4 6 0,-3 1 0,8-1 0,-1 1 0,3 1 0,4 3 0,3-4 0,5 5 0,7-14 0,0 3 0,0-5 0,1-5 0,-3 1 0,-2-6 0,-1 3 0,-8-7 0,3 5 0,-7-9 0,0 9 0,-2-5 0,-3 9 0,-5-1 0,-7 6 0,0 8 0,7 1 0,2 1 0,8 5 0,0-5 0</inkml:trace>
  <inkml:trace contextRef="#ctx0" brushRef="#br0" timeOffset="78">9706 10041 8912,'-12'0'0,"1"0"0,5 4 0,-5 7 0,5 10 0,-6 19 0,9 12 0,-13 18 0,5 16 0,3 8 0,4-42 0,0 1 0,1 1 0,1-1 0,-1 1 0,0-1 0,1-3 0,0-1 0,0 41 0,2-8 0,8-9 0,-4 0 0,5-16 0,-1-11 0,5-8 0,-9-11 0,8-4 0,1-4 0,0-12 0,-1-7 0,3-15 0,-5-12 0</inkml:trace>
  <inkml:trace contextRef="#ctx0" brushRef="#br0" timeOffset="79">10170 10677 8912,'-17'0'0,"-6"0"0,0 0 0,2 0 0,2 8 0,2-3 0,0 13 0,-1-5 0,1 10 0,0 2 0,2-2 0,1-2 0,5-2 0,1-2 0,2-8 0,16 5 0,7-8 0,2-6 0,10-6 0,-2-9 0,1-3 0,-3 1 0,-8-6 0,1 4 0,-1 2 0,-8 0 0,-1 0 0,-10 1 0,-4 5 0,-3 3 0,-8 8 0,-1 2 0,3 4 0,4 5 0,-3 5 0,9 1 0,-9 0 0,5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20:37:24.8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24281 2820 8912,'12'-10'0,"-1"4"0,-5-1 0,6 1 0,-7-5 0,7 3 0,1-2 0,-3 1 0,-1-5 0,1 5 0,-1 1 0,-5-5 0,4 1 0,0-3 0,-7-2 0,5 0 0,-4 0 0,-2-6 0,0-2 0,0 0 0,0 0 0,-2 2 0,-4 6 0,-3 0 0,-10 9 0,-4 10 0,-6 13 0,-3 18 0,-5 18 0,-3 12 0,4 20-231,16-38 0,0 1 0,1 5 0,1 1 231,0 5 0,2 1 0,2-1 0,1 1 0,1 4 0,1 2 0,4-4 0,3 0 0,0-2 0,2-1 0,4 38-72,9-14 1,10-26 71,20-15 0,3-21 0,7-21 0,1-13 0,1-14 0,5-17 0,3-7 0</inkml:trace>
  <inkml:trace contextRef="#ctx0" brushRef="#br0" timeOffset="1">25021 2768 8912,'0'-34'0,"-2"1"0,-3 3 0,-7 1 0,-3 8 0,-2-2 0,-6 12 0,0 5 0,-8 4 0,-1 4 0,-8 4 0,-1 11 0,7 11 0,0 7 0,-1 5 0,3-2 0,3 8 0,4-8 0,10 2 0,3-3 0,5-3 0,7-5 0,2-3 0,3-1 0,-3 6 0,19-12 0,-3 4 0,5-4 0,-1-2 0,3-2 0,4-3 0,4 3 0,-5-3 0,-1 3 0,2 2 0,-8 0 0,2 1 0,-4-7 0,-2 0 0,0 3 0,-7-7 0,-3 9 0,-7-5 0,0 4 0,-15 5 0,-8 2 0,-7 0 0,-5 6 0,-7-7 0,6 4 0,-4-10 0,3-3 0,3-5 0,1-7 0,5 0 0,3-15 0,8-4 0</inkml:trace>
  <inkml:trace contextRef="#ctx0" brushRef="#br0" timeOffset="2">25073 2940 8912,'-29'2'0,"1"4"0,1-3 0,-2 9 0,4-1 0,8 7 0,2-1 0,3 0 0,5 0 0,7 0 0,0 1 0,2-1 0,3 0 0,7 0 0,3-7 0,2 3 0,1-7 0,5 0 0,1-8 0,3-4 0,0 2 0,2-9 0,-6-4 0,-4-5 0,-2 0 0,0 4 0,0 1 0,-5-6 0,-1 0 0,-5 0 0,5 6 0,-7 0 0,2 0 0,-4 5 0,-2 1 0,0 7 0,0-4 0,0 10 0,0 4 0,0 6 0,6 10 0,-1 7 0,7 2 0,-6-3 0,7 5 0,-2-5 0,-3 5 0,7 1 0,-3-1 0,3-5 0,-5-3 0,5-7 0,-4-3 0,5-4 0,1-3 0,8-16 0,2-1 0</inkml:trace>
  <inkml:trace contextRef="#ctx0" brushRef="#br0" timeOffset="3">25572 2906 8912,'0'9'0,"0"6"0,-6-11 0,1 8 0,1 1 0,2 8 0,2 2 0,6 8 0,-1-3 0,9-3 0,-5 6 0,9-6 0,-1 1 0,-8-12 0,7 7 0,-5-16 0,4-1 0,3-2 0,-1-4 0,0-4 0,0-11 0,0-11 0,-1-5 0,-3-1 0,-1-1 0,-7 7 0,7-1 0,-8 8 0,1-2 0,3 4 0,-2 2 0,7 0 0,-11 7 0,13 2 0,-11 10 0,6 4 0,-3 6 0,7 1 0,-3-2 0,-3 5 0,7-7 0,-3 8 0,3 1 0,-6-1 0,5-6 0,-8 1 0,-3 1 0,5-3 0,-2 1 0,0-7 0,-6 11 0,1-13 0,5 4 0,4-4 0,7-4 0,0-4 0,0-5 0,8-5 0,-4-3 0,8-4 0,-6 2 0,6-7 0,-10 5 0,0-4 0,-6 2 0,-9-5 0,0 12 0,-16 1 0,1 8 0,-27 11 0,3 3 0,-9 13 0,4 10 0,0 7 0,6 5 0,-1 6 0,8-3 0,4 3 0,4 0 0,10 4 0,7-4 0,11-6 0,18-12 0,19-5 0,11-11 0,10-6 0,10-14 0,1-9-434,-5-8 0,-31 2 0,0-4 0,36-26 0</inkml:trace>
  <inkml:trace contextRef="#ctx0" brushRef="#br0" timeOffset="4">27362 2768 8912,'0'-17'0,"-8"-6"0,-3 0 0,-5 2 0,5 2 0,-1 4 0,-1 3 0,-2 6 0,-2 5 0,-1 2 0,1 7 0,0 11 0,0 14 0,-1 9 0,3 9 0,2 3 0,1 3 0,9 2 0,-3 6 0,4-4 0,2-1 0,8-11 0,1-3 0,8-11 0,2 1 0,4-13 0,4-8 0,8-9 0,-1-20 0,0-9 0,3-15 0,1-8 0,2-3 0,-2-5 0,-9-3 0,-4 3 0,-10-12 0,-3 3 0,-7 5 0,-10 7 0,-14 1 0,-16 10 0,-5 7 0,-8 12 0,2 8 0,0 5 0,2 22 0,4 5 0,4 6 0,9 3 0,4 7 0,12-1 0,5 0 0,4 1 0,2-1 0,0 1 0</inkml:trace>
  <inkml:trace contextRef="#ctx0" brushRef="#br0" timeOffset="5">27121 3112 8912,'-23'10'0,"0"-5"0,0-3 0,8-4 0,3-3 0,7-7 0,3-11 0,11 4 0,8-6 0,10 0 0,6 6 0,9-11 0,4 7 0,3 2 0,3 2 0,0 1 0,-1 3 0,1 4 0,-8 3 0,6 0 0,-6 7 0,7-7 0</inkml:trace>
  <inkml:trace contextRef="#ctx0" brushRef="#br0" timeOffset="6">27844 2923 8912,'-10'17'0,"-11"-6"0,4 1 0,-4-8 0,2 11 0,-4-3 0,4 3 0,-4 2 0,0 2 0,4 2 0,3 2 0,11 8 0,-9-7 0,8 7 0,3-2 0,8-8 0,5 2 0,7-12 0,0-5 0,8-4 0,-4-2 0,6-2 0,-2-4 0,-2-3 0,-2-14 0,-2-2 0,-4-2 0,-1 6 0,-5-10 0,-3 8 0,-4 2 0,-2 2 0,0 2 0,0 0 0,0 6 0,0-1 0,0 8 0,-8-3 0,6 7 0,-5 0 0,14 7 0,3 3 0</inkml:trace>
  <inkml:trace contextRef="#ctx0" brushRef="#br0" timeOffset="7">28050 3198 8912,'0'17'0,"0"0"0,0 1 0,-2 1 0,-4 4 0,5 3 0,-9 9 0,6-3 0,-2-3 0,1 3 0,5-11 0,0 6 0,0-2 0,0-2 0,2-14 0,3-3 0,-3-4 0,6-2 0</inkml:trace>
  <inkml:trace contextRef="#ctx0" brushRef="#br0" timeOffset="8">28687 2768 8912,'-23'-6'0,"0"1"0,2 1 0,2 2 0,2 2 0,-1 0 0,1 15 0,0-1 0,0 14 0,7 1 0,4 5 0,-1 3 0,1 1 0,2 2 0,10 0 0,4-11 0,9-3 0,4-1 0,-4-9 0,11-9 0,-5-7 0,2 0 0,2-7 0,-3-11 0,-1-10 0,0-5 0,-6-1 0,6-2 0,-8-5 0,-7 5 0,-4-4 0,1-2 0,-1 2 0,-2 2 0,-2 1 0,-12 11 0,-7 3 0,-2 11 0,-10 6 0,6 6 0,-5 6 0,5 9 0,-6 8 0,14 8 0,-3-2 0,5 3 0,-4 2 0</inkml:trace>
  <inkml:trace contextRef="#ctx0" brushRef="#br0" timeOffset="9">28480 2992 8912,'-17'-8'0,"0"0"0,0-3 0,7-4 0,3 13 0,7-6 0,9 2 0,8 1 0,10 1 0,13 2 0,-3-4 0,3 0 0,-4 3 0,-2 1 0,1-4 0,-1 0 0,1 2 0,-1 2 0,-7-5 0,5-3 0,-5-7 0</inkml:trace>
  <inkml:trace contextRef="#ctx0" brushRef="#br0" timeOffset="10">29065 2871 8912,'0'17'0,"0"1"0,0 1 0,0 4 0,0 3 0,-5 9 0,-1-1 0,0 1 0,6-1 0,0 0 0,0 1 0,0-1 0,0-7 0,0-2 0,0-8 0,0-8 0,0-1 0</inkml:trace>
  <inkml:trace contextRef="#ctx0" brushRef="#br0" timeOffset="11">29392 3146 8912,'-11'2'0,"-1"4"0,9-4 0,-13 7 0,5-3 0,1 4 0,-1 7 0,-1 8 0,-3 3 0,4 5 0,-5 1 0,9 1 0,-7-1 0,3 0 0,7 8 0,-9-7 0,7-1 0,2-9 0,2 2 0,4-16 0,4 1 0,3-8 0,9-4 0</inkml:trace>
  <inkml:trace contextRef="#ctx0" brushRef="#br0" timeOffset="12">29737 3267 8912,'-2'-17'0,"-4"-1"0,2 3 0,-7 4 0,5-5 0,-6 5 0,9 3 0,-5 1 0,10 7 0,4 0 0,5 0 0,10 0 0,2 0 0,8 0 0,-5 0 0,9 0 0,-1 0 0,1 0 0</inkml:trace>
  <inkml:trace contextRef="#ctx0" brushRef="#br0" timeOffset="13">30167 3181 8912,'0'-17'0,"0"-1"0,0 9 0,0-1 0,0 5 0,0 3 0,2-6 0,3 8 0,5-6 0,7 0 0,0 1 0,1 5 0,-1-2 0,0-4 0,8-3 0,2-9 0</inkml:trace>
  <inkml:trace contextRef="#ctx0" brushRef="#br0" timeOffset="14">30425 3146 8912,'-10'-9'0,"-3"-1"0,7 5 0,-7 3 0,11-6 0,-6 8 0,8 0 0,8 0 0,2 0 0,7 0 0,0 0 0,0 0 0,8-8 0,2-1 0</inkml:trace>
  <inkml:trace contextRef="#ctx0" brushRef="#br0" timeOffset="15">31044 3095 8912,'-5'-17'0,"-1"-1"0,-7 9 0,5 5 0,-5 14 0,1 9 0,-1 5 0,3 5 0,-1 7 0,-3 3 0,-1 1 0,4 0 0,1-6 0,0 1 0,1-1 0,-3 0 0,3 1 0,-6-8 0,5-3 0</inkml:trace>
  <inkml:trace contextRef="#ctx0" brushRef="#br0" timeOffset="16">31509 2682 8912,'-34'-8'0,"-1"-3"0,3 3 0,1 3 0,2 7 0,-1 9 0,-3 10 0,1 19 0,1 6 0,3 4 0,14 1 0,3 1 0,7-1 0,4 1 0,8 3 0,5-5 0,8-10 0,8-7 0,3-20 0,8 2 0,2-15 0,2 0 0,-5-15 0,3-4 0,-8-15 0,0-3 0,1-3 0,-8 2 0,-6-6 0,-8 2 0,-5-6 0,-3 4 0,-1-5 0,-6 3 0,-5-4 0,-18 16 0,-6-1 0,-7 10 0,2 6 0,-1 10 0,9 3 0,7 18 0,-2 5 0,4 11 0,3-1 0,5 0 0,3 13 0,8-4 0</inkml:trace>
  <inkml:trace contextRef="#ctx0" brushRef="#br0" timeOffset="17">31148 3129 8912,'-18'-7'0,"1"-3"0,6-5 0,1 1 0,3 3 0,1 7 0,14-11 0,3 3 0,12 3 0,6-3 0,11 7 0,8-5 0,7 2 0,-1-5 0,11 9 0,-8-7 0,-2 7 0,-9-2 0,0 2 0,-10-1 0,-3-7 0,-2-3 0,3-2 0</inkml:trace>
  <inkml:trace contextRef="#ctx0" brushRef="#br0" timeOffset="18">31853 3060 8912,'-17'18'0,"0"-1"0,5 0 0,3 0 0,1 0 0,-5 1 0,9 1 0,-6 2 0,3 2 0,-7 7 0,12-5 0,-3 4 0,3 3 0,2-3 0,0-2 0,0-1 0,0-1 0,0-2 0,0-12 0,0 1 0,0-8 0,0 3 0</inkml:trace>
  <inkml:trace contextRef="#ctx0" brushRef="#br0" timeOffset="19">32163 3198 8912,'-17'0'0,"0"0"0,-1 0 0,1 0 0,0 0 0,0 0 0,0 8 0,1 5 0,5 8 0,3-2 0,8 4 0,0 2 0,2-2 0,4-2 0,5-2 0,10-4 0,2-3 0,8-5 0,-2-7 0,-5 0 0,7 0 0,-6-2 0,2-3 0,-6-5 0,2-7 0,-12-6 0,-5 0 0,3 0 0,-7 0 0,4 0 0,-12-5 0,-5 5 0,-10 0 0,-2 6 0,-6 1 0,6 5 0,-6 3 0,7 8 0,-1 0 0,5 0 0,1 8 0,0 1 0,0 9 0</inkml:trace>
  <inkml:trace contextRef="#ctx0" brushRef="#br0" timeOffset="20">32197 2321 8912,'-9'-27'0,"1"10"0,8 11 0,0 14 0,0 9 0,10 16 0,7 13 0,2 19 0,10 9 0,-8 10 0,2 8 0,-14-42 0,-1 1 0,-2 5 0,-1 1 0,3 4 0,-2 2-345,-3 8 1,0 1 0,-1-6 0,-1 0 344,-3 0 0,-1 0 0,-1-4 0,-2-2 0,-2-2 0,-1-1 0,0 2 0,1 0 0,-1-1 0,0-1 0,0 0 0,-1 0 0,-1 3 0,-1 1 0,-1 1 0,0 0 0</inkml:trace>
  <inkml:trace contextRef="#ctx0" brushRef="#br0" timeOffset="21">27327 5038 8912,'-19'0'0,"-2"0"0,-2 0 0,0 0 0,-2 0 0,-1 0 0,-1 0 0,-6 7 0,3 3 0,-6 1 0,-5 1 0,1-8 0,6 3 0,-3-1 0,-3 0 0,2-1 0,-8-5 0,8 0 0,-2 0 0,3 0 0,3 0 0,-2 0 0,-4 0 0,3 0 0,-12 0 0,1 0 0,-8 2 0,-7 4 0,-6-2 0,-3 7 0,-3 3-167,1 1 1,-1 2 166,0 0 0,5 6 0,10 0 0,9-2 0,12 4 0,5-2 0,0 0 0,9-8 0,-4-3 0,6 3 0,12-4 0,-5 3 0,5-3 0,-2 10 166,1-4 1,-3 4-167,3-3 0,3-1 0,-3 0 0,3 6 0,-5 2 0,3 2 0,5-6 0,-5 1 0,7 5 0,-4-2 0,8 6 0,0-3 0,0 1 0,0 5 0,2 3 0,4 3 0,3 4 0,9 7 0,-1 1 0,2-1 0,2 3 0,2 3 0,0-11 0,0 4 0,2-18 0,1-3 0,-3-2 0,6-5 0,-6-10 0,6-1 0,-6-1 0,5-4 0,-1-1 0,2-5 0,1 0 0,-7 0 0,8 0 0,-4 0 0,7 0 0,6-5 0,0-1 0,10-2 0,2 3 0,1 3 0,7-6 0,-7 0 0,3 5 0,-11-9 0,5 8 0,-4-11 0,0 4 0,-6-5 0,4-1 0,-2 0 0,-2-8 0,2-2 0,4-7 0,4 0 0,-4-3 0,0-3 0,-2 4 0,2-4 0,-4-4 0,-14 6 0,-1-6 0,-2 2 0,-4-4 0,-10 6 0,3-8 0,-8 2 0,-1-4 0,-5-3 0,0-4 0,-2 1 0,-3-7 0,-7 8 0,-11-3 0,-2 11 0,-3 1 0,-5 9 0,4 3 0,-3 7 0,-2 10 0,-1 8 0,1 3 0,-1 4 0,9 2 0,1 0 0,7 0 0,-6 0 0,-3 0 0,-8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20:37:24.82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10841 5794 8912,'0'-17'0,"0"7"0,0-5 0,0 11 0,0-7 0,0 7 0,0-4 0,-7 8 0,5 2 0,-4 4 0,4 4 0,0 7 0,-1 0 0,-3 0 0,-2 8 0,2 4 0,3 9 0,-7 4 0,0 4 0,1 5 0,-4 5 0,3 3 0,-2-2 0,7-1 0,-7 7 0,8-8 0,-3 4 0,7-9 0,0-4 0,0 2 0,0-8 0,0 0 0,0-6 0,2 1 0,2-1 0,3 0 0,3 1 0,-6-9 0,9-1 0,-5-9 0,1-5 0,-3 2 0,5-7 0,-7 0 0,6-6 0,-5 0 0,-3 0 0,14 0 0,-7 0 0,10 0 0,4 0 0,-11 0 0,16 0 0,-10 0 0,1 0 0,0 0 0,6 0 0,3 0 0,3 0 0,0 0 0,-3 0 0,9 0 0,-1 0 0,6 0 0,0 0 0,-6 0 0,12 0 0,-8 0 0,8 0 0,-2 0 0,-4 0 0,-2 0 0,-3 2 0,-1 2 0,4 1 0,-4 1 0,1-4 0,-9 2 0,3 1 0,2-1 0,1-2 0,-7 6 0,5-6 0,-3 4 0,3-5 0,9-1 0,-1 0 0,0 0 0,-6 0 0,8 0 0,-3 0 0,7 0 0,-8 0 0,2 0 0,-4 0 0,6 0 0,-5 0 0,3 0 0,-2-1 0,0-3 0,2-2 0,1 0 0,-5 6 0,4 0 0,2-6 0,6 1 0,-2 1 0,0-6 0,0 8 0,-1-3 0,-6-3 0,1 2 0,-4-5 0,-1 5 0,-1 2 0,0-5 0,-5 5 0,-2-6 0,-2 1 0,-4-1 0,4 7 0,-2-3 0,1-2 0,-1 2 0,-2-5 0,6 3 0,-2-1 0,6 5 0,-5-9 0,9 7 0,-6-6 0,-1 7 0,1-9 0,3 5 0,-3-1 0,2-3 0,-8 5 0,-2-1 0,-2-5 0,6-1 0,-6 3 0,4 1 0,-4-2 0,-2 5 0,-6-5 0,1 5 0,1-2 0,-5 7 0,7-13 0,-11 9 0,6-7 0,-3 3 0,-1 7 0,-6-6 0,0 5 0,0-5 0,0-1 0,0-1 0,0 1 0,0-6 0,0-2 0,-2-2 0,-4-2 0,5-6 0,-7 4 0,2-2 0,0-3 0,-7-3 0,9-1 0,-7 0 0,-3-1 0,7 1 0,-7-1 0,9 1 0,-7 5 0,6 1 0,-5 1 0,3 0 0,-1 10 0,3 0 0,-6 5 0,-1-3 0,5 6 0,-7-5 0,4 8 0,-5 1 0,-1-1 0,0 0 0,0-1 0,0 1 0,-1 4 0,1-4 0,0-1 0,-2 1 0,-2 0 0,-2 0 0,2 1 0,-6-9 0,2 10 0,-4-7 0,-3 5 0,3-5 0,-3 5 0,-3-5 0,1 5 0,0-6 0,-3 3 0,-1-5 0,-2 3 0,-8 7 0,4-9 0,-8 7 0,1-5 0,-1 5 0,-1-6 0,-3 7 0,-1 1 0,-1 2 0,7 0 0,1-2 0,4-1 0,-4-1 0,8 6 0,-3 0 0,1 0 0,3 0 0,-1 0 0,-7 2 0,-3 3 0,4-3 0,-17 12 0,6-7 0,-2 3 0,-2-6 0,-4 11 0,4-5 0,5 1 0,5 0 0,-1-1 0,-1 3 0,-3-1 0,1-8 0,5 9 0,3-5 0,3 1 0,4-5 0,7 4 0,1-8 0,7 2 0,4 3 0,4-3 0,2 4 0,0-4 0,7-2 0,2 0 0,8 0 0,0 0 0,8 0 0,-6 0 0,6 0 0,-8 0 0,0 0 0,-8 0 0,-2 0 0</inkml:trace>
  <inkml:trace contextRef="#ctx0" brushRef="#br0" timeOffset="1">13509 5691 8912,'-17'0'0,"-1"0"0,7 0 0,-1 0 0,-1 0 0,-2 0 0,3-6 0,1 0 0,7-1 0,-2 1 0,4 2 0,2-7 0,0-4 0,0-6 0,8-6 0,9-11 0,12-8 0,5-14 0,6-10 0,6-16 0,-17 37 0,2-1 0,2-3 0,2-1-236,3-6 0,1-1 0,7-6 1,2-1-1,0-5 0,1 0 236,1-1 0,1 1 0,4 5 0,1 3 0,0 1 0,1 3 0,2 11 0,1 3 0,-2 4 0,-2 4 0,-10 10 0,-4 2 0,25-13 0,-17 15 0,-16 12 0,-7-2 0,-10 7 0,1-3 0,-1-5 0,0 14 0,0-5 1415,-7 7-1415,-2 0 0,-8 0 0,0 0 0,-8 0 0,-2-8 0,-7-1 0</inkml:trace>
  <inkml:trace contextRef="#ctx0" brushRef="#br0" timeOffset="2">14834 3782 8912,'-10'-11'0,"5"0"0,3 7 0,9-4 0,5 2 0,11 1 0,7 1 0,9 2 0,-3 10 0,6 3 0,0 4 0,-6 10 0,5 2 0,-11 7 0,-1 1 0,-10 5 0,-2 0 0,-2 8 0,-9-3 0,0 5 0,-8-6 0,-4-4 0,2-2 0,-5-1 0,1-3 0,-5-3 0,3-14 0</inkml:trace>
  <inkml:trace contextRef="#ctx0" brushRef="#br0" timeOffset="3">16038 3903 8912,'-32'6'0,"1"1"0,3 3 0,7 1 0,-2 8 0,4 4 0,7 4 0,3 5 0,1-3 0,2 4 0,6-5 0,2 5 0,4 1 0,3-7 0,9-4 0,-1-10 0,0-1 0,2-9 0,4 3 0,4-4 0,0-2 0,-3-8 0,-1-1 0,0-8 0,0 0 0,-5-1 0,-7 1 0,-1 0 0,-3 0 0,-1 0 0,-8-6 0,-4 2 0,-5 5 0,-4-1 0,-8 9 0,0-5 0,2 2 0,1 7 0,3-2 0,0 4 0,8 2 0,1-7 0,8-3 0</inkml:trace>
  <inkml:trace contextRef="#ctx0" brushRef="#br0" timeOffset="4">16331 3972 8912,'0'-12'0,"0"1"0,0 5 0,0-6 0,8 9 0,-6-7 0,3 4 0,-1 4 0,2-3 0,-2 3 0,7 2 0,1 2 0,5 3 0,6 7 0,0 9 0,-2 2 0,4 7 0,-2-1 0,5 4 0,-5 1 0,-2 0 0,-7 1 0,-3-1 0,-5-1 0,5-5 0,-7-3 0,2-8 0,-4-5 0,-2-1 0,-2-7 0,-4 2 0,4-4 0,-5-10 0,7-5 0,0-8 0,1-2 0,5-12 0,4 5 0,7-10 0,0 3 0,0 3 0,3 0 0,2-1 0,-2 8 0,6 1 0,-5 7 0,2 1 0,0-3 0,-5 19 0,-1-13 0,0 6 0</inkml:trace>
  <inkml:trace contextRef="#ctx0" brushRef="#br0" timeOffset="5">17364 3714 8912,'-12'-2'0,"1"-4"0,1 6 0,-1 0 0,5 10 0,4 14 0,0 9 0,-2 7 0,-2 4 0,1-4 0,5 6 0,0 0 0,0-2 0,0 5 0,5-7 0,3 4 0,2-6 0,3-3 0,-3-9 0,1 1 0,1-10 0,5-2 0,0-7 0,8-18 0,2-1 0</inkml:trace>
  <inkml:trace contextRef="#ctx0" brushRef="#br0" timeOffset="6">17725 3817 8912,'-10'-17'0,"3"7"0,-1 2 0,-3 8 0,-5 0 0,-1 8 0,-2 4 0,-4 11 0,-4 5 0,0 5 0,-3 1 0,7 0 0,-4 3 0,10 3 0,-4-4 0,11 4 0,1-3 0,3-5 0,12-3 0,7-4 0,8-1 0,6-12 0,2 5 0,-1-11 0,1-4 0,5 3 0,7-8 0,-1-5 0,-2-2 0,-2-1 0,-1-6 0,-1-2 0,1-4 0,-1-4 0,0-7 0</inkml:trace>
  <inkml:trace contextRef="#ctx0" brushRef="#br0" timeOffset="7">18534 3972 8912,'-17'-10'0,"-1"4"0,1-1 0,0 1 0,7 2 0,5 10 0,3 3 0,2 14 0,0 2 0,0 0 0,0 0 0,0 4 0,0-5 0,0 3 0,0-6 0,0 10 0,0-8 0,0-2 0,0-2 0,0-8 0,0 1 0,0-1 0,0-1 0,0-5 0,0-10 0,2-7 0,1-9 0,3-2 0,8-7 0,-5-1 0,3-5 0,-1-4 0,1 0 0,5 5 0,0 1 0,0 5 0,0 0 0,1 8 0,-1-1 0,0 4 0,0 7 0,-5 3 0,-1 8 0,3 0 0,1 0 0,0 8 0,-1 3 0,-3 5 0,0 1 0,5 0 0,-5 0 0,5-1 0,-5-5 0,4 4 0,2-3 0,1-3 0,-1 3 0,2-8 0,2 1 0,2-3 0,0-2 0,0 0 0,0-2 0,-2-3 0,-2-7 0,-4-3 0,-3-2 0,1-1 0,-7 1 0,0-6 0,-6 0 0,0 2 0,0 10 0,0-4 0,-2 5 0,-4 1 0,2-5 0,-7 8 0,7 1 0,-11 5 0,13 7 0,-6-3 0,8 8 0,0-1 0,0 6 0,6-5 0,-1-1 0,9-1 0,-3 1 0,5 3 0,-1-7 0,-4 3 0,5-5 0,-5 7 0,4-8 0,3 3 0,-1-7 0,0 0 0,0 0 0,1 0 0,-1-7 0,0-3 0,0-7 0,-7 0 0,-5 0 0,-1 5 0,2 1 0,-4 5 0,4-5 0,-4-1 0,-2 3 0,0 9 0,0 11 0,0 4 0,7 2 0,-3 1 0,7-1 0,3 0 0,1 0 0,2-5 0,1-1 0,-1-1 0,2 1 0,2-5 0,2-4 0,-2-2 0,-2 0 0,-2-2 0,0-4 0,-7-3 0,3-14 0,-7 0 0,6-2 0,-7 4 0,-1-2 0,-2 2 0,-2 2 0,0 2 0,0-1 0,0 1 0,0 8 0,2 3 0,4 12 0,-4 3 0,3 8 0,-1 1 0,2-1 0,-4 0 0,4 0 0,-4 0 0,-2 1 0,1-7 0,5 1 0,-4-1 0,6 6 0,-8-7 0,7-3 0,-3-14 0,6-5 0,-1-3 0,1-2 0,-6 0 0,9-2 0,-7-4 0,7 4 0,-5-6 0,3 7 0,5 9 0,-7 1 0,8 8 0,-7 0 0,5 8 0,-5 3 0,-1 5 0,5 1 0,-9 0 0,7 0 0,-6 0 0,7-1 0,-1-5 0,-3 4 0,3-3 0,-1-4 0,6-1 0,0-7 0</inkml:trace>
  <inkml:trace contextRef="#ctx0" brushRef="#br0" timeOffset="8">19979 3868 8912,'-11'-5'0,"1"-3"0,3-1 0,3-5 0,2-1 0,2-2 0,2-1 0,4 1 0,5 0 0,4-6 0,2 0 0,1 2 0,-1 2 0,0 4 0,0 3 0,1 5 0,-1-1 0,0 6 0,0-2 0,-2 10 0,-3 11 0,3 2 0,-5 10 0,-1 2 0,5 1 0,-9 2 0,1 1 0,2-1 0,-6-7 0,11 4 0,-5-7 0,1 3 0,-5-13 0,11 8 0,-5-20 0,7 6 0</inkml:trace>
  <inkml:trace contextRef="#ctx0" brushRef="#br0" timeOffset="9">20444 3387 8912,'0'-10'0,"0"3"0,0 9 0,0 3 0,0 7 0,0 11 0,0 4 0,0 9 0,0 4 0,8-2 0,1 8 0,1 2 0,5-6 0,-11 6 0,5-6 0,-1 2 0,3-6 0,-3 0 0,0-7 0,-1-8 0,-1-4 0,-6-8 0,0 1 0,0-9 0,0-3 0,0-11 0,0-12 0,0-6 0,6-3 0,0-3 0,-3 1 0,5 2 0,0 1 0,-1 4 0,1 2 0,5-5 0,-5 17 0,4-5 0,3 7 0,-4-1 0,5 5 0,1 9 0,0 3 0,0 5 0,0 7 0,-7 8 0,0-4 0,-7 8 0,3 1 0,-4 1 0,-6-3 0,2 5 0,-13-8 0,4 3 0,-5-3 0,-1-8 0,6 1 0,1-1 0,2 0 0,3-7 0,5-3 0,0-9 0,0-3 0,2-9 0,3-5 0,7-4 0,3-7 0,2 5 0,0-4 0,6-1 0,0 7 0,0 5 0,-6 7 0,1-2 0,-1-3 0,-6 7 0,1 3 0,-6-2 0,5 3 0,2 1 0,3 2 0,1 2 0,0 0 0,0 0 0,1-6 0,-1 0 0,0 3 0,0-1 0,0-2 0,1 4 0,-7-7 0,1 3 0,-9 2 0,3-7 0,-12 7 0,-3-4 0,-8 8 0,-2 6 0,-4 2 0,-6 1 0,2 8 0,-2 6 0,8 0 0,-2-6 0,-1 0 0,1 1 0,2-1 0,7 0 0,5 0 0,1 0 0,-5 1 0,11-1 0,2-8 0,11-3 0,12-4 0,6-2 0,3 0 0,3 0 0,-1 0 0,1 0 0,-1 0 0,0-6 0,-1 1 0,-4 1 0,-6 2 0,-4 2 0,-2 0 0,0 0 0,-5 2 0,-1 3 0,-7-1 0,2 8 0,-4 1 0,-2-5 0,0 7 0,7-13 0,3 6 0</inkml:trace>
  <inkml:trace contextRef="#ctx0" brushRef="#br0" timeOffset="10">21803 3645 8912,'-26'0'0,"3"0"0,-2 0 0,0 2 0,-2 4 0,4-1 0,-5 13 0,7-3 0,-1 13 0,9 3 0,0 1 0,7 3 0,2-1 0,10-1 0,5-5 0,12 5 0,4-16 0,8 0 0,5-7 0,0-10 0,-2 0 0,-7-8 0,-5-3 0,-3-5 0,-7-1 0,1-8 0,-15 4 0,4-5 0,-5 1 0,-8-6 0,-9 12 0,-8-4 0,-3 4 0,-2 2 0,1 2 0,-1 3 0,8 5 0,-2 7 0,4 0 0,2 0 0,7 0 0,2 0 0</inkml:trace>
  <inkml:trace contextRef="#ctx0" brushRef="#br0" timeOffset="11">22629 3335 8912,'-17'-34'0,"0"2"0,0 3 0,0 4 0,-1 8 0,-1 5 0,-4 1 0,4 7 0,-4 0 0,4 8 0,2 8 0,2 11 0,3 5 0,-1 12 0,7 6 0,0 6 0,6 5 0,0-3 0,0 3 0,2-4 0,2-1 0,2 0 0,7-9 0,-9 5 0,7-8 0,-1 0 0,1-5 0,3-3 0,-8-3 0,-3-6 0,-1-4 0,-2-2 0,-7 0 0,-3 1 0</inkml:trace>
  <inkml:trace contextRef="#ctx0" brushRef="#br0" timeOffset="12">22062 3765 8912,'-10'0'0,"2"0"0,8 0 0,2-5 0,4-1 0,13-2 0,15 4 0,12-1 0,12-1 0,11-2 0,7-1-183,18-16 0,-43 12 0,1-1 0,4-3 0,1 0 0</inkml:trace>
  <inkml:trace contextRef="#ctx0" brushRef="#br0" timeOffset="13">23369 3439 8912,'-9'-29'0,"3"2"0,2 0 0,0 3 0,-3-1 0,-1 2 0,0-2 0,1 6 0,1-4 0,4 10 0,-4 13 0,5 13 0,1 27 0,0 6 0,0 4 0,0 7 0,0 0 0,0 1 0,0 1 0,7-6 0,5 5 0,5-7 0,6-5 0,-2-4 0,8-11 0,1-8 0,10-1 0,4-12 0</inkml:trace>
  <inkml:trace contextRef="#ctx0" brushRef="#br0" timeOffset="14">23748 3559 8912,'-33'0'0,"5"0"0,1 0 0,6 0 0,-2 0 0,-8 8 0,3 3 0,3 6 0,2 4 0,4 2 0,4 0 0,3-6 0,4 1 0,8-1 0,0 0 0,8-2 0,4-3 0,5-5 0,6-7 0,-2-7 0,7-5 0,-5-3 0,6-2 0,-10 0 0,-2-1 0,1 1 0,-7 0 0,-3 5 0,-3 1 0,5 7 0,-8-3 0,7 7 0,-3 0 0,-4 1 0,4 5 0,-4 4 0,-2 7 0,0 0 0,0 0 0,0 1 0,0-1 0,0 0 0,0 0 0,2-2 0,3-3 0,5 3 0,7-13 0,0-2 0,1-10 0</inkml:trace>
  <inkml:trace contextRef="#ctx0" brushRef="#br0" timeOffset="15">23954 3421 8912,'-17'-9'0,"-6"-4"0,0 7 0,0-6 0,6 7 0,6-1 0,-1 6 0,3 7 0,-5 7 0,5 5 0,1 6 0,4 2 0,2 1 0,4 7 0,4-1 0,-2 0 0,7 1 0,1-1 0,5 1 0,-6-7 0,1 1 0,-2-8 0,1 2 0,4-4 0,-3-2 0,-5-7 0,9-3 0,-5-7 0,-1-2 0,1-3 0,1-5 0,5-9 0,0-2 0,0-2 0,-5 0 0,-1 6 0,-1 0 0,1 0 0,5-1 0,-5 1 0,-1 2 0,1 3 0,-5 5 0,5 7 0,-7 0 0,4 2 0,-8 3 0,-2 5 0,-4 7 0,-5 2 0,-12 4 0,2-2 0,-8 8 0,8-6 0,-2 5 0,4-7 0,2 2 0,-1-4 0,1-9 0,8-10 0,1-10 0</inkml:trace>
  <inkml:trace contextRef="#ctx0" brushRef="#br0" timeOffset="16">24230 3628 8912,'0'17'0,"-6"-6"0,0 1 0,1-8 0,-3 11 0,6-13 0,-6 13 0,10-13 0,4 4 0,4-4 0,7-2 0,0-6 0,0 0 0,-5-7 0,-1 3 0,3-1 0,1-1 0,-6 1 0,1-4 0,-4 3 0,-4-3 0,3 7 0,-10-3 0,-5 3 0,-7 8 0,3 0 0,-3 0 0,10 8 0,-11 3 0,3 5 0,0 1 0,0 8 0,3 3 0,-1-1 0,7 2 0,0-1 0,6 7 0,8-7 0,3 1 0,10-14 0,4 1 0,4-7 0,7-5 0,1-10 0,8-5 0,-1-12 0,2-6 0,-2-3 0,-4-3 0,-9-1 0,3-4 0,-11 4 0,0-5 0,-11-1 0,-6 0 0,-5-2 0,-1-1 0,-13-7 0,-4 0 0,-4 3 0,4 3 0,-6-2 0,0 8 0,6 10 0,5 12 0,8 1 0,-3 23 0,7 1 0,0 13 0,0 14 0,0 10 0,0 9 0,0 5 0,1 3 0,5 0 0,-4-2 0,13-3 0,-3-5 0,3 5 0,2-11 0,6-4 0,0-7 0,8-3 0,-2-14 0,5 2 0,6-13 0,-4-3 0,5-8 0,-1-11 0,-6-7 0,4-7 0,-9 1 0,-4-5 0,-2-6 0,-12 7 0,-5-7 0,-4 8 0,-2-8 0,0 3 0,-2 10 0,-2 5 0,-1 2 0,-9 3 0,5 8 0,-1 9 0,4 11 0,4 12 0,2 6 0,0 3 0,0 3 0,2-1 0,4 0 0,-2 1 0,7-1 0,-5 1 0,4-1 0,-3 0 0,-1-7 0,-6 4 0,0-8 0,0-2 0,0-2 0,0-8 0,0 1 0,0-9 0,-8 5 0,-3-8 0,1-8 0,1-3 0,1-4 0,-5-10 0,3-2 0</inkml:trace>
  <inkml:trace contextRef="#ctx0" brushRef="#br0" timeOffset="17">25779 3301 8912,'-10'17'0,"-3"2"0,7 4 0,2 6 0,2 3 0,2 10 0,2 4 0,4 4 0,5 2 0,5-1 0,1 1 0,2-1 0,4 1 0,-10-2 0,4-3 0,-3-3 0,-5-2 0,-1-2 0,-8-5 0,-2-5 0,-4-7 0,-11 0 0,-10-13 0</inkml:trace>
  <inkml:trace contextRef="#ctx0" brushRef="#br0" timeOffset="18">25658 3387 8912,'0'-17'0,"0"0"0,2 5 0,4 1 0,3 7 0,5-4 0,1 8 0,6 0 0,4 0 0,2 2 0,1 4 0,3-2 0,-8 7 0,6 1 0,-6 5 0,-2 0 0,-8 2 0,-3 2 0,-3 2 0,-3-2 0,-2-2 0,-10 4 0,-3 0 0,-5-2 0,-8 6 0,4-8 0,-2 4 0,2-4 0,3-10 0,0-1 0</inkml:trace>
  <inkml:trace contextRef="#ctx0" brushRef="#br0" timeOffset="19">26140 3507 8912,'-23'12'0,"-2"-3"0,-2-1 0,6 5 0,-2-1 0,4 3 0,2 2 0,2 2 0,3 2 0,7 2 0,3 2 0,4-4 0,5 2 0,10-2 0,1-9 0,14-5 0,-3-7 0,3 0 0,3 0 0,-3-2 0,-3-3 0,-6-7 0,-4-3 0,-2-2 0,0 0 0,-7-3 0,-4-3 0,-6 4 0,-6-4 0,-5 4 0,-7-4 0,-5 1 0,-3 2 0,-1 7 0,-6-2 0,12 11 0,-7-8 0,7 9 0,-4-13 0,8 7 0</inkml:trace>
  <inkml:trace contextRef="#ctx0" brushRef="#br0" timeOffset="20">26433 3421 8912,'-18'-21'0,"1"4"0,0 4 0,5 3 0,1 5 0,-2 3 0,-3 2 0,-1 0 0,0 0 0,0 7 0,1 7 0,5 7 0,1 0 0,6 5 0,-1-1 0,1-4 0,4 6 0,6 2 0,3-4 0,8-1 0,1-6 0,-1-1 0,0 0 0,0-2 0,0-1 0,1-3 0,7-7 0,-6 9 0,4-5 0,-4 1 0,-2-5 0,0 4 0,-7-8 0,3 2 0,-7 4 0,-2-5 0,-10 5 0,-4-2 0,-7 0 0,0 2 0,-2 5 0,-4-5 0,2-1 0,-6-5 0,2 0 0,-5 0 0,3 0 0,-8 0 0</inkml:trace>
  <inkml:trace contextRef="#ctx0" brushRef="#br0" timeOffset="21">26863 3318 8912,'0'-17'0,"0"0"0,-8 7 0,-1 1 0,-9 3 0,-5 4 0,0-4 0,-7 10 0,1 4 0,-3 1 0,5 9 0,4 5 0,4-1 0,2 3 0,1-4 0,5 8 0,3-2 0,8 1 0,0-3 0,2-2 0,4 0 0,5-2 0,10-2 0,2-2 0,8 1 0,-12-7 0,6-1 0,0-3 0,-4 5 0,7-7 0,-7 1 0,4 0 0,-7 0 0,-3 1 0,-4-1 0,-11-4 0,-9 7 0,-8-3 0,-3-2 0,-3 6 0,-5-3 0,-3 5 0,3-7 0,-3 7 0,8-6 0,-8-1 0,12-5 0,-4 0 0,4-15 0,2-4 0</inkml:trace>
  <inkml:trace contextRef="#ctx0" brushRef="#br0" timeOffset="22">27155 3267 8912,'0'-10'0,"0"3"0,-5 16 0,-1 8 0,0 0 0,6 14 0,0-6 0,0 2 0,8-6 0,-4 9 0,7-5 0,2 2 0,-3-6 0,1 0 0,1-6 0,-3-3 0,14-1 0,-3 6 0</inkml:trace>
  <inkml:trace contextRef="#ctx0" brushRef="#br0" timeOffset="23">27190 2906 8912,'-18'0'0,"3"-2"0,2-2 0,1-2 0,1 0 0,-6 6 0,1 2 0,5 4 0,5 6 0,4-5 0,2 8 0,2-5 0,4 0 0,11-3 0,2-7 0,4 0 0,-4 0 0,-2 0 0,1 0 0,-1 0 0,0 0 0,-7-7 0,-3 3 0,-7-8 0,-2 8 0,-3-1 0,-7 3 0,-3 2 0,3 0 0,1 0 0,-2 0 0,-3 0 0,-1 7 0,0 3 0</inkml:trace>
  <inkml:trace contextRef="#ctx0" brushRef="#br0" timeOffset="24">27740 2768 8912,'-9'-17'0,"1"7"0,1-5 0,3 15 0,-6 0 0,2 10 0,-3 7 0,5 6 0,-1 9 0,3 10 0,-2 2 0,0-4 0,6 6 0,0 0 0,0-2 0,0 6 0,2-14 0,2 4 0,2-4 0,0-9 0,-6-4 0,0-4 0,7-2 0,-5-7 0,6-10 0,-6-14 0,1-7 0,5-7 0,2-5 0,1 7 0,6-7 0,1 4 0,-1 5 0,0 1 0,0 4 0,2 1 0,4 3 0,4 4 0,0 5 0,5 4 0,-11 4 0,8 4 0,-6 5 0,6 12 0,-14-2 0,0 8 0,-5 1 0,-4 3 0,-6 1 0,-4 1 0,-8-1 0,-1-5 0,-16-1 0,1-5 0,-7 6 0,1-8 0,1 2 0,3-10 0,1-1 0,8-9 0,-2 3 0,11-4 0,-3-17 0,6-4 0</inkml:trace>
  <inkml:trace contextRef="#ctx0" brushRef="#br0" timeOffset="25">28515 2304 8912,'0'17'0,"0"10"0,0 7 0,0 10 0,0 15 0,0 8 0,0 6 0,0 7 0,0-5 0,0-1 0,0-13 0,0-3 0,2-11 0,3-5 0,7-5 0,3-11 0,2-7 0,1-7 0,6-4 0,3-8 0,0 0 0,6-2 0,-5-6 0,7-9 0,5-10 0,-4 2 0,6-7 0,-9 5 0,-5 0 0,-3-7 0,-8 3 0,-1-3 0,-5 1 0,-3 3 0,-10-5 0,-4 1 0,-5 2 0,-12 3 0,-6 6 0,2 12 0,-1 5 0,-1 4 0,-5 10 0,-1 5 0,1 8 0,5 8 0,0 11 0,1 6 0,1 3 0,2-5 0,10 6 0,3-6 0,7 0 0,6 5 0,11-3 0,9-6 0,19-5 0,6-8 0,13-12 0,10-2 0,9-1 0,5-9 0,-1-1 0,-2-11 0,-7-10 0,3-16 0</inkml:trace>
  <inkml:trace contextRef="#ctx0" brushRef="#br0" timeOffset="26">16710 8975 8912,'0'-17'0,"2"1"0,1 3 0,3 2 0,0-1 0,1 2 0,-3-3 0,8 7 0,1 3 0,-3 1 0,-1 4 0,-1 3 0,-2-1 0,-6 8 0,0-9 0,0-3 0,0-9 0,0-8 0,0-1 0,0 1 0,2 0 0,3 0 0,-1 0 0,6 0 0,-3-1 0,-1 1 0,-6 0 0,2 0 0,4 0 0,-4 5 0,3 1 0,-3-1 0,-4-3 0,-1 1 0,-3 3 0,-2 1 0,2-1 0,5 3 0,-7 1 0,8 5 0,0-8 0,0 5 0,0 3 0,0-4 0,0 12 0,0 3 0,0 8 0,0 1 0,0-1 0,6 8 0,-1 3 0,1-1 0,-4 2 0,2 3 0,2 6 0,-1-1 0,-3 5 0,4-8 0,-4 8 0,4 2 0,-4 0 0,3 8 0,1-1 0,7 1 0,-5 9 0,5-4 0,-1 6 0,-8 2 0,1-2 0,-1 4 0,2-4 0,-4 12 0,6-12 0,-8 2 0,0-4 0,0-14 0,0 5 0,0-6 0,0-8 0,0 2 0,0-19 0,0 6 0,0-2 0,0 3 0,0-5 0,0 6 0,0-6 0,0 8 0,5-5 0,3 7 0,0-3 0,-1-1 0,-1-6 0,-6 6 0,6-8 0,-1 1 0,1-2 0,-6-3 0,0 0 0,6-6 0,0 1 0,-1-8 0,-5 3 0,0-7 0,0 0 0,8 0 0,3 0 0,-3 0 0,7 0 0,-3 0 0,9 0 0,2 0 0,9 0 0,1 0 0,5 0 0,10 0 0,-2 0 0,5-2 0,7-3 0,-5 3 0,7-6 0,-7 8 0,5 0 0,-3-6 0,8 1 0,-7-1 0,10 6 0,-4 0 0,-1 0 0,10 0 0,-8 0 0,6 0 0,-12 0 0,0 0 0,-3 0 0,1 0 0,3 0 0,-1 0 0,-5 0 0,-1 0 0,7 0 0,1 0 0,2 0 0,-6 0 0,10 0 0,-5 0 0,1 0 0,-6-6 0,3 1 0,5-3 0,6 2 0,9 2 0,12-7 0,4-1 0,1 3-323,-5-6 1,6 5 322,-4-7 0,1 5 0,-44 7 0,0-1 0,42-7 0,-3-3 0,-2-1 0,-1 0 0,-5 0 0,-4 5 0,-7 1 0,-6 1 0,0-3 0,4 3 0,6 3 0,-8-5 0,4 6 0,-12 1 0,3 5 0,-9 0 0,-1-6 0,-4 0 0,2 0 0,-8 6 0,-2 0 0,6 0 0,2 0 0,4 0 0,1 0 0,1 0 0,-6 0 215,0 0 0,-1 0 0,5 0-215,-4 0 0,2 0 0,-8 0 0,0 0 0,-5 0 0,-1 0 0,0 0 0,1 0 0,-1 0 0,1 0 0,-1 0 0,0 0 0,1 0 0,-1 0 0,1-1 0,1-3 0,4-2 0,4-7 0,0 9 0,-2-6 0,0 3 0,-3-1 0,5 4 0,-2-2 0,-4 3 0,-9-7 0,1 8 0,-7-4 0,6 3 0,-6-3 0,-6 4 0,-6-4 0,-7 4 0,4 2 0,-8 0 0,0 0 0,0-7 0,0-3 0,2-1 0,3-1 0,-1 3 0,6-5 0,-2 3 0,5-8 0,-5-2 0,5-8 0,-2-2 0,3-3 0,1-6 0,2-4 0,-1-15 0,-3-6 0,-2-8 0,-7 3 0,6-16 0,-6 2-880,1-6 880,1 6 0,-6 2 0,0 5 0,0-1 0,0-10 0,-6 8 0,1 0 0,-7 7-145,6 4 0,-7-2 145,2-3 0,-3 9 0,3-4 0,-5 18 0,5 1 0,-4 6 0,-3 4 0,1 7 0,0 5 0,0 3 0,0 8 0,-1 1 0,1 3 426,0 2 0,0 5-426,0-6 0,-1 9 79,1-3 1,-6-2-1,-2 3 1,-1 1-80,-5 2 0,-2 2 0,-5-2 0,-6-2 0,-7-2 0,-12 1 0,-1 5 0,-10 0-214,-6 0 0,-5 0 214,-1 0 0,2-6 0,4 0 0,2 0 0,3 6 0,-3 0 0,-1 0 0,-3 0 0,7 0 0,1-7 0,3 5 0,0-4 0,3 4 0,-11 2 0,10 0 0,-11 0 0,-6 2 0,-10 2 0,1 2 0,1 1 0,8-1 0,-6-2 0,0 7 0,43-9 0,-1 0 0,-36 12 0,-2-9 0,6-1 0,9 6 0,2-7 0,10 7 0,2-2 0,2 5 0,-3-9 0,-3 5 0,-4-1 0,-9 0 0,-3-4 0,-1 3 0,0 3 0,7-5 0,-1 7-179,-5-1 1,6-1 178,-7-4 0,6 1 0,-5-1 0,3 0 0,5-1 0,6 1 0,4 2 0,5-2 0,-5 3 0,-6 1 0,2 5 0,-11-4 0,1 5 0,1 1 0,-9 0 0,9 0 0,-3 0 0,8 1 0,10-1 0,-2 0 0,2 0 0,-4 6 0,5 0 0,-5 0 0,6-6 103,1 0 0,3 1 0,3-1 0,4 0-103,6 0 0,4 0 0,1 1 0,1-1 0,1-2 0,5-2 186,5-1 1,4-6-187,1 5 0,1-5 0,0 5 0,7-7 0,3 4 0,7-8 0,0 0 0,7 0 0,-5 0 0,8 2 0,-4 3 0,-2-1 0,7 8 0,2 1 0,-5 2 0,5 3 0,-7-1 0,6 8 0,-5 3 0,3 5 0,-6 9 0,11 2 0,-5 7 0,7 1 0</inkml:trace>
  <inkml:trace contextRef="#ctx0" brushRef="#br0" timeOffset="27">23008 8304 8912,'-17'0'0,"5"0"0,1 0 0,-3 0 0,-1 0 0,-2-5 0,2-3 0,3-2 0,5 5 0,7-7 0,0 6 0,0-5 0,1-2 0,5-3 0,6-1 0,11-2 0,7-4 0,8-6 0,14-5 0,11-6 0,12-6-30,-36 18 1,2-1 0,3 2 0,2 0 0,0-1 0,0-1 0,-1 2 0,0 0 29,-1 1 0,0 1 0,34-17 0,-4 8 0,-18 7 0,-14 17 0,-19 4 0,-12 6 0,-5 6 0,-4 6 0,-2 3 0,0 2 0,0-5 0,0-1 0,0 1 0,0-3 0,0 1 233,0-5-233,0-3 0,0 6 0,2-10 0,2-4 0,2-5 0,-3-4 0,-8-10 0,-5-2 0</inkml:trace>
  <inkml:trace contextRef="#ctx0" brushRef="#br0" timeOffset="28">23903 7307 8912,'9'8'0,"-1"-6"0,-8 5 0,0-7 0,8 2 0,3 4 0,4 3 0,5 9 0,3-1 0,9 8 0,8 3 0,6 7 0,-6 3 0,-2 2 0,-3 8 0,-6-2 0,-6 3 0,-12 3 0,-3-1 0,-8 1 0,-16 5 0,-7 1 0,-9-1 0,-6-5 0,-4-3 0,-2-3 0,-10-4 0,-7-7 0</inkml:trace>
  <inkml:trace contextRef="#ctx0" brushRef="#br0" timeOffset="29">24712 6619 8912,'-2'-15'0,"-4"4"0,-4-5 0,-7 7 0,0-3 0,0 1 0,0 7 0,-1 0 0,3 8 0,4 7 0,3 12 0,2 6 0,1 11 0,1 6 0,4 6 0,5 5 0,-1 2 0,8 4 0,1-5 0,4-5 0,6-1 0,4-8 0,7-4 0,1-14 0,-1-8 0,3-11 0,3-5 0,-4-17 0,14-4 0,-6-16 0</inkml:trace>
  <inkml:trace contextRef="#ctx0" brushRef="#br0" timeOffset="30">25021 6740 8912,'-17'7'0,"2"-3"0,3 8 0,-3-1 0,4 6 0,3 8 0,-2-4 0,7 8 0,-3 1 0,0 3 0,8 1 0,4 1 0,3-7 0,9-3 0,-1-6 0,6 0 0,0-13 0,0 0 0,1-8 0,3-6 0,0-9 0,0-8 0,-6-11 0,0-2 0,-6-2 0,2-8 0,-15 10 0,2-6 0,-8 2 0,-5 7 0,-9 7 0,1 8 0,0 3 0,0 0 0,0 15 0,-1-4 0,3 12 0,2 6 0,1 3 0,8 8 0,-1 0 0,3 0 0,4-6 0,3 0 0,5-2 0,7-3 0,0-5 0,6-7 0,2 0 0,2 0 0,-6 0 0,2 0 0,-4 0 0,-2-5 0,1-1 0,-9-7 0,1 11 0,-7-6 0,3 0 0,0 8 0,-6 0 0,6 8 0,-1 9 0,1 0 0,-6 1 0,0-1 0,0 0 0,8 0 0,-6 0 0,3 1 0,-3-1 0,-2 0 0,0 0 0,0-7 0,0-3 0,0-8 0,0-5 0,0-8 0,0-7 0,6 0 0,0-7 0,0-1 0,-1 0 0,3 3 0,2 1 0,-1 2 0,3 6 0,3 0 0,-4 1 0,5 5 0,1 3 0,0 8 0,0 8 0,0 1 0,1 9 0,-1-1 0,0 0 0,2 0 0,2 0 0,2 0 0,0 1 0,-4-9 0,4-3 0,-4-4 0,4-2 0,4-8 0,0-1 0</inkml:trace>
  <inkml:trace contextRef="#ctx0" brushRef="#br0" timeOffset="31">25796 6671 8912,'-17'0'0,"-1"0"0,1 0 0,8 8 0,-7-5 0,5 9 0,-4 1 0,-3 3 0,1 8 0,2 3 0,3 0 0,-3 5 0,13-11 0,-4 6 0,5-2 0,2-2 0,5-6 0,4-7 0,7-5 0,0-3 0,0-2 0,6-9 0,0-9 0,-2-8 0,-2-9 0,-1-5 0,-7-2 0,1-4 0,-7-3 0,5 5 0,-3 0 0,-1-8 0,-6 1 0,0-1 0,0-5 0,-7 3 0,-1 10 0,-5 4 0,1 4 0,8 9 0,-3 10 0,7 19 0,0 15 0,0 12 0,0 9 0,0 6 0,2 13 0,3 1 0,-1 5 0,8-6 0,-3-2 0,3-9 0,5 2 0,-2-6 0,6 2 0,10-6 0,-5-2 0,9-11 0,-1-6 0,1-5 0,7-7 0,2 3 0</inkml:trace>
  <inkml:trace contextRef="#ctx0" brushRef="#br0" timeOffset="32">26639 6361 8912,'0'-17'0,"0"-6"0,0 0 0,0 0 0,0 14 0,0 1 0,0 31 0,0 12 0,6 10 0,-1 7 0,-1 0 0,-2 7 0,4-6 0,2 7 0,1-1 0,1-4 0,3 6 0,-3-3 0,-3-9 0,7 3 0,-12-16 0,3 2 0,-3-7 0,-2-6 0,-7-16 0,-11-1 0,-8-8 0</inkml:trace>
  <inkml:trace contextRef="#ctx0" brushRef="#br0" timeOffset="33">26570 6413 8912,'0'-27'0,"0"-5"0,0 13 0,0-4 0,0 4 0,8 9 0,3 2 0,12 8 0,-2 0 0,8 0 0,2 6 0,9 0 0,-4 7 0,4-1 0,-3 3 0,-5 2 0,-3 0 0,-4 8 0,-8-6 0,-2 6 0,-3-2 0,-7 2 0,-3 2 0,-2-6 0,0 2 0,-7 3 0,-3-8 0,-7 1 0,0-6 0,-1-1 0,1-3 0,0-3 0,0-4 0,7-2 0,3-10 0,7-7 0,0-2 0,0-10 0,1 6 0,5-5 0,6-3 0,3 6 0,4 0 0,2 8 0,2 0 0,0 0 0,-6 0 0,0 1 0,1 5 0,-1 3 0,2 6 0,4-3 0,-4 3 0,6-6 0,-8 8 0,0 0 0,-7 0 0,5 8 0,-7-4 0,3 7 0,-1-5 0,-4 5 0,-5 1 0,5 5 0,-4-6 0,-2 1 0,0-8 0,0 3 0,0-7 0,0 0 0,8 0 0,3 0 0,-1 0 0,1 0 0,-7 0 0,9-2 0,-5-1 0,2-5 0,3-2 0,2-1 0,-3-6 0,-1-1 0,-7 1 0,4 0 0,-8 0 0,0 0 0,0-1 0,0 1 0,0 0 0,0 0 0,0 7 0,-6 1 0,0 3 0,-5 6 0,3-2 0,1 8 0,-1 3 0,2 3 0,6 5 0,0 0 0,0-7 0,0 5 0,0-5 0</inkml:trace>
  <inkml:trace contextRef="#ctx0" brushRef="#br0" timeOffset="34">27689 6052 8912,'0'-17'0,"0"0"0,0-1 0,0 1 0,0 0 0,0 6 0,0-1 0,0 8 0,0-1 0,0 10 0,0 7 0,0 13 0,0 9 0,0 0 0,0 14 0,0-6 0,0 2 0,0-6 0,2 10 0,1-8 0,3-2 0,0-1 0,0-5 0,-1-3 0,-1-6 0,-2-4 0,-2-2 0,0-7 0,2-5 0,2-10 0,2-9 0,-1-7 0,3-7 0,2-5 0,7 4 0,0 1 0,0 1 0,0-2 0,1 4 0,-1 8 0,2 6 0,2 1 0,2 3 0,0 1 0,-6 8 0,0 4 0,-5 3 0,-1 8 0,-7 2 0,2 2 0,-4 2 0,-2 8 0,-2-4 0,-4 1 0,-5 1 0,-5-8 0,-9 4 0,-1-8 0,-1 0 0,-13 8 0,17-12 0,-12 3 0,3-7 0,7-3 0,-7-6 0,5 0 0</inkml:trace>
  <inkml:trace contextRef="#ctx0" brushRef="#br0" timeOffset="35">28790 5897 8912,'6'-11'0,"0"-1"0,-1 9 0,-3-5 0,4 8 0,-4 8 0,4 5 0,-4 8 0,-2 6 0,1 13 0,3 2 0,2 2 0,-2 3 0,3-3 0,1 0 0,2-2 0,-6-2 0,9-5 0,-7-1 0,-3 1 0,-1-9 0,-2-8 0,-7-11 0,-3-7 0</inkml:trace>
  <inkml:trace contextRef="#ctx0" brushRef="#br0" timeOffset="36">28687 6207 8912,'-10'-8'0,"5"-3"0,-5 3 0,10-7 0,2 5 0,13 1 0,2-7 0,18 12 0,-3-5 0,7 1 0,8-5 0,-3 5 0,8-5 0,0 1 0,-8 1 0,3 0 0,-8-1 0,-7-1 0,-5-3 0,-10-3 0,0-4 0,-7 4 0,-2-6 0,-8 8 0,-6 0 0,0 0 0,-2 0 0,3-1 0,3 9 0,-14 1 0,15 16 0,-7 3 0,6 12 0,-4 6 0,4 3 0,-5 5 0,7 1 0,0 2 0,0 2 0,0-4 0,0 2 0,0-1 0,0-11 0,0 3 0,0-8 0,0-2 0,0-2 0,0-2 0,0-7 0,0-5 0,0-10 0,0-7 0,5-9 0,3-4 0,2 0 0,3 1 0,2 1 0,-3 6 0,-1 1 0,3 5 0,1-4 0,2 11 0,0-8 0,1 8 0,-1-1 0,0 3 0,2 2 0,4 0 0,-4 7 0,12-5 0,-8 6 0,-2 0 0,6-6 0,-3 5 0,5-7 0,-6 0 0,-4 0 0,-2-2 0,-1-3 0,-5-7 0,-3-5 0,-8-4 0,0-2 0,0 0 0,-2 6 0,-4 0 0,-5-1 0,-5 1 0,-1 8 0,0 3 0,0 4 0,7 2 0,-5 0 0,3 0 0,3 2 0,-1 4 0,3 5 0,-5 4 0,6 3 0,1-1 0,5 0 0,0 0 0,0-7 0,0-3 0,2-7 0,3 0 0,5-2 0,5-3 0,-1-7 0,-3-3 0,-1-2 0,1 0 0,2 5 0,-7 1 0,8 1 0,-3-1 0,-3 3 0,1 10 0,-3 4 0,-2 3 0,7 8 0,-1 3 0,3 1 0,-1 1 0,-1 9 0,6-12 0,3 6 0,1-4 0,1-4 0,3 4 0,-2-11 0,6-1 0,-4-3 0,-2-12 0,2-3 0,-2-8 0,7-8 0,-11-4 0,4-11 0,-6 2 0,-5-8 0,1 0 0,-7-7 0,0-3 0,1-1 0,-5-8 0,4 2 0,-6 4 0,-6 1 0,4 12 0,-3 6 0,-5 19 0,8 6 0,-5 26 0,7 12 0,0 16 0,0 10 0,1 9 0,5 5 0,-4-2 0,4 2 0,-2-6 0,-1 4 0,3-2 0,6 5 0,-7-7 0,9-6 0,-3-5 0,3-9 0,-3-3 0,4-2 0,-3-9 0,3-7 0,2-24 0,1-11 0</inkml:trace>
  <inkml:trace contextRef="#ctx0" brushRef="#br0" timeOffset="37">30064 5897 8912,'-18'0'0,"9"0"0,11 0 0,17 0 0,13 0 0,12-2 0,14-3 0,3 1 0,8-8 0,-8 1 0,-2-6 0,-9-1 0,-4 1 0,-4-8 0,-8-1 0</inkml:trace>
  <inkml:trace contextRef="#ctx0" brushRef="#br0" timeOffset="38">24849 8064 8912,'0'-18'0,"0"7"0,0-1 0,0-1 0,-2 5 0,-3 3 0,-7 3 0,3 2 0,-3 0 0,-1 0 0,-3 9 0,-1 10 0,2 14 0,4 11 0,-3 9 0,6 9 0,-1 6 0,5 13 0,0-1 0,8 2 0,8-2 0,11 4 0,3-23 0,9-3 0,1-20 0,4-15 0,-2-14 0,6-11 0,-2-13 0,-1-17 0,-7-14 0,0-12 0,1-5 0,-1-3 0,-9-3 0,-6 2 0,-5 4 0,-11-4 0,-4 12 0,-17-6 0,-8 1 0,-15 11 0,3 8 0,-8 13 0,0 3 0,-3 10 0,3 3 0,9 7 0,11 10 0,1 7 0,2 3 0,8 2 0,3 0 0,4 8 0,8 0 0,0 6 0,0-3 0,0-7 0,0 4 0,0-8 0</inkml:trace>
  <inkml:trace contextRef="#ctx0" brushRef="#br0" timeOffset="39">24574 8614 8912,'-8'15'0,"-1"-2"0,-1-1 0,3-8 0,7-4 0,15-10 0,10-9 0,13-4 0,14-6 0,1-3 0,8-2 0,-1-1 0,-3 1 0,0-1 0,1 1 0,-3 2 0,-9 3 0,-4 6 0,-9 12 0,-5 5 0,-3 4 0,-10 10 0,-3 3 0,-4-3 0,-16 7 0,-2-6 0</inkml:trace>
  <inkml:trace contextRef="#ctx0" brushRef="#br0" timeOffset="40">26157 7788 8912,'8'-9'0,"-8"3"0,-10 4 0,1 4 0,-1 4 0,1 5 0,-1 5 0,6 7 0,-2 0 0,5-1 0,1 3 0,0 4 0,0-2 0,0 1 0,0 3 0,0 1 0,0 3 0,0-7 0,0 1 0,0 2 0,0 1 0,0 1 0,0-3 0,0-1 0,0-8 0,-16-4 0,-3-9 0</inkml:trace>
  <inkml:trace contextRef="#ctx0" brushRef="#br0" timeOffset="41">25847 8201 8912,'-9'0'0,"1"-8"0,8-3 0,17-10 0,12-2 0,11-7 0,20-3 0,3-7 0,2 0-162,-2 5 1,2 1 161,-8 0-108,0-1 0,-5-7 1,0-2-1</inkml:trace>
  <inkml:trace contextRef="#ctx0" brushRef="#br0" timeOffset="42">26433 7651 8912,'-10'0'0,"-5"8"0,13-5 0,-4 9 0,4 1 0,2 3 0,0 3 0,0 4 0,0 5 0,0 12 0,0-1 0,2 4 0,4 0 0,-4 2 0,5-3 0,1 2 0,-6-7 0,4-3 0,1-7 0,-1-10 0,-2 0 0,-2-7 0,5-3 0,-3-14 0,8-7 0,1-7 0,-3-7 0,1-12 0,-7 3 0,5-5 0,-3 8 0,-2 1 0,8 5 0,-9 3 0,5 10 0,0 3 0,-5-1 0,9 7 0,1 2 0,-5 10 0,7 5 0,-3 12 0,-3-2 0,3 6 0,1-2 0,2-2 0,3-6 0,-1 0 0,0 0 0,0-1 0,0-5 0,6-3 0,0-8 0,0-2 0,2-4 0,-6-3 0,6-9 0,-8 1 0,1 0 0,-1-8 0,0 6 0,0-4 0,-7 4 0,-3 9 0,-7 5 0,0 10 0,0 5 0,0 2 0,0-1 0,0 2 0,0 3 0,6 1 0,0 0 0,7 0 0,-9 0 0,8 1 0,-1-1 0,6 0 0,0 0 0,-7-7 0,0 3 0,-5-7 0,-3 0 0,14-6 0,-7 0 0</inkml:trace>
  <inkml:trace contextRef="#ctx0" brushRef="#br0" timeOffset="43">26863 7754 8912,'-33'-17'0,"5"0"0,5 0 0,11-1 0,4 1 0,8 0 0,0 7 0,2-3 0,6 7 0,9 2 0,10 3 0,13 1 0,2-6 0,6 0 0,-2 2 0,0 2 0,5 2 0</inkml:trace>
  <inkml:trace contextRef="#ctx0" brushRef="#br0" timeOffset="44">27310 7823 8912,'6'11'0,"0"1"0,-1-1 0,-5-1 0,8 5 0,-6-5 0,6 7 0,-8-6 0,1-1 0,5-2 0,-4 5 0,4-2 0,-4-3 0,-2 7 0,0-13 0,0 6 0,0-16 0,0-3 0,0-5 0,0-3 0,0-4 0,0 4 0,0-4 0,6 4 0,-1 2 0,-1 0 0,6 0 0,-1 5 0,8 1 0,1 9 0,-1 2 0,0 0 0,0 15 0,0-3 0,1 3 0,-1 2 0,2 0 0,2 0 0,2 1 0,0-1 0,-6 0 0,0 0 0</inkml:trace>
  <inkml:trace contextRef="#ctx0" brushRef="#br0" timeOffset="45">27672 7479 8912,'-10'8'0,"0"1"0,7 10 0,-3 4 0,2 6 0,2 3 0,4 10 0,4 4 0,5 4 0,3 0 0,-3-5 0,4 3 0,-3-8 0,3-1 0,2-3 0,1-9 0,-1-6 0,0-8 0,0-5 0,0-8 0</inkml:trace>
  <inkml:trace contextRef="#ctx0" brushRef="#br0" timeOffset="46">27861 7582 8912,'0'-17'0,"0"0"0,0 0 0,-2-1 0,-4 1 0,2 8 0,-7 3 0,3 12 0,-9 5 0,4 8 0,-10 8 0,4 7 0,-4 5 0,0-3 0,2 2 0,2 2 0,1 0 0,7-5 0,1-1 0,3 0 0,1 1 0,8-6 0,4-1 0,9-9 0,8-2 0,7-7 0,-1-10 0,6-8 0,3-3 0,2-6 0,-2-6 0,-2-4 0,-1-2 0,-1 1 0,-7-1 0,-4-3 0,-4 3 0,-4 2 0,-3 4 0,-4 4 0,-3-6 0,1 8 0,-2 0 0,-10 0 0,2 0 0,-7-1 0,1 1 0,-3 2 0,1 3 0,9 5 0,-5 7 0,8 0 0,0 0 0,0 7 0,0 5 0,0 5 0,0 6 0,2 2 0,4 4 0,3 3 0,8-3 0,1 1 0,-1-1 0,6 1 0,0-7 0,5 0 0,-5-6 0,0 1 0,-6-1 0,-1 0 0,-5 0 0,-3 0 0,-8 1 0,-4-1 0,-7 0 0,-9 0 0,-14 0 0,-2 1 0,-4-1 0,3-2 0,-3-2 0,4-3 0,1-2 0,1-3 0,-1-5 0</inkml:trace>
  <inkml:trace contextRef="#ctx0" brushRef="#br0" timeOffset="47">29306 7479 8912,'-17'-8'0,"0"-3"0,0-4 0,9 5 0,8 4 0,10 4 0,13 2 0,5 0 0,5 2 0,1 4 0,-1-2 0,-3 7 0,-1 1 0,2-3 0,-5 9 0,1-3 0,-4 6 0,-8 0 0,3 6 0,-17-6 0,5 7 0,-4 3 0,-10 1 0,-5 3 0,-8 1 0,-8 4 0,-3-4 0,-3 5 0,1-13 0,5-3 0,3-8 0,1-1 0,4-5 0,2-5 0,9-12 0,2-11 0,8-18 0,0-9 0</inkml:trace>
  <inkml:trace contextRef="#ctx0" brushRef="#br0" timeOffset="48">29702 7307 8912,'0'-9'0,"-7"1"0,-3 16 0,-7 3 0,0 12 0,1 7 0,5 9 0,-3-1 0,9 8 0,1 2 0,2 1 0,2 1 0,2-4 0,4-6 0,3-6 0,8-5 0,1-6 0,-1-4 0,8-2 0,-4-7 0,5-5 0,-1-3 0,4-9 0,-6-5 0,0-3 0,-6-10 0,0-2 0</inkml:trace>
  <inkml:trace contextRef="#ctx0" brushRef="#br0" timeOffset="49">29995 7617 8912,'0'11'0,"0"0"0,0 1 0,0 5 0,5 0 0,1 1 0,0 1 0,2 4 0,-5-2 0,9 7 0,-8-7 0,9 4 0,-7-8 0,1 0 0,-1 1 0,6-3 0,3-4 0,-5-3 0,5-16 0,-6-1 0</inkml:trace>
  <inkml:trace contextRef="#ctx0" brushRef="#br0" timeOffset="50">30081 7221 8912,'-17'0'0,"-1"0"0,1 0 0,0 0 0,0 0 0,5 2 0,1 2 0,-3 2 0,7 7 0,-9-3 0,16 5 0,0-4 0,8-3 0,9-8 0,1-8 0,-1 4 0,-2-7 0,-4-2 0,5-3 0,-14-1 0,5 0 0,-9 7 0,-3 5 0,-5 3 0,-7 9 0,7 3 0,5 7 0,3 0 0,2 1 0,0-1 0</inkml:trace>
  <inkml:trace contextRef="#ctx0" brushRef="#br0" timeOffset="51">30786 7204 8912,'8'-10'0,"-6"3"0,7 7 0,-3 0 0,-4 0 0,6 2 0,-6 5 0,1 9 0,3 6 0,-2 5 0,4 2 0,-3 5 0,7 1 0,-6-1 0,5-5 0,-5-1 0,5-7 0,-3 0 0,2-7 0,3-9 0,-5-3 0,13-4 0,-4-5 0,2-10 0,0-8 0,-2-10 0,0 1 0,1-2 0,-1-2 0,0-3 0,0 3 0,0 10 0,-7 3 0,-4 8 0,-4-1 0,-2 1 0,0 11 0,0 12 0,5 4 0,1 13 0,0 3 0,0 1 0,1 6 0,3-5 0,-6 5 0,9-7 0,-5 7 0,1-4 0,-5 3 0,4-13 0,-8 6 0,0 0 0,-2-6 0,-4 4 0,-3-6 0,-9-5 0,-7-3 0,-3-3 0,-5-4 0,-1 3 0,-1-18 0,1-6 0</inkml:trace>
  <inkml:trace contextRef="#ctx0" brushRef="#br0" timeOffset="52">30752 6963 8912,'-27'-17'0,"4"0"0,4 2 0,2 3 0,7-3 0,3 13 0,14-11 0,5 7 0,11 0 0,5 6 0,13 0 0,4 0 0,-1 6 0,2 0 0,-7 7 0,10-4 0,-5 9 0</inkml:trace>
  <inkml:trace contextRef="#ctx0" brushRef="#br0" timeOffset="53">31595 6998 8912,'-9'0'0,"1"0"0,2 2 0,0 3 0,1 5 0,5 7 0,0 0 0,2 2 0,3 4 0,-1 2 0,8 6 0,1-3 0,-3-7 0,1 2 0,1-4 0,5-1 0,0-3 0,0-4 0,0-3 0,1-8 0,-1 0 0,0 0 0,0-8 0,-1-7 0,-3-10 0,-2-2 0,-1 6 0,1-2 0,3-1 0,-8 1 0,7 0 0,-11 6 0,5 7 0,-7 2 0,0 16 0,0 3 0,0 7 0,0 5 0,0-4 0,0 4 0,0-4 0,0-2 0,0 0 0,0 0 0,0 1 0,0-1 0,0-8 0,0-1 0,8-23 0,2 1 0,7-14 0,0-3 0,2 4 0,4-1 0,-4 1 0,4-2 0,-2 4 0,2 8 0,-4 0 0,4 0 0,-4 7 0,-1 5 0,-1 3 0,-6 9 0,1 5 0,1 3 0,-5 10 0,-1 0 0,-7 3 0,6 3 0,0-6 0,-2 1 0,-2-3 0,-2 6 0,0-8 0,-2-2 0,-2-7 0,-2 1 0,-7-5 0,3-1 0,-7-22 0,0-4 0</inkml:trace>
  <inkml:trace contextRef="#ctx0" brushRef="#br0" timeOffset="54">31681 6516 8912,'-23'0'0,"0"0"0,0 0 0,6 2 0,0 4 0,7-4 0,-3 7 0,7-3 0,2 5 0,10-3 0,6-2 0,3-4 0,2-4 0,0-2 0,1-2 0,-1-7 0,-6 9 0,1-7 0,-8 7 0,-4-4 0,-12 8 0,-9 8 0,-2 3 0,-9 5 0,-3 1 0,1 8 0,-8 1 0</inkml:trace>
  <inkml:trace contextRef="#ctx0" brushRef="#br0" timeOffset="55">26088 9938 8912,'-7'-18'0,"-5"3"0,-3 0 0,-2 0 0,0-5 0,-1 1 0,1-5 0,0 1 0,0 4 0,-1 3 0,1 5 0,0 7 0,0-2 0,0 4 0,-1 18 0,1 7 0,2 9 0,3 8 0,-1-2 0,7 8 0,3 2 0,1 2 0,2 1 0,0-7 0,2-4 0,3-3 0,7-3 0,3-4 0,2-7 0,8-2 0,2-15 0,0-2 0,5-10 0,-5-5 0,7-12 0,1-4 0,-1-7 0,-7-6 0,-6-2 0,-8-2 0,3-2 0,-7-6 0</inkml:trace>
  <inkml:trace contextRef="#ctx0" brushRef="#br0" timeOffset="56">26157 9577 8912,'0'-18'0,"0"-5"0,0 1 0,0 6 0,0 9 0,0 14 0,0 12 0,2 18 0,4 12 0,1 5 0,5 9 0,3 0 0,-3 6 0,3-1 0,2-6 0,0 3 0,3-8 0,3-2 0,-4-9 0,11-13 0,-5-16 0,2-10 0,-4-9 0,5-9 0,1-16 0,6-17 0</inkml:trace>
  <inkml:trace contextRef="#ctx0" brushRef="#br0" timeOffset="57">26553 9783 8912,'-17'0'0,"0"0"0,-1 0 0,1 2 0,0 4 0,5 3 0,1 8 0,7 8 0,-9-4 0,7 8 0,0-1 0,6 7 0,0-3 0,0-3 0,6 2 0,2-10 0,1-6 0,3 2 0,-1-15 0,1 4 0,1-4 0,2-2 0,-3-4 0,-3-6 0,-1-7 0,5-4 0,-9-4 0,6-2 0,-3 1 0,-1-7 0,-6 5 0,0 3 0,0 2 0,0-4 0,0 12 0,0-8 0,0 15 0,0-15 0,0 29 0,0 4 0,8 11 0,3 5 0,5-1 0,1 4 0,0-6 0,0 0 0,2-6 0,2 0 0,4-2 0,0-3 0,0-7 0,6-3 0,-7-4 0,5-3 0,-2-7 0,-6-11 0,2-5 0,-8-5 0,-1-1 0,-9-1 0,3 1 0,-4-2 0,1-4 0,1 3 0,-12-5 0,1 8 0,-7 7 0,5 6 0,-3 8 0,6 5 0,-3 12 0,7 7 0,0 9 0,1 20 0,5 2 0,6 2 0,3-6 0,2 12 0,0-8 0,1-2 0,-1-6 0,6-5 0,0-1 0,-2-5 0,-2-4 0,-2-3 0,0-5 0,-7-3 0,-4-6 0,-12 3 0,-4-3 0,-7 4 0,-8-2 0,-3 0 0,-5 1 0,-1 9 0,-1-12 0,1 3 0,5-3 0,0-2 0,6 0 0,-5 0 0,7-7 0,-4-3 0</inkml:trace>
  <inkml:trace contextRef="#ctx0" brushRef="#br0" timeOffset="58">27379 9405 8912,'17'-8'0,"0"-3"0,-7-5 0,-4-1 0,-4 6 0,-2-1 0,0 8 0,-2-3 0,-4 7 0,2 2 0,-5 3 0,-1 9 0,0 7 0,7 5 0,-3 9 0,-2-1 0,3 1 0,-1-1 0,6-5 0,0-1 0,2-1 0,3 2 0,-1 1 0,8-7 0,1-2 0,10-9 0,-2 3 0,6-5 0,-2-1 0,3 4 0,-5-7 0,-2 8 0,-7-3 0,-3 4 0,-7 2 0,2 1 0,-14 1 0,-9 4 0,-4-2 0,-12 5 0,-3-1 0,-2 0 0,3-2 0,-5-6 0,0 0 0,0 1 0,7-16 0,5 3 0,-5-3 0,6-2 0</inkml:trace>
  <inkml:trace contextRef="#ctx0" brushRef="#br0" timeOffset="59">28704 9216 8912,'-2'9'0,"-4"-3"0,5-4 0,-7-2 0,8 0 0,0-2 0,0-4 0,0-3 0,0-9 0,0 1 0,0 8 0,0-7 0,-2 9 0,-4-5 0,4 3 0,-5 5 0,-1-2 0,6 0 0,-13 1 0,3-1 0,-3 0 0,-2 6 0,0 2 0,-1 4 0,-1 5 0,-2 12 0,-4 6 0,-1 3 0,5 10 0,-2-2 0,9 10 0,3 4 0,7 1 0,-2-3 0,12-8 0,9-4 0,8-12 0,14-3 0,-1-10 0,6-3 0,-4-4 0,4-16 0,-7-4 0,-1-3 0,0-4 0,-1-2 0,-4-2 0,-6 2 0,-12 2 0,2 8 0,-7-1 0,0 8 0,-6-3 0,-2 7 0,-4 0 0,-1 2 0,-7 1 0,3 3 0,7 7 0,-11-11 0,5 6 0</inkml:trace>
  <inkml:trace contextRef="#ctx0" brushRef="#br0" timeOffset="60">11134 10780 8912,'8'10'0,"-6"-3"0,13-7 0,-13 0 0,5 0 0,-7 0 0,0 0 0,0-7 0,0 5 0,0-6 0,0 8 0,0 0 0,0-8 0,0 7 0,0-7 0,0 6 0,0-4 0,0 4 0,0-7 0,0 3 0,0 4 0,0-5 0,-1 5 0,-5-4 0,2 4 0,-8-4 0,7 2 0,-7-1 0,7 3 0,-7-4 0,-1 2 0,-8 0 0,-4-1 0,-2 1 0,6-6 0,-17 8 0,1-5 0,-5-1 0,-4 6 0,-13-7 0,-4 5 0,-4-2 0,-2 0 0,0 6 0,1 0 0,-1 0 0,0 0 0,6 0 0,0 0 0,2 0 0,-2 0 0,3 0 0,7 0 0,-5 0 0,11 0 0,-3 0 0,6 0 0,-4 0 0,2 0 0,-4 6 0,1 0 0,1-2 0,0-1 0,-5 3 0,-1-4 0,-9 4 0,7-4 0,-1-2 0,6 0 0,5 0 0,-4 0 0,4 0 0,12 0 0,-5-6 0,16 0 0,-5 1 0,5 5 0,0-8 0,13 6 0,3-6 0,7 8 0,0 0 0,7 0 0,-5 0 0,6 2 0,-8 4 0,0 5 0,0 5 0,0 1 0,0 0 0</inkml:trace>
  <inkml:trace contextRef="#ctx0" brushRef="#br0" timeOffset="61">8880 10402 8912,'9'-8'0,"-3"-3"0,-4-5 0,-2-1 0,6 0 0,-1 0 0,-1 0 0,-2-1 0,-2 1 0,0 0 0,0 0 0,0 0 0,0 7 0,-8 3 0,-1 7 0,-10 1 0,-2 7 0,-2 9 0,0 8 0,0 17 0,0 4 0,-8 6 0,5 3 0,-1 2 0,-4 6 0,8-5 0,0 7 0,14-14 0,3 1 0,4-8 0,2-10 0,15-1 0,8-5 0,18-11 0,10-11 0,14-4 0,12-4 0,1-4-555,10-3 1,0-16-1,6-2 1</inkml:trace>
  <inkml:trace contextRef="#ctx0" brushRef="#br0" timeOffset="62">4078 9903 8912,'-24'-5'0,"-3"-1"0,0 0 0,2 0 0,2 1 0,-2 1 0,-1 2 0,-5 2 0,6 2 0,2 4 0,4 5 0,2 4 0,0 2 0,1 1 0,3-1 0,2 0 0,7 2 0,-4 2 0,0 2 0,7 0 0,-5-6 0,4 0 0,8 1 0,1-1 0,3 0 0,3 0 0,2 0 0,3-5 0,-1-1 0,6 1 0,0 5 0,2-6 0,-4-1 0,2-2 0,0-1 0,-6-1 0,0-2 0,0 7 0,-7-7 0,3 6 0,-7-5 0,0 5 0,-14 7 0,-3 0 0,-7 0 0,-5 1 0,-3-1 0,-9-2 0,1-3 0,-1 3 0,1-4 0,1-3 0,5-2 0,3-4 0,8-18 0,-1-3 0</inkml:trace>
  <inkml:trace contextRef="#ctx0" brushRef="#br0" timeOffset="63">4233 10006 8912,'-7'-17'0,"5"8"0,-6 1 0,8 8 0,0 8 0,0 3 0,8 10 0,3 2 0,-1 0 0,1-6 0,3 0 0,-1 1 0,-1-1 0,3-2 0,-4-3 0,5 3 0,-5-11 0,1 5 0,1-1 0,2-2 0,2-6 0,-5-2 0,-1-4 0,3-6 0,-7-3 0,1-2 0,-8 0 0,0 0 0,0-1 0,0 7 0,0-1 0,0 1 0,0 1 0,0 3 0,0 7 0,2 2 0,4 3 0,5 7 0,4 3 0,3 2 0,-1-7 0,0-4 0,0 1 0,1-1 0,-1 0 0,0-6 0,0 0 0,-5 0 0,-1-2 0,2-4 0,1-3 0,-3-9 0,5 1 0,-14-2 0,3-4 0,-1 4 0,2-4 0,-4 4 0,5 2 0,-9 7 0,-3 5 0,3 5 0,-4 5 0,4 5 0,2 7 0,0 8 0,0-4 0,0 6 0,0-3 0,0-1 0,6-5 0,0-1 0,-3 0 0,-1 0 0,-2 0 0,6-5 0,0-1 0,0-7 0,-6 4 0,0-10 0,0-4 0,0-3 0,0-9 0,0 1 0,0 0 0,0-2 0,0-4 0,0 4 0,0-4 0,0 4 0,0 2 0,7-1 0,-3 7 0,8-1 0,-1 9 0,6-5 0,0 8 0,1 0 0,-7 2 0,1 4 0,-3-3 0,3 9 0,-3-6 0,-3 5 0,-4-7 0,7 9 0,-3-7 0,-4 0 0,13-6 0,-13 0 0,14-2 0,-5-4 0,2-5 0,-1-5 0,3-1 0,-3 0 0,-5 0 0,9 0 0,-5-1 0,-1 7 0,1 0 0,1 7 0,5-2 0,-6 4 0,1 2 0,-7 8 0,7 3 0,-8 4 0,1 3 0,5-1 0,-2 0 0,5 0 0,-1-2 0,-1-1 0,-1-3 0,5-7 0,-6 11 0,9-5 0</inkml:trace>
  <inkml:trace contextRef="#ctx0" brushRef="#br0" timeOffset="64">5644 9817 8912,'-26'8'0,"-1"0"0,4 3 0,4 4 0,-4-3 0,4 9 0,3 4 0,3-1 0,2 1 0,7-2 0,-4 0 0,8 0 0,8 0 0,3-6 0,6-5 0,5-3 0,0-1 0,1-2 0,-5-6 0,-1-2 0,0-4 0,0-4 0,0-7 0,-5-2 0,-1-4 0,-7 4 0,2-4 0,2-2 0,-3 2 0,1-5 0,-6 5 0,-2 2 0,-4 9 0,5-3 0,-15 7 0,5-3 0,-5 3 0,-1 8 0,8 0 0,1 8 0,8 1 0</inkml:trace>
  <inkml:trace contextRef="#ctx0" brushRef="#br0" timeOffset="65">5885 9783 8912,'0'-12'0,"0"1"0,0 5 0,0-5 0,0 7 0,0-4 0,0 8 0,0 0 0,0 8 0,0 3 0,0 5 0,0 1 0,6 0 0,0 0 0,0 0 0,-5 1 0,5-1 0,-4 0 0,8-2 0,-6-1 0,1-3 0,1-7 0,-6 4 0,2-16 0,2-3 0,1-5 0,1-1 0,2 0 0,1 0 0,1-1 0,5 1 0,-7 6 0,3-1 0,5 3 0,-5-3 0,4-1 0,3 7 0,-1 1 0,0 5 0,0 0 0,0 0 0,1 0 0,-7 0 0,-1 1 0,-3 5 0,-1-4 0,2 6 0,-6-8 0,7-2 0,-3-4 0,-4 4 0,7-13 0,-3 3 0,-4-3 0,6 6 0,-10-5 0,-4 8 0,-3 1 0,-9 5 0,9 0 0,-7 2 0,5 3 0,-2-1 0,1 8 0,-3-1 0,3 6 0,5 1 0,-1-1 0,0 0 0,7 0 0,-7 2 0,8 2 0,0 2 0,0-6 0,0-5 0,2-1 0,4 6 0,3-7 0,10-4 0,2-4 0,2-2 0,0 0 0,2-2 0,2-4 0,0-5 0,5-5 0,-13-7 0,4 0 0,-4-1 0,-2 1 0,1 4 0,-3-4 0,-4 4 0,-1 7 0,-4 1 0,-4-1 0,5 3 0,-7 1 0,0 10 0,0 4 0,0 5 0,0 10 0,0 2 0,0 8 0,8-5 0,1 7 0,3-3 0,-1-1 0,7-8 0,5 4 0,-2 0 0,5-6 0,-7 6 0,6-8 0</inkml:trace>
  <inkml:trace contextRef="#ctx0" brushRef="#br0" timeOffset="66">4922 10574 8912,'-6'-17'0,"0"-1"0,0 1 0,1 0 0,-3 0 0,0 0 0,1-1 0,-1 9 0,2 3 0,-5 4 0,-4 2 0,-4 4 0,-3 6 0,0 7 0,-7 11 0,4 1 0,-2 4 0,8 1 0,0 0 0,8-1 0,3-5 0,2 5 0,6-14 0,2 4 0,4-4 0,3-4 0,10-3 0,4-5 0,6 1 0,4-6 0,1 6 0,2-8 0,4 0 0,-3 0 0,3 0 0,-9-2 0,-3-4 0,-7 4 0,4-6 0,-8 8 0,-7 0 0,-6 2 0,-16 4 0,-1 4 0,-16 7 0,-5 0 0,-8 0 0,-2 0 0,5 1 0,-3-1 0,8-2 0,0-3 0,-1-5 0,1-7 0</inkml:trace>
  <inkml:trace contextRef="#ctx0" brushRef="#br0" timeOffset="67">5145 10574 8912,'-17'0'0,"0"0"0,0 0 0,0 0 0,-1 0 0,1 0 0,0 0 0,5 2 0,1 3 0,7 5 0,-2 7 0,5 0 0,1 1 0,1-1 0,5 0 0,-4 0 0,13-5 0,-3-3 0,3-1 0,2-2 0,1-6 0,-1 0 0,0 0 0,0 0 0,0-2 0,-1-4 0,-5-6 0,4-3 0,-5-2 0,7 0 0,-7 0 0,3 5 0,-7 1 0,7 7 0,-11-11 0,14 13 0,-13-12 0,9 9 0,-8-1 0,5 6 0,-3 0 0,5 0 0,-3 0 0,7 0 0,-3 0 0,3 0 0,2 0 0,1-2 0,-1-4 0,0 4 0,0-7 0,0 3 0,-7 4 0,5-6 0,-11 8 0,8 0 0,-9 0 0,5 0 0,-8 2 0,0 4 0,6 4 0,-1 7 0,1-6 0,-6 1 0,0 1 0,0 2 0,0 3 0,0-1 0,0-8 0,0 7 0,0-5 0,0-3 0,0-1 0,0-7 0,0 0 0,2-7 0,2-5 0,2-3 0,7 5 0,-9-5 0,7 6 0,3-1 0,-5 0 0,3 5 0,-8 3 0,11-6 0,-6 8 0,9 0 0,-1 0 0,-6 0 0,1 0 0,1 0 0,2 0 0,3 0 0,-9-7 0,7 5 0,-5-4 0,4-4 0,-3 7 0,-1-7 0,3 2 0,-5-3 0,3 5 0,-7-7 0,7 3 0,1 1 0,-5-7 0,-2 5 0,1 1 0,-1-1 0,2 5 0,-3-5 0,-3 7 0,6-4 0,-8 8 0,8 0 0,-6 2 0,3 4 0,3 3 0,0 9 0,1-1 0,-5 0 0,11 8 0,-3 3 0,3 5 0,2 1 0,0 1 0,1-1 0,-3 1 0,-4-1 0,3 0 0,-8 1 0,-3-1 0,-1 0 0,-2-7 0,0-4 0,0-4 0,0-9 0,-7-3 0,-3-14 0,-7-3 0</inkml:trace>
  <inkml:trace contextRef="#ctx0" brushRef="#br0" timeOffset="68">5971 10385 8912,'18'0'0,"-1"0"0,-4 0 0,3 0 0,3 0 0,2 0 0,2 0 0,0 0 0,7 0 0,-3 0 0,2 0 0,-3 0 0,-1 0 0,-2 0 0,-6 2 0,-1 3 0,-5 7 0,-3 3 0,-10 8 0,-4 0 0,-3 7 0,-9-1 0,1-2 0,-2 0 0,-4-3 0,4-1 0,-6-5 0,8-1 0</inkml:trace>
  <inkml:trace contextRef="#ctx0" brushRef="#br0" timeOffset="69">6522 10144 8912,'0'17'0,"0"-7"0,0 5 0,0-5 0,-6 7 0,1 0 0,-1 0 0,6 0 0,0 6 0,0 0 0,0 6 0,0-6 0,2 7 0,4-1 0,-3-4 0,9-2 0,-3 2 0,3-3 0,3 1 0,-3-5 0,3-7 0,2-1 0,0-3 0,1-1 0,-1-6 0,0-2 0,0-4 0,0-3 0,-1-8 0,-3-1 0,-1-1 0,1-4 0,-5 4 0,-3-4 0,-1 6 0,2 6 0,-4-5 0,5 7 0,-7-1 0,0 5 0,0 10 0,0 5 0,0 7 0,0 0 0,0 0 0,6 6 0,2 2 0,1 2 0,-5 2 0,11-1 0,-3-1 0,3-2 0,2 5 0,-7-9 0,-4 8 0,1-8 0,-1 2 0,-2 4 0,-10-1 0,-5 3 0,-5 0 0,-8-8 0,-11 11 0,-9-5 0</inkml:trace>
  <inkml:trace contextRef="#ctx0" brushRef="#br0" timeOffset="70">12907 10986 8912,'11'0'0,"0"0"0,-7 0 0,4-1 0,-8-5 0,0 4 0,0-6 0,0 8 0,0 0 0,0 8 0,0 1 0,0 9 0,0-1 0,0 0 0,0 0 0,0 0 0,0 1 0,6 1 0,1 4 0,3 5 0,1-3 0,8 11 0,4-5 0,6 0 0,4 1 0,1 0 0,0 3 0,3-3 0,3-3 0,-2-4 0,8-8 0,6 0 0,5 0 0,8-5 0,-4-3 0,0-1 0,6-2 0,-7-6 0,5 0 0,-2 0 0,-8 0 0,1-2 0,-9-2 0,-6-2 0,-5-7 0,2 5 0,-3-3 0,-5-3 0,-13 9 0,1-1 0,-1 6 0,-6 0 0,1 0 0,-8 0 0,3 0 0,-7 0 0,0 0 0,-7 0 0,5 0 0,-6 0 0,8 0 0,0 0 0,0-8 0,0-1 0</inkml:trace>
  <inkml:trace contextRef="#ctx0" brushRef="#br0" timeOffset="71">14266 11090 8912,'10'0'0,"-3"-8"0,-7 6 0,0-8 0,0 5 0,8 3 0,1-6 0,9 10 0,1 4 0,2 5 0,2 5 0,7 1 0,-3 8 0,7 3 0,1 5 0,-1 1 0,1 1 0,-3-1 0,-3 0 0,-4 1 0,-8-1 0,0 0 0,-7-5 0,-4 0 0,-5-6 0,-2 3 0,-5-1 0,-4 6 0,-7-6 0,0 3 0,0-5 0,-8 4 0,-2 0 0</inkml:trace>
  <inkml:trace contextRef="#ctx0" brushRef="#br0" timeOffset="72">15488 11262 8912,'9'-12'0,"-1"1"0,-2-3 0,-1-3 0,1-2 0,2 2 0,-6-4 0,4 9 0,-5-3 0,-2 4 0,-5-1 0,2 8 0,-8-2 0,-1 5 0,-2 1 0,-2 0 0,-1 7 0,-1 7 0,-2 5 0,-2 4 0,0 5 0,6-5 0,0 8 0,2-4 0,3-1 0,-1 5 0,7-6 0,2-1 0,2 1 0,10-2 0,2-6 0,7 1 0,6-3 0,2-2 0,1-1 0,5-7 0,5 5 0,1 0 0,-5-1 0,-9-5 0,8 9 0,-8-7 0,-2 7 0,-10-1 0,-5 3 0,-12 2 0,-5 2 0,-12 4 0,-2-3 0,-4 2 0,-3 3 0,3-2 0,-4 0 0,7-11 0,3-3 0,4-1 0,3-6 0,5-6 0,3-6 0,0-15 0,-1-1 0</inkml:trace>
  <inkml:trace contextRef="#ctx0" brushRef="#br0" timeOffset="73">15712 11416 8912,'-18'0'0,"9"0"0,-1 0 0,4 0 0,5 0 0,-7 8 0,8-4 0,0 7 0,8-1 0,3 3 0,4-1 0,4 1 0,4 2 0,-4-5 0,12 5 0,-8-3 0,6-5 0,-6-1 0,2 2 0,-4-3 0,1-1 0,1-2 0,0-4 0,0-2 0,-2-1 0,-9-9 0,1 5 0,-5-9 0,1 1 0,-5 0 0,2 0 0,-4 0 0,-2-1 0,0 7 0,0 0 0,-8 7 0,6-2 0,-3 12 0,3 3 0,2 8 0,2 1 0,3-1 0,-1-2 0,8-2 0,1-1 0,2-8 0,3 1 0,4-3 0,1-2 0,0 0 0,-5 0 0,-1-2 0,0-3 0,0-5 0,-5-7 0,-1 0 0,-7 0 0,2-1 0,-4 1 0,-2 0 0,0 8 0,0 1 0,0 23 0,0-7 0,0 15 0,0-8 0,0 10 0,0-8 0,0 0 0,0 0 0,0 1 0,0-1 0,0 0 0,0-7 0,0-1 0,0-3 0,0-4 0,0 5 0,2-14 0,1-5 0,5-3 0,2-2 0,-1 0 0,3-1 0,3-5 0,-6 1 0,3 1 0,-1 1 0,1 11 0,-1-4 0,1 7 0,-1 0 0,6 8 0,1 4 0,-9 3 0,-1 8 0,-8 1 0,6-1 0,-1 0 0,-1 0 0,-2 0 0,-2 1 0,0-9 0,0 6 0,0-3 0,0-4 0,0-1 0,0-7 0,6-7 0,2-5 0,1-3 0,3-10 0,-1 6 0,0-4 0,3 4 0,-5 2 0,3-1 0,1 3 0,3 4 0,1-5 0,0 15 0,0-5 0,0 4 0,1 10 0,-3 3 0,-4 4 0,5 2 0,-5 1 0,4-1 0,-1 0 0,-1 0 0,1 0 0,12 1 0,-6-1 0</inkml:trace>
  <inkml:trace contextRef="#ctx0" brushRef="#br0" timeOffset="74">17329 11313 8912,'-17'-15'0,"0"1"0,0 3 0,5 7 0,1-2 0,-3 5 0,5 10 0,-3 8 0,8 2 0,-1 10 0,3 0 0,2 5 0,0 0 0,0 1 0,0-7 0,0 1 0,0-8 0,5 4 0,5-8 0,5 0 0,-1-7 0,9-4 0,-4-4 0,-2-2 0,2-2 0,4-4 0,-4-11 0,4-4 0,-11-8 0,1 6 0,-7-6 0,-3-1 0,-1 5 0,-2-5 0,-2 7 0,-3 2 0,-7 1 0,-11 3 0,4 6 0,-4-1 0,4 9 0,0-1 0,-2 6 0,-2 3 0,8 9 0,-1-5 0,7 8 0</inkml:trace>
  <inkml:trace contextRef="#ctx0" brushRef="#br0" timeOffset="75">17604 11296 8912,'0'-12'0,"0"1"0,0 7 0,0-3 0,0 16 0,0 8 0,0 2 0,0 10 0,0 2 0,0-5 0,0 3 0,2 0 0,4-3 0,-4 7 0,8-14 0,-5 4 0,-3-4 0,4-2 0,2-5 0,-3-1 0,9-7 0,-5 2 0,9-12 0,-1-6 0,0-5 0,0-6 0,0-3 0,1-9 0,-1 1 0,-2-1 0,-2 1 0,-1 0 0,-3 7 0,3 4 0,-4 4 0,-8 2 0,7 7 0,-3 3 0,8 7 0,-9 0 0,7 7 0,-4 5 0,5 3 0,-3 2 0,7-5 0,-3-1 0,3 2 0,8-5 0,2-2 0,1-4 0,5-2 0,-6 0 0,7 0 0,-3 0 0,-4-8 0,-2-3 0,2-5 0,-2-1 0,-2 0 0,-2 0 0,-8 0 0,1-1 0,-8 1 0,3 0 0,-9 2 0,-3 1 0,-7 5 0,-3 1 0,-2 2 0,-1 6 0,1 0 0,0 0 0,0 10 0,1 5 0,3 8 0,2 4 0,1 2 0,-1 5 0,3 0 0,8 1 0,0-1 0,0 0 0,0 1 0,8-8 0,3-5 0,10-2 0,2-3 0,8-8 0,-3-3 0,5-4 0,1-4 0,1-4 0,-1-9 0,0-8 0,-5-7 0,-2 3 0,-2-2 0,-4 1 0,-8-1 0,-1-6 0,-1 1 0,-1 5 0,-5 3 0,-3 1 0,0 2 0,4 6 0,-4 7 0,6 3 0,-8 8 0,0 7 0,0 7 0,0 6 0,0 10 0,0-6 0,0 7 0,0 3 0,1-11 0,5 11 0,-2-6 0,8-1 0,-9 5 0,3-5 0,-4-3 0,-2-2 0,0 2 0,0-2 0,-4-2 0,-7-2 0,-1-2 0,-20-7 0,5-3 0</inkml:trace>
  <inkml:trace contextRef="#ctx0" brushRef="#br0" timeOffset="76">19549 11055 8912,'-17'0'0,"0"8"0,2 1 0</inkml:trace>
  <inkml:trace contextRef="#ctx0" brushRef="#br1" timeOffset="77">19670 11124 8912,'-10'-17'0,"0"5"0,7 1 0,-3-3 0,2-1 0,-4 4 0,1 1 0,-3 3 0,-3 3 0,-4 2 0,-6 2 0,-4 2 0,-8 5 0,1 11 0,-6 6 0,2 11 0,3 1 0,5 4 0,10-2 0,1 6 0,8-2 0,3-3 0,4-3 0,3-2 0,1 1 0,7-7 0,5 1 0,3-8 0,10-4 0,3-11 0,5-4 0,9-2 0,4-2 0,2-4 0,-2-5 0,3-5 0,-5-8 0,8-3 0</inkml:trace>
  <inkml:trace contextRef="#ctx0" brushRef="#br1" timeOffset="78">19790 11124 8912,'-2'-15'0,"-4"3"0,4-3 0,-5 11 0,7-7 0,0 7 0,0-4 0,0 12 0,0 7 0,0 12 0,0 8 0,0 5 0,0 4 0,0 4 0,0 8 0,0-1 0,0 1 0,2-6 0,5-2 0,9-4 0,5-8 0,2 3 0,1-16 0,3 6 0</inkml:trace>
  <inkml:trace contextRef="#ctx0" brushRef="#br1" timeOffset="79">20186 11296 8912,'-17'-10'0,"-3"-3"0,-1 7 0,-2 2 0,1 3 0,4 1 0,1 1 0,0 5 0,0 4 0,-1 7 0,9 6 0,3 0 0,4 0 0,2-4 0,0 2 0,0 2 0,0 0 0,0-6 0,0 0 0,8-7 0,0-1 0,5-5 0,-2 2 0,1-1 0,5-7 0,0-1 0,1-3 0,-9-7 0,6 3 0,-5-7 0,-1 0 0,7-1 0,-14 1 0,5 2 0,1 4 0,-6-5 0,6 12 0,-8-7 0,0 7 0,1-4 0,5 8 0,-4 8 0,4 4 0,3-5 0,-5 9 0,8-5 0,1 4 0,2 2 0,5-5 0,1-3 0,1-1 0,1-2 0,0-6 0,0 0 0,6-2 0,-6-4 0,0-3 0,-6-9 0,0 1 0,1 0 0,-7 0 0,-1-2 0,-3-4 0,-1 4 0,-6-6 0,0 8 0,0 0 0,-2 7 0,-4 4 0,4 4 0,-5 2 0,9 8 0,3 3 0,-1 5 0,8 1 0,-1 0 0,4 0 0,-1 2 0,-3 4 0,1-4 0,-1 6 0,-1-8 0,-3 1 0,-1-1 0,-6 0 0,0 0 0,0 0 0,0 1 0,-7-3 0,-5-4 0,-3-5 0,5-4 0,-5-2 0,13 0 0,-13-15 0,5-4 0</inkml:trace>
  <inkml:trace contextRef="#ctx0" brushRef="#br1" timeOffset="80">20909 11107 8912,'0'-17'0,"0"7"0,0-5 0,0 5 0,-8 1 0,4 3 0,-7 12 0,5 3 0,-6 8 0,9 6 0,-3 2 0,4 2 0,2-6 0,0 9 0,0-7 0,0-2 0,0 6 0,6-8 0,1 4 0,3-4 0,-1-2 0,3 1 0,3-3 0,-3-4 0,-5 5 0,9-7 0,-5 8 0,-3-7 0,-1 5 0,-7-3 0,-7-5 0,-5 3 0,-9-6 0,-2 1 0,0 1 0,6-6 0,0 0 0,0 0 0,-1 0 0,1 0 0</inkml:trace>
  <inkml:trace contextRef="#ctx0" brushRef="#br1" timeOffset="81">21167 11262 8912,'-10'0'0,"-5"0"0,13 0 0,-6 0 0,8 0 0,8 0 0,1 0 0,9-2 0,1-4 0,2-4 0,2 1 0,7-7 0,-11 7 0,4-8 0,-3 0 0,-3-1 0,-6 7 0,1-1 0,-8 1 0,1-4 0,-10 3 0,-5 5 0,-7 7 0,0 1 0,-1 5 0,1 6 0,-8 11 0,6-2 0,-4 7 0,4 3 0,4-4 0,3 1 0,3-1 0,3 2 0,4 1 0,-4-7 0,6-2 0,6-2 0,4-2 0,9-7 0,4-4 0,5-4 0,-3-2 0,8-4 0,-5-8 0,5 1 0,1-14 0,1 0 0,-1-2 0,-5-1 0,0-1 0,-8 2 0,3-1 0,1 5 0,-11 0 0,1 4 0,-4 5 0,-1 5 0,-6 3 0,4 8 0,-8 4 0,0 3 0,-2 14 0,-4 2 0,-6 2 0,5 2 0,-3 3 0,4-3 0,5 3 0,-7-5 0,2 2 0,-1-3 0,-3-1 0,-2-2 0,-5-4 0,0 4 0,-8-4 0,-2 4 0,1-4 0,-7-4 0,4-3 0,-3-4 0,-10-1 0,-2 3 0</inkml:trace>
  <inkml:trace contextRef="#ctx0" brushRef="#br0" timeOffset="82">3769 13393 8912,'-16'-17'0,"3"2"0,2 2 0,-3 1 0,-1 8 0,-2 1 0,-2 6 0,-2 9 0,-4 3 0,-2 2 0,0 8 0,-3 6 0,1 7 0,8-2 0,-2 4 0,4-3 0,2-1 0,-1 4 0,7 2 0,-1 4 0,9-2 0,-3-6 0,4 4 0,2 2 0,0-2 0,2 0 0,4-9 0,5-7 0,12-3 0,11-13 0,3-10 0,5-10 0</inkml:trace>
  <inkml:trace contextRef="#ctx0" brushRef="#br0" timeOffset="83">4113 13548 8912,'-40'6'0,"0"2"0,1 1 0,3 4 0,3 3 0,5 1 0,9 6 0,7 0 0,8 5 0,-1-3 0,3 0 0,2 0 0,2-2 0,3-6 0,5 0 0,5-5 0,-3-1 0,3-1 0,-4 1 0,5-3 0,1-8 0,0 0 0,0 0 0,3-10 0,2-7 0,-2-2 0,3-10 0,-4 1 0,-2-7 0,-2-1 0,-3-4 0,1 2 0,-7-8 0,1 6 0,-1-6 0,-4 8 0,6-6 0,-10 7 0,-4 3 0,2-2 0,-7 13 0,7 8 0,-9 3 0,7 12 0,0 12 0,6 16 0,0 12 0,2 4 0,4 8 0,5-1 0,4 1 0,3 0 0,-1-3 0,0-3 0,6-4 0,2-7 0,2-3 0,3-3 0,1-6 0,-2-12 0,3-3 0,-5-24 0,7-3 0</inkml:trace>
  <inkml:trace contextRef="#ctx0" brushRef="#br0" timeOffset="84">4543 13411 8912,'-9'-8'0,"1"6"0,8-6 0,0 1 0,8-3 0,9-1 0,13-1 0,7-1 0,7-2 0,5-3 0,-1 1 0,10 0 0,-5 0 0,-9 0 0,-2 0 0</inkml:trace>
  <inkml:trace contextRef="#ctx0" brushRef="#br0" timeOffset="85">4767 13840 8912,'0'-11'0,"0"0"0,0-1 0,0-5 0,15-8 0,4 4 0,16-8 0,-1 1 0,0 1 0,7-5 0,-1 3 0,0-4 0,-6-1 0</inkml:trace>
  <inkml:trace contextRef="#ctx0" brushRef="#br0" timeOffset="86">5335 13342 8912,'2'-29'0,"1"1"0,3-3 0,8 6 0,-3 2 0,4 4 0,3 2 0,-7 7 0,0 5 0,3 3 0,1 2 0,2 0 0,-5 9 0,-1 8 0,3 10 0,-7 6 0,1 1 0,-8 0 0,0 9 0,0 2 0,-6-1 0,-1 0 0,-3-2 0,6-2 0,-11 1 0,3-1 0,-3-2 0,-2-2 0,-6-3 0,0-5 0,-2 5 0,2-5 0,4-9 0,-4-1 0,4-13 0,2 1 0,0-4 0,-1-2 0,9-8 0,3-3 0,4-10 0,2-4 0,0-2 0,0 6 0,0-3 0,2 6 0,4 1 0,3 0 0,3 5 0,-1 3 0,3 1 0,1 3 0,-2 5 0,3 0 0,3 0 0,4 0 0,-2 0 0,4 1 0,1 5 0,3-4 0,6 4 0,-1 3 0,0-7 0,1 4 0,-1-4 0,-7-2 0,6 0 0,-7 0 0</inkml:trace>
  <inkml:trace contextRef="#ctx0" brushRef="#br0" timeOffset="87">5541 12946 8912,'0'-22'0,"0"-1"0,0 2 0,2 3 0,4 7 0,7 5 0,8 4 0,2 2 0,12 0 0,-5 16 0,20 5 0,-4 19 0,2 11 0,-2 12 0,1 12 0,-7 7-245,-20-38 1,-1 2 0,9 45 244,-15-39 0,-3 0 0,-3-3 0,-2 1 0,-1 5 0,-2 1 0,-4-4 0,-2-1 0,0 1 0,-4-1 0,-5 1 0,-4-1 0,-1 1 0,-1-1 0</inkml:trace>
  <inkml:trace contextRef="#ctx0" brushRef="#br0" timeOffset="88">12167 15474 8912,'-2'-15'0,"-2"1"0,-2 3 0,-2 1 0,5-3 0,-3 1 0,0 12 0,6 6 0,0 6 0,0 16 0,0 3 0,0 1 0,0 5 0,0 1 0,0 2 0,0 0 0,0-6 0,0 1 0,0-1 0,0-1 0,0-5 0,-2-3 0,-4-8 0,-3-7 0,-8-3 0</inkml:trace>
  <inkml:trace contextRef="#ctx0" brushRef="#br0" timeOffset="89">11926 15285 8912,'-18'-8'0,"1"6"0,8-13 0,3 13 0,12-6 0,7 1 0,8-5 0,6 5 0,7-9 0,8 7 0,2-8 0</inkml:trace>
  <inkml:trace contextRef="#ctx0" brushRef="#br0" timeOffset="90">12786 15216 8912,'0'-17'0,"-8"0"0,5-1 0,-9 1 0,-1 0 0,3 0 0,-1 0 0,-1-1 0,-5 7 0,0-1 0,-2 9 0,-4-3 0,9 4 0,-3 2 0,4 2 0,-4 6 0,-1 9 0,9 8 0,1 11 0,6 4 0,-4 6 0,5 4 0,-7 7 0,8 0 0,0-1 0,0-3 0,0-1 0,2-7 0,4 1 0,-5-7 0,13-3 0,-6-11 0,1-6 0,-5-6 0,11-5 0,-5 1 0</inkml:trace>
  <inkml:trace contextRef="#ctx0" brushRef="#br0" timeOffset="91">12493 15543 8912,'-17'-18'0,"8"9"0,1-6 0,16 7 0,3-4 0,12-3 0,6 4 0,5-6 0,6-6 0,-1 4 0,7-4 0,7 3-122,1-4 0,13-3 1,-6-7-1</inkml:trace>
  <inkml:trace contextRef="#ctx0" brushRef="#br0" timeOffset="92">13423 15113 8912,'9'-2'0,"-3"-4"0,-4 2 0,-2-7 0,0 7 0,0 4 0,0 13 0,0 8 0,-2 10 0,-4 7 0,4 0 0,-3 8 0,3 2 0,2 2 0,0 7 0,0 0 0,0-5 0,0-6 0,0-8 0,0 2 0,7-4 0,3-9 0,0-10 0,-3-9 0</inkml:trace>
  <inkml:trace contextRef="#ctx0" brushRef="#br0" timeOffset="93">13733 15182 8912,'-2'-18'0,"-2"1"0,-2 0 0,-2 7 0,3 5 0,1 1 0,-8-2 0,1 4 0,-6-4 0,-1 12 0,1 6 0,-6 5 0,0 6 0,-7 4 0,1 7 0,-3 8 0,5-6 0,2 6 0,0 0 0,6-5 0,-4 5 0,12-8 0,5 0 0,4 1 0,2-8 0,2-5 0,4-2 0,3-11 0,16-1 0,4-8 0,3 0 0,10-2 0,4-4 0,4 2 0,1-7 0,-7-1 0,6-5 0,-6 0 0,0 0 0,-2 0 0,-7-8 0,-1-2 0</inkml:trace>
  <inkml:trace contextRef="#ctx0" brushRef="#br0" timeOffset="94">14300 15216 8912,'-7'9'0,"-5"-3"0,-3-4 0,-2-2 0,0 0 0,-1 0 0,1 0 0,6 0 0,-1 0 0,10 0 0,2 0 0,10 0 0,13-2 0,5-2 0,5-3 0,1-3 0,7 6 0,-1-1 0,0 3 0,2 2 0,-8 0 0,1 0 0,-3 2 0,-9 3 0,-2 7 0,-2 3 0,-9 10 0,3 2 0,-7 7 0,-8 6 0,-9 0 0,-5-1 0,-7 3 0,0-2 0,-7 0 0,9-6 0,-8 1 0,8-9 0,-2-1 0,4 0 0,2-6 0,7-2 0,3-9 0,14-10 0,5-4 0,9-9 0,2-8 0,15-7 0,-2 3 0</inkml:trace>
  <inkml:trace contextRef="#ctx0" brushRef="#br0" timeOffset="95">15092 15164 8912,'11'-9'0,"-1"1"0,0 2 0,-3-1 0,3-1 0,-1 1 0,-3-1 0,6 2 0,-3 2 0,5-5 0,-3 1 0,2 4 0,-3 2 0,1 2 0,3 2 0,1 4 0,-3 4 0,-3 7 0,1 0 0,-1 0 0,-3 2 0,5 4 0,-7 2 0,2 6 0,-6-3 0,-6 5 0,-5 5 0,-4-2 0,-3 4 0,-7-3 0,-3-3 0,1 0 0,-2-1 0,1-4 0,1-7 0,-6-2 0,14-5 0,-4-4 0,4-5 0,2-4 0,7-4 0,5-4 0,3-9 0,2-8 0,0-7 0,2 1 0,3-4 0,5-1 0,7 7 0,0 4 0,1 4 0,-9 2 0,12 2 0,-4 1 0,4 5 0,4 1 0,0 2 0,6 6 0,-3 0 0,1 8 0,6 2 0,1 7 0,4 0 0,-4 0 0,4-1 0,-11-5 0,4 4 0,-7-5 0</inkml:trace>
  <inkml:trace contextRef="#ctx0" brushRef="#br0" timeOffset="96">20874 14494 8912,'10'-2'0,"-5"-4"0,-3-5 0,-2-5 0,0-1 0,-2 0 0,-3 0 0,3 7 0,-8 3 0,4 7 0,5 2 0,-7 3 0,2 9 0,0 7 0,-7 13 0,3 12 0,-7 11 0,6 12 0,-1 11 0,9 4 0,-3 2 0,4 0 0,4-4 0,5-5 0,11-12 0,8-10 0,15-7 0,4-29 0,13-9 0,5-12 0,11-16 0,-10-16 0,-1-12 0,-8-3-110,-11-3 0,-4-5 110,-11-1 0,-12 1 0,-11 5 0,-6 1 0,-8-1 0,-9 1 0,-8-9 0,-11 7 0,-4-2 0,-4 7 0,-2 8 0,0 3 0,8 5 0,-2 3 0,11 12 0,4 9 0,8 8 0,0 0 0,7 0 0,2 10 0,8 5 0,0 6 0,2 2 73,4-6 0,4 4 1,7-1-74,0-5 0,8-9 0,2 1 0</inkml:trace>
  <inkml:trace contextRef="#ctx0" brushRef="#br0" timeOffset="97">20754 14958 8912,'-10'2'0,"4"4"0,6-4 0,6 3 0,11-3 0,12-2 0,19-2 0,9-3 0,8-7 0,4-11 0,0-4 0,0 1 0,0-7 0,-4 8 0,-8-3 0,-11 5 0,-8 4 0,-11 9 0,-6 3 0,-8-1 0,-5 6 0,-10-4 0,-4 12 0,2 4 0,-7 7 0,-1-2 0,-5-4 0,0 5 0,-8-14 0,-2 5 0</inkml:trace>
  <inkml:trace contextRef="#ctx0" brushRef="#br0" timeOffset="98">22371 14528 8912,'10'-7'0,"-4"-5"0,-5-3 0,-2-2 0,-5 1 0,-6 5 0,-3 3 0,-2 8 0,-2 0 0,-2 0 0,-2 0 0,-6 2 0,6 4 0,2 5 0,-4 12 0,2 6 0,0 11 0,6 8 0,0 7 0,7 1 0,5 5 0,3 0 0,2 0 0,0 2 0,7-4 0,5-7 0,5-10 0,6-13 0,4-5 0,7-6 0,6-9 0,0-3 0,8-6 0,-4-8 0,0-9 0,-2 0 0,-9-10 0,-4 4 0,-7 4 0,-10-4 0,3-4 0,-5 1 0</inkml:trace>
  <inkml:trace contextRef="#ctx0" brushRef="#br0" timeOffset="99">22062 14958 8912,'-18'10'0,"-7"-3"0,12-7 0,-4 0 0,11 0 0,0 0 0,12 0 0,11 0 0,12-7 0,11-5 0,6-3 0,4-4 0,1-4 0,7 2 0,-1-8-354,8 8 0,-4-19 0,8 4 0</inkml:trace>
  <inkml:trace contextRef="#ctx0" brushRef="#br0" timeOffset="100">23077 14442 8912,'-12'0'0,"1"0"0,-1-7 0,1 5 0,-1-4 0,1 4 0,0 10 0,1 5 0,2 8 0,3 6 0,5 9 0,0 6 0,0 10 0,0-1 0,0 14 0,1-7 0,5-3 0,4-2 0,7-1 0,0-8 0,-5-2 0,-1-8 0,1-7 0,-3-10 0,6-9 0,-5-8 0</inkml:trace>
  <inkml:trace contextRef="#ctx0" brushRef="#br0" timeOffset="101">23318 14477 8912,'-12'-6'0,"1"0"0,5 0 0,-5 6 0,7 8 0,-4 4 0,8 12 0,0 11 0,0-1 0,0 18 0,0-3 0,0 7 0,0 1 0,8-5 0,1-1 0,1 1 0,5-1 0,-5-1 0,7-6 0,0-10 0,-7 1 0,-3-16 0,-7 4 0,0-12 0,0-3 0</inkml:trace>
  <inkml:trace contextRef="#ctx0" brushRef="#br0" timeOffset="102">22939 14494 8912,'0'-17'0,"8"-1"0,3 1 0,6 6 0,6-1 0,6 3 0,11-3 0,4-3 0,8 7 0,0-3 0,-1 5 0,-7 4 0,-4 2 0,-5 0 0,-7 0 0,-10 8 0,-11 1 0,-7 9 0,0 5 0,0 0 0,-13 5 0,-4-5 0,-10 8 0,4-3 0,-6 5 0,6 1 0,0 1 0,6-1 0,0 0 0,2 1 0,3-1 0,5-1 0,7-5 0,1 3 0,5-8 0,11 0 0,10-8 0,9-2 0,5-1 0,3-8 0,7 3 0,1-7 0,-1 0 0,1-7 0,-8 5 0,-6-6 0,-7 0 0,1-9 0,-5-10 0</inkml:trace>
  <inkml:trace contextRef="#ctx0" brushRef="#br0" timeOffset="103">23696 13514 8912,'0'-17'0,"-2"-1"0,-1 1 0,-3 0 0,0 9 0,6 8 0,6 16 0,2 12 0,1 7 0,3 5 0,-3 6 0,6 3 0,-7 9 0,5 1 0,-3 0 0,-2 0 0,3 4 0,-5-5 0,-2-3 0,5-1 0,-7-5 0,4-3 0,-4-12 0,-17-9 0,-5-7 0</inkml:trace>
  <inkml:trace contextRef="#ctx0" brushRef="#br0" timeOffset="104">24144 13600 8912,'-17'0'0,"5"-6"0,1 0 0,5 1 0,-4 3 0,1-2 0,-1-2 0,-1 0 0,-6 8 0,-1 4 0,1 5 0,0 5 0,0 1 0,-1 0 0,-1 6 0,-4 0 0,4 8 0,-6-3 0,1 5 0,4 1 0,-12 2 0,5 3 0,0 1 0,3-8 0,6-1 0,1-6 0,0 1 0,7-5 0,3 4 0,14-15 0,3-3 0,9-7 0,4 0 0,6 0 0,9 0 0,4-2 0,2-3 0,2 3 0,-2-6 0,-2 8 0,0 0 0,-6-7 0,6 5 0,-7-4 0,-1 4 0,1 2 0</inkml:trace>
  <inkml:trace contextRef="#ctx0" brushRef="#br0" timeOffset="105">24402 13651 8912,'0'-11'0,"0"-1"0,-2 9 0,-4-3 0,4 12 0,-3 5 0,5 4 0,5 4 0,7 4 0,3 6 0,10 4 0,2 1 0,7 0 0,1 1 0,-1-1 0,6-1 0,0-5 0,4 3 0,-7-10 0,-7-4 0,-1-6 0,-2-3 0,-6-2 0,4-6 0,-8-15 0,0-5 0</inkml:trace>
  <inkml:trace contextRef="#ctx0" brushRef="#br0" timeOffset="106">24798 13634 8912,'-18'0'0,"1"2"0,0 4 0,-8 3 0,-3 9 0,3 6 0,0 5 0,2 4 0,0 1 0,0 8 0,6 0 0,0 4 0,-1-6 0,9-4 0,1-3 0,8-3 0,0-1 0,0-8 0,-7 4 0,5-16 0,-6-1 0</inkml:trace>
  <inkml:trace contextRef="#ctx0" brushRef="#br0" timeOffset="107">25366 13634 8912,'-35'0'0,"1"-6"0,-1 1 0,3-1 0,1 6 0,3 0 0,-3 0 0,6 8 0,-2 1 0,6 10 0,-2 4 0,2 6 0,8 3 0,3 3 0,3-1 0,1 0 0,6 1 0,0-1 0,2-1 0,4-5 0,5-5 0,4-5 0,3-7 0,-1-3 0,2-10 0,2-6 0,2-9 0,8-8 0,-10-9 0,7-3 0,3-3 0,-6 4 0,1-12 0,-5 6 0,2-2 0,0-2 0,-7-5 0,-5-3 0,-5-3 0,-4 0 0,-2-10 0,-2-2 0,-4 4 0,4 4 0,-11 19 0,7 8 0,-7 14 0,5 22 0,-5 19 0,1 18 0,8 8 0,-1 22 0,3 4 0,2 7 0,0 0 0,2-5 0,3 3 0,7-2 0,11 5 0,5-9 0,5-3 0,1-4 0,1-10 0,5-3 0,0-12 0,8-4 0,-4-1 0</inkml:trace>
  <inkml:trace contextRef="#ctx0" brushRef="#br0" timeOffset="108">25916 14717 8912,'-17'0'0,"6"-5"0,-1-1 0,-1 2 0,-3 2 0,-1 2 0,0 0 0,0 0 0,0 0 0,1 2 0,5 4 0,-3 3 0,9 10 0,1 4 0,2 6 0,2 3 0,0 5 0,0 3 0,0 6 0,8 3 0,3 3 0,4-8 0,5-4 0,2-4 0,-1-9 0,6-4 0,-2-4 0,6-9 0,-10-7 0,7-14 0,3-12 0,2-7 0,-9-12 0,-6-4 0,-9-4 0,-9-2 0,0 1 0,-4 1 0,-7 4 0,-3 6 0,-14 12 0,1 3 0,-2 8 0,-3 7 0,5 4 0,0 6 0,4 6 0,4 4 0,8 7 0,1 0 0,3 0 0,1 8 0,6 2 0</inkml:trace>
  <inkml:trace contextRef="#ctx0" brushRef="#br0" timeOffset="109">26278 14752 8912,'0'-17'0,"0"5"0,0 1 0,0 5 0,0-6 0,0 9 0,2-5 0,3 8 0,5 0 0,9 9 0,4 9 0,-4 5 0,4 5 0,-4 5 0,-2-5 0,1 5 0,-1 1 0,-6-1 0,-1-5 0,-3-5 0,-1-4 0,-4-1 0,4-1 0,-4-8 0,5-1 0,-9-10 0,-1-4 0,-3-5 0,-6-12 0,7-6 0,1-3 0,2-10 0,2 4 0,2-6 0,4 2 0,3 2 0,8 1 0,2 3 0,4 4 0,-3 3 0,2 0 0,5 4 0,0 8 0</inkml:trace>
  <inkml:trace contextRef="#ctx0" brushRef="#br0" timeOffset="110">27551 14373 8912,'-19'-11'0,"-2"1"0,-2 3 0,-2-5 0,4 7 0,-2 1 0,2 2 0,-4 10 0,2 5 0,2 8 0,4 11 0,6 10 0,5 4 0,4 8 0,2-3 0,2 22 0,4-6 0,5-2 0,4 4 0,8-18 0,0 1 0,6-5 0,-6-12 0,6-7 0,-5-16 0,3-6 0,-6-4 0,10-10 0,-6-5 0,0-8 0,-1-8 0,-1-5 0,-5-7 0,-3-3 0,-4-7 0,3-1 0,-9 1 0,1-3 0,-6-3 0,-2 9 0,-3-3 0,-11 12 0,-7 5 0,2 7 0,0 6 0,-2 4 0,4 4 0,-6 13 0,8 0 0,6 7 0,-1 5 0,1 3 0,-7 10 0,1 2 0</inkml:trace>
  <inkml:trace contextRef="#ctx0" brushRef="#br0" timeOffset="111">27259 14889 8912,'-18'0'0,"9"0"0,-7 0 0,15 0 0,-7 0 0,8-2 0,4-3 0,7-5 0,12-3 0,8-4 0,11 3 0,2-11 0,6 8 0,-5 0 0,5 0-104,-6 0 0,15-1 0,3 1 0</inkml:trace>
  <inkml:trace contextRef="#ctx0" brushRef="#br0" timeOffset="112">28412 14391 8912,'-20'-8'0,"-1"-3"0,-2-5 0,-5 5 0,3 1 0,0 3 0,0 3 0,-5 2 0,9 4 0,-6 4 0,2 5 0,2 12 0,6 6 0,0 5 0,-1 6 0,9 4 0,1 10 0,8 3 0,0 6 0,0-4 0,0 6 0,2-10 0,4-5 0,-4-6 0,11-10 0,-5-3 0,1-8 0,3 0 0,5-21 0,0 2 0,0-8 0,3-6 0,2-7 0,-2-8 0,12-2 0,-5-7 0</inkml:trace>
  <inkml:trace contextRef="#ctx0" brushRef="#br0" timeOffset="113">27981 14872 8912,'-15'-2'0,"2"-4"0,1-5 0,8 1 0,-1-1 0,10 7 0,5-11 0,11 3 0,8-3 0,11-4 0,8-4 0,11 4 0,2-12 0,8 8 0,0-15 0,0 2 0</inkml:trace>
  <inkml:trace contextRef="#ctx0" brushRef="#br0" timeOffset="114">28790 14339 8912,'0'-9'0,"0"16"0,-2 18 0,-4 11 0,5 3 0,-5 6 0,-2-1 0,2 6 0,3 2 0,1-10 0,2 9 0,0-1 0,0-8 0,2-4 0,3-7 0,5-7 0,7-6 0</inkml:trace>
  <inkml:trace contextRef="#ctx0" brushRef="#br0" timeOffset="115">28962 14305 8912,'0'11'0,"0"1"0,0-1 0,0 8 0,0 4 0,0 6 0,0 3 0,-2 10 0,-2 4 0,-1 4 0,1 1 0,2 1 0,4-2 0,4-5 0,-4-3 0,3-7 0,3 3 0,-2-4 0,-1-3 0,-5-20 0,0 1 0,-7-8 0,-3 3 0</inkml:trace>
  <inkml:trace contextRef="#ctx0" brushRef="#br0" timeOffset="116">28687 14339 8912,'9'0'0,"1"-6"0,-4 1 0,3-1 0,8 0 0,1 0 0,-1 3 0,2-5 0,4 2 0,4-1 0,7 1 0,-7 4 0,-4-4 0,-4 4 0,-2 4 0,0 4 0,-7 4 0,-4 9 0,-4 4 0,-10-4 0,-2 13 0,-7-1 0,0 7 0,0-2 0,0 8 0,-1-6 0,1 2 0,8 1 0,-5-3 0,8-2 0,3-3 0,3-11 0,5 1 0,7-4 0,3-1 0,10-9 0,4-3 0,11-4 0,-2-10 0,8-3 0,-6-5 0,4-3 0,-2-4 0,-2-11 0,-5-10 0</inkml:trace>
  <inkml:trace contextRef="#ctx0" brushRef="#br0" timeOffset="117">29341 13823 8912,'-17'-2'0,"-1"-1"0,1-3 0,0-6 0,0 5 0,0-1 0,-1 0 0,5 3 0,-2 7 0,-4 3 0,-3 7 0,7 11 0,4 5 0,-3 5 0,9 1 0,-1 1 0,6-1 0,0 0 0,0 1 0,2-3 0,4-3 0,-5-4 0,15-16 0,-5-3 0,4-4 0,3-2 0,-3-4 0,-4-7 0,5-8 0,-5-16 0,5-1 0,1-4 0,-6-4 0,1-8 0,-8 6 0,1 1 0,-3-5 0,-2-6 0,0 3 0,0-4 0,0 5 0,0 6 0,0 4 0,0 8 0,-2 15 0,-3 7 0,3 8 0,-6 20 0,8 7 0,2 15 0,4 8 0,1 5 0,5 7 0,3-5 0,-4 4 0,5-3 0,1-3 0,2-1 0,2-4 0,2-6 0,8 4 0,-12-15 0,4-1 0,-4-14 0,6-7 0,2-7 0</inkml:trace>
  <inkml:trace contextRef="#ctx0" brushRef="#br0" timeOffset="118">29668 13462 8912,'0'-9'0,"0"-7"0,0 14 0,5 2 0,3 14 0,2 7 0,1 6 0,6 7 0,1 0 0,-1 1 0,6 5 0,2 0 0,1-2 0,5-1 0,-6-3 0,7-7 0,-5-4 0,0-4 0,5-10 0,-13 5 0,4-9 0,-5-7 0,-7-9 0,4-12 0,-5-4 0</inkml:trace>
  <inkml:trace contextRef="#ctx0" brushRef="#br0" timeOffset="119">30115 13514 8912,'-17'0'0,"7"-8"0,-5 8 0,4 0 0,-5 8 0,-1 9 0,-2 8 0,-4 3 0,4 5 0,-12 7 0,6 2 0,-1 2 0,3-4 0,-2 4 0,6-2 0,0-2 0,13-5 0,-6-9 0,7-3 0,7-11 0,7-5 0</inkml:trace>
  <inkml:trace contextRef="#ctx0" brushRef="#br0" timeOffset="120">30528 13170 8912,'12'0'0,"-1"0"0,-7 0 0,4 0 0,-8 2 0,0 5 0,0 11 0,0 1 0,0 9 0,0 9 0,0 9 0,0 3 0,0 3 0,0-1 0,0 1 0,0 0 0,5-3 0,3-3 0,0-8 0,-1-7 0,-1-6 0,-4-8 0,4 0 0,3-7 0,8-10 0,1-10 0</inkml:trace>
  <inkml:trace contextRef="#ctx0" brushRef="#br0" timeOffset="121">30872 13273 8912,'10'-8'0,"-2"5"0,-8-9 0,7 8 0,-7-3 0,0 7 0,-7 0 0,-11 2 0,1 3 0,-8 13 0,-1 3 0,-9 7 0,1 3 0,-1 1 0,1 5 0,1 1 0,5 2 0,3 0 0,10-11 0,3-3 0,6-1 0,4 6 0,6-14 0,8 0 0,9-7 0,19-10 0,0 0 0,12 0 0,-5 0 0,11 0 0,-5 0 0,-1 0 0,0 0 0,-1-2 0,1-4 0,-8-3 0,-2-9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20:37:24.95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1256 5708 8912,'-11'-6'0,"-1"1"0,-1-1 0,-2-2 0,3 6 0,3-5 0,-1 1 0,0 0 0,-3 2 0,-2 1 0,-2-1 0,-3-2 0,-3 2 0,2 2 0,-7 2 0,-3 2 0,-1 4 0,-1-2 0,4 7 0,-3 3 0,5 7 0,0 2 0,3 1 0,6-1 0,1-2 0,0 8 0,2 0 0,3 5 0,5-7 0,7-4 0,1-2 0,5-2 0,6-2 0,9 4 0,4-11 0,1-1 0,3-1 0,5-8 0,-1 0 0,-2 0 0,-3 0 0,-7 0 0,4 2 0,-8 3 0,1-3 0,-9 8 0,-3-4 0,-4 5 0,-10 4 0,-5 3 0,-6-1 0,-4 0 0,-8 0 0,12 0 0,-4 1 0,4-1 0,2-8 0,7-1 0,2-16 0,8-17 0,0-11 0</inkml:trace>
  <inkml:trace contextRef="#ctx0" brushRef="#br0" timeOffset="1">1411 5674 8912,'-29'7'0,"1"5"0,-7-3 0,12 3 0,-5-1 0,5 7 0,2-1 0,2 0 0,9 8 0,-3-4 0,7 5 0,2-1 0,2 6 0,4-12 0,4 4 0,-2-6 0,7-5 0,1 3 0,5-4 0,-6-3 0,1-2 0,-1-4 0,5-4 0,-5-4 0,4-4 0,-7-7 0,3 0 0,-5 0 0,4 0 0,-6-6 0,5 0 0,-1 2 0,5 2 0,-9 1 0,7 1 0,-5 0 0,6 0 0,-7 5 0,7 1 0,-6 7 0,5-2 0,-5 5 0,5 1 0,-7 0 0,9 1 0,-7 5 0,8-4 0,-11 11 0,7-5 0,-2 2 0,5-7 0,-9 11 0,7-8 0,3-3 0,-7-1 0,9-2 0,-5 0 0,-3-7 0,7-3 0,-3-7 0,3 0 0,2 5 0,0 3 0,0 1 0,-7-5 0,5 11 0,-5-6 0,1 8 0,1 0 0,-8 0 0,3 2 0,-7 4 0,0 5 0,0-3 0,0 7 0,0-3 0,0 3 0,0-6 0,0 7 0,0-5 0,0-3 0,0 7 0,0-13 0,0 6 0,0-16 0,0-2 0,0-7 0,8 0 0,-4 2 0,5 1 0,-1 3 0,5 0 0,-9 1 0,8 2 0,1 1 0,2 5 0,-3-6 0,-1 8 0,1 0 0,5 2 0,0 2 0,-2 3 0,-3 3 0,3 0 0,-3 1 0,-3 2 0,3-7 0,-7 0 0,7-6 0,-6 6 0,5-1 0,-7 1 0,6-6 0,-7-2 0,3-4 0,0 5 0,-6-15 0,2 5 0,3-4 0,-3-3 0,14 1 0,-12 2 0,7 3 0,-7-3 0,11 6 0,-11-1 0,7 4 0,-7-3 0,4 7 0,-6-6 0,4 8 0,-5 0 0,7 8 0,-6-4 0,4 7 0,-2 1 0,7 5 0,-7 0 0,5 0 0,-3 0 0,-2 1 0,6-1 0,-3 0 0,-1 8 0,0-6 0,-1 4 0,-1-4 0,-2 4 0,-2 0 0,0-2 0,0-2 0,0-10 0,0 7 0,-8-22 0,-1 4 0</inkml:trace>
  <inkml:trace contextRef="#ctx0" brushRef="#br0" timeOffset="2">2082 5657 8912,'-11'-6'0,"1"-2"0,3-1 0,1 3 0,6-6 0,0 7 0,0-7 0,2 7 0,3-7 0,7 6 0,11-5 0,-2 1 0,8-1 0,-8 3 0,4 8 0,-1 0 0,-5 0 0,4 2 0,-11 6 0,-6 7 0,-4 6 0,-2 4 0,0-2 0,-8-2 0,-4 7 0,3-7 0,-3 2 0,9-3 0,-3-3 0,-4-8 0,8-1 0,-5-8 0</inkml:trace>
  <inkml:trace contextRef="#ctx0" brushRef="#br0" timeOffset="3">2409 5399 8912,'12'-27'0,"-1"4"0,-7 10 0,2 1 0,-4 8 0,-2-1 0,0 10 0,-2 7 0,-4 11 0,4 3 0,-4 9 0,4-1 0,2 1 0,0 5 0,0-2 0,0-6 0,8 1 0,4-8 0,3 1 0,4-6 0,4-3 0,-4 0 0,12-15 0,-7 4 0,3-4 0,2-10 0,0-7 0,-1-8 0,-5-8 0,4 2 0,-4-3 0,-8-2 0,1 1 0,-11 4 0,1 5 0,-8 6 0,-4 1 0,-3 8 0,-8 3 0,-3 14 0,-2 9 0,2 10 0,-3 13 0,6 4 0,4 7 0,1 1 0,9 1 0,-3 5 0,17-11 0,7 5 0,16-12 0,0 0 0,12-17 0,0-6 0,8-13 0,-3-4 0,5-8 0,-20-24 0,6-4 0</inkml:trace>
  <inkml:trace contextRef="#ctx0" brushRef="#br0" timeOffset="4">826 8098 8912,'-8'-11'0,"-1"-1"0,-3 1 0,1 1 0,-3 4 0,-1 4 0,-2 4 0,0 4 0,0 5 0,-1 12 0,1 6 0,0 4 0,0 1 0,5 0 0,3 1 0,1-1 0,4 0 0,-5 1 0,7-3 0,-2-3 0,8-4 0,7 0 0,5-6 0,1 4 0,0-4 0,0-10 0,2 5 0,2-9 0,2-1 0,-2-2 0,-2 4 0,-1 0 0,-1-3 0,-8-1 0,7 0 0,-5 4 0,-3-2 0,-2 7 0,-5-5 0,-1 5 0,-7 3 0,-5 9 0,-3-4 0,-2 6 0,0-2 0,-1 0 0,1 1 0,0-3 0,0 2 0,0-7 0,-1-9 0,1-7 0,0-7 0,0-3 0</inkml:trace>
  <inkml:trace contextRef="#ctx0" brushRef="#br0" timeOffset="5">1084 8373 8912,'0'-17'0,"-8"0"0,-1 5 0,-8 1 0,0 7 0,-1-4 0,1 10 0,0 4 0,-8 3 0,12 14 0,-5 2 0,3 2 0,2-4 0,1 4 0,7-1 0,3 1 0,2-6 0,0 10 0,0-8 0,0 0 0,0-6 0,0 0 0,7 0 0,3-7 0,7-5 0,0-3 0,0-9 0,1-3 0,-1-7 0,0 0 0,0-2 0,1-2 0,-1 0 0,0 5 0,0-1 0,0 10 0,1-5 0,-7-1 0,1 7 0,-1 0 0,6 6 0,-5 0 0,-1 0 0,1 6 0,3 2 0,-4 1 0,5 3 0,-13 5 0,9-2 0,1-3 0,-5 3 0,5-11 0,-5 5 0,2-1 0,1-2 0,6-6 0,0 0 0,-5-2 0,-1-4 0,-7-4 0,2-7 0,2 0 0,-3 0 0,1 0 0,-6-1 0,0 1 0,0 0 0,0 0 0,0 7 0,0-5 0,0 13 0,0-4 0,2 12 0,2 6 0,2 3 0,1 2 0,-1 0 0,-4 6 0,4 0 0,-4 0 0,-2-6 0,0 0 0,0 1 0,0-1 0,0 0 0,7 0 0,-5-7 0,6-3 0,-8-7 0,0-9 0,0-6 0,0-7 0,0-8 0,0 3 0,0-1 0,0-1 0,7 8 0,-5-4 0,4 8 0,2 0 0,-3-1 0,9 9 0,-3 3 0,5 4 0,-5 4 0,-1 4 0,-3 5 0,7 5 0,-11 3 0,9 4 0,-3-4 0,3 4 0,-2-10 0,-7-1 0,3 1 0,0-4 0,-4 1 0,3-2 0,-3-3 0,8-7 0,-6-3 0,2-7 0,-1-3 0,-5-2 0,0 0 0,0-1 0,0 1 0,8 0 0,-6 0 0,7 5 0,-3 1 0,4 9 0,7 2 0,0 8 0,-5 3 0,-1 1 0,-5-7 0,5 7 0,-1-7 0,1 7 0,5-8 0,-7 3 0,8-7 0,1 0 0,-7-7 0,0-5 0,-7-3 0,4-2 0,-8 0 0,0-1 0,8 9 0,-6-6 0,3 3 0,-3 3 0,-2-3 0,0 8 0,0 4 0,0 12 0,6 5 0,0 6 0,1 2 0,-1 3 0,-2 5 0,7-4 0,-5 3 0,4 2 0,-3 1 0,-1-1 0,0-5 0,-1-1 0,1-1 0,-6 2 0,0-4 0,0-8 0,-7-8 0,-3-1 0</inkml:trace>
  <inkml:trace contextRef="#ctx0" brushRef="#br0" timeOffset="6">1824 8321 8912,'17'0'0,"-5"-5"0,-1-1 0,-5 0 0,5 6 0,-7 0 0,6 2 0,-4 4 0,3 3 0,3 3 0,-1-1 0,2 3 0,-3-1 0,0 1 0,-1-3 0,1 2 0,-6 3 0,3 1 0,-7 0 0,0 2 0,0 4 0,0-4 0,0 4 0,0-4 0,-7-2 0,-3 1 0,-7-1 0</inkml:trace>
  <inkml:trace contextRef="#ctx0" brushRef="#br0" timeOffset="7">2082 8115 8912,'10'0'0,"-3"0"0,-5-2 0,4-3 0,-4 3 0,6 2 0,-8 11 0,0 4 0,0 10 0,0 4 0,0 3 0,0 3 0,0 1 0,0 2 0,0 2 0,7 0 0,-3-5 0,8-1 0,-1-7 0,6-4 0,1-10 0,-1-1 0,0-8 0,0 1 0,-2-10 0,-3-7 0,3-3 0,-5-4 0,-1-2 0,-3-4 0,-4-2 0,-2 6 0,0-9 0,0 7 0,-2 2 0,-4 9 0,-3 4 0,-8 8 0,-1 0 0,7 8 0,-1 4 0,7 11 0,-7 5 0,8 5 0,-1 1 0,3 0 0,2 1 0,9-7 0,8 1 0,10 2 0,6-6 0,11-3 0,7-10 0,11-6 0,12-4-125,5-2 1,7-8 0,0-2-1</inkml:trace>
  <inkml:trace contextRef="#ctx0" brushRef="#br0" timeOffset="8">482 10643 8912,'-6'-18'0,"-2"1"0,-1 2 0,-3 2 0,1 3 0,-1 2 0,-1 5 0,-2 1 0,-4 2 0,-2 0 0,-2 0 0,0 7 0,4 7 0,-2 5 0,-2 4 0,0 5 0,6-3 0,-1 2 0,1 3 0,0 3 0,0 1 0,5 1 0,1-1 0,-1 0 0,3 1 0,1-1 0,8 1 0,0-1 0,8-7 0,7-2 0,8-8 0,9 0 0,3 0 0,1-7 0,10-5 0,0 3 0,4 0 0,-4-1 0,-6 1 0,-4-4 0,-2-2 0,-7 3 0,-4 1 0,-4 8 0,-9-5 0,-4 8 0,-12 1 0,-6-1 0,-11 0 0,-5 0 0,1 2 0,-2 4 0,1-4 0,-7 4 0,3-9 0,3-3 0,-2-7 0,8 2 0,1-5 0,-3-8 0,-2-3 0</inkml:trace>
  <inkml:trace contextRef="#ctx0" brushRef="#br0" timeOffset="9">740 10797 8912,'-17'0'0,"0"0"0,-1 0 0,1 0 0,0 0 0,7 0 0,-7 6 0,4 2 0,-3 1 0,-5 3 0,12 5 0,-3 0 0,1 0 0,7 8 0,-4-6 0,8 4 0,2-4 0,4-2 0,4 1 0,7-1 0,6-8 0,0-3 0,0-4 0,-6-2 0,2 0 0,4 0 0,-10-8 0,5-5 0,-3-8 0,0 2 0,-3-6 0,-1 8 0,-7 0 0,2-1 0,-2 3 0,1 4 0,-3-5 0,4 5 0,-4 3 0,5 1 0,-3 7 0,8 0 0,-7 5 0,5 3 0,0 2 0,-1 3 0,3-3 0,5 1 0,0-5 0,0 5 0,0-7 0,1 2 0,-7-4 0,1-2 0,-1-8 0,4-2 0,-3-7 0,1 0 0,-7 0 0,5 0 0,-5-1 0,6 7 0,-7 0 0,9-1 0,-12 1 0,5 1 0,1 2 0,-4 3 0,7 5 0,-5 7 0,6 5 0,-7 3 0,7 2 0,-8 0 0,1 1 0,3-1 0,-2 0 0,1 0 0,-1 0 0,-4 1 0,4-1 0,-4 0 0,-2 0 0,0-7 0,0-3 0,0-30 0,0 8 0,0-19 0,0 5 0,0 1 0,0-3 0,0 8 0,2 0 0,3 6 0,-1 2 0,8 3 0,-1 5 0,6 7 0,-5 0 0,-1 1 0,3 5 0,1 6 0,2 3 0,0 2 0,0 0 0,1 0 0,-3 1 0,-4-1 0,5 0 0,-7-5 0,9-1 0,-9-7 0,-1 3 0,-3-14 0,1-5 0,0-3 0,-6-2 0,0 0 0,0-1 0,2 1 0,4 0 0,-4 0 0,5 0 0,-7 7 0,8 3 0,-6 7 0,13 0 0,-5 0 0,7 0 0,0 0 0,0 0 0,0 0 0,-5 0 0,-1 0 0,-5-6 0,6 0 0,-7-5 0,7 5 0,-6-8 0,5 3 0,-7 3 0,11-7 0,-13 6 0,6-1 0,-1 2 0,-3 14 0,8 0 0,-7 13 0,7-2 0,-3 6 0,3 0 0,3 4 0,-3 7 0,3 0 0,0 1 0,-1-1 0,-3 1 0,1-1 0,-3 0 0,-3 1 0,1-1 0,-1 1 0,0-9 0,-6-3 0,-8 0 0,-3-6 0,-4-7 0,-10-6 0,-2-4 0</inkml:trace>
  <inkml:trace contextRef="#ctx0" brushRef="#br0" timeOffset="10">1669 10591 8912,'10'-17'0,"-3"0"0,-1-1 0,0 1 0,7 0 0,-1 0 0,9 2 0,2 3 0,2-1 0,-2 7 0,3 2 0,1 2 0,4 10 0,-8 3 0,0 12 0,-8 4 0,-2 9 0,-1 4 0,-8 2 0,1 4 0,-3 2 0,-2-8 0,-6 2 0,1-2 0,-9-5 0,3-1 0,1-1 0,-1-11 0,5 1 0,-5-5 0,-1-1 0,-5-8 0,2-14 0,3-13 0,-3-10 0,5 1 0</inkml:trace>
  <inkml:trace contextRef="#ctx0" brushRef="#br0" timeOffset="11">2048 10453 8912,'0'-34'0,"6"2"0,-1 3 0,1 4 0,-6 8 0,0 7 0,0 3 0,0 22 0,0 8 0,0 9 0,0 8 0,0 4 0,0 8 0,0 0 0,0-1 0,0 1 0,0-1 0,6-7 0,0-4 0,9 2 0,2-1 0,0-9 0,6-9 0,2-6 0,-2-5 0,6-5 0,-6-7 0,1-9 0,-1-9 0,-3-3 0,2-13 0,3 4 0,-2-11 0,0-3 0,-6-1 0,-1-3 0,-5 2 0,3-2 0,-9 8 0,1 0 0,-6 6 0,-8 7 0,-1 12 0,-8 15 0,5 24 0,1 22 0,1 12 0,-1 10 0,3 3 0,8 4 0,0-5-106,0 5 1,8-10 105,3-2 0,12-4 0,6-2 0,3-15 0,3-19 0,-1-6 0,1-5 0,-1-6 0,0-14 0,1-9 0,-1-8 0,-5-9 0,0-1 0,-1 1 0</inkml:trace>
  <inkml:trace contextRef="#ctx0" brushRef="#br0" timeOffset="12">6109 11399 8912,'10'-8'0,"-3"5"0,-7-9 0,0-1 0,0-3 0,0 7 0,0 1 0,0 31 0,0-9 0,0 14 0,0 1 0,0 0 0,0 3 0,0 2 0,0 3 0,0 1 0,0 2 0,0 0 0,0-7 0,0-3 0,0-1 0,8-8 0,1-12 0,9-11 0</inkml:trace>
  <inkml:trace contextRef="#ctx0" brushRef="#br0" timeOffset="13">6298 11399 8912,'12'0'0,"-1"0"0,-7 0 0,4 0 0,-1 8 0,-5 3 0,4 12 0,-4-4 0,-2 4 0,-6 2 0,1 0 0,1 2 0,0-5 0,-2 7 0,4-8 0,-5 10 0,5-8 0,-4-2 0,4-2 0,-6-2 0,6-2 0,-3-3 0,3-5 0,-13-7 0,5 0 0</inkml:trace>
  <inkml:trace contextRef="#ctx0" brushRef="#br0" timeOffset="14">6143 11468 8912,'0'-27'0,"0"2"0,0 8 0,0 0 0,0 0 0,0-1 0,0 1 0,8 0 0,4 0 0,9 5 0,2 1 0,7 1 0,-1-1 0,1-2 0,-1 7 0,-4 0 0,-8 6 0,0 0 0,1 0 0,-3 8 0,-4 3 0,-5 5 0,-4 1 0,-2 2 0,0 4 0,-8-2 0,-3 7 0,1-7 0,-1 4 0,-2 0 0,-3-6 0,1 8 0,2-6 0,1 2 0,6-2 0,-5-10 0,7 12 0,-4-17 0,8 11 0,0-9 0,0 3 0,2-7 0,4 2 0,5-4 0,12-2 0,-3 0 0,12-6 0,-3-2 0,3-1 0,3 5 0,-9-11 0,7-2 0,-6-10 0</inkml:trace>
  <inkml:trace contextRef="#ctx0" brushRef="#br0" timeOffset="15">6729 11090 8912,'0'-12'0,"0"1"0,0 7 0,-8-4 0,4 16 0,-7 3 0,7 10 0,-2 2 0,2-2 0,0-2 0,-1-1 0,-1-1 0,6 0 0,0 0 0,0 0 0,0 1 0,0-9 0,8-1 0,-5-8 0,9-2 0,1-4 0,3-11 0,1-12 0,-6-3 0,1-3 0,-8 1 0,1 0 0,-3-1 0,-2 1 0,0-1 0,0 9 0,0-5 0,0 8 0,0 2 0,-7 2 0,5 10 0,-6 1 0,8 16 0,2 7 0,4 8 0,1 7 0,5-1 0,3 2 0,-3-1 0,3-1 0,10-1 0,-6-1 0,6-4 0,0-4 0,-6-2 0,6-1 0,-8-5 0,8 4 0,1-5 0</inkml:trace>
  <inkml:trace contextRef="#ctx0" brushRef="#br0" timeOffset="16">7107 10952 8912,'0'17'0,"0"0"0,0-5 0,0-1 0,0-5 0,0 6 0,2-7 0,4 7 0,3-7 0,9 7 0,-1 1 0,-4-3 0,4 1 0,-9-5 0,9 4 0,-1-3 0,-1 7 0,4-11 0,4 9 0,-4-8 0,6 3 0,0-7 0,2 0 0</inkml:trace>
  <inkml:trace contextRef="#ctx0" brushRef="#br0" timeOffset="17">7400 10935 8912,'-12'2'0,"1"3"0,-1 5 0,-5 7 0,0 0 0,0 1 0,-1-1 0,1 8 0,0 1 0,0 1 0,0 6 0,1-7 0,3 3 0,1 0 0,9-8 0,-5 4 0,8-8 0,0 0 0,0 0 0</inkml:trace>
  <inkml:trace contextRef="#ctx0" brushRef="#br0" timeOffset="18">7589 11004 8912,'17'0'0,"-7"0"0,5 0 0,-13 7 0,6-3 0,-8 8 0,0 3 0,0 6 0,0 0 0,0 8 0,0-3 0,0 3 0,2 9 0,1-5 0,3-3 0,8 5 0,-13-9 0,7 7 0,0-5 0,-6 5 0,11-20 0,-7 4 0,7-11 0,-3 2 0</inkml:trace>
  <inkml:trace contextRef="#ctx0" brushRef="#br0" timeOffset="19">7985 11004 8912,'-17'0'0,"5"5"0,1 1 0,5 0 0,-6-6 0,9 0 0,-5 0 0,2 2 0,-1 3 0,-3 7 0,6-3 0,-2 3 0,-3-1 0,1 7 0,-3-1 0,-3 0 0,7 0 0,-3 0 0,-1 1 0,-5-1 0,5 0 0,-4 0 0,3 0 0,-1 1 0,1-1 0,-1-6 0,7 1 0,-5-7 0,5 7 0,0-8 0,8 9 0,4-7 0,5-2 0,12-3 0,4-1 0,0 0 0,5 6 0,-3 0 0,4-2 0,1-2 0,0 0 0,1 3 0,5-3 0,-2 4 0,-5-4 0,1 6 0,-7 1 0</inkml:trace>
  <inkml:trace contextRef="#ctx0" brushRef="#br0" timeOffset="20">3683 14477 8912,'-8'-23'0,"-3"0"0,-7 2 0,-3 4 0,-4 5 0,-3 6 0,-9 6 0,-7 6 0,-13 11 0,-6 14 0,-4 7 0,6-2 0,5 6 0,9 0 0,6 4 0,15-2 0,7 2 0,7 2 0,4 1 0,3 11 0,5 3 0,0 4 0,0 1 0,2 1 0,1 0 0,3 0 0,8-1 0,-7-1 0,7-4 0,-3-5 0,1-12 0,5-4 0,0-8 0,6-13 0,0-4 0,6-13 0,-5-4 0,3-10 0,2-12 0,5-5 0</inkml:trace>
  <inkml:trace contextRef="#ctx0" brushRef="#br0" timeOffset="21">4216 14649 8912,'-17'-12'0,"0"3"0,-2-1 0,-4 2 0,-6 1 0,-4 1 0,-1 8 0,-2 2 0,-4 1 0,3 9 0,-3-3 0,9 10 0,5 4 0,1 2 0,8 2 0,7 5 0,2 0 0,3 8 0,7 2 0,3 8 0,7-1 0,3 1 0,2-2 0,2-3 0,4-1 0,-3-8 0,4 10 0,-8-8 0,-5-1 0,-3-3 0,-8 4 0,0 0 0,0-2 0,-16-1 0,-3-3 0,-15 0 0</inkml:trace>
  <inkml:trace contextRef="#ctx0" brushRef="#br0" timeOffset="22">3459 15405 8912,'-8'-27'0,"6"-3"0,-3 5 0,3-2 0,9 6 0,5-2 0,3 4 0,10 2 0,4 2 0,3 3 0,10 5 0,-3 1 0,6 0 0,3 2 0,2 2 0,3-3 0,3-1 0,1 2 0,8 2 0,-11-5 0,1-3 0,-7 0 0,-6-5 0,-9 6 0,-5-9 0,-10 7 0,-13-1 0,-3 9 0,-9-5 0,-5 8 0,-9 2 0,-2 4 0,0 3 0,0 8 0,0 1 0,0 6 0,8 3 0,2 2 0,3-1 0,2 3 0,-5 2 0,11-5 0,-4 1 0,6-8 0,6 2 0,4 0 0,9-6 0,4-8 0,3-5 0,9-8 0,-1-7 0,-1-6 0,-4-12 0,1-9 0,-7 4 0,-2-3 0,-9 1 0,-5 2 0,-7-1 0,0 1 0,-4 7 0,-7 4 0,-2 4 0,-16 2 0,8 7 0,-6 3 0,6 7 0,-2 0 0,6 5 0,5 1 0,9 7 0,-3-1 0,12 1 0,5-1 0,6-3 0,6-3 0,4-4 0,7 6 0</inkml:trace>
  <inkml:trace contextRef="#ctx0" brushRef="#br0" timeOffset="23">4457 15078 8912,'0'10'0,"0"-2"0,0-8 0,0 0 0,0 7 0,8-5 0,1 13 0,10-5 0,4 7 0,-2 0 0,6 1 0,-2-1 0,6 0 0,-10 6 0,5 0 0,-1-2 0,-4 4 0,-9-2 0,-3-1 0,-3-4 0,-4-1 0,4-2 0,-12-1 0,-6-3 0,-3-7 0,4 3 0,-1-8 0,-1-5 0,5-11 0,-5-12 0,7-9 0,2-2 0,2-16 0,4 16 0,4-10 0,5 7 0,5 2 0,1 7 0,2 2 0,4 3 0,-4 4 0,14 8 0,-5 0 0,7 7 0,5 4 0,4-3 0,8-1 0</inkml:trace>
  <inkml:trace contextRef="#ctx0" brushRef="#br0" timeOffset="24">5610 15182 8912,'-2'-10'0,"-4"4"0,4 6 0,-3 6 0,5 5 0,4 12 0,1 6 0,-1 4 0,4 7 0,-1 0 0,1-2 0,0-2 0,-4-1 0,3 3 0,1-2 0,1-3 0,-5-10 0,2-1 0,-4-2 0,6-3 0,-7-8 0,7-1 0</inkml:trace>
  <inkml:trace contextRef="#ctx0" brushRef="#br0" timeOffset="25">5627 14975 8912,'-17'10'0,"0"-4"0,0-3 0,-1 3 0,7-4 0,-1 4 0,9-4 0,-3-2 0,12-2 0,5-4 0,-1-4 0,1-7 0,1 0 0,3 0 0,-4 0 0,-3-1 0,-2 1 0,0 0 0,-1 0 0,-5 0 0,-7 7 0,-5 4 0,-3 4 0,-8 2 0,0 0 0,-6 8 0,6 4 0,0 11 0,14 1 0,3 7 0,4-2 0,2-1 0,8-1 0,5-4 0,8-4 0,6-2 0,7 0 0</inkml:trace>
  <inkml:trace contextRef="#ctx0" brushRef="#br0" timeOffset="26">6040 15078 8912,'0'-11'0,"2"-1"0,2-1 0,2-2 0,-4 0 0,-6 3 0,2-3 0,-11 15 0,7 0 0,-6 9 0,7 14 0,1 6 0,2 3 0,2 9 0,0 1 0,0 1 0,0 5 0,0-6 0,0 0 0,0 0 0,0-5 0,2 3 0,2-6 0,1-5 0,9-4 0,-5-10 0,8-4 0,1-3 0,-1-31 0,0-6 0</inkml:trace>
  <inkml:trace contextRef="#ctx0" brushRef="#br0" timeOffset="27">6298 15027 8912,'0'-10'0,"-2"3"0,-3 7 0,3 0 0,-13-8 0,13 8 0,-4 0 0,4 10 0,2 7 0,0 6 0,0-2 0,0 7 0,2-1 0,4 4 0,5-3 0,4 3 0,3-6 0,-1 5 0,0-7 0,0-2 0,0-2 0,1-2 0,-1-1 0,0-5 0,0-5 0,0-12 0,-7-3 0,3-9 0,-7 1 0,-2 0 0,4-6 0,-3 0 0,-1 2 0,-2 2 0,-2 10 0,0-7 0,0 12 0,0-7 0,0 7 0,0 4 0,0 12 0,0 3 0,6 8 0,0 0 0,7 7 0,-2-1 0,5 3 0,1-5 0,0-2 0,2-4 0,4-4 0,-4 4 0,6-19 0,-8 4 0,1-12 0,-1-5 0,-8-6 0,-3-6 0,-4 4 0,-2-8 0,0 6 0,0-2 0,0 0 0,0 4 0,0-2 0,0-2 0,0 8 0,0-1 0,0 7 0,0-1 0,0 3 0,0 7 0,6 1 0,-1 5 0,1 4 0,0 1 0,0 1 0,-1-9 0,-5 7 0,0-4 0,0-4 0,8 5 0,-6-7 0,6 0 0,-8 0 0,0 0 0,0-7 0,0 5 0,0-6 0,0 8 0,0 0 0,0-8 0,0 7 0,0-7 0,0 8 0,0 0 0,7 0 0,-5 8 0,4 3 0,-4 4 0,-2 3 0,7-1 0,1 0 0,4 0 0,3-5 0,-4-1 0,7-7 0,5 2 0,-4-5 0,4-1 0,1 0 0,1-1 0,2-5 0,-6-6 0,2-9 0,-4-2 0,-2 2 0,-7 2 0,3 2 0,-7 0 0,-2 0 0,4 0 0,-3-1 0,1 7 0,-6-1 0,0 7 0,0-7 0,0 8 0,-2-3 0,-4 7 0,4 0 0,-5 2 0,7 3 0,0-3 0,2 12 0,3-9 0,-1 9 0,8-3 0,-1-1 0,6 1 0,1 3 0,-1 9 0,-2-4 0,-1 4 0,-3-4 0,0 6 0,5-4 0,-5 5 0,-5-1 0,-2 4 0,0-6 0,1 0 0,-1 1 0,-10-4 0,-1 4 0,-7-6 0,3-1 0,-1-8 0,-5-1 0,0-8 0,6 0 0,-1 0 0,8-8 0,-11-9 0,5-10 0</inkml:trace>
  <inkml:trace contextRef="#ctx0" brushRef="#br0" timeOffset="28">7864 14872 8912,'-2'-9'0,"-1"1"0,-3 0 0,-2 6 0,3-3 0,-7 3 0,4 2 0,1 9 0,7 7 0,0 5 0,0 9 0,2-1 0,3 3 0,7 3 0,3-1 0,2 6 0,1 0 0,-1-2 0,-8-1 0,7 3 0,-5 0 0,2 6 0,-1-6 0,-4 0 0,-8-6 0,0 1 0,-8-1 0,-2 1 0</inkml:trace>
  <inkml:trace contextRef="#ctx0" brushRef="#br0" timeOffset="29">7692 15457 8912,'-11'-19'0,"-1"-4"0,9 4 0,-11-8 0,8 4 0,3 2 0,8-8 0,5 14 0,9-2 0,4 1 0,4 1 0,7 0 0,1 3 0,-1-1 0,0 7 0,7-7 0,-1 1 0,-2-1 0,-2 2 0,-3-3 0,-5 9 0,3-7 0,-8 6 0,0 1 0,-6 5 0,0 7 0,-7 3 0,-2 7 0,-1 0 0,-5 8 0,6-4 0,-8 6 0,0-2 0,0 5 0,0-3 0,0 2 0,0-1 0,0-7 0,0 10 0,0-8 0,0 0 0,0-6 0,0 0 0,0 0 0,0-7 0,0-3 0,0-9 0,2-3 0,3-7 0,5-3 0,7-2 0,2-2 0,4-4 0,-2 4 0,8-4 0,2 4 0,-7 1 0,7 7 0,-8 1 0,-2 3 0,-2-7 0,-7 13 0,-1-5 0,-5 2 0,5-2 0,-7 4 0,2-5 0,-10 9 0,-2 3 0,-7-3 0,9 8 0,-7-4 0,7-5 0,-4 9 0,8-4 0,0-2 0,0 7 0,0-5 0,0 5 0,0 1 0,8 5 0,1 0 0,1 0 0,5-5 0,-3-1 0,3 1 0,2-3 0,0 6 0,1-13 0,-1 4 0,2-4 0,4-2 0,4-8 0,7-1 0</inkml:trace>
  <inkml:trace contextRef="#ctx0" brushRef="#br0" timeOffset="30">8914 14992 8912,'0'-17'0,"-8"8"0,7 1 0,-7 8 0,8 8 0,0 5 0,0 8 0,0 8 0,0 3 0,0 3 0,0-1 0,0 0 0,8 8 0,-5-5 0,7 3 0,-2-4 0,5-9 0,-9 3 0,7-7 0,-5-5 0,5-7 0,1-7 0,3 2 0,-1-12 0,-3-6 0,2-5 0,3-6 0,-7 4 0,7-8 0,-5 4 0,-1 6 0,1 0 0,-5 0 0,5 5 0,-5 5 0,6 1 0,-7 6 0,5 6 0,-3 5 0,7 5 0,-12 3 0,5 2 0,1 2 0,-6 7 0,11-11 0,-7 6 0,-2 0 0,4-12 0,-3 4 0,3-11 0,-2 0 0,-4-4 0,13-2 0,-6 0 0</inkml:trace>
  <inkml:trace contextRef="#ctx0" brushRef="#br0" timeOffset="31">9293 15113 8912,'-10'-17'0,"4"-1"0,-3 1 0,7 0 0,-4 0 0,4 7 0,2 3 0,8 7 0,-4 0 0,7 2 0,3 3 0,1-3 0,-4 13 0,1-3 0,1 3 0,3 2 0,1 1 0,0-1 0</inkml:trace>
  <inkml:trace contextRef="#ctx0" brushRef="#br0" timeOffset="32">8914 15302 8912,'-2'9'0,"-4"-3"0,5-4 0,-15-2 0,14 0 0,-5 0 0,14-2 0,7-4 0,7-5 0,9-6 0,9-4 0,6-2 0,5 0 0,9 0 0,3-2 0,-1-2 0,6-1 0,-6-7 0</inkml:trace>
  <inkml:trace contextRef="#ctx0" brushRef="#br0" timeOffset="33">9568 15027 8912,'-11'17'0,"-1"-2"0,-1-3 0,-3 3 0,-1-5 0,2 9 0,3 4 0,-3-4 0,11 7 0,-5-3 0,1 6 0,2-4 0,8 5 0,4-7 0,5-2 0,-3 6 0,7-14 0,-3 3 0,3-7 0,2-3 0,-5-6 0,-1 0 0,-1-8 0,1-3 0,-3-6 0,0-6 0,-6 4 0,5-8 0,-7 4 0,0 4 0,0-4 0,0-2 0,-2 2 0,-3 2 0,3 2 0,-6 2 0,8 0 0,0 0 0,0-1 0,8 1 0,1 0 0</inkml:trace>
  <inkml:trace contextRef="#ctx0" brushRef="#br0" timeOffset="34">9706 15130 8912,'9'2'0,"-1"2"0,0 1 0,-7 1 0,9-4 0,-4 4 0,-4-4 0,5 5 0,-1-5 0,0 4 0,0-4 0,-6 7 0,0-3 0,7-4 0,-5 13 0,6-11 0,-8 8 0,-2-9 0,-4 3 0,4-4 0,-5-4 0,7-4 0,0-3 0,0-8 0,0 0 0,0-6 0,0 0 0,7-2 0,5 4 0,3-2 0,2 0 0,0 6 0,1 2 0,-1 3 0,6 4 0,2 8 0,1 0 0,5 0 0,1 16 0,-3-5 0,-2 14 0,-2 0 0,5 2 0,-5 5 0,6-3 0,-3-6 0,-6 3 0,2-7 0,-6 6 0</inkml:trace>
  <inkml:trace contextRef="#ctx0" brushRef="#br0" timeOffset="35">10566 15182 8912,'0'24'0,"-6"-5"0,1 4 0,1-3 0,-6 4 0,6-1 0,-5 10 0,1 3 0,2 2 0,6-1 0,0 1 0,0 2 0,0 8 0,0-12 0,0 4 0,0-4 0,-15-1 0,-4-1 0</inkml:trace>
  <inkml:trace contextRef="#ctx0" brushRef="#br0" timeOffset="36">11323 15147 8912,'-11'-15'0,"-1"2"0,1 1 0,-1 1 0,1 1 0,7 10 0,-2 11 0,4 5 0,2 1 0,0 8 0,0 2 0,0-1 0,0 5 0,2-8 0,2-2 0,2 0 0,-2 2 0,-2-12 0,3 12 0,3-13 0,2-1 0,-5-1 0,7-10 0,1-4 0,3-5 0,1-12 0,0-4 0,0-7 0,0-1 0,1 1 0,-9 0 0,-3 1 0,-4 4 0,5 5 0,-5 1 0,4 0 0,-4 7 0,6 16 0,-5 18 0,9 10 0,-1 5 0,7 1 0,-1 1 0,2 5 0,4-2 0,4-6 0,-1-7 0,7-6 0,-6-3 0,7-5 0,1-5 0,-1-12 0,-7-11 0,-4-12 0,-4-3 0,-2-3 0,-6-5 0,-1 0 0,-2 2 0,-3 2 0,-7 1 0,-3 1 0,1 1 0,-8 5 0,7 10 0,-7 13 0,-1 3 0,5 6 0,2 5 0,5 8 0,1 12 0,1-4 0,5 4 0,4 3 0,7-3 0,6-4 0,2-1 0,2 1 0,1-6 0,-1 6 0,-4-10 0,-4-3 0,-9 3 0,-5-3 0,-3 3 0,-9-6 0,-11 7 0,-12-5 0,-8 4 0,1-5 0,-5 3 0,8-7 0,-1 0 0,1-6 0,7 0 0,4 0 0,4-8 0,2-1 0</inkml:trace>
  <inkml:trace contextRef="#ctx0" brushRef="#br0" timeOffset="37">12201 15027 8912,'-17'6'0,"0"1"0,-1 1 0,1-1 0,8 9 0,3 1 0,4 0 0,2 6 0,0 4 0,2-8 0,5 4 0,11-4 0,-1 6 0,15-12 0,-3 4 0,-2-5 0,2-1 0,-8-3 0,1-8 0,-2 0 0,-3 0 0,0 0 0,0 0 0,-7-8 0,-1-1 0,-5-10 0,2-4 0,0 4 0,-6-6 0,0 8 0,0-1 0,0 1 0,-2 6 0,-4-1 0,4 1 0,-4 1 0,12 4 0,-4 12 0,13 4 0,-3 7 0,3-2 0,0-1 0,-3-3 0,3 1 0,-5-1 0,7 0 0,0-5 0,0 6 0,6-9 0,0 3 0,-2-4 0,-2-2 0,-1-6 0,-1-1 0,0-3 0,0-1 0,0-6 0</inkml:trace>
  <inkml:trace contextRef="#ctx0" brushRef="#br0" timeOffset="38">12734 15078 8912,'-1'18'0,"-5"-1"0,2-6 0,-8 1 0,7-7 0,-7 7 0,8-1 0,-5-1 0,3-4 0,4 3 0,-5 1 0,7 7 0,0-8 0,7-1 0,5-8 0,-3-2 0,3-4 0,-7 3 0,7-9 0,-1 8 0,7-3 0,-3 5 0,-4-4 0,5 4 0,-7-5 0,8 7 0,3 1 0,3 5 0,-10-4 0,4 4 0,-3-4 0,3-2 0,8 7 0,1 3 0</inkml:trace>
  <inkml:trace contextRef="#ctx0" brushRef="#br0" timeOffset="39">12958 14683 8912,'-17'0'0,"0"0"0,0 0 0,5 2 0,2 5 0,1 11 0,-1 8 0,8 11 0,2 9 0,4 1 0,13 16 0,5-7 0,12 3 0,0-9 0,3-3 0,1-5 0,2-5 0,0-7 0,-5-12 0,-1-1 0,-7-8 0,-4-3 0,-6-8 0,-4-7 0,-1-9 0,-8-10 0,1-1 0,-3-5 0,-2-5 0,0-3 0,0-2 0,0-1 0,0-7 0,0-1 0,0-5 0,-7 5 0,5-1 0,-6 10 0,0 2 0,7 10 0,-7 7 0,8 25 0,0 11 0,0 12 0,0 19 0,0 4 0,2 10 0,4 1 0,1 6 0,5-6 0,3-1 0,-4-10 0,5-6 0,1-4 0,2-4 0,2-3 0,2-6 0,0-12 0,-6-5 0,0-4 0,1-4 0,-1-5 0,0-11 0,0-1 0,0-9 0,1 7 0,-7-10 0,-1 6 0,-3-2 0,5 6 0,-6-1 0,-1 8 0,-5 3 0,8 7 0,-6-4 0,5 8 0,-7 0 0,2 2 0,4 4 0,4 2 0,7 3 0,0-5 0,2-4 0,4-2 0,-4 0 0,4 0 0,4 0 0,0 0 0,1 0 0,1 0 0,-8 0 0,2 0 0,-4 0 0,-2 0 0,-7 7 0,0 5 0,-7 13 0,3 9 0,0 8 0,-12 11 0,-2 3 0,-1 1 0,-1 6 0,-1-5 0,3 6 0,8-12 0,0 0 0,0-8 0,0-10 0,0 0 0,0-7 0,0 6 0,0-7 0</inkml:trace>
  <inkml:trace contextRef="#ctx0" brushRef="#br0" timeOffset="40">4491 16454 8912,'-17'-10'0,"0"5"0,2 5 0,3 5 0,-3 7 0,5 11 0,1 7 0,3 10 0,4 12 0,2 7 0,0 10 0,2 0 0,4-1 0,3-6 0,11-7 0,1-7 0,2-8 0,7-13 0,-3-10 0,2-10 0,-1-5 0,-1-11 0,2-8 0,-4-8 0,-6-12 0,0-3 0,-2-5 0,4-5 0,-19-2 0,4 1 0,-6-1 0,-6 1 0,-11 1 0,-12 4 0,-3-2 0,-5 8 0,-3 2 0,4 7 0,-3 7 0,7 3 0,3 5 0,16 11 0,-8 5 0,15 11 0,2 4 0,2 10 0,2 0 0,0 5 0,0-1 0,8-8 0,2 4 0</inkml:trace>
  <inkml:trace contextRef="#ctx0" brushRef="#br0" timeOffset="41">4233 16884 8912,'-9'0'0,"1"-2"0,8-4 0,0 4 0,10-13 0,9 1 0,13-7 0,10 2 0,12-13 0,1 3 0,3-3 0,12-1 0,-1 5 0,4 3 0,-4 8 0,-8 7 0,-6 4 0,-7 4 0,-8 2 0,-11 8 0,-4 2 0</inkml:trace>
  <inkml:trace contextRef="#ctx0" brushRef="#br0" timeOffset="42">5128 16763 8912,'0'18'0,"-7"-1"0,-5 0 0,-1 0 0,1 0 0,-1 2 0,7 4 0,-5 2 0,5 4 0,0 3 0,6-13 0,0 4 0,2-4 0,4-1 0,5-1 0,5-8 0,1-3 0,0-4 0,0-2 0,0-2 0,1-6 0,-1-9 0,-6-2 0,1-10 0,-8 3 0,1-3 0,-3-1 0,-2 7 0,0 2 0,-2 1 0,-3 3 0,-3 0 0,-5 2 0,1 3 0,-1 7 0,5 3 0,0 2 0,8 0 0,0 0 0,0 7 0,0 3 0</inkml:trace>
  <inkml:trace contextRef="#ctx0" brushRef="#br0" timeOffset="43">6057 16746 8912,'10'0'0,"-2"0"0,-8 8 0,0-4 0,2 5 0,3-1 0,-3 5 0,6-1 0,0 3 0,3 2 0,2-5 0,3-1 0,1 2 0,-4-5 0,12 5 0,-8-7 0,1 0 0,-1-6 0,0-2 0,0-4 0,0-5 0,-1-5 0,-5-1 0,4-8 0,-11 6 0,8-4 0,-8-1 0,1 1 0,3 0 0,-2 6 0,-1-1 0,3 11 0,4 7 0,3 9 0,-4 14 0,1 6 0,-1 3 0,5 3 0,-3-3 0,-2-3 0,-5 3 0,6-3 0,-9-4 0,3-2 0,-4-4 0,-2-2 0,0 0 0,0-7 0,-8-3 0,-3-7 0,-4 0 0,-3 0 0,1-15 0,0-4 0</inkml:trace>
  <inkml:trace contextRef="#ctx0" brushRef="#br0" timeOffset="44">6057 16162 8912,'-7'24'0,"-3"-5"0,-7 4 0,0 4 0,0-6 0,-1 6 0,1-2 0,2 3 0,3-5 0,5 0 0,7-6 0,4-7 0,7-4 0,2-6 0,16-6 0,0-4 0,5-7 0,-1 0 0,-5 0 0,-10 0 0,-5-1 0,-7 1 0,-2 0 0,-10 2 0,-6 3 0,-9-1 0,-2 7 0,-7 1 0,1 5 0,-1 0 0,1 0 0,-2 7 0,8 5 0,2 5 0,10 6 0,-4-4 0,5 6 0</inkml:trace>
  <inkml:trace contextRef="#ctx0" brushRef="#br0" timeOffset="45">7331 16677 8912,'0'-17'0,"8"8"0,3 3 0,4 14 0,3 9 0,4 8 0,3 11 0,0 2 0,0 2 0,-2 8 0,-6-12 0,0 4 0,1-3 0,-1-3 0,-8-2 0,-3-3 0,-4-6 0,-4-13 0,-4-10 0,-1-10 0,-5-13 0,-1-11 0,7-12 0,0-4 0,6-1 0,0 1 0,0 4 0,14-4 0,3 5 0,12 3 0,-1 7 0,13 12 0,4 4 0,5 10 0,2 1 0,-1 8 0,1 0 0,0 0 0,-8 8 0,-2 1 0</inkml:trace>
  <inkml:trace contextRef="#ctx0" brushRef="#br0" timeOffset="46">8157 16677 8912,'17'8'0,"-7"2"0,-3 1 0,-7 0 0,0-7 0,-7 4 0,-5-8 0,-3 6 0,-2-1 0,-6 7 0,0-6 0,0 7 0,6-2 0,-1 5 0,7 1 0,0 0 0,7 0 0,-10 6 0,9 0 0,-1 0 0,6-6 0,0 0 0,2-5 0,3-1 0,5-7 0,7 2 0,0-6 0,1-6 0,-1-5 0,0-12 0,0 2 0,0-8 0,1-1 0,-1 5 0,0-8 0,0 7 0,1-1 0,-1 4 0,0 4 0,-7 9 0,5-3 0,-4 7 0,5 0 0,1 6 0,0 2 0,0 4 0,0-2 0,1 7 0,-1-7 0,0 4 0,2-6 0,4 3 0,-4-3 0,4 4 0,-4-4 0,-1-2 0,-1 0 0,0 0 0,-6 0 0,1 0 0,-1 0 0,1 6 0,-1-1 0,-7 3 0,2-2 0,-4-2 0,-2 7 0,0-5 0,0 5 0,0 1 0,0 5 0,0 0 0,-8 0 0,4-7 0,-7-4 0,7-5 0,-4-8 0,8-5 0,0-3 0,6 4 0,2-1 0,1-1 0,-3 3 0,5-1 0,3 5 0,9-5 0,-4 7 0,4-2 0,-4 4 0,0 2 0,2 0 0,2 0 0,8 0 0,-12 2 0,4 4 0,4-4 0,1 3 0,-3-3 0,-2-2 0,2 0 0,-2 0 0,0 0 0,-6 0 0,0 0 0,-5-5 0,-1-1 0,-7-8 0,2 11 0,-12-9 0,-4 8 0,-7-1 0,0 3 0,-2 4 0,-4 3 0,4-1 0,-4 8 0,4-3 0,2 3 0,-1 3 0,1-4 0,8 5 0,3 1 0,4 0 0,2 0 0,0-7 0,8-3 0,3-7 0,-1-1 0,1-5 0,1-4 0,5-7 0,-6-6 0,1-2 0,-1-1 0,-1-5 0,3-1 0,-7-3 0,0-7 0,-1 4 0,1-8 0,0 8 0,-6-2 0,0 3 0,5 11 0,1 3 0,0 11 0,-6 7 0,0 10 0,0 7 0,0 11 0,0 3 0,0 9 0,0-1 0,0 1 0,2 5 0,4 0 0,-3 0 0,9-6 0,-1-5 0,7 0 0,-1-8 0,0 7 0,0-9 0,0-3 0,6-11 0,0 1 0,-2-4 0,-2-2 0,6-8 0,-11-1 0,3-8 0,-2 0 0,-7-8 0,5 6 0,-7-4 0,0-2 0,-6 2 0,0 0 0,-2 13 0,-4 5 0,4-5 0,-5 10 0,7 0 0,0 2 0,0 10 0,0-1 0,0 6 0,7 8 0,-3-6 0,7 4 0,3-4 0,3-4 0,6-3 0,-4 1 0,4-7 0,-4 0 0,-2-6 0,-5 0 0,-1 0 0,-7-2 0,2-4 0,-6-2 0,-6-3 0,-3-4 0,-9 3 0,-1 3 0,-4-3 0,-2 3 0,-3-5 0,5 5 0,4 1 0,2 2 0,-1-1 0,1 5 0,8-6 0,1 8 0,23-7 0,4-3 0</inkml:trace>
  <inkml:trace contextRef="#ctx0" brushRef="#br0" timeOffset="47">9740 16626 8912,'8'9'0,"3"-3"0,-3-4 0,1-2 0,-3 0 0,-4 2 0,4 4 0,-4-4 0,-2 7 0,0-3 0,0 5 0,5 5 0,1 1 0,0 0 0,-6 0 0,0 0 0,0 1 0,0-1 0,0 6 0,0 0 0,0-1 0,0-4 0,0-1 0,0-6 0,0 1 0,-8-8 0,6 3 0,-5-11 0,7-7 0,0-2 0,0-16 0,0 0 0,0-5 0,5 5 0,1 1 0,8 5 0,-3-4 0,4 4 0,3 8 0,-1-2 0,-6 9 0,1-4 0,-1 5 0,6 7 0,1 0 0,-9 7 0,5 3 0,-9 7 0,-1 0 0,-2 1 0,0-1 0,2 0 0,2 0 0,-1 0 0,-5 1 0,0-9 0,0-1 0,8-8 0,-4-10 0,5-5 0,-1-6 0,3-2 0,-5 6 0,6 0 0,-7-1 0,9 1 0,-5 0 0,3 7 0,-1 5 0,3 3 0,1 9 0,0 7 0,-3 7 0,3-2 0,-7 8 0,5-6 0,-2 2 0,1 7 0,3-11 0,-1 2 0,-3-7 0,-1 1 0,1-4 0,4-3 0,-5-8 0,7-10 0</inkml:trace>
  <inkml:trace contextRef="#ctx0" brushRef="#br0" timeOffset="48">10360 16230 8912,'0'-9'0,"0"-1"0,0 4 0,0 5 0,0 8 0,0 5 0,0 13 0,0-1 0,2 5 0,3 11 0,3-4 0,3 5 0,5-5 0,-5-2 0,4 1 0,3-1 0,-1-2 0,0-3 0,-5-4 0,-1-8 0,-7-7 0,11 5 0,-13-13 0,11 4 0,-7-12 0,-2-6 0,-2-3 0,-2-2 0,6 0 0,-1 0 0,1-1 0,-4 7 0,4-1 0,-4 7 0,3-7 0,-3 8 0,4-1 0,0 10 0,1-1 0,-1 8 0,-2-1 0,7 6 0,-5-1 0,6-3 0,1-1 0,2-1 0,3-1 0,-1-5 0,0-3 0,0-2 0,0 0 0,1 0 0,-1-2 0,0-3 0,0-7 0,-5-3 0,-1-2 0,-7-1 0,4 1 0,-8 0 0,7 7 0,-5 1 0,4 3 0,-4 12 0,0-4 0,2 17 0,1 4 0,1 5 0,-6 13 0,2 3 0,4 7 0,-4 1 0,5-1 0,-7 1 0,0 1 0,0 5 0,0-12 0,0-1 0,0-6 0,0-5 0,0-7 0,-2-4 0,-3-4 0,-5-10 0,-7-1 0</inkml:trace>
  <inkml:trace contextRef="#ctx0" brushRef="#br0" timeOffset="49">11633 16437 8912,'-29'0'0,"-1"0"0,-1 0 0,1 0 0,-3 3 0,3 9 0,1 11 0,-2 7 0,6 5 0,2 7 0,12 4 0,3 5 0,12 3 0,8-1 0,11-3 0,7-10 0,5-2 0,-1-7 0,8-6 0,-6-16 0,5-3 0,-5-4 0,-2-10 0,1-3 0,-3-12 0,-3-6 0,3-3 0,-12-18 0,4-3 0</inkml:trace>
  <inkml:trace contextRef="#ctx0" brushRef="#br0" timeOffset="50">11874 16282 8912,'-10'-10'0,"1"5"0,5 10 0,-2 7 0,1 5 0,5 6 0,-2 6 0,-4 11 0,4-2 0,-4 8 0,4 2 0,2 1 0,0-5 0,2 4 0,2-6 0,2 2 0,0-14 0,-5 9 0,5-16 0,-4-6 0,4-6 0,-4-7 0,5-4 0,-5-17 0,4-12 0,-4-3 0,6-3 0,-6 1 0,3 0 0,-3-1 0,4 1 0,0-1 0,5 9 0,-5 3 0,5 4 0,-3 1 0,0 1 0,-1 0 0,7 7 0,-10 3 0,7 7 0,-5 7 0,3 7 0,-1 7 0,5 6 0,-1 7 0,-5 0 0,7 1 0,-7-3 0,3-3 0,1 3 0,1-14 0,-1-1 0,-5-2 0,6-9 0,-7 5 0,7-5 0,-8 0 0,5-8 0,-5-4 0,2-5 0,0-5 0,-6-1 0,0 6 0,0-1 0,0 6 0,0-5 0,0 7 0,7-3 0,-5 7 0,13 0 0,-3 0 0,-4 0 0,7 0 0,-4 0 0,5 0 0,1 0 0,0 0 0,0 0 0,0 0 0,1 0 0,-7 0 0,1 0 0,-9 0 0,5-2 0,-8-4 0,-8 4 0,-7-6 0,-10 8 0,-2 0 0,6 0 0,-5 0 0,5 0 0,-2 0 0,0 0 0,6 0 0,7 0 0,2-7 0,8-3 0</inkml:trace>
  <inkml:trace contextRef="#ctx0" brushRef="#br0" timeOffset="51">12700 16437 8912,'-2'-18'0,"-4"1"0,3 6 0,-9-1 0,1 7 0,-7-7 0,-1 8 0,-2-1 0,-2 3 0,0 9 0,12 3 0,-1 7 0,3 2 0,-3 4 0,5 2 0,7 5 0,0-1 0,0-8 0,7 10 0,7-8 0,7 0 0,7 1 0,5-4 0,1 2 0,1-2 0,-1-3 0,1 6 0,-3 0 0,-3-2 0,1-2 0,-7-2 0,-5 0 0,-7 0 0,-7 8 0,2-6 0,-14 4 0,-9-4 0,-2-2 0,-10 1 0,2-7 0,-2 1 0,-1-7 0,7 5 0,2-3 0,2-3 0,2-2 0,5-2 0,1 0 0,7-7 0,-2-5 0,4-3 0,4-2 0,4-1 0,3 1 0,14 0 0,2 0 0,2 0 0,2 1 0,5 1 0,0 2 0,1-1 0,-1-12 0,1 14 0,-1-11 0,1 4 0,-1 2 0,0-6 0,-1 0 0,-4 2 0,-5-6 0,-8 8 0,-5-4 0,-3 4 0,-8 2 0,0 0 0,0 0 0,-8 1 0,-5 5 0,-6 5 0,-4 4 0,2 2 0,2 0 0,-4 8 0,0 3 0,2 5 0,9 1 0,-1 6 0,7 2 0,2 1 0,2-5 0,2 10 0,2-8 0,4-2 0,4-2 0,12-4 0,3-3 0,2-7 0,4-3 0,7-4 0,2-5 0,-2-10 0,-1-1 0,-5-12 0,-3 7 0,-6 2 0,-4 2 0,-8 2 0,-1-1 0,-2 1 0,-3 8 0,-5 1 0,0 8 0,0 0 0,0 8 0,0 3 0,0 4 0,0 3 0,0-1 0,0-8 0,-2 5 0,-3-9 0,3 1 0,-6-6 0,8 0 0,0 0 0,0-7 0,0-5 0,2-3 0,4-2 0,5-1 0,5 1 0,1 0 0,0 7 0,0 5 0,0 3 0,3 2 0,1 0 0,1 0 0,1 7 0,0 3 0,0 7 0,-2 0 0,-2 1 0,-3-1 0,-3-2 0,-1-3 0,-9 3 0,13-6 0,-7 1 0,9-2 0</inkml:trace>
  <inkml:trace contextRef="#ctx0" brushRef="#br0" timeOffset="52">13905 14339 8912,'2'21'0,"5"10"0,12 16 0,14 18 0,-9-16 0,3 4 0,7 9 0,1 4 0,5 7 0,1 3 0,4 5 0,-1 2 0,-2 1 0,-1 0 0,0-1 0,0 0 0,-4-4 0,-3-1-123,-5-5 0,-3-1 0,-3-3 0,-4 0 0,-6-10 0,-5 0 0,-4-2 0,-6-1 123,-5 1 0,-5 0 0,-7-1 0,-4-1 0,-7 3 0,-3-1 0,-6-1 0,-3 1 0,-1 1 0,-1 0 0,-3-1 0,0 1 0,-2 1 0,0 2-1711,-2 2 1,-1 0 1710,0-3 0,1-1 0,2-1 0,0 0 0,1-3 0,-1-1 0,-1 0 0</inkml:trace>
  <inkml:trace contextRef="#ctx0" brushRef="#br0" timeOffset="53">2340 17950 8912,'-17'-6'0,"0"-2"0,0-1 0,0-3 0,-1-5 0,9 4 0,3 7 0,4 8 0,2 15 0,0 2 0,0 4 0,0 4 0,0 7 0,0-1 0,0-5 0,8 5 0,-6-6 0,3 7 0,3 0 0,-2-1 0,0-5 0,-1-5 0,1-3 0,2-9 0,-3 0 0,5-7 0,7 4 0,0-10 0,1-4 0,-7-5 0,1-12 0,-7 4 0,5-4 0,-3 4 0,5 2 0,-6-1 0,-1 7 0,-5-1 0,0 9 0,2-11 0,4 8 0,-4 1 0,8 5 0,-5 0 0,-3 7 0,13-3 0,-5 8 0,0 1 0,5-5 0,-4-3 0,5-3 0,1-2 0,0 0 0,0 0 0,1 0 0,-1-7 0,0-5 0,-6-3 0,-1-2 0,-2 0 0,3-6 0,-5 0 0,0-6 0,-6 6 0,0-7 0,-2 10 0,-4-2 0,-6 2 0,5 3 0,-9 8 0,5 3 0,3 6 0,3 6 0,3 5 0,2 4 0,0 3 0,7-1 0,3 0 0</inkml:trace>
  <inkml:trace contextRef="#ctx0" brushRef="#br0" timeOffset="54">2960 18070 8912,'-12'0'0,"1"0"0,-1 0 0,-5 0 0,0 0 0,6 8 0,-1 3 0,8 4 0,-9 10 0,7 2 0,2 0 0,2 5 0,2-3 0,0-2 0,0 1 0,8-7 0,2 4 0,7-8 0,0-7 0,0-3 0,0-7 0,1 0 0,-7-3 0,1-7 0,-1-7 0,-1-2 0,-3-8 0,-1 8 0,0-4 0,-2 4 0,-2 2 0,-2 0 0,0-1 0,-8 9 0,6-1 0,-6 6 0,1-1 0,5-1 0,-6 6 0,0-8 0,-1-1 0</inkml:trace>
  <inkml:trace contextRef="#ctx0" brushRef="#br0" timeOffset="55">3115 18087 8912,'-10'8'0,"12"1"0,15 9 0,1-1 0,6 0 0,-4 0 0,1 0 0,1 1 0,0-1 0,-5 6 0,-6 0 0,3 0 0,-9-6 0,1 0 0,-6 0 0,0 0 0,0-5 0,0-1 0,-2-7 0,-4 2 0,5-4 0,-13-10 0,8-3 0,1-5 0,5-1 0,0-8 0,7 6 0,5-4 0,3 4 0,2 2 0,0-6 0,1 0 0,-1 2 0,0 2 0,8 2 0,2 0 0</inkml:trace>
  <inkml:trace contextRef="#ctx0" brushRef="#br0" timeOffset="56">3648 17932 8912,'-2'-15'0,"-1"2"0,-5 3 0,-2 3 0,6 1 0,-3 6 0,7 8 0,0 3 0,0 4 0,0 10 0,2 4 0,2 3 0,1 3 0,3-1 0,-2 0 0,-2 3 0,7 3 0,-7-4 0,5 6 0,-5-7 0,2-1 0,0-2 0,-6-3 0,7-12 0,-5-2 0,6-5 0</inkml:trace>
  <inkml:trace contextRef="#ctx0" brushRef="#br0" timeOffset="57">3769 18001 8912,'-6'17'0,"0"1"0,-5-1 0,5 0 0,-7-7 0,9 5 0,-6-4 0,3 5 0,-1-5 0,2 0 0,2 7 0,-7 5 0,7 0 0,-5-6 0,3 0 0,4 6 0,-4 0 0,4-2 0,2-2 0,2-4 0,4-3 0,3 1 0,9-7 0,-1-1 0,6-5 0,0 0 0,5-7 0,-5-5 0,6-5 0,-6-6 0,6 4 0,-6-6 0,-2 0 0,-2 4 0,-2-7 0,-6 7 0,-1-2 0,-2 4 0,-3 2 0,-5-1 0,0 9 0,-1 1 0,-5 8 0,4 8 0,-4 3 0,4 5 0,2 1 0,0 6 0,0 0 0,6 1 0,0-1 0,7-4 0,-1 4 0,3-3 0,2-3 0,-7 0 0,3 6 0,-7 0 0,-1 0 0,-5-6 0,-3 6 0,-9 0 0,-3 2 0,-20-3 0,5-2 0,-12 4 0</inkml:trace>
  <inkml:trace contextRef="#ctx0" brushRef="#br0" timeOffset="58">5008 17778 8912,'-23'0'0,"0"0"0,2 0 0,2 7 0,1 5 0,1 3 0,8 10 0,3 5 0,4 9 0,2 7 0,0 3 0,2 9 0,4-1 0,1 0 0,5-5 0,3-1 0,-5-1 0,-1-4 0,5-6 0,-9-11 0,3-1 0,-4-9 0,2-3 0,-1-11 0,-5-5 0,0-11 0,0-6 0,0-6 0,0-4 0,0-7 0,0 5 0,0 0 0,0 1 0,8-1 0,3 2 0,5 2 0,-7 10 0,7 2 0,-5 7 0,4-5 0,3 5 0,-1 2 0,-8 10 0,7 5 0,-5 12 0,-3 4 0,-3 9 0,-3 4 0,-2-3 0,0 3 0,-7 2 0,-5-2 0,-3-2 0,-2-9 0,-2 3 0,-4-3 0,4-6 0,-4-4 0,4-6 0,1-9 0,9-4 0,3-11 0,4-12 0,2-4 0</inkml:trace>
  <inkml:trace contextRef="#ctx0" brushRef="#br0" timeOffset="59">5317 18345 8912,'0'10'0,"0"-3"0,0-7 0,0 2 0,0 4 0,0-4 0,2 5 0,4-7 0,6 0 0,3 0 0,2 0 0,0-7 0,1-5 0,-1 5 0,-2-9 0,-3 5 0,1-4 0,-7-2 0,-3 7 0,-8 4 0,-5 4 0,-7 4 0,0 4 0,0 4 0,-1 7 0,3 8 0,4 3 0,-5-3 0,14 7 0,-3-3 0,3 4 0,2-1 0,0-3 0,9 1 0,8-7 0,1 0 0,16-13 0,-1-5 0,5-3 0,10-2 0,-4-15 0,7-4 0</inkml:trace>
  <inkml:trace contextRef="#ctx0" brushRef="#br0" timeOffset="60">5920 18259 8912,'-23'8'0,"-2"1"0,0 5 0,0 3 0,2-2 0,6 14 0,2-2 0,3 1 0,5 5 0,7-5 0,0 11 0,0 1 0,7-2 0,5-9 0,3 1 0,2-7 0,6 0 0,0-6 0,2-7 0,-2-5 0,-4-3 0,4-4 0,-4-3 0,6-13 0,2-8 0</inkml:trace>
  <inkml:trace contextRef="#ctx0" brushRef="#br0" timeOffset="61">6212 18362 8912,'-17'0'0,"0"0"0,0 0 0,-1 0 0,1 8 0,0 3 0,0 5 0,0 1 0,7 0 0,-3 0 0,5 2 0,-1 4 0,5-4 0,-4 6 0,8-8 0,0 1 0,0-1 0,0 0 0,8 0 0,1-7 0,8-5 0,1-5 0,-1-5 0,-6-5 0,1-7 0,-3 0 0,3 0 0,1-1 0,-7 1 0,7 8 0,-11-7 0,8 9 0,-6-7 0,1 3 0,1 7 0,-4-4 0,4 8 0,-4 0 0,5 2 0,-7 4 0,8 4 0,0 7 0,3 0 0,4 0 0,-5-2 0,7-3 0,0 3 0,1-5 0</inkml:trace>
  <inkml:trace contextRef="#ctx0" brushRef="#br0" timeOffset="62">6505 18397 8912,'-12'0'0,"1"0"0,5 0 0,-5 0 0,7 0 0,-4 0 0,8 2 0,0 3 0,0 5 0,0 1 0,0 1 0,6-1 0,2 5 0,1-5 0,-5 4 0,9-11 0,-5 6 0,2-3 0,-7-1 0,13 0 0,-5-1 0,-3 1 0,1-8 0,-3-3 0,-2-3 0,7-4 0,-7-3 0,2 4 0,-4 1 0,-2-1 0,6 5 0,-1-5 0,1 7 0,-4-4 0,4 8 0,-4 0 0,11 8 0,-7 3 0,7-1 0,-1 1 0,-3 1 0,3 5 0,-1 0 0,6 0 0,1-2 0,-1-3 0,0-2 0,0-5 0,0-3 0,1 4 0,-1-4 0,0-10 0,-2-3 0,-3-5 0,3-1 0,-11-2 0,6-4 0,-3-5 0,-1 3 0,-6-8 0,0 6 0,0 1 0,0 1 0,0 8 0,0 0 0,0 7 0,0 4 0,0 12 0,2 7 0,4 8 0,3 6 0,8 2 0,1-1 0,1 1 0,2 5 0,2 1 0,0-3 0,-6-3 0,-2 3 0,-3-3 0,-5-4 0,-7 0 0,0-8 0,0 0 0,-7 8 0,-11-8 0,-10 2 0,-5-5 0,-1-3 0,-1-1 0,1-5 0,-1-3 0,1-2 0,0 0 0</inkml:trace>
  <inkml:trace contextRef="#ctx0" brushRef="#br0" timeOffset="63">7296 18534 8912,'0'10'0,"-5"-1"0,-1-3 0,0-4 0,6 8 0,0-5 0,8-3 0,3 4 0,7-4 0,5-2 0,-2 0 0,7 0 0,-7-2 0,2-4 0,2 2 0,-2-7 0,0-1 0,-8-5 0,-3 0 0,-7 0 0,-3 0 0,-2-1 0,-7 3 0,-5 4 0,-3 3 0,-8 8 0,0 0 0,2 0 0,2 8 0,-4 3 0,0 12 0,2-2 0,8 8 0,1 1 0,8 5 0,-1 5 0,5-4 0,5 4 0,5-3 0,7-3 0,8-7 0,4 3 0,11-9 0,6-5 0,3 1-108,11-15 1,1-2 0,8-10 0</inkml:trace>
  <inkml:trace contextRef="#ctx0" brushRef="#br0" timeOffset="64">8346 17915 8912,'17'-17'0,"-1"0"0,-5 0 0,-5-1 0,-4 1 0,-4 8 0,-2 5 0,-2 8 0,-15 13 0,10 12 0,-12 11 0,4 6 0,0 11 0,-4 6 0,11 4 0,-11 2 0,12-1 0,3 1 0,2 0 0,5 0 0,2-10 0,7-9 0,7-14 0,6-11 0,10-6 0,-4-10 0,7-3 0,1-6 0,-1-8 0,0-9 0,1 0 0,-1-8 0,-1 8 0,-5 0 0,-3 2 0,-7 3 0,-7-1 0,0 7 0,-7 0 0,4 6 0,0 0 0,1 0 0</inkml:trace>
  <inkml:trace contextRef="#ctx0" brushRef="#br0" timeOffset="65">9362 17881 8912,'-8'-23'0,"-2"0"0,-1 2 0,-1 2 0,1 4 0,-6 3 0,-2 6 0,-4 5 0,-4 1 0,-8 0 0,1 15 0,0 4 0,-1 17 0,1 4 0,5 6 0,2 11 0,2 7 0,4 2 0,4 11 0,6 3-141,-5-4 0,15 1 141,-5-8 0,12-8 0,5-4 0,4-3 0,8-12 0,0-8 0,15-15 0,-9-6 0,11-7 0,-3-2 0,5-17 0,2-6 0</inkml:trace>
  <inkml:trace contextRef="#ctx0" brushRef="#br0" timeOffset="66">9602 18036 8912,'-17'-2'0,"0"-2"0,0-2 0,0 2 0,-1-3 0,1 1 0,8 8 0,-5 9 0,7 12 0,-3 6 0,6 5 0,-2 6 0,5 6 0,1 4 0,7 9 0,3-3 0,7 7 0,0-10 0,0-1 0,6-8 0,0-10 0,6-7 0,-4-6 0,2-8 0,1-5 0,1-10 0,0-4 0,1-5 0,1-7 0,-2-4 0,1-7 0,-5-9 0,2-4 0,3-2 0,-5-10 0,0 1 0,-10-5 0,-3 5 0,-5 1 0,-10 6 0,-9 1 0,-7 3 0,-15 0 0,-1 7 0,-5 18 0,0 0 0,0 11 0,5 0 0,7 12 0,-1 6 0,8 5 0,-2 6 0,4 2 0,2 3 0,-1 5 0,1-7 0</inkml:trace>
  <inkml:trace contextRef="#ctx0" brushRef="#br0" timeOffset="67">9551 18483 8912,'-17'0'0,"7"0"0,2 0 0,8 0 0,2-2 0,6-2 0,9-2 0,2-7 0,10 3 0,2 1 0,1-7 0,2 9 0,1-7 0,-1 3 0,-7 5 0,-4-5 0,4-1 0,0-5 0</inkml:trace>
  <inkml:trace contextRef="#ctx0" brushRef="#br0" timeOffset="68">9740 17829 8912,'0'-17'0,"0"0"0,2 0 0,4 0 0,5 5 0,12 1 0,4 7 0,9-2 0,4 4 0,4 12 0,8 7 0,0 10 0,-1 13 0,-7 4 0,-4 9 0,-3 4 0,-10 5 0,-5 6 0,-10 1 0,1 6 0,-7 1 0,-2 2-139,-10-5 1,-3 3 138,-9-7 0,1-6 0,-2-2 0,-4-1 0,4-11 0,-4-14 0,12-12 0,-3-6 0,8-6 0,3-5 0</inkml:trace>
  <inkml:trace contextRef="#ctx0" brushRef="#br0" timeOffset="69">11031 18294 8912,'-8'-23'0,"-1"0"0,-1 2 0,2 3 0,1 7 0,5 7 0,-4 16 0,4 7 0,2 15 0,2 1 0,4-1 0,-2 0 0,7 3 0,1 1 0,-3 2 0,6-6 0,-3-7 0,3 0 0,2 0 0,1-6 0,-1 0 0,0-8 0,0-5 0,2-8 0,2-4 0,2-8 0,8 1 0,-10-22 0,8 5 0,-8-11 0,2-3 0,-2 0 0,-2-2 0,-2 1 0,4 4 0,-17 3 0,5 9 0,-1 2 0,-2 3 0,-6 12 0,0 2 0,0 10 0,2 4 0,2 7 0,1 8 0,9 0 0,-5 8 0,3 4 0,-1 5 0,1-4 0,5 0 0,-6 1 0,1-6 0,-8-5 0,9 7 0,-7-8 0,-2-2 0,-10-2 0,-4-2 0,-7 0 0,-8-1 0,-4-5 0,-3 2 0,-2-7 0,-1-2 0,-5-2 0,0-2 0,2 0 0,1-15 0,3-4 0</inkml:trace>
  <inkml:trace contextRef="#ctx0" brushRef="#br0" timeOffset="70">11065 17692 8912,'-17'0'0,"5"2"0,1 3 0,5 5 0,-5 7 0,7 2 0,-2 2 0,4 2 0,4 0 0,4-6 0,-2-1 0,7-5 0,3 2 0,9-7 0,-8 0 0,8-6 0,-15 0 0,13-2 0,-14-4 0,3-5 0,-6-5 0,3-1 0,-7 0 0,0 0 0,-7 2 0,-5 1 0,-3 5 0,-2 1 0,-1-5 0,1 11 0,0-2 0,0 8 0,0 5 0,-1 10 0,3 4 0,4 6 0,-5 3 0,7 3 0</inkml:trace>
  <inkml:trace contextRef="#ctx0" brushRef="#br0" timeOffset="71">12511 18723 8912,'-18'0'0,"1"0"0,0-2 0,0-3 0,7 5 0,5 0 0,5 2 0,7 9 0,12 2 0,14 3 0,11-5 0,17-1 0,14-1 0,14 1 0,-35-8 0,1 0 0,7 1 0,3-1 0,7 0 0,3-2 0,8 0 0,4-2 0,-21 1 0,2-1 0,1 0 0,1-2 0,0 0 0,0-2-889,-1 0 1,0-2-1,0 1 889,-2 1 0,0 0 0,-1-1 0,26-6 0,-2-1 0,-2 4 0,-2-1 0,-3 0 0,-4-1 0,-9 1 0,-4 0-108,-10 1 0,-3 2 0,-3 2 0,-2 1 108,38-7 0,0 3 0,-4-4 0,-9 3-231,-16 2 231,-11 3 0,-12-1 0,-1-2 0,-4-1 0,-5 5 0,-8-6 2433,-5 5-2433,4 3 283,-13-14 0,6 13-283,-8-9 330,0 8-330,8-3 0,-6 7 0,5 0 0,-7 0 0,0 0 0,-9 0 0,-9 0 0,1 0 0,-8 0 0</inkml:trace>
  <inkml:trace contextRef="#ctx0" brushRef="#br0" timeOffset="72">12631 17950 8912,'0'-18'0,"0"1"0,0 0 0,0 0 0,0 5 0,0 1 0,-2 7 0,-2-4 0,-3 3 0,-3-1 0,-3 2 0,3 4 0,-1 6 0,-1-2 0,-5 7 0,0 3 0,0 1 0,-1 10 0,1 3 0,0 5 0,6 7 0,1 2 0,0 2 0,3 6 0,-1 5 0,2-2 0,6 3 0,0-8 0,8-6 0,5-10 0,9-3 0,4-6 0,9-12 0,-1-5 0,1-4 0,-3-10 0,-3-3 0,3-6 0,-3-6 0,-4-4 0,-2-8 0,-10 3 0,-1 3 0,-9-1 0,3 7 0,-4 0 0,-2 6 0,0 0 0,-2 7 0,-4 4 0,4 4 0,-5 4 0,7 4 0,0 5 0,0 12 0,0-2 0,2 6 0,3-2 0,5-2 0,9-8 0,2-1 0,2-3 0,0-7 0,0 3 0,0-8 0,-2-5 0,2-4 0,-6-7 0,2-2 0,-13-4 0,0 2 0,-6-8 0,-2 8 0,-4-2 0,-11 4 0,-12 2 0,-3 0 0,-1 2 0,3 3 0,1 6 0,8 5 0,-4 1 0,8 0 0,7 7 0,10 3 0,10 7 0</inkml:trace>
  <inkml:trace contextRef="#ctx0" brushRef="#br0" timeOffset="73">13251 18070 8912,'-10'0'0,"2"0"0,8 0 0,-5 2 0,-1 4 0,2 5 0,2 4 0,2 3 0,-2-1 0,-1 2 0,-3 4 0,0-4 0,6 4 0,0-4 0,0-2 0,0-7 0,0 5 0,0-13 0,0 4 0,0-12 0,0-6 0,0-11 0,8-3 0,3-9 0,3 1 0,-3 0 0,4 7 0,-3 4 0,1 4 0,-1 2 0,3 7 0,-5 2 0,7 8 0,-6 4 0,1 8 0,-7-1 0,7 12 0,-8 4 0,1 1 0,5 3 0,1-2 0,-1 1 0,2-7 0,-3 0 0,3-6 0,-3-1 0,-3-5 0,3 4 0,9-5 0</inkml:trace>
  <inkml:trace contextRef="#ctx0" brushRef="#br0" timeOffset="74">13612 18018 8912,'12'16'0,"-1"-5"0,-7 4 0,2-3 0,-3 3 0,3 2 0,-4 1 0,4-1 0,-4 8 0,0-4 0,1 5 0,3-1 0,2-2 0,-2-6 0,1 1 0,5-1 0,3-2 0,-4-4 0,5-3 0,-5-10 0,1-4 0,-7-3 0,7-8 0,-6-8 0,5-4 0,-5 2 0,5-1 0,-5 1 0,6-2 0,-7-1 0,7 7 0,-1-8 0,6 5 0</inkml:trace>
  <inkml:trace contextRef="#ctx0" brushRef="#br0" timeOffset="75">14094 18087 8912,'-8'10'0,"6"-1"0,-3-3 0,-5-4 0,8 6 0,-4-3 0,12 1 0,4 0 0,7-6 0,0-2 0,0-4 0,8 4 0,-6-13 0,4 5 0,-4 1 0,-1-6 0,-3 11 0,-4-8 0,-5-1 0,-4-2 0,-2-3 0,0 1 0,-8 8 0,5 1 0,-9 8 0,-1 0 0,-3 0 0,-1 2 0,0 4 0,0 5 0,7 6 0,4 6 0,-1-2 0,1 8 0,2 1 0,2 1 0,2-2 0,8 1 0,3-7 0,5-2 0,9-2 0,1-1 0,9-3 0,-1-4 0,1-3 0,-1-8 0,0 0 0</inkml:trace>
  <inkml:trace contextRef="#ctx0" brushRef="#br0" timeOffset="76">14541 18018 8912,'-7'10'0,"5"0"0,-4-5 0,-4-3 0,9 8 0,-5-5 0,10-1 0,1 8 0,9-8 0,-5 11 0,9-4 0,-1 5 0,0 1 0,6-6 0,0 1 0,-2 1 0,-2 2 0,-2 3 0,0-3 0,1-4 0,-1 5 0,-6-9 0,1 5 0,-1 3 0,6-5 0</inkml:trace>
  <inkml:trace contextRef="#ctx0" brushRef="#br0" timeOffset="77">14886 18018 8912,'-6'12'0,"0"-1"0,-7-5 0,1 6 0,-3-9 0,-8 15 0,-2-3 0,-2 6 0,6 9 0,-2-1 0,4 4 0,2 1 0,0 0 0,0 1 0,7-3 0,4-3 0,4-4 0,2-8 0,0 0 0,0 0 0,8-7 0,2-3 0</inkml:trace>
  <inkml:trace contextRef="#ctx0" brushRef="#br0" timeOffset="78">15333 17640 8912,'0'-17'0,"0"6"0,0-1 0,0 8 0,0-2 0,0 12 0,0 11 0,0 14 0,0 7 0,0 0 0,0 8 0,0 2 0,0-4 0,0 2 0,0 0 0,0 3 0,0-3 0,0-6 0,0-3 0,0-3 0,0-7 0,8-2 0,1-8 0</inkml:trace>
  <inkml:trace contextRef="#ctx0" brushRef="#br0" timeOffset="79">15436 18311 8912,'0'9'0,"0"-1"0,0 0 0,0-7 0,0 7 0,0-6 0,-2 2 0,-3 2 0,3-1 0,-6-5 0,8 0 0,0-2 0,0-3 0,0 3 0,0-6 0,0 8 0,0 0 0,-8 0 0,-1 0 0</inkml:trace>
  <inkml:trace contextRef="#ctx0" brushRef="#br1" timeOffset="80">11220 4453 8912,'10'-8'0,"-5"-3"0,-3-4 0,-2-3 0,-2 1 0,-3 0 0,-5 2 0,-7 1 0,-2 5 0,-2 1 0,-4 4 0,-2 2 0,-4 2 0,-1 0 0,-2 0 0,-1 0 0,1 0 0,-1 2 0,1 4 0,-2 6 0,-5 9 0,-3 3 0,0 3 0,-7 4 0,-1 9 0,1 4 0,-5 7 0,6 3 0,5 3 0,8 6 0,3 12 0,7-1-247,10 12 0,7-4 247,4 10 0,5 2 0,1-3 0,7 1 0,5-10 0,9-7 0,2-12 0,15-8 0,-6-11 0,20-6 0,7-7 0,6-6 0,12-16 0,3-3 0,4-4 0,-3-12 0,-1-7 0,-9-8 0,-3-9 0,1-2 0,-6-5 0,4-2 0,2-9 0,-6-2 0,-3-1 0,-5-4 0,-5-2 0,-10-10 0,-8 0 0,-14-3 0,-11 3 0,-13-5 0,-5-4 0,-14-10 0,8 44 0,0 0 0,1-4 0,-3 1 0,-6 4 0,-1 2 0,1-2 0,0 0 0,-2 3 0,-1 2 0,-4 2 0,-2 1 0,-29-26 0,-5 14 0,-7 14 0,2 10 0,-7 14 0,-14 5 0,43 8 0,-1 2 0,-5 1 0,-1 3 0,3 4 0,-1 3 0,2 2 0,1 0 0,4 1 0,1 1 0,-32 17 0,11-2 0,23 9 0,10-3 0,16 9-57,5 5 1,11 15 56,4-1 0,23-3 0,14-2 0,14-11 0,8 1 0,5-12 0,2-1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20:37:25.03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19842 4797 8912,'0'-19'0,"0"-2"0,0-2 0,0 0 0,0 0 0,0-2 0,0 0 0,0 0 0,-2 3 0,-4 4 0,-6 3 0,-3 2 0,-2 1 0,-8 8 0,-4 3 0,-3 10 0,-2 14 0,-1 11 0,1 12 0,-1 12 0,1 12 0,1 7 0,5 3 0,5 8 0,0 5 0,14-41 0,1 0-88,-4-1 1,3 1 0,7-1 0,2 1 0,-3-1 0,0-1 87,1 48 0,10-13 0,7-18 0,8-15 0,13-16 0,-1-13 0,10-11 0,1-7 0,-4-10 0,6-9 0,-4-7 0,6 0 0,5-2 0</inkml:trace>
  <inkml:trace contextRef="#ctx0" brushRef="#br0" timeOffset="1">20100 5175 8912,'-10'-17'0,"3"7"0,-1 3 0,-2 7 0,1 7 0,3 5 0,2 11 0,0 7 0,-1 9 0,-9-3 0,12 12 0,-3-8 0,3 0 0,2 2 0,0-6 0,0 4 0,0-11 0,0-6 0,0-4 0,0-2 0,0-7 0,0-5 0,0-10 0,-6-11 0,0-6 0,-5-11 0,3 1 0,-1-7 0,5-8 0,-4 5 0,8-6 0,0 2 0,0 0 0,2-4 0,4 5 0,3-3 0,8 8 0,8-6 0,4 6 0,-2 7 0,1 10 0,-6 10 0,0 3 0,-2 3 0,-3 1 0,0 14 0,-2 3 0,-3 4 0,-5 10 0,-7 4 0,-2 5 0,-3 6 0,-5-1 0,-7 6 0,0-6 0,0 10 0,-1-3 0,1-4 0,2-2 0,3-3 0,5-3 0,1 4 0,0-1 0,2-5 0,3-9 0,10 0 0,6-10 0,6-1 0,10-8 0,-2 1 0,9-10 0,2-7 0,8-3 0,-6-8 0,4-2 0,-6-2 0,-6-1 0,-5 1 0,-4-6 0,-4 7 0,-4-9 0,-3 9 0,-14 1 0,0 0 0,0 6 0,-2-4 0,-4 11 0,-4 5 0,-7 7 0,0 7 0,0 5 0,7 3 0,4 2 0,5 2 0,1 4 0,0 2 0,0 4 0,0-6 0,7-4 0,-3-2 0,9 2 0,7 4 0,-3-11 0,9 9 0,-3-16 0,6-1 0,4-2 0,1-4 0,0-4 0,9-3 0,0-8 0</inkml:trace>
  <inkml:trace contextRef="#ctx0" brushRef="#br0" timeOffset="2">21149 5141 8912,'-17'-6'0,"0"0"0,0 2 0,0 3 0,-1 1 0,1 0 0,-2 0 0,-2 1 0,-2 5 0,0 4 0,12 9 0,-1 4 0,3 2 0,-3 3 0,5 10 0,7-3 0,0 3 0,0-4 0,9-1 0,8-3 0,10-1 0,6-8 0,1 2 0,2-6 0,4-5 0,4-5 0,0-9 0,-3-3 0,3-5 0,0-7 0</inkml:trace>
  <inkml:trace contextRef="#ctx0" brushRef="#br0" timeOffset="3">21494 5244 8912,'9'-17'0,"-1"0"0,-8-1 0,0 7 0,0-1 0,0 9 0,-8-5 0,-3 8 0,-10 2 0,-2 4 0,2 5 0,4 4 0,5 3 0,-3-1 0,7 0 0,-3 2 0,5 4 0,4-12 0,2 12 0,0-11 0,0 3 0,0 2 0,0-5 0,0-1 0,2-7 0,4 2 0,3-4 0,8-2 0,1-8 0,-1-3 0,-2-5 0,-3-1 0,3 0 0,-7 0 0,5 1 0,-2 5 0,-5-4 0,6 3 0,-1 5 0,6-1 0,-7 10 0,-4 4 0,1 3 0,1 8 0,1 0 0,3 8 0,5-6 0,0 4 0,2-2 0,4 2 0,-2-4 0,8 2 0,2-7 0,-6 1 0,7-13 0,-5 4 0,0-4 0,13-18 0,-4-3 0</inkml:trace>
  <inkml:trace contextRef="#ctx0" brushRef="#br0" timeOffset="4">22044 4883 8912,'-17'-8'0,"8"6"0,-7-5 0,7 7 0,-1 7 0,4 5 0,4 5 0,2 6 0,0 6 0,2 5 0,4 4 0,6 4 0,3 2 0,2 2 0,0 4 0,2-5 0,4-4 0,-4-5 0,6-4 0,-6-3 0,4-6 0,-3-12 0,4-3 0,-6-8 0,5-8 0,-1-3 0,1-18 0,-5-5 0,1-12 0,4 0 0,-4-5 0,2-5 0,-8-1 0,3-8 0,-13 10 0,7-8 0,-2-2 0,-3 5 0,-5 7 0,0 11 0,0 13 0,0 8 0,-2 12 0,-1 5 0,-3 8 0,-8 13 0,11 17 0,-7 12 0,2 4 0,-5 1 0,11 7 0,-4-1 0,4-2 0,10-1 0,2-5 0,7-3 0,0-6 0,6-3 0,2-3 0,2-1 0,3-5 0,3-3 0,1-15 0,1-5 0,-1-3 0,0-2 0,-5-7 0,0-5 0,-8-18 0,4-7 0</inkml:trace>
  <inkml:trace contextRef="#ctx0" brushRef="#br0" timeOffset="5">22870 4023 8912,'0'-17'0,"0"0"0,0 0 0,16 7 0,7 4 0,11 6 0,12 6 0,6 21 0,11 19 0,2 15-680,-36-22 0,-1 2 680,2 1 0,-3 4 0,-3 12 0,-4 4 0,0 3 0,-3 2 0,-3 4 0,-3 1 0,-4 2 0,-3-1 0,-2 3 0,-2-1 0,-2-3 0,-2 0 0,-4 3 0,-5 1 0,-5-2 0,-4 1 0,0-3 0,-4-1 0,-6-2 0,-3-3 0,1-4 0,-3-1 0,-6 0 0,-1-2 0,4-5 0,-1-1 0,-4 5 0,-2-1 0,3-4 0,-1 1 0,-1 0 0,0 1 0,-2-3 0,0 1 0</inkml:trace>
  <inkml:trace contextRef="#ctx0" brushRef="#br0" timeOffset="6">12666 7307 8912,'26'0'0,"-5"-2"0,-5-4 0,-5-3 0,3-3 0,-1 1 0,-2-2 0,3-3 0,-8-1 0,5 6 0,-5-1 0,-2 8 0,-10-1 0,2 3 0,-7 2 0,-3 0 0,-1 0 0,-2 0 0,-10 2 0,-8 3 0,-7 7 0,-9 11 0,-10-2 0,-8 7 0,-12 5 0,37-14 0,-1 0 0,-6 0 0,-2 0 0,-4 4 0,0 0 0,-2-1 0,1 0 0,-1 2 0,-1 0-571,0-1 0,0 0 571,9-4 0,1 0 0,-6-1 0,3-2 0,-30 7 0,9-4 0,7-9 0,19-2 0,8-8 0,11 0 0,16 0 0,5 0 0,8-8 0,8 6 0,1-6 0,9 10 1142,-1 4-1142,0-4 0,0 13 0,0-13 0,1 6 0</inkml:trace>
  <inkml:trace contextRef="#ctx0" brushRef="#br0" timeOffset="7">11478 7290 8912,'-9'-19'0,"-5"-2"0,-3-2 0,2 2 0,1 4 0,-3 5 0,0-3 0,5 13 0,1-4 0,-2 4 0,3 10 0,-1 3 0,5 5 0,-6 1 0,7 8 0,-7 5 0,-1 9 0,-3-3 0,-6 19 0,-1-3 0,2 1 0,-6 1 0,8 3 0,-4 2 0,4 2 0,1-5 0,3 1 0,4-3 0,5-3 0,4-7 0,2 4 0,0-8 0,2-7 0,4-11 0,5 1 0,12-5 0,-2 3 0,8-10 0,1-3 0,10-3 0,6-3 0,10-2 0,3 0 0,0-2 0,1-3 0,-3 3 0,-5-6 0,-1 8 0,-7 6 0,-4 0 0,-3 7 0,-3-3 0</inkml:trace>
  <inkml:trace contextRef="#ctx0" brushRef="#br0" timeOffset="8">13836 6877 8912,'0'-11'0,"-2"1"0,-2 1 0,-2-1 0,-7-1 0,11 1 0,-6 10 0,8 13 0,0 10 0,0 12 0,0 7 0,2 9 0,2 3 0,2 3 0,5 4 0,-3 8 0,2 0 0,-7 5 0,3 1 0,-4-3 0,4-10 0,-1-11 0,1-7 0,-6-11 0,0-5 0,0-3 0,0-15 0,0-5 0,0-10 0,0-7 0,8-18 0,1-7 0</inkml:trace>
  <inkml:trace contextRef="#ctx0" brushRef="#br0" timeOffset="9">13698 6980 8912,'-8'-17'0,"-3"-2"0,-4-4 0,5 12 0,2-12 0,10 11 0,6-1 0,9 2 0,2-9 0,12 5 0,5-4 0,-1 11 0,14-18 0,-3 12 0,4 1 0,-6 7 0,4-1 0,-8 8 0,-2 5 0,-9 6 0,-8 12 0,-8 9 0,-7 5 0,-4 10 0,-12-4 0,-7 7 0,-6 1 0,-5 0 0,-5-3 0,4-3 0,-1 2 0,1-8 0,-2-2 0,10-9 0,6-6 0,-2-12 0,7-3 0,-7-16 0,0-1 0</inkml:trace>
  <inkml:trace contextRef="#ctx0" brushRef="#br0" timeOffset="10">13474 6671 8912,'10'11'0,"-4"1"0,-4-8 0,-2 3 0,0-7 0,0-2 0,0-3 0,0-7 0,2 3 0,1-3 0,5-1 0,2-2 0,1-8 0,6-2 0,0-2 0,1-2 0,1-7 0,2-2 0,2-2 0,0-8 0,-6 12 0,-2-4 0,-3 3 0,3 3 0,-13 7 0,4 4 0,-4 12 0,5 3 0,-3 16 0,6 5 0,-3 8 0,10 6 0,-5 7 0,13 6 0,-8 1 0,4-1 0,-4-6 0,0-1 0,1-5 0,-1 3 0,0-8 0,-6 1 0,1-1 0,-1-3 0,7 2 0,-7-10 0,1-6 0,-1-4 0,6-2 0</inkml:trace>
  <inkml:trace contextRef="#ctx0" brushRef="#br0" timeOffset="11">14472 7617 8912,'0'-18'0,"-1"1"0,-3 0 0,-2 0 0,0 5 0,4 3 0,-1-1 0,-5 3 0,-2-1 0,5 2 0,-7 6 0,-1 0 0,-3 0 0,-1 2 0,0 4 0,0 5 0,5 10 0,1 4 0,-1 4 0,3 7 0,-6-1 0,13 14 0,-4-3 0,4 2 0,2 0 0,2-3 0,4 1 0,5-2 0,4-9 0,8-5 0,2-7 0,2-2 0,2-9 0,5-5 0,2-7 0,5 0 0,-5-15 0,4 2 0,-11-16 0,1-6 0,-7-5 0,0-2 0,-7 4 0,-5-2 0,-3 0 0,-10 5 0,-4-1 0,-5-4 0,-12 4 0,-4-1 0,-8 11 0,1 1 0,0 2 0,-1 6 0,3 2 0,3 3 0,4 4 0,10 10 0,3 4 0,-1 0 0,7 11 0,0-2 0,8 12 0,4-2 0,-4 5 0,13-10 0,-5 12 0,7-5 0</inkml:trace>
  <inkml:trace contextRef="#ctx0" brushRef="#br0" timeOffset="12">14318 7943 8912,'-8'12'0,"-4"-1"0,-3-7 0,6 4 0,3-8 0,12 0 0,5 0 0,12 0 0,10-8 0,7-3 0,8-5 0,-3-1 0,3 0 0,0 2 0,-2 3 0,-8-3 0,4 7 0,-7-5 0,-1 1 0,-7 9 0,-4-5 0,-4 2 0,-2 0 0,-7 1 0,-3 5 0,-7 0 0,0 0 0</inkml:trace>
  <inkml:trace contextRef="#ctx0" brushRef="#br0" timeOffset="13">15539 6516 8912,'-17'-6'0,"0"1"0,0 1 0,0 2 0,-1 2 0,1 0 0,0 0 0,-2 2 0,-2 6 0,-2 9 0,-6 8 0,4 13 0,0 6 0,1 7 0,1 20 0,5 5 0,1 14 0,8-38 0,1-1 0,-2 45 0,6-42 0,1 1 0,3 40 0,0 1 0,0-5 0,7-8 0,5-15 0,5-12 0,6-28 0,-2-3 0,6-9 0,0-5 0,-1-5 0,3-6 0,6-6 0,-9-4 0,7-22 0,-6-4 0</inkml:trace>
  <inkml:trace contextRef="#ctx0" brushRef="#br0" timeOffset="14">15539 6791 8912,'-1'-17'0,"-3"0"0,-2 0 0,2 0 0,2 5 0,2 4 0,0 7 0,6 4 0,2 15 0,1 1 0,5 4 0,1 3 0,4 7 0,2-3 0,2-1 0,-2 0 0,-2-3 0,-2 7 0,6-14 0,0 6 0,-2-4 0,-2-2 0,-1-4 0,5-1 0,-1 3 0,1-8 0,-5-1 0,-1-8 0,0 0 0,0-15 0,0-4 0</inkml:trace>
  <inkml:trace contextRef="#ctx0" brushRef="#br0" timeOffset="15">16193 6791 8912,'-2'17'0,"-3"1"0,-3-1 0,-3 0 0,-5 0 0,5 0 0,-4 1 0,-3-1 0,1 6 0,0 2 0,0-1 0,-1 1 0,1-2 0,0 0 0,0 0 0,0 2 0,-1-2 0,1-12 0,0 12 0,0-13 0</inkml:trace>
  <inkml:trace contextRef="#ctx0" brushRef="#br0" timeOffset="16">15901 7101 8912,'6'17'0,"-1"2"0,-1 4 0,-2 6 0,4 3 0,1 4 0,1 5 0,0 4 0,5 5 0,-1 2 0,-5-1 0,9-5 0,-7-2 0,3-2 0,-1-4 0,-5-9 0,5-8 0,3-8 0,-7-5 0,1-8 0</inkml:trace>
  <inkml:trace contextRef="#ctx0" brushRef="#br0" timeOffset="17">16555 7101 8912,'-12'0'0,"3"2"0,1 3 0,0-3 0,3 4 0,5-4 0,0-2 0,9 0 0,14 0 0,6-2 0,3-4 0,3-5 0,-1-4 0,6 3 0,1 3 0,-3 1 0,-4-4 0,-5 7 0,-6 1 0,-4 2 0,-10 2 0,7 0 0,-7 0 0</inkml:trace>
  <inkml:trace contextRef="#ctx0" brushRef="#br0" timeOffset="18">16624 7427 8912,'17'0'0,"2"-7"0,4-5 0,2-3 0,5-2 0,-1 0 0,0 5 0,5 1 0,-5-1 0,-1-5 0,-7 6 0,4 1 0,-4 1 0,-3-1 0,3-1 0,-12-7 0,8 1 0</inkml:trace>
  <inkml:trace contextRef="#ctx0" brushRef="#br0" timeOffset="19">17209 6946 8912,'7'-25'0,"-5"6"0,6-6 0,-8 8 0,2 8 0,4 3 0,-5 12 0,7 11 0,-8 13 0,0 8 0,0 6 0,0 8 0,0 0 0,0-1 0,0 1 0,0-3 0,0-3 0,2 2 0,4-6 0,5 2 0,3-6 0,-3 2 0,4-11 0,-3-6 0,3-12 0,2-3 0,1-8 0</inkml:trace>
  <inkml:trace contextRef="#ctx0" brushRef="#br0" timeOffset="20">17742 6602 8912,'0'-9'0,"0"22"0,0 16 0,-2 11 0,-2 6 0,-1 11 0,1 8 0,0 11 0,0 6 0,-3 4 0,-3 0 0,0 6 0,-3-16 0,2-5 0,7-14 0,-2-7 0,4-12 0,2-7 0,0-10 0,8-12 0,-4-5 0,5-15 0,-1-3 0,5-16 0,-3-6 0</inkml:trace>
  <inkml:trace contextRef="#ctx0" brushRef="#br0" timeOffset="21">17897 6980 8912,'0'-17'0,"-2"0"0,-4 0 0,4 0 0,-3 7 0,10 4 0,9 4 0,7 2 0,0 0 0,8 0 0,1 2 0,3 4 0,-5 4 0,-1 9 0,0 2 0,0 2 0,-12 7 0,2-1 0,-11 3 0,0 3 0,-4-1 0,-4 1 0,-4-1 0,-9 0 0,-10-1 0,-2-5 0,-2 3 0,-5-8 0,-1 6 0,1-6 0,5-2 0,1-10 0,7 2 0,-2-7 0,11-8 0,-3-15 0,5-10 0</inkml:trace>
  <inkml:trace contextRef="#ctx0" brushRef="#br0" timeOffset="22">18327 6929 8912,'-17'0'0,"0"-6"0,0 0 0,-1 1 0,1 5 0,6 7 0,1 7 0,1 7 0,-1 7 0,4 5 0,-3 1 0,1 2 0,4 5 0,2-5 0,2 8 0,0-6 0,0 2 0,0-4 0,0-5 0,8-6 0,3-8 0,11-2 0,0-3 0,3-5 0,-2-7 0,-4 0 0,14-15 0,-6-4 0</inkml:trace>
  <inkml:trace contextRef="#ctx0" brushRef="#br0" timeOffset="23">18637 7221 8912,'-10'10'0,"1"-1"0,3-3 0,4 4 0,-4 7 0,5 0 0,1 0 0,0 0 0,0 0 0,1 6 0,5 0 0,-4 2 0,4-2 0,2-4 0,-3 4 0,-1-4 0,-2-2 0,6-7 0,1-2 0</inkml:trace>
  <inkml:trace contextRef="#ctx0" brushRef="#br0" timeOffset="24">18689 6894 8912,'-18'0'0,"1"0"0,6 0 0,1 2 0,3 4 0,-5-2 0,6 7 0,1-5 0,5 6 0,0 1 0,1-5 0,5-3 0,4-3 0,7-2 0,0 0 0,0 0 0,-7-2 0,-4-3 0,-4 1 0,-2-8 0,0 8 0,0-11 0,-2 13 0,-4-3 0,-4 3 0,-7 2 0,2 2 0,3 3 0,-1-1 0,7 8 0,-1-7 0,1 7 0,4-8 0,-6 3 0,8-7 0</inkml:trace>
  <inkml:trace contextRef="#ctx0" brushRef="#br0" timeOffset="25">18930 6241 8912,'-18'-2'0,"1"-2"0,0-1 0,9-1 0,8 8 0,10 4 0,13 9 0,5 8 0,5 7 0,3 5 0,4 11 0,-1 3 0,7 3 0,-8 9 0,2 8 0,-4 9 0,-3 14 0,-19-44 0,-1 1 0,-4 2 0,-1-1 0,-3 2 0,-3 0-172,-3-1 0,-3 1 1,-4 0-1,-2 1 172,-3 1 0,-2 1 0,-2-3 0,-1 1 0,-1 1 0,-2-1 0,-1-3 0,-2-1 0,0-1 0,-1-2 0,-4-3 0,0 0 0,1-1 0,-1 0 0,1-2 0,0 0 0,-25 29 0,9-12 0,4-11 0,3 2 0,3-8 0,0-2 0,-1-2 0</inkml:trace>
  <inkml:trace contextRef="#ctx0" brushRef="#br0" timeOffset="26">20169 7084 8912,'-18'0'0,"1"0"0,0 0 0,0 0 0,1 1 0,5 5 0,3-2 0,8 7 0,2-7 0,4 2 0,11 2 0,12-3 0,5-1 0,6-2 0,2-2 0,4 0 0,4-2 0,-4-3 0,-4 3 0,-2-4 0,-5 4 0,-7 2 0,3-2 0,-8-4 0,0 4 0,-14-5 0,-1 7 0,-8 0 0,-2 2 0,-4 1 0,-3 5 0,-1 2 0,-13 1 0,4 6 0</inkml:trace>
  <inkml:trace contextRef="#ctx0" brushRef="#br0" timeOffset="27">20065 7599 8912,'0'12'0,"0"-1"0,0-7 0,8 4 0,2-6 0,9 1 0,5 3 0,11-2 0,9-2 0,13-10 0,4 1 0,8-5 0,-6-3 0,-1 3 0,-3-3 0,-9-2 0,-10 0 0,-4 7 0,-9-5 0,-2 13 0,-16-6 0,-9 8 0,-11 0 0,-3 2 0,3 4 0,-4-4 0,11 11 0,-8-5 0,-1 2 0,-2 1 0,-3 6 0</inkml:trace>
  <inkml:trace contextRef="#ctx0" brushRef="#br0" timeOffset="28">22113 6877 8912,'0'-11'0,"0"-1"0,0 9 0,0-3 0,0 12 0,0-3 0,2 9 0,4 1 0,3-3 0,9-1 0,-1-1 0,0-4 0,0-2 0,2-2 0,4 0 0,-4-2 0,4-4 0,-4-4 0,-1 1 0,-3-6 0,-4 3 0,-3-11 0,-8 4 0,0-4 0,-8 4 0,-3 2 0,-12 0 0,-6 1 0,-3 5 0,-1-2 0,3 7 0,1 4 0,-2 6 0,5 11 0,-3 8 0,8 15 0,-4-7 0,8 15 0,7-1 0,5 7 0,3 0 0,4-1 0,5-1 0,9-4 0,5-6 0,11-12 0,2-5 0,1-3 0,9-11 0,-4-3 0,-4-4 0,5-4 0,-5-4 0,2-9 0,-3-8 0,3-15 0,-11 1 0</inkml:trace>
  <inkml:trace contextRef="#ctx0" brushRef="#br0" timeOffset="29">22664 6877 8912,'-12'0'0,"1"0"0,-3 0 0,7 0 0,-1 0 0,27 8 0,6 3 0,4 5 0,0 8 0,-1 5 0,5-4 0,-8 7 0,3-3 0,3-2 0,-6 1 0,1 3 0,-4-6 0,0-2 0,-2-4 0,-3-2 0,0-7 0,0 5 0,-7-13 0,5-2 0,-5-10 0</inkml:trace>
  <inkml:trace contextRef="#ctx0" brushRef="#br0" timeOffset="30">23060 6894 8912,'0'-11'0,"0"0"0,0-1 0,-2 3 0,-4 3 0,-5 4 0,-5 2 0,-1 0 0,-2 8 0,-2 5 0,-2 8 0,-8 8 0,3 11 0,1-2 0,0 8 0,0 1 0,1 3 0,5-6 0,-2 4 0,11-8 0,4 0 0,8-6 0,0-7 0,2-6 0,4-7 0,4-7 0,15-22 0,1-4 0</inkml:trace>
  <inkml:trace contextRef="#ctx0" brushRef="#br0" timeOffset="31">23318 6912 8912,'0'-18'0,"0"7"0,0 0 0,0 5 0,0-6 0,0 9 0,0 8 0,0 12 0,0 12 0,0 0 0,5 9 0,1 2 0,0 6 0,-6-6 0,0 8 0,0-2 0,2-4 0,4-2 0,-4 2 0,3-2 0,-3 0 0,-2-6 0,0-1 0,0-4 0,8-5 0,-6-14 0,5-2 0</inkml:trace>
  <inkml:trace contextRef="#ctx0" brushRef="#br0" timeOffset="32">23249 6843 8912,'-8'-17'0,"-1"-1"0,-1 1 0,3 0 0,7 0 0,9 5 0,8 3 0,10 1 0,6 4 0,7 3 0,0 1 0,0 7 0,0-3 0,0 7 0,0 1 0,-7 5 0,-4 0 0,-4 0 0,-16 1 0,-3-1 0,-4 0 0,-2 6 0,0 0 0,-14 0 0,-3-6 0,-12 2 0,1 4 0,-5-4 0,-1 4 0,-1-4 0,3-7 0,1-3 0,3-1 0,-1-2 0,2 1 0,2 3 0</inkml:trace>
  <inkml:trace contextRef="#ctx0" brushRef="#br0" timeOffset="33">24471 6310 8912,'-8'-17'0,"-1"-2"0,-3-1 0,1-1 0,-3 4 0,-1 2 0,-2 7 0,-2-1 0,-2 3 0,-2 2 0,-8 10 0,4 5 0,0 5 0,-5 9 0,3 5 0,-3 10 0,-3 12 0,1 3 0,0 14 0,5 5-47,0 18 1,18-40 0,1 1 0,-1 6 0,1 1 0,2 1 0,3 0 46,1-1 0,2-2 0,1-2 0,0-1-610,1 43 610,15-12 0,10-14 0,17-14 0,2-13 0,2-20 0,6-8 0,-1-11 0,1 0 0,-8-4 0,-4-2 0,-4-8 0,-1-3 0,-1-5 151,1-1 1,-8 0-152,-5 0 0,-8 0 0,-5-3 0,-1-1 157,-4-1 1,-10-9-1,-3 4 1</inkml:trace>
  <inkml:trace contextRef="#ctx0" brushRef="#br0" timeOffset="34">17209 6963 8912,'0'-11'0,"0"-1"0,0 8 0,0-5 0,0 3 0,0 4 0,0-3 0,0 10 0,0-3 0,0 13 0,0-3 0,0 3 0,-2 1 0,-2-3 0,-2-2 0,0 1 0,6 5 0,0 0 0,0 0 0,0-7 0,0 5 0,0-3 0,0 3 0,0 2 0,0 0 0,0 1 0,0-1 0,0 8 0,0-6 0,0 4 0,0-2 0,0 2 0,0-4 0,0 4 0,0 1 0,0-1 0,6 0 0,0-6 0,7 1 0,-5-1 0,3 0 0,5-7 0,-7-3 0,3-1 0,-1 0 0,3-3 0,-7-1 0,9 4 0,-5 0 0,4 0 0,3-6 0,-1 0 0,-8 0 0,7-6 0,-7-2 0,3 1 0,-1-1 0,1-5 0,-1 9 0,1-8 0,1-1 0,-4-2 0,3-3 0,-1 9 0,1-6 0,-3 3 0,-1-3 0,-2 5 0,-4-3 0,2 5 0,1-1 0,1 3 0,-6-5 0,0-3 0,0-1 0,0-2 0,0 0 0,0-1 0,-6 1 0,1 0 0,-3-6 0,2 0 0,4 0 0,-5 6 0,-1 0 0,6 0 0,-11-1 0,7 1 0,0 0 0,-1 0 0,5 0 0,-4-1 0,-2 1 0,3 0 0,-3 6 0,2-1 0,4 1 0,-13-7 0,11 3 0,-7 4 0,5-3 0,-4 7 0,3-3 0,-7 6 0,5-9 0,-8 7 0,-1-1 0,1 3 0,0-2 0,0 0 0,0 16 0,-1 5 0,1 6 0,0 10 0,0-5 0,-1 9 0,7 1 0,0 4 0,7-3 0,-4 5 0,8-8 0</inkml:trace>
  <inkml:trace contextRef="#ctx0" brushRef="#br0" timeOffset="35">24901 6619 8912,'-17'0'0,"-2"0"0,-2 0 0,-2 0 0,2 2 0,1 4 0,3 5 0,0 7 0,0 5 0,0 5 0,1 5 0,5 1 0,3 8 0,8 2 0,0 0 0,2 6 0,4-6 0,5 0 0,7-4 0,5-4 0,-4-9 0,11-4 0,-7-12 0,8-3 0,-3-8 0,5 0 0,-1-2 0,-3-4 0,4-3 0,-7-16 0,9-4 0,-3-5 0,-3-6 0,0 1 0,-10-5 0,-4 2 0,-9-5 0,1 10 0,-8-3 0,-5 4 0,-4 2 0,-15 1 0,-5 2 0,-8 3 0,1 7 0,-3 0 0,4 7 0,1 9 0,1-5 0,1 8 0,5-4 0,5 12 0,9 6 0,3 3 0,7 8 0,-2 0 0,4 0 0,10-6 0,2 0 0,7 0 0</inkml:trace>
  <inkml:trace contextRef="#ctx0" brushRef="#br0" timeOffset="36">24608 6980 8912,'-19'0'0,"-2"0"0,-2 0 0,6 2 0,6 4 0,11-4 0,5 4 0,13-4 0,16-2 0,8 0 0,2-2 0,8-4 0,-1 4 0,1-4 0,-2-1 0,-4 1 0,-6 2 0,-4-5 0,-2 5 0,-1-6 0,-4 3 0,-5 1 0,-6-2 0,-7 6 0,1-3 0,-10 3 0,-2 2 0,0 0 0,-16 0 0,7 2 0,-1 3 0,-5-3 0,5 13 0,-7-5 0</inkml:trace>
  <inkml:trace contextRef="#ctx0" brushRef="#br0" timeOffset="37">25348 7187 8912,'12'0'0,"-1"0"0,1 2 0,-3 3 0,7-3 0,-14 6 0,5-8 0,-7 0 0,0 0 0,-7 0 0,5 0 0,-6-8 0,6 6 0,-4-3 0,3 3 0,-9 2 0,1 0 0,-1 0 0,1 0 0,5 2 0,-6 3 0,1-3 0,-1 12 0,1-9 0,0 1 0,1 2 0,-5 1 0,13 9 0,-4-1 0,-2 0 0,3 0 0,-1 0 0,6 0 0,2 6 0,2 0 0,3 0 0,3 0 0,3 0 0,3 0 0,1-8 0,0-3 0,2 1 0,4-7 0,-4 0 0,4-6 0,-4 0 0,-2 0 0,1-2 0,-1-4 0,0-6 0,0-3 0,-1-2 0,-5 0 0,-3 0 0,-8-1 0,0 1 0,0-8 0,0 6 0,0-4 0,-2 2 0,-4 0 0,-5-2 0,-5 2 0,-1 2 0,0 2 0,0 2 0,-1 3 0,1-3 0,0 13 0,0-4 0,5 5 0,1 1 0,5 0 0,-5 0 0,7 0 0,-4 0 0</inkml:trace>
  <inkml:trace contextRef="#ctx0" brushRef="#br0" timeOffset="38">25297 6344 8912,'0'10'0,"-8"-3"0,6-7 0,-11 8 0,7 4 0,-2-3 0,5 3 0,-3 1 0,0 2 0,6 2 0,0 1 0,0-1 0,0-6 0,2 1 0,4 1 0,3 0 0,7 1 0,-3-5 0,-2-1 0,3-2 0,7-6 0,2 0 0,2-2 0,-4-4 0,2-5 0,-2-5 0,-2-1 0,-4 0 0,-1 0 0,-3 0 0,-7-1 0,3 1 0,-7 0 0,0 0 0,0 0 0,-7-1 0,-7 3 0,-5 4 0,-4 5 0,-7-2 0,3 3 0,0 1 0,-3 4 0,7 6 0,0-5 0,6 15 0,-1-5 0,3 4 0,4 3 0,5-7 0,12 1 0,11-9 0,10 5 0</inkml:trace>
  <inkml:trace contextRef="#ctx0" brushRef="#br0" timeOffset="39">25933 6121 8912,'0'-12'0,"0"1"0,0 7 0,0-2 0,0 12 0,0 5 0,0 7 0,0 3 0,0 4 0,0 1 0,0-3 0,0 4 0,0-2 0,0 3 0,0-5 0,0 0 0,0 0 0,0 0 0,0 0 0,0-11 0,0-1 0,0 2 0,-7-5 0,-3 0 0,-7-8 0</inkml:trace>
  <inkml:trace contextRef="#ctx0" brushRef="#br0" timeOffset="40">25675 6104 8912,'-23'0'0,"-1"0"0,-3 0 0,6 0 0,4-2 0,11-4 0,6 4 0,7-4 0,11 4 0,7-5 0,17-3 0,3-5 0,5 3 0,9-10 0,3 10 0,6-11 0,-3-2 0,4 2 0,-13 0 0,3 6 0,-9 0 0,-20 8 0,3-1 0,-16 4 0,-9 6 0,-8 0 0,-8 0 0,-3 14 0,1-7 0,2 3 0,-5-6 0,11 11 0,-6-6 0,1 9 0,5-1 0,-6 0 0,16-7 0,1-3 0</inkml:trace>
  <inkml:trace contextRef="#ctx0" brushRef="#br0" timeOffset="41">26415 6482 8912,'-17'0'0,"0"0"0,0 0 0,-1 0 0,1 0 0,8-2 0,3-4 0,6 4 0,6-3 0,5 3 0,4 2 0,3 0 0,-1 0 0,2 0 0,2 2 0,2 3 0,0 3 0,-6 3 0,0 5 0,1-3 0,-3 6 0,-2 4 0,-1-2 0,-8-2 0,3 4 0,-7 2 0,0 2 0,-2-4 0,-3 5 0,-5-5 0,-7 6 0,0-8 0,-1 9 0,1-7 0,0 0 0,0-6 0,1-5 0,3-3 0,2-1 0,7-2 0,4-21 0,9-5 0</inkml:trace>
  <inkml:trace contextRef="#ctx0" brushRef="#br0" timeOffset="42">26708 6413 8912,'-12'12'0,"1"-3"0,-2-1 0,-3-4 0,3 3 0,-4-1 0,9 7 0,-9-1 0,5 3 0,1 2 0,1 8 0,5 4 0,3 5 0,-2 6 0,8 4 0,7 0 0,4 6 0,10-10 0,4 0 0,3 0 0,3-13 0,-1 0 0,3-4 0,3-12 0,-12 4 0,20-13 0,-11 6 0</inkml:trace>
  <inkml:trace contextRef="#ctx0" brushRef="#br0" timeOffset="43">27121 6740 8912,'-10'0'0,"3"7"0,7 5 0,0 3 0,0 2 0,0 0 0,0 3 0,0 1 0,0 2 0,5 5 0,1-5 0,6 0 0,-7-6 0,3 0 0,-2 1 0,-2-3 0,7-4 0,8-3 0,8-8 0</inkml:trace>
  <inkml:trace contextRef="#ctx0" brushRef="#br0" timeOffset="44">27241 6413 8912,'-17'0'0,"0"0"0,0 0 0,5 0 0,1 0 0,-1 0 0,3 8 0,1-6 0,16 5 0,1-7 0,3-7 0,-1-5 0,-7 3 0,2-3 0,-4 6 0,-2-5 0,-2 7 0,-4-2 0,-4 4 0,-7 2 0,0 0 0,0 0 0,0 8 0,5 0 0,1 3 0,7 4 0,-4-5 0</inkml:trace>
  <inkml:trace contextRef="#ctx0" brushRef="#br0" timeOffset="45">27431 5639 8912,'0'-17'0,"0"0"0,5 6 0,3 1 0,2 2 0,3 4 0,4 3 0,8 2 0,9 5 0,14 19 0,12 19 0,1 15 0,-30-21 0,-1 4 0,2 9 0,-1 2 0,-3 2 0,-2 2 0,-4 2 0,-2 1-356,-2 3 0,-4 2 1,-5-1-1,-3 2 356,1 2 0,-2 1 0,-4-1 0,-2 0 0,-4-3 0,-4 0 0,0-4 0,-3-2 0,3-3 0,-3-1 0,-1-6 0,-2-3 0,-16 40 22,-1-9 0,3-8-22,0-6 0,8-12 0,-7 3 0,10-8 0,9-4 0,5-4 0</inkml:trace>
  <inkml:trace contextRef="#ctx0" brushRef="#br0" timeOffset="46">21408 8167 8912,'-29'-17'0,"2"-1"0,4 1 0,8 0 0,7 7 0,14 3 0,5-1 0,5 6 0,3-4 0,4 5 0,6 1 0,3-2 0,4-2 0,6-2 0,10 2 0,7 2 0,6-3 0,2-1 0,8 0 0,7 0 0,12 1 0,-41 1 0,1 2 0,2 2 0,3 0 0,7 0 0,1 0-338,4 0 1,2 0 0,3 0-1,1 0 338,2 0 0,2 0 0,9 0 0,0 0 0,-2 3 0,0 2 0,5-1 0,-1 1 0,-1 0 0,0 0 0,3 2 0,1 1 0,-28-4 0,1 0 0,0-1 0,2 3 0,0-1 0,0 0 0,-2-1 0,0-1 0,-1-1 0,2 1 0,-1-1 0,2-1 0,1 0 0,1 0 0,1-1-362,1 0 1,0 1-1,1-2 1,7-1-1,0-1 1,1 0 361,3 0 0,0 0 0,0-2 0,-3-1 0,0-2 0,0 1 0,4-1 0,0 0 0,1 1 0,-2 0 0,1 0 0,0 0 0,-1-1 0,1 0 0,0-1 0,-1 1 0,0 0 0,0-1 0,-2 1 0,1 0 0,-2-1-248,-2 1 1,-1 0-1,0 0 1,1 0-1,0 0 1,-2 1 247,-5 0 0,-2 2 0,0-1 0,-1 2 0,-1 1 0,-1-1 0,-3 0 0,-1 0 0,-1 1 0,29 1 0,-2 0 0,-6-3 0,-2 0 0,-8 3 0,-2 0 0,-9 0 0,0-1-33,-2-1 1,-2 2 0,-8 2 0,-1 0 0,0 0 0,0 0 32,37 0 0,-18-6 383,-12 0 0,-20 1-383,-9 5 1874,-16 0-1874,-5 0 726,-8 0 1,-8 0-1,-5 2-726,-8 3 189,-14-3 0,-11 8-189,-11-4 0,-2-5 0,-4 5 0,-4-12 0,5-3 0</inkml:trace>
  <inkml:trace contextRef="#ctx0" brushRef="#br0" timeOffset="47">22715 8579 8912,'0'-17'0,"0"6"0,0-1 0,0-1 0,0-2 0,0-3 0,0 1 0,8 8 0,-6-1 0,4 4 0,-4 4 0,0-5 0,3 7 0,-3-8 0,6 6 0,-10-3 0,-4 10 0,-7 7 0,-16 11 0,0 3 0,-28 11 0,0 1 0,-8 2 0,-4 8 0,2-4-77,4 7 0,-2-5 1,8 0 76,1 2 0,16-8 0,5-6 0,14-1 0,4-10 0,10-2 0,5-10 0,9-3 0,-3-8 0,8 0 0,-1 0 0,6 0 0,2-2 0,4-4 0,-2 4 115,8-3 0,0-3-115,5 2 0,1-5 0,-1 5 0,0 2 0,1 2 0,-1 2 0,-7 2 0,-4 4 0,-6 5 0,-5 10 0,-7 4 0,-3 2 0,-9 9 0,-11 0 0,-10 7 0,-5-1 0,-1-4 0,-1 8 0,3-10 0,3-2 0,-3 1 0,13-9 0,-4 9 0,9-8 0,5-5 0,1-2 0,2-3 0,8-2 0,4-3 0,-2-5 0,9-7 0,4 0 0,4 0 0,10 0 0,-6-7 0,5-5 0,-1-3 0,0-2 0,5-1 0,1 1 0,-1 0 0,-1 0 0,-5 0 0,5-1 0,-12 3 0,8 4 0,-8-3 0,1 7 0,-2-3 0,4-9 0,3-8 0</inkml:trace>
  <inkml:trace contextRef="#ctx0" brushRef="#br0" timeOffset="48">23077 9181 8912,'-17'0'0,"5"0"0,1 0 0,7-8 0,-4 7 0,8-7 0,10 8 0,7 0 0,8 0 0,7-8 0,-1-1 0,-2-1 0,1-5 0,10 3 0,-9-1 0,3 2 0,-11-5 0,0 7 0,-9-8 0,-3-1 0,-7 7 0,2-1 0,-20 9 0,-5-11 0,-17 7 0,-4-3 0,1 6 0,-6-1 0,6 3 0,-8 4 0,6 3 0,3 7 0,4 5 0,5 6 0,4 4 0,8 7 0,2 0 0,3 1 0,5-1 0,7 1 0,7-9 0,10 5 0,12-8 0,4-2 0,1-2 0,8-10 0,4-3 0,2-4 0,0-2 0,-3 0 0,-1-2 0,2-4 0,-4-3 0,0-16 0,2-2 0</inkml:trace>
  <inkml:trace contextRef="#ctx0" brushRef="#br0" timeOffset="49">23541 9026 8912,'-9'-7'0,"1"5"0,8-6 0,2 8 0,4 2 0,5 4 0,5 3 0,7 14 0,0 0 0,5 2 0,-3-4 0,2 2 0,-4 6 0,5-6 0,-6 0 0,8-6 0,-7 0 0,-4 0 0,-5 0 0,1 0 0,-13-7 0,5-2 0</inkml:trace>
  <inkml:trace contextRef="#ctx0" brushRef="#br0" timeOffset="50">23817 9009 8912,'-17'0'0,"5"10"0,1 5 0,-3 6 0,-7 15 0,-2-1 0,0 5 0,6-2 0,0 2 0,0 6 0,1-6 0,5-2 0,3-9 0,8 2 0,0-9 0,0-6 0,8-16 0,2-10 0</inkml:trace>
  <inkml:trace contextRef="#ctx0" brushRef="#br0" timeOffset="51">24247 9009 8912,'0'-17'0,"-2"2"0,-4 3 0,4-3 0,-5 13 0,1 2 0,0 12 0,-1 12 0,3 11 0,-2 9 0,0 0 0,6 1 0,0 1 0,0 4 0,0-2 0,0-2 0,0-8 0,2 4 0,4-8 0,6 1 0,-5-1 0,7-5 0,-7-3 0,3-1 0,-6-2 0,11-13 0,-6-3 0,9-22 0,-1-4 0</inkml:trace>
  <inkml:trace contextRef="#ctx0" brushRef="#br0" timeOffset="52">24109 8940 8912,'-15'-32'0,"4"3"0,5 6 0,4-3 0,2 7 0,4-4 0,7 11 0,3-1 0,14 7 0,1 0 0,5 6 0,7 0 0,-1 0 0,0 2 0,-6 4 0,-5 5 0,0 12 0,-8-2 0,0 8 0,-8 2 0,-5 1 0,-10 2 0,-4 1 0,-5-1 0,-12 1 0,-2-1 0,-6 0 0,3-1 0,-3-5 0,0 3 0,1-8 0,1-2 0,8-10 0,-10 3 0,9-8 0,0-3 0,3-1 0,2-9 0,0-3 0</inkml:trace>
  <inkml:trace contextRef="#ctx0" brushRef="#br0" timeOffset="53">25211 8528 8912,'-19'-8'0,"-2"-3"0,-2-5 0,2 1 0,0 4 0,0 5 0,-2 4 0,-6 4 0,6 6 0,2 9 0,-4 10 0,4 15 0,4 9 0,3 10 0,9 8 0,-5 7 0,2 8 0,5 6 0,1 4 0,2-4 0,0 1 0,0-7 0,7-9 0,3-14 0,1-7 0,1-7 0,-1-16 0,8-2 0,4-8 0,-3-12 0,6 4 0,-5-7 0,2-2 0,0-10 0,-6-11 0,1-10 0</inkml:trace>
  <inkml:trace contextRef="#ctx0" brushRef="#br0" timeOffset="54">25572 8834 8912,'-21'-2'0,"-4"-4"0,4 2 0,-6 2 0,1 2 0,-1 2 0,4 4 0,4 13 0,2 15 0,1 10 0,5 6 0,5 1 0,4 7 0,2-1 0,8 8 0,3-4 0,5 0 0,8-9 0,3-12 0,0-4 0,5-9 0,-3-4 0,-4-12 0,6-3 0,-8-8 0,5-2 0,-3-4 0,2-5 0,-6-12 0,6 2 0,-4-8 0,-4 1 0,4-7 0,-15 18 0</inkml:trace>
  <inkml:trace contextRef="#ctx0" brushRef="#br0" timeOffset="55">25572 8746 8912,'-11'30'0,"1"-1"0,2 3 0,5 3 0,1-9 0,2 7 0,0-6 0</inkml:trace>
  <inkml:trace contextRef="#ctx0" brushRef="#br0" timeOffset="56">25366 9216 8912,'-18'0'0,"1"0"0,0 0 0,7 0 0,3 0 0,7 0 0,15 0 0,8-2 0,9-2 0,7-2 0,3 0 0,2-1 0,2-3 0,0-1 0,-2-1 0,-2-1 0,-3 5 0</inkml:trace>
  <inkml:trace contextRef="#ctx0" brushRef="#br0" timeOffset="57">26088 9508 8912,'-9'-8'0,"-1"6"0,4-3 0,3 3 0,-9 4 0,-1 3 0,-2 11 0,-1 6 0,3 1 0,1 2 0,7-4 0,-5 8 0,2 0 0,5-3 0,1 1 0,2-6 0,0 2 0,2-2 0,3-10 0,7-5 0,3-4 0,10-2 0,4 0 0,-5-8 0,9-1 0,-4-8 0,-3-8 0,1-4 0,-2-3 0,-2 5 0,-8-5 0,-3 3 0,-6-4 0,-5 1 0,-1 3 0,-9-1 0,-8 7 0,-8 7 0,-10 11 0,1 3 0,0 2 0,7 0 0,-4 0 0,8 2 0,2 3 0,2 5 0,2 5 0,2-1 0,3-3 0,-3-7 0,5 4 0</inkml:trace>
  <inkml:trace contextRef="#ctx0" brushRef="#br0" timeOffset="58">25607 8992 8912,'-12'-10'0,"1"5"0,5-3 0,-6 2 0,7 1 0,-5 3 0,0-2 0,1-2 0,-4 2 0,5 1 0,0-1 0,1-2 0,5-7 0,-8 11 0,6-6 0,-1 0 0,-1 5 0,6-9 0,0 8 0,0-11 0,0 13 0,0-6 0,0 8 0,0 0 0,7 0 0,5 0 0,-4 0 0,7 0 0,-4 0 0,5 0 0,1 0 0,0 0 0,0 0 0,1 0 0,-1 0 0,6 8 0,0 4 0,0 3 0,-6 2 0,0 6 0,0 0 0,0-2 0,1 6 0,-1-1 0,-2 7 0,-3-4 0,-5 3 0,-7-3 0,0 3 0,0 1 0,0-5 0,-2 3 0,-3-6 0,-7 1 0,-3-5 0,-2 6 0,-3-8 0,-2-2 0,2 4 0,-4-11 0,6 7 0,1-7 0,0-3 0,0 1 0,0-6 0,-1 4 0,1-4 0,0-18 0,0-3 0</inkml:trace>
  <inkml:trace contextRef="#ctx0" brushRef="#br0" timeOffset="59">26157 8528 8912,'10'0'0,"-3"0"0,-7-2 0,0-4 0,0 2 0,0-7 0,0 5 0,0-5 0,0 5 0,-2-4 0,-3 3 0,-7 3 0,-3 2 0,-2 2 0,0 2 0,-1 4 0,-1 5 0,-4 10 0,-5 2 0,1 10 0,0-1 0,2 8 0,4 4 0,2 2 0,4 4 0,3-5 0,5-3 0,9-9 0,3-4 0,12-12 0,18-10 0,11-7 0,4 0 0,7-13 0,0-4 0,8-19 0,-4-1 0</inkml:trace>
  <inkml:trace contextRef="#ctx0" brushRef="#br0" timeOffset="60">26777 8442 8912,'0'-17'0,"0"-1"0,0 1 0,0 0 0,0 0 0,0 0 0,0-1 0,0 9 0,0 9 0,0 13 0,0 6 0,0 4 0,0 8 0,0-2 0,0 3 0,0 2 0,0 1 0,0-1 0,0 1 0,0-1 0,0-5 0,0-1 0,0-5 0,0 4 0,0-2 0,-8-2 0,-9-6 0,-10 0 0</inkml:trace>
  <inkml:trace contextRef="#ctx0" brushRef="#br0" timeOffset="61">26570 8493 8912,'-6'-11'0,"-1"1"0,-3 3 0,6-1 0,-1 2 0,3 4 0,2-5 0,4 5 0,7-2 0,12-2 0,8 1 0,5-3 0,4-3 0,4 1 0,8-1 0,-6 7 0,-1-2 0,-1 4 0,2 2 0,-6 0 0,-11 0 0,4 8 0,-7 1 0</inkml:trace>
  <inkml:trace contextRef="#ctx0" brushRef="#br0" timeOffset="62">27155 8803 8912,'-7'-17'0,"3"-4"0,-6 2 0,3 3 0,3 1 0,2 5 0,4 1 0,4 1 0,3 3 0,10 5 0,4 0 0,6 0 0,3 0 0,-3 1 0,0 3 0,1 2 0,3 7 0,1-1 0,-1 9 0,-5 2 0,-10 7 0,-5-3 0,-7 7 0,-2 1 0,-10-1 0,-6 3 0,-11 1 0,-5 2 0,-5 0 0,-1-6 0,-1-1 0,1-5 0,0 5 0,7-20 0,4 3 0,4-7 0,1-3 0,9-6 0,1-15 0,8-4 0</inkml:trace>
  <inkml:trace contextRef="#ctx0" brushRef="#br0" timeOffset="63">27586 8631 8912,'-20'11'0,"-1"-1"0,-2-2 0,2-5 0,-3 7 0,1 1 0,-8-3 0,10 9 0,-8 0 0,8 3 0,0 8 0,6 3 0,5 3 0,3 6 0,1-3 0,8 10 0,4-7 0,5-1 0,4-3 0,10-4 0,4-3 0,3-4 0,3-8 0,-1-7 0,3-5 0,3-3 0,-4-2 0,6-2 0,-7-3 0,-1-13 0,0-8 0</inkml:trace>
  <inkml:trace contextRef="#ctx0" brushRef="#br0" timeOffset="64">27861 8940 8912,'-10'0'0,"1"6"0,5 2 0,-2 1 0,0 3 0,6 5 0,-5 6 0,-1 0 0,0 7 0,6-9 0,0 8 0,6-8 0,0 2 0,1 2 0,-3-2 0,2-2 0,7-2 0,-9-8 0,8 1 0,-1-8 0,6 3 0,0-7 0,1 0 0</inkml:trace>
  <inkml:trace contextRef="#ctx0" brushRef="#br0" timeOffset="65">27930 8700 8912,'-18'0'0,"1"0"0,0 0 0,7 0 0,-5 0 0,6 2 0,-1 3 0,2 5 0,8-1 0,8 7 0,2-14 0,7 3 0,-2-5 0,-3-5 0,3 3 0,-4-4 0,-3-4 0,0 1 0,-16-1 0,4-3 0,-7 7 0,-3 2 0,-9 3 0,4 2 0,-4 3 0,4 2 0,10 2 0,3-3 0,4-3 0,2 6 0</inkml:trace>
  <inkml:trace contextRef="#ctx0" brushRef="#br0" timeOffset="66">28102 8029 8912,'0'-11'0,"0"-1"0,7 8 0,5-1 0,5 18 0,6 10 0,4 15 0,15 16 0,2 16 0,0 13 0,-24-39 0,0 1 0,1 6 0,-2 1 0,-1-2 0,-1 0 0,-3 0 0,-2-1-172,9 43 1,-15-43 0,-4 1 171,-2 42 0,-11 0 0,-18-6 0,-2-8 0,-17-6 0,-5-7 0,-6 2 0,-10-11 0,0 3 0,0-6 0,0-5 0</inkml:trace>
  <inkml:trace contextRef="#ctx0" brushRef="#br0" timeOffset="67">21872 10006 8912,'-25'18'0,"-3"-1"0,-5 0 0,1 2 0,1 2 0,4 4 0,2 2 0,3 3 0,6 8 0,5 3 0,3 4 0,8-4 0,0-3 0,0-2 0,8-3 0,5-5 0,6-7 0,4-7 0,6-1 0,-4-7 0,2-4 0,3-6 0,3-2 0,1-11 0,0 2 0,1-14 0,-1-7 0,1-8 0</inkml:trace>
  <inkml:trace contextRef="#ctx0" brushRef="#br0" timeOffset="68">22096 10092 8912,'0'18'0,"-2"-3"0,-4-4 0,4 5 0,-5-14 0,20-2 0,4-12 0,4-3 0,4-1 0,4 5 0,1-4 0,-1 3 0,2 3 0,-8-3 0,0 1 0,-6-6 0</inkml:trace>
  <inkml:trace contextRef="#ctx0" brushRef="#br0" timeOffset="69">22216 10436 8912,'10'8'0,"0"-6"0,-5 4 0,5-5 0,1-1 0,1 0 0,-1-7 0,8-7 0,4-5 0,6-6 0,3-1 0,3 5 0,-3-12 0,-3 5 0,11-5 0,-3-1 0</inkml:trace>
  <inkml:trace contextRef="#ctx0" brushRef="#br0" timeOffset="70">22819 9852 8912,'0'17'0,"2"2"0,3 4 0,-3 4 0,6 7 0,0 0 0,-7 7 0,7 1 0,0 1 0,-6 3 0,11 0 0,-7 0 0,7-8 0,-3 4 0</inkml:trace>
  <inkml:trace contextRef="#ctx0" brushRef="#br0" timeOffset="71">21580 8184 8912,'-18'-8'0,"7"6"0,1-1 0,3 8 0,3 12 0,2 10 0,10 13 0,1 6 0,1 4 0,5-4 0,-3 0 0,5 1 0,6 3 0,-4 2 0,4-3 0,-4-3 0,-2-6 0,0-3 0,-5-5 0,-3-3 0,-1-6 0,5-12 0,-11-3 0,-2-24 0,-9-3 0</inkml:trace>
  <inkml:trace contextRef="#ctx0" brushRef="#br0" timeOffset="72">21975 8373 8912,'-11'-15'0,"0"3"0,5 3 0,-6 5 0,-1-2 0,5 0 0,-7 6 0,4 0 0,-5 2 0,-1 4 0,0 7 0,0 9 0,-1 6 0,-6 5 0,3 7 0,-6 2 0,2 2 0,2-6 0,6 4 0,1-8 0,5 1 0,-4-9 0,13-1 0,-4-7 0,4-1 0,10-8 0,9-1 0,12-8 0,3 0 0,4-2 0,5-4 0,10-3 0,3-8 0,3-1 0,-5 1 0,-4 0 0,-3 0 0,-6 0 0,3-1 0</inkml:trace>
  <inkml:trace contextRef="#ctx0" brushRef="#br0" timeOffset="73">25830 911 8912,'-23'-2'0,"-2"-3"0,-1-5 0,-3 0 0,0 5 0,1 3 0,-3 4 0,-1 3 0,-3 5 0,1 11 0,-1 8 0,8 1 0,5 18 0,2 6 0,3 7 0,8 6 0,3 3 0,6 3 0,6 1 0,5 5 0,12-11 0,6-6 0,3-11 0,5-11 0,1-11 0,2-8 0,2-12 0,-2-3 0,-3-12 0,3-7 0,-4-8 0,4-11 0,0-9 0,-1-6 0,-11 1 0,3-10 0,-8-3 0,-2-2 0,-10 6 0,-7-3 0,-8 5 0,-7 1 0,-20 1 0,-3 1 0,-14 4 0,2 6 0,0 11 0,-5 5 0,-1 6 0,-3 9 0,3 7 0,8 12 0,8 12 0,7 9 0,4 11 0,15 0 0,5 4 0,3-6 0,9 4 0,3 0 0</inkml:trace>
  <inkml:trace contextRef="#ctx0" brushRef="#br0" timeOffset="74">25383 1393 8912,'-17'9'0,"-1"-1"0,1-8 0,4 0 0,7 0 0,16 0 0,24 0 0,12 0 0,13-10 0,10-7 0,2-2 0,9-10-721,2-1 721,-5-10 0,5 3 0,-7-3 0,-9 10 0,-10 5 0,-12 4 0,-15 6 0,-12 9 0,-19-2 0,-4 12 0,-5 7 0,-12 1 0,-4 13 0,-7-8 0,-1 8 0,1 2 0</inkml:trace>
  <inkml:trace contextRef="#ctx0" brushRef="#br0" timeOffset="75">26364 1668 8912,'-18'0'0,"1"0"0,0 0 0,6 0 0,-1 0 0,1 0 0,-7 0 0,7 2 0,1 5 0,3 9 0,1 6 0,-2 5 0,6 2 0,-3 5 0,3-7 0,4 6 0,2-5 0,3 3 0,3-3 0,1-3 0,6-8 0,6-5 0,2-3 0,0-1 0,2-6 0,0-6 0,-6-5 0,4-16 0,-8-4 0,-2 2 0,-3-1 0,-5-1 0,-7-5 0,0-1 0,0 1 0,-13 0 0,-4 1 0,-3 4 0,-6 5 0,-1 6 0,-6 3 0,5 4 0,-5-5 0,20 14 0,-4-3 0,1 3 0,9-6 0,-1-1 0,8-9 0</inkml:trace>
  <inkml:trace contextRef="#ctx0" brushRef="#br0" timeOffset="76">26777 550 8912,'9'-17'0,"-3"0"0,-4 0 0,-2-1 0,0 1 0,0 0 0,-2 2 0,-4 3 0,-3-3 0,-9 5 0,-1 1 0,-4 3 0,2 6 0,-7 6 0,-3 5 0,-1 7 0,-3 4 0,3 7 0,1 4 0,2 1 0,8 0 0,-2 1 0,12-1 0,5 1 0,4-1 0,2 0 0,0-7 0,8 4 0,3-10 0,5-6 0,9 0 0,3-9 0,5-2 0,1-2 0,1-2 0,-1-6 0,0 0 0,-1-5 0,-2 3 0,-3-1 0,-3 3 0,-2-6 0,8 1 0,-12-6 0</inkml:trace>
  <inkml:trace contextRef="#ctx0" brushRef="#br0" timeOffset="77">27155 1358 8912,'-11'-2'0,"-1"-1"0,1-5 0,1-2 0,6 7 0,16-3 0,7 4 0,15 2 0,3 0 0,3 0 0,6 0 0,-2 0 0,2-2 0,2-2 0,1-2 0,3-7 0,-10 9 0,-8-7 0,-1 7 0,-10-2 0,-25 4 0,-21 2 0,-17 2 0,-18 4 0,-3 3 0,-8 9 0,8-1 0,4 0 0,3 0 0,3 0 0,-1 1 0,14-7 0,3 1 0,18-9 0,0 3 0,11-4 0,14-2 0,5 0 0,16 0 0,2 0 0,9 0 0,-2 0 0,8 0 0,-8-15 0,4-4 0</inkml:trace>
  <inkml:trace contextRef="#ctx0" brushRef="#br0" timeOffset="78">29169 928 8912,'17'0'0,"0"0"0,0 0 0,1 0 0,-1-1 0,-2-5 0,-3-6 0,-3-3 0,-5-2 0,2 0 0,-3-1 0,-1 1 0,-2 0 0,0 6 0,0-1 0,0 6 0,0-5 0,0 5 0,0-5 0,-7 7 0,-3-4 0,-7 10 0,-2 4 0,-4 5 0,-6 5 0,-9 3 0,-2 4 0,-6 9 0,6 8 0,-6 8 0,6-2 0,5 9 0,7 3 0,7 7 0,-2-2 0,11 3 0,5-12 0,7-8 0,7-10 0,7-5 0,7-3 0,0-14 0,7-3 0,3-7 0,1-4 0,5-2 0,3-4 0,-4 1 0,4-13 0,4 5 0,-7-18 0,3 9 0,4-17 0,0 3 0</inkml:trace>
  <inkml:trace contextRef="#ctx0" brushRef="#br0" timeOffset="79">29444 1204 8912,'-10'0'0,"3"-8"0,7 6 0,0-6 0,9 8 0,9-2 0,8-1 0,7-5 0,1-2 0,8 7 0,-5-11 0,5 7 0,-2-1 0,-2 0 0,-5 4 0,-7-3 0,-8 1 0,-9 0 0,6 6 0,-13 0 0,6 0 0,-8 0 0,0 0 0,-6 2 0,1 4 0,-1-4 0,8 11 0,3-7 0,5 7 0,7-3 0</inkml:trace>
  <inkml:trace contextRef="#ctx0" brushRef="#br0" timeOffset="80">30218 1169 8912,'0'-9'0,"0"-7"0,-7 7 0,-3-8 0</inkml:trace>
  <inkml:trace contextRef="#ctx0" brushRef="#br0" timeOffset="81">30236 860 8912,'-2'-10'0,"-4"4"0,4-3 0,-6 7 0,7 2 0,-3 13 0,-2 8 0,2 8 0,0 11 0,0 4 0,-1 2 0,1 0 0,-4 0 0,3 5 0,-1-5 0,6 0 0,0-8 0,0 2 0,0-11 0,0-6 0,0-10 0,0-1 0,0-9 0,0 5 0,6-10 0,1-2 0,3-3 0,3-3 0,2-1 0,3-14 0,-1-2 0</inkml:trace>
  <inkml:trace contextRef="#ctx0" brushRef="#br0" timeOffset="82">31217 842 8912,'-6'-11'0,"-2"0"0,-1-3 0,5 7 0,-4 7 0,10 5 0,4 12 0,-2-3 0,7 9 0,-5 3 0,3 1 0,-1 2 0,-2 0 0,1 1 0,-5 3 0,6 1 0,-8-2 0,0-3 0,0 4 0,0-7 0,-15 9 0,-4-1 0</inkml:trace>
  <inkml:trace contextRef="#ctx0" brushRef="#br0" timeOffset="83">30907 1135 8912,'-17'-2'0,"-1"-4"0,9 4 0,1-5 0,18 5 0,7-2 0,12-4 0,9-1 0,8-5 0,9 1 0,3 1 0,7-3 0,-2 4 0,-2-7 0,2-4 0,-8-5 0,5-8 0</inkml:trace>
  <inkml:trace contextRef="#ctx0" brushRef="#br0" timeOffset="84">31561 756 8912,'-18'0'0,"7"0"0,0 0 0,7-7 0,-4 5 0,8 4 0,0 15 0,0 4 0,0 13 0,0 5 0,2 12 0,2 1 0,2-1 0,-1 9 0,-7-5 0,-1 6 0,-3-2 0,-6-9 0,7-10 0,-7-11 0,6-6 0,1-4 0,5-12 0,0-7 0,2-9 0,3-16 0,9-7 0,7-7 0,-2-8 0,11 10 0,-7-3 0,6-2 0,-4 4 0,2 6 0,-6-3 0,9 18 0,-5 0 0,2 9 0,0 8 0,1 6 0,-3 7 0,-8 16 0,1 1 0,-1 16 0,-2 0 0,-3 6 0,-3-6 0,-3-1 0,-4-4 0,4 4 0,-12-6 0,-4 3 0</inkml:trace>
  <inkml:trace contextRef="#ctx0" brushRef="#br0" timeOffset="85">28790 2115 8912,'0'-25'0,"0"-2"0,-2 0 0,-2 5 0,-3 2 0,-3 3 0,-1 6 0,-7 1 0,1 4 0,-2 10 0,-4 12 0,4 8 0,-12 11 0,9 1 0,1 4 0,-4 4 0,2 8 0,0-1 0,11-5 0,3-2 0,1-2 0,4-4 0,2-1 0,2-3 0,2-3 0,6-7 0,9-6 0,2-13 0,10 1 0,5-8 0,6-7 0,-1-11 0,-3-4 0,-2-3 0,1-2 0,-1-3 0,-5 5 0,-2-5 0,-2 3 0,-8 2 0,-6 4 0,-7 4 0,4 0 0,-8 8 0,-2 7 0,-4-2 0,2 12 0,-7 5 0,5 10 0,-5 2 0,7 8 0,-2-3 0,4 5 0,2 1 0,0-1 0,0-5 0,2-3 0,4-8 0,3 1 0,9-9 0,1-3 0,4-4 0,-2-12 0,5-7 0,1-10 0,0-5 0,-6-3 0,4-1 0,-10-2 0,-3-2 0,-5 0 0,-7 5 0,-4 3 0,-7 3 0,-2 6 0,-16 12 0,2-3 0,-2 9 0,-3-1 0,11 8 0,-4 4 0,6 5 0,-2 4 0,11 3 0,1-1 0,3 0 0,4 0 0,4-5 0,4-1 0,3-7 0,9 3 0</inkml:trace>
  <inkml:trace contextRef="#ctx0" brushRef="#br0" timeOffset="86">29358 1994 8912,'-11'-17'0,"-1"0"0,6 2 0,-5 3 0,7 5 0,-4 16 0,8 8 0,0 8 0,0 10 0,0 7 0,0 3 0,0 5 0,0 2 0,0-1 0,0 1 0,0-1 0,6-1 0,2-4 0,1-6 0,3-4 0,5-5 0,-2-6 0,-3-8 0,3-11 0,-5 1 0,7-7 0,6-15 0,0-8 0,-2-7 0,-2-5 0,-4 1 0,-1-1 0,-3 1 0,-7 0 0,2-1 0,-3 3 0,1 3 0,2 6 0,-2 4 0,-2 2 0,-2 7 0,0 3 0,0 9 0,-2 3 0,-4 7 0,4 5 0,-4 4 0,5 2 0,1 8 0,0-10 0,0 7 0,5-7 0,3 2 0,1-4 0,-3-7 0,6-1 0,-7-5 0,7 3 0,1-1 0,3-4 0,1-2 0,0-4 0,0-2 0,0-2 0,8-7 0,-4 5 0,8-3 0,-2-4 0,1 3 0,3 3 0,-8-3 0,0 1 0,-6-7 0</inkml:trace>
  <inkml:trace contextRef="#ctx0" brushRef="#br0" timeOffset="87">29909 2218 8912,'0'17'0,"0"8"0,0 6 0,0 5 0,2 6 0,3 2 0,5 0 0,7 3 0,0-3 0,1-2 0,1-1 0,2-9 0,2-3 0,0-6 0,-6-12 0,0-3 0,8-16 0,2-1 0</inkml:trace>
  <inkml:trace contextRef="#ctx0" brushRef="#br0" timeOffset="88">30270 2338 8912,'-8'10'0,"1"-1"0,-5-3 0,5-2 0,7 7 0,0-7 0,0 11 0,0-1 0,2 5 0,3 4 0,-1 2 0,8-2 0,1 5 0,-5-3 0,5 6 0,-7-6 0,-2 1 0,-3-5 0,7 4 0,-6-8 0,6-7 0,-8-4 0,0-12 0,0-6 0,2-5 0,1-8 0,3-9 0,0-2 0,-4-10 0,2 0 0,1 2 0,9 2 0,-10 8 0,5 1 0,-1 5 0,5 3 0,-9 9 0,7 5 0,1 3 0,5 18 0,0 9 0,1 13 0,-1 3 0,-6 14 0,1-3 0,1 4 0,-5-6 0,-3-2 0,-3-2 0,-2 0 0,0-7 0,0-3 0,0-7 0,0-6 0,0-5 0,0-8 0,0-1 0,0-14 0,0-2 0,2-16 0,4-2 0,-4-9 0,13-2 0,-3-5 0,3 1 0,0 6 0,-1-2 0,-3 3 0,3 7 0,1 9 0,2 0 0,0 12 0,0 3 0,1 12 0,-1 7 0,-2 3 0,-3 14 0,3 1 0,-11 5 0,5 1 0,-1-1 0,5-5 0,-3-3 0,0-1 0,5-2 0,-4-6 0,-1-1 0,1-5 0,3-5 0,1-4 0,2-2 0</inkml:trace>
  <inkml:trace contextRef="#ctx0" brushRef="#br0" timeOffset="89">31062 2373 8912,'-10'0'0,"-5"0"0,13 0 0,-6 7 0,8 5 0,0 3 0,0 2 0,0 6 0,0 2 0,0 2 0,0-1 0,0 5 0,2-4 0,4-2 0,-4-2 0,5-6 0,-7 0 0,0-6 0,0 1 0,0-8 0,0-4 0,0-16 0,0-7 0,6-7 0,0 1 0,5-3 0,-3-3 0,2 1 0,1 2 0,4 3 0,-1 6 0,-3 4 0,1 2 0,5-1 0,0 9 0,0 3 0,8 4 0,-6 10 0,4 3 0,-6 7 0,-5 4 0,3 5 0,-3 6 0,3-5 0,2 5 0,0-8 0,3 3 0,2-5 0,7-4 0,4-9 0,1-2 0</inkml:trace>
  <inkml:trace contextRef="#ctx0" brushRef="#br0" timeOffset="90">32129 2338 8912,'-25'-9'0,"4"1"0,-8 8 0,2 0 0,-3 2 0,3 6 0,2 9 0,2 0 0,2 15 0,2-3 0,6 4 0,3 1 0,4 0 0,6 1 0,0-1 0,8-1 0,3-5 0,5-9 0,3-9 0,4-2 0,2-3 0,5-7 0,-1-3 0,0-13 0,3-3 0,-1-5 0,-3 1 0,-7-6 0,4 5 0,-8-9 0,-1 7 0,-5-1 0,-3 0 0,-8-3 0,0 3 0,-12 4 0,-11 8 0,-5 2 0,-16 3 0,0 7 0,0 3 0,6 9 0,-3 5 0,5 3 0,11 2 0,8 0 0,9 1 0,14-1 0,4 0 0</inkml:trace>
  <inkml:trace contextRef="#ctx0" brushRef="#br0" timeOffset="91">32817 2080 8912,'11'-55'0,"-1"3"0,-2 8 0,-3 14 0,-5 7 0,-7 12 0,-7 5 0,-7 4 0,-7 2 0,-7 8 0,-5 3 0,4 12 0,-4 6 0,3 11 0,9 0 0,-1 11 0,10-3 0,2 9 0,7-1 0,10 1 0,0 6 0,0 4 0,2 0 0,4-4 0,5-6 0,-3-3 0,7-3 0,-5-1 0,-1-4 0,-1-4 0,-2-15 0,-1-4 0,-1-4 0,-2-2 0,-2-8 0,-8-16 0,-1-12 0,-8-16 0</inkml:trace>
  <inkml:trace contextRef="#ctx0" brushRef="#br0" timeOffset="92">32370 2476 8912,'-10'0'0,"2"0"0,8 0 0,10 0 0,7 0 0,17 0 0,18 0 0,15-8 0,10-1 0,5-9 0,-2 1 0,-9 2 0,-2 3 0,-4 5 0,-16 7 0,-10 0 0,-11 0 0,-11-8 0,1-1 0</inkml:trace>
  <inkml:trace contextRef="#ctx0" brushRef="#br0" timeOffset="93">29117 3611 8912,'12'0'0,"-3"-2"0,-1-4 0,-3 2 0,-5-7 0,0-1 0,-5-5 0,-3 2 0,-1 3 0,5 5 0,-12 7 0,5 0 0,-4 0 0,-3 2 0,1 3 0,0 9 0,0 7 0,-8 5 0,6 16 0,-4 6 0,4 8 0,9 5 0,-3 9 0,7 3 0,2 1 0,2 1 0,8-16 0,4-7 0,5-10 0,-2-14 0,18-10 0,-6-13 0,2-3 0,3-4 0,8-5 0,3-10 0,-3-10 0,6-6 0,-8-7 0,4-4 0,-3-5 0,-3 1 0,-9-6 0,-8 8 0,-9-1 0,-6-3 0,-4 0 0,-6 3 0,-9 1 0,-10 13 0,-13-1 0,-2 11 0,-4 0 0,0 6 0,12 5 0,-3 5 0,14 7 0,2 7 0,10 5 0,5 3 0,4 2 0,4 1 0,2-1 0,2 0 0,7-8 0,-3 7 0,7-7 0</inkml:trace>
  <inkml:trace contextRef="#ctx0" brushRef="#br0" timeOffset="94">28876 4006 8912,'-11'6'0,"-1"1"0,-1 3 0,5-6 0,1 3 0,14-7 0,5 0 0,3 0 0,12-7 0,7-5 0,8-3 0,4-2 0,0 0 0,0-1 0,4 1 0,-5 0 0,3 6 0,-8-1 0,1 3 0,-7-5 0,0 3 0,-7 7 0,6-11 0,-7 5 0</inkml:trace>
  <inkml:trace contextRef="#ctx0" brushRef="#br0" timeOffset="95">29805 4092 8912,'-11'23'0,"-1"2"0,1 1 0,1 5 0,3-4 0,7 1 0,0 1 0,0-2 0,7 3 0,5-7 0,3-4 0,2-5 0,6-7 0,0-7 0,6 0 0,-6-3 0,-2-9 0,-2-1 0,-4-16 0,-3-1 0,-4-3 0,-8-1 0,-2 1 0,-4 5 0,-4-3 0,-9 8 0,-2 2 0,-2 2 0,-7 9 0,3 3 0,-15 14 0,-2 3 0</inkml:trace>
  <inkml:trace contextRef="#ctx0" brushRef="#br0" timeOffset="96">6625 6912 8912,'-11'-12'0,"-1"1"0,-1-3 0,3 1 0,1 0 0,1 1 0,3 8 0,5-3 0,0 7 0,0 7 0,0 5 0,0 3 0,0 4 0,0 4 0,0-4 0,0 12 0,0-6 0,0 1 0,-8 3 0,6 0 0,-6-1 0,1 3 0,5 1 0,-6 8 0,6 2 0,-4 2 0,5 2 0,-7 8 0,2 1 0,0 2 0,1 8 0,-1 2 0,-2 10 0,-1 1-124,5-5 1,-9 1 123,7-11 0,0 2 0,6-8 0,-6 6 0,1-7 0,1-6 0,2-7 0,2-8 0,0-1 0,0 1 0,0-1 0,0 0 0,6-7 0,-1-4 0,1-4 0,-4 4 0,2 0 0,2-2 123,-1-9 1,-3-3-124,4-3 0,-4-4 0,13 5 0,-3-7 0,-5 0 0,9 0 0,-5 0 0,4 0 0,-3-5 0,-1-1 0,5 0 0,5-1 0,-2 5 0,6-6 0,-6 8 0,4 0 0,-4-8 0,13 6 0,-3-3 0,3 3 0,3 2 0,-3-2 0,1-2 0,1-2 0,-9-1 0,10 3 0,-3-2 0,1 0 0,1 6 0,-5-5 0,-3-1 0,-1 2 0,-9 2 0,-1-4 0,-4 1 0,-3-1 0,0-2 0,-8-1 0,0-8 0,0-1 0,0 1 0,0 0 0,-2-8 0,-2-3 0,-4-5 0,-1-1 0,3-8 0,-4-6 0,3-8 0,-5 3 0,7-4 0,-1 3 0,6 3 0,0-1 0,0 6 0,0 2 0,0 2 0,0 2 0,0 6 0,0-1 0,0 1 0,0-6 0,0 0 0,0 2 0,0 1 0,0-5 0,2 0 0,2-6 0,1 3 0,1 6 0,0-1 0,-1 10 0,-1 1 0,6 0 0,-8 3 0,4 3 0,1 9 0,-1 3 0,-2-3 0,-2 7 0,-2-3 0,-2 6 0,-4-1 0,4-9 0,-7 11 0,3-9 0,2 6 0,-8-5 0,7-1 0,-7-3 0,-1 4 0,3-5 0,-1 5 0,-1 1 0,-5-1 0,0 7 0,-2-9 0,-4 7 0,-6 2 0,-3 0 0,-5 1 0,-3-3 0,-6 2 0,-3 2 0,3 8 0,2 1 0,2 3 0,2 1 0,13 1 0,4-1 0,4 3 0,7-5 0,1 3 0,7-8 0,-4 3 0,8 1 0,0-6 0,0 5 0,8-14 0,2-3 0</inkml:trace>
  <inkml:trace contextRef="#ctx0" brushRef="#br0" timeOffset="97">5266 6774 8912,'-2'-17'0,"-2"0"0,-2 0 0,3-1 0,1 1 0,2 0 0,0 0 0,7 1 0,5 3 0,5 2 0,6-3 0,6 7 0,9-1 0,4 2 0,2 1 0,2-1 0,5 6 0,1 0 0,-2 2 0,-4 3 0,1 5 0,-6 9 0,-3 4 0,2-4 0,-6 4 0,-7-4 0,-6-2 0,-4 8 0,-5-6 0,-1 4 0,-7-4 0,4-2 0,-8 1 0,0-9 0,-2 5 0,-4-9 0,4-7 0,-13-15 0,5-10 0</inkml:trace>
  <inkml:trace contextRef="#ctx0" brushRef="#br0" timeOffset="98">6057 6379 8912,'0'-12'0,"0"1"0,8 7 0,-4-2 0,7 12 0,7 3 0,5 9 0,7 6 0,-1 7 0,3 7 0,-3 6 0,0 8 0,-8-1 0,2 1 0,-12 7 0,-3-5 0,-8 3 0,0-4 0,-10-9 0,-5-3 0,-10-7 0,-7-5 0,1-12 0,-26-10 0,3-7 0</inkml:trace>
  <inkml:trace contextRef="#ctx0" brushRef="#br0" timeOffset="99">3941 6138 8912,'-2'-10'0,"-2"3"0,-4 1 0,-1 0 0,-3 1 0,-5 5 0,0 0 0,0 7 0,0 5 0,-1 3 0,1 2 0,2 8 0,1 4 0,3 5 0,-2 6 0,5 6 0,2 11 0,4 4 0,2 1 0,0 8 0,2-5 0,4 0 0,3-15 0,11-4 0,1-10 0,2-7 0,7-12 0,-1-11 0,3-5 0,9-16 0,1-8 0,2-7 0,-6-12 0,4-4 0,-8-10 0,-1-1 0,-5 2 0,-5 1 0,-11 10 0,-4-3 0,-8 6 0,-10-6 0,-7 1 0,-10 9 0,-13 3 0,2 11 0,-8 0 0,7 10 0,-1 3 0,4 3 0,9 1 0,2 6 0,10 8 0,4 3 0,3 4 0,8 3 0,0-1 0,0 0 0,0 0 0,8 0 0,1 0 0</inkml:trace>
  <inkml:trace contextRef="#ctx0" brushRef="#br0" timeOffset="100">3717 6602 8912,'0'12'0,"0"-1"0,6-5 0,0 5 0,-1-7 0,3 4 0,3-8 0,5-8 0,3-3 0,4-5 0,-2-1 0,7 0 0,1 0 0,6 1 0,-1 5 0,0-4 0,-5 5 0,-2-7 0,-2 0 0,-2 7 0,-6-3 0,-2 5 0,-3-1 0,-5 5 0,1-4 0,-14 1 0,4-3 0</inkml:trace>
  <inkml:trace contextRef="#ctx0" brushRef="#br0" timeOffset="101">4423 6705 8912,'-2'10'0,"-4"-4"0,4-3 0,-4 3 0,3-4 0,-1 6 0,-2-1 0,-2 5 0,4 9 0,-1 2 0,-1 0 0,6-4 0,0 2 0,0 2 0,0 2 0,2-4 0,2 1 0,1 0 0,3-9 0,-2-4 0,5-1 0,5-2 0,-5-6 0,1-2 0,-1-4 0,-1-5 0,-1-5 0,-5-1 0,2 0 0,-1-6 0,-5 0 0,0 0 0,0 6 0,-7 0 0,3 0 0,-7-1 0,7 1 0,-12 0 0,14 0 0,-13 0 0,6 0 0</inkml:trace>
  <inkml:trace contextRef="#ctx0" brushRef="#br0" timeOffset="102">4543 5880 8912,'12'0'0,"-1"0"0,-7-2 0,2-4 0,-4 5 0,-8 1 0,-2 11 0,-1 4 0,-1 4 0,-3 4 0,3 6 0,2 3 0,-3 3 0,5-3 0,2-1 0,2-3 0,2-6 0,0 0 0,2-4 0,4-7 0,6-5 0,3-4 0,8-4 0,0-4 0,5-11 0,-5-12 0,-2-3 0,6-3 0,-15 1 0,-1 0 0,-7-1 0,-4 1 0,-4 1 0,-5 5 0,-9 5 0,-10 4 0,1 9 0,-7 4 0,-1 4 0,1 2 0,7 2 0,4 6 0,4 9 0,9 0 0,3 10 0,7-4 0,0 6 0,0-4 0,7-1 0,3-6 0</inkml:trace>
  <inkml:trace contextRef="#ctx0" brushRef="#br0" timeOffset="103">7658 7152 8912,'0'-11'0,"0"-1"0,0 7 0,0-7 0,0-1 0,0 3 0,0-1 0,0 7 0,0-4 0,0 8 0,0 2 0,0 4 0,0 5 0,6 7 0,-1 5 0,1 3 0,-6 9 0,0 1 0,0 4 0,0 6 0,-2 11 0,-2 6 0,-1 4 0,-9 10 0,12-5 0,-5 8-588,-1 3 588,6 1 0,-6-6 0,8-2 0,0 1 0,0-7 0,-5 7 0,-1-10-249,2-4 249,2-4 0,-4-15 0,1-4 0,-3 0 0,2-5 0,4-11 0,-3-12 0,3-8 286,2 3 1,0-9-287,0-3 264,0 3-264,0-6 0,0 8 0,0-7 0,0 5 0,0-6 0,2 8 0,3 0 0,5 0 0,1 0 0,1-2 0,1-4 0,10 4 0,-2-5 0,8 7 0,2 0 0,-7-8 0,9 6 0,-4-4 0,3 5 0,3 1 0,5 0 0,0 0 0,-2 0 0,-2 0 0,-1 0 0,-1 0 0,1 0 0,-1 0 0,1 0 0,-1 0 0,0 0 0,1 0 0,-1 0 0,1 0 0,-1 0 0,0 0 0,1 0 0,-3 0 0,-3 0 0,-4-8 0,-8 6 0,0-6 0,-7 8 0,-2 0 0,-8 0 0,-8 0 0,6 0 0,-6-7 0,8-5 0,0-3 0,0 4 0,0-1 0,0-1 0,0-3 0,2-1 0,2-2 0,2-4 0,7 4 0,-9-15 0,7-1 0,3-9 0,1-5 0,-3-5 0,-1-3 0,3-6 0,-5-2 0,1 0 0,-3 2 0,-3-2 0,-2-2 0,-2-2 0,0 1 0,0 5 0,0-1 0,0 7 0,0-6 0,0 10 0,0 1 0,0 10 0,0 13 0,0 6 0,0 12 0,0 1 0,0 5 0,0 5 0,0 0 0,0 0 0,0 9 0,0-3 0,0-4 0,0 6 0,0-8 0,0 0 0,-8 0 0,-1 0 0,-8 0 0,-1-8 0,-6 6 0,-5-4 0,-6 2 0,-5 1 0,-6-3 0,-9 0 0,-2 6 0,-8-6 0,1 1 0,-1 1 0,2 2 0,4 2 0,7 0 0,1 0 0,5 0 0,0 0 0,14 2 0,-3 4 0,12-3 0,0 9 0,4-1 0,2 7 0,7-7 0,5 0 0,-5-7 0,8 6 0,-4-4 0,4-5 0,2 5 0,0-12 0,0-5 0,8-12 0,2-4 0</inkml:trace>
  <inkml:trace contextRef="#ctx0" brushRef="#br0" timeOffset="104">8673 6482 8912,'12'0'0,"-1"-2"0,3-4 0,-7 2 0,-1-7 0,-4 7 0,-2-11 0,-8 13 0,-3-4 0,-3 2 0,3-1 0,-10 3 0,4-4 0,-10 4 0,4 2 0,-10 2 0,1 4 0,-6 5 0,-3 6 0,-1 6 0,6-2 0,-4 8 0,4 0 0,7 5 0,2 0 0,2 1 0,2-1 0,6 1 0,2-3 0,3-3 0,5 3 0,7-3 0,0-10 0,0-2 0,0-4 0,0-3 0,0-4 0,0-12 0,0-11 0,0-10 0</inkml:trace>
  <inkml:trace contextRef="#ctx0" brushRef="#br0" timeOffset="105">8209 6533 8912,'0'10'0,"0"-2"0,0-8 0,-2 1 0,-4 5 0,2-4 0,-7 4 0,5 3 0,-6 3 0,7 3 0,-7 2 0,6 8 0,-3 4 0,-1 3 0,1 3 0,5 7 0,-4 0 0,8 4 0,0-6 0,0-4 0,0-3 0,0-5 0,0-5 0,8-4 0,3-9 0,12-5 0,-2-3 0,8-2 0,0-7 0,5-5 0,1-18 0,-1-7 0</inkml:trace>
  <inkml:trace contextRef="#ctx0" brushRef="#br0" timeOffset="106">8880 6190 8912,'0'-12'0,"0"1"0,7-1 0,-5 3 0,6 3 0,-8 12 0,0-4 0,0 5 0,0 1 0,2-6 0,4 3 0,-5-3 0,7-2 0,-8 0 0,2-2 0,4-3 0,-4 1 0,3-8 0,-3 9 0,0-13 0,2 5 0,2-4 0,0-3 0,-6 7 0,0-1 0,0 7 0,0-7 0,0 8 0,0-11 0,0 15 0,0 0 0,-6 8 0,0 9 0,0 2 0,1 4 0,-1 6 0,-6 3 0,7 3 0,-1 7 0,0-6 0,0 6 0,3 0 0,1-6 0,2 1 0,0-9 0,2-7 0,1 2 0,5-6 0,2-5 0,3-7 0,2-3 0,3-2 0,1-2 0,4-3 0,-4-5 0,6-13 0,-8 0 0,0-5 0,0 5 0,-2-8 0,-3 4 0,-6 1 0,-4-7 0,-2 6 0,0-7 0,-8 0 0,-4 1 0,-3 5 0,-2-3 0,0 8 0,1 0 0,3 6 0,2 0 0,5 7 0,-6 5 0,9 3 0,-7 4 0,4 3 0,4 5 0,-3 7 0,1 0 0,-2 0 0,4 1 0,-4-1 0,-3 0 0,-1 0 0</inkml:trace>
  <inkml:trace contextRef="#ctx0" brushRef="#br0" timeOffset="107">8880 6310 8912,'-2'15'0,"-4"-3"0,4-5 0,-6-7 0,8 0 0,0 0 0,8 0 0,2-7 0,13-1 0,0-3 0,1-5 0,-1 5 0,-4 3 0,4 2 0,-3-1 0,-3-1 0,0-1 0,0 5 0,0-4 0</inkml:trace>
  <inkml:trace contextRef="#ctx0" brushRef="#br0" timeOffset="108">9258 6327 8912,'-9'8'0,"-7"-6"0,13 7 0,-9-3 0,6 3 0,-5 9 0,5-7 0,-5 1 0,7-1 0,-2 6 0,4 0 0,2 1 0,0-1 0,0 0 0,0-7 0,2 5 0,4-4 0,3-3 0,3 0 0,-1-8 0,3 0 0,1-2 0,2-4 0,-1-4 0,-5-7 0,2 6 0,-7-1 0,0 1 0,0-6 0,-1-1 0,1 1 0,-14 0 0,-1 7 0,-8-5 0,5 13 0,1-3 0,5 3 0,-5 2 0,7 0 0,-4 0 0,8 0 0</inkml:trace>
  <inkml:trace contextRef="#ctx0" brushRef="#br0" timeOffset="109">9465 5880 8912,'-10'-9'0,"3"-7"0,7 7 0,0 1 0,0 8 0,0 10 0,-6 7 0,0 6 0,2 5 0,2 5 0,2 1 0,-2 6 0,-1 0 0,-3-1 0,0-3 0,6-2 0,-8 1 0,-1-1 0</inkml:trace>
  <inkml:trace contextRef="#ctx0" brushRef="#br0" timeOffset="110">9241 7135 8912,'10'0'0,"-3"0"0,-7 0 0,0 0 0,0 8 0,-5 1 0,-1 9 0,-6 4 0,5 3 0,-3 4 0,-3 7 0,3 6 0,-1 10 0,-1 7 0,1 4 0,-1 12 0,-1 3 0,0 2 0,1 0 0,-3 1 0,3 5 0,-3 0-231,-2 0 0,5-2 231,1-4 0,1-6 0,-1-11 0,-3-3 0,9-9 0,-1-15 0,6-7 0,0-8 0,0-4 0,0-7 0,2-2 0,4-8 0,-3 0 0,9 0 231,-1 0 0,7-6-231,-1 0 0,6-5 0,0 5 0,2-7 0,-3 1 0,-1 2 0,8-1 0,-2 7 0,2-2 0,3 5 0,-3 1 0,1 0 0,-1 0 0,4 0 0,-5 0 0,9 0 0,-3 0 0,4 0 0,-5 5 0,7 3 0,-2 1 0,0 1 0,1 2 0,3-5 0,2 1 0,-4-6 0,6 3 0,0-3 0,5-2 0,-5 0 0,0 0 0,-8 0 0,-1 0 0,-11 0 0,-1 0 0,-2-5 0,-6-1 0,-7 0 0,3 4 0,-7-3 0,0-5 0,-6-7 0,0 0 0,0-1 0,0 1 0,0-2 0,0-4 0,0 4 0,0-13 0,0 3 0,0-4 0,0-1 0,0 0 0,0-3 0,0-3 0,0 4 0,0-12 0,0 6 0,0-2 0,0-2 0,2-1 0,3-5 0,-3 4 0,6-11 0,0 0 0,-6-10 0,3-11 0,3-4 0,-2-2 0,5 7 0,-5 7 0,0 9 0,1 11 0,-5 1 0,6 28 0,-8 0 0,0 15 0,0 1 0,-8 14 0,6 3 0,-5-1 0,7-1 0,-8-8 0,-2 0 0,-7 0 0,0 0 0,0 0 0,0 0 0,-3 0 0,-2 0 0,-7 0 0,-4 0 0,-9 0 0,-4 0 0,-3 0 0,-11 0 0,-3 0 0,-9 0 0,-3 0 0,2 0 0,8 0 0,2 0 0,8 0 0,-3 0 0,13 0 0,10 2 0,12 4 0,4-4 0,2 3 0,7 5 0,3-6 0,7 7 0,0-5 0,0 5 0,0-7 0,0 6 0,0-5 0,7-3 0,-5 8 0,4-4 0,-4-5 0,4 15 0,-1-3 0,-1 8 0,6 6 0,-3 7 0,7 3 0,-3 3 0,1 6 0,-3 3 0,7 3 0,-5-1 0,4-5 0,3 0 0,-1-8 0,0 4 0</inkml:trace>
  <inkml:trace contextRef="#ctx0" brushRef="#br0" timeOffset="111">10394 6430 8912,'10'-2'0,"-3"-1"0,-1-5 0,-2-2 0,-6-3 0,-6 5 0,-9 1 0,0-1 0,-8 6 0,4-6 0,-8 8 0,6 8 0,-3 4 0,-1 3 0,2 2 0,0 0 0,-6 8 0,3 4 0,-5 3 0,-1 10 0,-1 6 0,1 7 0,0 8 0,-1-1 0,1 1 0,7-14 0,4 3 0,10-14 0,1-4 0,8-7 0,-3-17 0,14-3 0,-5-9 0,4-3 0,4-12 0,-1-10 0</inkml:trace>
  <inkml:trace contextRef="#ctx0" brushRef="#br0" timeOffset="112">9861 6688 8912,'-12'-11'0,"3"-1"0,1-1 0,-5 5 0,3-5 0,-7 7 0,7 0 0,-5 10 0,5 6 0,1 7 0,-7 12 0,7-1 0,-1 7 0,5 5 0,3-4 0,2 12 0,0-8 0,0 6 0,0-6 0,2 0 0,3-6 0,5-1 0,9-4 0,4-7 0,-2-10 0,8-6 0,-1-4 0,13-4 0,1-4 0,2-6 0,9-10 0,8-5 0</inkml:trace>
  <inkml:trace contextRef="#ctx0" brushRef="#br0" timeOffset="113">10566 6104 8912,'-9'0'0,"-7"0"0,12 0 0,-7 0 0,7 0 0,-11 1 0,5 5 0,1 6 0,-1 3 0,4 2 0,3 8 0,-7 4 0,2 3 0,1 2 0,1 1 0,4-1 0,-4 1 0,4-3 0,2-1 0,0-3 0,8-7 0,2-2 0,7-9 0,0-2 0,2-5 0,4-8 0,4-5 0,7-7 0,-7 0 0,4-6 0,-8-2 0,-2-2 0,-2 1 0,-2-3 0,-7-4 0,-5 5 0,-3-5 0,-2-1 0,0 0 0,-7-1 0,-5 1 0,-3 5 0,-2 0 0,-3 8 0,-2-1 0,8 10 0,-3 6 0,4 4 0,-5 2 0,3 2 0,4 4 0,-5 4 0,12 7 0,-7 0 0,-1 8 0,-5 2 0</inkml:trace>
  <inkml:trace contextRef="#ctx0" brushRef="#br0" timeOffset="114">10394 6310 8912,'-8'9'0,"-1"-1"0,-1 0 0,3-6 0,-1 5 0,6-7 0,2 0 0,10-2 0,9-1 0,4-3 0,3-8 0,3 11 0,0-9 0,0 3 0,5-3 0,-7-3 0,5 5 0,-5-7 0</inkml:trace>
  <inkml:trace contextRef="#ctx0" brushRef="#br0" timeOffset="115">10859 6430 8912,'-10'2'0,"4"4"0,3-4 0,-3 4 0,2-3 0,-7 3 0,7-2 0,-2 7 0,2-1 0,0 3 0,-1-1 0,1 1 0,2-3 0,2 1 0,0 1 0,0 5 0,7-8 0,5-3 0,3-4 0,2-2 0,1-2 0,-1-4 0,0 3 0,0-9 0,-1-1 0,-5-3 0,4-1 0,-13 0 0,4 0 0,-4 0 0,-10 1 0,-3 5 0,-4 5 0,-3 4 0,1 2 0,0 0 0,0 0 0,-1 0 0,7 0 0,0 0 0,-1 0 0,2 0 0,3 0 0</inkml:trace>
  <inkml:trace contextRef="#ctx0" brushRef="#br0" timeOffset="116">11048 5897 8912,'-10'10'0,"3"-3"0,7-7 0,2-7 0,3-5 0,5-1 0,7 2 0,0 5 0,1 4 0,-1 2 0,-6 2 0,-1 4 0,-3 5 0,-1 4 0,-6 4 0,0 2 0,0 2 0,0 0 0,-7 0 0,-3 2 0,0 2 0,-5-6 0,6 4 0,-9-8 0,1 0 0,0 0 0,0 0 0,0-7 0,1-4 0,5-12 0,3 2 0,8-7 0,0-1 0,0-5 0,0 0 0,0 0 0,0-1 0,2 1 0,4 0 0,3 7 0,9 3 0,-1 7 0,0 0 0,6 0 0,2 2 0,0 2 0,-1 1 0,7 9 0,-4 1 0,7 8 0,1-2 0,-1-2 0,16-9 0,3-3 0</inkml:trace>
  <inkml:trace contextRef="#ctx0" brushRef="#br1" timeOffset="117">18620 10729 8912,'0'-18'0,"0"7"0,0-1 0,0-1 0,0-2 0,0 3 0,0 1 0,0-3 0,0 5 0,0-3 0,0 9 0,0-5 0,0 8 0,0 2 0,0 4 0,-2 3 0,-2 8 0,-2 1 0,-7 6 0,11-5 0,-6 4 0,1-3 0,5 4 0,-12-5 0,7 6 0,-3 0 0,6 2 0,-5 7 0,5 3 0,-2 3 0,1 4 0,-1 7 0,0 1 0,2-1 0,2-7 0,2 4 0,0-8 0,2 0 0,4 2 0,-4-13 0,6 0 0,-1-8 0,-5-4 0,8 0 0,-5 0 0,-3-7 0,14-3 0,-14-7 0,5 0 0,-7-2 0,0-3 0,0 3 0,0-8 0,0 5 0,0 3 0,0-6 0,0 8 0,0 0 0,8 0 0,-4 0 0,7 0 0,1 0 0,5 0 0,0 0 0,0 0 0,6 0 0,2 0 0,0 0 0,0 0 0,5 0 0,-9-2 0,8-2 0,2-1 0,1-1 0,-3 6 0,-2 0 0,-3 0 0,-1 0 0,0 0 0,2 0 0,2 0 0,-6 0 0,6 0 0,-6 0 0,4 0 0,-1 0 0,1 0 0,0 0 0,-2 0 0,-4 0 0,8 0 0,-4 0 0,6 0 0,-4 7 0,1-5 0,-3 4 0,2-4 0,6-2 0,-3 0 0,-7 6 0,2-1 0,-4 1 0,4-4 0,0 2 0,-2 2 0,-1-3 0,2 1 0,1 0 0,-2 2 0,-1 0 0,-1-4 0,2 1 0,2 3 0,0 0 0,0-6 0,1 0 0,3 0 0,-6 0 0,10-6 0,-6 0 0,1 3 0,-5 1 0,4 0 0,-2-2 0,0-2 0,0 0 0,0 6 0,0 0 0,-2 0 0,-2 0 0,4 0 0,0 0 0,-2 0 0,4 0 0,0 0 0,0 0 0,0 0 0,-3 0 0,1-5 0,0-1 0,6 0 0,-6 6 0,0-2 0,-6-2 0,0-1 0,1-1 0,-1 6 0,0 0 0,0 0 0,0 0 0,1 0 0,-7 0 0,1 0 0,-7 0 0,7 0 0,-1 0 0,1 0 0,-1 0 0,-5 0 0,5 0 0,-5-2 0,6-4 0,-7 4 0,7-3 0,-6 3 0,5 2 0,-5-6 0,5 0 0,1 1 0,-3-3 0,5 4 0,-9-7 0,7 5 0,-6-5 0,-1 7 0,1-12 0,0 5 0,-2-4 0,-2-3 0,-2 1 0,0 0 0,0-8 0,0-3 0,0-5 0,0-3 0,0-4 0,-2-4 0,-4-8 0,4 1 0,-4-1 0,-3-7 0,5 11 0,-6-2 0,3 6 0,-7 4 0,5 6 0,-1 1 0,4 5 0,-3 3 0,7 8 0,-13 0 0,13 7 0,-6 2 0,8 8 0,-2 0 0,-4 0 0,5 0 0,-7 0 0,0 0 0,-1-7 0,-9 5 0,7-6 0,0 8 0,-3 0 0,6 0 0,-7-6 0,4 1 0,-5 1 0,-1 2 0,-2 2 0,-2-2 0,-4-2 0,0-1 0,0 1 0,-5 2 0,1 2 0,-11-8 0,2 6 0,-6-3 0,2 3 0,-6 2 0,10-2 0,-6-2 0,2-2 0,2 0 0,5 6 0,1 0 0,-1 0 0,3 6 0,1 0 0,4-2 0,3-2 0,-7 5 0,10-5 0,-6 4 0,2-4 0,2-2 0,0 0 0,0 0 0,2 0 0,-3 0 0,1 0 0,2 0 0,1 0 0,3 0 0,-6-2 0,0-4 0,-1 4 0,1-3 0,3-3 0,-4 2 0,-1 2 0,0-3 0,-6 1 0,5 2 0,1 2 0,-6 2 0,10 0 0,-8 0 0,6 0 0,-5 0 0,7 0 0,-4 0 0,0 0 0,6 0 0,-6 0 0,8 0 0,-6 0 0,0 0 0,-6 0 0,6 2 0,2 4 0,-6-4 0,6 5 0,-5-7 0,-1 0 0,0 0 0,4 0 0,-5 0 0,6 0 0,0 0 0,-5 0 0,0 0 0,0 0 0,2 0 0,1 0 0,4 0 0,-4 0 0,6 0 0,1 0 0,0 8 0,0-6 0,-1 4 0,1-4 0,0-2 0,6 0 0,-1 0 0,8 0 0,-3 0 0,7 0 0,0 0 0,0 7 0,0-3 0,0 8 0,0-1 0,0 0 0,0 1 0,0-1 0,0 7 0,0 1 0,0 2 0,0 2 0,0 7 0,0-9 0,2 8 0,3 1 0,-3-5 0,14 10 0,-5-3 0,4 6 0,10 2 0,2-5 0</inkml:trace>
  <inkml:trace contextRef="#ctx0" brushRef="#br1" timeOffset="118">21184 11072 8912,'-10'-17'0,"1"6"0,5-1 0,-2-1 0,-1 0 0,1 1 0,4-3 0,-6 13 0,16-6 0,3 8 0,5 0 0,1 0 0,0 0 0,0 0 0,1 0 0,-1 0 0,0 0 0,0 0 0,0 0 0,2-6 0,2 1 0,2 1 0,0 2 0,-5-4 0,-1 1 0,0-1 0,-7 6 0,-3 7 0,-7 5 0,-7 3 0,-1-3 0,-4-1 0,-10 1 0,2 5 0</inkml:trace>
  <inkml:trace contextRef="#ctx0" brushRef="#br1" timeOffset="119">21184 11296 8912,'-10'9'0,"1"-1"0,5-6 0,-2 4 0,0-4 0,6 5 0,0-7 0,2 0 0,4 0 0,6 0 0,11 0 0,-4 0 0,11-2 0,-7-3 0,8 1 0,-4-6 0,-1 3 0,-1-7 0,-2 12 0,0-3 0,-2 3 0,-2-4 0,-2 0 0,-7 1 0,-2 12 0,-8 3 0</inkml:trace>
  <inkml:trace contextRef="#ctx0" brushRef="#br1" timeOffset="120">22251 10797 8912,'9'12'0,"-3"-1"0,-4-5 0,-2 5 0,0 1 0,0 5 0,0 0 0,-6 2 0,1 2 0,1 2 0,2-2 0,2-2 0,0 4 0,0 0 0,0-2 0,0-2 0,0-1 0,0-1 0,0 0 0,0-7 0,0-3 0,0-7 0,7-7 0,3-3 0</inkml:trace>
  <inkml:trace contextRef="#ctx0" brushRef="#br1" timeOffset="121">22561 10900 8912,'0'12'0,"-2"-3"0,-4-1 0,4 5 0,-6-9 0,8 8 0,-5-7 0,-1 7 0,0-1 0,6 7 0,0-1 0,8 0 0,-6 0 0,5-2 0,1-3 0,2 3 0,1-11 0,1 6 0,1-3 0,2-1 0,2-6 0,3 0 0,2 0 0,-2-2 0,3-4 0,-4-3 0,-4-8 0,-4-1 0,3 1 0,-8 0 0,-3 0 0,-1 0 0,-2-8 0,-7 6 0,-5-4 0,-3 11 0,-2 7 0,-1-3 0,1 2 0,0 2 0,7 2 0,-5 2 0,13 0 0,-5-7 0,7-3 0</inkml:trace>
  <inkml:trace contextRef="#ctx0" brushRef="#br1" timeOffset="122">22870 10797 8912,'2'10'0,"4"-4"0,-4-5 0,6-1 0,-7-1 0,5-3 0,6-2 0,-5 0 0,11 4 0,-3-1 0,6-3 0,2 0 0,-6 4 0,0-2 0,0-1 0,1-1 0,5 6 0,0 0 0,-1 6 0,-4 1 0,-3 5 0,-4 7 0,5-2 0,-14 10 0,3-4 0,-1 3 0,2 9 0,-4-1 0,4 1 0,-4-3 0,-2-3 0,-2 3 0,-2-5 0,-2 0 0,-7-2 0,3-14 0,-7 0 0,0 3 0,-1-7 0,-4 7 0,-3-8 0,-2-3 0,-2-1 0,-5-2 0,-1 0 0,1 0 0,0 0 0,1 0 0,4 0 0,-3-5 0,3-1 0,4 0 0,2 6 0,4-8 0,2-1 0,0-8 0</inkml:trace>
  <inkml:trace contextRef="#ctx0" brushRef="#br1" timeOffset="123">22062 10814 8912,'0'12'0,"0"-1"0,0-7 0,7 4 0,5-8 0,-5 0 0,9 0 0,-13-6 0,7-2 0,-2-1 0,-1 5 0,-1-2 0,-4 3 0,4-3 0,-4 2 0,-2-7 0,0 7 0,0-12 0,-2 15 0,-4-5 0,-4 4 0,-7 2 0,0 0 0,-2 0 0,-4 0 0,4 0 0,-14 0 0,3 2 0,-9 4 0,3 3 0,-4 6 0,4-1 0,1-3 0,8 1 0,-3 5 0,7 0 0,0 6 0,6 0 0,7 0 0,4-6 0,-1 8 0,1 4 0,2 3 0,8 4 0,2 4 0,7-3 0,2 10 0,8-5 0,-2 2 0,6-5 0,-2-3 0,4-7 0,3-8 0,-3 2 0,3-6 0,3-6 0,-1-3 0,1-8 0,-1 0 0,-7-8 0,5-9 0,-5-10 0</inkml:trace>
  <inkml:trace contextRef="#ctx0" brushRef="#br1" timeOffset="124">23972 10711 8912,'-12'0'0,"1"0"0,-3 0 0,5 0 0,-3 0 0,-1-2 0,-2-3 0,3 3 0,1-4 0,-3 4 0,-1 2 0,-2 0 0,0 0 0,-3-6 0,-1 1 0,-2 1 0,1 2 0,-3 2 0,6 0 0,-4 0 0,4 2 0,1 4 0,1-5 0,0 5 0,0-4 0,5 4 0,3 2 0,-1-1 0,1 1 0,5-1 0,-2-1 0,4-2 0,2 7 0,0-7 0,0 12 0,0-7 0,0 8 0,0-5 0,0-1 0,0 1 0,0 7 0,0 2 0,0 2 0,0 0 0,0 0 0,0 1 0,0 3 0,0 2 0,0 5 0,0 1 0,0-1 0,2-2 0,4-3 0,-4 4 0,5-9 0,-7 5 0,0-6 0,6-4 0,0 0 0,-2 4 0,-3-4 0,1 4 0,4-11 0,-4 3 0,4-4 0,-2-3 0,1-2 0,-3 3 0,6-7 0,-6 6 0,2-10 0,1-4 0,1 4 0,-6-5 0,0 7 0,0 0 0,8-8 0,-4 6 0,7-4 0,-5 4 0,5 2 0,1-1 0,5-3 0,0-2 0,8 0 0,-4 6 0,8 0 0,-1-5 0,7-1 0,-7 0 0,-1 6 0,-2 0 0,-2 0 0,-6-6 0,0 1 0,1 1 0,-9 2 0,-1 2 0,-8 0 0,0 0 0,-8 0 0,6 0 0,-5 0 0,5 0 0,-4 0 0,4 0 0,-6 0 0,8 8 0,0 1 0</inkml:trace>
  <inkml:trace contextRef="#ctx0" brushRef="#br1" timeOffset="125">24247 10729 8912,'0'-12'0,"0"1"0,-8 7 0,5-4 0,-9 8 0,8 8 0,-5 1 0,5 9 0,-2-1 0,0 0 0,6 0 0,0 0 0,0 0 0,0 1 0,0-1 0,0 0 0,0-7 0,0-1 0,2-5 0,4 2 0,6-2 0,3-3 0,2-1 0,-7-7 0,5 3 0,-6-7 0,1-3 0,-2-1 0,-8-2 0,5-1 0,1 1 0,0 0 0,-8 0 0,-4 0 0,2 5 0,-7 3 0,-2 1 0,3 0 0,-2 3 0,7 3 0,-5-2 0,3 8 0,1-2 0,6 5 0,-8 1 0,-1 2 0</inkml:trace>
  <inkml:trace contextRef="#ctx0" brushRef="#br1" timeOffset="126">24540 10780 8912,'-18'0'0,"7"0"0,-1 0 0,7-6 0,-7 1 0,6-1 0,-5 6 0,7 0 0,-3 0 0,8-2 0,5-4 0,4 4 0,7-5 0</inkml:trace>
  <inkml:trace contextRef="#ctx0" brushRef="#br1" timeOffset="127">24712 10608 8912,'0'-17'0,"0"0"0,0 0 0,0 7 0,0 2 0,-2 8 0,-2 2 0,-2 4 0,0 6 0,5 9 0,-5 1 0,4 9 0,-4-2 0,4-5 0,2 7 0,0-6 0,0 0 0,0 0 0,0-4 0,0-2 0,0-2 0,0 0 0,0 0 0,0 0 0</inkml:trace>
  <inkml:trace contextRef="#ctx0" brushRef="#br1" timeOffset="128">24953 10608 8912,'-10'-9'0,"0"1"0,5 8 0,1 8 0,-8 3 0,-1 4 0,-2 3 0,3 4 0,1 1 0,-1 0 0,-3-4 0,4 4 0,1-4 0,4 4 0,4-9 0,-3-3 0,5-1 0,5 1 0,5-3 0,7-8 0,6 0 0,2 0 0,0 0 0,0 0 0,3-6 0,-5 0 0,0-5 0,-6 5 0,1-5 0,-1 5 0,-8-7 0,-1 11 0,-8-14 0,0 7 0</inkml:trace>
  <inkml:trace contextRef="#ctx0" brushRef="#br1" timeOffset="129">24935 10643 8912,'-9'17'0,"1"2"0,8 4 0,0-2 0,0 7 0,0 1 0,0 5 0,0-1 0,0-4 0,0 3 0,2-15 0,4 0 0,3 1 0,9-9 0</inkml:trace>
  <inkml:trace contextRef="#ctx0" brushRef="#br1" timeOffset="130">25262 10522 8912,'-7'-17'0,"-3"0"0,-5 0 0,3-1 0,-3 9 0,11 1 0,-7 8 0,5 0 0,-5 0 0,5 2 0,-6 4 0,9-2 0,-3 7 0,-2 1 0,2 5 0,1 0 0,5 0 0,0 6 0,0 0 0,0 0 0,0-6 0,0 0 0,0 6 0,0 0 0,5 0 0,1-6 0,8-5 0,-3-1 0,-1 1 0,1 5 0,-5 0 0,5 0 0,-1-5 0,1-1 0,-1 1 0,-4 5 0,-5-6 0,5 1 0,-6-6 0,-6 5 0,-3-1 0,-8 1 0,-1-5 0,1-4 0,0-2 0,6 0 0,-1 0 0,3-2 0,-3-4 0,4-4 0,8-7 0,0 0 0,0-8 0,2 6 0,4-4 0,4-2 0,7 2 0,0-5 0,2 5 0,4 2 0,-4 2 0,4 2 0,-4-1 0,-1 1 0,6 0 0,3 0 0</inkml:trace>
  <inkml:trace contextRef="#ctx0" brushRef="#br1" timeOffset="131">25589 10419 8912,'-9'-17'0,"1"7"0,0 3 0,-1 14 0,-8 5 0,-1 11 0,7 5 0,0 12 0,-1-1 0,-5 7 0,7-3 0,5 3 0,3-6 0,2-3 0,0-3 0,2-7 0,3-4 0,-3-4 0,13-10 0,-3-3 0,3-4 0,2-4 0,1-4 0,-1-3 0,0-8 0,-2-1 0,-3 1 0,-4-6 0,-8 0 0,0 2 0,0 2 0,-2 2 0,-4 0 0,-4 7 0,-9-3 0,-4 7 0,-4 1 0,-7 12 0,0 3 0</inkml:trace>
  <inkml:trace contextRef="#ctx0" brushRef="#br1" timeOffset="132">24109 11227 8912,'-17'0'0,"0"0"0,5 0 0,1 2 0,-2 2 0,-3 3 0,-1 3 0,6-4 0,-1 5 0,3 1 0,-3 7 0,6 2 0,4 2 0,2 2 0,0-4 0,0 2 0,0-2 0,0-2 0,2-2 0,4-2 0,6-3 0,3-5 0,2-7 0,0 0 0,1 0 0,-1 0 0,6-7 0,0-7 0,-2-7 0,-2 2 0,-8-6 0,1 6 0,1-4 0,-5 4 0,-1-6 0,-7 8 0,0 0 0,-7 7 0,-3-3 0,-7 7 0,0 1 0,0 12 0,-1 3 0</inkml:trace>
  <inkml:trace contextRef="#ctx0" brushRef="#br1" timeOffset="133">24281 11347 8912,'-7'-9'0,"5"1"0,-6 8 0,8-7 0,0-3 0</inkml:trace>
  <inkml:trace contextRef="#ctx0" brushRef="#br1" timeOffset="134">24436 11244 8912,'10'0'0,"5"-7"0,-11 5 0,7-4 0,1-2 0,5 1 0,0-3 0,1 6 0,-1-1 0,0 3 0,6-4 0,0 0 0,6 1 0,-6 5 0,-2 0 0,-2 0 0,2 1 0,-4 5 0,4-2 0,-12 7 0,1 3 0,-2 1 0,-8 2 0,0 8 0,0-6 0,0 4 0,-6-4 0,0-2 0,-5 1 0,3-1 0,-1 0 0,5-7 0,-10 5 0,9-4 0,-7-1 0,6 1 0,-7-7 0,2 2 0,-5-4 0,-1-2 0</inkml:trace>
  <inkml:trace contextRef="#ctx0" brushRef="#br1" timeOffset="135">24522 11365 8912,'2'9'0,"4"-3"0,-4-4 0,6-2 0,-7 0 0,5 0 0,6 0 0,-1 0 0,6 0 0,-3 0 0,16-2 0,-5-2 0,2-2 0,2-7 0,-1 11 0,1-4 0,-6-1 0,6 1 0,-1-7 0,7 3 0</inkml:trace>
  <inkml:trace contextRef="#ctx0" brushRef="#br1" timeOffset="136">25004 11193 8912,'-9'-10'0,"1"3"0,6 7 0,-4 0 0,4 0 0,-5 13 0,7 6 0,0 4 0,0 2 0,0 5 0,0-1 0,0 2 0,0-1 0,0-1 0,0-8 0,0 2 0,0-4 0,0-2 0,7 0 0,3 0 0</inkml:trace>
  <inkml:trace contextRef="#ctx0" brushRef="#br1" timeOffset="137">25228 11193 8912,'15'-2'0,"-3"-4"0,-5 4 0,-7-5 0,-7 7 0,-3 7 0,-7 3 0,2 1 0,3 1 0,-1-1 0,7 6 0,0 1 0,1-1 0,-1 0 0,0 0 0,6 0 0,0 0 0,0 1 0,6-1 0,0 0 0,1-5 0,-1-1 0,-2-1 0,7 1 0,-5 2 0,5-7 0,-7 7 0,12-3 0,-15 7 0,5-5 0,-12-1 0,-3-7 0,-8 2 0,-1-4 0,1-2 0,0 0 0,0 0 0,0 0 0,-8 0 0,-2 0 0</inkml:trace>
  <inkml:trace contextRef="#ctx0" brushRef="#br1" timeOffset="138">25056 11330 8912,'11'0'0,"1"0"0,-6 0 0,5 0 0,-5 0 0,5 0 0,1 0 0,5 0 0,-6-5 0,1-1 0,7-8 0,8 5 0</inkml:trace>
  <inkml:trace contextRef="#ctx0" brushRef="#br1" timeOffset="139">25417 11210 8912,'0'-17'0,"8"0"0,3-1 0,3 7 0,-3-1 0,4 3 0,-3-3 0,3-1 0,2 7 0,1 2 0,-1 3 0,-6 1 0,1 0 0,-1 0 0,7 0 0,-9 7 0,4 3 0,-7 7 0,-2 0 0,4 0 0,-3 1 0,-1-1 0,-2 0 0,6 0 0,-6 0 0,3 1 0,-3-1 0,-2 0 0,0 0 0,0 0 0,0 0 0,0 1 0,-2-1 0,-3 0 0,1-5 0,-8-1 0,9 0 0,-13 7 0,7-1 0</inkml:trace>
  <inkml:trace contextRef="#ctx0" brushRef="#br1" timeOffset="140">25503 11330 8912,'0'-11'0,"0"-1"0,2 3 0,4-3 0,-2 3 0,7 3 0,8-2 0,10-3 0,4-4 0,7 5 0,2-7 0,2 0 0,-6 0 0,2-1 0,-11 3 0,-6 4 0,-4-12 0,-2 4 0</inkml:trace>
  <inkml:trace contextRef="#ctx0" brushRef="#br1" timeOffset="141">25658 10281 8912,'0'-17'0,"0"0"0,0 0 0,0 0 0,6 5 0,0 1 0,5-1 0,-1-3 0,3 4 0,6 5 0,2-4 0,-2 8 0,2-1 0,2 6 0,8 7 0,-10 9 0,8 4 0,1 6 0,3 9 0,1 2 0,1 8 0,-1-2 0,0 9 0,1 2 0,-3 6 0,-3-5 0,-4-1 0,-10 0 0,-2 4 0,-1 6 0,-8-9 0,-4 16 0,-14-11 0,-7 4 0,-5-6 0,-11 4 0,-1-8 0,-2-1-119,-8-10 0,4 3 119,-8-3 0,1-2 0,1 0 0,2 0 0,2-2 0,-1 0 0,-11 6 0,3-4 0,-8 7 0,0-1 0,-6-4 0,0 2-1562,0-8 1562,8-8 0,-2 1 0,7-9 0,5-3 0,1-9 0,4-8 0</inkml:trace>
  <inkml:trace contextRef="#ctx0" brushRef="#br1" timeOffset="142">18517 12001 8912,'5'-12'0,"1"1"0,0-2 0,1-3 0,-3-1 0,6 0 0,-3 0 0,-3-1 0,0 1 0,0 0 0,2 0 0,-3 0 0,-1-1 0,-2 7 0,0 0 0,0 7 0,0-4 0,0 10 0,0 4 0,0 11 0,-2 4 0,-1 8 0,-3 1 0,0 3 0,0 3 0,-1 4 0,-3 6 0,6 0 0,-3 3 0,-1 5 0,0 15 0,-3-1 0,-2 5 0,5-4 0,-2 0 0,7-1 0,-11-1 0,8-4 0,1-11 0,5-12 0,0-11 0,0-6 0,7-12 0,5-5 0,3-4 0,2-2 0,-5-6 0,-1 0 0,6-5 0,6 5 0,0 0 0,-4 6 0,4 0 0,-3 0 0,10 0 0,-5 0 0,2 0 0,1 8 0,13-4 0,-1 5 0,-2-1 0,6 0 0,2-5 0,4 3 0,1-2 0,1-2 0,-1-2 0,7 0 0,-1 0 0,8 0 0,2 0 0,8 0 0,-3 0 0,-1 0 0,-10 0 0,-1-2 0,-1-4 0,-13 4 0,3-5 0,-14 7 0,-1 0 0,1-2 0,-1-2 0,1-2 0,-1 2 0,-7-5 0,3 7 0,-7-4 0,6-1 0,-6 1 0,-2-2 0,-10 2 0,5 5 0,-5-5 0,-3 2 0,-1 0 0,1-2 0,-6 1 0,8-1 0,-7-2 0,3-1 0,8-3 0,-7 1 0,5-1 0,3 1 0,-4-6 0,5 5 0,1 1 0,0-1 0,0-5 0,1 0 0,-1 0 0,0 0 0,0-3 0,0-2 0,2-5 0,3-8 0,0 1 0,-1 0 0,6-1 0,-8 1 0,4-1 0,-4 1 0,-3 0 0,-5-1 0,-3 1 0,0 0 0,-7 7 0,7-4 0,-8 8 0,-8-5 0,-3 5 0,1 0 0,-1 6 0,7-1 0,-11 1 0,11 8 0,-7 3 0,7 2 0,-2-2 0,-4 4 0,1-13 0,-8 11 0,-1-7 0,1 5 0,0-5 0,-2 5 0,-2-4 0,-2 3 0,-8-7 0,3 11 0,-13-9 0,-3 3 0,-7-3 0,-8-1 0,-5 7 0,-4-7 0,-5 1 0,-2-1 0,3 1 0,-7 3 0,-1 3 0,-6 4-297,-6-4 0,4 5 297,-3 1 0,10 0 0,9 1 0,7 5 0,5 4 0,24 1 0,7 1 0,8-9 0,4 3 0,6 4 0,-1 1 0,8-1 0,-2 1 0,5 3 0,1 1 0,7-6 0,3-1 0,7-8 0</inkml:trace>
  <inkml:trace contextRef="#ctx0" brushRef="#br1" timeOffset="143">19325 13067 8912,'10'-12'0,"-4"1"0,-4-1 0,-2 3 0,0 3 0,0 12 0,0 5 0,0 7 0,0 4 0,0 7 0,0 2 0,-2-1 0,-2-1 0,-2 1 0,2 3 0,2 1 0,2 1 0,2-9 0,2-3 0,4-4 0,1-1 0,3-9 0,5-1 0,0-8 0</inkml:trace>
  <inkml:trace contextRef="#ctx0" brushRef="#br1" timeOffset="144">19652 13032 8912,'-2'10'0,"-3"-4"0,3-4 0,-6-2 0,6 2 0,-2 3 0,-1 7 0,-1 11 0,6-2 0,0 7 0,0 7 0,0 5 0,2 6 0,4-6 0,-1 8 0,12-3 0,-3-3 0,18 0 0,-5-7 0</inkml:trace>
  <inkml:trace contextRef="#ctx0" brushRef="#br1" timeOffset="145">18465 13600 8912,'9'-2'0,"-3"-4"0,-4 2 0,-2-7 0,0 5 0,0-5 0,-8 5 0,-3-4 0,-4 1 0,-3-1 0,1 5 0,0-5 0,-2 2 0,-4 5 0,2-5 0,-8 2 0,-1 2 0,-3 2 0,-3 2 0,-4 0 0,3 0 0,-3 0 0,-2 0 0,2 2 0,2 4 0,1 2 0,5 5 0,1-1 0,3 1 0,7 2 0,-4 0 0,8-3 0,7 9 0,4-4 0,-1 4 0,1-2 0,2 4 0,2 4 0,-4 9 0,1 4 0,-3 12 0,2 11 0,4 6 0,-5 5 0,-1 6 0,6 3-196,-4-3 0,5 2 196,1-7 0,0-9 0,0-8 0,1-7 0,5-5 0,6-12 0,11-11 0,-2-5 0,7-7 0,1-3 0,13-8 0,4-2 0,4-4 0,1-3 0,1-9 0,1 1 0,5 0 0,-5-8 0,14 4 0,-7-8 0,-5-1 0,-5-3 0</inkml:trace>
  <inkml:trace contextRef="#ctx0" brushRef="#br1" timeOffset="146">18517 13772 8912,'-8'-10'0,"4"3"0,-5 8 0,-1 5 0,0 6 0,5 5 0,-7 6 0,1 5 0,1 5 0,1 7 0,5 0 0,-2 0 0,2 2 0,2-7 0,4 1 0,4-7 0,5-5 0,5-8 0,1-11 0,0-3 0,6-4 0,2-5 0,0-10 0,0-10 0,-2-6 0,-8-1 0,-2 0 0,-1-1 0,-8 1 0,-3-1 0,-6 1 0,-14 7 0,1 4 0,-8 4 0,3 4 0,2 4 0,2-3 0,1 8 0,1 3 0,0 1 0,7 9 0,3 3 0,7 7 0,0 0 0,7-7 0,3-3 0,22 1 0,5 2 0</inkml:trace>
  <inkml:trace contextRef="#ctx0" brushRef="#br1" timeOffset="147">19033 13926 8912,'-12'-5'0,"3"-3"0,1-1 0,-5 5 0,3-4 0,-7 0 0,5 7 0,1-5 0,7 2 0,-2-2 0,5 4 0,8-5 0,5 5 0,3-4 0,2 4 0,6-6 0,0 8 0,0-7 0,-6-3 0</inkml:trace>
  <inkml:trace contextRef="#ctx0" brushRef="#br1" timeOffset="148">19188 13789 8912,'9'-8'0,"1"6"0,-4-3 0,-5-5 0,7 8 0,-8-5 0,0 16 0,0 8 0,0 10 0,0 11 0,0 2 0,0 8 0,0-2 0,0 4 0,0 1 0,0 1 0,0-1 0,0-7 0,0-4 0,0-11 0,0-6 0,8-4 0,1-2 0</inkml:trace>
  <inkml:trace contextRef="#ctx0" brushRef="#br1" timeOffset="149">20100 13944 8912,'-10'-2'0,"3"-2"0,-1-2 0,4 0 0,-7 6 0,5 0 0,-6 2 0,-1 4 0,5 6 0,3 9 0,3 3 0,2 3 0,0 0 0,0 3 0,0-1 0,0 2 0,7-1 0,3-1 0,-1-6 0,7-6 0,-5-4 0,5-1 0,1-8 0,0 1 0,0-3 0,0-15 0,1-4 0,-7-12 0,1 0 0,-9-3 0,3-2 0,-4-8 0,-10 5 0,-3-1 0,-4 7 0,-3-1 0,1 15 0,0-2 0,0 5 0,7 11 0,-3-3 0,7 12 0,0-5 0,22 15 0,3-7 0</inkml:trace>
  <inkml:trace contextRef="#ctx0" brushRef="#br1" timeOffset="150">20513 14081 8912,'-10'-7'0,"-3"3"0,5-6 0,-1 3 0,5 1 0,-6 4 0,4-4 0,5 4 0,-7-5 0,8 7 0,8-6 0,3 0 0,4-1 0,3 1 0,6-4 0,3-7 0</inkml:trace>
  <inkml:trace contextRef="#ctx0" brushRef="#br1" timeOffset="151">20909 13789 8912,'-18'9'0,"1"-1"0,0-8 0,7 8 0,-5-6 0,4 5 0,-5 1 0,-1-4 0,2 7 0,1 3 0,3 1 0,7 2 0,-9 2 0,7 4 0,0-4 0,6 4 0,2 2 0,4-2 0,0 0 0,11-6 0,-2 0 0,12-2 0,-2-3 0,5 3 0,-9-11 0,6 7 0,-2 3 0,-2-6 0,-6 1 0,0-5 0,1 2 0,-9 7 0,-3-2 0,-4-3 0,-16 5 0,-3-7 0,-10 6 0,4-7 0,-7 1 0,1-6 0,-3 0 0,-1 0 0,5 0 0,-5-8 0,6-1 0</inkml:trace>
  <inkml:trace contextRef="#ctx0" brushRef="#br1" timeOffset="152">20754 13926 8912,'0'-17'0,"0"8"0,7-7 0,5 5 0,11-4 0,-2 3 0,7 1 0,3-3 0,7 5 0,2-3 0,8 1 0,-4-2 0,8-5 0,-1 5 0,1-12 0</inkml:trace>
  <inkml:trace contextRef="#ctx0" brushRef="#br1" timeOffset="153">21063 13462 8912,'-17'0'0,"0"-7"0,0-5 0,7 4 0,3 1 0,16 5 0,8-4 0,8 4 0,12-3 0,3 3 0,-4 2 0,4 0 0,2 5 0,-2 3 0,-1 2 0,-3 3 0,-9 10 0,0-2 0,-6 8 0,1 1 0,1 3 0,-7 3 0,-5 4 0,4-2 0,-3 8 0,1 6 0,-1 5 0,-6-2 0,3 6 0,-7-7 0,4 5 0,-4 0 0,-2-13 0,-14 4 0,-5-16 0,-6 1 0,-3-7 0,-7-1 0,3-4 0,3-8 0,-3 2 0,7-15 0,-6 4 0,2-4 0,8-2 0,-9-2 0,7-4 0,2-5 0,-6-4 0,10-4 0,0-4 0,-1-4 0,9-7 0</inkml:trace>
  <inkml:trace contextRef="#ctx0" brushRef="#br1" timeOffset="154">22561 13290 8912,'0'-11'0,"0"-1"0,0-1 0,0-2 0,0-2 0,0-1 0,-8 3 0,-4 2 0,-3 1 0,-4 8 0,-4-1 0,-6 3 0,-3 2 0,-3 0 0,1 2 0,2 3 0,3 7 0,-4-3 0,7 3 0,-3 1 0,0 3 0,8-5 0,-2 0 0,4 3 0,2 1 0,0 2 0,0 0 0,7-7 0,2 5 0,8-3 0,0 3 0,0-3 0,0-1 0,0 0 0,0 7 0,0 6 0,0 3 0,0 8 0,2 1 0,4 4 0,-4 6 0,4 11 0,-4 6 0,-2 6 0,0 4 0,1 3 0,5 2 0,-4 3 0,8 3 0,-5-6 0,7-9 0,-5-8 0,7-17 0,-8-4 0,7-6 0,-2-5 0,-1-6 0,2-12 0,1-5 0,10-4 0,6-2 0,5-2 0,6-4 0,4-11 0,8-2 0,1-6 0,5 0 0,-11 6 0,3-2 0,-8 6 0,-9 4 0,-7 7 0,-8-10 0,-1 9 0,-8-1 0,-3 6 0,-12 0 0,5 7 0,-7-3 0,8 8 0,0-8 0,-8 3 0,-1-7 0</inkml:trace>
  <inkml:trace contextRef="#ctx0" brushRef="#br1" timeOffset="155">23008 13187 8912,'10'2'0,"-5"4"0,-10-4 0,-5 7 0,-7-3 0,0 5 0,1 5 0,3 1 0,3 2 0,1 2 0,-1 2 0,6 8 0,-3-7 0,7 7 0,0-4 0,0-2 0,0-4 0,2-4 0,3-6 0,5 3 0,7-9 0,0 1 0,1-6 0,1-2 0,4-4 0,-4-3 0,6-14 0,-8-2 0,0-2 0,-2 4 0,-3-5 0,-5 7 0,-7-6 0,-1 6 0,-5-2 0,-4 0 0,-7 6 0,0 2 0,0 3 0,-1-3 0,1 13 0,0-4 0,0 4 0,0 2 0,-1 0 0,1 0 0,0 8 0,0 2 0</inkml:trace>
  <inkml:trace contextRef="#ctx0" brushRef="#br1" timeOffset="156">23387 13290 8912,'-8'-9'0,"6"-7"0,-13 13 0,3-9 0,5 8 0,-3-3 0,6 5 0,-2-4 0,1 4 0,5-7 0,0 3 0,7 4 0,5-4 0,3-3 0,2 7 0,1-6 0</inkml:trace>
  <inkml:trace contextRef="#ctx0" brushRef="#br1" timeOffset="157">23576 13101 8912,'0'-11'0,"0"-1"0,0 7 0,0-7 0,0 8 0,0-3 0,0 14 0,0 7 0,0 7 0,0 5 0,0 9 0,0 1 0,0 4 0,0-4 0,0 5 0,0-5 0,0-2 0,0-5 0,0-2 0,0-2 0,0-4 0,8-2 0,-7-10 0,15 6 0,-7-5 0</inkml:trace>
  <inkml:trace contextRef="#ctx0" brushRef="#br1" timeOffset="158">23886 13170 8912,'7'-10'0,"-5"-5"0,4 4 0,-4 3 0,-2-7 0,-2 13 0,-4-4 0,4 12 0,-13 5 0,4 12 0,-7-2 0,-5 8 0,4 0 0,-4 5 0,4 0 0,2-1 0,0-5 0,0 5 0,1-8 0,5 3 0,3-3 0,8-8 0,0 1 0,0-1 0,8-8 0,1-1 0,9-8 0,-1 0 0,8-6 0,3 1 0,-1-9 0,2 3 0,-2-5 0,3 1 0,-1 2 0,1 1 0,-5 1 0,0-1 0,-8 1 0,1 7 0,-1-11 0,0 5 0</inkml:trace>
  <inkml:trace contextRef="#ctx0" brushRef="#br1" timeOffset="159">23886 13153 8912,'7'9'0,"-5"-1"0,6 0 0,-8 1 0,0 8 0,0 2 0,0 4 0,-8-2 0,-3 8 0,1 0 0,-1 5 0,-1 0 0,3 1 0,1-1 0,2 1 0,1-1 0,-1-2 0,6-3 0,2-6 0,3-11 0,5 3 0,7-6 0</inkml:trace>
  <inkml:trace contextRef="#ctx0" brushRef="#br1" timeOffset="160">24247 13136 8912,'0'-10'0,"-8"-5"0,6 11 0,-3-8 0,-5 1 0,6 0 0,-7-1 0,5 8 0,-5-1 0,7 3 0,-6 2 0,6 2 0,-1 3 0,-1 5 0,0 7 0,1 0 0,1 0 0,2 1 0,2 4 0,0 1 0,0 0 0,0-5 0,2 4 0,3 1 0,-1 0 0,6-6 0,-3 1 0,7-1 0,-10 0 0,5 0 0,-1 0 0,5 1 0,-11-7 0,4 1 0,-4-1 0,-2 6 0,0 0 0,0-7 0,-8 3 0,-3-5 0,-5 2 0,-1-7 0,0 3 0,-6-4 0,0-2 0,0 0 0,12-2 0,1-4 0,2-5 0,3-4 0,7-4 0,3-2 0,7-2 0,3-8 0,4 12 0,2-4 0,2 4 0,0 2 0,-6-1 0,1 3 0,-1 4 0,0-5 0,0 5 0,0 3 0,1 1 0,7-1 0,1-1 0</inkml:trace>
  <inkml:trace contextRef="#ctx0" brushRef="#br1" timeOffset="161">24626 13084 8912,'7'-17'0,"3"0"0,-1-1 0,-1 1 0,-10 8 0,-4 3 0,-3 4 0,-14 15 0,-2 6 0,-2 6 0,0 10 0,-1 5 0,3 6 0,8-6 0,0 6 0,-1-6 0,9 8 0,1-12 0,8 4 0,8-6 0,3-5 0,6 2 0,6-9 0,2-6 0,4-11 0,2-3 0,-9-2 0,3-7 0,-2-5 0,-9-3 0,1-4 0,-5-4 0,-5 2 0,-5-8 0,-7 8 0,-5-2 0,-9 4 0,-2 2 0,-7 0 0,1 0 0,4 5 0,2 1 0,4 7 0,2 0 0,0 8 0,-8 5 0,-2 9 0</inkml:trace>
  <inkml:trace contextRef="#ctx0" brushRef="#br1" timeOffset="162">22905 13944 8912,'9'2'0,"-3"3"0,-10-1 0,-3 8 0,-3 1 0,6 2 0,-2 4 0,3 2 0,-3 2 0,4 8 0,-4-4 0,4-1 0,2 1 0,0-4 0,2-10 0,4 5 0,5-3 0,-1-8 0,1-1 0,1-4 0,3-4 0,-1-4 0,-3-5 0,-1-10 0,1-2 0,4-7 0,-13 3 0,4-8 0,-4 3 0,-4 1 0,-4 3 0,-3 7 0,-8-2 0,-1 4 0,1 1 0,0 9 0,0 1 0,1 10 0,5 4 0,3 3 0,1 9 0,-3-1 0</inkml:trace>
  <inkml:trace contextRef="#ctx0" brushRef="#br1" timeOffset="163">23215 14098 8912,'-10'0'0,"0"-2"0,5-3 0,3 3 0,-6-8 0,8 5 0,0 3 0,0-6 0,8 8 0,9-8 0,10-1 0</inkml:trace>
  <inkml:trace contextRef="#ctx0" brushRef="#br1" timeOffset="164">23473 14030 8912,'-10'0'0,"2"0"0,8 0 0,2-2 0,4-2 0,6-4 0,3-1 0,2 5 0,6-4 0,0 8 0,-2 0 0,-2 0 0,-2 0 0,1 0 0,-1 0 0,-6 8 0,1 3 0,-3 5 0,3 1 0,-3 0 0,-3 0 0,-4 8 0,4 4 0,-4 1 0,-2-1 0,0 3 0,0-5 0,0 8 0,-2-3 0,-4-3 0,4 1 0,-4-7 0,4-2 0,-3-2 0,-1-2 0,-8 1 0,5-9 0,-8-1 0,0-8 0</inkml:trace>
  <inkml:trace contextRef="#ctx0" brushRef="#br1" timeOffset="165">23541 14288 8912,'10'0'0,"5"-6"0,-3 0 0,3 2 0,2-3 0,1 1 0,-1-8 0,6 11 0,0-9 0,0 1 0,-6-6 0</inkml:trace>
  <inkml:trace contextRef="#ctx0" brushRef="#br1" timeOffset="166">23989 14012 8912,'-10'10'0,"1"5"0,3-3 0,4 3 0,-4 2 0,4 0 0,2 6 0,0 2 0,0 2 0,6 2 0,0 5 0,2 0 0,-3 1 0,-3-7 0,4 1 0,2-8 0,-3 2 0,9-4 0,-5-9 0,9-3 0</inkml:trace>
  <inkml:trace contextRef="#ctx0" brushRef="#br1" timeOffset="167">24316 14030 8912,'0'-12'0,"0"1"0,0-3 0,0 7 0,0-3 0,0 4 0,0 4 0,0 8 0,0 13 0,0 6 0,0-4 0,0 12 0,0-5 0,0 5 0,0 1 0,0 1 0,8-9 0,-7 1 0,5-6 0,-4 2 0,6 0 0,-6-6 0,3 0 0,-3 0 0,-2-7 0,0 5 0,0-13 0,-7 6 0,-5-8 0,-3 0 0,-2-8 0,-1-3 0,1-5 0,0-8 0,0-3 0</inkml:trace>
  <inkml:trace contextRef="#ctx0" brushRef="#br1" timeOffset="168">24230 14098 8912,'15'-11'0,"-3"-1"0,9 7 0,-4-7 0,4 8 0,-2-5 0,4 3 0,-4-3 0,6-9 0</inkml:trace>
  <inkml:trace contextRef="#ctx0" brushRef="#br1" timeOffset="169">24608 13978 8912,'12'0'0,"-1"-2"0,3-2 0,1-1 0,8-7 0,0 6 0,6-5 0,-6 5 0,5 0 0,-3 6 0,2 0 0,-8 2 0,-2 4 0,0 6 0,-5 10 0,-4 3 0,-3 6 0,-3-2 0,-2-1 0,0 7 0,0-1 0,-6 0 0,-1-1 0,-3-5 0,6 5 0,-5-12 0,3 8 0,4-14 0,-5 0 0,-1-5 0,-2 3 0,-7-3 0</inkml:trace>
  <inkml:trace contextRef="#ctx0" brushRef="#br1" timeOffset="170">24712 14167 8912,'-8'10'0,"6"-3"0,-4-7 0,12 0 0,11 0 0,10-5 0,9-3 0,5-2 0,3-9 0,1 0 0,1-6 0,0 1 0,-2-5 0,-4-4 0,-3-9 0,-3-2 0</inkml:trace>
  <inkml:trace contextRef="#ctx0" brushRef="#br1" timeOffset="171">24832 12826 8912,'-11'-8'0,"1"-3"0,2-4 0,3 3 0,5 1 0,0-3 0,2 1 0,3 2 0,13-5 0,8 7 0,9-8 0,1 5 0,2 3 0,4 1 0,2 4 0,4 2 0,2 10 0,-4-1 0,0 5 0,0 3 0,5-3 0,1 3 0,-8 2 0,-4 0 0,-4 8 0,-1-4 0,-1 8 0,-1-1 0,-5 7 0,-3 1 0,-10 6 0,-3 10 0,3 15 0,-13 17-93,4 7 1,-7-41-1,-2 0 1,0-2 0,-2 1 92,1 2 0,-1-1 0,0 1 0,0 0 0,0-2 0,-1-1 0,-8 44 0,9-12 0,-3 2 0,2-7 0,-3-1 0,-8-9 0,-3-6 0,-3-7 0,-3-4 0,-16-2 0,-6-1 0,-8 3 0,-5-6 0,-15 6 0,-5-8 0,33-16 0,-3 0 0,-4-2 0,-1 0-300,-4 0 0,-2 0 1,-7 0-1,-2-2 300,-6-3 0,-1 0 0,1 0 0,-1 0 0,-2 1 0,0-1-1385,-3 0 0,1 0 1385,8 1 0,-1-1 0,-4-3 0,-1 0 0,8 0 0,1 1 0,0 0 0</inkml:trace>
  <inkml:trace contextRef="#ctx0" brushRef="#br1" timeOffset="172">25555 12396 8912,'-12'0'0,"1"0"0,-2 0 0,3 0 0,-1 0 0,-3 0 0,6 8 0,1 1 0,14 7 0,3-3 0,2-3 0,-1-3 0,2 7 0,10-3 0,-2 4 0,8 3 0,0-1 0,7 8 0,2 5 0,2 8 0,14 1 0,1 8 0,10 5 0,12 3 0,-33-21 0,2-3 0,1-6 0,1-2 0,4 2 0,0 0-593,-1-2 0,1-2 593,-1-4 0,1-2 0,0-1 0,1-3 0,1-3 0,-1-1 0,2 0 0,-1 0 0,0-1 0,-1-1 0,-3-2 0,-2 0 0,42 6-719,-8-1 719,-5 5 0,-24-5 0,-9 5 0,-11-1 0,-16-8 0,-4 5 0,-7-3 0,0-4 1091,-14 6-1091,6-8 814,-6 0-814,8 0 0,0 0 0,0-8 0,0 6 0,0-21 0,0 4 0</inkml:trace>
  <inkml:trace contextRef="#ctx0" brushRef="#br1" timeOffset="173">27620 12792 8912,'-27'-8'0,"0"4"0,4-7 0,4 7 0,-2-4 0,8 1 0,-2 5 0,3-4 0,4 4 0,1 2 0,7 0 0,4 8 0,5 3 0,8 5 0,12 8 0,-2 1 0,7 6 0,1-3 0,-1 1 0,-1 5 0,-3 1 0,-1-1 0,-8 1 0,2 1 0,-12 2 0,-5 2 0,-4 0 0,-12 0 0,-7 2 0,-10 2 0,-5 2 0,-8-2 0,0-6 0,1-7 0,3-6 0,-6-8 0,-2 0 0</inkml:trace>
  <inkml:trace contextRef="#ctx0" brushRef="#br1" timeOffset="174">28412 12568 8912,'9'-17'0,"-3"0"0,-2 2 0,-1-1 0,3 1 0,-2-4 0,-2 0 0,-2 5 0,-2 3 0,-4-2 0,2-1 0,-7 3 0,-4 5 0,-6 4 0,0 2 0,-6 0 0,2 0 0,-4 2 0,6 4 0,2 5 0,-4-1 0,3 1 0,1 3 0,1-5 0,3 3 0,2-1 0,2 6 0,1 0 0,-1 1 0,5 6 0,-5-3 0,5 8 0,-2 2 0,7 1 0,-13 8 0,7 2 0,-1 2 0,-3 8 0,7 7 0,0 2 0,-1 4 0,5-6 0,-6 8 0,8-4 0,0-2 0,0 2 0,2-7 0,4 1 0,-2-11 0,7-6 0,-5-6 0,5-5 0,3-6 0,1-4 0,2-9 0,0-5 0,1-3 0,6-2 0,1-2 0,4-3 0,3-7 0,-3-11 0,6 4 0,5-4 0,-6-2 0,1 3 0,-9-9 0,-8 4 0</inkml:trace>
  <inkml:trace contextRef="#ctx0" brushRef="#br1" timeOffset="175">28480 12860 8912,'-9'-11'0,"1"1"0,2 1 0,-1 1 0,-3 1 0,4-5 0,-5 6 0,5 1 0,-5 7 0,-1 3 0,3 7 0,-7 3 0,15 8 0,-5 2 0,4 2 0,2 3 0,0 1 0,0-3 0,2 3 0,4-8 0,-3 0 0,9-6 0,-6-2 0,5-3 0,2-7 0,3-3 0,1-2 0,0 0 0,0-13 0,1-6 0,-1-6 0,0-4 0,0-5 0,-2 0 0,-3-1 0,-4 1 0,-3 5 0,1 2 0,-2 3 0,-2 1 0,-4 11 0,-4 3 0,-5 1 0,-5 2 0,5 12 0,1 2 0,3 1 0,1 3 0,6 5 0,0 0 0,0 0 0,0 0 0</inkml:trace>
  <inkml:trace contextRef="#ctx0" brushRef="#br1" timeOffset="176">28738 12912 8912,'-9'0'0,"1"0"0,8 0 0,0 0 0,0-8 0,8-1 0,1-8 0</inkml:trace>
  <inkml:trace contextRef="#ctx0" brushRef="#br1" timeOffset="177">29031 12637 8912,'10'-8'0,"-1"6"0,-3-3 0,-4 12 0,4 11 0,-5 6 0,-1 11 0,0 1 0,0 4 0,0 6 0,0 4 0,0 1 0,0-1 0,2-4 0,4-6 0,-4-4 0,15-9 0,0-4 0,1-4 0,6-2 0</inkml:trace>
  <inkml:trace contextRef="#ctx0" brushRef="#br1" timeOffset="178">29616 12706 8912,'8'0'0,"-8"2"0,-10 3 0,1-1 0,-3 8 0,-1 1 0,-2 8 0,-1 4 0,3 0 0,1 0 0,7 5 0,-5-3 0,2 0 0,5-4 0,1 1 0,2-1 0,2-4 0,3-5 0,-1-1 0,8-7 0,1-2 0,2-2 0,2-4 0,3-6 0,3-9 0,-4 0 0,0-10 0,-8 4 0,3-6 0,-7 4 0,1-5 0,-8 7 0,0-6 0,0 6 0,-2 1 0,-4 4 0,-3 9 0,-8 1 0,-1 8 0,1 0 0,6 0 0,-1 0 0,1 8 0,-6 1 0</inkml:trace>
  <inkml:trace contextRef="#ctx0" brushRef="#br1" timeOffset="179">29960 12860 8912,'-11'-5'0,"1"-3"0,3-1 0,1-3 0,-2 3 0,6 1 0,-5 8 0,9 0 0,3 0 0,5 0 0,7-8 0,0-1 0</inkml:trace>
  <inkml:trace contextRef="#ctx0" brushRef="#br1" timeOffset="180">30167 12671 8912,'0'18'0,"0"-1"0,0 8 0,0 1 0,0 9 0,0-1 0,0 0 0,0 1 0,0-1 0,0 1 0,0-1 0,7-7 0,-5 5 0,6-5 0</inkml:trace>
  <inkml:trace contextRef="#ctx0" brushRef="#br1" timeOffset="181">29995 12345 8912,'-10'7'0,"-5"-5"0,3 4 0,5-4 0,1-4 0,12-4 0,7-3 0,8-1 0,-2-5 0,14 7 0,-6-3 0,-1 5 0,7-4 0,-8 9 0,5-5 0,-1 4 0,-8 2 0,10 0 0,-8 0 0,5 6 0,-5 1 0,-2 3 0,4 7 0,-2 6 0,0 8 0,0-3 0,0 12 0,-2 6 0,-2 11 0,-2 6 0,-2 4 0,-3 2 0,-4 0 0,-8-2 0,-2-4 0,-4-6 0,-4 4 0,-13-9 0,1-1 0,-9-7 0,2-9 0,-3-1 0,-1-1 0,5-5 0,-5-3 0,8-10 0,-5-3 0,1-6 0,0-5 0,2-1 0,3 0 0</inkml:trace>
  <inkml:trace contextRef="#ctx0" brushRef="#br1" timeOffset="182">31492 12190 8912,'-2'-17'0,"-2"-2"0,-4-2 0,1-2 0,-3 2 0,-1 2 0,-8 1 0,0 9 0,-12 3 0,-5 4 0,-8 2 0,-6 8 0,-2 3 0,3 5 0,3 1 0,0 6 0,10 2 0,3-1 0,0 1 0,9 4 0,1-4 0,4 1 0,1-3 0,1 6 0,6 0 0,1 3 0,2-1 0,5-3 0,1 7 0,2 7 0,0 2 0,0 2 0,7 7 0,3 2 0,0 3 0,-3 7 0,-7 3 0,0 13 0,0 3 0,-2 11 0,0-44 0,-1 0 0,-3 3 0,0 0-684,-1 3 0,-1-1 684,-1-2 0,1-1 0,1-1 0,2-1 0,-5 41 0,3-4-185,1-2 1,8-4 184,4-8 0,3-9 0,9-19 0,-1-6 0,2-11 0,4-6 0,4-12 0,7-5 0,0-4 0,1-2 437,7 0 0,0-2 0,4-4-437,-6-5 0,4-12 0,-13 4 213,3-4 0,-11 6-213,0 5 0,-6-3 0,-5 4 0,-7-5 0,-3 7 0,-2-14 0,0 4 0</inkml:trace>
  <inkml:trace contextRef="#ctx0" brushRef="#br1" timeOffset="183">31423 12345 8912,'-11'0'0,"-1"0"0,1 2 0,1 3 0,-3-1 0,7 8 0,0 3 0,-1 6 0,5 6 0,-4 9 0,4 2 0,2 2 0,0 6 0,0-4 0,0-2 0,0-3 0,2-7 0,2-13 0,1 1 0,9-9 0,-3-3 0,5-12 0,1-7 0,0-8 0,-2-6 0,-1-7 0,-3-1 0,-7 1 0,6-1 0,-7 1 0,3 0 0,0 7 0,-6-4 0,-2 8 0,-4 2 0,2 4 0,-7 6 0,5-3 0,-5 9 0,-1-9 0,-5 5 0</inkml:trace>
  <inkml:trace contextRef="#ctx0" brushRef="#br1" timeOffset="184">31612 12448 8912,'10'0'0,"-2"2"0,-8 3 0,0-3 0,0 6 0,1-8 0,5 0 0,4 8 0,7 1 0</inkml:trace>
  <inkml:trace contextRef="#ctx0" brushRef="#br1" timeOffset="185">31836 12207 8912,'10'0'0,"5"0"0,-13 0 0,11 8 0,-7 3 0,0 6 0,-6 6 0,0 6 0,0 3 0,-8 11 0,4-5 0,-7 8 0,7-6 0,-2 6 0,4-8 0,2 2 0,0-4 0,-7-1 0,-3-1 0</inkml:trace>
  <inkml:trace contextRef="#ctx0" brushRef="#br1" timeOffset="186">32111 12259 8912,'0'-17'0,"6"5"0,0 1 0,0 7 0,-6 4 0,0 6 0,-2 9 0,-4 4 0,-4 10 0,-7-3 0,0 9 0,0-1 0,0 0 0,-1 1 0,3-1 0,4 1 0,-5-1 0,14-5 0,-3-1 0,3-7 0,2 2 0,2-11 0,3-7 0,7-3 0,11-2 0,2-2 0,5-3 0,-1-7 0,0-3 0,-1-2 0,-1 0 0,-2-1 0,-2 9 0,-6-6 0,0 3 0,0-3 0,-7-10 0,-2-2 0</inkml:trace>
  <inkml:trace contextRef="#ctx0" brushRef="#br1" timeOffset="187">32163 12259 8912,'-10'0'0,"1"2"0,3 3 0,4-3 0,-5 14 0,7-5 0,0 12 0,0-2 0,0 8 0,0 1 0,0 3 0,0 1 0,2 6 0,3 0 0,-1 6 0,8-6 0,-1-2 0,6-9 0,0-4 0,1-8 0,6 0 0,3 1 0</inkml:trace>
  <inkml:trace contextRef="#ctx0" brushRef="#br1" timeOffset="188">32628 12224 8912,'9'-17'0,"5"6"0,-9-1 0,1 8 0,-8-9 0,-4 9 0,-5 6 0,-4 6 0,-3 9 0,1 0 0,0 0 0,7 1 0,-5 4 0,6 3 0,-1 2 0,2-6 0,8 2 0,0 2 0,0-2 0,0 2 0,0-3 0,2-1 0,4 8 0,4-8 0,7 4 0,0-2 0,0 0 0,-7 0 0,5-6 0,-5 0 0,-1 0 0,7 1 0,-15-1 0,5 0 0,-12-8 0,-3 5 0,-8-8 0,-1-3 0,1-1 0,0-2 0,0-2 0,0-3 0,1-5 0,5-7 0,-4 0 0,13-8 0,-4-4 0,4-1 0,2 1 0,0-3 0,2 3 0,4-4 0,-3 7 0,9 3 0,-1-4 0,12 8 0,0-4 0,-2 4 0,4 4 0,-2 3 0,6-3 0,-6 3 0,15-3 0,-2-2 0</inkml:trace>
  <inkml:trace contextRef="#ctx0" brushRef="#br1" timeOffset="189">33058 12121 8912,'0'-17'0,"0"0"0,0 0 0,0 7 0,0 2 0,-2 8 0,-4 0 0,4 10 0,-3 7 0,-5 10 0,0 11 0,1 2 0,-4 8 0,5-2 0,0 3 0,1 3 0,1 0 0,6-8 0,0-4 0,0-4 0,0-9 0,0-4 0,2 0 0,3-6 0,5-4 0,7-13 0,-1-2 0,-5-3 0,4-5 0,-7-13 0,3-2 0,-5-2 0,2 5 0,-2-7 0,-3 8 0,-8-2 0,-1-2 0,-11 2 0,3 8 0,-12 0 0,3 3 0,-4 5 0,-8-1 0</inkml:trace>
  <inkml:trace contextRef="#ctx0" brushRef="#br1" timeOffset="190">31130 13411 8912,'-17'7'0,"6"-3"0,-1 8 0,1 1 0,1 2 0,-3 10 0,7 4 0,2 3 0,2 3 0,2-7 0,0 1 0,0 1 0,0 1 0,0-2 0,2-6 0,4-10 0,6-3 0,3-3 0,0-3 0,-1-8 0,-3-5 0,2-7 0,3 1 0,1-14 0,-6 1 0,-1-7 0,-2 1 0,-3 0 0,-5-1 0,0 7 0,0-1 0,-2 8 0,-3-2 0,-7 6 0,-3 5 0,-2 5 0,-1 7 0,1 0 0,0 0 0,0 7 0,7 3 0,3 7 0</inkml:trace>
  <inkml:trace contextRef="#ctx0" brushRef="#br1" timeOffset="191">31371 13583 8912,'-7'-10'0,"5"2"0,-8 3 0,5-1 0,3-2 0,-4 3 0,4 3 0,-6-14 0,-1 7 0</inkml:trace>
  <inkml:trace contextRef="#ctx0" brushRef="#br1" timeOffset="192">31543 13428 8912,'-11'-2'0,"0"-4"0,-3-5 0,7 3 0,-1-7 0,16 11 0,3-7 0,4 5 0,2-6 0,8 7 0,2-5 0,2 1 0,-1-1 0,-6 6 0,0-2 0,-2 4 0,-3 4 0,0 4 0,0 6 0,-5 5 0,-1 6 0,-7 2 0,2 3 0,-4 5 0,-2-5 0,0 5 0,0 1 0,0 1 0,0-1 0,-8-7 0,6 5 0,-4-3 0,-1-4 0,1-2 0,0 1 0,4-1 0,-3-2 0,-5-9 0,-7 3 0,0-5 0</inkml:trace>
  <inkml:trace contextRef="#ctx0" brushRef="#br1" timeOffset="193">31561 13703 8912,'0'-10'0,"0"1"0,2 3 0,3-5 0,5 1 0,9-1 0,4-3 0,-2 5 0,8-1 0,1 3 0,3-7 0,1 10 0,-1-5 0,-5 1 0,5-13 0,-6 2 0</inkml:trace>
  <inkml:trace contextRef="#ctx0" brushRef="#br1" timeOffset="194">32111 13359 8912,'0'12'0,"0"-1"0,0-5 0,0 5 0,0 1 0,0 5 0,0 0 0,-2 2 0,-1 2 0,-3 2 0,0 8 0,0-10 0,1 7 0,1 3 0,2 1 0,2 1 0,0-5 0,0-5 0,0-3 0,0-3 0</inkml:trace>
  <inkml:trace contextRef="#ctx0" brushRef="#br1" timeOffset="195">32370 13393 8912,'-12'0'0,"1"0"0,5 0 0,-6 0 0,9 2 0,-3 4 0,4 6 0,2 3 0,0 2 0,0 8 0,2-4 0,2 6 0,1-3 0,9 5 0,-3-6 0,-1 6 0,1-6 0,-1 0 0,3-4 0,-1 4 0,-3-4 0,3 4 0,-5-10 0,-7-2 0,0-5 0,0 6 0,0-9 0,-2 7 0,-3-4 0,-5-4 0,-7 3 0,0-3 0,0-2 0,-6-2 0,0-3 0,0-13 0,5-8 0</inkml:trace>
  <inkml:trace contextRef="#ctx0" brushRef="#br1" timeOffset="196">32232 13548 8912,'9'-7'0,"5"3"0,-8-8 0,7 7 0,-2-7 0,5 6 0,1-5 0,0 7 0,0-9 0,1 5 0,-1-2 0,8-1 0,1-6 0</inkml:trace>
  <inkml:trace contextRef="#ctx0" brushRef="#br1" timeOffset="197">32628 13393 8912,'7'-17'0,"3"0"0,7 0 0,0 0 0,0-1 0,1 7 0,-1 0 0,0 7 0,0-4 0,1 8 0,-1 0 0,0 0 0,0 0 0,-5 2 0,-1 4 0,1 3 0,5 8 0,0 1 0,-7 7 0,3-4 0,-5 5 0,1-1 0,-5 6 0,4-5 0,-8 9 0,0-1 0,7-7 0,-5 5 0,4-3 0,-4 4 0,-2 1 0,0 0 0,-6-7 0,0-4 0,-7-4 0,3-2 0</inkml:trace>
  <inkml:trace contextRef="#ctx0" brushRef="#br1" timeOffset="198">32765 13617 8912,'8'10'0,"7"-5"0,8-10 0,2-5 0,-2-7 0,10-2 0,7-4 0,6-4 0,-6-7 0,6 1 0,-6 4 0,-2-1 0,-9 7 0,3-15 0,-5 1 0</inkml:trace>
  <inkml:trace contextRef="#ctx0" brushRef="#br1" timeOffset="199">33161 11451 8912,'-15'2'0,"1"1"0,3 3 0,7 0 0,-4-6 0,10 2 0,4 2 0,6 1 0,12 1 0,11-6 0,9 2 0,13 4 0,6 5 0,4 4 0,4 10 0,4 4 0,-5 11-270,5 6 0,-6 11 270,-6 6 0,-39-29 0</inkml:trace>
  <inkml:trace contextRef="#ctx0" brushRef="#br1" timeOffset="200">33866 13891 8372,'-28'37'0,"-3"1"0,-1-1 0,-3-1 0,-1 0-195,-3 5 0,-2-1 0,-5-7 0,-2-1 195,-3 0 0,-1-1 0,-2-3 0,-1-1 0,-2-1 0,-1 0 0,-5-1 0,-2-1-273,-1 0 0,0-2 1,-2 1-1,-2-2 273,-4 0 0,-1-2 0,5-1 0,-1 1 0,-5 1 0,1 2 0,1-4 0,1 2 0,-4 2 0</inkml:trace>
  <inkml:trace contextRef="#ctx0" brushRef="#br1" timeOffset="201">5077 12671 8912,'17'0'0,"0"-2"0,0-1 0,0-3 0,8 0 0,6 6 0,7-2 0,8-3 0,13 1 0,10-8 0,9-1 0,-30 5 0,2 1 0,1-2 0,1 0 0,1 1 0,-1-1 0,2 1 0,-1-1 0,2 0 0,-1 1 0,4-1 0,1 1 0,4 0 0,0 0-137,0 2 1,1 1 0,1 0 0,0 2 0,-8 3-1,0 0 137,2 0 0,1 0 0,7 0 0,2 0 0,0 0 0,1 0 0,0 0 0,0 0 0,-4 0 0,0 0 0,-4 0 0,0-2 0,-2 0 0,0-1 0,-1 1 0,-1 0 0,3-4 0,-2 0 0,-5 2 0,0-1 0,0-2 0,1 0 0,40-4 0,-7-2 0,-2-3 0,0-1 0,-7 6 34,-5-1 0,-11 8-34,-5-1 0,-5 3 0,-1 2 0,-16-6 0,-7 0 0,-16 0 0,2 6 203,-13 0 1,4 0 0,-12 0-204,-5 0 46,-4 0 0,-4-5 1,-6-1-47,-10 2 0,-7 2 0,-25 2 0,-7 0 0,-16 2-116,42 1 0,-2 0 0,-4 1 1,-1 1-1,-3 4 0,-2 0 116,-5-1 0,0 1-324,-4-1 1,-2 1 0,-7 3 0,-1 1 323,0 1 0,-2 1 0,-8 1 0,-2 0 0,26-4 0,-2 0 0,0 0 0,-4 1 0,-1 1 0,1-1 0,3 1 0,1 1 0,-1 0 0,-1 2 0,0 1 0,1-1 0,-27 5 0,2 0 0,5-2 0,1 0 0,3-1 0,1 0 0,5 2 0,1-2 0,7-4 0,1-1 0,4 5 0,2 0 0,3-6 0,1-1 0,1 2 0,1-1 0,5-3 0,1 1 0,-39 17 0,16-8 0,11-5 0,17-4 0,11 1 0,8-5 0,10-7 0,8 0 0,3 0 0,12 0 300,5 0 0,22-9-300,13-8 0,15-8 0,19-10 0,-35 15 0,2-2 0,9 0 0,3-1 0,5-2 0,2 0-343,6-1 0,1 0 343,-3 0 0,1 1 0,9-1 0,1 0 0,-5 0 0,-1 1 0,4-1 0,1 0 0,5-4 0,2 1 0,-1 2 0,0 2 0,2-1 0,0 1 0,-1 3 0,0 2 0,-3 1 0,0 1 0,3 1 0,0 0 0,-3-1 0,-2 2 0,-8 2 0,-2 1 0,-1 1 0,-1 1-175,-3 1 1,-2 1 0,-3 0 0,-1 1 174,-6-1 0,-1 0 0,-1 1 0,-1-1-82,34-8 0,-6 2 82,-17 3 0,-4-3 0,-7 3 0,-10 5 0,-7 1 0,-11 2 0,-12-1 927,-4 3 1,-10-6-928,-4 8 0,2 0 285,-7 0 0,-7 0 0,-5-2-285,2-4 112,2 4 1,2-5-113,0 7 0,7 0 0,3 0 0,7 0 0,0 0 0,7 7 0,3 3 0,7 7 0,0 0 0,1 8 0,-9-6 0,6 6 0,-5-8 0</inkml:trace>
  <inkml:trace contextRef="#ctx0" brushRef="#br1" timeOffset="202">10850 4350 8912,'9'-9'0,"0"1"0,-1-1 0,1 1 0,0-1 0,-5 0 0,-1 1 0,-2-1 0,-1 3 0,0 1 0,0 3 0,0-3 0,-1 3 0,-2-1 0,1 0 0,-3 3 0,3-3 0,-6 2 0,2-2 0,-1 2 0,-3 2 0,0 2 0,-2 2 0,-4 7 0,0 3 0,-3 3 0,-1 2 0,-2 8 0,3-1 0,-3 7 0,1 1-87,1-1 0,0 1 1,0 1 86,1-2 0,5-2 0,1-7 0,5-2 0,-1-3 0,0-2 0,5-4 0,0-6 0,8-8 0,-3-5 0,2-7 0,1-2 0,-3-2 0,3-2 0</inkml:trace>
  <inkml:trace contextRef="#ctx0" brushRef="#br1" timeOffset="203">10480 4496 8912,'-8'0'0,"-1"4"0,0 5 0,-3 5 0,-1 3 0,-4 3 0,3 3 0,-1 6 0,3 2 0,2 3 0,4 0 0,2-1 0,4-1 0,2-3 0,4-6 0,0-2 0,7-6 0,-1-4 0,5-5 0,3-4 0,2-2 0,1-4 0,5-2 0,1-5 0,0-3 0,-3-6 0,-1-3 0,1-10 0,0-2 0</inkml:trace>
  <inkml:trace contextRef="#ctx0" brushRef="#br1" timeOffset="204">11117 3955 8912,'11'-14'0,"-3"3"0,-5 1 0,0 2 0,-2-1 0,-2 3 0,-2 1 0,1 3 0,-4-1 0,1 2 0,-4 1 0,0 0 0,5 4 0,-4-1 0,1 5 0,-3 1 0,0-3 0,-2 8 0,3-4 0,1 2 0,3 3 0,-2-3 0,4 4 0,1-2 0,1-1 0,1 2 0,0-3 0,0 1 0,4-4 0,1 4 0,4-2 0,-1 0 0,2 0 0,1-5 0,-1 0 0,1-3 0,-1 4 0,-2-2 0,1 3 0,-4-3 0,-1 3 0,-4-3 0,0 3 0,-1 1 0,-2-1 0,-3 1 0,-2-1 0,0 1 0,-1 0 0,1-1 0,-1 0 0,0-2 0,1 1 0,-1-2 0</inkml:trace>
  <inkml:trace contextRef="#ctx0" brushRef="#br1" timeOffset="205">11237 4006 8912,'-4'0'0,"-4"0"0,2 0 0,2 0 0,-3 0 0,2 0 0,0 4 0,1 2 0,4 4 0,0 2 0,1 0 0,2 0 0,2-3 0,4 3 0,-1-3 0,1 0 0,-1-1 0,1 1 0,0-1 0,-1-3 0,1-2 0,0-2 0,-1-1 0,1 0 0,-1-4 0,1-1 0,0-4 0,-1-3 0,1-1 0,-4-1 0,0-1 0,-1 0 0,-1 3 0,-3 0 0,0 3 0,4 0 0,-3 1 0,3 3 0,-4 5 0,0 5 0,0 3 0,1 1 0,1-1 0,3 1 0,0 0 0,3-1 0,-4 0 0,5-3 0,0-1 0,-1-4 0,4 0 0,-1 0 0,1-4 0,-4-1 0,1-3 0,-1-1 0,1-3 0,-4 3 0,1-4 0,-3 5 0,0-2 0,-3-1 0,0 4 0,0-2 0,0 6 0,-1-3 0,-2 3 0,2 1 0,-1 5 0,1 3 0,1 1 0,0 5 0,0-1 0,2 1 0,1-4 0,3 1 0,-3-1 0,1 1 0,-1 0 0,-2-1 0,1 1 0,-1-1 0,-1 1 0,0-3 0,0-1 0,0-3 0,0 2 0,0-5 0,0-3 0,0-4 0,0-1 0,0-4 0,1 2 0,2 0 0,-2-4 0,6 5 0,-4-2 0,3 3 0,0 0 0,-1 2 0,1 1 0,-1-1 0,4 4 0,-3 1 0,0 2 0,-2 1 0,2 1 0,1 3 0,-3 4 0,0-1 0,-2 1 0,1 0 0,-2-1 0,-1 1 0,0-1 0,1 0 0,2-2 0,-1-2 0,4-4 0,-5 0 0,7-4 0,-3-2 0,0-2 0,2 0 0,-2-1 0,3 1 0,-3-1 0,3 0 0,-3 2 0,4 1 0,-4-1 0,1 4 0,1 2 0,0 0 0,2 1 0,-4 0 0,2 3 0,-1 3 0,-1 2 0,1 0 0,-4 1 0,3 0 0,-1-1 0,3 1 0,-2 2 0,3 1 0,1-2 0,-4-4 0,6 2 0,-1-4 0</inkml:trace>
  <inkml:trace contextRef="#ctx0" brushRef="#br1" timeOffset="206">12012 3903 8912,'-10'0'0,"-1"0"0,1 0 0,-1 0 0,1 7 0,2 1 0,-1 7 0,0-1 0,2 2 0,1 2 0,3 1 0,2 1 0,1 1 0,4-5 0,2-2 0,1-2 0,6-3 0,-3-4 0,5-2 0,-2-2 0,1-1 0,0-5 0,-4-3 0,2-2 0,-1-6 0,-6 6 0,-1-3 0,0 0 0,-3-2 0,2 4 0,-3-2 0,0 1 0,-3 0 0,1 4 0,-4-1 0,0 4 0,-2 1 0,-1 4 0,4-3 0,1-2 0</inkml:trace>
  <inkml:trace contextRef="#ctx0" brushRef="#br1" timeOffset="207">12184 3920 8912,'0'-5'0,"0"2"0,0 3 0,3 3 0,0 3 0,3 2 0,-4 0 0,3 1 0,-1 0 0,3 3 0,-5-2 0,3 1 0,-2-4 0,3-2 0,0 1 0,2-1 0,1-2 0,-1-2 0,-2-5 0,-1-2 0,-1-1 0,2-6 0,-1 4 0,3-4 0,-2 1 0,1 2 0,-2-2 0,4 3 0,-1 1 0,1 3 0,-1-2 0,1 4 0,0 1 0,-5 1 0,4 1 0,-3 0 0,0 4 0,-2 1 0,-3 4 0,0-4 0,1 0 0,2-1 0,-2 3 0,4-6 0,-2 1 0,-1 2 0,4-1 0,-1 0 0,4-3 0,0 0 0,1-1 0,0-2 0,-3-3 0,0 3 0,2-5 0,-2 2 0,-1-1 0,-2 2 0,-4-3 0,0 7 0,-1-3 0,-2 4 0,-3 0 0,-1 0 0,-2 4 0,0 2 0,1 2 0,-1 0 0,3 2 0,1 0 0,-2 2 0,3-1 0,1-2 0,2-1 0,1 1 0,1-4 0,2-2 0,2-2 0,3-1 0,5-2 0,1-3 0,3-4 0,0-1 0,0-2 0,0 1 0,0-3 0,1 2 0,-5 1 0,-2 2 0,-1 0 0,-1 5 0,-1 1 0,1 2 0,-1 1 0,-2 0 0,0 0 0,-4 0 0,3 3 0,-3 0 0,-1 3 0,3-1 0,-3 3 0,2-3 0,-2 3 0,-1-3 0,-5 3 0</inkml:trace>
  <inkml:trace contextRef="#ctx0" brushRef="#br1" timeOffset="208">12055 4333 8912,'-7'-10'0,"-1"0"0,-2-2 0,0-2 0,-2 2 0,-2-2 0,-3-1 0,0 3 0,0 3 0,0 3 0,0 2 0,-1 1 0,4 5 0,0 4 0,3 4 0,0 7 0,2 1 0,2 2 0,2 3 0,3 1 0,-1 0 0,2-1 0,1 1 0,0-3 0,1 0 0,1-4 0,1 0 0,3-4 0,0-3 0,5-5 0,0-2 0,4 0 0,0-6 0,5-3 0,-1-6 0,4-2 0,-4-6 0,6-2 0,-3-4 0</inkml:trace>
  <inkml:trace contextRef="#ctx0" brushRef="#br1" timeOffset="209">12124 4212 8912,'-9'0'0,"3"1"0,1 2 0,-1 2 0,-2 7 0,2 0 0,0 1 0,4 2 0,-2 3 0,4 1 0,0 1 0,0 0 0,1-3 0,3 0 0,4 1 0,2-8 0,4-1 0,1-6 0,2 0 0</inkml:trace>
  <inkml:trace contextRef="#ctx0" brushRef="#br1" timeOffset="210">12236 4290 8912,'0'5'0,"-4"2"0,-1-2 0,-4 4 0,1-1 0,-1 1 0,4-1 0,-2 2 0,1 1 0,1-1 0,-1 1 0,5-4 0,-3-1 0,0 1 0,3-4 0,1-3 0,2-4 0,4-5 0,-4 0 0,4 1 0,-3-1 0,3 1 0,-3 2 0,2 0 0,-3 3 0,1-2 0,2 3 0,-3-2 0,4 4 0,-4 4 0,4 0 0,-3 5 0,4 0 0,-2-1 0,3 1 0,1-1 0,-1-3 0,1-1 0,0-1 0,-1 0 0,5 0 0,-4-7 0,3-2 0,-3-2 0,0 0 0,-1-2 0,1-1 0,0-4 0,-1 3 0,-2-4 0,-1 1 0,-1-1 0,-2 2 0,-2 0 0,4 3 0,-3 2 0,2 3 0,-2 4 0,0 6 0,2 7 0,-1 2 0,4 1 0,-5-3 0,2 4 0,-2 0 0,3 1 0,-3 1 0,2 1 0,-2-4 0,-1 0 0,0 0 0,0 0 0,0-3 0,0-1 0,0-1 0,0-1 0,0 1 0,-4-4 0,3-2 0,-7-6 0,4-2 0</inkml:trace>
  <inkml:trace contextRef="#ctx0" brushRef="#br1" timeOffset="211">12666 4135 8912,'0'-9'0,"0"1"0,-1 3 0,-2 2 0,1-1 0,-4 2 0,0 0 0,-6 5 0,2 2 0,-5 7 0,5 0 0,-2 2 0,3 3 0,0-3 0,4 2 0,3 1 0,1 0 0,2-2 0,1-1 0,3 0 0,4 1 0,0-2 0,3 0 0,-3-2 0,4 1 0,-5-1 0,0 1 0,-2-4 0,-2 1 0,-4-1 0,0 1 0,0 0 0,-8 0 0,-4 3 0,-3-3 0,-2 3 0,-3 0 0,0-1 0,1 0 0,1-1 0,0-2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20:37:25.244"/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2667 6155 8912,'-11'-6'0,"1"-1"0,1-1 0,-1 0 0,4 3 0,-5 7 0,-2 3 0,3 13 0,-1 10 0,-3 7 0,-1 5 0,-2 4 0,-1 7 0,-4 1 0,-1-1 0,2 1 0,1 0 0,3-1 0,0-1 0,0-6 0,2-10 0,1-9 0,3-6 0,7-9 0,-4-7 0,8-14 0,0-8 0,0-31 0,0-3 0</inkml:trace>
  <inkml:trace contextRef="#ctx0" brushRef="#br0" timeOffset="1">2547 6190 8912,'-17'0'0,"-6"0"0,0 0 0,0 0 0,6 0 0,-1 1 0,1 5 0,0 4 0,0 5 0,2-2 0,3-1 0,-1-1 0,7 6 0,2 1 0,2-1 0,2-8 0,2-1 0,4-8 0,-4-8 0,5-1 0</inkml:trace>
  <inkml:trace contextRef="#ctx0" brushRef="#br0" timeOffset="2">2547 6121 8912,'17'0'0,"0"5"0,1 1 0,6 8 0,5-3 0,4 10 0,1 2 0,2 6 0,1-5 0,-1 3 0,-4 4 0,-1-6 0,3 5 0,1-7 0,-8 0 0,-2-6 0,-8 0 0</inkml:trace>
  <inkml:trace contextRef="#ctx0" brushRef="#br0" timeOffset="3">1428 7445 8912,'-5'-23'0,"-3"-2"0,0 0 0,1 0 0,1 2 0,6 14 0,0 9 0,8 9 0,3 10 0,4 4 0,1-2 0,-3 6 0,-2 0 0,3 0 0,-5-1 0,3 5 0,1-2 0,-3-3 0,1 3 0,-7 3 0,10-11 0,-7 6 0,1-2 0,-1-2 0,-3 2 0,-2-6 0,-9 6 0,-3-8 0</inkml:trace>
  <inkml:trace contextRef="#ctx0" brushRef="#br0" timeOffset="4">1325 7513 8912,'0'-23'0,"0"1"0,2 1 0,4 1 0,3 3 0,14-4 0,2 2 0,2 4 0,-4 3 0,5 1 0,1 5 0,-2 4 0,-2 2 0,-2 2 0,0 4 0,-2 5 0,-10 12 0,-5 6 0,-4 3 0,-2 3 0,-15 7 0,-5 2 0</inkml:trace>
  <inkml:trace contextRef="#ctx0" brushRef="#br0" timeOffset="5">1291 8201 8912,'17'-17'0,"10"-8"0,7-4 0,2-9 0,10-4 0,2-2 0,0 0 0,-2-2 0,3-1 0,-3 7 0,-5 1 0,-7 11 0,-9 5 0,-6 4 0,-10 2 0,-1 15 0,-8-2 0,0 15 0,0 1 0,0-1 0,0 1 0,2-1 0,4 6 0,-2-5 0,7-1 0,1 3 0,-1-1 0,0-2 0,-5 3 0,6-8 0,-7 1 0,7-1 0,-8-4 0,11 5 0,-4-7 0,-1 0 0,2 0 0,-3-7 0,3-5 0,3-3 0,-4-2 0,-1-8 0,1-2 0,1-1 0,-3-1 0,7 8 0,-12-6 0,7 4 0,-5 10 0,5-4 0,-5 11 0,5 0 0,1 12 0,-1-2 0,1 7 0,-1 1 0,7 5 0,-7-7 0,0-5 0,1-3 0,5-2 0,0 0 0,1 0 0,-7-6 0,0 1 0,-1-9 0,3 3 0,-1-4 0,-6 3 0,5 1 0,-7 5 0,4-6 0,-1-1 0,-5 5 0,6 1 0,-8 7 0,0 7 0,0 5 0,0 3 0,0 2 0,0 1 0,0-1 0,0 0 0,0 0 0,0-7 0,0 13 0,0-4 0</inkml:trace>
  <inkml:trace contextRef="#ctx0" brushRef="#br0" timeOffset="6">2306 7187 8912,'-8'9'0,"-1"-1"0,-8-8 0,7 0 0,10 0 0,11 0 0,7 0 0,5 0 0,-4 0 0,13 0 0,-5 0 0</inkml:trace>
  <inkml:trace contextRef="#ctx0" brushRef="#br0" timeOffset="7">2667 7066 8912,'0'-9'0,"0"16"0,0 13 0,0 14 0,0 8 0,2 6 0,2 5 0,2 5 0,7 5 0,-1-6 0,3-2 0,2-1 0,0-5 0,1-3 0,-1-11 0,0-14 0,0-8 0,0-5 0,1-8 0,-3-2 0,-2-6 0,-3-7 0,-1-8 0,1-4 0,-6-1 0,2-7 0,-5 1 0,-1-1 0,0 7 0,0-1 0,0 8 0,0-4 0,2 18 0,4 7 0,-4 15 0,4 14 0,1 3 0,-1 2 0,-2 1 0,4-7 0,-3 1 0,7-2 0,-6 2 0,5-5 0,-3-6 0,-1-1 0,1 0 0,5-8 0,-3-9 0,7-9 0</inkml:trace>
  <inkml:trace contextRef="#ctx0" brushRef="#br0" timeOffset="8">3029 7032 8912,'0'-17'0,"0"0"0,-6-1 0,-2 1 0,-1 0 0,3 7 0,-5 5 0,7 1 0,-4 0 0,0-2 0,7 1 0,-7 12 0,8 3 0,0 7 0,0 0 0</inkml:trace>
  <inkml:trace contextRef="#ctx0" brushRef="#br0" timeOffset="9">2685 7479 8912,'-18'0'0,"1"0"0,0 0 0,2-2 0,3-4 0,6 1 0,12-13 0,17 3 0,15-12 0,10 3 0,2-7 0,11 4 0,0-1 0,0-1 0,1 6 0,1-6-848,-4 8 0,0-3 0,2 6 0</inkml:trace>
  <inkml:trace contextRef="#ctx0" brushRef="#br0" timeOffset="10">3442 7187 8912,'-17'7'0,"-1"1"0,-1 5 0,-2-1 0,-2 1 0,-2 1 0,2-3 0,-1 10 0,-5-4 0,6 2 0,6 0 0,5-1 0,-1-1 0,7 0 0,2 0 0,10-7 0,9-3 0,8-7 0,0 0 0,-6 0 0,6-7 0,0-5 0,0-3 0,-6-2 0,-1-6 0,-3 0 0,-1 2 0,-7 2 0,7 2 0,-6 0 0,5-1 0,-7 7 0,4 1 0,-3 1 0,1-1 0,7 6 0,-9-3 0,8 7 0,-7 2 0,7 3 0,-6-1 0,5 8 0,1-7 0,5 7 0,0-8 0,0 1 0,6-3 0,0-2 0,0 0 0,2 0 0,-6-2 0,4-3 0,-4-13 0,-2-10 0,0-5 0,-1-3 0,-5-4 0,3-4 0,-9-9 0,-1-3 0,-2-1 0,-4-8 0,-4 2 0,-5-2 0,-10 2 0,-2 5 0,0 15 0,6 8 0,0 16 0,1 13 0,5 12 0,-2 21 0,7 19 0,2 15 0,2 11 0,10 5 0,3 3 0,4-4-124,3-7 0,5 0 124,0 0 0,13-4 0,-2-8 0,6-2 0,-1-14 0,1-3 0,0-2 0,-6-2 0,-7-1 0,-4-4 0,-11-7 0,-7-10 0,-3-6 0</inkml:trace>
  <inkml:trace contextRef="#ctx0" brushRef="#br0" timeOffset="11">2667 8167 8912,'-17'0'0,"0"0"0,2 2 0,3 3 0,-1 7 0,7 13 0,2 9 0,2 10 0,4 13 0,4 6 0,5 4 0,12 2 0,6 0 0,-2 3 0,1-3 0,-6 2 0,0-14 0,-2 0 0,-3-5 0,0-4 0,0-8 0,-7 0 0,-4-13 0,-5-1 0,-1-6 0,0-9 0,-7-7 0,-3 4 0</inkml:trace>
  <inkml:trace contextRef="#ctx0" brushRef="#br0" timeOffset="12">2426 8493 8912,'6'-26'0,"0"1"0,-2 0 0,0 6 0,1-4 0,5 4 0,7 2 0,2-2 0,6-2 0,8-2 0,7 2 0,4 2 0,0 7 0,2 1 0,-4 7 0,-8-2 0,-1 6 0,-5 6 0,-5 5 0,-11 12 0,-5 4 0,-7 7 0,0 1 0,0-1 0,-7 6 0,-5 0 0,-3 0 0,-2 2 0,-1-5 0,1 3 0,0-4 0,2-7 0,1-4 0,3-6 0,7 2 0,-4-12 0</inkml:trace>
  <inkml:trace contextRef="#ctx0" brushRef="#br0" timeOffset="13">3080 8321 8912,'-11'0'0,"-1"0"0,7 0 0,-7 0 0,1 8 0,-5 4 0,5 3 0,-4 2 0,3 0 0,-1 2 0,1 2 0,5 2 0,-1-2 0,6 0 0,-4 2 0,4-4 0,2 4 0,8-11 0,2-5 0,7-7 0,0-13 0,0-4 0,-1-4 0,-5 4 0,-1-6 0,-7 0 0,3 2 0,8 2 0,-3 1 0,-3 1 0,-1 2 0,-1 2 0,0 1 0,1 8 0,-3-3 0,2-1 0,2 6 0,-3-4 0,-1 4 0,8 2 0,-7 0 0,7 0 0,-1 2 0,-1 4 0,5-4 0,-3 6 0,3-3 0,2 1 0,0 0 0,1 0 0,1-1 0,4-1 0,-4-4 0,4-6 0,-4-3 0,-2-8 0,-2-1 0,-3 1 0,1 0 0,-7 0 0,0 0 0,-6 0 0,7-1 0,-5 7 0,4-1 0,2 10 0,-3 2 0,3 6 0,-2 6 0,3 3 0,9-4 0,-7 5 0,1 1 0,-1-2 0,8-1 0,2-5 0,2-1 0,0-3 0,-6-5 0,0 0 0,1 0 0,-1-1 0,0-5 0,0-9 0,0-8 0,-1-8 0,-3 4 0,-1 1 0,-3-7 0,3 4 0,-5 3 0,-7-1 0,0 2 0,-2 6 0,-3 6 0,-5-3 0,-7 14 0,0-3 0,-1 5 0,1 5 0,0-1 0,0 8 0,2-1 0,3 6 0,3 1 0,5-1 0,-2 0 0,2 0 0,2 0 0,2 1 0,0-1 0,0 0 0,0 0 0,8 0 0,1-7 0,9-2 0,-1-3 0,0 1 0,0 0 0,0-6 0,1 0 0,-1-2 0,0-4 0,0 4 0,1-4 0,-7-1 0,0 1 0,3 2 0,1 2 0,-3-3 0,-1-1 0,1-8 0,5 5 0,-2-8 0,-3 0 0,11-8 0,-4-2 0</inkml:trace>
  <inkml:trace contextRef="#ctx0" brushRef="#br0" timeOffset="14">4164 7943 8912,'-17'10'0,"6"-1"0,-1-3 0,7-4 0,-7 4 0,8-2 0,-1 1 0,3-3 0,2 13 0,0-3 0,7 3 0,5 2 0,1 1 0,-1-1 0,1 0 0,-7 0 0,5 0 0,-5 1 0,-2-1 0,-2 0 0,3-6 0,1 1 0,0-6 0,-6 5 0,0-11 0,0-6 0,-6-3 0,0-14 0,-1-4 0,1-2 0,4-3 0,-4-2 0,4 5 0,2 0 0,0 8 0,0-2 0,0 4 0,0 2 0,2 6 0,4-1 0,4 8 0,7-3 0,0 7 0,6 2 0,0 3 0,0 5 0,-8 7 0,-1 0 0,-3 0 0,-1 1 0,1-1 0,-1 0 0,-5 0 0,-3-5 0,4-1 0,-4-5 0,-2 5 0,8-7 0,-6 4 0,5-8 0,-7 0 0,0-8 0,0-1 0,0-3 0,0 1 0,8 7 0,1-10 0,9 7 0,-1-3 0,0 5 0,0-7 0,6 6 0,0-5 0,6 1 0,-6-1 0,5-4 0,-5 3 0,0-3 0,-5-2 0,-1 1 0,0 5 0,0-4 0,-7 5 0,-5 1 0,-10 3 0,-7 4 0,-3 10 0,-2 3 0,0 6 0,-1 6 0,3-2 0,2 6 0,3-2 0,2-4 0,3 5 0,5 1 0,0 0 0,0 4 0,0-9 0,7 3 0,5-4 0,3 2 0,2-2 0,6-4 0,0-5 0,8-4 0,-2-8 0,1 0 0,-1 0 0,3-16 0,-5-3 0,7-15 0</inkml:trace>
  <inkml:trace contextRef="#ctx0" brushRef="#br0" timeOffset="15">5163 7324 8912,'0'10'0,"-2"3"0,-2-5 0,-4-1 0,-1 1 0,5 5 0,-6-9 0,6 8 0,-1 3 0,1 4 0,2 4 0,2 8 0,0-3 0,0 5 0,0 1 0,0 6 0,2 0 0,2-1 0,1-3 0,9-2 0,-3 1 0,3-9 0,-3-3 0,4-5 0,-3-7 0,-3-3 0,3-8 0,-1-2 0,7-6 0,-1-9 0,-6-2 0,1-10 0,-6 6 0,5-5 0,-7 5 0,2-6 0,-5 8 0,-1-2 0,0 12 0,0 5 0,0 12 0,0 9 0,0 8 0,0 7 0,0-1 0,0-2 0,0 1 0,6-7 0,0 2 0,7-4 0,-1-1 0,3-9 0,2-3 0,1-4 0,6-4 0,5-4 0,-4-3 0,-2-9 0,2-1 0,-2-4 0,0 2 0,-6-7 0,-2 7 0,-1-2 0,-5 4 0,-1 2 0,3 5 0,-5 1 0,2 7 0,-3-2 0,-3 6 0,4 6 0,4 5 0,-1 12 0,3 6 0,-1 3 0,-1 3 0,1-1 0,2 6 0,-7 0 0,6 0 0,-7-5 0,1-3 0,-6-3 0,0 2 0,-2-9 0,-4-1 0,-5-1 0,-4-11 0,-10-9 0,-2-9 0</inkml:trace>
  <inkml:trace contextRef="#ctx0" brushRef="#br0" timeOffset="16">5025 7513 8912,'-17'12'0,"0"-1"0,-1 3 0,9-5 0,3 3 0,14-8 0,9 1 0,10-3 0,17-4 0,11-5 0,12-11 0,15-8 0,6-14 0,-38 17 0,2 0 0,3-5 0,2-2-257,6 0 1,1-3 0,0-3 0,2-2 0,2-1-1,1 0 1</inkml:trace>
  <inkml:trace contextRef="#ctx0" brushRef="#br1" timeOffset="17">19170 6086 8912,'-1'-26'0,"-3"3"0,-2 4 0,2 1 0,2 1 0,-3 0 0,-3 2 0,-2 3 0,5 5 0,-5 10 0,2 9 0,1 9 0,3 17 0,-2 2 0,0 8 0,6-2 0,0 4 0,0 7 0,0 0 0,0-1 0,0-3 0,0-7 0,0 0 0,0-6 0,0 6 0,0-8 0,0 2 0,0-11 0,0-6 0,0-12 0,0-3 0,0-10 0,0-4 0,0-7 0,2-14 0,2-11 0,2-10 0,0 0 0,-6-9 0,0-2 0,0 1 0,0-7 0,0 4 0,0 0 0,0 2 0,0 9 0,0 3 0,0 1 0,0 7 0,2-3 0,3 8 0,5 7 0,7 4 0,0 6 0,0 4 0,1 1 0,7 9 0,-6-5 0,4 8 0,-4 0 0,-10 0 0,5 8 0,-9 3 0,-1 4 0,-2 10 0,-4 4 0,-2 3 0,-1 3 0,-9-3 0,3-3 0,-3 3 0,3-3 0,-4 3 0,3 3 0,5-7 0,1 1 0,-4-8 0,8 10 0,-3-7 0,3 3 0,2-6 0,0-2 0,0-7 0,0 1 0,2-5 0,3-2 0,7-5 0,3-1 0,10-5 0,4-3 0,3-1 0,4-9 0,5-5 0,-3-1 0,8 1 0,-8 4 0,2-4 0,-4 4 0,-3 1 0,-4 1 0,-4 2 0,-10 1 0,-4 3 0,-3 5 0,-10-3 0,-4 1 0,-3 2 0,-10 6 0,-4 0 0,2-5 0,-8-1 0,6 0 0,-4 6 0,2 0 0,2 0 0,2 8 0,4 3 0,-4-1 0,12 1 0,-1 3 0,2 1 0,8 2 0,0 6 0,2 0 0,6 0 0,9 2 0,0-6 0,22 6 0,-3-10 0,6-4 0,4-3 0,11-8 0,1-4 0,-3-7 0,6-8 0,-5-16 0,5-1 0,-2-4 0,-1-4 0,-9-2 0,-1 2 0,-2 2 0,-15 4 0,-5 7 0,-10 3 0,-16 7 0,-12-2 0,-11 11 0,-4 5 0,-7 7 0,0 0 0,-1 7 0,1 5 0,-1 3 0,3 2 0,3 0 0,6 1 0,4 6 0,-2 3 0,2 8 0,4-1 0,9 0 0,0 1 0,4-1 0,2 1 0,14-7 0,3 1 0,12-10 0,-1-2 0,5-2 0,1-9 0,1 0 0,-1-6 0,0-8 0,1-7 0,-1-8 0,-1-13 0,-5 1 0,-5-1 0,-4-8 0,-1-2 0,-1-3 0,-6-9 0,-1-1 0,-2 0 0,-5 0 0,-1-6 0,-2 2 0,-7-10 0,-5-1 0,-5 1 0,-6 2 0,-6 2 0,-3 1 0,-1 8 0,5 9 0,-5 15 0,14 18 0,2 22 0,11 19 0,4 15 0,4 25 0,4 12 0,1-27 0,3 1 0,2 0 0,3 0 0,2 5 0,2 1 0,1-2 0,0-1 0,3-1 0,0 1-520,2 0 1,0-1 519,0 1 0,1-1 0,3-1 0,0 0 0,-1-3 0,1-1 0,0-3 0,0-2 0,26 36 0,-3-11 0,1-1 0,-13-13 0,0-4 0</inkml:trace>
  <inkml:trace contextRef="#ctx0" brushRef="#br1" timeOffset="18">15178 6654 8912,'-29'-29'0,"3"2"0,1 3 0,6 2 0,3 5 0,7 4 0,1 1 0,2 9 0,6 3 0,2 11 0,4 6 0,6 6 0,3 6 0,8 3 0,0 3 0,0 7 0,-6 2 0,0 2 0,0-1 0,0-6 0,-5 8 0,-1-7 0,-7 6 0,2-6 0,-4-1 0,-2-5 0,0-5 0,-2-4 0,-4-8 0,-3-15 0,-1-12 0,2-20 0,1-9 0,5-7 0,-4-9 0,4-2 0,2 1 0,0-1 0,0 4 0,2 5 0,4 4 0,3 4 0,3 11 0,-1 4 0,3 6 0,7 6 0,2 17 0,0 7 0,2 12 0,-6 15 0,4 8 0,-4 2 0,-2 0 0,0-5 0,0 0 0,8-3 0,-6-8 0,4-3 0,-4-6 0,4-6 0,0-6 0,8-3 0,-4-8 0</inkml:trace>
  <inkml:trace contextRef="#ctx0" brushRef="#br1" timeOffset="19">15884 6602 8912,'-20'8'0,"-1"3"0,-1 5 0,-1 1 0,5 2 0,1 4 0,6 4 0,1 7 0,2 0 0,3-5 0,5 0 0,7-8 0,5 2 0,9-12 0,4-5 0,2-4 0,3-2 0,3 0 0,1-14 0,0-5 0,1-6 0,-8-1 0,-4-5 0,-6 2 0,-6-1 0,-3-3 0,-8 5 0,-4 1 0,-7 2 0,-10 4 0,-18 8 0,-3 3 0,-2 3 0,6 1 0,-10 6 0,8 0 0,2 2 0,9 3 0,6 7 0,12-3 0,5 3 0,4-1 0,12-1 0,7-4 0,8-12 0,9-4 0</inkml:trace>
  <inkml:trace contextRef="#ctx0" brushRef="#br1" timeOffset="20">16279 6155 8912,'0'-17'0,"0"0"0,0 0 0,0-1 0,0 1 0,0 8 0,0 1 0,0 37 0,0 11 0,2 13 0,4 5 0,-4 3 0,13 2 0,-3-2 0,3-2 0,10 4 0,2-6 0,1-3 0,1-6 0,7-6 0,3-16 0,5-5 0,-2-7 0,-2-7 0,0-10 0,-2-9 0,-5-11 0,1-7 0,-15-20 0,6-3 0</inkml:trace>
  <inkml:trace contextRef="#ctx0" brushRef="#br1" timeOffset="21">16331 6465 8912,'-11'11'0,"-1"1"0,8-9 0,-3 5 0,22-10 0,8-4 0,23-11 0,2-10 0,15-7 0,2 0 0,2-1 0,0 1 0,-2-2 0,-2-5 0,-8 13 0,4-12 0,-7 13 0</inkml:trace>
  <inkml:trace contextRef="#ctx0" brushRef="#br1" timeOffset="22">16744 7479 8912,'-34'0'0,"1"-2"0,3-2 0,3-3 0,2-3 0,4-3 0,2-3 0,2-1 0,7 0 0,4 0 0,4 0 0,2-1 0,2 3 0,4 4 0,4-3 0,7 9 0,0 1 0,8-4 0,2 2 0,1 3 0,1 1 0,0 2 0,5 0 0,-5 0 0,-1 0 0,-7 7 0,4 1 0,-7 3 0,-7 5 0,0-5 0,3 4 0,-7 10 0,1-6 0,-8 6 0,0-2 0,-2 0 0,-4-2 0,-1-2 0,-5-2 0,-1-5 0,7-1 0,-7-7 0,1 2 0,5-12 0,-7-5 0,9-12 0,1-6 0,2-3 0,2-3 0,0-7 0,8 4 0,3-6 0,4 2 0,8 2 0,0 6 0,8-1 0,-4 1 0,7-1 0</inkml:trace>
  <inkml:trace contextRef="#ctx0" brushRef="#br1" timeOffset="23">17191 7238 8912,'-1'16'0,"-3"-3"0,-2-2 0,0 1 0,6-3 0,0 7 0,0-14 0,0 5 0,6-14 0,2-5 0,1-3 0,5-8 0,7-2 0,2 0 0,-2 0 0,-2-5 0,-8 9 0,-1-6 0,-3 2 0,-1 2 0,-6 6 0,0 0 0,0 0 0,-8 7 0,-7 3 0,-10 7 0,-1 0 0,3 7 0,-4 7 0,2 5 0,4 4 0,4 5 0,5-5 0,5 8 0,7-10 0,0 7 0,7-7 0,5 2 0,16-5 0,9-7 0,5-5 0,9-4 0,7-2 0,5-10 0,-6-7 0,1-8 0,-7-9 0,-1-1 0,-4 1 0,-6 0 0,-11-1 0,-4 1 0,-16 1 0,-3 5 0,-8 3 0,-10 8 0,-1 7 0,-16 4 0,-1 4 0,-3 10 0,1 2 0,1 7 0,4 0 0,1 2 0,-1 4 0,6-2 0,-2 8 0,4-8 0,7 9 0,1-7 0,7 6 0,-2-6 0,6 4 0,6-8 0,6-4 0,10-9 0,-1 1 0,8-7 0,0 0 0,0-2 0,-1-3 0,-7-5 0,6-15 0,-6-3 0,2-5 0,-8-1 0,-1-8 0,-9-4 0,1 0 0,-6-4 0,0-3 0,-2-8 0,-4 3 0,-9-5 0,-8 6 0,-7 0 0,11 9 0,-4 8 0,3 11 0,3 8 0,8 16 0,3 10 0,4 20 0,12 29 0,7 14 0,8 18 0,-9-36 0,2 2 0,-1 1 0,1 1 0,-1 0 0,2 0-199,1-2 0,0 0 0,-1 2 0,0 0 199,4 1 0,0-1 0,0 3 0,0-1 0,2-3 0,0-1 0,-2-3 0,0 0 0,-3-4 0,0-1 0,-2 2 0,0 0 0,17 40 0,-18-39 0,0 0 0</inkml:trace>
  <inkml:trace contextRef="#ctx0" brushRef="#br1" timeOffset="24">14128 10591 8912,'-9'-17'0,"-7"0"0,7-1 0,-1 1 0,3 10 0,7 7 0,0 9 0,0 8 0,0 6 0,2 2 0,3 6 0,9-3 0,7 3 0,-2-4 0,6-1 0,-2-1 0,0-4 0,5-4 0,-5-5 0,0-6 0,2-5 0,-6-1 0,12 0 0,-8-1 0,-2-7 0,-2-9 0,-2-10 0,-5 0 0,-1-1 0,-7-1 0,3-5 0,-7-1 0,-5 7 0,-1-1 0,-5 8 0,3-2 0,-2 4 0,7 9 0,-5 10 0,16 17 0,3 14 0,4 7 0,2 6 0,3 8 0,1-1 0,2 1 0,0-1 0,-12 1 0,-1 2 0,-3 3 0,7-4 0,-12 5 0,1-11 0,-6-1 0,-15-8 0,-1 3 0,-4-13 0,4-5 0,0-11 0,-4-7 0,4-3 0,-4-2 0,4-7 0,4-5 0,1-5 0,3-6 0,-1 4 0,3-14 0,3 5 0,4 1 0,2-2 0,2 8 0,4-3 0,5-1 0,4-2 0,8-2 0,2 3 0,2 1 0,-6-6 0,12 10 0,-7-6 0,1 3 0,4 1 0,-6 4 0,1-2 0,5-2 0,-6 7 0,0 1 0,-8 6 0,-8-1 0,-3 2 0,-12 8 0,-5 0 0,3 0 0,-7 2 0,4 2 0,-5 2 0,-1 7 0,6-11 0,1 6 0,2-1 0,-5-5 0,11 14 0,-4-5 0,4 4 0,2 2 0,0 3 0,0 3 0,2-4 0,2 4 0,4-6 0,1-6 0,3 4 0,5-5 0,0 5 0,0-3 0,-7-5 0,11-7 0,-4 0 0,2 0 0,0-7 0,4-5 0,0-11 0,-2-5 0,-1-5 0,-3-1 0</inkml:trace>
  <inkml:trace contextRef="#ctx0" brushRef="#br1" timeOffset="25">15058 10539 8912,'-23'-15'0,"0"2"0,2 3 0,2 3 0,9 1 0,2 6 0,8 0 0,0 0 0,0 9 0,0 9 0,2 1 0,2 9 0,2 3 0,5-4 0,-3 1 0,0 3 0,-1 1 0,7-5 0,-11 4 0,9-8 0,-6 1 0,5-1 0,1-4 0,5 4 0,0-11 0,8-5 0,-6-8 0,4-5 0,4-11 0,-8-10 0,6-8 0</inkml:trace>
  <inkml:trace contextRef="#ctx0" brushRef="#br1" timeOffset="26">15247 10488 8912,'-15'-25'0,"1"-2"0,3 0 0,7 3 0,-4 6 0,8 9 0,0 3 0,0 12 0,0 11 0,0 10 0,0 7 0,6 8 0,0 2 0,-1 2 0,1-2 0,0-2 0,7-2 0,-9 0 0,8 0 0,1-1 0,-5-11 0,5 3 0,-5-6 0,1 1 0,3-12 0,5 1 0,0-15 0,0 0 0,1-10 0,-3-5 0,-4-6 0,3-9 0,-7 1 0,1-4 0,0-1 0,-3 7 0,-3-3 0,2 7 0,2 2 0,0 9 0,-6-3 0,0 11 0,0-7 0,0 7 0,0 6 0,0 15 0,-6 0 0,0 8 0,2 0 0,2-4 0,2 6 0,2-2 0,4-4 0,-4-2 0,13-2 0,-3 0 0,3-7 0,2-3 0,0-7 0,1-7 0,-1-5 0,0-11 0,0 4 0,-1-6 0,-5 0 0,-1 4 0,-7-5 0,3 1 0,-2 4 0,-10-6 0,-3 14 0,-9-4 0,3 9 0,2-2 0,1 3 0,7 1 0,-7 6 0,8 0 0,-1 2 0,10 4 0,12-4 0,3 5 0,4-7 0,1 0 0,-4 0 0,8 0 0,7-7 0,8-3 0</inkml:trace>
  <inkml:trace contextRef="#ctx0" brushRef="#br1" timeOffset="27">15918 10557 8912,'-11'0'0,"-1"0"0,8 0 0,-3 0 0,7 0 0,0 7 0,0 5 0,0 3 0,0 2 0,7 0 0,-3 1 0,8-1 0,-7 0 0,7 0 0,-3-5 0,5-1 0,-3 2 0,-5 1 0,3-1 0,-1-1 0,-2-9 0,2 5 0,3-8 0,-3 0 0,1-6 0,-5-1 0,2-3 0,5-7 0,-5-6 0,0 0 0,-6 6 0,7 0 0,-5 0 0,4-1 0,-4 7 0,-2-1 0,8 9 0,-5 3 0,7 11 0,-2 6 0,-5 6 0,7-2 0,1 8 0,5 0 0,1-3 0,0-3 0,0-4 0,1-9 0,-1-4 0,2-5 0,4-1 0,-4-15 0,6 2 0,-8-16 0,-5-7 0,-3-8 0,-1 0 0,-4 2 0,-3 0 0,-1 6 0,-1-12 0,-5 8 0,-6 2 0,-3 3 0,-2 7 0,5 8 0,1 9 0,7 15 0,-11-2 0,5 15 0</inkml:trace>
  <inkml:trace contextRef="#ctx0" brushRef="#br1" timeOffset="28">25073 13393 8912,'0'-17'0,"0"0"0,0 0 0,0 7 0,-2 3 0,-2 11 0,-1 5 0,1 12 0,2 8 0,2 9 0,0 2 0,0 2 0,-6 4 0,0-6 0,-5 6 0,5-4 0,0 0 0,-1 0 0,3-4 0,-8-9 0,9 3 0,-11-18 0,7 1 0,-3-5 0,-1-12 0,1-17 0,4-14 0,4-5 0,2-10 0,0 2 0,8-3 0,2-3 0,1 0 0,1 1 0,-1 7 0,6 9 0,0 13 0,-5 2 0,-1 3 0,-5 8 0,6 5 0,1 8 0,-5 5 0,5 16 0,-7 4 0,1 5 0,-1 6 0,-4-3 0,4 3 0,-4-4 0,3-2 0,1 1 0,6-7 0,-5-1 0,3-2 0,-4-2 0,5-6 0,0-7 0,7-5 0,-3-5 0,-4-5 0,12-13 0,-3-8 0</inkml:trace>
  <inkml:trace contextRef="#ctx0" brushRef="#br1" timeOffset="29">25417 13514 8912,'-9'0'0,"-1"0"0,4 0 0,-1 2 0,-7 3 0,5 9 0,1 7 0,-3 6 0,5 7 0,2-2 0,2-3 0,2 4 0,2-9 0,4 5 0,3-4 0,9-8 0,1-7 0,4-5 0,-2-5 0,5-5 0,-1-7 0,-2-3 0,-6-4 0,1-4 0,-1-6 0,-8-3 0,-3-3 0,-4 1 0,-2 0 0,0-1 0,-8 7 0,-3 1 0,-4 2 0,-3 2 0,1 6 0,0 5 0,0 1 0,7 7 0,-5 2 0,5 12 0,1 5 0,1-2 0,8 10 0,2-4 0,4-1 0,11-1 0,10 0 0</inkml:trace>
  <inkml:trace contextRef="#ctx0" brushRef="#br1" timeOffset="30">25779 13325 8912,'0'-35'0,"0"1"0,0 7 0,0 4 0,0 4 0,0 2 0,0 7 0,0 5 0,0 12 0,0 10 0,0 16 0,0 13 0,0 5 0,0 7 0,0-5 0,0 14 0,0-4 0,0-4 0,0-1 0,0-5 0,2-7 0,1 0 0,3 0 0,-2-2 0,5-2 0,-7-16 0,6-3 0,0-4 0,-6-1 0,7-11 0,-3-7 0,-4-15 0,4-14 0,-5-3 0,-1-10 0,0-2 0</inkml:trace>
  <inkml:trace contextRef="#ctx0" brushRef="#br1" timeOffset="31">25727 13600 8912,'-12'6'0,"1"-1"0,7 1 0,-3 2 0,7-5 0,0 9 0,7-8 0,5 1 0,11-3 0,5-2 0,5-7 0,1-5 0,6-3 0,1-2 0,-1 0 0,2-1 0,-6 9 0,4-6 0,-11 3 0,3-3 0,-5-2 0</inkml:trace>
  <inkml:trace contextRef="#ctx0" brushRef="#br1" timeOffset="32">25847 14408 8912,'-17'-8'0,"6"6"0,-1-3 0,8 5 0,-1 5 0,3 5 0,2 7 0,0 0 0,0 0 0,0 1 0,0-1 0,2 0 0,3 0 0,5-7 0,1 3 0,1-7 0,1-2 0,3-2 0,1-2 0,0-2 0,0-4 0,0 2 0,1-7 0,-1-1 0,0-5 0,-2 0 0,-1 2 0,-5 1 0,-1 3 0,5 7 0,-9-9 0,8 7 0,-9 2 0,5 10 0,0 5 0,-6 12 0,3 6 0,-3 11 0,-2 6 0,0 11 0,0 6 0,0 10 0,0 1 0,-7-1 0,-5-10 0,-3 2 0,-2-8 0,0-7 0,-1-10 0,1-6 0,0-5 0,5-6 0,1-12 0,-2-5 0,5-4 0,-7-15 0,5-7 0,0-4 0,3-5 0,7-5 0,0 1 0,0 3 0,0 3 0,0 2 0,7 2 0,-3 6 0,8 0 0,1-6 0,10 0 0,-4 0 0,4 6 0,4-6 0,2 0 0,3 2 0,1 0 0,-5-2 0,3 4 0,-8-4 0,0 4 0,-6 2 0,0-6 0,0 0 0,-7 0 0,-4 6 0,-4-1 0,-4 9 0,-4 3 0,-4 4 0,-7 10 0,0 3 0,-6 12 0,0 6 0,0 5 0,6 6 0,6-3 0,-1 3 0,8 2 0,-2-2 0,5 0 0,1-6 0,0 1 0,1-7 0,5-1 0,8-2 0,7-4 0,0-9 0,7-7 0,1-7 0,5-9 0,1-1 0,-3-20 0,-1 3 0,-2-3 0,-6-3 0,5 1 0,1-8-63,-2 6 0,5-14 0,-5 6 0</inkml:trace>
  <inkml:trace contextRef="#ctx0" brushRef="#br1" timeOffset="33">26759 14322 8912,'-9'-10'0,"-4"5"0,7 10 0,2 7 0,2 11 0,-4 3 0,1 9 0,-1 7 0,6 4 0,0 3 0,0 3 0,0 0 0,0-1 0,0 1 0,6-8 0,1-6 0,1-8 0,0-7 0,5-11 0,-4-5 0,9-16 0,-1-8 0,0-10 0,8-13 0,-6-4 0,6-8 0,0 1 0,-6-3 0,4-3 0,-4 3 0,-2-3 0,-2 4 0,-3 1 0,-4 8 0,-8 10 0,0 11 0,0 4 0,0 17 0,-6 11 0,-2 22 0,-1 7 0,-1 0 0,-1 8 0,-5 0 0,13 0 0,-7-2 0,2-2 0,3-2 0,5-6 0,0-1 0,0-5 0,0-3 0,0-7 0,1-3 0,5-4 0,4-3 0,9-18 0,4-7 0,-4-2 0,4-10 0,-4-1 0,-2-3 0,6 1 0,-2 1 0,-5 3 0,1 7 0,-13 2 0,5 7 0,-1-1 0,-3 5 0,-5 8 0,0 12 0,0 5 0,0 6 0,0 3 0,0 1 0,0 6 0,0-12 0,0 5 0,0-1 0,0-2 0,2-8 0,4-3 0,6-6 0,3-4 0,-4-2 0,1 0 0,-8-8 0,9-2 0,-7-7 0,1 0 0,-1 0 0,-4-6 0,4 0 0,-4 2 0,-2 2 0,2 2 0,3-1 0,-3 1 0,12 0 0,-9 0 0,9 0 0,-5-1 0</inkml:trace>
  <inkml:trace contextRef="#ctx0" brushRef="#br1" timeOffset="34">27603 14425 8912,'11'0'0,"1"0"0,-9 0 0,5 0 0,-8-2 0,0-4 0,0 4 0,0-5 0,0 7 0,0 0 0,8 7 0,1-5 0,9 12 0,-1-8 0,0-1 0,0-5 0,0 0 0,-5 0 0,-1 0 0,3 0 0,1-2 0,2-3 0,-5 1 0,-1-8 0,-5 7 0,5-7 0,3-1 0,-7 5 0,1 0 0,0 1 0,-6 7 0,3 0 0,-3 7 0,4 11 0,0-1 0,-2 0 0,-3 0 0,-1 0 0,0 1 0,0-1 0,2 0 0,4 0 0,-4-7 0,6 5 0,-8-5 0</inkml:trace>
  <inkml:trace contextRef="#ctx0" brushRef="#br1" timeOffset="35">15660 12981 8912,'-10'-8'0,"-5"4"0,5-7 0,-1-1 0,0 1 0,-3 0 0,5 1 0,-3-3 0,-1 3 0,-3 2 0,-7 3 0,1 5 0,-3 0 0,2 0 0,-2 2 0,-6 1 0,5 7 0,1 3 0,4 6 0,2 8 0,3 0 0,3 3 0,1 7 0,9 1 0,-5 2 0,8 0 0,0 2 0,0-2 0,8-5 0,3-1 0,4-9 0,3-8 0,1-5 0,2-7 0,2-3 0,7-9 0,-9-9 0,8-7 0,-8-9 0,2-2 0,-6 1 0,-5-3 0,-7 5 0,5 3 0,-8-1 0,4 2 0,-5 2 0,-1 2 0,0 14 0,6 11 0,0 15 0,0 10 0,-6 13 0,5 6 0,3 9 0,2 2 0,-7 1 0,11-1 0,-8 0 0,5 3 0,-5-3 0,-1-4 0,-5 3 0,0-9 0,-1-4 0,-5-11 0,-4-3 0,1-6 0,-7-12 0,9-5 0,-7-12 0,3-5 0,-1-5 0,1-9 0,1-5 0,3-8 0,1 1 0,6-7 0,0 6 0,0-2 0,6-2 0,1 4 0,3-2 0,3 2 0,3-6 0,3 0 0,4-8 0,5 1 0,-3-1 0,8 6 0,-5 0 0,3 8 0,-2 0 0,-6 7 0,-6 8 0,-6 4 0,5 2 0,-14 7 0,5 3 0,-7 7 0,0 7 0,0 3 0,0 7 0,2-1 0,4-5 0,-2 4 0,7-3 0,3 3 0,1 8 0,2 0 0,0 2 0,0-2 0,1-4 0,-1 4 0,0 1 0,0-1 0,0 0 0,1-5 0,-1-1 0,0-2 0,0-4 0,1-5 0,-1-4 0,0-2 0,0-2 0,0-4 0,1-5 0,-1-12 0,-8-4 0,7-1 0,-5-1 0,4 0 0,3-3 0,-3 1 0,-4 3 0,3 1 0,-8-4 0,-3 3 0,-1 7 0,-2-2 0,-2 6 0,-3 5 0,-5-3 0,-7 13 0,5-6 0,1 8 0,5 2 0,-3 6 0,1 9 0,2 0 0,6 8 0,0 0 0,0 4 0,0 3 0,8 0 0,3-1 0,5-2 0,1-8 0,6 9 0,0-7 0,7 0 0,-1-6 0,5-7 0,5-4 0,3-6 0,0-6 0,0-6 0,-2-11 0,-6-5 0,1-5 0,-8-1 0,-4 0 0,-1-1 0,-4 1 0,-5 1 0,-13 5 0,0-3 0,0 8 0,-8 2 0,-3 10 0,-4 5 0,-3 4 0,-4 2 0,-1 0 0,0 2 0,7 4 0,3 5 0,1 4 0,-1 3 0,5 6 0,1-2 0,7 4 0,0-1 0,0 6 0,0-10 0,2 5 0,3-1 0,5 6 0,7-12 0,2 2 0,4-8 0,-2 1 0,8-9 0,2-1 0,1-2 0,3-11 0,-1-9 0,0-1 0,1-9 0,-3-3 0,-3-9 0,3 4 0,-12-6 0,3 9 0,-4 4 0,-10-1 0,-3 7 0,-4 0 0,-2 6 0,0 0 0,0 7 0,-8 3 0,6 14 0,-5 5 0,7 11 0,0-2 0,0 7 0,5-5 0,3 6 0,2 1 0,3 1 0,8-1 0,2-3 0,-2-2 0,-2 6 0,-2-12 0,1 4 0,-1-4 0,0-2 0,-8-6 0,-3 1 0,4-8 0,-8 3 0,5-9 0,-9-3 0,-3-7 0,1-5 0,-6-6 0,1-6 0,-1-3 0,6 1 0,-1-3 0,-3 3 0,2-9 0,1 4 0,5 2 0,0-1 0,0 1 0,0 1 0,0 5 0,1 5 0,7 9 0,9 5 0,10 1 0,6 4 0,1 10 0,6 4 0,0 7 0,6 2 0,-6 4 0,0-2 0,-5 8 0,-1-8 0,1 2 0,-7-2 0,-1-2 0,-2-2 0,6 4 0,-5-12 0</inkml:trace>
  <inkml:trace contextRef="#ctx0" brushRef="#br1" timeOffset="36">22475 14047 8912,'0'-12'0,"0"1"0,0-2 0,0-3 0,0-1 0,0 0 0,-6 0 0,0-1 0,-2 7 0,3 0 0,-7-3 0,5 7 0,-3-1 0,4 8 0,-3 0 0,-9 0 0,9 8 0,1 1 0,6 8 0,-3 0 0,3 3 0,-4 2 0,4-2 0,2 4 0,0-4 0,0 1 0,0 1 0,-8 1 0,7-5 0,-5-1 0,4-8 0,2-1 0,0-8 0,-2-2 0,-4-4 0,4-9 0,-3-12 0,3-3 0,2-7 0,0-3 0,0 0 0,0 4 0,0-4 0,0 3 0,0 3 0,0 0 0,0-1 0,0 9 0,0 1 0,5 17 0,1 8 0,8 10 0,-3 13 0,4 5 0,8 5 0,0 1 0,-2 2 0,-2 5 0,-1-5 0,4 0 0,1-7 0,-2 1 0,-1-5 0,-9 0 0,1-8 0,1 0 0,-5-7 0,-1 5 0,-7-21 0,0 5 0</inkml:trace>
  <inkml:trace contextRef="#ctx0" brushRef="#br1" timeOffset="37">22629 13858 8912,'-7'17'0,"5"-6"0,-6-1 0,1-2 0,5 5 0,-6-4 0,8 9 0,0-1 0,0 0 0,0 0 0,2 0 0,4-1 0,5-5 0,4-3 0,3-8 0,-1 0 0,-2-8 0,-3-3 0,3-5 0,-4-1 0,5 0 0,-7-8 0,5 6 0,-9-4 0,1-2 0,-6 2 0,0 2 0,0 2 0,-8 10 0,-1-5 0,-8 9 0,-1 1 0,1 2 0,0 10 0,0 3 0,7-3 0,3-1 0,-1 1 0,-2 1 0</inkml:trace>
  <inkml:trace contextRef="#ctx0" brushRef="#br1" timeOffset="38">22853 13531 8912,'-8'-17'0,"-1"7"0,-3-5 0,1 4 0,-1 3 0,1 0 0,1 10 0,3 4 0,1 11 0,6 12 0,0 3 0,0 3 0,8-1 0,-4 6 0,7 0 0,-1 0 0,1-5 0,4 5 0,-3-2 0,3-5 0,2 9 0,1-21 0,-3 7 0,-4-7 0,5-4 0,-14-7 0,5-2 0,-7-8 0</inkml:trace>
  <inkml:trace contextRef="#ctx0" brushRef="#br1" timeOffset="39">22767 13823 8912,'-9'-7'0,"1"5"0,8-14 0,2 13 0,4-7 0,5 2 0,12 3 0,-2 5 0,6-2 0,-2-4 0,3 4 0,-5-4 0,-2 5 0,6 8 0,0 3 0</inkml:trace>
  <inkml:trace contextRef="#ctx0" brushRef="#br1" timeOffset="40">23077 14373 8912,'-27'0'0,"2"0"0,2-5 0,0-1 0,2 2 0,-5 2 0,6 2 0,-4 0 0,1 0 0,0 0 0,5 0 0,9 2 0,1 4 0,2-4 0,6 13 0,0-3 0,0 3 0,0 2 0,2 0 0,4 0 0,-4 1 0,13-9 0,-3-3 0,-3 2 0,3-3 0,-1 1 0,7-8 0,-1-4 0,-2 3 0,-2-7 0,-1 2 0,-6-3 0,5 5 0,1 0 0,5 6 0,0 0 0,-2 2 0,-3 4 0,-6 6 0,3 3 0,-7 8 0,4 2 0,-4 1 0,-2 3 0,0 5 0,0 1 0,0-1 0,0 1 0,-6-9 0,0-3 0,2-4 0,-5-2 0,-1-9 0,-7-8 0,0-8 0,5-11 0,1-4 0,7-3 0,-2-9 0,4-1 0,2-2 0,0-2 0,0 0 0,0 5 0,2 1 0,4-1 0,4 1 0,7 0 0,2 1 0,4 5 0,-4 3 0,6 6 0,-6-2 0,4-2 0,-10 5 0,4 9 0,-1 1 0,-9 3 0,7 6 0,-8 5 0,-1 4 0,-5 7 0,2 2 0,4 4 0,-4-4 0,6 12 0,-7-7 0,5 3 0,-2-4 0,7 4 0,1-2 0,-3-4 0,7-2 0,-7-8 0,9 1 0,-1 1 0,0-5 0,0-1 0,2-7 0,4 0 0,-4-7 0,6-3 0,-8-7 0,1 0 0,-3-2 0,-2-2 0,-1-2 0,-8-2 0,1 2 0,3 4 0,-2-4 0,-2 4 0,-3 2 0,-8 1 0,-3 3 0,1 2 0,-7 7 0,5-2 0,-4 4 0,-3 2 0,3 8 0,2 3 0,1 5 0,8 1 0,-1 2 0,3 2 0,2 2 0,0 0 0,2-4 0,3 4 0,-1-4 0,8 4 0,-1-10 0,6-3 0,1-3 0,6 7 0,-4-12 0,3 1 0,-4-6 0,4-1 0,0-10 0,-2-3 0,-2-4 0,-2-2 0,-6 6 0,-1-2 0,-2-4 0,-3 4 0,-5 0 0,-2 7 0,-3-1 0,-5 5 0,-1-5 0,-1 7 0,1 1 0,-6 6 0,1 5 0,5 6 0,-5 3 0,15 2 0,-5 0 0,4 0 0,2 1 0,0-1 0,2 0 0,4 0 0,3 0 0,8-7 0,1-2 0,-1-1 0,8-5 0,-4 6 0,5-10 0,-1-4 0,-2-3 0,-4-9 0,0 1 0,-1 0 0,3 0 0,-19 5 0,5 1 0,1-2 0,-6 5 0,5-2 0,-7 5 0,0 3 0,0-6 0,0 10 0,0 4 0,-1 5 0,-5 4 0,4 3 0,-6-7 0,8 1 0,0 1 0,0-5 0,0 7 0,0-4 0,0-3 0,0 2 0,0-5 0,0-5 0,0 0 0,0-7 0,0-11 0,0 1 0,8 0 0,-4 2 0,7 3 0,1 5 0,5 7 0,0 2 0,0 3 0,2 5 0,2 9 0,2 2 0,-2 2 0,6 7 0,-8-3 0,4 8 0,4-1 0,0 0 0,7 1 0</inkml:trace>
  <inkml:trace contextRef="#ctx0" brushRef="#br1" timeOffset="41">20172 7749 8912,'0'-14'0,"0"5"0,0-1 0,0 6 0,-2-4 0,-3 2 0,-2-5 0,-7 11 0,2 0 0,3 8 0,-2 6 0,5 6 0,-2 7 0,5 2 0,-1 9 0,2 4 0,2 2 0,0 2 0,2-1 0,2 3 0,5 1 0,4-5 0,2-3 0,2-10 0,1-7 0,6-10 0,-4-8 0,5-8 0,-2-2 0,-7-16 0,10-9 0,-4-14 0,-1-3 0,-1 4 0,-8-10 0,-3 6 0,-4 2 0,3 1 0,-7-1 0,2 2 0,-6 7 0,-4 5 0,-13 4 0,-2 4 0,1 9 0,-5 5 0,6 10 0,-3 2 0,5 5 0,3 10 0,2 1 0,4 2 0,3-2 0,6-6 0,6 0 0,2-1 0</inkml:trace>
  <inkml:trace contextRef="#ctx0" brushRef="#br1" timeOffset="42">20722 7460 8912,'-2'14'0,"-3"0"0,-2-1 0,-1 1 0,-4 0 0,6-1 0,-5 0 0,2-4 0,6 3 0,-2-3 0,4-3 0,1 0 0,6-7 0,3-4 0,2-4 0,-2-9 0,2 3 0,-7-4 0,5-1 0,-4 2 0,0 0 0,-5 4 0,0 0 0,0 1 0,0-1 0,-2 6 0,-3 4 0,2 4 0,-6 4 0,6 5 0,-1 8 0,2 1 0,2 1 0,0-5 0,6-1 0,2-5 0,6-2 0</inkml:trace>
  <inkml:trace contextRef="#ctx0" brushRef="#br1" timeOffset="43">20997 7075 8912,'0'-19'0,"1"5"0,4 0 0,-4 0 0,5 13 0,-6-5 0,0 9 0,0 6 0,0 11 0,0 9 0,2 12 0,1 9 0,2 4 0,-1 2 0,-4 4 0,2 2-269,2 7 0,-1 4 269,6 1 0,-4-3 0,4-7 0,-1-4 0,1-10 0,2-4 0,-7-9 0,5-5 0,-2-9 0,0-5 0,-4-9 0,3-3 0,-6-12 0,0-1 0</inkml:trace>
  <inkml:trace contextRef="#ctx0" brushRef="#br1" timeOffset="44">21423 7501 8912,'-9'-13'0,"0"-1"0,-2 0 0,5 6 0,-2 4 0,3 8 0,4 4 0,-5 6 0,6 0 0,0 1 0,0 2 0,0 1 0,0-1 0,6-2 0,-3-7 0,6-4 0,-4-2 0,4-2 0,0-2 0,5-2 0,-7-4 0,4-6 0,-6 0 0,1 1 0,-2-1 0,-2 5 0,3 0 0,-4-2 0,-1 5 0,0 0 0,0 7 0,-1 4 0,-4 4 0,3 8 0,-2 1 0,2-1 0,2-2 0,0-1 0</inkml:trace>
  <inkml:trace contextRef="#ctx0" brushRef="#br1" timeOffset="45">24888 8903 8912,'-2'-8'0,"-1"2"0,-3 1 0,-1 1 0,-3-1 0,-3 5 0,-1 0 0,0 0 0,0 0 0,5 0 0,0 0 0,-2 0 0,-1 0 0,-2 6 0,7 3 0,1 10 0,1 4 0,-1 4 0,-2 5 0,5 14 0,-1 9 0,2 9 0,2 0 0,0 8 0,0 1 0,6-12 0,3-12 0,4-11 0,0-10 0,7-7 0,-3-15 0,6-6 0,0-9 0,4-14 0,1-6 0,1-15 0,3-7 0,-9 1 0,8-13 0,-15 5 0,-3-1 0,-6 5 0,-2 3 0,-1 5 0,-10 1 0,-9 9 0,-6 4 0,-8 3 0,0 4 0,-8 7 0,5 6 0,-5 12 0,5 3 0,-5 6 0,2 2 0,-1 12 0,8 0 0,10 4 0,4 0 0,5-1 0,4-3 0,11-4 0,8-10 0,6-3 0,7-6 0</inkml:trace>
  <inkml:trace contextRef="#ctx0" brushRef="#br1" timeOffset="46">25534 8793 8912,'-26'13'0,"2"0"0,2-3 0,3-1 0,0 1 0,5 3 0,1-4 0,-1 1 0,6-1 0,2-2 0,6 0 0,6-7 0,3-2 0,4-3 0,-6-2 0,6-7 0,-4 0 0,3 1 0,-4 5 0,-1-4 0,-2 3 0,-4 1 0,4-1 0,-5 4 0,-5-4 0,4 6 0,-11-3 0,2 6 0,-2 0 0,-2 0 0,5 4 0,2 3 0,1 0 0,1-2 0,5 4 0,-6 0 0,-2 5 0</inkml:trace>
  <inkml:trace contextRef="#ctx0" brushRef="#br1" timeOffset="47">25919 8408 8912,'8'-20'0,"-2"5"0,-6-10 0,-2 7 0,-2 1 0,2 2 0,-10 7 0,3 4 0,-3 2 0,-2 4 0,0 2 0,0 16 0,1 12 0,-7 13 0,6 16 0,-1 12-49,9-34 0,1 1 1,3 4-1,1 1 1,-1 1-1,-1 1 1,2 2-1,1 0 49,0 1 0,0 0 0,0 4 0,0-1 0,0-6 0,1-1 0,1 1 0,1-1 0,2-3 0,-1 0 0,-1 0 0,0-1 0,5 23 0,-5-3 0,2-8 0,-1-7 0,-4-7 0,0-4 0,0-4 0,0-9 0,0-9 0,0-8 0,-6-12 0,-2-2 0</inkml:trace>
  <inkml:trace contextRef="#ctx0" brushRef="#br1" timeOffset="48">26139 9191 8912,'-21'0'0,"2"2"0,4 2 0,1-1 0,1 6 0,-1 0 0,0 7 0,0 1 0,1 1 0,0 5 0,3-5 0,2-1 0,2-2 0,1-7 0,7-2 0,3-6 0,4 0 0,9 0 0,-3-11 0,5-4 0,0-5 0,-5 3 0,5-9 0,-6 5 0,0 0 0,-7 1 0,4 6 0,-6 0 0,-1 1 0,-4 5 0,-6 5 0,-3 12 0,-3 9 0,-8 11 0,-2 5 0,1 1 0,-3 0 0,5 2 0,-5-4 0,2-5 0</inkml:trace>
  <inkml:trace contextRef="#ctx0" brushRef="#br1" timeOffset="49">19374 14068 8912,'-12'-28'0,"3"3"0,-10 2 0,4 4 0,1 6 0,1 3 0,-1 6 0,-1 5 0,-2 9 0,-3 8 0,-2 8 0,-2 6 0,3 3 0,-1 6 0,2 0 0,2 7 0,6 1 0,3 1 0,4 0 0,4 5 0,4 6 0,4 0 0,9-1 0,3-7 0,-2-4 0,8-15 0,-7-7 0,6-12 0,-2-10 0,1-3 0,0-2 0,0-13 0,4-5 0,5-8 0,0-6 0,0-5 0,-4-8 0,-1-6 0,-1-1 0,-3 2 0,-3-3 0,-12 5 0,-4-1 0,-2 8 0,-14 0 0,-10 12 0,-14-3 0,-4 9 0,-3 5 0,-3 2 0,8 9 0,-2 2 0,7 4 0,7 1 0,4 0 0,15 1 0,2 4 0,4 2 0,7 3 0,3-3 0,3-1 0,8 5 0,1-3 0</inkml:trace>
  <inkml:trace contextRef="#ctx0" brushRef="#br1" timeOffset="50">19773 14164 8912,'0'14'0,"0"-5"0,0 0 0,0-6 0,0 5 0,0-4 0,0-2 0,0 10 0,0-10 0,0 4 0,0-6 0,0-2 0,0-2 0,0-4 0,0-6 0,0 1 0,0-1 0,0 0 0,-6 7 0,-2 0 0,-6 7 0,5 0 0,2 2 0,0 2 0,3 4 0,4 6 0,0 0 0,0-1 0</inkml:trace>
  <inkml:trace contextRef="#ctx0" brushRef="#br1" timeOffset="51">20172 13738 8912,'-14'0'0,"0"0"0,0 0 0,1 0 0,-1 0 0,5 8 0,0 6 0,-1 5 0,-8 17 0,0 6 0,1 12 0,0 13 0,8-29 0,0 2 0,2 3 0,0 1 0,-1 2 0,1 1 0,1 2 0,1 1-645,-1 3 1,1-1 644,2-3 0,0-1 0,0-2 0,0-1 0,3 28 0,6-7 0,3-16 0,4-5 0,0-12 0,1-5 0,6-10 0,-3-4 0,4-10 0,-1-2 0,-2-8 0,-4-14 0,0-9 0</inkml:trace>
  <inkml:trace contextRef="#ctx0" brushRef="#br1" timeOffset="52">20460 14288 8912,'-21'0'0,"-5"0"0,11 1 0,-4 4 0,4 3 0,1 5 0,1 1 0,5 0 0,2-1 0,12-5 0,-3-6 0,6-8 0,2-2 0,-3-1 0,1-5 0,-5 2 0,5 3 0,-6-4 0,4 6 0,-7-1 0,0 4 0,0 10 0,0 7 0,0 7 0,0 8 0,0-1 0,0-5 0,-7 4 0,0-5 0</inkml:trace>
  <inkml:trace contextRef="#ctx0" brushRef="#br1" timeOffset="53">2956 10070 8912,'-7'7'0,"-6"6"0,4-4 0,-3 3 0,3-3 0,0-1 0,-2-2 0,-1-3 0,3-2 0,-1-1 0,7-1 0,-3-4 0,2-5 0,-1-7 0,1 2 0,4-4 0,-7-2 0,4 0 0,-6-7 0,5 2 0,-4 2 0,2 1 0,-5 1 0,2 0 0,-3 2 0,-2 6 0,0 0 0,-1 7 0,-3 5 0,-5 10 0,-3 13 0,-6 20 0,0 10 0,4 13 0,7 4-296,1 3 1,8 3 295,7 0 0,4-1 0,11-7 0,4-7 0,9-4 0,0-18 0,3-11 0,1-8 0,7-10 0,3-5 0,2-6 0,3-8 0,-1-12 0,0 0 0,-1-18 0,-4 1 0,-3-4 0,-11-2 0,-3 5 0,-10-6 0,-3 4 0,-7-3 0,-4 3 0,-3 2 0,-13 1 0,-7 4 0,1 4 0,-5 9 0,0 0 0,3 9 0,3 7 0,1 4 0,4 3 0,1 6 591,6 3-591,7 9 0,1-3 0,6 4 0,0-4 0,6-1 0,1-1 0</inkml:trace>
  <inkml:trace contextRef="#ctx0" brushRef="#br1" timeOffset="54">2571 10399 8912,'-13'0'0,"5"0"0,2 0 0,18 0 0,9-1 0,18-4 0,5-4 0,5-8 0,6-1 0,0-6 0,0 4 0,-2-3 0,-2 5 0,-1-2 0,-9 1 0,-2-5 0,-12 3 0</inkml:trace>
  <inkml:trace contextRef="#ctx0" brushRef="#br1" timeOffset="55">3341 10290 8912,'-20'19'0,"4"-2"0,-6 6 0,2 1 0,2 2 0,4 8 0,1 3 0,0-2 0,4 0 0,5-2 0,2-7 0,2-7 0,6-1 0,3-4 0,4-4 0,5-10 0,2-1 0,1-4 0,-4-2 0,7-9 0,-5-2 0,-2-5 0,-2-3 0,-1-1 0,-1-1 0,-5 1 0,-3-1 0,-4 6 0,-1 0 0,0 2 0,-1 2 0,-4 4 0,-3 2 0,-5 3 0,-1 4 0,0 4 0,6-5 0,-4 4 0,5-10 0,-7 4 0</inkml:trace>
  <inkml:trace contextRef="#ctx0" brushRef="#br1" timeOffset="56">4043 9781 8912,'-8'-6'0,"-4"5"0,10-4 0,-2 10 0,2 4 0,2 9 0,0 3 0,0 7 0,0 6 0,2 1 0,2 0 0,-1 4 0,6-2 0,-6 3 0,8-1 0,-6-2 0,4-2 0,-4-4 0,-1-1 0,1-2 0,-1-4 0,1-12 0,-5 2 0,0-9 0,0 1 0,0-9 0,0-6 0,0-10 0,0-5 0,0-4 0,6 1 0,2-5 0,5 0 0,1 1 0,0 2 0,4 8 0,1 3 0,-1 2 0,-4 3 0,1 5 0,3 3 0,5 4 0,-1 7 0,0 3 0,3 5 0,5 3 0,4 1 0,1-1 0,2-2 0,4-3 0,0-3 0,-1-3 0,-3-6 0,-4 0 0,-5 0 0,-7-6 0,-4-3 0,-6-3 0,1-2 0,-11-1 0,4-3 0,-3 2 0,-2-2 0,-7 3 0,-2 1 0,-3 0 0,-2 2 0,1 3 0,-1 3 0,0 6 0,0 0 0,1 6 0,-1 3 0,0 3 0,2 4 0,3 2 0,-4-3 0,7 10 0,-3-7 0,3 0 0,6-3 0,0 4 0,0-10 0,0 15 0,0-14 0,6 3 0,3-10 0,4-6 0,6-4 0,-3-9 0,2 0 0,-3-4 0,-1-2 0,-2-1 0,-3-4 0,2 6 0,-6 2 0,-1 4 0,-2 1 0,2 1 0,-2 5 0,4 2 0,-6 12 0,0 2 0,0 7 0,0 3 0,6-3 0,-3 5 0,6-6 0,2-2 0,1-3 0,2 2 0,0-6 0,1-1 0,3-4 0,-2 0 0,2-1 0,-3-4 0,1-3 0,2-5 0,-3-6 0,4 1 0,-10 0 0,1-1 0,-5 1 0,0 0 0,-5 4 0,0 5 0,0 0 0,0 7 0,0 2 0,1 8 0,4 10 0,2-1 0,7 6 0,1 1 0,4 8 0,-2-3 0,5 3 0,1 2 0,5-2 0,-7 5 0,-2-5 0,-6-2 0,-4-1 0,-2-1 0,-9-2 0,-3-3 0,-2 3 0,-15-11 0,-5 3 0,-2-9 0,-8-4 0,1-4 0,-6-1 0,7 0 0,3 0 0,8-7 0,1-7 0,6-12 0,-3-9 0</inkml:trace>
  <inkml:trace contextRef="#ctx0" brushRef="#br1" timeOffset="57">6036 9713 8912,'-13'4'0,"-1"1"0,-6 4 0,-3-5 0,2 9 0,-2 0 0,-2 9 0,-1 4 0,0 7 0,3 4 0,5 3 0,9-1 0,4-2 0,4 3 0,7-11 0,3 3 0,9-9 0,5-5 0,-1-9 0,1-4 0,0-4 0,4-4 0,1-6 0,-1 0 0,-1-17 0,-1 3 0,-4-3 0,-1-1 0,-2-2 0,-6-2 0,-2-1 0,2 0 0,-11-2 0,4-2 0,-10 2 0,-4 2 0,-5 3 0,-4 3 0,-5 3 0,-3 3 0,3 13 0,2 2 0,1 4 0,2 7 0,5 1 0,4 7 0,3 1 0,6 4 0,6-4 0,2 5 0</inkml:trace>
  <inkml:trace contextRef="#ctx0" brushRef="#br1" timeOffset="58">6504 9685 8912,'-8'0'0,"-4"0"0,3 0 0,-3 0 0,-2 0 0,6 0 0,-2 2 0,3 1 0,0 1 0,4 2 0,-2-1 0,4 3 0,1 1 0,0 0 0,1-6 0,4 2 0,-4-4 0,11-1 0,-2 0 0,2 0 0,2-6 0,-7-2 0,-1-5 0,-6-1 0,0 6 0,-1 2 0,-4 6 0,-4 0 0,1 0 0,-1 0 0,5 0 0,-5 2 0,-2 2 0,5 4 0,0 6 0,7-2 0,4-3 0,4-4 0,3-4 0,8-7 0,1-2 0</inkml:trace>
  <inkml:trace contextRef="#ctx0" brushRef="#br1" timeOffset="59">6944 9204 8912,'-8'-20'0,"-4"5"0,11 0 0,-6 7 0,1 2 0,5 2 0,-10 11 0,6 7 0,-10 13 0,1 15 0,-10 11 0,-2 13 0,11-31 0,-1 1-214,0 2 1,0 1 0,2 3 0,1 1 213,-1 3 0,0 0 0,1-3 0,0 1 0,1 4 0,2 0 0,0-1 0,3-1 0,1-1 0,1 0 0,-1 0 0,1 0 0,3-1 0,0-1 0,-3-4 0,-1 0-28,1 0 1,1 0-1,-2 30 1,1-10 27,4-8 0,1-13 0,0-5 0,6-11 0,1-9 0,7-7 0</inkml:trace>
  <inkml:trace contextRef="#ctx0" brushRef="#br1" timeOffset="60">6971 10097 8912,'-13'-7'0,"3"-1"0,1 3 0,5 4 0,-5-4 0,4 5 0,-3 5 0,2 4 0,-3 3 0,4 2 0,1 0 0,4-1 0,0 1 0,0 0 0,0 0 0,0-1 0,0-3 0,1-3 0,4-1 0,-3-1 0,8-7 0,-5-2 0,1-2 0,-3-5 0,2 2 0,-1 6 0,-5-3 0,-4 6 0,4 0 0,-12-6 0,6-2 0</inkml:trace>
  <inkml:trace contextRef="#ctx0" brushRef="#br1" timeOffset="61">7893 9919 8912,'0'-14'0,"0"0"0,0 0 0,0 1 0,0-3 0,0 0 0,0-3 0,-5-5 0,-1 3 0,-2-2 0,-2 0 0,-3 7 0,-2 1 0,-2 6 0,-3 3 0,-1 3 0,3 3 0,-5 4 0,4 12 0,-2 11 0,1 8 0,0 10 0,2 0 0,7 6 0,-1-5 0,4-2 0,4-3 0,4-4 0,1-7 0,4-5 0,3-6 0,5-11 0,1-3 0,6-5 0,3-5 0,3-9 0,1-9 0,-4-4 0,0-5 0,-1-2 0,1-2 0,-5-4 0,-9 3 0,2 4 0,-5 1 0,2 3 0,-5 7 0,3 3 0,-6 5 0,0 8 0,0 6 0,0 12 0,0 11 0,0 3 0,1 6 0,4 0 0,4-2 0,3-1 0,3-3 0,4-1 0,4-2 0,3-11 0,3 0 0,1-4 0,2-5 0,0-8 0,-4-9 0,-1-7 0,1-6 0</inkml:trace>
  <inkml:trace contextRef="#ctx0" brushRef="#br1" timeOffset="62">8291 9685 8912,'-18'5'0,"0"-1"0,-1 7 0,1-2 0,0 8 0,1 1 0,2 7 0,2-4 0,4 6 0,3 1 0,6-1 0,0 1 0,0-1 0,2-1 0,2-3 0,5 2 0,10-7 0,-2-1 0,6-8 0,-4-3 0,7-6 0,3 0 0,2-2 0,-4-2 0,1-10 0,-1-9 0,1-9 0,-1-3 0</inkml:trace>
  <inkml:trace contextRef="#ctx0" brushRef="#br1" timeOffset="63">8553 9699 8912,'-14'0'0,"0"0"0,0 6 0,-1-3 0,-3 6 0,7 0 0,-3 5 0,5 1 0,0 4 0,-2-3 0,7 7 0,-1-1 0,7 2 0,2-1 0,4-6 0,6 3 0,-1-7 0,1 1 0,5-5 0,-1 0 0,6-6 0,-1 2 0,3-10 0,0 2 0,-1-6 0,-2-1 0,-7-9 0,6 4 0,-5-5 0,1 0 0,-6 5 0,-1-9 0,-7 5 0,6-4 0,-6 5 0,1 0 0,-5 4 0,0 0 0,-6 7 0,-4 2 0,4 10 0,-4 2 0,5 9 0,2 2 0,1-3 0,2 10 0,0-7 0,0 0 0,0-4 0,2 1 0,3 4 0,2-4 0,7-1 0,0-10 0,4-2 0,0-4 0,-1-2 0,-2-6 0,-1-2 0,0-6 0,0-2 0,-1-1 0,-5-2 0,3 0 0,-7 0 0,2 5 0,-1-5 0,-3 1 0,2-1 0,-2 4 0,-2 5 0,0 5 0,-2 1 0,-2 2 0,2 3 0,-3 7 0,4-2 0,1 10 0,0-3 0,6 8 0,3 1 0,-1 5 0,1-4 0,5 4 0,4-5 0,2 0 0,-2-4 0,5 0 0,3-1 0,0 0 0,-1-3 0,-2 0 0,1-7 0,5 1 0,0-2 0,-3-2 0,-8 0 0,7-6 0,-7-4 0,0-6 0,-4-3 0,0-4 0,0 5 0,-5-6 0,0 1 0,-6 1 0,2-1 0,-4 11 0,-1-1 0,-6 2 0,-3-1 0,-3 2 0,-2 4 0,5 2 0,0-1 0,-2 2 0,-1 8 0,-2 2 0,0 7 0,0 0 0,5 1 0,2 2 0,1 3 0,2 1 0,-3-4 0,5 7 0,-2-5 0,2-1 0,2-4 0,2-1 0,2 1 0,-1-6 0,7-4 0,-1-2 0,4-2 0,1 0 0,0-6 0,0-2 0,-1-6 0,1 1 0,0-7 0,0 5 0,-1-4 0,1 4 0,0 1 0,0 1 0,-5 5 0,0 3 0,-4 4 0,4 1 0,-6 0 0,9 0 0,-3 0 0,-1 6 0,1 3 0,0-3 0,5 0 0,0 0 0,-1-4 0,1 3 0,0-4 0,0-1 0,6-6 0,1-2 0</inkml:trace>
  <inkml:trace contextRef="#ctx0" brushRef="#br1" timeOffset="64">9804 9506 8912,'-14'7'0,"0"2"0,-4-2 0,0 3 0,1 0 0,-4 2 0,5 2 0,-2 0 0,3 4 0,2 2 0,4 1 0,3 2 0,6 0 0,2-1 0,2-3 0,9 4 0,5-4 0,2-3 0,-2-6 0,-3 2 0,7-11 0,-5 4 0,1-4 0,0-7 0,1-1 0,-1-7 0,-1 0 0,4-6 0,-6 4 0,4-7 0,-4-2 0,-1-1 0,-1 3 0,1 1 0,-2 5 0,-2-2 0,2 4 0,-11 1 0,5 7 0,-6 1 0,0 6 0,-4 6 0,-1 3 0,2 3 0,2 2 0,1 0 0,0-1 0,0-5 0,1 0 0,4-4 0,2-2 0,7 4 0,0-6 0,0-2 0,-1-2 0,1 2 0,-2-5 0,-2 2 0,2 3 0,-3-2 0,3 2 0,2 2 0,-5 2 0,0 2 0,-4 4 0,4 6 0,-4 7 0,2 7 0,-1 7 0,5 11 0,-9 2 0,2 7 0,-2 0 0,-2 0 0,0 0 0,-2 0 0,-2 0 0,-4-6 0,-6-6 0,-1-8 0,-3-2 0,1-2 0,-5-10 0,3-7 0,2-8 0,-5-4 0,7-4 0,-3-2 0,4-6 0,5-8 0,-2-5 0,7-9 0,-1 2 0,5-7 0,6 0 0,3-4 0,3 5 0,4-1 0,2-1 0,3-8 0,7-3 0</inkml:trace>
  <inkml:trace contextRef="#ctx0" brushRef="#br1" timeOffset="65">10533 8765 8912,'-12'-28'0,"2"2"0,6 3 0,2 8 0,2 9 0,2 20 0,2 19 0,6 10 0,2 13 0,1 13 0,0 6 0,-8-36 0,0 1 0,0 1 0,0 1 0,-2 1 0,1 1 0,1 6 0,-1 1 0,0 0 0,-2 1 0,2 0 0,-1 0-341,-3 3 0,1-2 0,2-3 0,0-2 341,-2 3 0,-2-1 0,1-4 0,0 0 0,0-2 0,0 0 0</inkml:trace>
  <inkml:trace contextRef="#ctx0" brushRef="#br1" timeOffset="66">10739 10496 8912,'-12'-6'0,"1"-4"0,3-2 0,2-2 0,2 1 0,4-1 0,0-6 0,0-1 0,0-7 0</inkml:trace>
  <inkml:trace contextRef="#ctx0" brushRef="#br1" timeOffset="67">18688 12013 8912,'6'-5'0,"17"-19"0,0 1 0,0 0 0,0 2 0,0 2 0,-6 1 0,2 1 0,4 0 0,-4 8 0,6-7 0,-7 5 0,-1-5 0,0-1 0,0 0 0,0 0 0,1 0 0,-1 0 0,0-1 0,0 1 0,-7 0 0,5 2 0,-3 1 0,3 3 0,-6-1 0,7-5 0,-5 0 0,4 0 0,3 0 0,-1-1 0,0 1 0,0 0 0,-7 0 0,5 0 0,-3-2 0,3-4 0,2 4 0,0-6 0,1 7 0,-1 1 0,0-8 0,0 4 0,0-3 0,1 4 0,-1-1 0,0 10 0,0-4 0,0-2 0,6-1 0,0-1 0,-2-4 0,-2 4 0,-1-8 0,-1 5 0,6 1 0,0-6 0,-2 2 0,-2 2 0,-2-2 0,-2 6 0,-3-4 0,3 6 0,-3 6 0,-5-5 0,9 7 0,-7-9 0,1 1 0,5 0 0,-5 0 0,7 0 0,0 0 0,0-8 0,0-4 0,1-3 0,-1-3 0,8 1 0,-6-1 0,4 1 0,-4 0 0,-2 7 0,0 2 0,1 8 0,-1 0 0,0 1 0,0 3 0,0 2 0,1-1 0,1 1 0,-4 2 0</inkml:trace>
  <inkml:trace contextRef="#ctx0" brushRef="#br1" timeOffset="68">22328 7702 8912,'9'-11'0,"25"-29"0,-1 6 0,-3-1 0,-1 1 0,-8 7 0,10-4 0,-8 9 0,-2 1 0,-2 0 0,-2-2 0,2 3 0,4-2 0,-4-5 0,4-2 0,-2-3 0,2-3 0,4-7 0,7 0 0,-1-6 0,-5 3 0,3 6 0,-8-1 0,6 4 0,-6 2 0,0 7 0,-6 4 0,0 4 0,0 2 0,-7 7 0,5-5 0,-3 3 0,3-3 0,2 0 0,0 3 0,0-9 0,3 2 0,3-4 0,5-3 0,5-1 0,1-2 0,4-9 0,-3 4 0,1 3 0,-13 14 0,-2 0 0,-8 1 0,-1 5 0,-8 3 0,3 8 0,-7-2 0,0-3 0,8 3 0,-4-14 0,7 5 0,1-10 0,7-4 0,2-2 0,4-3 0,2-3 0,1-1 0,1-6 0,-2 0 0,-2 1 0,5 3 0,-9 2 0,8-1 0,-6 7 0,4 1 0,-3 0 0,-1 2 0,2 1 0,2-7 0,7 4 0,1-7 0,-1 0 0,1-1 0,-1-5 0,1 0 0,-1 2 0,-7 3 0,-4 7 0,-6 5 0,-6 4 0,5 9 0,-14 2 0,-2 8 0,-2 2 0,-4 4 0,-2 6 0,3 10 0,-5 13 0,-1 11 0,-9 3 0,-14 3 0</inkml:trace>
  <inkml:trace contextRef="#ctx0" brushRef="#br2" timeOffset="69">18689 12087 8912,'-12'-2'0,"1"-4"0,-1 4 0,-5-4 0,6 5 0,-1 1 0,8 0 0,-3 0 0,7 0 0,0 0 0,7 0 0,-5 0 0,6 0 0,-8 0 0,2 0 0,3 0 0,-3 0 0,6-8 0,0-2 0,3-7 0,-3 6 0,-3-1 0,5 1 0,2-6 0,-3-1 0,3 1 0,-9 8 0,11-7 0,-7 5 0,3-4 0,0-8 0,1 0 0,2 0 0,-5 6 0,2-1 0,3 1 0,-5 0 0,5 6 0,-7-1 0,5 1 0,-5-6 0,5 5 0,-5 1 0,2 1 0,-4-3 0,1 1 0,9 1 0,-10-1 0,7 1 0,-5 5 0,5-5 0,-5 1 0,4-3 0,-3 1 0,7 1 0,-11-4 0,7 1 0,0 3 0,-1-3 0,-3-1 0,5-2 0,-7 0 0,11-1 0,-13 1 0,4 0 0,4 8 0,-7-5 0,9 8 0,-8-7 0,3 11 0,1-13 0,2 5 0,5-7 0,-4 0 0,5 7 0,-12-5 0,7 4 0,2-5 0,-5-1 0,5 0 0,-5 0 0,2 0 0,-7-1 0,13 1 0,-5 0 0,-3 0 0,5 5 0,-7 1 0,7-1 0,-11 1 0,4-1 0,4 9 0,-7-13 0,9 5 0,-8-4 0,11 3 0,-4 1 0,5-1 0,-5-3 0,-1 2 0,-3 1 0,7 8 0,-10-9 0,7 5 0,3-1 0,1-5 0,2 7 0,-6-7 0,1 9 0,-6-9 0,5 5 0,3-1 0,-7-5 0,8 11 0,-3-7 0,-2 5 0,1-6 0,0 7 0,7-7 0,-1 1 0,-2-1 0,-1 1 0,-3-3 0,1 5 0,3-3 0,-2-1 0,-1-2 0,-1-2 0,1 1 0,-1 3 0,2 1 0,-3 1 0,2-6 0,-7 5 0,7 1 0,-8 7 0,11-11 0,-4 3 0,5-3 0,-5 0 0,1 1 0,1 3 0,-5-1 0,7-5 0,-4 0 0,3 0 0,-3 0 0,3-1 0,-9 1 0,9 0 0,-10 6 0,7-1 0,-1 6 0,3-3 0,-2 1 0,1-5 0,5 3 0,-2-1 0,-1 1 0,-3 3 0,1-7 0,-1 7 0,1-7 0,1 3 0,2 7 0,3-9 0,-1 5 0,0-2 0,0-1 0,0-4 0,1 1 0,-1 3 0,0-1 0,2-5 0,2 0 0,2 0 0,0 7 0,-6-5 0,0 3 0,1-1 0,-1 2 0,0-5 0,0 14 0,-5-11 0,-1 7 0,1-7 0,-3 9 0,-3-7 0,4 7 0,-7-11 0,9 3 0,-1-3 0,1-2 0,-3-1 0,-1 1 0,5 0 0,-5 0 0,5 0 0,-1 0 0,-8-1 0,9 1 0,-5 0 0,1 0 0,-5 7 0,11-5 0,-3 3 0,-4 5 0,1-3 0,-3 5 0,-2 1 0,7-6 0,3 3 0,-7-7 0,7 10 0,-9-7 0,9-1 0,-3-5 0,-1 6 0,1-1 0,3-1 0,-7 5 0,9-7 0,-5 4 0,4-5 0,3-1 0,-1 0 0,0 0 0,0-1 0,2 1 0,2 0 0,2 0 0,-2 0 0,-2-1 0,1-4 0,1-3 0,2-2 0,-1 6 0,-4-4 0,-1 8 0,0-4 0,0 4 0,-5-4 0,-3 9 0,-1-3 0,5-2 0,-3 0 0,7-1 0,-5 1 0,-1 0 0,1 0 0,-3 0 0,6-1 0,-5-4 0,7-1 0,-5-2 0,-1 2 0,1-4 0,5-7 0,6 5 0,0 0 0,0 1 0,-6-7 0,0 1 0,8 0 0,-6 5 0,6 0 0,0-1 0,-6-3 0,11 5 0,-7-1 0,0 8 0,-5-2 0,-1 10 0,0 1 0,0-1 0,-7 5 0,5-5 0,-3 7 0,3-7 0,-4 5 0,1-5 0,1 1 0,2-3 0,3-6 0,-1 2 0,0-4 0,0 4 0,0-4 0,3-2 0,3-2 0,-4 6 0,7-9 0,-5 5 0,2-2 0,0-2 0,0 1 0,2-1 0,2-1 0,-6 5 0,10-6 0,-7 6 0,3-1 0,-6 3 0,2-4 0,-2 2 0,2 4 0,-4-6 0,6 8 0,-6-4 0,4 4 0,-4-6 0,8 6 0,-4-4 0,-2-3 0,8-3 0,-6-4 0,3-1 0,-1 0 0,4-1 0,-6 1 0,0 0 0,2-1 0,-6 8 0,6-5 0,-6 3 0,4-3 0,-4-3 0,8 3 0,-6 1 0,2 3 0,0-1 0,0 0 0,-1 1 0,7-1 0,-4-5 0,2-1 0,3 1 0,3 0 0,1-9 0,3 7 0,1-4 0,2 4 0,0 1 0,-5 1 0,-1 0 0,-7 1 0,-4 4 0,-4 5 0,-2 5 0,0-4 0,-7 4 0,5-6 0,-3 7 0,-5 1 0,3 6 0,-6-1 0,1-1 0,7 3 0,-5-1 0,1-2 0,0-3 0,5 7 0,-5-6 0,5 1 0,-1-7 0,-1 2 0,12-8 0,0 6 0,-2-2 0,-2-7 0,0 9 0,2-6 0,2 2 0,0 2 0,-6 6 0,1 0 0,-1 0 0,0-1 0,4 1 0,-2 0 0,-3 0 0,-3 7 0,2-5 0,-1 6 0,-3-1 0,1-5 0,3 5 0,-2-7 0,-1 0 0,1 0 0,2-1 0,3-1 0,-1-4 0,0 4 0,0-8 0,0 5 0,1 2 0,-1-2 0,0-3 0,0 2 0,0 0 0,1 6 0,-7-1 0,1 1 0,1 0 0,-5 0 0,-1 2 0,-1 1 0,0 3 0,-1-1 0,-3 3 0,4 3 0,-4-4 0,6 9 0,-8-7 0,0 8 0,0 0 0,0 8 0,0 3 0,-8 12 0,-3 6 0,-12 11 0,-4 4 0,-15 15 0,-2 2 0</inkml:trace>
  <inkml:trace contextRef="#ctx0" brushRef="#br2" timeOffset="70">18826 11966 8912,'0'-11'0,"0"0"0,0 7 0,-2-4 0,-3 8 0,1 0 0,-8 0 0,9 0 0,-13 0 0,12 0 0,-7 0 0,-1 6 0,-3 1 0,4 3 0,-5-6 0,13 11 0,-9-3 0,6 3 0,-5 2 0,5 0 0,-3 0 0,1 1 0,-5-1 0,9 0 0,-8 2 0,-1 4 0,5-4 0,-5 6 0,5-8 0,1 0 0,-1 1 0,-4-1 0,7 0 0,-7 0 0,6 0 0,-5 0 0,5 1 0,2-1 0,-5 0 0,5 0 0,-5 0 0,1 1 0,0-1 0,4 2 0,-1 2 0,1 2 0,-6 7 0,8-9 0,-3 6 0,3-2 0,-4 4 0,0-6 0,0 5 0,6-5 0,0 8 0,-1-12 0,-3 4 0,-2-4 0,0-2 0,6 0 0,0 0 0,0 1 0,-5-1 0,-1 0 0,2 0 0,-6 0 0,3 3 0,-7 1 0,3 1 0,-1 9 0,1-10 0,0 8 0,5-6 0,-4 3 0,3-1 0,-1-2 0,2-6 0,4 1 0,-5 1 0,7 2 0,0 2 0,-2-1 0,-2-4 0,-2-1 0,2 0 0,2 0 0,2 2 0,0 4 0,0-4 0,0 4 0,0 2 0,0-2 0,0 2 0,0-4 0,0 2 0,0-2 0,0-2 0,0-2 0,0-5 0,0-1 0,0 1 0,0 5 0,0 0 0,0 0 0,0 0 0,0 1 0,0-1 0,0 2 0,0 4 0,0-4 0,0 6 0,0-2 0,0 0 0,0 7 0,-5-3 0,-1 7 0,0-5 0,6-2 0,0-3 0,-2 5 0,-3-6 0,3 8 0,-6-7 0,8 5 0,0-6 0,0 2 0,0-2 0,0-2 0,0-2 0,0-2 0,0 0 0,0 0 0,0 3 0,0 2 0,0-2 0,0 3 0,0-2 0,0 1 0,0-1 0,0 8 0,0 2 0,-8 1 0,6 4 0,-3 3 0,3 1 0,-6 8 0,4-12 0,-5 4 0,1-4 0,2-1 0,1-1 0,-3-1 0,0-3 0,1-1 0,-5-8 0,6 2 0,-5-2 0,5 2 0,1-4 0,3 4 0,-4-4 0,4 6 0,-8-4 0,7 5 0,-3-1 0,-8 6 0,13-6 0,-7 5 0,0-1 0,6-1 0,-7 7 0,5-3 0,-2-3 0,-7 3 0,9-5 0,-6 8 0,3-1 0,-1-5 0,4-1 0,-3 1 0,-3-2 0,6 5 0,-9-11 0,7 6 0,2-2 0,-5 5 0,7-5 0,-6 4 0,1-6 0,5 3 0,-6-5 0,6 6 0,-4-2 0,4 6 0,-3-3 0,3-1 0,2 2 0,-8-1 0,6 5 0,-3-3 0,3-1 0,0-6 0,-2 4 0,-2-2 0,2-4 0,2-2 0,2-2 0,0 0 0,0-7 0,0-1 0,0-3 0,0-4 0,0 5 0,0-7 0,-7 0 0,5 0 0,-6 0 0,8 2 0,-2 2 0,-3 2 0,3 0 0,-6 1 0,8-5 0,0 6 0,0-8 0,-8 0 0,6 0 0,-3 0 0,10 0 0,5-8 0,7-9 0,0-12 0,1-11 0,-1-4 0</inkml:trace>
  <inkml:trace contextRef="#ctx0" brushRef="#br2" timeOffset="71">1239 12327 8912,'-6'-17'0,"-1"0"0,-1 0 0,-2 0 0,3 0 0,-1-1 0,0 3 0,5 2 0,-3 1 0,0 8 0,6-1 0,2 12 0,4 10 0,-4 8 0,5 12 0,1 3 0,-4 4 0,7 7 0,3 1 0,-5 1 0,3 5 0,-3-3 0,3 8 0,1-8 0,-5 1 0,-1-6 0,1-5 0,4-8 0,-7-3 0,1-7 0,-6-10 0,0-7 0,-8-18 0,-1-11 0</inkml:trace>
  <inkml:trace contextRef="#ctx0" brushRef="#br2" timeOffset="72">981 12448 8912,'0'-17'0,"0"-1"0,-6 1 0,0 0 0,3 0 0,1 0 0,2-1 0,0 1 0,15-6 0,8 0 0,15-7 0,8 1 0,4-3 0,9-3 0,0 1 0,6 0 0,-2-1 0,-7 8 0,1 3 0,-11 6 0,0 3 0,-12 4 0,1 11 0,-18 15 0,-7 12 0,-7 1 0,-25 22 0,-7-6 0</inkml:trace>
  <inkml:trace contextRef="#ctx0" brushRef="#br2" timeOffset="73">1256 12757 8912,'-9'0'0,"1"0"0,8 0 0,4-7 0,7-5 0,8-5 0,16-6 0,1-4 0,4-7 0,6 0 0,-4-1 0,0 8 0,0-13 0,2 4 0</inkml:trace>
  <inkml:trace contextRef="#ctx0" brushRef="#br2" timeOffset="74">1738 12551 8912,'0'17'0,"0"-3"0,0 1 0,0 4 0,-8 2 0,5-2 0,-7 4 0,2 6 0,3 3 0,5 1 0,0-5 0,0 5 0,0-5 0,13-3 0,6-2 0,6-4 0,4-2 0,5-7 0,1-6 0,-1-8 0,0 2 0,-7-19 0,-4 4 0,-10-12 0,-1 1 0,-8-5 0,0 1 0,-8 3 0,-6-4 0,-9 7 0,-2-1 0,-2 4 0,-7-4 0,10 10 0,-3 0 0,4 0 0,2 5 0,6 3 0,-1-3 0,8 8 0,-11-11 0,5 6 0</inkml:trace>
  <inkml:trace contextRef="#ctx0" brushRef="#br2" timeOffset="75">2151 12551 8912,'0'-11'0,"0"-1"0,0 8 0,8-3 0,3 9 0,5 3 0,8 5 0,-5 9 0,6 2 0,-2 4 0,0 1 0,0 1 0,-6 2 0,-1 1 0,-5-7 0,3 0 0,-9-5 0,7-1 0,-7 0 0,1-8 0,-6-3 0,0-13 0,0-9 0,0-5 0,-6-9 0,1-1 0,1-7 0,2 2 0,4-6 0,4 7 0,-3 7 0,9-1 0,-1 2 0,7-2 0,-1 5 0,0-1 0,0-2 0</inkml:trace>
  <inkml:trace contextRef="#ctx0" brushRef="#br2" timeOffset="76">3166 12448 8912,'10'9'0,"0"-1"0,-5-8 0,-3 0 0,6 0 0,-8 0 0,0 2 0,0 4 0,0 5 0,0 6 0,0 6 0,0-2 0,0 8 0,-2-6 0,-4 5 0,4-6 0,-5 8 0,7-7 0,-2 0 0,-4-6 0,4 0 0,-4 1 0,4-9 0,2-3 0,0-12 0,0-11 0,0-12 0,0-5 0,0-6 0,0 3 0,6-10 0,0 7 0,2-1 0,-3 7 0,-1 2 0,8 3 0,-7 6 0,7 12 0,-7-3 0,7 8 0,1 3 0,10 8 0,-4 7 0,4 11 0,4 2 0,2 5 0,1-1 0,-1 1 0,4-5 0,-5-2 0,3-10 0,-2-1 0,3-8 0,-3 1 0,-4-3 0,-2-2 0,-6-7 0,-6-5 0,3-3 0,-9-2 0,7 0 0,-6-1 0,-1 1 0,-5 0 0,-2 0 0,-3 0 0,-7-1 0,-3 3 0,-2 4 0,-1 3 0,1 8 0,0 2 0,0 4 0,5-1 0,1 13 0,7-5 0,-2 12 0,4-2 0,2 0 0,0 5 0,0-5 0,2 6 0,4-6 0,4 5 0,7-5 0,0 0 0,0-5 0,2-3 0,4-4 0,-4 3 0,4-9 0,2 1 0,-2-6 0,0 0 0,2 0 0,2 0 0</inkml:trace>
  <inkml:trace contextRef="#ctx0" brushRef="#br2" timeOffset="77">4010 12465 8912,'0'11'0,"0"1"0,0-6 0,0 5 0,0 1 0,0 5 0,0 0 0,0 0 0,0 0 0,0 1 0,0-1 0,0 0 0,7 6 0,5 0 0,-3-2 0,3-10 0,-1 5 0,6-5 0,1-3 0,-1-3 0,0-3 0,0-2 0,0-2 0,1-3 0,-7-5 0,-1-7 0,-1 0 0,1 0 0,-4-6 0,5 0 0,-7 0 0,2 6 0,-3-1 0,3 1 0,-4 8 0,8 1 0,-5 8 0,-1 2 0,8 4 0,-7 3 0,7 8 0,-6 1 0,5-1 0,2 0 0,3 0 0,1 0 0,0 1 0,0-1 0,1-8 0,-1-1 0,0-8 0,0-2 0,0-4 0,-1-3 0,-5-8 0,-5-1 0,-2-5 0,2 0 0,-5-5 0,5 5 0,-6-6 0,-6 6 0,-3-5 0,-8 5 0,1-6 0,3 6 0,2 4 0,-3 6 0,6-3 0,-1 15 0,3-5 0,4 4 0,-5 2 0,9 2 0,3 4 0,5-5 0,7 7 0</inkml:trace>
  <inkml:trace contextRef="#ctx0" brushRef="#br2" timeOffset="78">5145 12173 8912,'-17'5'0,"0"1"0,6 0 0,-1-6 0,8 0 0,-2 0 0,12 0 0,4 0 0,7 2 0,0 2 0,0 1 0,6 7 0,0-6 0,6 7 0,-6-2 0,6-1 0,-6 1 0,1 1 0,-3 5 0,2 0 0,-2 0 0,-3 1 0,-7-1 0,-3 2 0,-8 4 0,-2-4 0,-4 4 0,-3 4 0,-9 1 0,-5-1 0,0 2 0,-5-8 0,5 2 0,0-6 0,6-6 0,-1-5 0,9-4 0,1-12 0,8-7 0,0-8 0,8-17 0,1-2 0</inkml:trace>
  <inkml:trace contextRef="#ctx0" brushRef="#br2" timeOffset="79">5593 12138 8912,'-10'-7'0,"-5"5"0,5-6 0,-7 8 0,0 0 0,0 2 0,0 4 0,-1 9 0,1 8 0,6 9 0,-1 3 0,8-1 0,-1 6 0,10 2 0,7-1 0,11 4 0,5-5 0,7-7 0,5-10 0,-2-6 0,8-5 0,0-5-3392,6-7 3392,-8-15 0,5-4 0,-5-16 0</inkml:trace>
  <inkml:trace contextRef="#ctx0" brushRef="#br2" timeOffset="80">6677 12276 8912,'0'19'0,"-2"4"0,-2 6 0,-2 5 0,3 6 0,-7 12 0,1 9 0</inkml:trace>
  <inkml:trace contextRef="#ctx0" brushRef="#br2" timeOffset="81">1050 14322 8912,'-12'-2'0,"1"-4"0,-1-5 0,1-4 0,-1-3 0,9 7 0,-3-1 0,4-1 0,2-2 0,0 5 0,2 3 0,4 8 0,3 7 0,1 9 0,5 10 0,-4 15 0,5 10 0,1 9 0,0 6 0,0 7-174,1 1 1,-7 5 173,1-6 0,-3 1 0,4-6 0,-1-1 0,-6-16 0,3-10 0,-1-9 0,5-20 0,-11 0 0,4-18 0,3-13 0,-7-24 0,6-11 0</inkml:trace>
  <inkml:trace contextRef="#ctx0" brushRef="#br2" timeOffset="82">1256 14322 8912,'-6'-12'0,"1"1"0,-1 7 0,6 4 0,0 12 0,8 3 0,1 10 0,7 3 0,-5 5 0,4 1 0,-5 6 0,7 2 0,0 2 0,-1-4 0,-5 6 0,4 4 0,-3 2 0,-3 1 0,3-13 0,-8 0 0,1-5 0,-3-3 0,-2-3 0,0-12 0,0-17 0,0-10 0</inkml:trace>
  <inkml:trace contextRef="#ctx0" brushRef="#br2" timeOffset="83">912 14322 8912,'-11'-27'0,"-1"4"0,8 4 0,-1 2 0,3 0 0,9 7 0,7-5 0,14 3 0,3-1 0,15 2 0,5-5 0,7 5 0,7-3 0,-4 1 0,0 2 0,-2 7 0,-7-2 0,-8 12 0,-8 3 0,-11 10 0,-6 4 0,-5 4 0,-14 13 0,0 0 0,-10 8 0,-5-4 0,-6 0 0,-10 6 0,3-6 0,-5 1 0,-1 1 0,1-7 0,5 1 0,-3-12 0,8-5 0,0-9 0,6-3 0,7-7 0,3-6 0,7-15 0,7-16 0,3-11 0</inkml:trace>
  <inkml:trace contextRef="#ctx0" brushRef="#br2" timeOffset="84">2168 13858 8912,'-5'-12'0,"-3"3"0,-2 1 0,-3 4 0,3 2 0,-1 2 0,-4 4 0,-6 8 0,-6 7 0,-8 25 0,1 7 0,-6 10 0,0 14 0,1 7 0,3 8 0,18-42 0,2 1 0,1 1 0,3 1 0,2 1 0,3 0 0,3-1 0,2 1 0,1-1 0,0 1 0,0 0 0,2-1 0,3-1 0,2-1 0,11 41-583,10-15 583,5-20 0,10-13 0,6-9-240,7-5 240,-1-11 0,-2-9 0,-1-14 0,-3-3 0,2-6 0,-2-6 0</inkml:trace>
  <inkml:trace contextRef="#ctx0" brushRef="#br2" timeOffset="85">2272 14253 8912,'-8'-9'0,"-2"1"0,-1 2 0,-1 0 0,9-1 0,-5 3 0,0-2 0,6 1 0,-3 5 0,8 1 0,5 5 0,2 6 0,1 11 0,8 3 0,2 3 0,2 0 0,2-1 0,-4 5 0,2-5 0,0 5 0,-4-6 0,2-1 0,2-3 0,0-4 0,-4-9 0,4-4 0,-4-4 0,6-2 0</inkml:trace>
  <inkml:trace contextRef="#ctx0" brushRef="#br2" timeOffset="86">2788 14081 8912,'0'-9'0,"0"1"0,0 10 0,0 4 0,-2 5 0,-4 12 0,-3 4 0,-9 7 0,1 1 0,0-1 0,0 0 0,0 3 0,-1 3 0,1-4 0,0 6 0,0-8 0,0 1 0,-8-8 0,-2-3 0</inkml:trace>
  <inkml:trace contextRef="#ctx0" brushRef="#br2" timeOffset="87">2547 14511 8912,'11'17'0,"1"0"0,-8 8 0,9-6 0,-7 6 0,-2 0 0,5 2 0,-5 7 0,7 1 0,-5-1 0,6 0 0,-7 1 0,7-1 0,-1 0 0,7 1 0,-1-7 0,0 1 0,0-10 0,0-2 0,1-1 0,-1-11 0,0-1 0,0-2 0,0-2 0</inkml:trace>
  <inkml:trace contextRef="#ctx0" brushRef="#br2" timeOffset="88">2994 14373 8912,'2'-9'0,"4"3"0,4 4 0,7 2 0,2-5 0,4-3 0,5-2 0,5 5 0,1-5 0,1 2 0,-1-3 0,1 5 0,-3 1 0,-3 5 0,3 0 0,-5 0 0</inkml:trace>
  <inkml:trace contextRef="#ctx0" brushRef="#br2" timeOffset="89">3184 14752 8912,'0'11'0,"0"1"0,0-9 0,0 5 0,0-8 0,2 0 0,3 0 0,5-4 0,7-7 0,8-3 0,4-14 0,1 5 0,-1-6 0,9 6 0,-4-3 0,3-1 0,-1 0 0,-1 6 0,-1-11 0,0 5 0</inkml:trace>
  <inkml:trace contextRef="#ctx0" brushRef="#br2" timeOffset="90">3786 14270 8912,'-17'10'0,"-1"5"0,7-11 0,0 7 0,1 7 0,-1 5 0,5-2 0,4 3 0,2 1 0,0 0 0,0 0 0,8-2 0,3-6 0,12 0 0,-2-7 0,8-5 0,-3-3 0,5-4 0,-2-3 0,-8-12 0,4-4 0,-8-8 0,-6 6 0,1-6 0,-10 1 0,-2-7 0,-10 1 0,-7 5 0,-6 2 0,-8 3 0,-7 3 0,2-6 0,-14 14 0,4-5 0,-9 13 0,-3-1 0,-14 4 0,1 2 0</inkml:trace>
  <inkml:trace contextRef="#ctx0" brushRef="#br2" timeOffset="91">843 13823 8912,'-9'8'0,"-1"-6"0,4 4 0,6-6 0,0-6 0,8-4 0,9-9 0,0-4 0,1-5 0,5-5 0,0-1 0,-2-3 0,-2-3 0,-2 4 0,0-4 0,0 4 0,-1 3 0,-5 4 0,-5 7 0,1 8 0,1 5 0,2 1 0,1 6 0,6 14 0,1-1 0,1 21 0,4-3 0,1 4 0,5 1 0,6 0 0,-1 1 0,0-3 0,7-3 0,-5-4 0,-2-8 0,1 0 0</inkml:trace>
  <inkml:trace contextRef="#ctx0" brushRef="#br2" timeOffset="92">1549 15422 8912,'0'-17'0,"0"6"0,0-1 0,0-1 0,-2 5 0,-2 4 0,-2 8 0,-1 8 0,3 11 0,-2 3 0,2 1 0,2 5 0,2-3 0,0 4 0,0 1 0,6 0 0,0 1 0,5-8 0,-3-5 0,2-4 0,3-7 0,2-3 0,2-8 0,3-10 0,2-7 0,-2-10 0,3-13 0,-4-4 0,-4-5 0,-4 3 0,5-4 0,-14 8 0,1-4 0,-6 6 0,-7 6 0,-7 5 0,-2 8 0,-4 8 0,4 5 0,-8 8 0,4 0 0,10 9 0,-5 9 0,7-1 0,-1 6 0,7-4 0,-5-2 0,8 0 0,-13 0 0,5 1 0</inkml:trace>
  <inkml:trace contextRef="#ctx0" brushRef="#br2" timeOffset="93">1463 15577 8912,'-10'10'0,"-5"-1"0,3-3 0,3-4 0,-3 3 0,9-1 0,-3 2 0,4-4 0,2 6 0,4-8 0,7 0 0,3-8 0,14-4 0,3-5 0,9-6 0,-2-3 0,8-9 0,0 5 0,6-5 0,-1 5 0,1-12 0</inkml:trace>
  <inkml:trace contextRef="#ctx0" brushRef="#br2" timeOffset="94">4130 13669 8912,'-11'-6'0,"1"-2"0,0 1 0,1-1 0,-4 4 0,5 4 0,2 8 0,4 9 0,4 12 0,4 16 0,5 13 0,5 7 0,7 11 0,0 6 0,-2 6 0,-2 4 0,-11-43 0,-1-1 0,6 42 0,-3-6 0,-2-8 0,-1-7 0,-3-4 0,2-2 0,1-23 0,-3-5 0,2-12 0,7-14 0,-3-13 0,7-19 0,8-19 0,2-19 0</inkml:trace>
  <inkml:trace contextRef="#ctx0" brushRef="#br2" timeOffset="95">4612 14081 8912,'0'-11'0,"0"-1"0,0-1 0,0-2 0,0-3 0,0 7 0,0-1 0,2 9 0,4-3 0,5 4 0,4 10 0,3 3 0,-1 4 0,6 3 0,0-1 0,2 0 0,-4 2 0,0 4 0,-6 6 0,0-3 0,-7 3 0,1 2 0,-7-1 0,-2 1 0,-9-3 0,-7 3 0,-1 1 0,-6 1 0,0-4 0,2-6 0,2-12 0,2-3 0,0-8 0,0-8 0,-1-2 0</inkml:trace>
  <inkml:trace contextRef="#ctx0" brushRef="#br2" timeOffset="96">4956 14030 8912,'0'-10'0,"-8"-5"0,-1 13 0,-8-4 0,-1 4 0,7 6 0,0 8 0,7 1 0,-2 16 0,4-7 0,2 7 0,0 0 0,0 5 0,8 1 0,3-1 0,4 0 0,8-7 0,2-4 0,2-6 0,4-5 0,1-5 0,-3-7 0,0 0 0,-8-7 0,11-11 0,-5-8 0</inkml:trace>
  <inkml:trace contextRef="#ctx0" brushRef="#br2" timeOffset="97">5008 13497 8912,'-16'-12'0,"3"3"0,2 1 0,5-3 0,-6 5 0,9 0 0,3 6 0,15 4 0,12 5 0,5 9 0,-1 12 0,11 3 0,0 5 0,-6 12 0,4 1 0,-5 10 0,-7 6 0,5 10 0,-14 3-240,4 11 0,-12-5 240,-5 0 0,-6-2 0,-4-11 0,-1-6 0,-9-6 0,5-25 0,-9-7 0,1-16 0,0-5 0</inkml:trace>
  <inkml:trace contextRef="#ctx0" brushRef="#br2" timeOffset="98">5730 13858 8912,'-17'0'0,"0"0"0,0 0 0,5 0 0,1 0 0,7 0 0,-2 0 0,12 0 0,9-6 0,8 0 0,14-7 0,-3 1 0,6-3 0,0-2 0,-3 0 0,3 0 0,-4-1 0,-1 1 0,-1 0 0,0 0 0</inkml:trace>
  <inkml:trace contextRef="#ctx0" brushRef="#br2" timeOffset="99">5834 14305 8912,'-10'7'0,"3"-5"0,8 4 0,5-12 0,-4-3 0,19-8 0,-2-3 0,6-3 0,-4 4 0,12-13 0,-7 5 0</inkml:trace>
  <inkml:trace contextRef="#ctx0" brushRef="#br2" timeOffset="100">6797 13222 8912,'-7'-12'0,"-5"1"0,5 7 0,1-4 0,12 8 0,3 8 0,8 3 0,1 5 0,1-5 0,2 0 0,4 1 0,1-3 0,1-1 0,4-8 0,-3 0 0,1-2 0,-2-4 0,4-3 0,-9-8 0,-1-6 0,-9 0 0,-6 0 0,-4-2 0,-2 6 0,-21-12 0,-10 9 0,-9 1 0,-14 9 0,1 4 0,-5 8 0,5 0 0,9 0 0,-2 10 0,10 7 0,3 10 0,18 13 0,3 8 0,9 7 0,3 8 0,15-4 0,6 1 0,19-11 0,6-3 0,4-4 0,15-11 0,3-8 0,5-8 0,-4-15 0,-8-15 0,-3-8 0,3-15 0,0-6 0</inkml:trace>
  <inkml:trace contextRef="#ctx0" brushRef="#br2" timeOffset="101">7314 12998 8912,'0'10'0,"0"5"0,2-6 0,3 9 0,7-1 0,-5 0 0,9 0 0,-3 2 0,8 4 0,-2-2 0,4 6 0,-4-2 0,-1-4 0,6-2 0,-6-2 0,1-2 0,-6-3 0,-1-5 0,5-7 0</inkml:trace>
  <inkml:trace contextRef="#ctx0" brushRef="#br2" timeOffset="102">7555 12964 8912,'5'17'0,"1"0"0,0 0 0,-6 0 0,-8 8 0,-1 10 0,-11 9 0,-2-1 0,2 7 0,-4-2 0,8 5 0,5-3 0,-5-2 0,15-4 0,-5-4 0,4-11 0,2-7 0,2-4 0,4-7 0,3-11 0,8-25 0,1-11 0</inkml:trace>
  <inkml:trace contextRef="#ctx0" brushRef="#br2" timeOffset="103">7813 13015 8912,'0'19'0,"0"4"0,0-4 0,0 14 0,0-3 0,0 9 0,0-3 0,0 6 0,0-2 0,0 0 0,0 0 0,0-5 0,0-1 0,5-7 0,1-4 0,2-6 0,-2-6 0,-4-3 0,5-8 0</inkml:trace>
  <inkml:trace contextRef="#ctx0" brushRef="#br2" timeOffset="104">7641 12998 8912,'9'0'0,"1"0"0,-4 0 0,-5 0 0,15-6 0,-5-1 0,4-3 0,3 6 0,5-9 0,1 5 0,3-1 0,2 3 0,5-4 0,1 3 0,-8 1 0,-5 6 0,-4 8 0,-7 3 0,-3 4 0,-8 3 0,-2 6 0,-4 5 0,-5 4 0,-5 1 0,-3 0 0,-4 1 0,4-3 0,-4-3 0,10 0 0,1-12 0,9-4 0,-13-21 0,7-1 0</inkml:trace>
  <inkml:trace contextRef="#ctx0" brushRef="#br2" timeOffset="105">8209 12482 8912,'0'-27'0,"0"-3"0,0 7 0,0 2 0,-8 2 0,4 9 0,-7 5 0,-1 18 0,-5 14 0,0 22 0,-1 13 0,1 1 0,2 21-214,4-4 0,-3 4 214,8 2 0,1 0 0,5 0 0,9-8 0,8-3 0,3-12 0,8-6 0,3-4 0,-6-16 0,5-12 0,-5-20 0,2-3 0,-6-17 0,4-4 0</inkml:trace>
  <inkml:trace contextRef="#ctx0" brushRef="#br2" timeOffset="106">8587 12792 8912,'-2'-12'0,"-4"3"0,-5 1 0,1-3 0,-1 5 0,0 0 0,-7 8 0,1 6 0,0 9 0,0 10 0,7 13 0,-3 0 0,7 10 0,2 3 0,2 2 0,12-3 0,5 0 0,6-1 0,10-7 0,-4-2 0,7-11 0,0-8 0,1-8 0,-3-15 0,-1-4 0,-2-7 0,-8-5 0,2-16 0,-6-6 0,-6-4 0,4-4 0,-13-4 0,4 4 0,-4-2 0,-2 8 0,-2-5 0,-4 4 0,-3 1 0,-8 6 0,-6 7 0,0 4 0,-6 12 0,6 5 0,0 4 0,6 2 0,0 0 0,0 8 0,7 1 0,4 9 0,-3 6 0,-1 3 0</inkml:trace>
  <inkml:trace contextRef="#ctx0" brushRef="#br2" timeOffset="107">8449 13084 8912,'-7'27'0,"5"-2"0,-13-16 0,13-1 0,9-16 0,7-1 0,14-9 0,7 1 0,5 0 0,2 0 0,-2 0 0,-3 5 0,3 1 0,-4-3 0,-9 7 0,5-1 0,-5 0 0,7-1 0</inkml:trace>
  <inkml:trace contextRef="#ctx0" brushRef="#br2" timeOffset="108">8949 13222 8912,'0'17'0,"0"0"0,0-6 0,-2 1 0,-4 1 0,4 2 0,-8 5 0,5 3 0,3-4 0,-4 4 0,4-4 0,2-2 0,0 0 0,0 0 0,2-5 0,4-1 0,3-7 0,9 2 0,-1-4 0,0-4 0,0-4 0,0-4 0,1-12 0,-1-1 0,-2-2 0,-3 2 0,-5 2 0,-7-8 0,0 8 0,0-4 0,-2 2 0,-3 0 0,-7 2 0,-3 2 0,-2 4 0,-1 4 0,1-5 0,0 5 0,0 3 0,0-15 0,-1 4 0</inkml:trace>
  <inkml:trace contextRef="#ctx0" brushRef="#br2" timeOffset="109">8828 12517 8912,'-11'-6'0,"-1"-2"0,-1 1 0,-3-1 0,1-2 0,4 10 0,5 8 0,4 11 0,2 4 0,0 0 0,0 2 0,6-6 0,1 4 0,3-4 0,3-2 0,3-7 0,-5 3 0,1-7 0,1-2 0,-3-2 0,-1-4 0,-1-4 0,5-4 0,-11-13 0,4 0 0,-6 1 0,-6 4 0,2 1 0,-7 0 0,1 0 0,-1 0 0,-5 7 0,5 4 0,-4 4 0,-3-5 0,1-3 0</inkml:trace>
  <inkml:trace contextRef="#ctx0" brushRef="#br2" timeOffset="110">9224 12156 8912,'15'-2'0,"-3"-4"0,1 2 0,-7-7 0,-1 7 0,-5 4 0,0 13 0,0 6 0,0 4 0,-7 8 0,5-4 0,-4 7 0,4 0 0,2 6 0,0 1 0,0-1 0,0-6 0,0 8 0,0-8 0,0 1 0,-7-8 0,-11-3 0,-8 3 0</inkml:trace>
  <inkml:trace contextRef="#ctx0" brushRef="#br2" timeOffset="111">8914 12224 8912,'-8'18'0,"7"-9"0,-7 6 0,10-13 0,4 4 0,5-12 0,14-5 0,9-4 0,10-3 0,14 1 0,-3-6 0,8 0 0,-4-5 0,-1 5 0,-1 6 0,-15 7 0,-4 2 0,3-5 0,-15 3 0</inkml:trace>
  <inkml:trace contextRef="#ctx0" brushRef="#br2" timeOffset="112">9792 12568 8912,'0'-11'0,"2"1"0,3 3 0,-1-1 0,8 4 0,1-2 0,2 3 0,8 1 0,2 2 0,2 2 0,2 3 0,-3 7 0,7 3 0,-6 4 0,-1 4 0,-6-2 0,-11 8 0,-1 1 0,-4 8 0,-10 3 0,-8-3 0,-7-2 0,2-2 0,-13 1 0,3-1 0,-1-7 0,1-6 0,6-8 0,-4-5 0,0-8 0</inkml:trace>
  <inkml:trace contextRef="#ctx0" brushRef="#br2" timeOffset="113">10084 12517 8912,'-9'0'0,"-7"0"0,13 7 0,-9 5 0,8 9 0,-1 4 0,3 1 0,2 11 0,9-1 0,7 4 0,5-4 0,9-1 0,-9-7 0,8 1 0,0-14 0,5 1 0,0-7 0,-7-3 0,-4-6 0,-4 0 0,-2-15 0,1-5 0</inkml:trace>
  <inkml:trace contextRef="#ctx0" brushRef="#br2" timeOffset="114">10256 12018 8912,'12'0'0,"-1"0"0,-3 8 0,7 3 0,4 4 0,18 10 0,-7 6 0,14 15 0,0 13 0,0 12 0,-4 15 0,-18-39 0,-2 1 0,-1 0 0,-1 0-209,2 2 0,-2 1 1,-1 35 208,0 0 0,-1-6 0,-11-9 0,-1-3 0,-2 5 0,-17-12 0,-4 8 0</inkml:trace>
  <inkml:trace contextRef="#ctx0" brushRef="#br2" timeOffset="115">6780 14184 8912,'-17'0'0,"0"0"0,0 0 0,9 0 0,10 0 0,13 0 0,27 0 0,23 0 0,21-2 0,-34 0 0,3-1 0,10-2 0,2-2 0,14-4 0,5-3 0,-23 4 0,2-2 0,2 0 0,6-1 0,2-2 0,2-1 0,10-4 0,2-3 0,1-1 0,-19 5 0,2 0 0,-1-1 0,1 0 0,0-1 0,1-1 0,0 1 0,-1-1-478,-2 1 0,0 0 0,-1 0 0,-1 0 0,20-6 0,-2 1 0,-1 1 478,-4 1 0,-2 2 0,-1-1 0,-4 0 0,-1 0 0,-3 0 0,-6 0 0,-2 0 0,-2 0 0,19-4 0,-5 1 0,-11 3 0,-3 2 0,30-10 716,-29 14-716,-20 0 0,-33 15 0,-9-6 0,-19 18 0,-15 7 0,-10 10 0,-14 5 0,-5 3 0,-11-1 0,-5 0 0</inkml:trace>
  <inkml:trace contextRef="#ctx0" brushRef="#br2" timeOffset="116">7589 14305 8912,'0'-17'0,"0"-1"0,0 1 0,0 0 0,0 0 0,0 0 0,0-1 0,0 1 0,2 8 0,4 3 0,-6 8 0,0 9 0,-10 12 0,-13 10 0,-6 7 0,-5 6 0,-4 5 0,-2 6 0,-6 3 0,6 3 0,-6 4 0,6-6 0,1 0 0,3-4 0,9-3 0,10-12 0,11-8 0,4-9 0,4-14 0,4-5 0,6-4 0,10-2 0,5-10 0,8-7 0,-1 0 0,0-15 0,1 5 0,-1 0 0,1-5 0,-1 7 0,1-6 0,-1 3 0,-7 7 0,-4 0 0,-4 7 0,-10 7 0,-1 16 0,-10 10 0,-4 14 0,-9 9 0,-8 9 0,-6 3 0,7 1 0,0 2 0,3-1 0,2-10 0,2 2 0,1-8 0,3-2 0,7-10 0,-3-3 0,7-7 0,7-9 0,5-1 0,11-8 0,0-8 0,9-5 0,4-8 0,3 2 0,3-14 0,4 4 0,3-3 0,3-10 0,0 6 0,-1-6 0</inkml:trace>
  <inkml:trace contextRef="#ctx0" brushRef="#br2" timeOffset="117">8157 14545 8912,'0'12'0,"0"-1"0,0 3 0,0-5 0,2 1 0,4-3 0,-3-1 0,9-6 0,1 0 0,3 0 0,-1-2 0,-4-3 0,-3-5 0,-8-7 0,0 0 0,0-1 0,0 1 0,-2 6 0,-4 1 0,-5 3 0,-4 3 0,-3 2 0,-5 11 0,0 9 0,2 8 0,-3 9 0,1 5 0,5 4 0,9 7 0,1 1 0,4-1 0,2-1 0,2-4 0,8-12 0,2-9 0,7-8 0,8-1 0,3-5 0,-1-3 0,2-8 0,1-8 0,7-5 0,-3-8 0,4 2 0,-18-21 0,4 3 0</inkml:trace>
  <inkml:trace contextRef="#ctx0" brushRef="#br2" timeOffset="118">8415 14477 8912,'-2'9'0,"-4"-3"0,4-2 0,-3 1 0,3-3 0,6 14 0,5-5 0,8 4 0,12 5 0,0 1 0,3 1 0,3 1 0,-1 0 0,1 0 0,-1-2 0,-2-2 0,-3-1 0,4-1 0,-14-6 0,4 1 0,-12-9 0,-3-3 0,-8-9 0</inkml:trace>
  <inkml:trace contextRef="#ctx0" brushRef="#br2" timeOffset="119">8725 14477 8912,'-10'26'0,"-5"-1"0,7-8 0,-5 3 0,1 2 0,1 5 0,-6 8 0,7-1 0,-5 0 0,5 1 0,1-1 0,1 0 0,8 1 0,0-8 0,0-4 0,0 3 0,8-12 0,3 3 0,6-11 0,6-1 0,-3-10 0,2-7 0,-2-11 0,4-4 0,3-7 0</inkml:trace>
  <inkml:trace contextRef="#ctx0" brushRef="#br2" timeOffset="120">8949 14425 8912,'9'2'0,"-3"4"0,-4-4 0,-2 13 0,0-6 0,0 9 0,2-1 0,1 2 0,3 4 0,0 4 0,-6 7 0,2 2 0,4 4 0,-3-3 0,9 3 0,-6 2 0,5-2 0,-7-6 0,2-5 0,-4-8 0,-2 4 0,0-8 0</inkml:trace>
  <inkml:trace contextRef="#ctx0" brushRef="#br2" timeOffset="121">8897 14477 8912,'0'-18'0,"0"-1"0,0-4 0,0 12 0,0-12 0,0 12 0,0-5 0,8 7 0,3 3 0,4-4 0,3 9 0,1-5 0,4 4 0,-2 4 0,7 4 0,-5 3 0,6 8 0,-8 0 0,2 3 0,-4 2 0,-9 0 0,-5 6 0,-3-1 0,-2 2 0,-7 3 0,-5-3 0,-3 1 0,-2-1 0,-1-6 0,-6 4 0,-3-1 0</inkml:trace>
  <inkml:trace contextRef="#ctx0" brushRef="#br2" timeOffset="122">9448 14030 8912,'-23'11'0,"0"1"0,-6-1 0,6 6 0,0 0 0,6 10 0,0 8 0,7 1 0,4 12 0,4 5 0,2 4 0,0 6 0,2-1 0,4-7 0,6 2 0,3-1 0,10 5 0,-4-15 0,7-1 0,-5-8 0,4-10 0,-2-10 0,4-8 0,-6-9 0,0-7 0,-6-3 0</inkml:trace>
  <inkml:trace contextRef="#ctx0" brushRef="#br2" timeOffset="123">9671 14202 8912,'-11'0'0,"-1"0"0,1 0 0,-6 7 0,1 5 0,5 3 0,-4 10 0,13-2 0,-4 9 0,4 4 0,2 8 0,2-2 0,4 2 0,5 4 0,4-6 0,8-2 0,0-11 0,8-6 0,-2-12 0,1-3 0,-1-8 0,3-8 0,-5-5 0,0-8 0,-2-13 0,-8-3 0,0-3 0,-7-2 0,-5 2 0,-3-6 0,-2 6 0,-2 0 0,-3 6 0,-7-1 0,-9 6 0,-2 1 0,-7 7 0,1-2 0,4 11 0,2 7 0,-2 3 0,2 2 0,0 7 0,6 11 0,0 8 0</inkml:trace>
  <inkml:trace contextRef="#ctx0" brushRef="#br2" timeOffset="124">9620 14425 8912,'-10'0'0,"-5"0"0,13 0 0,-6 0 0,8 0 0,0 0 0,14-2 0,5-4 0,8-3 0,9-3 0,6 1 0,2-2 0,6-3 0,-8-1 0,4 0 0,-6 0 0,4-8 0,0-2 0</inkml:trace>
  <inkml:trace contextRef="#ctx0" brushRef="#br2" timeOffset="125">10205 14494 8912,'-12'0'0,"1"0"0,5 2 0,-5 3 0,7 7 0,-2 9 0,4 2 0,2 6 0,0-5 0,2 3 0,4 4 0,-2-1 0,5 1 0,1-4 0,-1-5 0,5-6 0,-7 1 0,9-15 0,-5 2 0,4-8 0,1-6 0,-3-9 0,-1-4 0,-9-3 0,5-3 0,-8 0 0,0-1 0,0 5 0,-6-6 0,-1 8 0,-3 2 0,-1 2 0,-7 4 0,1 3 0,0 5 0,0-1 0,0 6 0,-1-13 0,9 13 0,1-6 0</inkml:trace>
  <inkml:trace contextRef="#ctx0" brushRef="#br2" timeOffset="126">10205 13772 8912,'-6'-12'0,"0"1"0,-5 5 0,3-3 0,-1 1 0,-5 4 0,-1 4 0,-2 6 0,-1 5 0,7 12 0,1 6 0,3 3 0,1 3 0,6-1 0,0 0 0,0 1 0,2-3 0,4-3 0,3-4 0,10-10 0,2-3 0,4-7 0,2-3 0,2-2 0,5 0 0,1-15 0,-1-4 0</inkml:trace>
  <inkml:trace contextRef="#ctx0" brushRef="#br2" timeOffset="127">10755 13634 8912,'-5'-11'0,"-1"-1"0,-7 8 0,11 1 0,-4 14 0,4 2 0,2 16 0,2 2 0,4 1 0,-3 3 0,9-1 0,-1 0 0,-1 1 0,3-1 0,-7 0 0,0 1 0,1-8 0,3-3 0</inkml:trace>
  <inkml:trace contextRef="#ctx0" brushRef="#br2" timeOffset="128">10532 13703 8912,'17'-17'0,"8"1"0,3 5 0,13-2 0,4 5 0,5-2 0,2 7 0,-1-5 0</inkml:trace>
  <inkml:trace contextRef="#ctx0" brushRef="#br2" timeOffset="129">10945 14030 8912,'0'-18'0,"0"1"0,0 0 0,0 0 0,0 0 0,0 5 0,0 1 0,7 7 0,3-9 0,9 7 0,4 2 0,-4-6 0,12 9 0,-8-5 0,0 6 0,1 6 0,-4 3 0,3 8 0,-10 6 0,-2 0 0,-7 8 0,2-5 0,-4 1 0,-2 6 0,-8-9 0,-3 5 0,1 2 0,-1-8 0,-1 5 0,-5-5 0,6-6 0,-1-5 0,8-8 0,-11-4 0,5-10 0</inkml:trace>
  <inkml:trace contextRef="#ctx0" brushRef="#br2" timeOffset="130">11186 13944 8912,'9'17'0,"-1"0"0,-8 0 0,0 0 0,0 1 0,0-1 0,0 8 0,0-4 0,0 7 0,0-5 0,0 6 0,7-8 0,5 2 0,3-4 0,2-2 0,6-2 0,0-3 0,6-4 0,-6-8 0,8-8 0,-5-2 0</inkml:trace>
  <inkml:trace contextRef="#ctx0" brushRef="#br2" timeOffset="131">11203 13290 8912,'11'0'0,"1"0"0,1 0 0,2 0 0,5 2 0,3 4 0,9 11 0,8 12 0,8 11 0,-2 8 0,4 7 0,-1 8 0,-3 12 0,-11-5 0,-14 7-704,-8-1 704,-5-5 0,-10 11 0,-6-8 0,-9-1 0,-16-2 0,-11-2 0</inkml:trace>
  <inkml:trace contextRef="#ctx0" brushRef="#br2" timeOffset="132">7503 15508 8912,'-2'-17'0,"-4"0"0,3 5 0,-7 1 0,0-1 0,1 3 0,-5 3 0,-1 4 0,-2 2 0,5 8 0,3 3 0,1 7 0,4 6 0,3 11 0,1-1 0,0 8 0,0-2 0,0 0 0,0-1 0,0-11 0,7 5 0,3-7 0,-1 1 0,7-10 0,-5-11 0,12-4 0,-4-2 0,6 0 0</inkml:trace>
  <inkml:trace contextRef="#ctx0" brushRef="#br2" timeOffset="133">7709 15560 8912,'0'-17'0,"0"5"0,2 1 0,4-3 0,-4 7 0,13-7 0,-3 7 0,3-3 0,4 4 0,2-3 0,4-1 0,2 1 0,2 5 0,-3-4 0,7 1 0,-6-3 0</inkml:trace>
  <inkml:trace contextRef="#ctx0" brushRef="#br2" timeOffset="134">7968 15732 8912,'0'11'0,"0"1"0,0-9 0,0 5 0,0-8 0,7-8 0,5-3 0,3-4 0,2-10 0,2 4 0,2-8 0,2-1 0,0 5 0,-6-8 0,8-1 0,2-10 0</inkml:trace>
  <inkml:trace contextRef="#ctx0" brushRef="#br2" timeOffset="135">8329 15285 8912,'15'17'0,"-3"0"0,-3-5 0,-3-1 0,2 0 0,5 7 0,-1-1 0,-9 0 0,11 6 0,-8 0 0,7 2 0,-2-2 0,3-4 0,-3 6 0,-5-1 0,-4-4 0,-2 4 0</inkml:trace>
  <inkml:trace contextRef="#ctx0" brushRef="#br2" timeOffset="136">6660 14270 8912,'0'-11'0,"-2"-1"0,-2-1 0,-2-2 0,2-2 0,-5 7 0,7 4 0,-4 12 0,4 5 0,2 5 0,2 3 0,2 2 0,2 2 0,5 5 0,-3-3 0,0 0 0,-1 0 0,-1 4 0,-6-6 0,6-1 0,-1-4 0,9-1 0,-5 0 0</inkml:trace>
  <inkml:trace contextRef="#ctx0" brushRef="#br2" timeOffset="137">6883 14184 8912,'18'-9'0,"-9"-6"0,-3 3 0,-4 4 0,-2-7 0,-2 13 0,-4-4 0,-3 6 0,-9 6 0,7 4 0,0 7 0,-1 6 0,-5 0 0,0 0 0,-1-6 0,7 2 0,-1 4 0,3-4 0,-4 4 0,1-4 0,6-2 0,-3 0 0,1 1 0,4-1 0,2 0 0,2-5 0,0-1 0,4-7 0,8 2 0,3-5 0,19-1 0,8 0 0,8-7 0,8-5 0,3-3 0,15-10 0,3-2 0</inkml:trace>
  <inkml:trace contextRef="#ctx0" brushRef="#br2" timeOffset="138">860 16918 8912,'-1'-23'0,"-5"2"0,-4 4 0,-1 4 0,-1-1 0,8 8 0,-1 6 0,3 8 0,2 11 0,0 2 0,0 2 0,0 8 0,0-1 0,2 7 0,3 3 0,3 0 0,4-6 0,1 6 0,-5 2 0,1 0 0,5 0 0,1 6 0,-4-10 0,1 6 0,1-2 0,1-5 0,-3-7 0,2-5 0,-7-8 0,0-7 0,-6-10 0,0-10 0</inkml:trace>
  <inkml:trace contextRef="#ctx0" brushRef="#br2" timeOffset="139">998 16970 8912,'0'-27'0,"0"4"0,0 4 0,0 2 0,2 7 0,4 4 0,3 12 0,3 9 0,-1 8 0,1 8 0,5-2 0,0 3 0,0 2 0,1 1 0,-1-1 0,0 1 0,0 7 0,-5-4 0,-3 6 0,-1-2 0,3 4 0,-5-6 0,0-2 0,-6-9 0,-8 3 0,-1-5 0</inkml:trace>
  <inkml:trace contextRef="#ctx0" brushRef="#br2" timeOffset="140">843 16970 8912,'-6'-18'0,"1"1"0,-9 0 0,12 0 0,-1 0 0,6-1 0,15 1 0,10 0 0,7-6 0,5 0 0,10-5 0,7 5 0,6 2 0,-6 9 0,5 5 0,-11 7 0,5 0 0,-28 15 0,1 8 0,-10 9 0,-7 8 0,-7 4 0,-10 8 0,-13-2 0,-10-5 0,1 5 0,0-8 0,2-4 0,-3 0 0,5-15 0,-2-2 0,2-9 0,4-4 0,-4-8 0,-4-16 0,0-3 0</inkml:trace>
  <inkml:trace contextRef="#ctx0" brushRef="#br2" timeOffset="141">826 16591 8912,'-8'-11'0,"-3"-1"0,3 9 0,1-7 0,7 4 0,2-3 0,3-8 0,9-2 0,7-4 0,0 2 0,7-8 0,-7 0 0,2-5 0,-4-1 0,-1 1 0,-1 0 0,0 1 0,0 5 0,-7 3 0,-4 8 0,3-1 0,-7 9 0,6 11 0,-8 15 0,7 13 0,5 13 0,3 0 0,2 5 0,1 2 0,6-4 0,5 0 0,9-2 0,2 1 0,1-5 0,-5-11 0,4-6 0,-4-11 0,7-5 0</inkml:trace>
  <inkml:trace contextRef="#ctx0" brushRef="#br2" timeOffset="142">2203 16419 8912,'-17'-17'0,"-1"0"0,1 0 0,0 0 0,-6 7 0,0 4 0,-2 14 0,4 9 0,-2 10 0,0 7 0,-2 6 0,8 6 0,-2 12 0,8 5 0,3 4 0,2 1 0,6 1 0,8 8 0,1-7 0,10 5 0,4-5 0,-2-10 0,8-9 0,2-9 0,-4-6 0,-1-5 0,-1-8 0,4-8 0,-6-15 0,0-7 0,-6-3 0</inkml:trace>
  <inkml:trace contextRef="#ctx0" brushRef="#br2" timeOffset="143">2186 16660 8912,'-10'-11'0,"4"-1"0,4 8 0,2-3 0,0 14 0,0 5 0,8 5 0,3 6 0,5-2 0,3 6 0,2-2 0,2-4 0,2 0 0,-2 2 0,3-4 0,9 4 0,-1-4 0,1-10 0,-1-1 0,0-8 0</inkml:trace>
  <inkml:trace contextRef="#ctx0" brushRef="#br2" timeOffset="144">2736 16591 8912,'0'-11'0,"0"-1"0,0 1 0,0 3 0,0 10 0,0 14 0,-7 10 0,-5 14 0,-3 6 0,-2 4 0,-8 2 0,6-1 0,-4 1 0,4-1 0,7-1 0,1-4 0,-3-6 0,-1-4 0,-2-1 0,-1-1 0</inkml:trace>
  <inkml:trace contextRef="#ctx0" brushRef="#br2" timeOffset="145">2478 17004 8912,'8'25'0,"-6"2"0,3 7 0,5 2 0,1 2 0,5 5 0,1 0 0,8-2 0,3 4 0,5-8 0,1-3 0,1-15 0,7-11 0,2-8 0</inkml:trace>
  <inkml:trace contextRef="#ctx0" brushRef="#br2" timeOffset="146">2925 17004 8912,'0'-17'0,"0"0"0,0-1 0,0 1 0,6 6 0,0-1 0,7 1 0,1-8 0,5 0 0,4 1 0,2-3 0,-2 10 0,-2 1 0,7-1 0,-7 7 0,4-3 0,-8 7 0,1 0 0</inkml:trace>
  <inkml:trace contextRef="#ctx0" brushRef="#br2" timeOffset="147">3029 17331 8912,'0'26'0,"0"-1"0,0-15 0,2-4 0,3-12 0,-1-4 0,8-7 0,5 0 0,6 0 0,7-6 0,-1 0 0,4-6 0,1 6 0,0-2 0,1 3 0,-1 2 0,1-12 0,-1 5 0</inkml:trace>
  <inkml:trace contextRef="#ctx0" brushRef="#br2" timeOffset="148">3562 16781 8912,'-11'-2'0,"-1"-4"0,3 6 0,-3 0 0,5 8 0,7 16 0,0 5 0,0 3 0,0 3 0,0-1 0,0 1 0,1 1 0,5 2 0,6 2 0,-1-5 0,6-7 0,-3-5 0,9 6 0,-4-10 0,-2-2 0,0-7 0,0-3 0,1 3 0</inkml:trace>
  <inkml:trace contextRef="#ctx0" brushRef="#br2" timeOffset="149">3803 16368 8912,'10'-8'0,"-3"-1"0,-7-9 0,-7 9 0,5 11 0,-6 17 0,0 13 0,7 10 0,-5 10 0,4 9 0,2 8 0,6 0-186,-1 5 0,9 5 186,-3 1 0,10 4 0,2 2 0,8-10 0,-4-7 0,-1-10 0,5-13 0,-8-6 0,0-5 0,-6-7 0,0-11 0,-7-24 0,-3-12 0</inkml:trace>
  <inkml:trace contextRef="#ctx0" brushRef="#br2" timeOffset="150">4113 16746 8912,'0'17'0,"-2"-7"0,-4-4 0,4-4 0,-5-2 0,9 0 0,3 0 0,-1 0 0,8 0 0,1 0 0,8 0 0,2 0 0,6-6 0,-6 0 0,5 0 0,-5 6 0,6 0 0,-6 0 0,0 2 0,-8 4 0,-2 5 0,-1 5 0,-8 1 0,2 0 0,-5 8 0,-2-4 0,-5 8 0,-6 1 0,-3-5 0,-2 7 0,0-5 0,-1 0 0,9-2 0,3-8 0,-3-7 0,-1 5 0,-7-6 0</inkml:trace>
  <inkml:trace contextRef="#ctx0" brushRef="#br2" timeOffset="151">4388 16695 8912,'0'11'0,"0"0"0,0-7 0,0 12 0,0-7 0,0 8 0,0 1 0,-6 1 0,1 4 0,-1 3 0,6 9 0,2-1 0,4 0 0,-4 1 0,13-3 0,-4-3 0,5 2 0,1-9 0,0-1 0,0-7 0,0-3 0,1-7 0,-1 4 0</inkml:trace>
  <inkml:trace contextRef="#ctx0" brushRef="#br2" timeOffset="152">4509 16437 8912,'9'-8'0,"1"0"0,-4-3 0,-3-2 0,9 7 0,5 0 0,8 6 0,0 0 0,0 0 0,5 8 0,-3 9 0,5 12 0,-3 3 0,2 12 0,-8 8 0,0 1 0,-6 10 0,0 2 0,0 2 0,-5-4 0,-1 0 0,-7 0 0,6 4 0,-5-4 0,-3 2 0,4-10 0,-4-5 0,-10 2 0,6-16 0,-13-2 0,5-9 0</inkml:trace>
  <inkml:trace contextRef="#ctx0" brushRef="#br2" timeOffset="153">5369 16832 8912,'0'-17'0,"-8"0"0,7 7 0,-7 1 0,8 3 0,0 4 0,8-6 0,3 6 0,4-3 0,10 3 0,-4-12 0,8 9 0,0-3 0,5 2 0,8-3 0,2-8 0</inkml:trace>
  <inkml:trace contextRef="#ctx0" brushRef="#br2" timeOffset="154">5472 17159 8912,'0'11'0,"0"1"0,-2-7 0,-3 7 0,3-8 0,-4 3 0,12-7 0,3-7 0,16-3 0,6-7 0,7 0 0,-2-8 0,14-2 0,-6-7 0</inkml:trace>
  <inkml:trace contextRef="#ctx0" brushRef="#br2" timeOffset="155">6247 16712 8912,'-6'11'0,"-2"-1"0,-1-3 0,-3 7 0,5-12 0,7 3 0,0-3 0,15-4 0,-4-3 0,5 1 0,1-8 0,0-1 0,0-2 0,1-2 0,-3-1 0,-2 1 0,-3 0 0,-3 0 0,-1 0 0,-6-1 0,0 1 0,0 0 0,-9 2 0,-9 3 0,-1-1 0,-9 7 0,-1 0 0,-4 8 0,5 4 0,-5 11 0,14 10 0,-4 9 0,4 4 0,10 4 0,1 10 0,12 1 0,7 3 0,8-1 0,18-13 0,3-6 0,6-7 0,3-9 0,5-10 0,1-8 0,3-8 0,-9-21 0,-6-11 0</inkml:trace>
  <inkml:trace contextRef="#ctx0" brushRef="#br2" timeOffset="156">6557 16574 8912,'-10'0'0,"-5"0"0,13 2 0,-4 4 0,4-4 0,10 11 0,5-5 0,6 1 0,4 5 0,8 1 0,-4 2 0,-1 0 0,7 1 0,-6-1 0,5-2 0,-3-4 0,3 5 0,-13-14 0,14-2 0,-6-10 0</inkml:trace>
  <inkml:trace contextRef="#ctx0" brushRef="#br2" timeOffset="157">6815 16523 8912,'-25'17'0,"6"6"0,-2 2 0,7 1 0,-1 9 0,3 5 0,-3 8 0,6-4 0,3 7 0,4-7 0,2-4 0,0-4 0,0-1 0,2-3 0,4-5 0,5-10 0,-3-7 0,7-10 0,-5-8 0,7-1 0</inkml:trace>
  <inkml:trace contextRef="#ctx0" brushRef="#br2" timeOffset="158">7228 16540 8912,'0'-17'0,"0"15"0,0 7 0,0 16 0,0 6 0,0 9 0,0 3 0,0 1 0,0 8 0,2-3 0,3 5 0,5-6 0,1 4 0,1-8 0,-3 0 0,3-6 0,1-1 0,-7-4 0,2-5 0,-3-6 0,-3-9 0,6-1 0,-8-8 0</inkml:trace>
  <inkml:trace contextRef="#ctx0" brushRef="#br2" timeOffset="159">7107 16557 8912,'-17'-25'0,"7"6"0,3-6 0,7 8 0,0 0 0,4 2 0,7 3 0,1-3 0,20 11 0,-3-7 0,3 7 0,3-2 0,-1 4 0,0 2 0,1 0 0,-1 0 0,-7 2 0,-4 4 0,-4 5 0,-9 4 0,-3 5 0,-7 2 0,-3 9 0,-9 7 0,-1 0 0,-16 8 0,2 0 0,-1 6 0,-5-1 0,4 1 0,-3-1 0,-3-7 0,1-2 0</inkml:trace>
  <inkml:trace contextRef="#ctx0" brushRef="#br2" timeOffset="160">6247 17451 8912,'-29'8'0,"2"1"0,2 3 0,6-1 0,8 3 0,11 1 0,17-6 0,21-1 0,20-2 0,20-1 0,-29-1 0,3-2 0,8-1 0,3-2 0,4 1 0,2 0 0,8 0 0,2-2 0,8-1 0,2-1 0,5-4 0,2-3 0,-30 1 0,1-1 0,0-1-401,5-1 0,0-2 0,-2-1 0,-5 0 0,-2-1 0,1 0 401,0 0 0,-1-1 0,-1 2 0,16-4 0,-5 2 0,-12 2 0,-3 1 0,-9 4 0,-3 1 0,23-3 0,-23 13 542,-16 0-542,-16 0 0,-6 0 0,-12 2 0,-6 5 0,-7 10 0,-16-1 0,-5 3 0,-12-6 0,-13-9 0,2 4 0</inkml:trace>
  <inkml:trace contextRef="#ctx0" brushRef="#br2" timeOffset="161">7038 17932 8912,'-61'0'0,"8"0"0,9 0 0,3 0 0,9 0 0,-1 0 0,11 2 0,1 4 0,7 9 0,3 12 0,-3 6 0,7-1 0,1 12 0,4-2 0,2 4 0,0-6 0,8 2 0,3-6 0,4-1 0,3-12 0,1-16 0,2-7 0,2 0 0,7-7 0,-5-16 0,6-14 0,-3-5 0,-7 2 0,2-6 0,-3 1 0,-3-7 0,-2 2 0,-4 3 0,-5 3 0,-4 2 0,-2-6 0,-8 6 0,-3-2 0,-4 9 0,-2 9 0,-1 9 0,1 1 0,0 5 0,7 3 0,-3 10 0,7 4 0,2 5 0,2 12 0,10 4 0,4 9 0,5 4 0,4 4 0,2 0 0,5 4 0,-5-8 0,8 8 0,-10-12 0,8 4 0,-6-9 0,5-3 0,-1-8 0,4-3 0,-3-10 0,-5-7 0,4-5 0,-2-7 0,-4-3 0,-2-10 0,-7 4 0,-1-8 0,-7 8 0,2-1 0,-4 2 0,-2 3 0,0 6 0,0-1 0,0 8 0,0-3 0,0 14 0,0-3 0,0 8 0,0-8 0,1 5 0,5-3 0,-2-4 0,7 4 0,1-5 0,5-1 0,8 0 0,-10 0 0,6 0 0,0 0 0,0 0 0,-3 0 0,-1 0 0,0 0 0,-7 0 0,5 6 0,-4 0 0,5 0 0,1-6 0,0 0 0,0 0 0,0 0 0,1 0 0,-1 0 0,0 0 0,0 0 0,1 0 0,-1 0 0,0 0 0,0-2 0,0-4 0,1 4 0,-1-4 0,0 4 0,0 2 0,0 0 0,1 0 0,-1 0 0,-8 0 0,7 0 0,-7 0 0,8 0 0,-7 0 0,5 0 0,-5 0 0,1 0 0,1 0 0,1 0 0,2-7 0,3-3 0</inkml:trace>
  <inkml:trace contextRef="#ctx0" brushRef="#br2" timeOffset="162">8054 16299 8912,'-8'-17'0,"-2"0"0,-1 0 0,0-1 0,-3 3 0,-1 4 0,-4 5 0,-4 12 0,-4 7 0,0 8 0,-5 6 0,3 7 0,-3 0 0,-1 9 0,2 2 0,5 5 0,1 2 0,4-1 0,9 1 0,3 1 0,5 5 0,-2 5 0,0 2 0,8 0 0,2-4 0,2-2 0,7-2 0,-1-9 0,9-8 0,2-11 0,0-16 0,2-5 0,1-8 0</inkml:trace>
  <inkml:trace contextRef="#ctx0" brushRef="#br2" timeOffset="163">8191 16591 8912,'-5'-17'0,"-1"0"0,-8 7 0,13-5 0,-15 21 0,14-4 0,-3 17 0,3 4 0,4 5 0,3 11 0,7 1 0,3 6 0,2-6 0,1 0 0,-1-6 0,0 1 0,8-9 0,0 3 0,3-12 0,3 2 0,-8-13 0,6-2 0,-6-10 0,-1-3 0,-4-10 0,-1-6 0,-2-8 0,-3-5 0,3-2 0,-13 0 0,4 0 0,-6 0 0,-6 5 0,-4 1 0,-7-1 0,-8 3 0,-3 3 0,-5 6 0,1 10 0,3 1 0,-4 9 0,14-5 0,-4 8 0,4 8 0,8 3 0,-1 12 0,6-4 0,-5 4 0,0-4 0,-7-2 0</inkml:trace>
  <inkml:trace contextRef="#ctx0" brushRef="#br2" timeOffset="164">8140 16763 8912,'-18'0'0,"1"0"0,2-2 0,4-3 0,3 3 0,6-6 0,-4 8 0,4-2 0,-3-4 0,10 5 0,13-15 0,3 9 0,7-7 0,3 3 0,1-3 0,5-1 0,3-2 0,-2 0 0,8 0 0,-15 7 0,16-5 0,-10 5 0</inkml:trace>
  <inkml:trace contextRef="#ctx0" brushRef="#br2" timeOffset="165">8725 16763 8912,'-17'8'0,"-1"-6"0,1 4 0,6 3 0,-1 3 0,3-3 0,-5 3 0,5 1 0,1 2 0,2 4 0,6 2 0,0 2 0,0 0 0,2-7 0,4-5 0,4 4 0,7-5 0,0-1 0,0-3 0,0-4 0,1-2 0,1-8 0,4-3 0,-10-4 0,4-3 0,-5-1 0,-1-4 0,-1 4 0,-6-4 0,1 4 0,1 2 0,-6 0 0,-8 0 0,-1 0 0,-8 1 0,-1 5 0,1-3 0,0 9 0,0 1 0,0 2 0,-1 10 0,1 1 0</inkml:trace>
  <inkml:trace contextRef="#ctx0" brushRef="#br2" timeOffset="166">8776 16127 8912,'-15'-11'0,"4"-1"0,-5 3 0,5-3 0,3 5 0,1 10 0,7 9 0,0-1 0,2 14 0,3 0 0,-3 2 0,12 1 0,-7 1 0,3 2 0,-1-5 0,5 1 0,-3-2 0,1 6 0,5-5 0</inkml:trace>
  <inkml:trace contextRef="#ctx0" brushRef="#br2" timeOffset="167">9069 16093 8912,'11'-6'0,"1"0"0,-8-7 0,3 13 0,-7 0 0,0 4 0,0 11 0,0 4 0,0 0 0,0 6 0,0-2 0,6 6 0,0-6 0,0 5 0,-6-3 0,0 2 0,0-6 0,2 4 0,1-2 0,3 0 0,0-1 0,-14-4 0,-1-1 0</inkml:trace>
  <inkml:trace contextRef="#ctx0" brushRef="#br2" timeOffset="168">8931 16041 8912,'0'-9'0,"0"1"0,0 0 0,0 6 0,10-5 0,7 7 0,8-8 0,9-1 0,1-3 0,-1 1 0,6 1 0,0-3 0,-1 1 0,5 1 0,-14-1 0,3 3 0,-6 1 0,-4 2 0,-14 6 0,-1 0 0,-8 0 0</inkml:trace>
  <inkml:trace contextRef="#ctx0" brushRef="#br2" timeOffset="169">9637 16505 8912,'9'-1'0,"-3"-5"0,-4 4 0,4-8 0,0 5 0,-1 3 0,-5-14 0,0 7 0</inkml:trace>
  <inkml:trace contextRef="#ctx0" brushRef="#br2" timeOffset="170">9551 16402 8912,'-17'-7'0,"-1"-3"0,1-7 0,0 0 0,7 5 0,5 1 0,1 7 0,-2-2 0,4 4 0,-5 2 0,8 0 0,5 0 0,6 0 0,3 0 0,4 0 0,4 0 0,-2 6 0,8 0 0,-8 7 0,2-1 0,-4 3 0,-2 2 0,0-2 0,0-3 0,-1 9 0,-5-4 0,-5 2 0,-4 0 0,-2-2 0,0 8 0,-2-4 0,-4 8 0,-3-2 0,-9 1 0,1 3 0,0-6 0,0 1 0,0-5 0,5-3 0,1-13 0,7-3 0,-4-2 0</inkml:trace>
  <inkml:trace contextRef="#ctx0" brushRef="#br2" timeOffset="171">9740 16351 8912,'0'-18'0,"0"9"0,0-3 0,0 12 0,0 4 0,0 15 0,0 4 0,0 4 0,0 7 0,0 1 0,0-1 0,8-1 0,3-5 0,5 3 0,1-8 0,2 0 0,4-6 0,2 0 0,5-2 0,-1-3 0,-2-4 0,3-10 0,-1-4 0,-8-11 0,4-10 0</inkml:trace>
  <inkml:trace contextRef="#ctx0" brushRef="#br2" timeOffset="172">9843 15835 8912,'12'0'0,"-1"0"0,1 0 0,-1 6 0,3 1 0,5 3 0,0 9 0,10 11 0,-1 11 0,-1 10 0,6 16 0,-7 11 0,7 8-1085,-5 0 1085,-11-39 0,-1 0 0,3 33 0,4 0 0,-4-7-3,-9 3 0,3 3 0,-7 5 3,-2-4 0,-10-4 0,-11-7 0,-10 0 0</inkml:trace>
  <inkml:trace contextRef="#ctx0" brushRef="#br2" timeOffset="173">8398 17365 8912,'-17'10'0,"-1"-3"0,1-1 0,0 0 0,0-2 0,0-3 0,1-2 0,3-3 0,3-4 0,3-1 0,1 5 0,0-6 0,2 6 0,6-1 0,0-1 0,10 8 0,1 4 0,2 5 0,10-1 0,4-1 0,7 1 0,10-1 0,4-5 0,19 2 0,-2-4 0,13-2 0,6 0 0,10 0 0,-41-3 0,2-2 0,8 0 0,2-1 0,4-2 0,0-2-58,0-1 1,1-1 0,1 3 0,0-1 0,-2-2 0,1-1 0,1 2 0,-1 0 0,-1-1 0,-2 1 57,-5 0 0,-2 1 0,-3 4 0,-3 0 0,32-9 0,-8 3 0,-5 3 0,-12-3 0,-10 9 0,-24-5 0,-6 0 0,-12 6 0,-3-5 0,-8 7 0,-2 0 0,-4 0 0,-3 0 0,-8 0 0,-1 2 571,1 3-571,0 5 0,-8 0 0,-2-3 0</inkml:trace>
  <inkml:trace contextRef="#ctx0" brushRef="#br2" timeOffset="174">9155 18311 8912,'-2'-19'0,"-4"-2"0,-3-2 0,-3 2 0,3 2 0,-1 3 0,1 5 0,3 3 0,-6 8 0,-1 0 0,5 10 0,3 7 0,3 10 0,2 7 0,0 6 0,0-2 0,0 6 0,0 0 0,0 0 0,2 0 0,3 2 0,-3 4 0,6-6 0,-8 5 0,0-3 0,0 4 0,0-4 0,0 3 0,0 3 0,0-8 0,0-6 0,0-18 0</inkml:trace>
  <inkml:trace contextRef="#ctx0" brushRef="#br2" timeOffset="175">9344 18328 8912,'0'-17'0,"-2"0"0,-3-1 0,3 9 0,-12 5 0,9 15 0,-1 14 0,6 15 0,0 10 0,0 2 0,0-1 0,6 8 0,-1-7 0,7-2 0,-5-1 0,3 3 0,0-10 0,1 10 0,-3-12 0,-8 0 0,0-4 0,0-3 0,0-5 0,-2-11 0,-4-11 0,1-5 0</inkml:trace>
  <inkml:trace contextRef="#ctx0" brushRef="#br2" timeOffset="176">9358 19049 8912,'-21'-14'0,"-6"-5"0</inkml:trace>
  <inkml:trace contextRef="#ctx0" brushRef="#br2" timeOffset="177">8983 18448 8912,'0'-25'0,"0"-3"0,0 3 0,0 2 0,8 2 0,3-2 0,8 4 0,10-4 0,3 6 0,20 5 0,-2-1 0,13 7 0,-8 1 0,3 5 0,-5 7 0,-11 5 0,-7 9 0,-11 2 0,-4 7 0,-11-3 0,-3 5 0,-4-3 0,-6 3 0,-7-3 0,-3 6 0,-15 5 0,3-10 0,-3 5 0,-4-11 0,7 3 0,-3-2 0,0-4 0,1-10 0,-7-11 0,1-9 0</inkml:trace>
  <inkml:trace contextRef="#ctx0" brushRef="#br2" timeOffset="178">8983 18173 8912,'0'-11'0,"0"-1"0,-6 6 0,0-5 0,1 0 0,5-7 0,0 1 0,0 0 0,7 0 0,5 0 0,3-1 0,2 1 0,1 0 0,-1-6 0,0-2 0,0-1 0,2-3 0,4-6 0,-4 7 0,4-1 0,2 2 0,-2-1 0,0-3 0,-6 8 0,0 0 0,1 14 0,-1 3 0,-8 12 0,-3 5 0,2 12 0,-2 6 0,-1 3 0,1 8 0,0 1 0,5-1 0,-3-4 0,1 4 0,-3-4 0,6 5 0,-1-5 0,6-2 0,1-7 0,-1-2 0,0-8 0</inkml:trace>
  <inkml:trace contextRef="#ctx0" brushRef="#br2" timeOffset="179">10377 17846 8912,'0'-26'0,"0"3"0,0 4 0,-2 3 0,-4 3 0,-7 4 0,-6 1 0,-8 6 0,-6 6 0,3 13 0,-10 12 0,1 5 0,1 6 0,-2 8 0,2 7 0,1-1 0,11 15 0,3-3 0,4 7 0,1 11 0,3-2 0,4 4 0,5-2 0,4-9 0,10-7 0,3-12 0,4-8 0,5-8 0,2-12 0,-2-10 0,6-11 0,-3-7 0,-4-7 0,6-3 0</inkml:trace>
  <inkml:trace contextRef="#ctx0" brushRef="#br2" timeOffset="180">10291 18036 8912,'17'7'0,"0"7"0,0 5 0,1 4 0,-1 7 0,2-1 0,4 3 0,-2 3 0,8-1 0,-8-1 0,2-5 0,-4 5 0,-2-7 0</inkml:trace>
  <inkml:trace contextRef="#ctx0" brushRef="#br2" timeOffset="181">10824 18018 8912,'-9'0'0,"-1"0"0,4 0 0,4 8 0,-7-2 0,3 9 0,-5 4 0,-3 8 0,3-4 0,-12 15 0,11-7 0,-12 13 0,-1-2 0,4 3 0,-8-4 0,-7-1 0,-8-6 0</inkml:trace>
  <inkml:trace contextRef="#ctx0" brushRef="#br2" timeOffset="182">10480 18379 8912,'0'18'0,"0"-1"0,0 0 0,0 0 0,0 2 0,0 2 0,0 2 0,2 0 0,4 2 0,3-6 0,3 14 0,-1-5 0,1-1 0,5 0 0,0-2 0,0 5 0,-7-11 0,5 6 0,-5-8 0</inkml:trace>
  <inkml:trace contextRef="#ctx0" brushRef="#br2" timeOffset="183">10945 18448 8912,'-23'0'0,"0"-2"0,2-3 0,9 3 0,7-14 0,10 5 0,7-2 0,11-1 0,5 3 0,5 7 0,-1-9 0,-1 7 0,-2 2 0,-8 2 0,4 2 0,-8 0 0,0 8 0,0 1 0</inkml:trace>
  <inkml:trace contextRef="#ctx0" brushRef="#br2" timeOffset="184">11048 18741 8912,'-17'0'0,"7"0"0,3 0 0,7-8 0,1-2 0,5 1 0,9-7 0,8 5 0,0-4 0,-5-2 0,-1-1 0,8 1 0,1 0 0</inkml:trace>
  <inkml:trace contextRef="#ctx0" brushRef="#br2" timeOffset="185">11341 18294 8912,'7'-18'0,"5"1"0,5 0 0,6 0 0,-2 1 0,8 5 0,-7 3 0,7 8 0,-8 2 0,2 6 0,-4 9 0,-2 10 0,-7 5 0,-2 10 0,-8 4 0,0 4 0,0 1 0,-8-5 0,-3 0 0,-11 0 0,-2 6 0,-1-3 0,-2-3 0,0-6 0,-1-4 0,-1-7 0,0-4 0,-1-6 0,3 0 0,-2-13 0,8 0 0,-2-6 0,4 0 0,9-2 0,5-4 0,3-9 0,2-8 0,2-6 0,3 6 0,7 2 0,3 2 0,2 2 0,3 2 0,3 3 0,-4-3 0,13 13 0,-3-4 0,3 4 0,3 2 0,-1 0 0,1 0 0,-1 0 0,0 0 0,1 0 0,-1 8 0,1-4 0,-1 7 0,-5-1 0,-1 1 0,-6-3 0,0-8 0,-2 0 0,-3 0 0</inkml:trace>
  <inkml:trace contextRef="#ctx0" brushRef="#br2" timeOffset="186">11874 17761 8912,'0'-29'0,"-2"2"0,-2 2 0,-1 4 0,-1 14 0,6 12 0,0 16 0,6 18 0,-1 6 0,9 7 0,-3 5 0,6 4 0,6 1 0,-4 4 0,4-3 0,-4 8 0,-1 7 0,-3 7 0,-4-3 0,3 2 0,-8-10 0,-1-5-489,-5-6 489,8-15 0,-6 0 0,4-20 0,-5-11 0,-1-24 0,0-12 0</inkml:trace>
  <inkml:trace contextRef="#ctx0" brushRef="#br2" timeOffset="187">12321 18104 8912,'-9'-11'0,"3"-1"0,4-1 0,2 4 0,0-3 0,0-1 0,8 5 0,1 0 0,11 8 0,2 0 0,-2 8 0,3 4 0,-4 5 0,-2 6 0,6 5 0,0 10 0,-4 5 0,-6 0 0,1 3 0,-9 4 0,-1-4 0,-2 3 0,-4-12 0,-4 3 0,-5-2 0,-4 2 0,-8-11 0,-2 0 0,-2-8 0,6-12 0,-4-1 0,8-8 0,7-8 0,3-9 0,7-10 0</inkml:trace>
  <inkml:trace contextRef="#ctx0" brushRef="#br2" timeOffset="188">12666 18070 8912,'0'-10'0,"-8"3"0,-2 7 0,-1 0 0,-1 0 0,7 9 0,-5 9 0,2 8 0,-3 14 0,5 8 0,2 8 0,3 3 0,1 4 0,1-4 0,7-9 0,9-4 0,1-4 0,12-10 0,-7-3 0,6-12 0,-6-11 0,7-12 0,-11-11 0,6-10 0</inkml:trace>
  <inkml:trace contextRef="#ctx0" brushRef="#br2" timeOffset="189">12717 17434 8912,'12'-25'0,"1"0"0,8 2 0,12 6 0,5 11 0,13 1 0,-3 18 0,17 6 0,-7 19 0,-3 8 0,-9 8 0,-8 14 0,-5 3 0,-5 4 0,-14 3 0,7 12 0,-15-1-1230,-3 1 1230,-1-6 0,-2-34 0,-2 0 0,-5 43 0,-10 3 0,-8-6 0,-10-4 0,-1-12 0,-4-3 0,-2 1 0,-4-3 0,0-2 0,4-14 0,15-23 0</inkml:trace>
  <inkml:trace contextRef="#ctx0" brushRef="#br2" timeOffset="190">13870 18345 8912,'-11'-6'0,"-1"-1"0,-1-1 0,-1-1 0,3-1 0,3 6 0,10-3 0,4 7 0,7 0 0,8 0 0,-1 0 0,4 0 0,-1-2 0,0-4 0,6 4 0,-6-4 0,-2 4 0,-2 2 0,-4 2 0,-3 4 0,3-4 0,-13 13 0,6-5 0</inkml:trace>
  <inkml:trace contextRef="#ctx0" brushRef="#br2" timeOffset="191">13853 18723 8912,'-10'0'0,"-5"0"0,13-2 0,-4-3 0,5 3 0,8-12 0,5 9 0,11-1 0,-4 6 0,6 0 0,-1 0 0,1 0 0,4 0 0,4-8 0,-7-1 0</inkml:trace>
  <inkml:trace contextRef="#ctx0" brushRef="#br2" timeOffset="192">14782 18001 8912,'-17'-7'0,"6"5"0,-1-4 0,8 4 0,-1 0 0,10-2 0,7-1 0,3-1 0,2 4 0,0-4 0,3 2 0,1-5 0,2-1 0,-2 1 0,-2-3 0,-2 1 0,0-1 0,-2 1 0,-1-6 0,-5-1 0,-1 1 0,-2-8 0,-12 6 0,-2-4 0,-1 4 0,-3 10 0,-7-7 0,-2 7 0,-2-1 0,-2 3 0,2 7 0,4 4 0,-4 7 0,4 2 0,2 18 0,0 3 0,0 5 0,7 1 0,2 0 0,8 0 0,0 6 0,0-6 0,10-2 0,7-9 0,10-6 0,5-4 0,3-10 0,-1-3 0,1-4 0,7-25 0,2-6 0</inkml:trace>
  <inkml:trace contextRef="#ctx0" brushRef="#br2" timeOffset="193">15212 17709 8912,'-15'-2'0,"2"-2"0,1-2 0,8-1 0,-1 1 0,3 4 0,2-5 0,0 14 0,13 8 0,4 10 0,3 2 0,-1-6 0,4 10 0,1-7 0,3 3 0,-6-6 0,4 6 0,-8-6 0,1 2 0,4 0 0,1-6 0,-2-2 0,-1-3 0,-3 3 0,-6-13 0,1 4 0,-8-4 0,11-10 0,-6-2 0</inkml:trace>
  <inkml:trace contextRef="#ctx0" brushRef="#br2" timeOffset="194">15505 17761 8912,'-11'-16'0,"-1"5"0,8-5 0,-11 15 0,5-7 0,-7 8 0,0 8 0,0 5 0,0 8 0,-8 6 0,6 13 0,-6 2 0,0 2 0,6 0 0,-2 2 0,7-4 0,9 0 0,-5-6 0,8 4 0,-2-13 0,8-10 0,13-7 0,10-10 0</inkml:trace>
  <inkml:trace contextRef="#ctx0" brushRef="#br2" timeOffset="195">15712 17778 8912,'0'-10'0,"-2"-3"0,-4 7 0,-2 8 0,-3 9 0,3 5 0,8 9 0,0 3 0,-6 3 0,1-3 0,-1 5 0,6-4 0,0 1 0,0-1 0,0 3 0,0-3 0,6-2 0,-1 1 0,1-1 0,-6 2 0,0-4 0,0-16 0,0-1 0,-8-1 0,-1 3 0</inkml:trace>
  <inkml:trace contextRef="#ctx0" brushRef="#br2" timeOffset="196">15643 17829 8912,'7'-11'0,"5"-1"0,3 9 0,4-11 0,4 8 0,6 3 0,3-7 0,-3 8 0,0-4 0,-1 5 0,5 1 0,-4 0 0,-6 1 0,-4 5 0,-10-4 0,-1 13 0,-8-1 0,0 7 0,0-2 0,-14 8 0,-5-6 0,-6 2 0,-3-1 0,-7 3 0,-7-6 0,-2 6 0</inkml:trace>
  <inkml:trace contextRef="#ctx0" brushRef="#br2" timeOffset="197">16451 17485 8912,'0'-17'0,"0"0"0,-7 0 0,-3 7 0,-9 6 0,-4 8 0,2 15 0,-7 16 0,-3 9 0,-2 5 0,1 13 0,3 6 0,-1 1-1096,7 6 1096,7-5 0,9-3 0,7-4 65,0-6 1,2-5 0,5-8-1,9-10-65,5-9 0,9-6 0,-3-9 0,7-4 0,1-4 0,-1-2 0,-7-8 0,6-9 0,-7-10 0</inkml:trace>
  <inkml:trace contextRef="#ctx0" brushRef="#br2" timeOffset="198">16710 17657 8912,'-18'-2'0,"1"-1"0,-2-3 0,-2 2 0,-2 2 0,0 2 0,6 0 0,0 0 0,5 10 0,3 5 0,1 8 0,4 4 0,-3 3 0,1 10 0,2 6 0,2 4 0,4-4 0,4 0 0,5-1 0,5-1 0,3-4 0,4-11 0,-2-4 0,5-10 0,-1-3 0,4-5 0,-4-7 0,2 0 0,-1-9 0,3-8 0,2-3 0,-8-8 0,0-1 0,-6-5 0,0-1 0,0 1 0,-7 0 0,-5-1 0,-3 1 0,-2-1 0,0 1 0,-7 5 0,-5 1 0,-3-3 0,-2 6 0,0 2 0,-1 6 0,1 6 0,0 3 0,0 8 0,-1 0 0</inkml:trace>
  <inkml:trace contextRef="#ctx0" brushRef="#br2" timeOffset="199">16520 17967 8912,'-11'0'0,"-1"0"0,9 0 0,-5-2 0,8-4 0,13 4 0,6-5 0,6-1 0,10 6 0,7-6 0,2 1 0,-6 5 0,4-11 0,-8 5 0,1-2 0,-1-1 0,1-6 0</inkml:trace>
  <inkml:trace contextRef="#ctx0" brushRef="#br2" timeOffset="200">17174 18018 8912,'-2'18'0,"-3"-1"0,-5-2 0,-5-2 0,3-1 0,-3-6 0,4 5 0,-3 2 0,3 3 0,-3 1 0,9 2 0,1 2 0,2 2 0,2 0 0,2-6 0,5-2 0,11-3 0,1 1 0,7-7 0,-1-2 0,4-2 0,-6-2 0,0-8 0,-4-3 0,4-5 0,-12-1 0,10-2 0,-13-2 0,2-2 0,-7 0 0,3 6 0,-12 0 0,-5 0 0,-10-1 0,-2 3 0,0 2 0,-2 1 0,6 8 0,-11-5 0,7 3 0,-8-3 0,4-9 0</inkml:trace>
  <inkml:trace contextRef="#ctx0" brushRef="#br2" timeOffset="201">17174 17434 8912,'0'-12'0,"0"1"0,0-2 0,8-3 0,3-1 0,5 8 0,1 3 0,0 12 0,-7 5 0,-5 10 0,-3 2 0,-2 2 0,0-4 0,0 4 0,0 1 0,0-5 0,-2 4 0,-3-8 0,3 1 0,-4-1 0,2 0 0,-2 0 0,5 0 0,-7-5 0,8-1 0,0-7 0,8 4 0,3-8 0,4 0 0,3 0 0,-1 0 0,8 0 0,1 0 0</inkml:trace>
  <inkml:trace contextRef="#ctx0" brushRef="#br2" timeOffset="202">17656 17399 8912,'10'0'0,"-3"0"0,-5 2 0,4 4 0,-4-2 0,4 7 0,-4 1 0,-2 5 0,0 0 0,0 2 0,0 4 0,0 6 0,0 3 0,-6 3 0,0-1 0,-5-1 0,3-3 0,-2-1 0,7-2 0,-3 1 0,-4-3 0,1-8 0</inkml:trace>
  <inkml:trace contextRef="#ctx0" brushRef="#br2" timeOffset="203">17518 17503 8912,'-17'-12'0,"0"1"0,7-1 0,5-5 0,3 7 0,4-5 0,5 4 0,11-5 0,-1 7 0,15-6 0,-3 3 0,3 5 0,3 1 0,-3 4 0,-1 2 0,-2 0 0,-8 2 0,2 4 0,-6 7 0,-6 8 0,5-2 0,-14 13 0,5-5 0</inkml:trace>
  <inkml:trace contextRef="#ctx0" brushRef="#br2" timeOffset="204">17880 17812 8912,'9'-17'0,"-1"0"0,0 1 0,1 3 0,1 2 0,5 7 0,-5-4 0,9 8 0,4 0 0,-4 0 0,4 2 0,-2 4 0,2 5 0,-12 5 0,12 1 0,-13 0 0,-1 0 0,7 8 0,-14-6 0,3 6 0,-3 0 0,-9-6 0,-3 6 0,-7-6 0,0 4 0,-6-4 0,0 4 0,0-4 0,0-2 0,0-2 0,2-1 0,2-3 0,1-7 0,9 4 0,1-8 0</inkml:trace>
  <inkml:trace contextRef="#ctx0" brushRef="#br2" timeOffset="205">18258 17795 8912,'-9'-17'0,"-6"0"0,5 7 0,-1 4 0,1 12 0,2 5 0,-5 5 0,1 1 0,5 8 0,1 3 0,-2 5 0,3 1 0,1 1 0,2-1 0,2-7 0,2 3 0,4-7 0,5-2 0,-3-2 0,7-3 0,-4-5 0,11-3 0,0-8 0,1 0 0,2-8 0,2-1 0</inkml:trace>
  <inkml:trace contextRef="#ctx0" brushRef="#br2" timeOffset="206">18396 17451 8912,'17'0'0,"0"0"0,1 0 0,-1 2 0,0 4 0,2 5 0,4 12 0,-4 4 0,6 9 0,-8 4 0,1 6 0,-9 4 0,-1 7 0,-8 0 0,0-1 0,0-3 0,-2-1 0,-4-1 0,-5 1 0,-12-8-123,-4 6 1,-15-6 0,-2 7 0</inkml:trace>
  <inkml:trace contextRef="#ctx0" brushRef="#br2" timeOffset="207">14731 18414 8912,'-18'7'0,"1"-5"0,8 6 0,3-8 0,14 0 0,9 0 0,10 0 0,13 0 0,9-2 0,13-4 0,14-5 0,12-4 0,-36 6 0,1 0 0,9 1 0,-3-1 0,8-8 0,-6 0 0</inkml:trace>
  <inkml:trace contextRef="#ctx0" brushRef="#br2" timeOffset="208">15849 18242 8902,'73'0'0,"0"0"0,0-1 0,1 0 0,3-1 0,1-2 0,2 0 0,0-1 0,0-3 0,-1-1 0,-2 1 0,-1 0-522,-3 2 1,-1 1 0,-4-2 0,-2 0 521,0 4 0,0 1 0,-3-2 0,-2 2 0,-1 2 0,-1 0 0,-8 0 0,-3 0 0,34 0 0,-11 0 323,-25 0 0,-10 2-323,-24 4 171,-4-4 0,-10 5-171,-4-7 0,2 0 0,-7 0 2,-3 0-2,-9 8 0,-2-4 552,-3 7 1,-5 1-553,5 5 0,-5 0 0,-1 0 0</inkml:trace>
  <inkml:trace contextRef="#ctx0" brushRef="#br2" timeOffset="209">15625 18844 8912,'-17'17'0,"0"0"0,0 0 0,2 0 0,3 1 0,4-7 0,10-1 0,4-3 0,4-1 0,7-6 0,0 0 0,0 0 0,0 0 0,1-8 0,-1-1 0</inkml:trace>
  <inkml:trace contextRef="#ctx0" brushRef="#br2" timeOffset="210">16142 18895 8912,'-8'10'0,"4"-3"0,-7-7 0,7 0 0,-4 0 0,8 0 0,0-1 0,0-5 0,8-4 0,2-7 0</inkml:trace>
  <inkml:trace contextRef="#ctx0" brushRef="#br2" timeOffset="211">16451 18844 8912,'18'9'0,"-7"-1"0,1-8 0,-7 0 0,7 0 0,-8-8 0,3 4 0,-7-7 0,8 7 0,2-11 0,7 5 0</inkml:trace>
  <inkml:trace contextRef="#ctx0" brushRef="#br2" timeOffset="212">16847 18826 8912,'-7'18'0,"-3"-9"0,1-1 0,-1-14 0,6-1 0,-2-3 0,1-2 0,5-5 0,-6 6 0,-2 1 0,-1 3 0,-3-7 0,-13 5 0,-1-8 0</inkml:trace>
  <inkml:trace contextRef="#ctx0" brushRef="#br2" timeOffset="213">15350 18551 8912,'-17'-7'0,"0"-5"0,0-3 0,7 4 0,4-1 0,4 6 0,2-5 0,8 7 0,3-2 0,-3 4 0,7 4 0,-1 2 0,5 2 0,4-2 0,2 3 0,-2-1 0,5-2 0,7-2 0,5-2 0,4 0 0,7 0 0,9 0 0,9 0 0,13 0 0,8 0 0,5-6 0,-43 2 0,1 0 0,2 0 0,-1-1-206,3-2 0,1 1 0,1 1 1,1 0 205,0-1 0,0 1 0,0-1 0,-1 0 0,-1-2 0,-2-1 0,38-6 0,-19 3 0,-28 4 0,-18 8 0,-10 2 0,-7 4 0,-5 4 0,-7 7 0,0 0 0</inkml:trace>
  <inkml:trace contextRef="#ctx0" brushRef="#br2" timeOffset="214">1549 17417 8912,'-17'0'0,"-1"0"0,1 0 0,0 0 0,0 0 0,1 2 0,5 3 0,3 5 0,8 9 0,0 4 0,0 6 0,0 3 0,2 2 0,2 3 0,2 3 0,7-4 0,-3 4 0,1-3 0,1-3 0,-1-5 0,6-5 0,1-5 0,-1 1 0,0-15 0,0-1 0,0-2 0,8-2 0,-4-13 0,8-6 0,2-6 0,-7-4 0,9-11 0,-6-2 0,-1-2 0,-1-2 0,-7-7 0,-3-1 0,-4 3 0,-3-5 0,-8 20 0,-2-2 0,-4 7 0,-11 6 0,-10 16 0,-7 3 0,-1 4 0,3 4 0,3 4 0,4 3 0,8 8 0,0 1 0,2-1 0,3 0 0,-1-5 0,7-1 0,-7 0 0,3 7 0</inkml:trace>
  <inkml:trace contextRef="#ctx0" brushRef="#br2" timeOffset="215">1600 17623 8912,'-11'10'0,"-1"-3"0,-1 1 0,4-6 0,-3 3 0,8-3 0,-11-2 0,13 0 0,-4 0 0,12 0 0,11-2 0,14-3 0,7-7 0,8-3 0,6-2 0,3 1 0,2 5 0,1-4 0,1-2 0,2-10 0</inkml:trace>
  <inkml:trace contextRef="#ctx0" brushRef="#br2" timeOffset="216">9602 18826 8912,'8'-9'0,"-6"-1"0,4 5 0,-4 3 0,-2-6 0,0 10 0,0 4 0,-6 3 0,0 8 0,-5 1 0,5-1 0,2 0 0,2 0 0,2 0 0,0 1 0,0-1 0,0-8 0,2 5 0,4-9 0,3 1 0,9-6 0,-1 0 0,2-7 0,4-5 0,-10-3 0,5-2 0,-3-1 0,-2 1 0,-1 0 0,1-2 0,-7-4 0,0 4 0,-6-4 0,0 4 0,0 2 0,0 0 0,-2-1 0,-4 1 0,4 8 0,-13 1 0,3 8 0,-3 0 0,3 0 0,1 0 0,-2 0 0,-3 8 0,7-7 0,-14 15 0,4-7 0</inkml:trace>
  <inkml:trace contextRef="#ctx0" brushRef="#br2" timeOffset="217">9585 18895 8912,'-7'10'0,"-5"-4"0,4-5 0,1-1 0,-1 0 0,8 0 0,0 0 0,10 0 0,13-7 0,-2 3 0,7-7 0,1 5 0,5-6 0,9 1 0,1-6 0</inkml:trace>
  <inkml:trace contextRef="#ctx0" brushRef="#br2" timeOffset="218">11220 11743 8912,'-23'-8'0,"0"-1"0,4-3 0,4 1 0,5-3 0,3-1 0,3-2 0,2 0 0,2 5 0,2 1 0,3-3 0,7-1 0,3-2 0,2 0 0,8 0 0,4-1 0,5 1 0,7 0 0,3 2 0,7 3 0,-1 7 0,-4 3 0,2 5 0,-8 9 0,-2 15 0,-2 15 0,-9 21 0,-4 23 0,-15-38 0,-3 3-95,2 8 0,-2 2 0,-3 1 1,0 2-1,1 12 0,-1 3 0,-1 4 1,-2 2 94,-1 8 0,-1 2 0,2-29 0,0 2 0,-1 0-826,-2 3 0,0 0 0,0-1 826,3-3 0,0 0 0,0 0 0,-2-1 0,0 0 0,1-2 0,2 24 0,2-2 0,0-4 0,2-1 0,3-5 0,5-1 0,2-11 0,4-2 0,1-6 0,2-3-109,0-8 0,2-3 0,31 31 109,9-10 0,8-4 0,9-7 0,-7-8 0,-29-22 0,2-2 0,30 12 0,2-3 0,-5-4 0,11-8 0,-4 0 0,7-7 0,2-5 0,3-3 0,-2-2 0,-10 0 0,-11-5 0,-11-1 0,-7-7 0,-5 1 0,-2-3 0,-4-2 0,-3 5 0,3 3 0,-4 1 534,-2 4-534,-7-5 0,6 7 0,-7-4 1275,1 4 1,0 4-1276,-4 4 159,4 3 0,1 18 1,1 11-160,2 18 0,7 18 0,-18-24 0,0 3 0,1 8 0,-2 4-178,-1 14 0,-1 3 1,1 4-1,0 4 1,-5-25-1,0 1 0,1 1 178,1 2 0,-1-1 0,3 2 0,2 2 0,2 1 0,2-1-297,2 2 0,2-1 0,1-2 0,0-4 0,1-2 0,2-2 297,4-2 0,2-2 0,0-1 0,18 19 0,1-5 0,-1-11 0,-1-2 0,-1-2 0,-1-1 0,-2-5 0,0-1-182,-1-1 1,1-1 0,2-3 0,0-2 181,-6-3 0,-1 0 0,-2 1 0,-2 1 0,-2 2 0,-3 3 0,-5 0 0,-3 2 0,-3 3 0,-4 1 0,-4 0 0,-3 1-116,-2 0 1,-3 1 0,-3 2 0,-3 0 115,1-2 0,-2-1 0,-1 6 0,-2 1 0,-1-4 0,-2 0 0,-3 1 0,-3-1 0,0-6 0,-1-1 0,-2-2 0,-1 0 0,-11 38 0,-5-8 0,11-25 0,-2-9 834,7-11-834,7-16 0,7-44 0,0-7 0,0-18 0</inkml:trace>
  <inkml:trace contextRef="#ctx0" brushRef="#br2" timeOffset="219">14713 16419 8912,'-1'-17'0,"-3"0"0,-2 0 0,4 2 0,6 1 0,7 3 0,5-3 0,3 5 0,4-3 0,5-1 0,7-2 0,5-2 0,6-1 0,11 1 0,10-8 0,12-3 0,3-5 0,8-3 0,-44 16 0,1 0 0,2 1 0,0 0 0,2-4 0,1 0 0,6 2 0,1 2-105,0-4 0,2 0 0,7 0 0,2 0 0,-1-3 0,-1-2 0,2 1 0,0-1 105,0 0 0,0-1 0,5-3 0,1 1-300,1 2 0,1 0 0,2-5 0,0 0 300,-5 2 0,-1 1 0,9-5 0,-1 1 0,-9 4 0,1 1 0,9-4 0,2 1 0,-2 1 0,1 1 0,1-2 0,2 1 0,1 3 0,2 1 0,-1-5 0,-1 1-377,-2 0 0,0 1 0,4-3 1,0 1 376,-29 10 0,0 0 0,1 0 0,3-2 0,0-1 0,0 0 0,25-9 0,0 0 0,-29 10 0,0-1 0,0 0 0,0 1 0,0-1 0,1 1 0,0 1 0,2 0 0,-1-1 0,2-1 0,0-1 0,0 0 0,0 0 0,1-1 0,0-1 0,2 0 0,0-1 0,0-1 0,0 0 0,-2-1 0,1 0 0,2-2 0,0-1 0,0 1 0,-1-1 0,1 1 0,0-1 0,2 1 0,-1-2 0,2 1 0,0 0 0,1-1 0,-1 0 0,0 1 0,-2-1 0,1-1 0,-1-2 0,-1-1 0,0 0 0,0 1 0,-1 0 0,0-1 0,0-2 0,0 0 0,0 0-739,1-1 0,0-1 0,0 1 739,-1-1 0,-1 0 0,1 0 0,-2 0 0,1-1 0,-2 0 0,-2 0 0,-1-1 0,-1 0 0,0-2 0,-1-1 0,0 0 0,0 1 0,0 0 0,0-1-132,1 0 1,1-1 0,-1 0 0,-1-1 0,0 0-1,0-2 132,-3 0 0,1 0 0,-1-1 0,-1 0 0,1 1 0,0 0 0,-1 1 0,-1 1 0,0-1 0,-2-1 0,-2-2 0,0 0 0,-3 1 0,0-2 0,-1 0 0,3-1 0,1-2 0,-1 1 0,0 1 0,0 0 0,0-1 0,0-2 0,0-2 0,-1 1 0,-3 3 0,0 1 0,-1-2 0,2-3 0,-1-2 0,1 1 0,1 0 0,0 0 0,-1 0 0,1-1 0,0-1 0,0 1 0,0 1 0,0 0 0,-1 0 0,-2-1 0,-2 0 0,-1 1 0,-3 3 0,-1 1 0,0 0 0,-2-1 0,0 0 0,1 1 13,1-1 1,1 1 0,-1 0 0,-3 0 0,0 1 0,0-1 0,0 1 0,-1 0 0,0 0 0,13-23 0,-2 0-14,-3 1 0,-2 0 0,-1 0 0,-1-1 0,-3-2 0,-2 0 0,2-3 0,-1 2 0,1 8 0,1 1 0,0-2 0,1-1 0,0 2 0,0-1 0,-2 2 0,-3-1-156,-2 2 1,-3-1 155,1-5 0,-2 0 0,-1 5 0,0 1 0,-1-6 0,0-1 0,-1 3 0,-1 0 190,1 1 0,0-1 0,3-3 0,0 0 1,0-1-1,0 1-190,-1 2 0,1 0 0,1-3 0,0 1 0,1 4 0,1 0 0,-1-3 0,0-1 0,2-3 0,1 0 0,-2 3 0,-1 0 0,-2 2 0,-2 1 0,-1 2 0,-2 1 0,-4 4 0,-2 1 0,0 0 0,-1 0 0,-2 2 0,-1 1 0,-1 0 0,-1 0 0,0 4 0,-1 0 0,1 1 0,1 0 0,2 0 0,-1 0 0,-1 0 0,1 1 197,4 4 1,-1 0 0,-3-1 0,-1 1 0,2 5-1,-1 1-197,8-45 0,-2 7 0,1 4 0,-1 5 0,0-4 0,0 21 0,-2 2 0,-3 11 0,3 1 0,-7 9 364,3-1 1,3 3-365,-9 15 2195,9 8-2195,-12 7 1143,5 8-1143,-7 0 316,0 0-316,8 0 0,2-7 0,7-5 0,8-18 0,1-7 0</inkml:trace>
  <inkml:trace contextRef="#ctx0" brushRef="#br2" timeOffset="220">27706 2665 8912,'-10'-17'0,"3"-2"0,7-2 0,0-2 0,15-6 0,8 4 0,8-2 0,5-1 0,2-7 0,4 3 0,2 3 0,-6-3 0,10 13 0,-8-4 0,6 4 0,-4 3 0,2 5 0,4 3 0,8 12 0,1 8 0,0 9 0,-5 19 0,-6 6 0,0 11 0,-2 4 0,2 8 0,-6 0 0,-4-1 0,-2 3 0,1 0 0,-1-3 0,-7-3 0,-2-13 0</inkml:trace>
  <inkml:trace contextRef="#ctx0" brushRef="#br2" timeOffset="221">21872 774 8912,'-19'0'0,"-2"0"0,-2-2 0,2-2 0,2-4 0,2 1 0,0-1 0,5 2 0,3 4 0,1-3 0,2 1 0,6-8 0,2 1 0,6-4 0,9 3 0,2-3 0,10 3 0,-6 3 0,5-1 0,3 3 0,1 3 0,3 2 0,-1 2 0,-5 2 0,-2 4 0,-2 5 0,-2 10 0,-8 4 0,-4 4 0,-5 7 0,-4 6 0,-2 4 0,-2 1 0,-4 7 0,-9-2 0,-10 7 0,-2-4 0,-3-3 0,5-4 0,-6-16 0,8-5 0,2-10 0,2-8 0,2-16 0,0-18 0,0-11 0</inkml:trace>
  <inkml:trace contextRef="#ctx0" brushRef="#br2" timeOffset="222">22268 481 8912,'-17'0'0,"-6"0"0,0 0 0,2 0 0,-6 8 0,10 9 0,0 12 0,-1 5 0,9 6 0,-1 6 0,3 12 0,9-5 0,3 6 0,7 0 0,11-5 0,-2-2 0,9-14 0,7-8 0,-3-12 0,16-11 0,-4-9 0,3-3 0,3-20 0,0-19 0,-1-17 0</inkml:trace>
  <inkml:trace contextRef="#ctx0" brushRef="#br2" timeOffset="223">23232 567 8912,'-18'-7'0,"1"3"0,0-6 0,0 3 0,7 3 0,5 12 0,3 9 0,4 0 0,3 8 0,9 0 0,7 3 0,-2-1 0,4 2 0,-2-1 0,0 1 0,2 0 0,0-8 0,-6 2 0,6-4 0,0-4 0,-2-2 0,-2-1 0,-8-8 0,1 1 0,-6-3 0,5-2 0,-7-2 0,2-3 0,-4-7 0,-2-3 0,7-2 0,-5-1 0,6 1 0,-8 0 0,0 8 0,0 1 0,7 8 0,1 2 0,4 4 0,3-3 0,-4 7 0,5-2 0,1-3 0,0-5 0,0 0 0,1 0 0,-1 0 0,-2-2 0,-4-3 0,5 3 0,-12-19 0,5 4 0,-1-3 0,-2 1 0,-8-6 0,-4-3 0,-4 1 0,-7-2 0,0 8 0,0-2 0,0 4 0,-1 8 0,1 1 0,0 3 0,7 1 0,3 6 0,7 8 0,0 1 0</inkml:trace>
  <inkml:trace contextRef="#ctx0" brushRef="#br2" timeOffset="224">24161 619 8912,'-25'0'0,"-2"-6"0,-7 0 0,7-7 0,0 11 0,4-4 0,4 5 0,-9 2 0,10 5 0,-1 4 0,14 9 0,1 2 0,2 2 0,2 7 0,2-9 0,3 6 0,7-2 0,3-2 0,4-8 0,2-3 0,2-7 0,0-3 0,-5-2 0,-1 0 0,0-7 0,0-5 0,-5-5 0,-1-4 0,2-2 0,-5-6 0,-2 6 0,-4-1 0,-2 1 0,0 9 0,0-3 0,0 2 0,0 7 0,-8-7 0,-1 13 0,-9-6 0</inkml:trace>
  <inkml:trace contextRef="#ctx0" brushRef="#br2" timeOffset="225">24316 636 8912,'-10'0'0,"-3"-2"0,5-2 0,-1-1 0,5-1 0,-6 6 0,6 2 0,-1 4 0,-1 3 0,6 8 0,0 1 0,0-1 0,6 0 0,-1 0 0,7 0 0,-6 0 0,7 1 0,-1-1 0,3 0 0,-6-7 0,7-3 0,-5-7 0,-1 0 0,1 0 0,-5-2 0,4-3 0,-3-7 0,-1-3 0,0-2 0,-1-1 0,1 1 0,-6 0 0,2 2 0,4 3 0,-4 12 0,7 10 0,-3 7 0,-2 0 0,7 0 0,-5 3 0,5 3 0,1-4 0,5 4 0,0-6 0,1-6 0,-1 3 0,0-9 0,0 1 0,-5-12 0,-1-3 0,3-5 0,1-5 0,-6-7 0,-3 3 0,2-10 0,-2-1 0,-1-1 0,-5-5 0,0-2 0,0 2 0,-5 0 0,-1 6 0,-8 1 0,5 4 0,-1 7 0,3 10 0,1 6 0,0 12 0,0 11 0,6 12 0,0 3 0,0 3 0,0 7 0,8-4 0,4 8 0,5-8 0,6 2 0,-4-5 0,6-5 0,0-1 0,1-8 0,9 2 0,-1-12 0,1-5 0,-7-4 0,1-4 0,1-4 0,3-11 0,1-10 0</inkml:trace>
  <inkml:trace contextRef="#ctx0" brushRef="#br2" timeOffset="226">25073 550 8912,'-17'2'0,"0"4"0,-1-4 0,1 13 0,0-4 0,2 7 0,3 5 0,-1-2 0,7 5 0,2-1 0,2 6 0,2-10 0,0 7 0,0-1 0,2 0 0,4-8 0,5-8 0,5-3 0,1-2 0,0-6 0,0-4 0,1-7 0,-1-3 0,-2-14 0,-3-3 0,3-2 0,-13-1 0,4-2 0,-5-4 0,-1 3 0,0-10 0,0 5 0,0-2 0,0 5 0,-1-1 0,-5 4 0,2 4 0,-7 3 0,7 12 0,-4 11 0,8 12 0,0 13 0,0 15 0,0 8 0,0 10 0,2-1 0,2 3 0,2 3 0,7-11 0,-4 9 0,9-14 0,-1-3 0,2-4 0,4-5 0,4-6 0,-1-4 0,7-10 0,-6-9 0,7-9 0</inkml:trace>
  <inkml:trace contextRef="#ctx0" brushRef="#br2" timeOffset="227">25830 327 8912,'-9'-8'0,"-7"6"0,14-6 0,-5 8 0,7 0 0,0 10 0,0 5 0,0 6 0,0 10 0,2-1 0,2 7 0,1 3 0,3 2 0,-4-4 0,1 2 0,1 0 0,-6-5 0,0-1 0,6-7 0,0-4 0,-1-4 0,-5-2 0,0-9 0,0-8 0,0-10 0,0-5 0,8-8 0,2-2 0,-1-2 0,6 4 0,-1-3 0,5-1 0,4 0 0,8 6 0,-12-4 0,6 10 0,-1 4 0,-5 3 0,6 8 0,-7 0 0,-3 8 0,-4 3 0,-3 6 0,-10 6 0,-4 6 0,-3 3 0,-10 1 0,-2-3 0,-4-1 0,-2 2 0,0-5 0,-3 1 0,1-2 0,8-2 0,-4-14 0,8-3 0,5-4 0,1-2 0,-1-15 0,-5-4 0</inkml:trace>
  <inkml:trace contextRef="#ctx0" brushRef="#br2" timeOffset="228">26278 619 8912,'-10'2'0,"4"4"0,4-4 0,2 5 0,2-1 0,4 0 0,6-3 0,-5-1 0,14 4 0,-4 0 0,3-2 0,1-4 0,0-4 0,2-2 0,-2 2 0,-2-5 0,-2-1 0,0-7 0,0 0 0,-7 0 0,-2-1 0,-10 1 0,-4 0 0,-4 7 0,-7 5 0,0 3 0,-8 2 0,4 7 0,-6 5 0,2 3 0,2 10 0,8 2 0,2 7 0,3 1 0,3-1 0,1 6 0,6 0 0,9 0 0,9-5 0,6-3 0,11-3 0,-1-6 0,8-12 0,-5-3 0,3-8 0,4-23 0,0-6 0</inkml:trace>
  <inkml:trace contextRef="#ctx0" brushRef="#br2" timeOffset="229">27241 791 8912,'-2'-17'0,"-1"-1"0,-5 1 0,-2 0 0,-3 0 0,-2 0 0,-3 1 0,1 5 0,0-2 0,-2 7 0,-4 2 0,4 4 0,-4 6 0,4 7 0,2 8 0,-1 6 0,1 9 0,0 2 0,0 3 0,7 1 0,4-4 0,5 2 0,1-2 0,0-9 0,1-8 0,5-8 0,4 1 0,7-9 0,0-1 0,6-12 0,0-9 0,2-8 0,-4-9 0,2 0 0,0-1 0,-8 1 0,-3-1 0,1 1 0,-7 2 0,-2 3 0,-3 6 0,-1 4 0,0 2 0,0 7 0,0 4 0,0 12 0,0 11 0,0 12 0,2 11 0,4 6 0,-2 4 0,7-1 0,3-1 0,1-2 0,8-10 0,0-1 0,-2-11 0,6-4 0,-2-5 0,3-4 0,-1-11 0,-4-11 0,-2-10 0,8-2 0,-8-13 0,2 1 0,-10-9 0,-3 4 0,-1 0 0,-1 0 0,0 0 0,-3 0 0,-5 5 0,0 9 0,0 1 0,0 8 0,0-1 0,-7 9 0,5 1 0,-4 16 0,12 3 0,5 6 0,5 6 0,8-4 0,-5 6 0,4-8 0,2 1 0,-2-1 0,0 0 0,-6 0 0,-1 6 0,-5 0 0,3 0 0,-9-6 0,-1 0 0,-10 1 0,-5-1 0,-6 0 0,-6 0 0,-4 0 0,-2-1 0,1-5 0,1-3 0,-2-8 0,4-8 0,8-1 0</inkml:trace>
  <inkml:trace contextRef="#ctx0" brushRef="#br2" timeOffset="230">28016 567 8912,'9'-17'0,"-3"0"0,-4 6 0,-2-1 0,0 8 0,-2-3 0,-4 7 0,-3 7 0,-8 3 0,-1 9 0,1 4 0,8-4 0,-5 8 0,7-6 0,-3 2 0,6 5 0,-2-3 0,4 0 0,2 0 0,0-2 0,2 0 0,4 0 0,6-2 0,3-2 0,2-4 0,0-2 0,1-1 0,-1-8 0,0 9 0,0-7 0,0-2 0,1-3 0,-1 1 0,0 4 0,-7-4 0,-3 13 0,-7-3 0,-7 3 0,3 4 0,-8 4 0,1-4 0,-6 4 0,-1-4 0,1-2 0,2-5 0,3-1 0,-3-7 0,6 4 0</inkml:trace>
  <inkml:trace contextRef="#ctx0" brushRef="#br2" timeOffset="231">28325 636 8912,'18'8'0,"-3"-4"0,-4 7 0,-3-7 0,-8 11 0,0-3 0,-2 5 0,-4 6 0,5-4 0,-5 4 0,-2 2 0,2-2 0,1-1 0,5-4 0,0-1 0,-2 0 0,-4 0 0,4-7 0,-13-10 0,5-10 0</inkml:trace>
  <inkml:trace contextRef="#ctx0" brushRef="#br2" timeOffset="232">28291 602 8912,'15'-19'0,"-1"-2"0,-3-2 0,-7 0 0,11 8 0,-3 1 0,3 5 0,2 1 0,1 2 0,-1 6 0,6 2 0,0 4 0,7 1 0,-1 5 0,3 3 0,3-3 0,-7-3 0,1 3 0,-8-7 0,2 7 0,-4-6 0,-2 5 0,-7 1 0,-6 5 0,-8 0 0,-6 0 0,-7 0 0,-8 1 0,-1-1 0,-1 0 0,-6-8 0,12 7 0,-7-5 0,7 4 0,-2 3 0,4-1 0,7 0 0,1 0 0,7-5 0,0-3 0,8-1 0,5-2 0,10-6 0,4 0 0,-3 0 0,10 0 0,-5 0 0,2 0 0,-6 0 0,6 0 0,-4 0 0,-4 2 0,4 3 0,-4 7 0,-2 3 0,0 2 0,-7 8 0,3 2 0,-5 7 0,1 1 0,-5-1 0,4 6 0,-8-2 0,0-5 0,-8 1 0,-1-7 0,-9 5 0,1-3 0,0-4 0,0-10 0,-1-3 0,1 1 0,0-7 0,0-4 0,2-6 0,3-8 0,4-3 0,8-10 0,0-3 0,8-11 0,4-1 0,3-8 0,4 3 0,4-5 0,-4-2 0,14 7 0,-5-1 0,-1 2 0,2-2 0,-1 0 0,5 10 0,-4 3 0,-5 10 0,-6 2 0,-1 8 0,-8 5 0,-1 10 0,-8 4 0,0 4 0,6 7 0,0 2 0,-3 4 0,-1 3 0,4 3 0,0 0 0,-1-2 0,-5 1 0,0 3 0,0-6 0,0 1 0,0-5 0,0 2 0,0-4 0,0-1 0,0-9 0,0-1 0,0-8 0,0-14 0,0-5 0,0-6 0,2-3 0,4-7 0,-4 1 0,11 5 0,-5 3 0,2 1 0,1-4 0,6 8 0,0 6 0,1 0 0,-1 9 0,8 0 0,-6 12 0,4 0 0,2 7 0,-2-2 0,7 5 0,-1 1 0,-2-2 0,-1-3 0,1-7 0,-2-3 0,0-2 0,6 0 0,-7 0 0,5-2 0,-6-3 0,-4-5 0,-4-1 0,-3-1 0,1-5 0,-7-6 0,-2 0 0,-10 6 0,-5 0 0,-5 0 0,-3 1 0,-2 3 0,-2 1 0,0 9 0,6-3 0,0 4 0,0 2 0,-1 8 0,3 1 0,2 10 0,1 4 0,8 4 0,-3 2 0,7-1 0,0 3 0,0-6 0,2 5 0,3-7 0,11 4 0,9-8 0,3-6 0,7-3 0,3-6 0,10-10 0,-6-4 0,6-9 0,-2-4 0,-8-3 0,8-9 0,-10 3 0,-3 3 0,-18-3 0,6 11 0,-15-6 0,-3 2 0,-3 4 0,-5 10 0,-11 1 0,-7 4 0,-1 4 0,3-1 0,-2 4 0,2 5 0,-6 15 0,10-9 0,-3 13 0,7-1 0,2-5 0,1 14 0,4-6 0,4-1 0,2-1 0,0-8 0,0 1 0,10-3 0,7-4 0,2-3 0,10-8 0,2 0 0,-1-4 0,1-5 0,-3-10 0,3-6 0,-6-4 0,0-11 0,-8 0 0,-2-2 0,-3 2 0,1-4 0,-7-8 0,-2 1 0,-2-1 0,-4-5 0,-4-1 0,-6 3 0,3 9 0,-1 8 0,1 9 0,-1 12 0,6 8 0,-3 12 0,7 9 0,0 11 0,0 15 0,0 12 0,0 7 0,0-2 0,0 6 0,0-1 0,0 3 0,5-4 0,3-7 0,2-1 0,1-5 0,6 0 0,1-8 0,1 2 0,2-7 0,2-10 0,7-8 0,-3-15 0</inkml:trace>
  <inkml:trace contextRef="#ctx0" brushRef="#br2" timeOffset="233">31199 69 8912,'10'0'0,"-2"0"0,-8 7 0,-2-3 0,-2 10 0,-2 5 0,-5 6 0,3 11 0,-2 4 0,7 4 0,-3 7 0,4 1 0,2 0 0,2-1 0,4 1 0,3-8 0,8-4 0,-5-4 0,-1-1 0,-7-1 0,-4-7 0,-9-3 0</inkml:trace>
  <inkml:trace contextRef="#ctx0" brushRef="#br2" timeOffset="234">30907 722 8912,'0'-17'0,"0"5"0,0 1 0,0 0 0,2-7 0,3 1 0,5 8 0,9-7 0,4 7 0,6-3 0,3 1 0,10-1 0,4-7 0,4-4 0,2 4 0,-1-8 0,-1 6 0,-4-1 0,-4-7 0,-8 4 0,-3 0 0,-8 0 0,0 2 0,-21 6 0,3 0 0,-3 8 0,-4 1 0,-3 8 0,3 8 0,-6 3 0,8 12 0,0 6 0,-8-5 0,7 9 0,-7-4 0,0 3 0,6 2 0,-7-1 0,3-4 0,4-3 0,-4-3 0,3-4 0,-1 4 0,-2-4 0,2-1 0,2-9 0,2-1 0,2-12 0,4-8 0,-4 1 0,13-14 0,-3 8 0,3 0 0,2 0 0,0 1 0,0 5 0,1 5 0,7 4 0,-6 2 0,4 0 0,-2 2 0,2 4 0,3-2 0,9 7 0,-1-1 0,1 1 0,7 2 0,4-7 0,3 0 0,3-6 0,-8 0 0,-4-2 0,-6-4 0,-5-5 0,-4-10 0,-8-2 0,0 2 0,-7-4 0,-4 2 0,-12-6 0,-5 7 0,-5-1 0,-7 13 0,-2 4 0,-1 4 0,3 6 0,-6 6 0,0 9 0,3 6 0,8 11 0,5 2 0,7 6 0,2-2 0,10 6 0,19-12 0,15 2 0,8-7 0,19-6 0,6-16 0,15-3 0,-2-4 0,3-25 0,-10-6 0</inkml:trace>
  <inkml:trace contextRef="#ctx0" brushRef="#br2" timeOffset="235">21562 1651 8912,'-17'0'0,"2"1"0,2 7 0,3 11 0,0 16 0,3 16 0,-1 16 0,4 11 0,2 12 0,2 2 0,2-4 0,4-6 0,11-2 0,12-13 0,3-12 0,11-18 0,2-20 0,5-13 0,2-14 0,-8-17 0,5-17 0,-5-7 0</inkml:trace>
  <inkml:trace contextRef="#ctx0" brushRef="#br2" timeOffset="236">22113 1977 8912,'-17'-9'0,"5"1"0,1 8 0,-2 0 0,-3 0 0,-1 8 0,0 3 0,0 6 0,-1 6 0,1-2 0,0 6 0,0-2 0,7 5 0,3-10 0,7 4 0,0 1 0,0-6 0,0 6 0,7-15 0,3-3 0,7-9 0,0-3 0,0-7 0,1-5 0,-1-6 0,0 4 0,0-4 0,-1 4 0,-3 2 0,-2 0 0,-1 5 0,3 3 0,-1 1 0,-1 2 0,1 8 0,-3 4 0,-1 5 0,4 10 0,-7 2 0,9 6 0,-3-6 0,4 0 0,3 0 0,-1 0 0,0-2 0,0-10 0,0-3 0,1-8 0,-1 0 0,0-8 0,0-2 0</inkml:trace>
  <inkml:trace contextRef="#ctx0" brushRef="#br2" timeOffset="237">22423 1805 8912,'-8'17'0,"6"3"0,-3 3 0,5 9 0,5 8 0,-3 8 0,14-4 0,-5 7 0,4 1 0,3-2 0,1-5 0,4-4 0,-4-7 0,4-5 0,-4-6 0,-2-12 0,-6-3 0,1-8 0,-1-8 0,5-5 0,-5-8 0,4 2 0,-11-14 0,6 4 0,-2-3 0,3-1 0,-5 5 0,7 3 0,-9 4 0,5 2 0,1 4 0,0-1 0,-7 9 0,11 7 0,-8 11 0,-1 6 0,-5 6 0,-2 4 0,-1 7 0,-3 1 0,-8-1 0,3 0 0,-10 1 0,-2-1 0,0 1 0,6-9 0,0-3 0,-1-4 0,1-1 0,0-1 0</inkml:trace>
  <inkml:trace contextRef="#ctx0" brushRef="#br2" timeOffset="238">22905 2063 8912,'5'12'0,"1"-1"0,0 1 0,-6-1 0,0 0 0,0 1 0,0-2 0,0-1 0,2-5 0,4 2 0,5-3 0,4-3 0,3-3 0,-1-3 0,0-7 0,2 3 0,0-7 0,-2 0 0,4 5 0,-11 1 0,0-3 0,-5-1 0,-3-2 0,-4 2 0,-3 3 0,-7 6 0,-9-1 0,-2 1 0,-2 2 0,2 10 0,4 3 0,-6 11 0,8 2 0,0 7 0,7-4 0,3 13 0,7-3 0,0 5 0,4-2 0,7 2 0,8-6 0,17-7 0,7-4 0,8-8 0,8-5 0,5-10 0,-3-4 0,-2-7 0,-5-12 0,-7-8 0,-1-9 0,-11 0 0,-5 0 0,-14 0 0,-5-1 0,-3-1 0,-8 4 0,0-2 0,-8-2 0,-3 2 0,-5 4 0,-1-16 0,0 1 0,-6 7 0,2-2 0,6 8 0,-3 13 0,7 8 0,-4 22 0,5 22 0,4 19 0,4 13 0,2 10 0,2 0 0,4 5 0,6-3 0,-3-8 0,3 0 0,5-2 0,6 2 0,5-6 0,-5-11 0,8-6 0,-2-11 0,3 3 0,3-5 0</inkml:trace>
  <inkml:trace contextRef="#ctx0" brushRef="#br2" timeOffset="239">24333 1891 8912,'-8'-9'0,"-1"1"0,-8 8 0,-2 2 0,-4 4 0,2 13 0,-6 13 0,2 8 0,4 4 0,4 4 0,5 9 0,5-3 0,8 5 0,7-9 0,9-4 0,14-12 0,11-11 0,2-4 0,8-9 0,5-5 0,0-10 0,-5-7 0,-6-9 0,0-4 0,2-1 0,-6-3 0,-10-6 0,-15 1 0,-7 0 0,-10-1 0</inkml:trace>
  <inkml:trace contextRef="#ctx0" brushRef="#br2" timeOffset="240">25985 1926 8912,'-8'-27'0,"-1"4"0,-1 4 0,3 4 0,-1 3 0,6 6 0,-4 14 0,4 9 0,2 10 0,0 11 0,0 4 0,2 0 0,4 0 0,-2 6 0,6-4 0,-1 0 0,1-4 0,1-4 0,6-1 0,1-3 0,-1-3 0,0-12 0,0-11 0,2-4 0,2-4 0,2-6 0,-2-9 0,-2-10 0,-1-13 0,-3 2 0,-4-8 0,3 8 0,-9-2 0,1 5 0,0 7 0,0 5 0,-1 4 0,-5 1 0,2 9 0,4 3 0,-2 6 0,7 6 0,1 11 0,5 2 0,0 4 0,0-2 0,1-2 0,1 0 0,2-5 0,2-5 0,0-3 0,-6-6 0,0-2 0,0-4 0,-1-5 0,-5-12 0,3 2 0,-9-8 0,1 1 0,-6-7 0,0 1 0,-8 5 0,-3 1 0,-4 7 0,-3-2 0,1 3 0,0 3 0,5 2 0,1 4 0,7 5 0,0 12 0,8 5 0,6 4 0,7 2 0,0 1 0</inkml:trace>
  <inkml:trace contextRef="#ctx0" brushRef="#br2" timeOffset="241">26932 1926 8912,'9'-18'0,"-1"7"0,-8 0 0,0 7 0,0-6 0,0 4 0,0 5 0,0-7 0,0 10 0,-2 4 0,-4 5 0,2 4 0,-7 2 0,5 6 0,-5 0 0,5 0 0,-6-6 0,9 1 0,-3-1 0,2-8 0,-2-3 0,4-12 0,-5-3 0</inkml:trace>
  <inkml:trace contextRef="#ctx0" brushRef="#br2" timeOffset="242">26777 1599 8912,'0'-25'0,"-6"12"0,-2-4 0,-1 1 0,5 9 0,-4-1 0,10 10 0,4 4 0,11 3 0,8 6 0,4-3 0,3 3 0,-3-5 0,3-1 0,10 7 0,2-7 0</inkml:trace>
  <inkml:trace contextRef="#ctx0" brushRef="#br2" timeOffset="243">27241 1513 8912,'0'10'0,"0"-3"0,0 1 0,0 3 0,0 6 0,0 6 0,0 4 0,0 8 0,0 1 0,0 4 0,2 4 0,4 7 0,-4 1 0,4 0 0,1-7 0,-1 1 0,2-7 0,-3 1 0,-3-4 0,-2-9 0,-9-2 0</inkml:trace>
  <inkml:trace contextRef="#ctx0" brushRef="#br2" timeOffset="244">27138 1926 8912,'0'-18'0,"0"1"0,0 0 0,0 0 0,0-2 0,0-4 0,8 4 0,1-6 0,8 8 0,1-2 0,1-2 0,4-2 0,-2-6 0,7 6 0,-5 0 0,6 6 0,-6 2 0,6 3 0,-8-1 0,2 7 0,-12 0 0,4 14 0,-3 3 0,1 7 0,-1 5 0,-6 7 0,-3 6 0,3 5 0,-4 6 0,4-1 0,-4-2 0,-2 2 0,0-8 0,0 4 0,0-7 0,0-3 0,0-3 0,0-6 0,0-4 0,0-10 0,-2-1 0,-2-10 0,-2-6 0,2-7 0,2-6 0,2-9 0,2 3 0,4-8 0,-2 1 0,7 0 0,1 5 0,5 2 0,0 2 0,1 4 0,4 10 0,3 3 0,2 1 0,0 7 0,2 0 0,3 7 0,-3 10 0,3 1 0,5 5 0,3 0 0,-4 5 0,4-5 0,-3 0 0,-3-6 0</inkml:trace>
  <inkml:trace contextRef="#ctx0" brushRef="#br2" timeOffset="245">28549 1805 8912,'-11'-17'0,"1"0"0,3 0 0,-1 1 0,2 5 0,4 13 0,-5 15 0,1 10 0,0 5 0,-2 8 0,5 2 0,-3 0 0,2 0 0,2 6 0,-4-11 0,1 3 0,-1-10 0,6-3 0,0-2 0,0-2 0,0-6 0,0-8 0,0-1 0,2-21 0,4-4 0,-5-12 0,5 0 0,-4-5 0,-2-6 0,6 2 0,0-6 0,-1 2 0,3 3 0,-6 3 0,7 4 0,-3 3 0,-2 6 0,6 10 0,-3 1 0,7 8 0,-3-1 0,4 10 0,3 7 0,-1 11 0,0 5 0,0 5 0,0 1 0,-7 1 0,3-1 0,-7 0 0,2-1 0,-4-3 0,1-1 0,1-8 0,-4-2 0,4-7 0,-4-8 0,5 3 0,-1-20 0,2-6 0,1-6 0,5-6 0,-7-1 0,9 3 0,-5 0 0,4 7 0,3-7 0,-1 8 0,0 0 0,0 8 0,6-1 0,0 8 0,0 1 0,-6 5 0,0 7 0,1 5 0,5 5 0,0 6 0,-1-4 0,-4 4 0,-1-4 0,6-2 0,0-2 0,0-3 0,0-6 0,0-4 0,0-2 0,-6 0 0,-2-2 0,-3-4 0,3-4 0,-13-7 0,3 0 0,-3 0 0,-2 0 0,0-1 0,-7 1 0,-5 0 0,-3 8 0,-2 3 0,0 4 0,-1 2 0,1 0 0,0 0 0,0 0 0,-1 8 0,1 3 0,0 4 0,8 2 0,3 1 0,4-1 0,2 0 0,0 0 0,0-5 0,0-1 0,0-7 0,8 4 0,3-8 0,4 0 0,2 0 0,1 0 0,-1-2 0,0-4 0,0 2 0,1-5 0,-1-1 0,0 0 0,-6 7 0,1-3 0,-1 4 0,7 2 0,-1 0 0,0 0 0,0 0 0,0 0 0,1 0 0,-1 0 0,0 0 0,-7 0 0,5 0 0,-6 0 0</inkml:trace>
  <inkml:trace contextRef="#ctx0" brushRef="#br2" timeOffset="246">29565 1719 8912,'9'0'0,"1"8"0,-5 3 0,-1 5 0,8 1 0,-1 2 0,6 4 0,8 4 0,0 7 0,6 0 0,-3 1 0,-1 5 0,2 0 0,1-2 0,-7-9 0,-5-4 0,-7-8 0,-7-7 0,3-3 0,-7-7 0</inkml:trace>
  <inkml:trace contextRef="#ctx0" brushRef="#br2" timeOffset="247">29909 1771 8912,'-10'17'0,"-5"0"0,5 2 0,-7 4 0,0 6 0,-6 5 0,0 6 0,-6-1 0,6 7 0,-7-1 0,13-1 0,-1-4 0,1 1 0,8-5 0,-1-4 0,2-9 0,8-6 0,16-32 0,3-14 0</inkml:trace>
  <inkml:trace contextRef="#ctx0" brushRef="#br2" timeOffset="248">30201 1788 8912,'0'10'0,"0"5"0,0-4 0,0 5 0,0 1 0,0 0 0,0 0 0,0 8 0,-6 0 0,1 4 0,-1 3 0,4-5 0,-4 0 0,4-3 0,-3-6 0,-5-1 0,1 0 0</inkml:trace>
  <inkml:trace contextRef="#ctx0" brushRef="#br2" timeOffset="249">30081 1651 8912,'0'-27'0,"0"-6"0,0 14 0,0-4 0,0 12 0,0 3 0,2 10 0,3 4 0,7 5 0,11 5 0,4 1 0</inkml:trace>
  <inkml:trace contextRef="#ctx0" brushRef="#br2" timeOffset="250">30528 1926 8912,'-17'0'0,"6"0"0,-1 0 0,8 0 0,-11 0 0,13 0 0,-6 0 0,8 7 0,0 7 0,0 7 0,0-2 0,0 6 0,0-8 0,0 0 0,0 0 0,0 0 0,0 1 0,0-1 0,0 0 0,-7-7 0,5-5 0,-4-12 0,4-11 0,2-6 0,2-11 0,4 1 0,5-1 0,-1-3 0,1 4 0,1-4 0,5 19 0,0-4 0,0 3 0,1 3 0,-1 6 0,0 1 0,0 3 0,0 9 0,1 9 0,-1 4 0,-6 10 0,-1 2 0,-2 0 0,-3 5 0,1-7 0,0 4 0,-2-7 0,-3-2 0,-1-3 0,0 0 0,8 0 0,-4-9 0,7-8 0,-7-8 0,12-9 0,-7-2 0,1-4 0,3-2 0,-5-5 0,1 3 0,5 2 0,-7-6 0,7 12 0,-9-4 0,3 10 0,-2 2 0,-4 7 0,7 6 0,-3 15 0,-4 0 0,6 6 0,-1-2 0,5 2 0,-5-4 0,9 4 0,-5-12 0,6 3 0,4-9 0,2-1 0,2-2 0,-2-2 0,-4-7 0,12 1 0,-8-9 0,-2-5 0,-2-2 0,-2-1 0,0 2 0,1-8 0,-7 6 0,-1-4 0,-3 2 0,-3 4 0,-2 2 0,-2 2 0,0 8 0,0 1 0,0 10 0,0 4 0,0 5 0,0 4 0,0 3 0,0-1 0,2 6 0,2 0 0,1-2 0,-1-2 0,6-2 0,-6-6 0,7 1 0,1-1 0,5-1 0,0-4 0,-6-5 0,1-1 0,1 0 0,1-1 0,-3-5 0,4 4 0,-11-8 0,8 5 0,-8 3 0,5-6 0,-3 8 0,-4 0 0,7 0 0,-5 2 0,2 4 0,0-2 0,-6 7 0,7-7 0,-5 11 0,6-13 0,-6 6 0,4-8 0,-5 0 0,13-8 0,-7-2 0,3 1 0,0-6 0,1 3 0,4-3 0,-3-2 0,3-1 0,2 7 0,2 1 0,4 3 0,-3-1 0,2 2 0,3 5 0,-2-5 0,0 12 0,0 3 0,0 8 0,-2 0 0,-9 1 0,3 7 0,-6 1 0</inkml:trace>
  <inkml:trace contextRef="#ctx0" brushRef="#br2" timeOffset="251">28790 3559 8912,'-17'0'0,"0"0"0,7 0 0,4 0 0,12 0 0,6 0 0,3-8 0,10-1 0,3-6 0,3 1 0,-2 3 0,-4-7 0,-8-4 0,0 1 0,0 1 0,-7 3 0,-6 0 0,-8 0 0,-8 7 0,-9 5 0,-4 5 0,-1 5 0,-3 7 0,-5 11 0,5 9 0,2 12 0,2 4 0,4 5 0,2 1 0,10 1 0,3 3 0,6-11 0,6 5 0,3-20 0,16 1 0,4-18 0,3-3 0,8-7 0,0-12 0,-1-12 0,-3-14 0,-2-9 0,1-10 0</inkml:trace>
  <inkml:trace contextRef="#ctx0" brushRef="#br2" timeOffset="252">29134 3404 8912,'8'-9'0,"-6"1"0,13 8 0,-3 0 0,5 10 0,6 7 0,4 8 0,1 9 0,1 0 0,0 7 0,5-1 0,0 5 0,1-4 0,-3-1 0,-1-6 0,-2 0 0,-8-7 0,2-4 0,-12-27 0,-3-7 0</inkml:trace>
  <inkml:trace contextRef="#ctx0" brushRef="#br2" timeOffset="253">29461 3353 8912,'-17'13'0,"0"4"0,0 20 0,-1 3 0,-5 9 0,1 9 0,-9 10 0,4 3 0,-5 4 0,3-5 0,4-9 0,14-3 0,1-14 0,2-10 0,5-9 0,8-14 0,9-9 0,7-11 0,6-10 0,7-16 0</inkml:trace>
  <inkml:trace contextRef="#ctx0" brushRef="#br2" timeOffset="254">29668 3421 8912,'0'12'0,"0"-1"0,0-5 0,0 6 0,0-1 0,0 12 0,0 2 0,0 2 0,2 3 0,3 10 0,-1 4 0,8 8 0,-8-1 0,9 1 0,-5-1 0,1 1 0,5 0 0,-5-8 0,1-4 0,-3-4 0,-1-9 0,-6-2 0,-15-16 0,-4-1 0</inkml:trace>
  <inkml:trace contextRef="#ctx0" brushRef="#br2" timeOffset="255">29530 3421 8912,'10'-7'0,"-5"-5"0,3 3 0,-2-3 0,9 7 0,2-7 0,8 8 0,11-3 0,5 7 0,4 0 0,-2 0 0,6 7 0,-5 5 0,0 3 0,-9 4 0,-12 2 0,-6 4 0,-6 2 0,-3 1 0,-10 1 0,-4-2 0,-5-2 0,-12 5 0,-4-5 0,-5 4 0,3-6 0,-4-4 0,7-2 0,-16 0 0,-2 0 0</inkml:trace>
  <inkml:trace contextRef="#ctx0" brushRef="#br2" timeOffset="256">30236 2888 8912,'0'-17'0,"0"8"0,0-7 0,-2 15 0,-2-3 0,-2 8 0,-7 20 0,-3 20 0,-6 19 0,4 19 0,7 10 0,9-40 0,0 1 0,-1 2 0,0 1 0,3-1 0,0 1-149,2 0 1,2-1 0,3-4 0,3-1 148,19 42 0,5-14 0,6-9 0,3-16 0,4-17 0,-1-11 0,0-4 0,6-15 0,-3-2 0,-3-10 0,4-11 0,-6-10 0</inkml:trace>
  <inkml:trace contextRef="#ctx0" brushRef="#br2" timeOffset="257">30683 3267 8912,'-11'0'0,"-1"-2"0,-1-4 0,-3-5 0,7 1 0,1 0 0,2 1 0,1-1 0,-1 3 0,6 1 0,-2 10 0,-4 19 0,4 5 0,-3 13 0,3 4 0,-4 7 0,0 5 0,1 2 0,5 5 0,0-7 0,0-4 0,2-3 0,3-4 0,7-6 0,11-11 0,-2-12 0,9-13 0,7-8 0,-1-13 0,10-12 0,-8-11 0,4-4 0,-7-8 0,-3 1 0,-3-1 0,-8 1 0,-8-1 0,-5 2 0,-10 3 0,-4 1 0,-3 8 0,-11-10 0,-2 10 0,-7 5 0,-4-1 0,5 20 0,-1-1 0,-2 5 0,7 5 0,1 7 0,3 3 0,3 7 0,0 11 0,6-2 0,1 7 0,2 3 0,3-6 0,5 7 0,0-13 0,0 6 0</inkml:trace>
  <inkml:trace contextRef="#ctx0" brushRef="#br2" timeOffset="258">30563 3456 8912,'-10'-8'0,"2"6"0,8-5 0,0 7 0,8-6 0,4 0 0,3 2 0,10 1 0,3-3 0,5 4 0,1-13 0,3 3 0,1-3 0,2-2 0,-2-1 0,-1-6 0,-3-3 0</inkml:trace>
  <inkml:trace contextRef="#ctx0" brushRef="#br2" timeOffset="259">31148 2802 8912,'-18'8'0,"1"-6"0,0 6 0,0-3 0,0 1 0,-1 2 0,3-2 0,2 5 0,1 4 0,7 2 0,-5 3 0,2 1 0,5 1 0,-5 7 0,2-6 0,0 6 0,6-6 0,2-2 0,4-2 0,4-4 0,7-3 0,8-5 0,-4-9 0,7-3 0,1-5 0,5-7 0,9-16 0,1-3 0</inkml:trace>
  <inkml:trace contextRef="#ctx0" brushRef="#br2" timeOffset="260">31578 2648 8912,'15'-33'0,"-1"5"0,-3 5 0,-7 4 0,4 9 0,-8 2 0,0 16 0,0 2 0,0 9 0,0 2 0,-2 4 0,-2 1 0,-2 5 0,0-6 0,4 5 0,-1-5 0,-3 2 0,0-6 0,6 2 0,0 4 0,0-8 0,0 4 0,0-4 0,-8-2 0,-1 0 0</inkml:trace>
  <inkml:trace contextRef="#ctx0" brushRef="#br2" timeOffset="261">31371 2648 8912,'-5'-12'0,"-1"1"0,0-1 0,8 1 0,6 1 0,9 3 0,8-7 0,11 11 0,4-9 0,10 1 0,9-7 0,1 1 0,1 2 0,0 3 0,-6 5 0,-3 7 0,-18-8 0,-9-1 0</inkml:trace>
  <inkml:trace contextRef="#ctx0" brushRef="#br2" timeOffset="262">31285 3662 8912,'-19'0'0,"-2"2"0,-2 4 0,2 3 0,2 3 0,2 1 0,0 6 0,1 6 0,3 9 0,2 1 0,7 5 0,-2 0 0,4-2 0,2-1 0,13-11 0,5-3 0,3-6 0,4-5 0,-4-6 0,7-12 0,3-6 0,1-3 0,-5-10 0,-4-3 0,-4-5 0,-4-1 0,-1-1 0,-5 1 0,-1 0 0,-2-1 0,-6 7 0,-2 1 0,-4 2 0,-3-6 0,-9 18 0,1-2 0,0 3 0,0 3 0,5 5 0,1-2 0,7 4 0,4-5 0,10-3 0</inkml:trace>
  <inkml:trace contextRef="#ctx0" brushRef="#br2" timeOffset="263">31957 3198 8912,'9'-8'0,"-1"-1"0,-8-1 0,2 4 0,3 12 0,-1 4 0,6 9 0,-1 2 0,1 2 0,-6 0 0,9 0 0,-5 1 0,1 3 0,1-4 0,1 6 0,-1-8 0,-4 2 0,-4-2 0,3 0 0,-5 2 0,-5-2 0,-5-2 0,-9-2 0,-2 0 0,-2 0 0,-8 1 0,6-9 0,-3-3 0,3-4 0,8-2 0</inkml:trace>
  <inkml:trace contextRef="#ctx0" brushRef="#br2" timeOffset="264">32146 3181 8912,'-12'-2'0,"1"-4"0,-1 4 0,-3 4 0,4 15 0,3 0 0,8 18 0,2-3 0,4 7 0,3 1 0,8-6 0,3 0 0,2 1 0,-2-1 0,12-5 0,-5-4 0,0-6 0,5 2 0,-11-19 0,6 3 0,-2-3 0,-2-9 0,2-10 0,1-10 0</inkml:trace>
  <inkml:trace contextRef="#ctx0" brushRef="#br2" timeOffset="265">32163 2562 8912,'0'-35'0,"2"9"0,6 3 0,9 4 0,8 11 0,9 8 0,8 15 0,2 20 0,6 12 0,-4 11 0,-6 10 0,-6 11 0,-5 13 0,-17-45 0,-1 3-227,0 7 1,-3 2-1,-3-1 1,-2 1 226,-2 7 0,-2 0 0,-3-7 0,-2 0 0,-4 1 0,-1-1 0,0-3 0,-1 0 0,-3 1 0,0-1 0,1-3 0,1-1 0,-1-2 0,-1 0-111,0-2 1,1-1 0,-7 37 110,-2-9 0,-3-12 0,10-6 0,-3-11 0,4-6 0,3-4 0</inkml:trace>
  <inkml:trace contextRef="#ctx0" brushRef="#br2" timeOffset="266">33041 4144 8912,'-18'0'0,"1"0"0,0 0 0,2 1 0,3 5 0,-1 6 0,7 11 0,0-4 0,6 6 0,0-8 0</inkml:trace>
  <inkml:trace contextRef="#ctx0" brushRef="#br2" timeOffset="267">29771 5020 8912,'-42'0'0,"-2"2"0,2 2 0,6 2 0,7 0 0,4 3 0,6 8 0,6 10 0,5 6 0,8 3 0,0 4 0,8 4 0,3 6 0,6-5 0,6-6 0,6-9 0,-2-7 0,1-11 0,3-7 0,1-3 0,-3-17 0,0-8 0,1-9 0,3-9 0,-6-3 0,-4-7 0,-10 5 0,-4 2 0,-1 2 0,-2 0 0,-6 2 0,-8 6 0,-5-3 0,-8 9 0,-8 3 0,-3 4 0,5 9 0,-4 5 0,8 7 0,2 0 0,4 7 0,6 5 0,3 3 0,8 2 0,0 0 0,8 1 0,1-1 0</inkml:trace>
  <inkml:trace contextRef="#ctx0" brushRef="#br2" timeOffset="268">29978 4917 8912,'9'0'0,"1"0"0,-5 0 0,-1-5 0,8-1 0,-7 0 0,7 6 0,-8 0 0,9 8 0,-7 3 0,5 4 0,-3 3 0,1-1 0,3 0 0,-1 0 0,1 0 0,-3 1 0,3-1 0,3-8 0,-3-3 0,3-4 0,-4-2 0,1 0 0,-2-4 0,3-5 0,-4-9 0,-1-1 0,4-7 0,-7-3 0,3 2 0,-2-1 0,-4 6 0,3 0 0,-1 2 0,2 3 0,3 8 0,1 1 0,3 16 0,-7 3 0,6 4 0,-5 3 0,3-1 0,1 0 0,1-5 0,-1-1 0,-1-5 0,3 3 0,-1-1 0,-1-2 0,6-6 0,1 0 0,-1 0 0,0 0 0,0 0 0,-7-8 0,5 4 0,-3-7 0,-3 5 0,3-5 0,-9 7 0,5-4 0,-8 8 0,-6 8 0,1 3 0,-7-1 0,6 1 0,-5 1 0,5 5 0,2 0 0,2-7 0,2 5 0,2-13 0,4 3 0,6-3 0,5-2 0,6 0 0,-2-5 0,7-1 0,1-15 0,4 15 0,-5-11 0,3 4 0,-6-3 0,1 5 0,-4-2 0,0 7 0,-2 2 0,-3 2 0,-2 4 0,-3 4 0,-5 3 0,-1 14 0,0 0 0,-3-2 0,7 6 0,0 0 0</inkml:trace>
  <inkml:trace contextRef="#ctx0" brushRef="#br2" timeOffset="269">30804 5571 8912,'-27'-35'0,"-6"3"0,5 3 0,3 12 0,0 11 0,2 6 0,0 6 0,-15 11 0,15 10 0,-12 9 0,3 4 0,7-2 0,2 8 0,6 4 0,5 3 0,9-5 0,6-4 0,15-4 0,10-5 0,20-9 0,9-3 0,10-11 0,8-7-357,-4-3 1,13-17-1,-6-4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20:37:25.51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3734 8579 8912,'0'10'0,"-7"-1"0,-5-3 0,-1-2 0,1 7 0,-1-5 0,5 4 0,1-1 0,-1 1 0,-5-6 0,9 5 0,-8-5 0,1 4 0,1 1 0,-5-5 0,11 9 0,-7-7 0,7 0 0,-6-6 0,5 0 0,3 0 0,-6 0 0,8-8 0,0-3 0,0 1 0,0-1 0,0-1 0,0-5 0,-2 0 0,-4 0 0,4 0 0,-3-1 0,3 1 0,2 0 0,0 0 0,0 0 0,0-1 0,-2 3 0,-4 4 0,4-5 0,-5 24 0,7 3 0,1 14 0,3 17 0,4 8 0,2 5 0,1 18 0,6-10-120,0 12 0,3-5 120,2-1 0,-2-10 0,4-7 0,1-10 0,-6-15 0,4-10 0,-4-10 0,-1-7 0,-1-5 0,-6-13 0,1-10 0,1-5 0,-5-9 0,0 0 0,-8-5 0,0 1 0,0 0 0,0 2 0,0 4 240,0 11-240,0 4 0,0 16 0,0 9 0,7 13 0,5 16 0,3-1 0,2 13 0,8 1 0,4-2 0,-1-2 0,5-9 0,3-7 0,2-4 0,5-7 0,-7-3 0,6-12 0,-8-7 0,1-11 0,-3-18 0,-3-5 0,-6-11 0,-12-1 0,-5 1 0,-4 3 0,-6 7 0,-7 0 0,-1 8 0,-20-2 0,3 11 0,-3 6 0,-1 10 0,4 1 0,-1 11 0,7 1 0,2 7 0,7 10 0,5 1 0,1-1 0,2 0 0,6 0 0</inkml:trace>
  <inkml:trace contextRef="#ctx0" brushRef="#br0" timeOffset="1">4509 8321 8912,'0'-26'0,"-2"3"0,-4 4 0,4 9 0,-6 4 0,8 12 0,0 13 0,0 16 0,0 7 0,0 15 0,0 2 0,0 2 0,0-5 0,0 11 0,0-4 0,0 4 0,8-6 0,-4 4 0,7-8 0,-7-2 0,2-9 0,2-6 0,-3-11 0,1-4 0,0-18 0,0-7 0,-3-9 0,-1-14 0,4-10 0,0-9 0,-2-2 0,5-1 0,-5-5 0,6 2 0,-3 2 0,7 8 0,-5 4 0,8 9 0,1 0 0,-1 14 0,0-10 0,0 15 0,6 2 0,2 10 0,2 5 0,1 10 0,7 2 0,-1 0 0,6-6 0,1 1 0,6-3 0,-1-4 0,-4-3 0,-2-8 0,-3 0 0,-10 0 0,3-2 0,-7-4 0,0-9 0,-6-8 0,-7-2 0,-3 4 0,1-2 0,-6-5 0,4 5 0,-12 0 0,-4 6 0,-9-1 0,-4 1 0,4 8 0,-6 1 0,8 8 0,0 2 0,0 4 0,0 5 0,-1 12 0,3 2 0,4 4 0,3 1 0,8-7 0,0 8 0,0-3 0,0-3 0,0-2 0,0-4 0,0-2 0,8-1 0,3-5 0,4-3 0,3-8 0,-1 0 0,0-2 0,0-4 0,-5-9 0,-1-8 0,-1-6 0,1 6 0,3-7 0,-9 1 0,1 2 0,-6-1 0,0 5 0,0-6 0,0 8 0,0-4 0,0 16 0,0 1 0,6 21 0,0 5 0,7 4 0,-2 1 0,5-2 0,1 8 0,0-8 0,0 2 0,1 2 0,-1-2 0,2-6 0,4-6 0,-4-7 0,4 2 0,2-4 0,-2-2 0,0-4 0,-6-7 0,0-1 0,0-11 0,-5-4 0,-1-1 0,-1-10 0,1-3 0,-3-6 0,-8 1 0,0-4 0,0-9 0,-8 4 0,-3-8 0,1 5 0,-1-5 0,5 15 0,-6 3 0,9 14 0,-3 8 0,4 12 0,4 13 0,4 17 0,5 13 0,4 18 0,3 13 0,-7 6 0,1 5 0,-3 4-151,3 8 1,3-9 150,-4-8 0,5-3 0,1-8 0,2-1 0,4-5 0,-4-3 0,4-3 0,-4-13 0,-2-16 0,-1-2 0,-5-9 0,-3 0 0</inkml:trace>
  <inkml:trace contextRef="#ctx0" brushRef="#br0" timeOffset="2">5730 8597 8912,'-17'0'0,"2"-2"0,4-4 0,-5 4 0,14-6 0,-5 8 0,22-2 0,8-3 0,7-7 0,7-3 0,3-2 0,4-6 0,8 0 0,7-8 0,4 3 0,-2 3 0,2 2 0,-7-4 0,3 0 0</inkml:trace>
  <inkml:trace contextRef="#ctx0" brushRef="#br0" timeOffset="3">6643 8356 8912,'-10'8'0,"-3"-5"0,7 9 0,0-1 0,6 6 0,0 8 0,0-4 0,0 8 0,0 2 0,8-7 0,1 7 0,9-8 0,-1 5 0,0-5 0,0 0 0,0-5 0,-1-7 0,-5 0 0,4-7 0,-3 2 0,3-4 0,2-4 0,1-4 0,-1-9 0,0-8 0,0-7 0,-5 3 0,-3-10 0,-1-3 0,-2 4 0,-4 0 0,1 9 0,3 2 0,0 2 0,-6 6 0,0 8 0,8 3 0,3 12 0,-3 3 0,5 16 0,-5 2 0,1-1 0,3 7 0,-1-6 0,-1 5 0,-3-3 0,7 3 0,-12-11 0,3 6 0,-3-2 0,-2-2 0,0-6 0,-7-8 0,-3-1 0,-15-16 0,-1-1 0</inkml:trace>
  <inkml:trace contextRef="#ctx0" brushRef="#br0" timeOffset="4">6660 7960 8912,'-17'0'0,"-1"6"0,1 0 0,0 2 0,0-3 0,5-3 0,3 6 0,1-1 0,-5-5 0,11 8 0,-4-4 0,4-4 0,2 5 0,8-7 0,1 0 0,3 0 0,-1 0 0,-7 0 0,4 0 0,-8 0 0,-8 2 0,-3 4 0,1-2 0,-1 7 0,1-5 0,-1 5 0,5 3 0,4 1 0,10 2 0,1 0 0</inkml:trace>
  <inkml:trace contextRef="#ctx0" brushRef="#br0" timeOffset="5">7486 7995 8912,'0'-17'0,"0"7"0,0 2 0,6 16 0,-1 4 0,7 12 0,-7 11 0,9 3 0,-3 12 0,5 3 0,1 4 0,0 1 0,2-5 0,2 6 0,2 1 0,0-5 0,-6 8 0,-5-6 0,-1 6 0,-7-9 0,0-2 0,-8-10 0,-7-6 0,-12-9 0,-4-3 0</inkml:trace>
  <inkml:trace contextRef="#ctx0" brushRef="#br0" timeOffset="6">7365 8562 8912,'0'-17'0,"-2"0"0,-3 0 0,1-1 0,-8 1 0,10 0 0,2 0 0,0 0 0,21-1 0,-3 1 0,10 0 0,1 0 0,5-8 0,7-4 0,1-3 0,4-2 0,3-7 0,-3 1 0,2-7 0,-2 1 0,-6 6 0,-11 5 0,-10 8 0,-8 10 0,-7 0 0,4 7 0,-8 3 0,0 14 0,0 5 0,0 9 0,0 4 0,2 2 0,2 5 0,1 6 0,9 0 0,-3 8 0,-1-8 0,1 3 0,1 1 0,5-2 0,-6 0 0,1-6 0,-6-1 0,5-5 0,-5-3 0,3-8 0,-1 1 0,-2-9 0,-6-1 0,0-18 0,0-7 0,0-2 0,0-10 0,0-1 0,0-3 0,0-1 0,0 5 0,0 1 0,0 12 0,0-1 0,0 4 0,7 3 0,3 6 0,7 16 0,-4 1 0,5 16 0,-5-1 0,10 7 0,-4-1 0,4-1 0,2-3 0,2-1 0,1-10 0,7-2 0,-1-1 0,1-11 0,-1-1 0,0-10 0,-7-5 0,-2-12 0,0-6 0,-12-3 0,3-3 0,-7 1 0,-3 0 0,-6-1 0,0 1 0,0 0 0,-8 7 0,-1-2 0,-8 12 0,-1 7 0,1 7 0,0 12 0,0 8 0,-1 10 0,7 13 0,0 6 0,5-2 0,-6 2 0,8-6 0,-1 6 0,10-8 0,7 0 0,3-7 0,10-6 0,4-8 0,3 0 0,5-7 0,3-5 0,-2-7 0,8-9 0,-8-1 0,12-28 0,-6 4 0</inkml:trace>
  <inkml:trace contextRef="#ctx0" brushRef="#br0" timeOffset="7">9723 8012 8912,'-35'-25'0,"7"12"0,1-2 0,2 5 0,2 6 0,-2 2 0,6 2 0,-11 8 0,5 5 0,0 6 0,0 6 0,4 2 0,2 9 0,2 1 0,1 3 0,5-4 0,-4-2 0,13 1 0,-4-1 0,4 0 0,2-7 0,0-2 0,0-8 0,0 0 0,0-7 0,2-2 0,4-8 0,3 0 0,7-14 0,-3-3 0,-2-2 0,1-2 0,5 0 0,0-2 0,1 0 0,-7 12 0,1-1 0,-1 8 0,6-3 0,0 7 0,1 0 0,-9 7 0,6 1 0,-3 5 0,3-1 0,2-1 0,1 8 0,-1 4 0,2-4 0,4 4 0,4-5 0,1-5 0,1-2 0,0-7 0,5 4 0,1-8 0,-1 0 0,0 0 0</inkml:trace>
  <inkml:trace contextRef="#ctx0" brushRef="#br0" timeOffset="8">10119 7995 8912,'-18'-35'0,"1"1"0,2 2 0,4 3 0,-5 4 0,7 8 0,-9 11 0,1 12 0,0 11 0,0 19 0,0 4 0,-1-3 0,3 12 0,4-3 0,-3 6 0,9 5 0,-1-5 0,6 1 0,0-5 0,0-10 0,13 2 0,4-11 0,10-4 0,-4-8 0,13-7 0,1-7 0,5-6 0,-4-7 0,12-15 0,-14-9 0,6-10 0</inkml:trace>
  <inkml:trace contextRef="#ctx0" brushRef="#br0" timeOffset="9">10497 7874 8912,'-17'-5'0,"0"-1"0,0 0 0,-1 6 0,-1 8 0,-4 3 0,4 12 0,-4 6 0,4 3 0,2 3 0,2 7 0,3 4 0,-1-4 0,7-2 0,0-4 0,6-1 0,8-1 0,3 0 0,5-13 0,1-4 0,8-11 0,4 0 0,3-4 0,2-2 0,1-8 0,-1-3 0,-5-6 0,0-6 0,-1 4 0,7-4 0,-3-2-3392,-3 2 3392,3-8 0,-5-3 0,8-10 0</inkml:trace>
  <inkml:trace contextRef="#ctx0" brushRef="#br0" timeOffset="10">10962 7995 8912,'-17'0'0,"5"-6"0,1 0 0,1-1 0,-1 1 0,-5 2 0,5-7 0,1 5 0,-1-5 0,-1 7 0,-5-12 0,6 14 0,-1-3 0,8 1 0,-1-2 0,3 4 0,2-5 0,0 7 0,0 0 0,7 0 0,-5 0 0,6 0 0,-8 0 0,0 2 0,0 3 0,8-3 0,-6 8 0,3-5 0,3-1 0,-2 8 0,5-1 0,-5 6 0,7 1 0,-1-1 0,-3 6 0,3 0 0,-6 0 0,5-6 0,-5-2 0,5-3 0,-5 3 0,5-4 0,1-3 0,5 0 0,0-8 0,1-8 0,-1-4 0,-6-9 0,-1-3 0,-1-1 0,1 0 0,-6-6 0,1 3 0,-3 3 0,-2 2 0,6-2 0,0 2 0,0 6 0,-6 6 0,0 7 0,0 6 0,0 15 0,0 0 0,0 8 0,0 0 0,2-4 0,3 7 0,-1-7 0,8 2 0,-7-4 0,7-1 0,-1-1 0,6-2 0,1-3 0,-1-5 0,0-7 0,0 0 0,0-15 0,1-4 0</inkml:trace>
  <inkml:trace contextRef="#ctx0" brushRef="#br0" timeOffset="11">11478 7806 8912,'-2'-16'0,"-3"5"0,3 1 0,-6 7 0,0-3 0,6 0 0,-3 8 0,10 2 0,7 3 0,3 3 0,2 1 0,1 7 0,5-1 0,-1 0 0,7 6 0,-6 0 0,0 2 0,-6-2 0,-1-2 0,-3 5 0,-3-1 0,-1-4 0,1-2 0,-7-1 0,3-1 0,-4 0 0,-10-7 0,-1-3 0,-8-14 0,-1-5 0,3-5 0,4-6 0,3 4 0,8-4 0,0-2 0,0 2 0,2-2 0,4 2 0,5 6 0,12 0 0,-2 0 0,8 5 0,3-3 0,7-2 0,-3 5 0,4 1 0,-2 5 0,2-5 0,-5 7 0,-1-2 0,-7 4 0,-10 2 0,-7 0 0,-3 0 0,-8 0 0,-5 0 0,-6 0 0,-11 0 0,4 2 0,-4 4 0,4-2 0,2 7 0,0 3 0,0 1 0,1 2 0,5 0 0,-4 0 0,3 1 0,3-1 0,-3 0 0,8 0 0,-2 0 0,5 1 0,1-1 0,0 0 0,1-7 0,5-5 0,4-3 0,7-2 0,-6 0 0,1 0 0,-1-2 0,7-2 0,-1-1 0,0 1 0,0 2 0,0 2 0,-5 2 0,-1 4 0,1-3 0,5 9 0,-5-8 0,-1 1 0,0-3 0,7-2 0</inkml:trace>
  <inkml:trace contextRef="#ctx0" brushRef="#br0" timeOffset="12">12545 7771 8912,'-17'-17'0,"0"0"0,-1 0 0,1 0 0,0 7 0,0 4 0,0 6 0,-1 6 0,1 7 0,0 8 0,6 4 0,-1 4 0,8 3 0,-1-3 0,3 2 0,2-3 0,0-3 0,0-8 0,7 4 0,5-4 0,3 3 0,2-15 0,0 1 0,1-6 0,-1 0 0,0 0 0,0-8 0,0-3 0,1-4 0,-1-3 0,0 3 0,0 4 0,1-5 0,-1 9 0,0-5 0,0-3 0,-5 7 0,-1-3 0,-7 3 0,4 8 0,-7 0 0,5 0 0,-4 0 0,8 0 0,-5 0 0,-1 0 0,8 0 0,-7 0 0,7 0 0,-6 0 0,5 0 0,-5 0 0,5 0 0,-5-5 0,6-1 0,-7 0 0,7 6 0,-8 0 0,11 2 0,-6 4 0,1 7 0,-4 8 0,-4 6 0,-2 7 0,5 3 0,1 3 0,-2 4 0,-10 7 0,-5 1 0,-6-4 0,-4-1 0,-2 1 0,-16 4 0,-1-12 0,-8 0 0,-3-6 0</inkml:trace>
  <inkml:trace contextRef="#ctx0" brushRef="#br0" timeOffset="13">5180 10505 8103,'-35'11'0,"1"-1"0,1-2 0,3-3 0,3 3 0,2 4 99,4 3 0,4 12 0,6 5 0,5 10-99,4 8 0,4-1 0,5 14 0,11 2 34,8 2 0,9-8 0,3-7 0,2-10-34,-2-6 0,-1-11 0,-3-8 0,1-11 34,-1-10 0,-1-13-34,-5-12 0,-3-5 0,-10-4 0,-3-4 0,-6-2 0,-4-2 0,-10-4 69,-4 5 1,-11-3 0,-5 8-70,-5 1 0,-1 9 0,-1 1 0,1 8 0,2 0 0,1 8 0,2 7 0,2 6 0,-1 6 0,5 5 0,11 10 0,7 2 0,7 8 0,7-4 0,8-1 0,12-1 0,0-8 0,11-7 0,4-3 0</inkml:trace>
  <inkml:trace contextRef="#ctx0" brushRef="#br0" timeOffset="14">5885 10471 8069,'16'-37'0,"-5"-3"0,-3 10 137,-8-5 1,0 7-1,-2-3-137,-4 2 0,-5 10 47,-12 2 0,4 2 1,-6 7-48,0-1 0,6 5 35,-4-2 1,4 4-36,1 2 0,7 10 72,0 7 1,1 8 0,-1 11-73,5 4 0,4 12 0,2 11 0,0 6 0,0 5 0,2-3 0,4 3 0,5-3 0,4-2 0,2-1 0,6-1 0,0-4 0,6-5 0,-6-12 0,-2-6 0,-2-6 0,-2-5 0,1-4 0,-1-8 0,0 0 0</inkml:trace>
  <inkml:trace contextRef="#ctx0" brushRef="#br0" timeOffset="15">5610 10952 8912,'-17'6'0,"0"-1"0,-1-1 0,9-2 0,3-2 0,12 0 0,7-2 0,16-3 0,1-5 0,16-7 0,0-2 0,-2-4 0,6 2 0,-4-8 0,4 8 0,1-2 0,-5 4 0,0 2 0,0 0 0,13-8 0,2-2 0</inkml:trace>
  <inkml:trace contextRef="#ctx0" brushRef="#br0" timeOffset="16">7056 10419 7946,'-29'12'0,"0"-1"0,6-7 0,-4 3 0,3 1 471,3 4-471,-6 3 0,8 15 0,-4 7 0,6 5 81,5 5 0,4 9-81,8 1 0,14 12 0,5-4 0,6-2 0,5-2 0,3-6 0,9-7 0,4-2 0,-4-15 41,-2-3 0,-4-14-41,-1-9 0,-8-3 125,-4-2 1,-4-9-126,-2-8 0,0-8 0,0-10 0,-5-7 0,-1-4 0,-5-3 0,5-3 0,-7 1 0,2-1 0,-4-1 0,-2-5 0,-2 5 0,-4-5 0,-3 5 0,-9 1 0,-4 7 0,-1-1 0,0 15 0,5 2 0,1 16 0,0 5 0,7 16 0,5 4 0,3 10 0,2 7 0,0 4 0,0 1 0</inkml:trace>
  <inkml:trace contextRef="#ctx0" brushRef="#br0" timeOffset="17">6987 10952 8912,'-8'11'0,"-3"1"0,-5-8 0,-1 2 0,6-5 0,-1-1 0,8-7 0,2 3 0,12-8 0,5-1 0,6-2 0,16-2 0,3-1 0,-2 1 0,8 0 0,0 0 0,-2 0 0,-2 5 0,-8 1 0,8-8 0,2-8 0</inkml:trace>
  <inkml:trace contextRef="#ctx0" brushRef="#br0" timeOffset="18">7641 10832 8912,'-8'-10'0,"6"-5"0,-6 5 0,10-1 0,4-1 0,4 9 0,7-5 0,2 8 0,2 2 0,2 4 0,6-3 0,-6 9 0,0 1 0,-6 10 0,0-2 0,-2 8 0,-3 1 0,3 3 0,-13 1 0,4-1 0,-4-5 0,-2 5 0,-2-6 0,-2 5 0,-2-3 0,-7-4 0,11-8 0,-13 0 0,13-8 0,2-9 0,13-13 0,8-8 0,-2 2 0,14-8 0,-5 4 0,5-5 0,1-5 0,-7-1 0,-2-1 0</inkml:trace>
  <inkml:trace contextRef="#ctx0" brushRef="#br0" timeOffset="19">8312 10797 8912,'0'10'0,"-2"5"0,-4-3 0,-3 3 0,-9 2 0,1 0 0,0 0 0,2 6 0,3 0 0,-3 8 0,13-10 0,-4 8 0,6-1 0,6 5 0,5-5 0,5-3 0,3-8 0,4 1 0,2-9 0,3-3 0,3-6 0,-6-6 0,2-5 0,-6-12 0,3-4 0,-6-7 0,-3-3 0,-4-3 0,-3 4 0,-8-4 0,-2 3 0,-4 3 0,-5 0 0,-10-1 0,-2 1 0,-6 7 0,6 4 0,-5 4 0,5 2 0,0 7 0,6 3 0,1 9 0,5 3 0,3-3 0,8 14 0,0-7 0</inkml:trace>
  <inkml:trace contextRef="#ctx0" brushRef="#br0" timeOffset="20">8845 10092 8912,'0'-11'0,"0"-1"0,2-1 0,4-2 0,5-2 0,10-1 0,2 1 0,8 2 0,-2 3 0,3-1 0,1 7 0,-5 3 0,5 1 0,-4 2 0,-5 7 0,-1 7 0,-5 5 0,-7 6 0,-5 1 0,-6 11 0,-6 8 0,-4 1 0,-7 6 0,0-2 0,0 13 0,0 0 0,-1 5-848,1-6 0,0 4 0,0-4 0</inkml:trace>
  <inkml:trace contextRef="#ctx0" brushRef="#br0" timeOffset="21">9396 10814 8912,'-6'12'0,"0"-1"0,-5-5 0,3 6 0,-1 1 0,-3 2 0,-5 2 0,8 1 0,3-1 0,4-8 0,10-3 0,3-12 0,4-5 0,3-4 0,-1-3 0,-8 1 0,-3 0 0,-4-6 0,-2 0 0,0-5 0,0 5 0,-15 0 0,-8 6 0,-16-1 0,-6 1 0,-20 0 0,-6 0 0</inkml:trace>
  <inkml:trace contextRef="#ctx0" brushRef="#br0" timeOffset="22">7176 10471 8912,'17'0'0,"-7"0"0,-8-2 0,-10-2 0,-2-2 0,5-5 0,-7 5 0,-1 2 0,-2 2 0,-3 2 0,1 0 0,0 0 0,-2 8 0,-2 1 0,-2 1 0,-15 13 0,1-4 0</inkml:trace>
  <inkml:trace contextRef="#ctx0" brushRef="#br0" timeOffset="23">1996 8562 8912,'-11'-6'0,"-1"-1"0,-1-1 0,-4 1 0,-4 3 0,-4 2 0,-2 2 0,-4 0 0,-7 2 0,-2 3 0,0 9 0,-2 7 0,7 7 0,-3 15 0,6 10 0,1 14 0,4 9 0,16 12 0,5 4 0,4 3 0,2-44 0,2 0 0,6 44 0,9-11 0,10-13 0,5-20 0,3-16 0,5-10 0,0-14 0,-2-5 0,4-6 0,-2-6 0,8-13 0,-4-13 0,0-7 0,-2-16 0,-7-2 0,-3-4 0,-3-8 0,-1 4 0,-10-10 0,-9 5 0,-5 1 0,-6 4 0,-4 8 0,-11 1 0,-13 20 0,-9 9 0,1 10 0,-8 17 0,0 0 0,-5 0 0,7 13 0,4 6 0,3 6 0,5 10 0,3 5 0,4 6 0,8-6 0,7 0 0,5-6 0,3-1 0,2-5 0,-8 5 0,-1-6 0</inkml:trace>
  <inkml:trace contextRef="#ctx0" brushRef="#br0" timeOffset="24">1772 9078 8912,'18'-17'0,"-1"0"0,-6 7 0,1 4 0,-6 4 0,5 2 0,1 4 0,5 8 0,0 7 0,0 15 0,2 8 0,4 4 0,-4 9 0,4 3 0,4 5 0,2-6 0,-2 2 0,-1-5 0,-1-3 0,4-3 0,-6-13 0,0-11 0,-6-5 0,-2-9 0,-3-8 0,3-14 0,-5-14 0</inkml:trace>
  <inkml:trace contextRef="#ctx0" brushRef="#br0" timeOffset="25">2426 8923 8912,'10'-25'0,"-2"6"0,-8-4 0,0 4 0,-8 2 0,4 8 0,-7 3 0,7 6 0,-2 6 0,4 7 0,2 8 0,0 8 0,2 3 0,4 2 0,-4 1 0,13-1 0,-5 1 0</inkml:trace>
  <inkml:trace contextRef="#ctx0" brushRef="#br0" timeOffset="26">2650 9233 8912,'0'17'0,"0"-6"0,0 1 0,0-8 0,-2 3 0,-4-7 0,3 0 0,-9 0 0,8-2 0,-1-3 0,3 3 0,-6-6 0,-1 8 0</inkml:trace>
  <inkml:trace contextRef="#ctx0" brushRef="#br0" timeOffset="27">2375 14167 8912,'-17'-9'0,"1"3"0,5 14 0,5 9 0,4 11 0,2 11 0,6 5 0,2 7 0,1 3 0,5 3 0,-7 4 0,1 6 0,-2-4 0,-1-6 0,1-11 0,-6-6 0,0-4 0,0-16 0,0-7 0,0-21 0,-2-11 0,-4-13 0,-1-14 0,-5-17 0,-3-2 0,3-15 0,-5-2 0,-2-8 0,0-4 0,4-1 0,3 3-80,6 43 0,1 0 1,-3-33-1,8 6 80,0 15 0,2 19 0,4 19 0,3 11 0,9 7 0,1 10 0,4 7 0,3 11 0,9 5 0,7 14 0,4 10 0,3 7 0,3 10 0,0 7 0,-1 5-148,-25-39 1,0 0-1,2 1 1,-1 0 147,0 0 0,-2 0 0,23 37 0,-14 0 0,-1-7 0,-3 3 0,-1 1 0,-14-22 150,3-3 0,-13-12-150,1-6 0,-4-13 0,-2-4 0,-15-11 0,3 9 0,-13-5 0</inkml:trace>
  <inkml:trace contextRef="#ctx0" brushRef="#br0" timeOffset="28">2564 14580 8912,'-25'0'0,"-2"0"0,1 0 0,3 0 0,11 0 0,5 0 0,7 0 0,15 0 0,8-2 0,7-4 0,13-11 0,2-12 0,5-3 0,2-3 0,-1 1 0,-5 0 0,0-1 0,-2 3 0,4 1 0,-2 3 0,-8-1 0,4-5 0</inkml:trace>
  <inkml:trace contextRef="#ctx0" brushRef="#br0" timeOffset="29">3614 13875 8912,'-17'9'0,"-1"-3"0,7-4 0,-1-2 0,9 2 0,-3 4 0,6-4 0,6 5 0,5 1 0,4-4 0,3 7 0,-1 8 0,0 8 0</inkml:trace>
  <inkml:trace contextRef="#ctx0" brushRef="#br0" timeOffset="30">3855 14339 8912,'-17'0'0,"5"0"0,1 0 0,-1 0 0,-5 0 0,2-2 0,3-4 0,-1 3 0,7-9 0,0 8 0,8-11 0,4 4 0,3-5 0,9-1 0,-1 0 0</inkml:trace>
  <inkml:trace contextRef="#ctx0" brushRef="#br0" timeOffset="31">5042 13531 8912,'0'-11'0,"0"-1"0,0-1 0,0-3 0,0-1 0,0 0 0,0 0 0,-2 2 0,-4 3 0,5 4 0,-15 8 0,12 0 0,-7 0 0,7 0 0,-3 10 0,7 7 0,0 8 0,0 9 0,0 16 0,0 4 0,0 14 0,0 1 0,0 2 0,0 3 0,0-3 0,1 4 0,5-5 0,9-11 0,8-7 0,6-18 0,-6-16 0,8-9 0,-5-9 0</inkml:trace>
  <inkml:trace contextRef="#ctx0" brushRef="#br0" timeOffset="32">5438 13651 8912,'-4'19'0,"-4"2"0,-3 2 0,-8 2 0,7-2 0,-1 6 0,2 11 0,-3 2 0,8 4 0,3-4 0,8-8 0,5-1 0,9-5 0,6-7 0,9-7 0,1-7 0,14-14 0,-3-7 0,4-7 0,-6-13 0,-4-12 0,-5-2 0,-7 3 0,-11-5 0,-9 8 0,-8-4 0,0 6 0,-15 4 0,-4 3 0,-18 4 0,-3 6 0,-2 1 0,-4 4 0,-2-1 0,8 14 0,0-1 0,8 8 0,5 3 0,10 7 0,7 3 0,14 8 0,7 0 0,9 0 0,22 2 0,2 2 0</inkml:trace>
  <inkml:trace contextRef="#ctx0" brushRef="#br0" timeOffset="33">6298 13514 8912,'-24'17'0,"-3"-4"0,-8 5 0,1 3 0,-1 13 0,1 10 0,2 6 0,5 5 0,10 0 0,7-1 0,14-4 0,7-5 0,5-3 0,18-7 0,4-16 0,14-8 0,0-7 0,-1-8 0,1-7 0,-8-8 0,-4-16 0,-4-7 0,-1-3 0,-9-5 0,-3-2 0,-11 3 0,-6 3 0,-8 2 0,-8 6 0,-9-2 0,-6 1 0,4 3 0,-13 9 0,1 6 0,-5 8 0,0 0 0,9 7 0,4 0 0,10 8 0,3 4 0,7 3 0,10 8 0,5-7 0,15-2 0,9-1 0,10 3 0</inkml:trace>
  <inkml:trace contextRef="#ctx0" brushRef="#br0" timeOffset="34">7038 13359 8912,'0'12'0,"0"-1"0,-5-5 0,-3 5 0,-2 3 0,-1 1 0,-6 2 0,0 0 0,-1 0 0,9-7 0,-7 5 0,15-5 0,-7-1 0,16-1 0,3-10 0,4-4 0,3-5 0,-1-10 0,0-2 0,-2 0 0,-3 6 0,-5 0 0,-1-1 0,0 1 0,-2 0 0,-10 8 0,-4-5 0,-7 8 0,0 3 0,0 3 0,0 5 0,-1 5 0,1 7 0,0 0 0,0 0 0,7 3 0,4 2 0,-3-10 0,7 11 0,-6-14 0,8 9 0</inkml:trace>
  <inkml:trace contextRef="#ctx0" brushRef="#br0" timeOffset="35">7830 12878 8912,'-12'-12'0,"1"3"0,-2 1 0,-3 4 0,-9 2 0,-1 14 0,-9 11 0,-1 13 0,0 23 0,-1 12 0,5 13 0,18-35 0,1 3 0,1 5 0,1 1 0,2 2 0,3 0-246,5 3 0,2 0 0,-1-1 0,2 0 246,0 5 0,1-2 0,1-7 0,2-1 0,2-2 0,1-1 0,6 41-106,-3-15 1,-2-11 105,-5-11 0,-3-13 0,4-4 0,-4-13 0,-2-5 0,2-11 0,3-7 0,13-10 0,-9-5 0</inkml:trace>
  <inkml:trace contextRef="#ctx0" brushRef="#br0" timeOffset="36">8071 13789 8912,'-17'0'0,"-1"-6"0,1 0 0,6 1 0,-1 7 0,-1 3 0,3 5 0,1 9 0,1 2 0,4 2 0,2 0 0,4-6 0,4 0 0,2-5 0,3-1 0,10-7 0,-4 2 0,3-4 0,-1-2 0,-8-8 0,1-3 0,-3-5 0,3-1 0,-5 0 0,-7 0 0,0-1 0,-7 3 0,-5 4 0,-3-5 0,-2 15 0,-1-5 0,-4 4 0,-1 2 0,2 0 0,9 8 0,-1 1 0,7 8 0,0-7 0,14 5 0,1-5 0</inkml:trace>
  <inkml:trace contextRef="#ctx0" brushRef="#br0" timeOffset="37">19101 10707 8912,'43'10'0,"3"-2"0,-32-5 0</inkml:trace>
  <inkml:trace contextRef="#ctx0" brushRef="#br0" timeOffset="38">23644 10797 6895,'24'0'0,"16"0"0,-2 0 0,-2 0 0,3 0 266,-5 0 1,2 0-267,-13 0 0,0 0 867,-6 0-867,-7 0 617,-2 0-617,-8 0 0,0 0 0,-2-5 0,-4-1 0,4-8 0,-6 11 0,8-9 0,0-1 0,0-2 0,0-3 0,0 1 0,0 0 0,2-2 0,4-4 0,2-4 0,3-7 0,5-8 0,-5-6 0,6-7 0,6-8 0,-4-12 0,8-3 0,-6-10-1300,2-4 1300,-7 41 0,-1-1 0,-5-5 0,1-1 0,3-4 0,0-2 0,0 0 0,-1-2 0,1-2 0,1-1 0,2-7 0,0-1 0,-1-4 0,1 0 0,1-6 0,2 0 0,3 0 0,2 0 0,-2-2 0,2 0 0,2 1 0,3 1 0,4-3 0,1 2 0,-2 4 0,3 2 0,4-5 0,0 2 0,-6 10 0,-1 3 0,-5 6 0,-1 2 0,-2 5 0,-4 1 0,-6 7 0,-1 1 0,1 1 0,-1 1 0,5-37 0,-2 17 0,-2 7 0,-9 11 0,-2 4 0,-2 6 0,-2 0 0,0 5 0,0-3 0,0 10 0,0 3 0,0 2 0,0 4 0,0 2 0,0 5 1300,0 1-1300,0 7 0,0-4 0,0 8 0,0 0 0,0 10 0,0 7 0,-8 8 0,4 11 0,-5 4 0,1 6 0,-13 4-133,9 9 1,-28 2 0,4 8 0</inkml:trace>
  <inkml:trace contextRef="#ctx0" brushRef="#br0" timeOffset="39">24075 10832 8912,'-12'-2'0,"1"-2"0,0-4 0,-1 1 0,1-1 0,5 2 0,-6 4 0,-1-1 0,-2-3 0,3 0 0,1 6 0,-3 0 0,5-6 0,-3 1 0,-1 1 0,-2 2 0,-3 2 0,1 0 0,0 0 0,0 2 0,0 4 0,-1-3 0,1 9 0,-2-1 0,-4-1 0,4 5 0,-8-5 0,4 7 0,13-8 0</inkml:trace>
  <inkml:trace contextRef="#ctx0" brushRef="#br0" timeOffset="40">22545 11622 7680,'-1'1'0,"0"0"0</inkml:trace>
  <inkml:trace contextRef="#ctx0" brushRef="#br0" timeOffset="41">22496 11657 7680,'-8'6'0,"-49"35"0,0 1 0,1 1 0,3-2 0,0-1 0,2 1 0,-21 17 0,2 1 0,5-3 0,0-2 0,7-4 0,0-2 0,0 0 0,1-1 0,1 0 0,1 0 0,5-1 0,3 0 0,7-4 0,3 2 0,2-2 0,1 0 0,0-2 0,0 0 0,-3-2 0,-1-2 0,-37 25 0,3-7-749,1-6 749,10-2 0,1-1-16,9 1 1,9-8 15,7 3 0,9-13 0,10-5 0,5-4 0,3-9 562,16-10 1,11-19-563,15-16 0,8-9 0,10-13 0,2-4 0,3-8 0,4 8 0,8 2 0</inkml:trace>
  <inkml:trace contextRef="#ctx0" brushRef="#br0" timeOffset="42">23645 10952 8912,'0'-11'0,"0"-1"0,0 8 0,0-5 0,2 5 0,3-2 0,1-1 0,9 3 0,5-2 0,8-5 0,3 3 0,7-2 0,8-3 0,11-2 0,8-4 0,6-2 0,4-2 0,7 0 0,-2 7 0,4 3 0,2 2 0,8 1 0,-45 4 0,0 1-44,1 1 1,1 2-1,0-2 1,1 0 0,0 1-1,-1 0 44,1 1 0,0 1 0,3-1 0,2 2 0,3 0 0,1 0-910,3 0 0,2 0 910,5-3 0,1-2 0,3 0 0,1-1 0,7-5 0,1-1 0,5-2 0,1-1 0,-25 2 0,0 0 0,0-1 0,1 1 0,-1 1 0,0-1 0,-2-2 0,1-1 0,0 1 0,0 0 0,0-1 0,1 1 0,0 0 0,0-1 0,0 1 0,-1 0 0,1-1 0,-1 1 0,28-4 0,0 0 0,1-2 0,1 0 0,-4 4 0,0 0 0,-2 0 0,0-1 0,2 1 0,1 0 0,-1 0 0,-2 0 0,-5-1 0,0 1 0,7 0 0,-2 0 0,-10 0 0,-1-1 0,4 1 0,1 0 0,1-1 0,2 0-310,3-2 0,0 0 0,-7 2 0,-2-1 310,2-1 0,-1 0 0,-1 2 0,1 0 0,0 1 0,0 0 0,-3-1 0,-3 1 0,-4 0 0,-2 0 0,-6 3 0,-2 1 0,-4 0 0,-1 1 0,-2 3 0,-2 1 0,37-9 0,-10 1 0,-11 5 0,-17 3 0,-16 8 180,-15 0-180,-11 0 1584,-8 0-1584,0 0 778,-8 0 1,-1 2-779,-9 4 0,-6 11 0,-5 12 0,-4 11 0,-24-4 0,-6 6 0</inkml:trace>
  <inkml:trace contextRef="#ctx0" brushRef="#br0" timeOffset="43">23851 10780 8912,'0'-11'0,"0"-1"0,8 8 0,3-1 0,5 3 0,1 2 0,0 0 0,0-6 0,2 0 0,2 2 0,4 3 0,0 1 0,2-2 0,0-4 0,-6 4 0,2-6 0,-4 3 0,-2-1 0,0 0 0,0 6 0,-7 0 0,-4-6 0,-12 1 0,-4-9 0,-7 12 0,0-3 0,0 3 0,0-4 0,-1 0 0,7 1 0,-1 5 0,-1 0 0,-2-6 0,-2 0 0,-1 0 0,7 6 0,-1 0 0,-1 0 0,-2 0 0,-3 0 0,1 0 0,0 0 0,0 8 0,5-6 0,1 4 0,-1 1 0,-5-1 0,0 2 0,0-3 0,0 7 0,-6 3 0,0 2 0,-6 1 0,6-1 0,-8 8 0,7-4 0,-7 7 0,2 3 0,1-6 0,1 5 0,4-7 0,4-2 0,2 4 0,-1-2 0,3 0 0,4-6 0,-3-6 0,9 1 0,-9-6 0,3 5 0,1-5 0,-1 5 0,-1-1 0,-5 3 0,0-1 0,-6-1 0,0 6 0,-2 1 0,2-1 0,2 2 0,-8 2 0,-1 2 0,5 7 0,-2-11 0,6 4 0,-2-4 0,0-1 0,2-1 0,2 0 0,4 0 0,7-5 0,-3-1 0,7-7 0,-10 6 0,9-5 0,-3-1 0,2 8 0,-3-9 0,-3 13 0,1-7 0,-3 3 0,-3-1 0,-6 3 0,2 1 0,-7 2 0,5 0 0,-6 0 0,0 8 0,-5-6 0,-1 4 0,1 2 0,0-2 0,1 2 0,4-2 0,-3-2 0,3 7 0,2-5 0,-1 6 0,1-8 0,-2 4 0,6 0 0,-2-6 0,3 4 0,-1-4 0,5-2 0,-1 0 0,-4 0 0,4 8 0,-6-6 0,8 4 0,-2-2 0,-4 2 0,2-2 0,-8 8 0,6-8 0,-3 2 0,1-4 0,2-2 0,6 0 0,1 0 0,5 1 0,3-9 0,10-1 0,4-6 0,5 4 0,16-5 0,2 5 0,7-4 0,-9-17 0,7-4 0</inkml:trace>
  <inkml:trace contextRef="#ctx0" brushRef="#br0" timeOffset="44">21511 11537 8912,'9'0'0,"-1"0"0,-8-2 0,0-4 0,-2 2 0,-4-7 0,3 5 0,-9-6 0,6 7 0,-5-7 0,-1 8 0,-5-1 0,0 3 0,6 8 0,-1-1 0,3 9 0,-5-3 0,3 4 0,1 8 0,-1 0 0,3 0 0,8-6 0,0 1 0,0-1 0,0 0 0,0 0 0,8-2 0,3-3 0,4-6 0,3-4 0,5-4 0,1-4 0,3-6 0,-6-5 0,2-6 0,-4 4 0,-2-8 0,1 5 0,-9 1 0,-3-6 0,-4 2 0,-2 2 0,0 6 0,-2 2 0,-4 3 0,-3-3 0,-9 13 0,1-4 0,-6 4 0,0 4 0,2 4 0,2 5 0,2 12 0,0-4 0,0 4 0,1-2 0,5 2 0,-4-4 0,13 6 0,-4-8 0,4 1 0,2-1 0,0 0 0,0-6 0,0 1 0,2-8 0,4 1 0,3-3 0,8-2 0,1 0 0,-1 0 0,0-2 0,0-3 0,0-5 0,1-7 0,-1 0 0,0 0 0,-7-1 0,-5 1 0,3 0 0,-2 0 0,-1 0 0,-5-1 0,0 1 0,0 0 0,-7 2 0,-5 3 0,-1 3 0,1 3 0,-3 4 0,4-4 0,-5 4 0,-1 10 0,0 4 0,0 3 0,0 2 0,1 0 0,5 0 0,-3 1 0,7-1 0,-3 0 0,6-6 0,-1 1 0,3-6 0,2 5 0,0-5 0,0 5 0,7-7 0,3 4 0,7-8 0,0 0 0,1-8 0,-7 4 0,1-7 0,-1-1 0,6-3 0,0 4 0,-5-8 0,-1 7 0,-7-15 0,4 16 0,-8-12 0,0 4 0,0 2 0,0-1 0,-2 3 0,-4 4 0,2-3 0,-7 9 0,-2 1 0,-3 2 0,5 2 0,-1 0 0,1 0 0,-4 8 0,1 3 0,3 4 0,5 8 0,-6 0 0,9 0 0,-5-6 0,8 0 0,0 1 0,0-1 0,0 0 0,0 0 0,2-7 0,4-5 0,5-3 0,4-2 0,3 0 0,-1 0 0,0 0 0,6-2 0,0-3 0,-2-7 0,-2-3 0,-4-2 0,-1-2 0,-3-4 0,-5 4 0,5-4 0,-7-2 0,2 2 0,-4-6 0,-2 6 0,0 2 0,-8 10 0,-1-2 0,-9 7 0,-1 8 0,-4 9 0,2 12 0,-7 6 0,7-2 0,-4 1 0,0 3 0,8 1 0,0 3 0,-1-7 0,9-1 0,-1 0 0,4-1 0,5-4 0,1 2 0,0-6 0,0-7 0,0 0 0,7-7 0,5 2 0,3-4 0,2-2 0,0-2 0,1-4 0,-1-5 0,0-4 0,0-3 0,0 1 0,-5-6 0,-1 0 0,1 0 0,-1 0 0,-1 1 0,-2 1 0,-3-1 0,-5 0 0,0 8 0,0-3 0,0 4 0,-7-3 0,-5 5 0,-3 5 0,-2 4 0,-1 10 0,1 3 0,0 5 0,6 7 0,-1-1 0,3 1 0,-3-5 0,4-1 0,1 0 0,5 0 0,-6-5 0,8-1 0,0-5 0,0 5 0,0-7 0,8 4 0,3-8 0,5 0 0,1-2 0,0-4 0,0-5 0,0-5 0,-5-1 0,-3 0 0,-1 0 0,4-2 0,-7-2 0,-1-2 0,-2 2 0,-2-6 0,0 8 0,0-4 0,0 4 0,-2 4 0,-4 3 0,-3 4 0,-10 8 0,-2 2 0,-2 4 0,2 6 0,2 3 0,3 8 0,3 0 0,1-2 0,7-2 0,-5-2 0,2 0 0,5 0 0,1 1 0,2-7 0,0 1 0,7-9 0,5 3 0,3-4 0,2-2 0,1 0 0,-1 0 0,0-2 0,0-4 0,0-5 0,-7 3 0,3-7 0,-7 3 0,6 3 0,-7-3 0,-1-1 0,-2 4 0,-2-3 0,-8 8 0,-3-1 0,-4 3 0,-3 4 0,1 3 0,2 5 0,2 7 0,3 0 0,0-2 0,1-3 0,5 3 0,-4-5 0,8 7 0,0-7 0,0 5 0,0-6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20:37:25.559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13767 1702 8912,'9'-25'0,"-1"0"0,-8-3 0,0 1 0,0 4 0,-8 12 0,-1-5 0,-1 30 0,5 7 0,3 9 0,2 3 0,0 13 0,0 1 0,0 9 0,0 1 0,0 2 0,0-3 0,0 1 0,5 0 0,1-5 0,0 0 0,-6-1 0,0 1 0,-6-3 0,0-3 0,-1 0 0,1-12 0,-3 5 0,-9-20 0,1 6 0</inkml:trace>
  <inkml:trace contextRef="#ctx0" brushRef="#br0" timeOffset="1">13406 2424 8912,'0'10'0,"0"5"0,0-5 0,1 1 0,5 1 0,4-9 0,7 3 0,0-4 0,8 4 0,4-1 0,5 1 0,4-6 0,3 0 0,6 0 0,-10 0 0,12 0 0,-5 0 0</inkml:trace>
  <inkml:trace contextRef="#ctx0" brushRef="#br0" timeOffset="2">13973 2287 8912,'0'11'0,"0"1"0,0 1 0,0-3 0,0 1 0,0 0 0,0 7 0,0 1 0,0 4 0,-5 2 0,-1 3 0,0 5 0,6-5 0,0-1 0,0 2 0,0-8 0,-7 4 0,-3-8 0</inkml:trace>
  <inkml:trace contextRef="#ctx0" brushRef="#br0" timeOffset="3">13733 997 8912,'-25'0'0,"7"-2"0,-1-2 0,6-1 0,9-1 0,4 6 0,14 0 0,7-2 0,7-4 0,10 3 0,5-9 0,1-1 0,3-3 0,3-1 0,0 0 0,-2 0 0,-3 0 0,-4 1 0,4 5 0,-6-2 0,1 7 0,-4 0 0,-24 14 0,-7 1 0</inkml:trace>
  <inkml:trace contextRef="#ctx0" brushRef="#br0" timeOffset="4">13939 1272 8912,'0'12'0,"0"-1"0,0-7 0,8 4 0,9-16 0,12-5 0,3-8 0,8-6 0,2-7 0,2-1 0,0 1 0,2-1 0,4 9 0,-16 1 0,1 8 0,-10-1 0,-14 9 0,-3-14 0,-8 4 0</inkml:trace>
  <inkml:trace contextRef="#ctx0" brushRef="#br0" timeOffset="5">14042 671 8912,'10'-8'0,"-4"-4"0,-5-3 0,-1 6 0,0 1 0,0 8 0,0 10 0,0 7 0,0 9 0,0 15 0,0 4 0,0 13 0,0 5 0,6 4 0,0 1 0,7-5 0,-1 0 0,11 1 0,-4-11 0,2-7 0,-8-8 0,1-11 0,-9-4 0,-1-4 0,-17-10 0,-6-1 0</inkml:trace>
  <inkml:trace contextRef="#ctx0" brushRef="#br0" timeOffset="6">14197 705 8912,'19'-27'0,"2"-3"0,-15 7 0,0 0 0,-6 13 0,0 3 0,0 8 0,0 7 0,0 9 0,0 10 0,0 13 0,0 6 0,6 6 0,-1 5 0,3 2 0,-2 4 0,3 4 0,10-8 0,4 6 0,6-2 0,5-2 0,5 1 0,1-11 0,-2-9 0,6-13 0,0-4 0,8-8 0</inkml:trace>
  <inkml:trace contextRef="#ctx0" brushRef="#br0" timeOffset="7">15247 739 8912,'9'-25'0,"-1"-1"0,-8-9 0,-2 3 0,-4 3 0,3 2 0,-9 5 0,1 2 0,-7-2 0,1 10 0,0-3 0,0 13 0,0-2 0,-1 8 0,9 5 0,-6 11 0,5 2 0,0 7 0,-5 11 0,13 4 0,-3 10 0,3 3 0,2-4 0,0 14 0,0-2 0,0 8 0,0-10 0,2 11 0,3-12 0,7-1 0,3-2 0,2-8 0,0-1 0,1-4 0,-3-12 0,-4-11 0,-3-4 0,-8-1 0,0-1 0</inkml:trace>
  <inkml:trace contextRef="#ctx0" brushRef="#br0" timeOffset="8">14903 1410 8912,'0'-17'0,"0"-1"0,0 1 0,0 0 0,0 0 0,0 0 0,0-1 0,9 7 0,8 0 0,8 5 0,10-4 0,1 1 0,4-1 0,4 6 0,8-1 0,-1-5 0,1 8 0,0-5 0,-1 7 0</inkml:trace>
  <inkml:trace contextRef="#ctx0" brushRef="#br0" timeOffset="9">15488 1341 8912,'0'17'0,"0"0"0,0-5 0,0-1 0,0-7 0,2 4 0,3-8 0,-3 0 0,14-8 0,-5-3 0,4-5 0,3-1 0,-1 0 0,2-6 0,2 0 0,2 2 0,0 2 0,-12 2 0,-1 0 0,-2 0 0,5-1 0,-13 3 0,0 4 0,-8-5 0,-9 14 0,-2-1 0,-4 6 0,-4 7 0,-1 9 0,-1 4 0,-2 6 0,6-3 0,3 3 0,4 2 0,7 1 0,-4-5 0,13 5 0,-4-3 0,12-4 0,5-2 0,12-6 0,6-4 0,3-1 0,8-8 0,1 1 0,6-5 0,-1-5 0,4-5 0,2-7 0,-1 0 0,-9-1 0,-7 1 0,-3-6 0,-11 0 0,-5 2 0,-1 2 0,-9 2 0,-1 8 0,-5-7 0,-2 7 0,-3-1 0,-5-5 0,-7 13 0,5-6 0,1 8 0,-1 0 0,1 0 0,-1 0 0,9 8 0,-5 1 0,8 9 0,0-9 0,0 7 0,0-5 0,2-1 0,4 1 0,-3-7 0,9 2 0,-6-5 0,5-1 0,1 0 0,5 0 0,0 0 0,0 0 0,-5 0 0,-1 0 0,-5 6 0,5 0 0,1 0 0,-1-1 0,-1 3 0,-2 2 0,5-5 0,-2 7 0,-1-7 0,1 7 0,-5-8 0,4 3 0,-1-1 0,1 0 0,1 0 0,1-6 0,-1 0 0,1-8 0,5-2 0</inkml:trace>
  <inkml:trace contextRef="#ctx0" brushRef="#br0" timeOffset="10">16365 756 8912,'0'-17'0,"-1"2"0,-5 4 0,4 3 0,-6 8 0,8 0 0,2 15 0,4 8 0,5 10 0,5 7 0,1 4 0,0 7 0,6 1 0,0-1 0,8 1 0,-3 0 0,-1 5 0,2 0 0,-8 0 0,2-5 0,-4-8 0,-10-4 0,-3-11 0,-12-4 0,-3-8 0</inkml:trace>
  <inkml:trace contextRef="#ctx0" brushRef="#br0" timeOffset="11">16348 1341 8912,'17'-15'0,"1"1"0,-1 3 0,0-2 0,2 3 0,4-1 0,4-1 0,7-5 0,3 0 0,3 0 0,-2-6 0,8 0 0,-2 0 0,2 6 0,-4-1 0,-13 7 0,-3 1 0,-1 3 0,-2-7 0,-6 12 0,-7-5 0,-2 14 0,-8 5 0,0 3 0,0 2 0,0-5 0,0-1 0,1 3 0,5 9 0,-4-4 0,6 6 0,-8-8 0,0 0 0,0 0 0,0-5 0,0-1 0,7-7 0,-5 3 0,14-8 0,-5-5 0,-1-4 0,1-7 0,-5-2 0,5-4 0,1 4 0,-1-8 0,1 4 0,-3 4 0,3-4 0,1 4 0,-5 2 0,1 0 0,-3 7 0,6 4 0,-7-1 0,7 1 0,-8 0 0,11 8 0,-4 4 0,5 2 0,1 3 0,0 3 0,0-9 0,1 9 0,-1-12 0,2 3 0,4-3 0,-4-2 0,11 0 0,-7 0 0,0-2 0,-5-3 0,-1 1 0,0-8 0,0 1 0,-1-6 0,-3-1 0,-2 1 0,1 0 0,-1 0 0,1 0 0,-8-1 0,1 1 0,-3 8 0,-2 1 0,-7 8 0,-1 2 0,-4 4 0,-3 5 0,4 12 0,1-4 0,-1 4 0,1 4 0,-1 1 0,-3-1 0,9 0 0,1-2 0,2 0 0,2-2 0,0-4 0,0 4 0,7-4 0,7-4 0,5-4 0,4-5 0,7-4 0,-3-2 0,8 0 0,-1-13 0,1-4 0,-1-6 0,0 0 0,-1-2 0,-4-4 0,-5-1 0,-6 5 0,-1-2 0,-6 6 0,1-2 0,-8 4 0,1 2 0,-3 0 0,-4 1 0,-3 5 0,1-2 0,-8 7 0,8 0 0,-3 8 0,7 4 0,0-2 0,0 7 0,0-5 0,0 5 0,0 1 0,2 5 0,2 0 0,1 0 0,7-5 0,-5-1 0,3 2 0,3 3 0,-5-7 0,5 7 0,-7-5 0,6-1 0,-7 1 0,3-5 0,-2 5 0,-4-5 0,3 5 0,5-7 0,-8 4 0,5-8 0,-7 0 0,0 0 0,0-8 0,0 6 0,0-7 0,0 3 0,0 2 0,0-7 0,0 7 0,0-11 0,0 5 0,0-7 0,0 7 0,2-5 0,4 4 0,-4 3 0,6-7 0,-8 3 0,0-3 0,0 4 0,0-1 0,0 8 0,0-5 0,0 3 0,0 4 0,0-7 0,0 3 0,0 4 0,-2-6 0,-4 8 0,4 0 0,-13 0 0,11 0 0,-7 0 0,5 0 0,-6 0 0,9 0 0,-13 6 0,5 0 0,1 5 0,-1-5 0,5 7 0,-6-1 0,9-3 0,-3 3 0,2-3 0,-2 3 0,4 3 0,-3-4 0,3 5 0,2 1 0,0-7 0,2 5 0,2-4 0,1 5 0,9 1 0,-5-6 0,7 1 0,-5 1 0,4 2 0,-5 1 0,7-3 0,0-2 0,-7 1 0,3 5 0,-7 0 0,-2 0 0,-2 1 0,-2-1 0,0 6 0,0 0 0,-14 2 0,-3-3 0,-10-2 0,4 3 0,-7-2 0,1 1 0,-1-2 0,1 2 0,-2-4 0,8-7 0,0-3 0,6-8 0,-8 7 0,-1 3 0</inkml:trace>
  <inkml:trace contextRef="#ctx0" brushRef="#br1" timeOffset="12">17105 9852 8912,'-17'-18'0,"2"1"0,2 2 0,3 2 0,0 1 0,1-1 0,5 3 0,-4 1 0,3-1 0,-1 1 0,-2 5 0,4-4 0,-1 0 0,-7 8 0,6 0 0,-5 10 0,5 13 0,2 6 0,3 3 0,1 10 0,0 4 0,0 4 0,0 1 0,7-7 0,3 4 0,7-8 0,0-2 0,0-1 0,6-11 0,0-3 0,8-11 0,-2-7 0,3-3 0,2-6 0,1-7 0,-1-16 0,1-17 0,-3-9 0,-3-4 0,-4 3 0,-16-7 0,-5 6 0,-8-3 0,-13 1 0,-12 13 0,-13 6 0,-9 7 0,-1 6 0,-7 16 0,9 3 0,4 4 0,4 17 0,10 5 0,3 16 0,6 4 0,4 4 0,9 6 0,5-5 0,3-4 0,2-5 0,13-4 0,6-3 0,6-6 0,11-12 0,1-11 0,5-9 0</inkml:trace>
  <inkml:trace contextRef="#ctx0" brushRef="#br1" timeOffset="13">17845 9473 8912,'-5'18'0,"-1"-1"0,-7 0 0,3 0 0,-7 0 0,0 1 0,-1 6 0,3 5 0,2 2 0,1-3 0,8 5 0,-3-12 0,7 7 0,0-7 0,0 2 0,7-4 0,9-9 0,7-4 0,7-8 0,-1-10 0,-2-1 0,1-16 0,-7-1 0,2-10 0,-5 3 0,-7-3 0,2 4 0,-7 2 0,-2-1 0,-8 1 0,-2-1 0,-15 9 0,10 1 0,-12 8 0,-4 1 0,-2 5 0,3 3 0,-1 10 0,2 4 0,0 3 0,2 9 0,6 12 0,0 5 0,0 10 0,9-3 0,-3 6 0,5-2 0,-4 0 0,1 6 0</inkml:trace>
  <inkml:trace contextRef="#ctx0" brushRef="#br1" timeOffset="14">17312 10935 8912,'-17'9'0,"0"7"0,-1-5 0,1 4 0,8 10 0,3 4 0,4 1 0,2-1 0,8 4 0,5-7 0,8 1 0,0-4 0,8-12 0,-1 5 0,7-14 0,-1 1 0,1-6 0,-3-9 0,-3-11 0,-4 4 0,-8-15 0,0-1 0,-7 1 0,-5-8 0,-3 0 0,-9 6 0,-5-4 0,-11 9 0,-5 2 0,-5 8 0,-1-2 0,-8 12 0,5 3 0,-3 8 0,-2 2 0,2 4 0,2 5 0,9 10 0,6 2 0,6 8 0,5-2 0,7 3 0,10 2 0,9-7 0,14-4 0,3-6 0,15-5 0,0-5 0,13-14 0,2-3 0</inkml:trace>
  <inkml:trace contextRef="#ctx0" brushRef="#br1" timeOffset="15">17880 10849 8912,'-35'25'0,"3"1"0,3 9 0,4 1 0,8 4 0,8 4 0,1 14 0,8-1 0,0-8 0,0-8 0,8-13 0,3-5 0,12-6 0,6-5 0,1-5 0,-1-7 0,9-3 0,-3-9 0,3-1 0,-4-16 0,-1-5 0,-5-6 0,1-8 0,-12 2 0,2-4 0,-13-1 0,-2 5 0,-10 0 0,-5 10 0,-12 1 0,2 1 0,-8 9 0,-1 4 0,-3-2 0,1 21 0,1-3 0,2 3 0,8 2 0,-2 7 0,12 5 0,3 5 0,8 6 0,0-2 0,0 8 0,8-14 0,3 2 0,20-4 0,5 5 0</inkml:trace>
  <inkml:trace contextRef="#ctx0" brushRef="#br1" timeOffset="16">18620 10694 8912,'-17'-11'0,"-1"-1"0,1 8 0,0-1 0,5 5 0,1 5 0,0 13 0,-7 10 0,7 12 0,1 4 0,3 0 0,1 4 0,6-8 0,2 6 0,4-6 0,3 0 0,16-13 0,4-6 0,3-8 0,3-5 0,5-16 0,0-5 0,-2-8 0,-3-8 0,-7-11 0,-1 2 0,-4-8 0,-12 0 0,5 0 0,-16 1 0,-8 4 0,-7-4 0,-12-3 0,-4 6 0,-14 2 0,-1 3 0,-4 5 0,4 3 0,4 6 0,8 12 0,7 3 0,4 8 0,11 8 0,5 3 0,7 12 0,7-4 0,3 6 0,7-8 0</inkml:trace>
  <inkml:trace contextRef="#ctx0" brushRef="#br1" timeOffset="17">18276 8270 8912,'-18'-19'0,"3"-2"0,4-2 0,-5 8 0,16 7 0,-2 10 0,8 4 0,4 5 0,9 6 0,10 8 0,5 9 0,6 10 0,12 8 0,11 5 0,4 6-231,-26-26 0,2 1 1,5 6-1,1 4 1,11 7-1,1 4 231,4 7 0,0 4 0,-20-17 0,1 2 0,-1 1 0,1 3 0,1 1 0,-1 1 0,2 2 0,0 1 0,0 2 0,1 2 0,1 1 0,0 0-312,-4-5 0,0-1 0,-1 1 1,1 3-1,-1 1 0,-2-1 312,-4-5 0,-1-1 0,0 0 0,0-1 0,0 0 0,1-1 0,-1 1 0,0-1 0,0 0 0,2-2 0,0-1 0,1-1 0,2-2 0,0-1 0,1-2-654,16 20 1,0-3 653,-3-6 0,-1-3 0,-4-2 0,-1-1-148,1-3 0,0-1 0,-2-3 0,1-1 148,-1-1 0,-2 0 0,-5-2 0,-2 0 0,-6-2 0,-1 2 0,-4 1 0,-1 2 121,-5-2 1,-2 1-1,-1-1 1,0 0-1,11 37-121,-3-2 0,3 1 0,-5 7 340,-10-42 1,1-1-1,16 43-340,-17-42 0,0 0 0,18 32 0,-1-9 0,1-10 746,-1-5 1,1-5-747,-1-3 0,-2-4 318,-3-7 1,2-7 0,-6 1-319,1 1 100,-5 3 0,4-4 1,-8-1-101,1 3 355,7-6 0,-6 5-355,4-7 0,-4 6 22,-2-6 0,0 0 0,0-6-22,1 0 0,-9 0 0,6 0 0,-7 1 0,4-1 0,-3-6 0,-3 1 0,-4-8 0,5 3 0,-7-7 0,-7-7 0,-3-3 0</inkml:trace>
  <inkml:trace contextRef="#ctx0" brushRef="#br1" timeOffset="18">24075 1135 8912,'-12'-25'0,"3"-2"0,-1 0 0,3 4 0,-1 4 0,4 2 0,2 8 0,2 1 0,0 8 0,0 2 0,0 6 0,2 7 0,2 8 0,2 5 0,-2 9 0,-2 12 0,-4 14 0,-4 12 0,-6 5-177,5-31 0,-1 2 1,-1 5-1,-1 2 0,0 11 1,-1 2 176,0 4 0,-1 2 0,-2 9 0,-1 0-800,3 3 0,1 0 800,-1 3 0,1-3 0,3-10 0,1-3 0,0 1 0,1-1 0,-1-5 0,2-2 0,3-5 0,0 0-314,-1-7 1,1 0 313,0-1 0,2-1 0,0 40 0,0-5-334,0-8 334,0-5 0,0-16 0,0-4 382,0-3 1,0-10-383,0-4 0,0-6 779,0-5 0,2-1-779,3-10 0,-1 3 806,8-10-806,-8-3 0,11 1 0,-4-5 492,5 2-492,8 0 0,5-8 0,11-4 0,6-5 0,12-5 0,-1-9 0,12-3 0,7-5-144,6-1 0,-35 16 0,2 1 0,3 1 0,1 0 144,6 1 0,1 1-200,7-3 1,2 2 0,4 5 0,3 1 0,3-3 0,2 1 199,2 0 0,1 3-356,1 2 0,0 2 0,1 0 0,0 1 356,-1 2 0,2 2 0,7-1 0,1 0 0,-28-1 0,0 1 0,0 1 0,29 1 0,-1 1 0,-30 0 0,0-1 0,0 1 0,30 2 0,0-1 0,-2-1 0,1-2 0,-2 3 0,0 0 0,-2-4 0,1 0 0,-1 0 0,0 0 0,-4 0 0,-2 0 0,-9 0 0,-3 0 0,-7 0 0,-2 0 0,-5 0 0,-3 0 0,-2 0 0,-2 0-194,29 0 194,-8 0 0,-28-2 0,-3-4 253,-5-5 1,-11 1-254,-8-1 0,-6-1 518,-5-5 0,-2 0-518,8 0 0,-1-8 850,6-4 1,-5-3-851,-1-3 96,-7-7 0,9 2 1,-7-9-97,-2-5 0,-2-1 0,-2 1 0,0-3 0,0-6 0,0-4 0,0-4-187,0-3 0,-2-4 187,-4-8 0,4 36 0,0-2 0,-2-1 0,-1-1-416,1-1 0,0 0 416,-3-5 0,1 1 0,4 5 0,0 1 0,-3-4 0,0-1 0,1 0 0,1 0 0,0 2 0,0 1 0,0-1 0,0 1 0,0 5 0,-1 1 0,-6-43-41,-1 8 1,-7 12 0,1 5 40,0 11 0,0 3 0,-2 11 0,-2-6 0,-2 2 0,0 8 0,0-4 0,0 10 338,2 3-338,2-4 0,1 14 0,1-4 852,0 4-852,7 10 0,-5-1 68,4 4 1,-5 5-69,-1-5 0,0 4 0,0 2 0,0 0 0,-1 0 0,1 0 0,-8 0 0,-3 0 0,-7 0 0,-5 0 0,-4 0 0,-8 0 0,1 0 0,-8 0 0,-5 0 0,-10 0 0,-5 0-255,-7 0 0,-2-6 255,-3 0 0,39 2 0,-1 1 0,-8 1 0,-1 0-534,-5-1 1,-2 0 533,5 0 0,-2 1 0,-5 1 0,1 2 0,7-1 0,0 0 0,-5 0 0,0 0 0,-1-1 0,0 2 0,-2 1 0,-1 1 0,-3 1 0,1 2 0,2 1 0,0 1 0,3-2 0,-1 1 0,-3 6 0,0-1 0,-1-2 0,-1-1 0,-2 3 0,1-1 0,6-2 0,1 1 0,-4 9 0,0 1 0,5-3 0,-1 0 0,-5 1 0,0 0 0,2 4 0,-1 0 0,2-1 0,3 0 0,7 2 0,3 0 0,8-2 0,3-2 0,-28 10 0,31-6 0,15-12 0,16-3 0,7-8 0,12 0 454,-4 0-454,5 0 1123,-7 0-1123,8 0 0,2 0 0,3 0 0,2 0 0,4 0 0,10 0 0,6-8 0,9-1 0</inkml:trace>
  <inkml:trace contextRef="#ctx0" brushRef="#br1" timeOffset="19">26174 4006 8912,'8'-17'0,"-6"0"0,4-1 0,-4 1 0,-2 6 0,0-1 0,0 7 0,0-7 0,0 1 0,0 1 0,0 10 0,0 17 0,-2 14 0,-4 7 0,2 6 0,-7 8 0,1 7 0,-1 4 0,3-4 0,2 8 0,1-6 0,1 0 0,9 6 0,-1-15 0,8-1 0,5-3 0,6-14 0,2-5 0,-2-18 0,5-5 0,13-4 0,-5-10 0,2-5 0,-7-8 0,1-6 0,-15-3 0,1-5 0,-1 5 0,-8-12 0</inkml:trace>
  <inkml:trace contextRef="#ctx0" brushRef="#br1" timeOffset="20">26037 4419 8912,'0'17'0,"0"-6"0,0 1 0,0-8 0,4 3 0,7-7 0,8-7 0,17-5 0,5-9 0,5-2 0,11-7 0,-2 5 0,7-4 0,-3 6 0,-9 4 0,-8 4 0,-8 3 0,-2-1 0,-3 7 0,-4-5 0,-8 5 0,-7-7 0,-3 3 0</inkml:trace>
  <inkml:trace contextRef="#ctx0" brushRef="#br1" timeOffset="21">25744 4281 8912,'-7'-9'0,"-5"3"0,2-2 0,-1 2 0,1 8 0,-1 10 0,1 9 0,7 4 0,-3 1 0,0 9 0,6 7 0,0 0 0,0 0 0,0 0 0,0-4 0,0 2 0,0 0 0,2-7 0,2-5 0,2-5 0,-1-11 0,-5-4 0,0-8 0</inkml:trace>
  <inkml:trace contextRef="#ctx0" brushRef="#br1" timeOffset="22">25572 4212 8912,'-8'-9'0,"-1"-7"0,-6 5 0,3-4 0,-3 5 0,13 3 0,2 7 0,17 0 0,12 0 0,5 0 0,6 0 0,-1 5 0,6 1 0,-4 2 0,5-3 0,-8 5 0,4 7 0</inkml:trace>
  <inkml:trace contextRef="#ctx0" brushRef="#br1" timeOffset="23">26570 4625 8912,'12'-8'0,"-1"-3"0,3-4 0,-7-10 0,8 6 0,-3-4 0,-3-2 0,3 2 0,-1-2 0,7 4 0,-1-2 0,-8-7 0,5 11 0,-8-4 0,-3 3 0,-1 3 0,-9 8 0,-5 3 0,-3 4 0,-8 4 0,0 4 0,2 5 0,2 4 0,2 10 0,-1 4 0,7-2 0,-1 1 0,9-5 0,-3 6 0,4-2 0,2 1 0,2-1 0,4-8 0,5-2 0,4 4 0,5-13 0,2 4 0,-1 1 0,8-7 0,-6-3 0,4-8 0,-2-7 0,3-3 0,-5-2 0,6 0 0,-6-1 0,-8 1 0,-1 0 0,-7 0 0,3 0 0,-6-1 0,5 3 0,-3 4 0,-4-5 0,4 5 0,3 3 0,1 1 0,7 7 0,-6 0 0,1 0 0,1 0 0,3 7 0,1 3 0,0 7 0,-5 6 0,-1 0 0,-7 7 0,2-1 0,1 4 0,-1 1 0,0-5 0,-8-3 0,-4-1 0,4 6 0,-7-18 0,5 4 0,-2-1 0,0-9 0,6 1 0,0-12 0,0-7 0,8-3 0,3-13 0,5 3 0,1-7 0,2 4 0,2-5 0,2 3 0,0-3 0,-6 13 0,0-4 0,-7 4 0,5 1 0,-13 9 0,6 3 0,-8 12 0,0 3 0,0 3 0,0-1 0,0 1 0,0 5 0,0 0 0,0 0 0,0 1 0,0-1 0,2 0 0,1 0 0,3 0 0,8-7 0,-11 3 0,9-5 0,1 1 0,3-5 0,1 4 0,0-8 0,6 0 0,0 0 0,7 0 0,-1 0 0,-2-8 0,2-3 0,-3-10 0,3-2 0,2-8 0,-8 3 0,7-12 0,-3-4 0</inkml:trace>
  <inkml:trace contextRef="#ctx0" brushRef="#br1" timeOffset="24">27792 4298 8912,'0'-9'0,"0"1"0,0 0 0,0 7 0,0-9 0,0 4 0,0 4 0,0-3 0,0 10 0,2 5 0,4 7 0,-4 2 0,3 4 0,3-4 0,-2 4 0,5 2 0,-3-2 0,1-2 0,3 6 0,-1-8 0,-1 4 0,-2-4 0,5-10 0,-9 5 0,7-9 0,-5 7 0,5-6 0,-5-1 0,6-5 0,1 0 0,-5-7 0,7 3 0,-4-8 0,5 9 0,-5-11 0,1 9 0,-1-1 0,6 6 0,-5 6 0,-1-1 0,-5 9 0,4-3 0,-3 4 0,-1 3 0,2-1 0,1 0 0,8 0 0,1-7 0,-1-10 0,0-10 0</inkml:trace>
  <inkml:trace contextRef="#ctx0" brushRef="#br1" timeOffset="25">28067 4315 8912,'-17'0'0,"-6"-5"0,0-3 0,2-1 0,2 5 0,4-6 0,3 4 0,-3 5 0,13-7 0,-4 8 0,12 0 0,4-2 0,9-2 0,4-2 0,-4 1 0,13 5 0,-5 0 0,0 0 0,13-8 0,-4-1 0</inkml:trace>
  <inkml:trace contextRef="#ctx0" brushRef="#br1" timeOffset="26">28412 4333 8912,'-10'0'0,"2"-2"0,8-4 0,0 4 0,0-6 0,2 8 0,4 0 0,5 0 0,5 0 0,9 0 0,3 0 0,5 0 0,1 0 0,-5-5 0,0-1 0,1 2 0,3-5 0,-7 7 0,-3-6 0,-4 0 0,-1 7 0,-1-7 0,0 0 0,-7 6 0,-3-5 0,-7 7 0,0 0 0,8 0 0,-4 0 0,7 0 0,-5 0 0,5 0 0,1 7 0,-1-5 0,1 4 0,-1 2 0,7-3 0,-1 3 0,0-2 0,0-4 0,0 3 0,6-3 0,0-2 0,6 0 0,-6 0 0,2-2 0,-2-3 0,-2 1 0,7-8 0,-7 3 0,4-5 0,0 3 0,-6 0 0,6-1 0,-8 3 0,1 1 0,-1-6 0,-8 11 0,-3-9 0,-4 8 0,-6-9 0,-7 7 0,-8-7 0,-16 3 0</inkml:trace>
  <inkml:trace contextRef="#ctx0" brushRef="#br1" timeOffset="27">21253 1822 8912,'-6'-11'0,"-2"0"0,1-3 0,-1-1 0,-3 7 0,5 8 0,0 17 0,4 20 0,-2 11 0,-1 7 0,-7 10 0,6-2 0,3 4 0,1 2 0,-4-1 0,0 1 0,2-8 0,10-3 0,-2-13 0,9-6 0,5-9 0,3-7 0,2-11 0,-6-7 0,8-3 0,-4-9 0,7-7 0,3-7 0,-4-6 0,1-7 0,-5-6 0,6 0 0,-8-6 0,2 6 0,-10 2 0,-1 9 0,-8-2 0,1 8 0,5 8 0,-8 0 0,0 21 0,-8-1 0,-5 16 0,5 8 0,-6 5 0,7 7 0,-1-3 0,6 8 0,0-8 0,0-2 0,2-9 0,3-2 0,5-2 0,13-8 0,4-4 0,5-5 0,-1-19 0,11-1 0,-8-16 0,1-7 0,-8 3 0,-5-6 0,-10-2 0,-6 2 0,-4 0 0,-4 7 0,-4 5 0,-6 5 0,-3 4 0,-8 9 0,-2 4 0,-1 4 0,5 2 0,-2 8 0,11 3 0,5 5 0,8-1 0,7-4 0,9-5 0,8-4 0,10-2 0,1 0 0,4 0 0,4-8 0,2-1 0,0-8 0,-8 3 0,2-3 0,-5 4 0,-9-10 0,-8 4 0,-9 2 0,-9-1 0,0 1 0,0 0 0,-8 6 0,-3 1 0,-4 2 0,-2 3 0,-6 12 0,-2 7 0,-2 7 0,6-2 0,-10 13 0,8-5 0,2 0 0,10 5 0,3-11 0,8 6 0,0-2 0,0-2 0,8 0 0,5 0 0,8-2 0,6-10 0,7 2 0,1-5 0,-1 2 0,1-7 0,-7 11 0,-1-7 0,-2 3 0,-2-6 0,-6 9 0,0-7 0,-7 7 0,-2-9 0,-10 6 0,-4-3 0,-4 7 0,-7-11 0,0 7 0,0-2 0,-8-3 0,6-5 0,-4 0 0,4 0 0,9 0 0,-5-7 0,5-10 0,-7-10 0</inkml:trace>
  <inkml:trace contextRef="#ctx0" brushRef="#br1" timeOffset="28">22423 2012 8912,'0'-10'0,"-8"0"0,-3 7 0,-5-3 0,-1 0 0,0 6 0,0 8 0,0 3 0,-1 5 0,1 1 0,0 0 0,2 6 0,3 0 0,5 0 0,7-6 0,0 0 0,0 0 0,9 1 0,6-3 0,6-4 0,10 3 0,-2-9 0,3 7 0,3-6 0,-1 7 0,-1-9 0,-3 5 0,-1-1 0,-8 5 0,4-9 0,-8 8 0,0-7 0,0 7 0,-7-1 0,-4 6 0,-4 1 0,-2-1 0,-8 2 0,-4 4 0,-10 4 0,-7 7 0,-13 2 0,-8 3 0,-5 1 0,-10 0 0,3-6 0</inkml:trace>
  <inkml:trace contextRef="#ctx0" brushRef="#br1" timeOffset="29">20891 3387 8912,'-17'-10'0,"6"1"0,-1 3 0,8 4 0,-9-7 0,7 3 0,2 4 0,10-4 0,4 4 0,7 2 0,0 0 0,0 6 0,1 2 0,-1 1 0,0 1 0,0 1 0,-7 5 0,5-9 0,-5 7 0,-1-3 0,6 1 0,-5 5 0,7 0 0,-7-6 0,-4 1 0,3-8 0,-7 3 0,6-7 0,-8 0 0,0 0 0,-8 0 0,6 0 0,-11-2 0,7-3 0,0 3 0,4-6 0,-3 8 0,3 0 0,-6-2 0,8-3 0,0 3 0,0-6 0,0 8 0,0 0 0,-8 0 0,6 0 0,-5 0 0,7 0 0,0 0 0,7 8 0,3 1 0,7 8 0,-1 1 0,-5-1 0,4-2 0,-3-3 0,3 3 0,2-4 0,0 5 0,1-7 0,-1-1 0,0-8 0,-5-10 0,-1-7 0,-5-8 0,3-9 0,-1-1 0,-2-7 0,-6-3 0,-2-5 0,-4-2 0,4 8 0,-11-3 0,5 6 0,-1 3 0,5 10 0,-4 3 0,8 8 0,0 7 0,0 10 0,8 10 0,5 9 0,8 4 0,8 5 0,-4-3 0,15 8 0,-4-7 0</inkml:trace>
  <inkml:trace contextRef="#ctx0" brushRef="#br1" timeOffset="30">21700 3318 8912,'-8'-15'0,"-3"4"0,-6-5 0,-6 5 0,4 3 0,-4 2 0,-2 5 0,2 1 0,0 0 0,6 0 0,2 7 0,3 5 0,-7 3 0,7 2 0,-5 8 0,12 2 0,1-1 0,2-3 0,-6 4 0,6-8 0,-4 4 0,7-6 0,4-5 0,5-5 0,7-7 0,0 0 0,0 0 0,1-9 0,-1-8 0,-2-1 0,-3-4 0,3-3 0,-4 2 0,5 0 0,1 6 0,-2-1 0,-3 1 0,3 8 0,-5-5 0,7 9 0,-6-1 0,1 8 0,1 4 0,2 3 0,-3 8 0,-1 0 0,3 1 0,1-1 0,2 0 0,-5 0 0,-1 0 0,-5-1 0,5-5 0,-7-3 0,11-1 0,-5 3 0</inkml:trace>
  <inkml:trace contextRef="#ctx0" brushRef="#br1" timeOffset="31">21872 2974 8912,'-17'-7'0,"0"-5"0,7 5 0,-5-1 0,13 8 0,-6 10 0,8 7 0,6 15 0,2 14 0,1 4 0,5 1 0,-7 1 0,9-2 0,-5-5 0,4 5 0,3-4 0,-1-4 0,-2-4 0,-3-7 0,3-6 0,-7-8 0,3 0 0,4-7 0,-3-5 0,3-3 0,-5-17 0,5-2 0,-4-14 0,5 2 0,-7-7 0,1 0 0,-6-4 0,1 3 0,1 3 0,-6 0 0,0 7 0,0 4 0,0 4 0,0 2 0,0 15 0,8 11 0,-6 10 0,5 4 0,1-3 0,-6-3 0,7-2 0,-3-4 0,-2 5 0,8-5 0,-1-3 0,6-2 0,-7-5 0,5-1 0,-3 0 0,3-1 0,2-5 0,-2-4 0,-1-7 0,-5 0 0,-1 0 0,5 7 0,-9-3 0,6 5 0,-3-1 0,-1 5 0,-6-4 0,8 8 0,-1 8 0,5 3 0,1-1 0,-7 1 0,7-1 0,-1 1 0,5 3 0,6-9 0,4 1 0,7-6 0,1-2 0,-1-4 0,0-5 0,1-12 0,-6-4 0,-1-7 0,-7 1 0,2 5 0,-6-3 0,-5 8 0,-5 0 0,-7 6 0,-7 10 0,-5 7 0,-3 21 0,-2 13 0,0 14 0,-1 3 0,9 1 0,1 13 0,8-6 0,0 2 0,10 0 0,7 2 0,2-11 0,10-12 0,5-11 0,6-6 0,6-6 0,-6-6 0,1-11 0,-7-17 0,0-10 0</inkml:trace>
  <inkml:trace contextRef="#ctx0" brushRef="#br1" timeOffset="32">23868 1186 8912,'-15'-19'0,"2"0"0,3 0 0,1 4 0,-1-1 0,6 9 0,4 7 0,4 11 0,8 12 0,-1 4 0,6 7 0,0 6 0,1 1 0,-1-3 0,6 6 0,0 2 0,7 5 0,-1 6 0,2 5 0,-3 6-256,5 9 1,-6 1 255,7 8 0,-14-40 0,2 0 0,1 0 0,0-1 0,-1 1 0,0-2 0,24 36 0,2 3 0,11-7 0,-26-36 0,3-2 0,36 27 0,-29-32 0,0-3 0,-2-2 0,1-2 0,3-2 0,1-2 0,0-1 0,0 0 0,40 13 0,4-7 0,-8 0 0,-35-17 0,2 1 0,3 1 0,1 0 0,1 1 0,1-1 0,1 1 0,-1-1 0,-1 0 0,1-1 0,0-5 0,1-1-115,1 2 0,1-2 0,2-3 0,0 0 1,2 1-1,0 0 115,1-3 0,1 1 0,-1 3 0,0 0 0,-5-3 0,0 0 0,2 2 0,1 0 0,1-5 0,2 0 0,8-1 0,-1 0 0,-5-1 0,-2 1 0,0 1 0,-1 0 0,-6-1 0,-2 0 0,-2-4 0,0 1 0,-2 2 0,1 0 0,-2-2 0,-1 0 0,41 1 0,-15 1 0,-14-2 0,-23 4 0,-5-5 0,-16 7 0,-8 0 237,-1 0 0,-16 5-237,-3 1 0,1 7 363,-1-1 0,7-3-363,-2 3 0,4-1 0,10-1 0,2-2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20:37:25.592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16228 8098 8912,'-8'-17'0,"-1"0"0,-3 7 0,1 2 0,-3 1 0,-9 7 0,-5 0 0,-7 9 0,-5 8 0,-6 6 0,0 12 0,-3 11 0,-5 5 0,0 7 0,9-3 0,4 8 0,5 2 0,9 6 0,4 1 0,6-1 0,6 1 0,3-5 0,8-4 0,2-7 0,6-1 0,7-7 0,8-10 0,4-7 0,1-14 0,7-11 0,-1-4 0,1-2 0,-1-8 0,0-2 0</inkml:trace>
  <inkml:trace contextRef="#ctx0" brushRef="#br0" timeOffset="1">16383 8459 8912,'7'-17'0,"-5"0"0,6-1 0,-8 1 0,0 8 0,-8 1 0,-3 8 0,-5 0 0,-1 2 0,0 4 0,0-2 0,0 7 0,-1 0 0,1 7 0,0-1 0,2 0 0,3 0 0,-1 0 0,7 1 0,-2 1 0,3 4 0,3-4 0,-4 4 0,4-10 0,2-2 0,0 3 0,6 1 0,0 2 0,7 1 0,-3-7 0,7 0 0,6-5 0,0 6 0,0-7 0,-6 7 0,0-8 0,-2 3 0,-3 1 0,3-6 0,-13 13 0,4-3 0,-4-5 0,-4 3 0,-4-6 0,-5 1 0,-5 9 0,-1-12 0,0 3 0,0-3 0,-1-2 0,1 0 0,-8-7 0,-1-3 0</inkml:trace>
  <inkml:trace contextRef="#ctx0" brushRef="#br0" timeOffset="2">16692 8562 8912,'-17'0'0,"0"0"0,0 0 0,0 0 0,-1 0 0,1 6 0,0 0 0,2 7 0,3-2 0,6 5 0,5 1 0,1 0 0,0 0 0,7 1 0,5-3 0,3-4 0,2 5 0,6-13 0,2 7 0,2-2 0,-6-3 0,6-5 0,-5 0 0,-2-5 0,3-1 0,-6-8 0,-6 3 0,3-4 0,-9-2 0,-1-1 0,-2 1 0,-2 0 0,0 0 0,-2 5 0,-4 1 0,-5 7 0,-10-2 0,-2 4 0,0 2 0,6 0 0,0 0 0,-1 0 0,1 0 0</inkml:trace>
  <inkml:trace contextRef="#ctx0" brushRef="#br0" timeOffset="3">17002 8545 8912,'10'0'0,"-3"0"0,-7 0 0,0 8 0,0-6 0,0 13 0,0-4 0,0 5 0,0 1 0,0 0 0,0 0 0,0 0 0,0 1 0,0-1 0,0 0 0,0 0 0,0 0 0,0 1 0,0-7 0,0 0 0,0-7 0,0 2 0,0-12 0,0 2 0,0-7 0,0-2 0,0-5 0,0-5 0,0 2 0,0-7 0,0 7 0,0-2 0,0-2 0,0 2 0,0 0 0,0 6 0,0 7 0,2-5 0,4 4 0,4 3 0,7 2 0,-6 4 0,1 2 0,1 0 0,2 8 0,3 4 0,-3 3 0,-4 2 0,3 2 0,-8 4 0,1-4 0,-1 4 0,-4-4 0,7-2 0,-3 1 0,-4-9 0,6 6 0,-8-13 0,0 4 0,0-12 0,7 4 0,-5-15 0,4 0 0,4 0 0,1-6 0,4 4 0,3-6 0,-7 6 0,0-4 0,1 6 0,5 3 0,0 3 0,-5 7 0,-1-2 0,1 4 0,5 10 0,-6 2 0,1 7 0,-3 2 0,5 2 0,-3 2 0,1 0 0,5-6 0,2 0 0,4 0 0,-4-5 0,4-1 0,4-7 0,-6 4 0,6-8 0,-2 0 0,-2-8 0,-6 4 0,0-7 0,0-6 0,0-6 0,-1 0 0,-5 6 0,-3-6 0,-6 0 0,3 2 0,-3 2 0,6 1 0,-10 1 0,-4 0 0,3 7 0,-9 5 0,1 5 0,-7 5 0,1 7 0,0 11 0,-6-2 0,0 8 0,2-1 0,10 7 0,-3-3 0,8-3 0,1 1 0,5-7 0,2 6 0,3-6 0,7-6 0,11-7 0,7-3 0,9-3 0,5-2 0,7-6 0,1-7 0,-1-8 0,1-16 0</inkml:trace>
  <inkml:trace contextRef="#ctx0" brushRef="#br0" timeOffset="4">18826 8236 8912,'0'-18'0,"0"1"0,0 0 0,0 0 0,0 0 0,0-1 0,0 1 0,0 0 0,0 0 0,0 0 0,-7-1 0,3 1 0,-8 2 0,-1 3 0,-2 5 0,-3 7 0,1 0 0,0 4 0,2 7 0,1 14 0,3 11 0,-3 10 0,5 9 0,-3 3 0,7 7 0,-7-2 0,8 2 0,-1-2 0,3 4 0,-4-20 0,0 5 0,1-10 0,5 4 0,0-10 0,0-1 0,0-11 0,0-12 0,0-5 0,-8-7 0,-2 0 0</inkml:trace>
  <inkml:trace contextRef="#ctx0" brushRef="#br0" timeOffset="5">18448 8579 8912,'0'-17'0,"0"6"0,0-1 0,0 8 0,2-5 0,3 3 0,7 4 0,11-3 0,4 3 0,7 2 0,8-8 0,-2 6 0,12-4 0,-4-3 0,11-1 0</inkml:trace>
  <inkml:trace contextRef="#ctx0" brushRef="#br0" timeOffset="6">19050 8562 8912,'-10'0'0,"1"0"0,3 0 0,4 0 0,-5-2 0,7-3 0,1-5 0,5-7 0,-4 0 0,13-1 0,-3 1 0,3 0 0,2 0 0,-5-6 0,-1 0 0,3 2 0,-7 8 0,-1 1 0,-4 8 0,-2-5 0,0 3 0,-8 6 0,-3 0 0,-6 4 0,-6 13 0,2-2 0,-8 14 0,8-6 0,-2 6 0,6-3 0,5 3 0,-1 2 0,7-9 0,1 7 0,5-6 0,9-2 0,8-9 0,10-7 0,6 5 0,9-8 0,2 3 0,0-3 0,5-9 0,-3-5 0,12-3 0,-11-8 0,5 0 0,-14 0 0,-3 6 0,-3 0 0,-9 0 0,-2-1 0,-9 1 0,-5 6 0,-9 1 0,-3 3 0,-7 1 0,-11 6 0,2 0 0,-8 0 0,8 0 0,-9 6 0,7 1 0,2 3 0,2-6 0,2 11 0,-1-4 0,7-1 0,-1 1 0,9-5 0,-3 6 0,4-7 0,2 7 0,2-3 0,4 3 0,3-5 0,8-7 0,1 0 0,-1 0 0,0 0 0,0 0 0,0 0 0,-5-2 0,-1-3 0,-7 3 0,11-6 0,-5 10 0,7 4 0,-7-4 0,5 13 0,-5-7 0,7 5 0,0-2 0,-5-5 0,-1 6 0,0-8 0,7 3 0,-1-7 0,0 0 0,0 0 0,1 0 0</inkml:trace>
  <inkml:trace contextRef="#ctx0" brushRef="#br0" timeOffset="7">19807 7960 8912,'-9'4'0,"3"8"0,4 9 0,2 19 0,0 4 0,0 9 0,2 6 0,4 10 0,-4-8 0,11 12 0,-7-16 0,-3-1 0,5-9 0,-2-1 0,2-13 0,-3 1 0,-3-19 0,6 8 0,-16-13 0,-1 7 0</inkml:trace>
  <inkml:trace contextRef="#ctx0" brushRef="#br0" timeOffset="8">19566 8579 8912,'10'-2'0,"-4"-3"0,3 3 0,5-4 0,7 4 0,0 0 0,7-3 0,9 3 0,1-12 0,8 7 0,2-3 0,-6-1 0,2-5 0,-4 5 0,-6-4 0,1 3 0,-11-3 0,-4 3 0,-3 1 0,-8 5 0,-3-5 0,-4 7 0,-2-4 0,-2 8 0,-4 0 0,4 8 0,-3 3 0,-5-3 0,8 7 0,-4-3 0,5-3 0,1 3 0,0-7 0,0 7 0,0 1 0,0-5 0,1 0 0,5-8 0,-2 0 0,7 0 0,3 0 0,1 0 0,2 0 0,1 0 0,5 0 0,-1 0 0,-1 0 0,-1 0 0,3 2 0,-1 3 0,1-1 0,-5 8 0,1-7 0,4 7 0,-4-7 0,4 5 0,-4-2 0,-2-3 0,0-5 0,1 0 0,-7 0 0,0 0 0,-5 0 0,6 0 0,-7-7 0,7-5 0,-8 3 0,1-3 0,-3-1 0,6-2 0,-6 3 0,4 1 0,-4-1 0,-2-5 0,0 7 0,-2 3 0,-4 7 0,4 0 0,-6 0 0,1 7 0,5 3 0,-4 7 0,4 0 0,2 1 0,0-1 0,0 0 0,0 0 0,2-2 0,4-3 0,3 1 0,9-7 0,-1 0 0,2-6 0,2 0 0,2 0 0,6 0 0,-6 0 0,7-8 0,-5-3 0,4-10 0,-6-2 0,-4 0 0,-2 0 0,0-2 0,0-2 0,-1 6 0,-5-2 0,-3 4 0,-8 2 0,0 0 0,0 7 0,0 5 0,0 10 0,0 5 0,0 7 0,0 0 0,0 2 0,2 2 0,3 2 0,5 6 0,7-6 0,0 0 0,1 0 0,-1 0 0,0 0 0,-2-4 0,-3 4 0,-5-12 0,-1 18 0,0-12 0,-8 4 0,-9-6 0,-12-1 0,-6-3 0,-11-7 0,3 9 0,-5-7 0,0-2 0,6-2 0,-6-2 0</inkml:trace>
  <inkml:trace contextRef="#ctx0" brushRef="#br0" timeOffset="9">21700 7754 8912,'-17'-9'0,"0"9"0,-6 13 0,0 17 0,2 16 0,-4 14 0,2 14-84,0 20 1,15-39 0,1 2 0,0 9-1,0 0 1,2 1 0,-1 0 0,-1-2-1,1 0 84,-2-4 0,0-2 0,2-3 0,1-1 0,-1-6 0,0-1 0,1 46 0,-7-8 0,8-15 0,-9-12 0,7-19 0,-5-11 0,3-6 244,-2-4-244,7-10 0,3 7 0,9-7 0</inkml:trace>
  <inkml:trace contextRef="#ctx0" brushRef="#br0" timeOffset="10">22010 8356 8912,'2'-10'0,"4"5"0,-5 1 0,5-2 0,-2 4 0,2-4 0,-2 4 0,7 1 0,2-5 0,-5 4 0,5-13 0,-7 3 0,2 3 0,-4-3 0,1-1 0,1 5 0,-6-7 0,0 3 0,0-3 0,-8 6 0,-1 1 0,-10 10 0,-2 4 0,-2 5 0,0 12 0,4 4 0,-4 7 0,4 8 0,-4 4 0,4 4 0,9 1 0,4 1 0,4-8 0,2-2 0,2-10 0,4-3 0,11-12 0,10-9 0,7-10 0,1-4 0,-1-11 0,1-10 0,-1-15 0,1-2 0</inkml:trace>
  <inkml:trace contextRef="#ctx0" brushRef="#br0" timeOffset="11">22320 8012 8912,'17'0'0,"-8"0"0,-1 8 0,-8 3 0,0 6 0,0 6 0,-6 6 0,-1 11 0,-3 6 0,1 4 0,-3 1 0,-3 1 0,11-1 0,-6 1 0,3-1 0,3-9 0,10-7 0,-4-1 0,13-15 0,-4 4 0,5-11 0,1-7 0,8-10 0,1-5 0</inkml:trace>
  <inkml:trace contextRef="#ctx0" brushRef="#br0" timeOffset="12">22733 8356 8912,'-27'9'0,"-6"7"0,12-9 0,-7 7 0,-3-3 0,0 1 0,3 5 0,3 0 0,2 0 0,0 0 0,6 1 0,5-1 0,9 0 0,-3 0 0,4 0 0,6-7 0,7-4 0,1-4 0,11-2 0,-2-2 0,2-4 0,5-6 0,-3-3 0,0-2 0,-8 0 0,0 0 0,1-8 0,-1 6 0,0-4 0,-7 9 0,-5 3 0,3 5 0,-2-5 0,7 7 0,-11 4 0,6 9 0,-8 9 0,0-1 0,0 0 0,0 0 0,2 0 0,3 1 0,-1-3 0,8-4 0,-7-1 0,7-4 0,-1-4 0,1 5 0,-1-7 0,1-7 0,3 3 0,-4-8 0,-5-1 0,4-2 0,-8 3 0,5 1 0,1-3 0,-6-1 0,6-2 0,-8 0 0,0 7 0,0 2 0,0 8 0,0 8 0,0 4 0,0 3 0,0 2 0,0 0 0,0 6 0,0 0 0,0 6 0,0-6 0,1 0 0,5-6 0,-4 6 0,4 0 0,-4-2 0,-2-2 0,0-2 0,0 0 0,0-7 0,-2 3 0,-4-7 0,4 0 0,-13-6 0,5 0 0,1-16 0,1-3 0</inkml:trace>
  <inkml:trace contextRef="#ctx0" brushRef="#br0" timeOffset="13">23232 8339 8912,'0'-10'0,"0"-5"0,-2 13 0,-4-4 0,-4 4 0,-1 2 0,0 2 0,-3 4 0,7-4 0,-7 13 0,8-3 0,-5 3 0,5 2 0,0 6 0,6 0 0,0-2 0,0-2 0,0 0 0,0 4 0,8-4 0,4 4 0,-3-4 0,1-2 0,-3 1 0,7-1 0,-10 0 0,7 0 0,-7 0 0,2 1 0,-6-1 0,-6 0 0,-4 0 0,-9 0 0,-4 1 0,2-3 0,-7-4 0,5-1 0,-6-4 0,6-5 0,-6 5 0,10-6 0,2-6 0,-8-11 0,6-9 0</inkml:trace>
  <inkml:trace contextRef="#ctx0" brushRef="#br0" timeOffset="14">23404 8545 8912,'-17'0'0,"-1"0"0,1 0 0,0 0 0,7 2 0,5 4 0,3-4 0,2 5 0,13-7 0,6 0 0,6 0 0,4 0 0,5-7 0,1-5 0,-7-3 0,1-2 0,-2-1 0,1 1 0,-3-2 0,-7-4 0,-1 4 0,0-4 0,-8 4 0,-3 2 0,-4-6 0,-2 0 0,-2 0 0,-4 8 0,-5 3 0,-4-3 0,-4 13 0,-2-2 0,-2 8 0,0 6 0,5 9 0,1 4 0,0 5 0,0 5 0,2 1 0,3 1 0,6-1 0,4 0 0,2 1 0,0-1 0,2-7 0,4-4 0,4-4 0,7-2 0,2-7 0,4-5 0,4-5 0,7-5 0,1-7 0,-1-3 0,6-10 0,0-4 0,-2-3 0,6-10 0,-7 6 0,3-4 0,-4 3 0,-9 3 0,-2 5 0,-8 1 0,-5 8 0,-1 3 0,-7 8 0,4 16 0,-14 5 0,0 9 0,2 2 0,2 7 0,2-3 0,0 7 0,0 1 0,0-1 0,6 1 0,0-1 0,-2 0 0,-2-7 0,-2 4 0,0-8 0,-2 0 0,-4-6 0,-9 0 0,-8 0 0,-8-2 0,2-3 0,-3-6 0,-3-4 0,1-2 0,-8-8 0,-2-2 0</inkml:trace>
  <inkml:trace contextRef="#ctx0" brushRef="#br0" timeOffset="15">25245 8201 8912,'-27'-6'0,"4"-1"0,2-1 0,0 0 0,-2 5 0,2 5 0,2 7 0,2 8 0,0 12 0,0 0 0,-1 3 0,7 2 0,1 3 0,3 1 0,3 2 0,2-2 0,2-9 0,0-6 0,0-4 0,2-8 0,4 1 0,3-8 0,8 0 0,1-8 0,-1-8 0,0-3 0,6-8 0,0 0 0,0-7 0,-6 3 0,0-8 0,-5 1 0,-1 2 0,3 3 0,-1-2 0,-2 8 0,-3 1 0,-2 10 0,0 1 0,-1 9 0,-5 2 0,8 7 0,-4 11 0,7-1 0,-5 0 0,5 0 0,1 0 0,7 0 0,4 1 0,-4-9 0,12 5 0,-6-9 0,1-1 0,-3-4 0,6-6 0,-8 5 0,6-17 0,-4 1 0,-6-2 0,2-8 0,-6 2 0,-1-5 0,-1 5 0,-1-4 0,-2 6 0,-3 4 0,-5 2 0,0 0 0,0 7 0,0 12 0,0 16 0,0 6 0,0 18 0,2 4 0,4 4 0,-4 1 0,7 1 0,-5 0 0,2-1 0,7 1 0,-9-3 0,6-1 0,-3-2 0,-1-8 0,-6 2 0,0-9 0,0-2 0,0-14 0,0 2 0,-7-4 0,-3-3 0,0-10 0,-5-17 0,6-10 0</inkml:trace>
  <inkml:trace contextRef="#ctx0" brushRef="#br0" timeOffset="16">25658 8046 8912,'0'-9'0,"-2"-6"0,-4 3 0,5 4 0,-7 1 0,16 7 0,3 0 0,6 2 0,6 3 0,6 7 0,-4 3 0,7 2 0,-3 1 0,3-1 0,-5 2 0,-4 2 0,-4 2 0,-2-2 0,-7 6 0,-2-8 0,-8 4 0,-2-2 0,-4 2 0,-4-4 0,-9 4 0,-4-4 0,4-2 0,-6-6 0,8 1 0,0 1 0,0-5 0,0-1 0,-1 1 0,1 2 0</inkml:trace>
  <inkml:trace contextRef="#ctx0" brushRef="#br0" timeOffset="17">26037 8150 8912,'0'24'0,"0"3"0,0 9 0,0 6 0,0 10 0,0 0 0,0 9 0,0-6 0,0 2 0,0 1 0,0-14 0,2-4 0,3-4 0,-3-1 0,6-9 0,-10-5 0,-4-7 0,-3-7 0,-8-14 0,-1-3 0</inkml:trace>
  <inkml:trace contextRef="#ctx0" brushRef="#br0" timeOffset="18">25951 8081 8912,'7'-10'0,"-5"-5"0,14 13 0,-5-4 0,-1 4 0,3 2 0,6 0 0,-2 8 0,10 2 0,-6 7 0,2 0 0,0 0 0,-6 2 0,0 4 0,-7-2 0,-4 8 0,1-8 0,-3 4 0,-6 0 0,2 1 0,-21 1 0,4-4 0,-2-4 0,0-2 0,-6 0 0,-2 1 0</inkml:trace>
  <inkml:trace contextRef="#ctx0" brushRef="#br0" timeOffset="19">26260 8407 8912,'0'-17'0,"0"0"0,0 0 0,8 7 0,4-5 0,9 5 0,2 1 0,5-6 0,-5 3 0,0-3 0,2-2 0,-6 7 0,6-5 0,-8 3 0,-7-3 0,-3-2 0,-7 0 0,-7 7 0,-9 4 0,-8 12 0,-3 6 0,6 3 0,-10 8 0,8 0 0,-5 7 0,5-1 0,2-2 0,9 1 0,-1-1 0,7 4 0,2-3 0,4-7 0,6 2 0,11-4 0,10-1 0,7-3 0,1-4 0,7-3 0,2-10 0,7-4 0,1-5 0,-8-4 0,-2-3 0,-9-1 0,-5-4 0,3 2 0,-8-7 0,-8 7 0,-7-6 0,-8 4 0,0 4 0,-2-4 0,-4 4 0,-4 2 0,-7 7 0,0 4 0,0 5 0,0 1 0,-1 1 0,1 5 0,0 6 0,0 3 0,5 2 0,1 2 0,-3 4 0,5-4 0,-3 4 0,9-4 0,-5-2 0,8 1 0,0-1 0,0 0 0,0-7 0,8 3 0,3-7 0,4-1 0,8-6 0,0-5 0,-2-6 0,-2 5 0,-1-9 0,-3 5 0,-4-4 0,5 3 0,-5 1 0,-3 5 0,-2-5 0,3 7 0,-7-6 0,4 4 0,-4 5 0,3-5 0,1 12 0,8-5 0,-7 15 0,7-5 0,-3 4 0,1-5 0,7 5 0,2-3 0,2 3 0,0-5 0,0 3 0,-1-7 0,-1-2 0,-1-3 0,4-1 0,3 0 0</inkml:trace>
  <inkml:trace contextRef="#ctx0" brushRef="#br0" timeOffset="20">27000 8287 8912,'0'-17'0,"0"0"0,0 0 0,0-1 0,2 3 0,2 2 0,2 1 0,7 8 0,-1-1 0,3 3 0,2 2 0,6 9 0,2 8 0,0 10 0,0 6 0,-4 1 0,-4 6 0,-4 0 0,-3-1 0,-2-3 0,-3-2 0,-5 1 0,0-9 0,0-1 0,0-8 0,0 1 0,0-11 0,0-7 0,0-7 0,0-18 0,0-4 0,0-5 0,0-5 0,0-1 0,0 0 0,6 0 0,2 0 0,1 2 0,3 2 0,-1 1 0,1 1 0,-1-1 0,6 1 0</inkml:trace>
  <inkml:trace contextRef="#ctx0" brushRef="#br0" timeOffset="21">27912 8132 8912,'0'-17'0,"2"0"0,4 0 0,4 7 0,7 4 0,0 5 0,0 1 0,6 1 0,0 5 0,0 6 0,-6 11 0,1-2 0,-3 7 0,-4 3 0,5 1 0,-14-3 0,3-2 0,-3-2 0,-2-3 0,-6-4 0,-1-3 0,-3-4 0,-1-3 0,-6-8 0,7-8 0,4-5 0,4-8 0,2-6 0,8-5 0,3 3 0,7-3 0,5 3 0,5 4 0,12 2 0,6 4 0,12 2 0,-3 0 0,8 1 0,2 5 0,2-4 0,-8 11 0,-7-8 0,-10 7 0,-13-7 0,-4 7 0,-8-7 0,-9 1 0,-8-7 0,-10 9 0,-13 3 0,-2 4 0,-5 2 0,1 0 0,-2 0 0,-1 8 0,-3 3 0,3 10 0,3 2 0,-3 0 0,13 0 0,-2 0 0,7-2 0,-1-2 0,13-2 0,-4 1 0,4-1 0,2-8 0,8 7 0,2-15 0,7 5 0,6-4 0,0-2 0,7 0 0,-1 0 0,-4 0 0,0 0 0,-1 0 0,-4-6 0,1-1 0,-6-1 0,-4 0 0,-7-5 0,4 4 0,0-9 0,1 1 0</inkml:trace>
  <inkml:trace contextRef="#ctx0" brushRef="#br0" timeOffset="22">28721 8012 8912,'12'0'0,"-1"0"0,-7 0 0,11 0 0,-5 0 0,7 0 0,0 0 0,-5 0 0,-1 0 0,1 2 0,5 4 0,0-3 0,-2 9 0,-3 1 0,3 3 0,-3 1 0,-5-8 0,1 7 0,-8-5 0,0 4 0,0 3 0,-2-3 0,-4-4 0,4-3 0,-13-8 0,13 0 0,-5-8 0,7-1 0,0-8 0,7 5 0,5 3 0,3 1 0,2-4 0,0 5 0,3-1 0,2 1 0,-2 1 0,4 6 0,-6 0 0,5 0 0,0 0 0,-2 0 0,-2-2 0,-2-4 0,2 4 0,4-4 0,-4 3 0,4-3 0,-4 4 0,-2-11 0,1 7 0,-1-7 0,-2 1 0,-3-3 0,-5 5 0,-7-5 0,-7 13 0,-5-4 0,-3 4 0,-2 2 0,-1 0 0,-6 0 0,4 8 0,-3 4 0,4 3 0,-6 2 0,6 0 0,-4 0 0,10 1 0,2-1 0,7 0 0,-2 0 0,4 0 0,2 1 0,2-1 0,4 0 0,11-6 0,12 1 0,1-8 0,-1 1 0,3-3-848,-3-2 0,11-7 0,4-3 0</inkml:trace>
  <inkml:trace contextRef="#ctx0" brushRef="#br0" timeOffset="23">29633 7651 8912,'0'-10'0,"-7"18"0,3 5 0,-8 16 0,3 0 0,-3 5 0,-1 0 0,7 1 0,2-1 0,3 1 0,1-1 0,0 0 0,1-7 0,5-4 0,6-4 0,11-2 0,-4-7 0,4-4 0,3-6 0,3-6 0,-2 2 0,2-7 0,1-3 0,-5-1 0,2-8 0,-6 0 0,2 2 0,0 2 0,-12 2 0,1 0 0,-9 7 0,5 1 0,-8 3 0,0 4 0,0-6 0,0 8 0,0 8 0,0-6 0,2 5 0,4-7 0,5 0 0,12 0 0,-4 0 0,4 0 0,-2 0 0,2 0 0,-4 0 0,4 0 0,-4 0 0,-1 0 0,-1 0 0,0 0 0,-7 2 0,-3 4 0,-1 6 0,0 3 0,-1 10 0,-5 3 0,-7 5 0,-5 1 0,3 2 0,-3 5 0,1-3 0,-6 8 0,-1-8 0,1 2 0,0-6 0,0-5 0,0-4 0,-1-8 0,1 0 0,0 0 0,0-7 0,0-4 0,7-6 0,4-6 0,4-4 0,2-22 0,0-4 0</inkml:trace>
  <inkml:trace contextRef="#ctx0" brushRef="#br0" timeOffset="24">30666 6705 8912,'9'0'0,"7"10"0,-5 7 0,4 19 0,3 22 0,7 22 0,-11-27 0,0 3 0,-1 7 0,-1 4 0,1 9 0,-1 2 0,0 4 0,-1 1 0,0 2 0,-1 2-903,-2 2 0,-1-1 903,3-12 0,-3-1 0,-5 5 0,-2-1 0,4-12 0,-2-2 0,-4-2 0,-2 0 0,0-3 0,-3 0 0,-4-1 0,-3-1 0,-2-6 0,-2-1 0,0 3 0,-3-1 0,-3-4 0,-3-1 0,0-1 0,-2 0 0,-4 0 0,-3-1 0,3 2 0,-2-2 0,-3-6 0,-1 0 0,1 6 0,0-2 0,-4-7 0,0-3 0,-1-3 0,-1-1 0,0-4 0,-1-1 0</inkml:trace>
  <inkml:trace contextRef="#ctx0" brushRef="#br0" timeOffset="25">8363 10316 8912,'-5'-12'0,"-1"1"0,-6-1 0,7-5 0,1 0 0,2 0 0,2 5 0,0 1 0,0-2 0,8-1 0,3 1 0,4 1 0,3 9 0,-1-3 0,0 4 0,-5 2 0,-1 0 0,2 0 0,-5 0 0,2 0 0,-5 0 0,-3 0 0,6 0 0</inkml:trace>
  <inkml:trace contextRef="#ctx0" brushRef="#br0" timeOffset="26">8501 10299 8912,'2'-18'0,"2"1"0,2 0 0,-1 0 0,-5 0 0,0 0 0,0 5 0,0 1 0,0-3 0,0 5 0,0-3 0,-2 3 0,-1-5 0,-3 3 0,0 7 0,-2-4 0,-3 8 0,-4 8 0,-3 5 0,1 8 0,0 14 0,0 11 0,2 11 0,3 6 0,-1 6 0,7 5 0,0-3-155,6 3 0,0 3 155,0-3 0,6-1 0,2-10 0,1-6 0,-3-3 0,5-3 0,-7-9 0,2-7 0,-4-8 0,-2-18 0,-15-9 0,-5-9 0</inkml:trace>
  <inkml:trace contextRef="#ctx0" brushRef="#br0" timeOffset="27">8226 10711 8912,'-10'-2'0,"4"-3"0,5 3 0,1-6 0,3 2 0,7-1 0,7-3 0,12-1 0,3-1 0,8 1 0,6 5 0,-5-5 0,1 7 0,-6-4 0,-2 1 0,5 5 0,-13-6 0,9 8 0</inkml:trace>
  <inkml:trace contextRef="#ctx0" brushRef="#br0" timeOffset="28">8690 10694 8912,'10'10'0,"5"3"0,-3-7 0,3 7 0,2-1 0,0 3 0,1 2 0,-1 0 0,0 0 0,2 6 0,4 0 0,-10 6 0,3-4 0,-7 2 0,5-6 0,-12 3 0,3-6 0,-3-1 0,-2 0 0,0-7 0,-7-3 0,-1-9 0,-3-3 0,3-11 0,8-7 0,0-7 0,0 1 0,0-3 0,8 5 0,1-6 0,10 7 0,4-1 0,-4-6 0,8 14 0,-4-2 0,6 8 0,3-2 0,3 11 0,-1-6 0,0 3 0,-7 1 0,6 6 0,-7 0 0,1 0 0,6 8 0,-20-5 0,4 7 0,-1-2 0,-9 5 0,-1-2 0,-4 5 0,-10-7 0,-3-3 0,-4-4 0,3 4 0,1-1 0,-1 7 0,-5-6 0,5 7 0,1-2 0,-2 5 0,5 1 0,-2 0 0,5 0 0,3 0 0,-4 1 0,4-1 0,2 0 0,0 0 0,2 0 0,4 1 0,-4-9 0,13-3 0,-4-12 0,5 4 0,-5-13 0,1 4 0,-1 1 0,6-2 0,-1 1 0,-3-6 0,-2 0 0,1 7 0,5-3 0,0 7 0,1 0 0,-1 6 0,0 0 0,-7 0 0,3 2 0,-7 4 0,7 3 0,-3 9 0</inkml:trace>
  <inkml:trace contextRef="#ctx0" brushRef="#br0" timeOffset="29">9809 10746 8912,'0'-17'0,"-2"1"0,-2 3 0,-3 3 0,-3 3 0,6 14 0,-2 12 0,5 8 0,1 9 0,1-1 0,3 7 0,4-2 0,1 0 0,3 0 0,5-5 0,0-3 0,1-3 0,-3 1 0,-4-7 0,5-7 0,-5-11 0,4-3 0,3-2 0,-1-2 0,0-3 0,-7-13 0,3-8 0,-7-9 0,-2 1 0,-3-1 0,1 1 0,2 0 0,2-1 0,0 1 0,-6 7 0,0 4 0,0 10 0,0 1 0,7 10 0,5 2 0,-5 8 0,7 17 0,-7 4 0,3 3 0,1 2 0,9 1 0,1-3 0,2-3 0,1 2 0,-1-9 0,2 1 0,4-5 0,2-3 0,-9-4 0,1-3 0,2-16 0,2-1 0</inkml:trace>
  <inkml:trace contextRef="#ctx0" brushRef="#br0" timeOffset="30">10583 10849 8912,'0'17'0,"0"-5"0,0-1 0,-7-5 0,-5 5 0,-3 1 0,-2 5 0,-1-6 0,1 1 0,0 1 0,0 10 0,5-4 0,1 4 0,7-4 0,-4-2 0,8 1 0,0-1 0,0-8 0,0 1 0,0-4 0,8-4 0,2 3 0,7-12 0,0-11 0,0-1 0,0-9 0,1-3 0,-1-9 0,0 4 0,-5-14 0,-1 6 0,2 0 0,-5-6 0,5 8 0,-7-3 0,2 3 0,-2 7 0,-4 8 0,3 4 0,-3 12 0,-2 19 0,0 15 0,0 13 0,0 4 0,0 8 0,0-2 0,0 3 0,0 3 0,6-1 0,0 1 0,7-8 0,-2-6 0,5-5 0,1-5 0,0-7 0,0 4 0,1-15 0,-1-5 0,0-12 0,0-10 0,-1-2 0,-3-10 0,-2-2 0,-1-1 0,1-3 0,5 1 0,-9 2 0,5 1 0,-6 2 0,-4 8 0,3-4 0,1 8 0,0 8 0,-6 1 0,5 10 0,1 4 0,0 3 0,-4 8 0,4 1 0,-5 5 0,5 0 0,2-1 0,-2-4 0,-1-1 0,1-6 0,0 1 0,7-1 0,-9-1 0,7-4 0,1-6 0,5-6 0,0-6 0,-5-3 0,-1-2 0,-5 0 0,6-1 0,-7 1 0,7 0 0,-7 6 0,7-1 0,-8 8 0,5-9 0,-3 7 0,-4 0 0,13 6 0,-13 8 0,13 2 0,-5 7 0,0 0 0,5 0 0,-11 0 0,7-1 0,3-5 0,1 4 0,2-5 0,0 0 0,1-5 0,-1-3 0,0-2 0,0 0 0,0 0 0,1-7 0,-1-9 0,0-7 0,0-7 0,0 1 0,1-3 0,-3-3 0,-4 1 0,3 0 0,-9-1 0,7 1 0,-6-1 0,-1 1 0,-5 2 0,0 3 0,0 4 0,0 8 0,0 7 0,0 3 0,0 22 0,0 8 0,0 7 0,-7 5 0,5 7 0,-6 4 0,1 3 0,5-5 0,-6 4 0,8-6 0,0 2 0,0-6 0,2 10 0,4-8 0,5-2 0,4-7 0,3-2 0,5-10 0,0-2 0,7-8 0,-1-9 0,3-2 0,3-3 0,-1-5 0,4-15 0,-1-3 0,-5-5 0,-3-1 0,0-1 0,-6 1 0,-6 7 0,-6 4 0,-3 4 0,-8 2 0,0 0 0,-8 7 0,-3 5 0,-5 5 0,-1 5 0,-8-3 0,6 14 0,-4-5 0,4 4 0,8 4 0,-1 4 0,3-4 0,-3 4 0,5-2 0,7 2 0,0-4 0,0 4 0,3-9 0,9-3 0,-1-7 0,22 4 0,-4-8 0,9-2 0,2-4 0,8-4 0,-2-7 0,-4-6 0,-2 0 0,-4 2 0,-9 2 0,2 2 0,-10 2 0,-4 3 0,-9-3 0,1 13 0,-7-6 0,-7 16 0,3 0 0,-8 3 0,9 4 0,-7-11 0,4 8 0,4-8 0,-5 3 0,7-7 0,0 0 0,2-7 0,3-5 0,-1-1 0,8 1 0,-8-3 0,11 11 0,-4-5 0,5 1 0,1 4 0,0 2 0,0 2 0,0 0 0,1 0 0,-1 0 0,6 2 0,0 4 0,0-4 0,-4 5 0,4 1 0,-4-6 0,6 6 0,-8-8 0,6 0 0,0-2 0,-2-4 0,-2-5 0,-2-5 0,0-1 0,1-8 0,-3-5 0,-2-7 0,-3-5 0,-2-2 0,-3 6 0,-3-11 0,4 3 0,-4 4 0,4 2 0,-5 11 0,-1 6 0,-1 6 0,-5 5 0,4 7 0,-4 12 0,4 10 0,-5 16 0,3 13 0,-6 11 0,3 6 0,3 4 0,2 2 0,2-8 0,0 6 0,2-6 0,3 0 0,5-2 0,9-7 0,4-1 0,-4-7 0,4-4 0,-4-19 0,-1-9 0,-1-8 0,0-4 0</inkml:trace>
  <inkml:trace contextRef="#ctx0" brushRef="#br0" timeOffset="31">12734 10694 8912,'-17'0'0,"10"0"0,7 0 0,17 0 0,17 0 0,8 0 0,16-2 0,-1-4 0,8-11 0,-4-9 0,8-9 0</inkml:trace>
  <inkml:trace contextRef="#ctx0" brushRef="#br0" timeOffset="32">14352 10522 8912,'10'-17'0,"-5"0"0,-3 0 0,-2-1 0,0 1 0,-7 8 0,-5 5 0,-3 8 0,-2 9 0,-1 8 0,1 13 0,0 12 0,2 10 0,3 3 0,6 2 0,5 4 0,1 2 0,0 2 0,0 7 0,7-13 0,7-2 0,5-13 0,7-14 0,7-9 0,-2-13 0,9-7 0,4-26 0,0-7 0</inkml:trace>
  <inkml:trace contextRef="#ctx0" brushRef="#br0" timeOffset="33">14731 10780 8912,'-10'8'0,"-5"-4"0,3 7 0,-3 0 0,-2 9 0,-2 1 0,-4 2 0,6 1 0,-1-1 0,1-4 0,6 4 0,3-4 0,0-1 0,8-1 0,0-8 0,2-1 0,4-8 0,5 0 0,5-8 0,7 5 0,0-9 0,0 1 0,-6-7 0,0 1 0,2 2 0,4 3 0,-10-1 0,5 7 0,-5 1 0,-1 3 0,-1-4 0,0 4 0,7 2 0,-1 10 0,-8 7 0,7-2 0,-5-3 0,-3 3 0,7-13 0,-3 4 0,-3-5 0,3-1 0,1 0 0,10 0 0,-4-7 0,4-5 0,-4-9 0,-2-2 0,8-15 0,2 2 0</inkml:trace>
  <inkml:trace contextRef="#ctx0" brushRef="#br0" timeOffset="34">15144 10574 8912,'-12'-10'0,"1"5"0,5-3 0,-6 2 0,9 0 0,-5 20 0,8 3 0,0 12 0,0-8 0,0 7 0,0 3 0,2 3 0,4 6 0,-4-11 0,7 11 0,-5-11 0,2 3 0,5-5 0,-5-4 0,5-4 0,-3-4 0,2-3 0,-7-5 0,13-8 0,-5-5 0,4-4 0,3-7 0,-1-2 0,0-4 0,-5 4 0,-1-4 0,1 10 0,5 1 0,-6 3 0,1-3 0,-1 4 0,-1 8 0,-3 0 0,-7 8 0,0 4 0,-2 3 0,-3 2 0,-5 0 0,-7 0 0,0 1 0,0-1 0,-1-6 0,1 1 0,8-8 0,-7 11 0,7-6 0</inkml:trace>
  <inkml:trace contextRef="#ctx0" brushRef="#br0" timeOffset="35">15471 10814 8912,'0'10'0,"0"-2"0,0-8 0,0 2 0,0 3 0,7-3 0,5 4 0,3-4 0,2-2 0,0-6 0,1 0 0,5-5 0,0 3 0,-2-1 0,5-3 0,-7 1 0,4-1 0,-9 7 0,-3-7 0,-7 1 0,4 1 0,-16 3 0,-3 7 0,-7 0 0,-3 1 0,-2 5 0,0 4 0,8 13 0,4 0 0,-3 1 0,7-3 0,-3 2 0,6 8 0,-1-2 0,3-5 0,9 7 0,5-8 0,3-2 0,10-2 0,4-9 0,11-5 0,4-7 0,7-9 0,1-2 0,0-16 0,-1-2 0,-1-7 0,-4-2 0,-4 0 0,-13 4 0,-1-5 0,-7 5 0,2-4 0,-11 4 0,-7 1 0,-3-5 0,-2-2 0,0-2 0,-5 6 0,-1-2 0,-7 11 0,3 4 0,-2 18 0,1 7 0,7 15 0,-9 12 0,7 9 0,2 4 0,2-3 0,-3 12 0,-1-1 0,2 7 0,2-9 0,2 10 0,0-14 0,0 2 0,2-6 0,4 2 0,-2-4 0,7-1 0,1-9 0,5-1 0,0-8 0,0-7 0,0-4 0,8-12 0,2-4 0</inkml:trace>
  <inkml:trace contextRef="#ctx0" brushRef="#br0" timeOffset="36">16555 10729 8912,'-17'9'0,"5"1"0,1-5 0,7-3 0,10 6 0,15-10 0,7-2 0,9-2 0,8-7 0,1 2 0,2-5 0,-2-1 0,-4 8 0,-4-7 0,-3 5 0,3 3 0,-11 1 0</inkml:trace>
  <inkml:trace contextRef="#ctx0" brushRef="#br0" timeOffset="37">16641 11107 8912,'34'-23'0,"1"0"0,7-8 0,4 3 0,3-5 0,-3 5 0,0-1 0,-8-7 0,4-8 0</inkml:trace>
  <inkml:trace contextRef="#ctx0" brushRef="#br0" timeOffset="38">17432 10660 8912,'-26'0'0,"1"0"0,8 0 0,-6 2 0,0 3 0,0 7 0,6 9 0,-1 2 0,9 7 0,3-1 0,4 3 0,4 3 0,4-1 0,11-7 0,12-4 0,1-4 0,-1-2 0,9-7 0,-3-4 0,-5-5 0,3-2 0,-7-5 0,1-6 0,6-3 0,-14-8 0,4 0 0,-10-9 0,-3-1 0,-3-5 0,-1-2 0,-8 0 0,-4 0 0,-5 0 0,-12 5 0,-6 1 0,-3-1 0,-1 11 0,5 6 0,-5 3 0,6 9 0,1 3 0,-5 8 0,8 7 0,2 11 0,10 5 0,3 5 0,8-5 0,0 1 0,15 0 0,4 5 0</inkml:trace>
  <inkml:trace contextRef="#ctx0" brushRef="#br0" timeOffset="39">18482 10832 8912,'0'-12'0,"0"1"0,0-3 0,-2 7 0,-4 1 0,-1 6 0,-5 6 0,-9 5 0,4 12 0,-6 10 0,0 7 0,2 7 0,-7-1 0,5 6 0,-6 5-1082,8-3 1082,-4 5 0,8-15 0,0-2 0</inkml:trace>
  <inkml:trace contextRef="#ctx0" brushRef="#br0" timeOffset="40">20169 10643 8912,'0'-18'0,"0"1"0,-2 0 0,-4 0 0,4 7 0,-6 5 0,8 12 0,0 10 0,0 10 0,0 13 0,0 6 0,-2 4 0,-1 1 0,-3 1 0,0-1 0,0 1 0,1 0 0,-9-1 0,5-1 0,-1-4 0,-5-6 0,3-13 0,-3-8 0,-2-6 0,5-11 0,1-2 0,5-10 0,-5-13 0,7-9 0,-2-8 0,4-8 0,2 2 0,8-1 0,3 1 0,5-2 0,1 8 0,8 0 0,-6 13 0,6 4 0,-2 6 0,2 3 0,1 3 0,-5 7 0,10 6 0,-8 13 0,-2 6 0,4 10 0,-2-2 0,0 3 0,-6 2 0,0 1 0,6-8 0,2-6 0,2-8 0,-6 2 0,11-13 0,-13-2 0,6-9 0</inkml:trace>
  <inkml:trace contextRef="#ctx0" brushRef="#br0" timeOffset="41">20616 10797 8912,'-17'8'0,"1"3"0,5 12 0,-4-2 0,3 8 0,5 0 0,-1 5 0,8 0 0,0 1 0,0-8 0,6 3 0,-1-7 0,15-2 0,-3-9 0,4-5 0,-4-7 0,6-9 0,0-9 0,0-1 0,-6-9 0,-2-1 0,-3-5 0,-6-1 0,-5 1 0,-1-1 0,-1 1 0,-5 0 0,-4 7 0,-7 4 0,0 4 0,0 4 0,-1 3 0,1-3 0,0 13 0,6 0 0,-1 8 0,8 0 0,4 1 0,10 3 0</inkml:trace>
  <inkml:trace contextRef="#ctx0" brushRef="#br0" timeOffset="42">20977 10539 8912,'-11'-11'0,"-1"-1"0,3 11 0,-3 1 0,3 9 0,3 14 0,4 4 0,-4 7 0,5 2 0,1 5 0,0-5 0,0 12 0,0-8 0,0-2 0,7 4 0,5-2 0,-3-6 0,3-5 0,-1-8 0,-1 4 0,5-8 0,-5 0 0</inkml:trace>
  <inkml:trace contextRef="#ctx0" brushRef="#br0" timeOffset="43">20685 10935 8912,'0'17'0,"0"-7"0,7-3 0,5-7 0,11 0 0,6-9 0,13-7 0,9-5 0,9-3 0,8 1-646,1-4 1,8-15-1,1-2 1</inkml:trace>
  <inkml:trace contextRef="#ctx0" brushRef="#br0" timeOffset="44">21907 10316 8912,'-23'-2'0,"-2"-2"0,-2-2 0,-4 3 0,5 1 0,-3 2 0,6 7 0,-6 5 0,8 11 0,-2 5 0,12 12 0,-2-1 0,7 8 0,2 7 0,2-2 0,10 7 0,3-8 0,5 1 0,1-1 0,0-1 0,0-4 0,0-6 0,-7-4 0,-1-3 0,-5-4 0,2-7 0,0-10 0,-14-4 0,-1-8 0</inkml:trace>
  <inkml:trace contextRef="#ctx0" brushRef="#br0" timeOffset="45">21562 10729 8912,'18'0'0,"-1"0"0,0 0 0,6 0 0,0 0 0,0 0 0,-4-2 0,4-4 0,4 2 0,7-7 0,3 5 0,3-6 0,-4 9 0,6-3 0,0 4 0,-6 2 0,1 2 0,-9 4 0,-8-3 0,-3 9 0,-2 1 0,-9 10 0,0-4 0,-6 4 0,0-4 0,-8-2 0,-2 1 0,-7-1 0,0 0 0,5-7 0,1-5 0,0-3 0,1-4 0,4-3 0,4-5 0,2-7 0,0 0 0,2-1 0,4 1 0,-2 0 0,7-2 0,3-4 0,1 4 0,2-6 0,0 10 0,1 3 0,-1-3 0,6 7 0,0-3 0,0 3 0,-6 8 0,0 8 0,2 3 0,4 5 0,-4 1 0,6 0 0,-8 0 0,0 1 0,8-1 0,-4 0 0,6-2 0,-2-3 0,-2 3 0,0-13 0,0 4 0,6-6 0,-7-6 0,1 2 0,-5-7 0,-7-1 0,1-5 0,-3 0 0,3 0 0,-5-1 0,-7 1 0,0 0 0,0 0 0,0 0 0,-7-1 0,-1 7 0,-4-1 0,-3 9 0,4-3 0,-5 4 0,-1 10 0,2 3 0,3 12 0,5-4 0,7 4 0,0-4 0,0-2 0,0 1 0,0-1 0,0-6 0,0 1 0,0 1 0,7-5 0,3-1 0,7-7 0,0 0 0,1 0 0,5 0 0,0 0 0,1-2 0,-1-3 0,4-5 0,7-7 0</inkml:trace>
  <inkml:trace contextRef="#ctx0" brushRef="#br0" timeOffset="46">22956 10660 8912,'0'-12'0,"0"1"0,0-3 0,0-1 0,0 6 0,0 9 0,0 11 0,0 4 0,2 8 0,2 2 0,4 0 0,-1 2 0,1-1 0,5-5 0,-11 4 0,6-8 0,0 1 0,1-1 0,3-2 0,-1-3 0,1-7 0,5-10 0,0-5 0,-5-7 0,-1 0 0,0-6 0,7 0 0,-7-6 0,1 6 0,1 2 0,-5 2 0,7 2 0,-4 0 0,-3 7 0,2 3 0,-5 7 0,5 7 0,-1 3 0,-3 7 0,-2 0 0,2 0 0,1 1 0,7-1 0,-3 0 0,1 0 0,5-7 0,8-3 0,2-7 0</inkml:trace>
  <inkml:trace contextRef="#ctx0" brushRef="#br0" timeOffset="47">23886 10574 8912,'-44'-17'0,"4"1"0,3 5 0,3 5 0,-1 4 0,1 2 0,1 2 0,3 6 0,1 9 0,14 6 0,-2 6 0,5 5 0,1-2 0,5 7 0,4-7 0,2-1 0,0-8 0,0-1 0,0-4 0,2-3 0,4-4 0,-4-3 0,13-8 0,-4 0 0,3-9 0,-3-9 0,5-1 0,-7-9 0,1-3 0,5-9 0,-11 4 0,5-5 0,-1 5 0,5-6 0,-9-2 0,6-5 0,-3 3 0,-1-4 0,0 14 0,0-2 0,-3 7 0,-1 6 0,0 10 0,4 3 0,-4 5 0,6 16 0,-8 8 0,0 12 0,0 9 0,0 6 0,0 14 0,0-1 0,0 0 0,0-5 0,5-3 0,1-3 0,7-4 0,-1-7 0,3-3 0,2-3 0,1-6 0,-1-12 0,6-3 0,0-8 0,7-4 0,-1-7 0,3-3 0,3-14 0,-8 1 0,-4-2 0,-4-7 0,-2 5 0,0 1 0,-7-1 0,3-1 0,-7 1 0,-2 2 0,-2 8 0,-2 4 0,0 10 0,0 7 0,-2 2 0,-4 3 0,4 7 0,-4 11 0,4-4 0,2 4 0,0-10 0,2-1 0,4 1 0,-4 2 0,11-3 0,-7-1 0,7-7 0,-3 4 0,7-8 0,0 0 0,-5 0 0,-1 0 0,-1-2 0,1-4 0,5-2 0,-5-3 0,-1-3 0,1 9 0,-5-7 0,5 7 0,-7-9 0,4 12 0,0-5 0,-7 9 0,5 3 0,2-1 0,-2 8 0,-1-1 0,1 6 0,0 0 0,1-5 0,-1-1 0,-4-7 0,13 9 0,-3-7 0,-5 0 0,9-14 0,-7-9 0,9-10 0</inkml:trace>
  <inkml:trace contextRef="#ctx0" brushRef="#br0" timeOffset="48">24798 10110 8912,'-18'0'0,"1"0"0,0 5 0,0 1 0,5 7 0,1-1 0,7 3 0,-4 8 0,8 0 0,0 8 0,0-1 0,0 8 0,0-1 0,8 7 0,5-6 0,9 2 0,-3 0 0,11-13 0,-7-4 0,8-4 0,-3-2 0,3-7 0,0-5 0,-3-3 0,-7-2 0,10-2 0,-8-3 0,0-7 0,-6-11 0,-5 2 0,-1-8 0,-7 1 0,2-7 0,-5 9 0,-1 1 0,0 0 0,-7 6 0,-3 0 0,-7 7 0,6 9 0,-1-3 0,-1 4 0,-10 2 0,4 8 0,-4 3 0,11 6 0,6 6 0,-1-4 0,1 6 0,2 0 0,4-6 0,6 4 0,4-12 0,14 3 0,5-9 0,6 1 0,5-6 0,-2 0 0,8 0 0,-2-7 0,2-5 0,-4-1 0,-8 1 0,-7-1 0,-4 7 0,-4-7 0,-9 11 0,-3-6 0,-9 8 0,-3 0 0,1 0 0,-8 0 0,1 0 0,-1 6 0,1 0 0,7 1 0,-2-1 0,-3-4 0,7 6 0,-6-10 0,8-4 0,0-4 0,0-7 0,0 0 0,0 0 0,0 0 0,2-1 0,4 1 0,1 0 0,5 0 0,3 7 0,-3 5 0,-3-3 0,3 2 0,-1 8 0,6 10 0,1 9 0,-1 2 0,0 7 0,0-1 0,0 3 0,1 3 0,-1-3 0,0-1 0,0-3 0,8-7 0,-6-3 0,4-13 0,-4-3 0,-1-2 0,-1-7 0,0-5 0,0-17 0,0-5 0,1-14 0,-1-3 0,-2-3 0,-3-9 0,3 0 0,-6-8 0,1-3 0,0 1 0,-7-5 0,3 4 0,-2 7 0,-2 13 0,-2 14 0,0 19 0,0 13 0,0 33 0,0 17 0,0 12 0,0 7 0,-6 10 0,-2 1 0,-1 3-141,-3-1 0,3-5 141,3 0 0,4-2 0,2-4 0,0-6 0,2-9 0,4-2 0,3-8 0,9-4 0,-1-13 0,0-8 0,0-5 0,0-8 0,1-8 0,-1-1 0</inkml:trace>
  <inkml:trace contextRef="#ctx0" brushRef="#br0" timeOffset="49">25847 10281 8912,'-9'0'0,"1"2"0,8 4 0,2-4 0,4 4 0,13-4 0,15-2 0,24 0 0,13 0 0,18-2 0,-40 0 0,0-2-1908,41-13 1908,-35 5 0,-1-3 0,26-27 0,4-2 0</inkml:trace>
  <inkml:trace contextRef="#ctx0" brushRef="#br0" timeOffset="50">14146 10247 8912,'-35'-25'0,"1"-3"0,1-3 0,3 2 0,1 6 0,0 4 0,-5 4 0,-1 4 0,1 7 0,0 8 0,1 20 0,4 20 0,6 19 0,4 23 0,14-34 0,1 1 0,0 11 0,2 2 0,2 4 0,2 2 0,3 2 0,1 3-145,3 5 1,2 2-1,6 7 1,2 1-1,-1 0 1,2-2 0,1-8-1,2-2 145,1-6 0,2-5 0,-3-9 0,3-5 0,5-6 0,4-4 0,-1-4 0,2-4 0,41 15 0,5-10 0,4-20 0,4-2 0</inkml:trace>
  <inkml:trace contextRef="#ctx0" brushRef="#br0" timeOffset="51">17880 9938 8912,'-6'-12'0,"-2"3"0,1-1 0,-3 2 0,3 3 0,-1 7 0,4 13 0,10 15 0,5 9 0,5 7 0,3 11 0,2 8 0,2 7 0,7 11 0,-16-37 0,-1 3 0,0 3 0,-1 1 0,-2 2 0,-3 1 0,-1 2 0,-4 0 0,-4 5 0,-4 1-109,-1 1 1,-3 1-1,-5 7 1,-3 1-1,-4 1 1,-3-1 0,-2-1-1,-2-2 109,-1-3 0,-3-1 0,-3-2 0,-3-2 0,0-2 0,0-1 0</inkml:trace>
  <inkml:trace contextRef="#ctx0" brushRef="#br0" timeOffset="52">27310 9766 8912,'-7'-17'0,"-3"-1"0,-2 3 0,1 4 0,-2 5 0,-3 8 0,-1 9 0,-2 10 0,-2 19 0,-2 6 0,-6 10 0,6 3 0,0 4 0,-1 8 0,4-1 0,-2 10 0,4 3 0,7 1 0,3-6 0,8-5 0,0-8 0,2-8 0,4-11 0,5-8 0,5-8 0,1-12 0,2-11 0,4-7 0,2-2 0,3-3 0,5-20 0,-6-11 0</inkml:trace>
  <inkml:trace contextRef="#ctx0" brushRef="#br0" timeOffset="53">27379 9938 8912,'0'-18'0,"0"1"0,0 0 0,0 0 0,0 5 0,0 1 0,0 7 0,0 0 0,0 16 0,0 11 0,0 9 0,0 8 0,0 6 0,0 11 0,0-1 0,0 7 0,8-8 0,3 3 0,-1-5 0,1-1 0,6-6 0,6-1 0,6-14 0,-4-2 0,2-8 0,1-12 0,7-5 0,-1-16 0,8-7 0,2-15 0</inkml:trace>
  <inkml:trace contextRef="#ctx0" brushRef="#br0" timeOffset="54">27878 10144 8912,'-10'-8'0,"1"4"0,3-7 0,4 7 0,-13-3 0,5 8 0,1 5 0,-6 4 0,5 9 0,-7 4 0,5 4 0,1 7 0,7 0 0,-2 1 0,4-1 0,2 0 0,0-1 0,0-4 0,2-5 0,4-6 0,4-7 0,7-1 0,0-3 0,8-9 0,-6-7 0,4-8 0,2-8 0,-2-4 0,-2 2 0,-10-1 0,5-1 0,-5-5 0,-1 5 0,1 0 0,-7 8 0,2-2 0,-4 12 0,-2-4 0,0 20 0,0 3 0,0 11 0,0 8 0,5 2 0,3-1 0,1 3 0,3-6 0,5-1 0,0-6 0,1-1 0,6-2 0,5-3 0,4-5 0,1-7 0,-7 0 0,3-15 0,-7-8 0,8-8 0,-4-3 0</inkml:trace>
  <inkml:trace contextRef="#ctx0" brushRef="#br0" timeOffset="55">28343 9938 8912,'0'-12'0,"0"1"0,0 7 0,-2-4 0,-4 8 0,4 0 0,-6 10 0,8 9 0,0 13 0,0 3 0,0 14 0,0-3 0,0 4 0,0 2 0,0-3 0,2-1 0,4-2 0,-4-8 0,11 4 0,-7-8 0,2-7 0,-2-4 0,-5-10 0,5-1 0,4-8 0,-6 0 0,7-16 0,-5 1 0,5-12 0,1-2 0,5 2 0,0 0 0,0 6 0,6 0 0,0-1 0,0 7 0,-6 0 0,6 7 0,0-2 0,-6 4 0,-5 2 0,-2 8 0,1 3 0,-3 12 0,-8 6 0,-10-2 0,-7 1 0,-8 1 0,-9 5 0,5-1 0,0-5 0,6-3 0,-5-8 0,7-1 0,-2-5 0,4-3 0,1-8 0</inkml:trace>
  <inkml:trace contextRef="#ctx0" brushRef="#br0" timeOffset="56">28738 10281 8912,'8'10'0,"-6"5"0,6-5 0,-8-1 0,0 7 0,2-12 0,3 7 0,5-7 0,7 3 0,-5-7 0,-1 0 0,-5-1 0,5-5 0,-7 2 0,2-7 0,-4-1 0,-2-5 0,0 0 0,0 5 0,0 1 0,-8 7 0,4-4 0,-7 8 0,-1 8 0,-3 1 0,4 9 0,-3 7 0,8 3 0,-5-1 0,5 2 0,0-3 0,6 3 0,0 2 0,2-9 0,4-1 0,4-1 0,13-11 0,1-3 0,3-4 0,2-10 0,11-3 0,0-12 0,0-10 0,-5-7 0,5-8 0,-2 3 0,-5-5 0,-7-2 0,-8 3 0,-3-1 0,-4-2 0,-3 5 0,-8-13 0,-2 9 0,-4-1 0,5 1 0,-15 1 0,5 4 0,1 14 0,-1 14 0,7 9 0,-9 24 0,7 8 0,-2 15 0,4 10 0,-1 8 0,-1 5 0,6 7 0,0 1 0,0-6 0,0 0 0,2-5 0,4 3 0,5-2 0,4-2 0,4-7 0,4-4 0,-2-12 0,8-11 0,-2 0 0,3-6 0,-1-7 0,-8-14 0,12-13 0,-7-10 0</inkml:trace>
  <inkml:trace contextRef="#ctx0" brushRef="#br0" timeOffset="57">29582 10178 8912,'0'18'0,"0"-9"0,0 6 0,0-13 0,9 6 0,8-8 0,8-8 0,12 4 0,3-5 0,6 1 0,-4-5 0,6 9 0,-8-7 0,8-1 0,-4-5 0</inkml:trace>
  <inkml:trace contextRef="#ctx0" brushRef="#br0" timeOffset="58">29719 10419 8912,'-9'25'0,"-5"-12"0,9 4 0,-9-11 0,12 2 0,-5-8 0,22 0 0,4-8 0,18-3 0,5-5 0,9-1 0,1 0 0,9-2 0,-4-4 0,-3 2 0,3-8 0,4-7 0,1-8 0</inkml:trace>
  <inkml:trace contextRef="#ctx0" brushRef="#br0" timeOffset="59">30735 9920 8912,'-10'0'0,"-3"2"0,7 4 0,-2 6 0,3 10 0,3 7 0,-4 11 0,4 4 0,2 4 0,0 2 0,0 3 0,0 2 0,8-3 0,3 0 0,4-8 0,3-4 0,-1-6 0,2-5 0,4-6 0,-4-12 0,6-3 0,0-16 0,2-1 0</inkml:trace>
  <inkml:trace contextRef="#ctx0" brushRef="#br0" timeOffset="60">31096 9009 8912,'8'-34'0,"9"-1"0,4 11 0,8 8 0,1 14 0,3 25 0,11 10 0,5 18 0,7 9 0,1 18 0,-30-36 0,-2 2 0,-3 9 0,-2 3-1150,-2 3 1,-2 2 1149,-1 10 0,-3 1 0,-6 3 0,-2 1 0,-1 1 0,-1-1 0,0-2 0,-2-1 0,-2-1 0,-3 0 0,-3-3 0,-2 1 0,-3 0 0,-2-1 0,-1 1 0,-1-2 0,-3-4 0,-2-2 0,-2-1 0,-1-2-123,-3 2 1,-2-1 0,-3 1 0,-1 2 122,0 6 0,-1-1 0,2-8 0,-2-1 0,-8 6 0,0 0 0,2-9 0,-1-1 0,0 2 0,0 0 0</inkml:trace>
  <inkml:trace contextRef="#ctx0" brushRef="#br0" timeOffset="61">6643 12121 8912,'-2'-15'0,"-4"3"0,2-1 0,-5 5 0,1-1 0,2 3 0,4-3 0,-4 1 0,5 6 0,-5 12 0,4 7 0,4 19 0,2 4 0,1 8 0,9 13 0,-3 6 0,5 7 0,1 5 0,0 9 0,0 0 0,0 3 0,-1-3 0,-5-2 0,4-8 0,-5-5-308,0-8 308,-3-6 0,-5-9 0,2-4 0,2-6 0,-1-4 0,-6-9 0,-5-4 0,-4-12 0,-15-3 0,-1-8 0</inkml:trace>
  <inkml:trace contextRef="#ctx0" brushRef="#br0" timeOffset="62">6264 12964 8912,'15'7'0,"-1"3"0,-5 1 0,-1 1 0,3-1 0,-5 6 0,7-7 0,-3 9 0,7-4 0,0 4 0,8-3 0,-4 9 0,8-8 0,-6 0 0,6 0 0,1 0 0,3-5 0,1-1 0,1-7 0,-3 9 0,-1-5 0,-3 2 0,-7-7 0,4 7 0,-8-4 0,1-4 0,-1 5 0</inkml:trace>
  <inkml:trace contextRef="#ctx0" brushRef="#br0" timeOffset="63">7142 12946 8912,'17'0'0,"-8"-7"0,7 5 0,-16 4 0,0 15 0,-16 8 0,-10 19 0,-9 7 0,-1 10 0,-4 14 0,-6 5-181,21-38 1,0 0 0,-17 37 180,8-5 0,9-11 0,13-6 0,5-11 0,7-19 0,0-12 0</inkml:trace>
  <inkml:trace contextRef="#ctx0" brushRef="#br0" timeOffset="64">6660 14580 8912,'5'-17'0,"1"-1"0,-2 1 0,-2 0 0,-2-2 0,0-2 0,0-2 0,0 2 0,-2-4 0,-4 2 0,-5 2 0,-4 10 0,-5 5 0,-1 4 0,-3 2 0,-3 0 0,4 15 0,-4 10 0,0 11 0,1 10 0,4 12 0,-2 3 0,8 8 0,3-3 0,1-3 0,9 2 0,-1-5 0,8 1 0,-2-6 0,19-3 0,-2-14 0,6-7 0,3-7 0,7-8 0,-1-5 0,1-5 0,-1-12 0,0-5 0,1-12 0,-1-12 0,1-9 0</inkml:trace>
  <inkml:trace contextRef="#ctx0" brushRef="#br0" timeOffset="65">6987 14305 8912,'15'-8'0,"-4"-3"0,-3-5 0,-16 7 0,-1 16 0,-8 16 0,0 8 0,-1 11 0,7 2 0,1 9 0,3 5 0,1-5 0,14 14 0,5-4 0,8 4 0,6-6 0,13-4 0,0-11 0,14-4 0,-3-7 0,-1-11 0,-4-6 0,-8-9 0,4-9 0,-7 0 0</inkml:trace>
  <inkml:trace contextRef="#ctx0" brushRef="#br0" timeOffset="66">7486 14717 8912,'0'-9'0,"0"-1"0,0 4 0,0 5 0,0-7 0,-6 16 0,-2 3 0,-1 4 0,5 3 0,-6-1 0,7 0 0,-3 0 0,0 0 0,6 0 0,0 1 0,0-1 0,0 0 0,2-5 0,4-1 0,-4 0 0,13-1 0,-4-4 0,-1-4 0,2-2 0,-7 0 0,5-2 0,-3-4 0,-1-11 0,-6-2 0,0-4 0,0-2 0,0 2 0,0 0 0,0 6 0,0 0 0,0 0 0,0 5 0,0 1 0,0 7 0,8-2 0,3 12 0,-3 3 0,7 9 0,-3-1 0,3 0 0,10 0 0,-4-2 0,8-3 0,-6 1 0,5-7 0,1 0 0,5-6 0,-7 0 0,-4 0 0,-2-6 0,2 0 0,-6-13 0,0 2 0,1-6 0,-7 0 0,-3 4 0,-3-4 0,-1-2 0,0 2 0,2 2 0,0 2 0,-6 2 0,-8 0 0,6 7 0,-6 3 0,8 7 0,0 0 0,0 7 0,8 1 0,2 5 0,-1-1 0,6-8 0,-11 9 0,8-7 0,-6 1 0,5-1 0,0-4 0,1 7 0,-1-3 0,-7-4 0,12 6 0,-15-8 0,7 0 0</inkml:trace>
  <inkml:trace contextRef="#ctx0" brushRef="#br0" timeOffset="67">8174 14459 8912,'4'-9'0,"-4"3"0,2 4 0,-14 2 0,3 2 0,-5 2 0,3 4 0,-2 1 0,-1 3 0,1 5 0,1 0 0,-1 0 0,5-5 0,1-1 0,1 3 0,0 1 0,0 2 0,6 0 0,0 0 0,0 1 0,0-1 0,8 0 0,2 0 0,1-2 0,1-3 0,-1 3 0,6-5 0,-1 7 0,-5 0 0,2 0 0,-7 0 0,2 1 0,-2-1 0,-5 0 0,7 0 0,-8 0 0,0 1 0,0-1 0,-2 0 0,-2 0 0,-1 0 0,-9 1 0,10-7 0,-7 1 0,7-9 0,-11 5 0,5-8 0</inkml:trace>
  <inkml:trace contextRef="#ctx0" brushRef="#br0" timeOffset="68">8536 14459 8912,'-8'-9'0,"-4"3"0,-3 4 0,-4 2 0,-4 0 0,-6 0 0,4 8 0,-5 1 0,7 9 0,2-1 0,2 0 0,2 0 0,7 2 0,4 4 0,4-4 0,2 4 0,0-2 0,0 2 0,8-11 0,2 11 0,7-12 0,0 4 0,0 3 0,6-7 0,0 0 0,0-5 0,-6 6 0,0-7 0,1 7 0,-3-6 0,-4 5 0,5-5 0,-5 5 0,-1-5 0,1 5 0,-7 1 0,4 5 0,-8 0 0,-8 0 0,-3 1 0,-5-1 0,-1 0 0,-6-2 0,-2-1 0,-1-3 0,4 1 0,-2-3 0,-1-1 0,-2-8 0</inkml:trace>
  <inkml:trace contextRef="#ctx0" brushRef="#br0" timeOffset="69">8742 14563 8912,'10'2'0,"-5"3"0,-3-1 0,-2 8 0,0 1 0,0 10 0,0-4 0,0 13 0,0-3 0,6 2 0,0-3 0,-1 3 0,-3-6 0,4 1 0,-4-3 0,4 4 0,-2-4 0,1-8 0,-3-5 0,6-3 0,-8 3 0</inkml:trace>
  <inkml:trace contextRef="#ctx0" brushRef="#br0" timeOffset="70">8725 14494 8912,'-23'-17'0,"2"-1"0,6 1 0,-1 0 0,10 0 0,1-8 0,5 12 0,0-5 0,2 7 0,3 0 0,7-5 0,11 7 0,6-3 0,3 1 0,2-1 0,8-13 0,2-1 0</inkml:trace>
  <inkml:trace contextRef="#ctx0" brushRef="#br0" timeOffset="71">9482 13823 8912,'-23'0'0,"0"-2"0,2-1 0,2-3 0,2 0 0,0 6 0,-1 8 0,1 3 0,8 6 0,1 8 0,2 10 0,0 9 0,1 5 0,5 3 0,0-1 0,5 7 0,1-1 0,8 6 0,-3-6 0,4-1 0,-5-3 0,3-1 0,-7-1 0,5 1 0,-5 0 0,-2-1 0,-10 1 0,-11-1 0,-10 1 0</inkml:trace>
  <inkml:trace contextRef="#ctx0" brushRef="#br0" timeOffset="72">9138 14769 8912,'17'-33'0,"0"5"0,6-5 0,0 5 0,8-5 0,-10 1 0,7 1 0,3 2 0,-6 8 0,5-3 0,-7 6 0,6 9 0,-6 3 0,0 4 0,-6 2 0,0 0 0,1 8 0,-1-4 0,-2 7 0,-3 3 0,3 8 0,-7-2 0,3 2 0,-5-2 0,3 4 0,-7-4 0,4 4 0,-4 1 0,-2-6 0,0 4 0,0-4 0,-2-1 0,-4-1 0,4 0 0,-13 0 0,5 0 0</inkml:trace>
  <inkml:trace contextRef="#ctx0" brushRef="#br0" timeOffset="73">9585 14322 8912,'-7'-17'0,"5"0"0,-4-1 0,4 1 0,2 0 0,0 0 0,0 7 0,8-3 0,3 7 0,4 2 0,10 2 0,0 0 0,4-3 0,11-5 0,-4-7 0</inkml:trace>
  <inkml:trace contextRef="#ctx0" brushRef="#br0" timeOffset="74">10119 14202 8912,'-35'26'0,"7"1"0,-1-4 0,0 2 0,-5 3 0,7 13 0,-4-11 0,10 14 0,6-2 0,6-2 0,9-5 0,1-1 0,5 0 0,11-7 0,12-6 0,4-6 0,1-3 0,0-8 0,3 1 0,3-10 0,-4-7 0,4-11 0,-3-3 0,-3-9 0,1 1 0,-1-1 0,0 1 0</inkml:trace>
  <inkml:trace contextRef="#ctx0" brushRef="#br0" timeOffset="75">10377 14322 8912,'-17'11'0,"-1"1"0,7-6 0,-1 5 0,1 0 0,-6 7 0,0-1 0,7 0 0,-3 0 0,7 0 0,-6 1 0,7-1 0,-1 0 0,6 0 0,8-7 0,1-3 0,8-7 0,1 0 0,-1 0 0,0-7 0,0-5 0,-1 3 0,-5-3 0,4 1 0,-3-6 0,-5 7 0,3 1 0,-4 3 0,-2 4 0,7-4 0,-7 4 0,11 2 0,-11 0 0,7 0 0,-7 0 0,12 6 0,-5 0 0,4 7 0,-3-11 0,-1 4 0,6 1 0,6-1 0,2 0 0,-2-6 0,4-8 0,7-1 0</inkml:trace>
  <inkml:trace contextRef="#ctx0" brushRef="#br0" timeOffset="76">10876 13755 8912,'-10'-18'0,"-3"7"0,5 1 0,-1 3 0,5 1 0,-4 6 0,8 15 0,0 10 0,0 11 0,0 8 0,6 16 0,2 1 0,1 0 0,3 6 0,5-14 0,0 4 0,0-3 0,1-2 0,-1-14 0,0-6 0,0-5 0,0-12 0,1-1 0,-1-9 0,0-7 0,-2-7 0,-1-8 0,-3-1 0,-7-6 0,4 3 0,-6-6 0,3 2 0,-3-4 0,4 6 0,-4-7 0,-2 11 0,0-4 0,0 9 0,0 3 0,7 7 0,-3-2 0,8 12 0,-8 6 0,1 11 0,3 1 0,-2 5 0,7 4 0,-5-9 0,3 5 0,4 2 0,-3-8 0,3-1 0,2-4 0,1-9 0,-1-1 0</inkml:trace>
  <inkml:trace contextRef="#ctx0" brushRef="#br0" timeOffset="77">11237 13909 8912,'-9'-7'0,"1"5"0,8-6 0,8 10 0,3 4 0,10-2 0,2 7 0,0 0 0,-6 1 0,1-1 0,-1 3 0,0-7 0,-8 16 0,-1-4 0</inkml:trace>
  <inkml:trace contextRef="#ctx0" brushRef="#br0" timeOffset="78">10824 14305 8912,'-27'0'0,"3"0"0,6 0 0,1 0 0,8 0 0,1 0 0,39-8 0,-5-1 0,32-9 0,-9-7 0,18 4 0,-4-7 0,4-3 0,2-1-185,0-3 0,0 1 0,0 0 0</inkml:trace>
  <inkml:trace contextRef="#ctx0" brushRef="#br0" timeOffset="79">11685 14030 8912,'-18'17'0,"1"0"0,0 0 0,0 0 0,0 1 0,-1-1 0,1 0 0,0 8 0,7-4 0,5 6 0,3-3 0,2-1 0,0-5 0,2-1 0,3 0 0,5-8 0,13-1 0,0-8 0,8 0 0,-3 0 0,-1 0 0,2 0 0,-8-8 0,2-3 0,-4-4 0,-2-2 0,-7-1 0,-5 1 0,3 0 0,-2 0 0,-1 0 0,-5-1 0,0-1 0,0-2 0,0-2 0,0 0 0,0-1 0,0-3 0</inkml:trace>
  <inkml:trace contextRef="#ctx0" brushRef="#br0" timeOffset="80">11960 14116 8912,'0'17'0,"-2"-2"0,-4-3 0,4 3 0,-5-6 0,7 9 0,0-7 0,0 0 0,0 3 0,0 1 0,0 2 0,0 1 0,0-1 0,0 0 0,0-8 0,0 7 0,0-14 0,0 5 0,0-14 0,0-3 0,2-9 0,3-4 0,-3-4 0,4-7 0,4 1 0,-1 3 0,1 1 0,5 1 0,-3-7 0,3 8 0,2 5 0,0 2 0,0 5 0,1 4 0,7 3 0,1 8 0,1 0 0,6 15 0,-9-1 0,5 14 0,2 1 0,-8 5 0,7 1 0,-1-1 0,3 1 0,3-1 0,7 0 0,2 1 0</inkml:trace>
  <inkml:trace contextRef="#ctx0" brushRef="#br0" timeOffset="81">13457 13032 8912,'-27'0'0,"4"0"0,6 2 0,4 8 0,1 13 0,-1 23 0,-10 28 0,6 22 0,8-38 0,1 4 0,-1 6 0,0 2 0,3 6 0,1 2 0,-2 5 0,1 0-1342,-1 6 0,2-2 1342,1-7 0,0-1 0,4-1 0,0-1 0,0-11 0,0-1 0,0-2 0,0-1 42,0 1 1,0 0-1,0-6 1,0-2-1,0-3 1,0-2-43,0 37 0,0-8 0,6-16 0,0 0 0,0 0 0</inkml:trace>
  <inkml:trace contextRef="#ctx0" brushRef="#br0" timeOffset="82">14094 13978 8912,'-12'-17'0,"1"0"0,-1-1 0,3 1 0,1 2 0,1 4 0,5-5 0,-6 26 0,8 5 0,0 19 0,0 14 0,2 2 0,2 11 0,2-2 0,-3-3 0,-1-3 0,-2-1 0,0-1 0,0 1 0,0-8 0,0-4 0,0-11 0,-2-7 0,-3-12 0,-7-10 0,5-15 0,-7-14 0,8-13 0,3-10 0,1-7 0,2-9 0,0-1 0,0 2 0,0 4 0,2 0 0,1 9 0,3 5 0,8 9 0,-3 5 0,10 10 0,2 0 0,0 14 0,-6-4 0,0 19 0,1 7 0,-9 8 0,-1 23 0,-8 4 0,0 4 0,0 1 0,-8 1 0,-3 1 0,-5 5 0,-1-13 0,6 11 0,1-14 0,2 2 0,-5-6 0,11 4 0,-4-8 0,4-5 0,2 0 0,2-10 0,4-2 0,4-2 0,7-9 0,10 0 0,7-6 0,2-14 0,10-3 0,0-11 0,4-1 0,-4-4 0,-4 7 0,-10-7 0,-3 6 0,-6 1 0,-6-1 0,-5 4 0,-5 4 0,-7-4 0,-7 12 0,-3-5 0,-9 7 0,-4-1 0,4 3 0,-12 7 0,8 0 0,2 0 0,2 0 0,4 7 0,2 5 0,1 3 0,8 10 0,-3-4 0,7 6 0,0-3 0,0 7 0,9-12 0,8 6 0,10 0 0,6-14 0,1 10 0,2-15 0,5-2 0,-3-4 0,8-6 0,-10-4 0,-2-7 0,1-8 0,-10 4 0,3-5 0,-5 1 0,-4 2 0,-3 6 0,-5 0 0,-5-1 0,-4 1 0,-4 2 0,-2 1 0,-2 3 0,-7 7 0,3-3 0,-7 7 0,0 0 0,0 5 0,2 3 0,1 0 0,3-1 0,7-1 0,-6 2 0,5 3 0,3-1 0,-4 1 0,4-5 0,2 5 0,0 1 0,0 5 0,2-6 0,4 1 0,-4-1 0,3 6 0,5 1 0,1-1 0,3 8 0,-3 3 0,4 1 0,-3 3 0,1 5 0,-1-1 0,1 8 0,-7 2 0,0-2 0,-6 2 0,0-8 0,0 2 0,0-4 0,-8-1 0,-2-9 0,-7-5 0,0-7 0,0-7 0,0-7 0,1-3 0,5-9 0,-3-1 0,9-16 0,1-3 0,2-7 0,2 3 0,0-8 0,0 4 0,8 2 0,3-8 0,6 6 0,6-6 0,-2 6 0,8-6 0,0 6 0,5-4 0,1 2 0,-1-6 0,0 10 0,-1-4 0,-4 4 0,-7 5 0,-4 10 0,-7 0 0,-3 12 0,-8 3 0,-2 10 0,-4 2 0,-3 6 0,-3 3 0,3 6 0,1 0 0,2 0 0,6-1 0,0-1 0,8 0 0,3 0 0,-1 0 0,3 1 0,6-1 0,-1 0 0,6 0 0,-6 0 0,-1 2 0,0 4 0,0-4 0,0 4 0,1-4 0,-1-1 0,0-1 0,0 0 0,1-2 0,1-3 0,4-7 0,-4-3 0,6-2 0,-8 0 0,-6-2 0,1-3 0,1-9 0,2-7 0,1 0 0,-5-7 0,3-1 0,-9-5 0,3 1 0,-4 3 0,1 1 0,1 0 0,-8 3 0,-3 1 0,-7 0 0,-3 13 0,-2 1 0,-1 7 0,1 4 0,0 8 0,0 3 0,7 12 0,4 6 0,5 3 0,1 3 0,0-3 0,1-1 0,5-5 0,6-1 0,3-2 0,2-6 0,8-1 0,4-5 0,1-3 0,-1-8 0,3-8 0,-3-5 0,4-8 0,1-6 0,-5-7 0,-1-1 0,-8-5 0,-3 0 0,-2 0 0,-9 6 0,0-1 0,-6 1 0,-2 1 0,-4 5 0,-2-3 0,-3 8 0,-5 8 0,5 9 0,1 4 0,-1 2 0,7 2 0,-2 4 0,5 5 0,1 5 0,1 7 0,5-1 0,4 9 0,7-2 0,8-3 0,2 3 0,-1 2 0,7-5 0,-4 3 0,3 2 0,-3-5 0,-1 3 0,-8-8 0,-3 2 0,-8 4 0,-9 1 0,-2-1 0,-5 0 0,-10-2 0,-8 5 0,-12-11 0,-3 4 0,4-4 0,-4-1 0,9-9 0,2-3 0,8-12 0,-3-11 0,6-10 0</inkml:trace>
  <inkml:trace contextRef="#ctx0" brushRef="#br0" timeOffset="83">16125 13875 8912,'-23'2'0,"-2"2"0,-2 1 0,6 7 0,-2-6 0,4 7 0,2-2 0,7 5 0,4 1 0,4 6 0,2 0 0,0 5 0,0-3 0,0 2 0,8 2 0,2-1 0,5-1 0,-4-2 0,5 0 0,-5-2 0,-1-4 0,1 4 0,1-4 0,-1-2 0,1 0 0,1 0 0,2-5 0,4-1 0,2 1 0,2-3 0,0 6 0,-5-11 0,-1 8 0,0-1 0,-7 1 0,-5-1 0,-3 3 0,-2 1 0,-7 2 0,-5 0 0,-3 0 0,-2 1 0,-6-1 0,0 0 0,2 0 0,2-7 0,1 3 0,1-7 0,0-16 0,0-9 0</inkml:trace>
  <inkml:trace contextRef="#ctx0" brushRef="#br0" timeOffset="84">16486 14133 8912,'0'-12'0,"0"1"0,0 7 0,0-4 0,0 10 0,0 4 0,-6 4 0,0 7 0,1 2 0,5 2 0,0 2 0,7 7 0,-3-11 0,8 4 0,1-3 0,2-3 0,4 0 0,4 0 0,-3-5 0,2-1 0,3-7 0,-2 2 0,0-6 0,-6-6 0,1-4 0,-1-7 0,-6 0 0,1 0 0,-8 0 0,1-1 0,-3 1 0,-4 0 0,-3 0 0,-3 0 0,-4-1 0,-3 7 0,4-1 0,-5 9 0,-1-3 0,8 4 0,-7 2 0,5 0 0,-3 8 0,3 3 0,5 4 0,4 3 0,2-1 0,8-6 0,3-1 0,5-3 0,1-1 0,6-6 0,0 0 0,7 0 0,-1 0 0,-4-2 0,-2-2 0,-4-1 0,-2-9 0,1 12 0,-1-3 0,0 3 0,-6 2 0,1 0 0,-8 0 0,5 0 0,-3 0 0,-4 0 0,13 0 0,-5 0 0,7 0 0,-7 0 0,5-6 0,-4 0 0,5-7 0,1 1 0,0 3 0,0-3 0,6 7 0,2-5 0,2 2 0,-6 3 0,2 5 0,2 7 0,-2 5 0,0 11 0,-8 4 0,-4 5 0,-5-3 0,-4 3 0,-2-5 0,0 5 0,0-3 0,-8-4 0,3-8 0,-13 0 0,5-7 0,-20-3 0,7-7 0</inkml:trace>
  <inkml:trace contextRef="#ctx0" brushRef="#br0" timeOffset="85">16985 13617 8912,'-10'-17'0,"3"0"0,7 5 0,0 1 0,0 7 0,0-4 0,0 16 0,-8 1 0,-1 9 0</inkml:trace>
  <inkml:trace contextRef="#ctx0" brushRef="#br0" timeOffset="86">14059 14236 8912,'0'-12'0,"0"1"0,0 7 0,0 6 0,2 15 0,2 12 0,2 9 0,2 8 0,-5 11 0,3 6 0,6 6 0,-5 4 0,3 1 0,1 1 0,-1 1 0,-2-11 0,-8 4 0,0-12 0,0 2 0</inkml:trace>
  <inkml:trace contextRef="#ctx0" brushRef="#br0" timeOffset="87">18413 14133 8912,'-2'-27'0,"-1"4"0,-5 4 0,-2 4 0,-3 3 0,-2 7 0,-1 12 0,5 10 0,3 8 0,8 8 0,0-3 0,0-1 0,0 0 0,0 5 0,2-2 0,4-3 0,-2-4 0,7-8 0,-5 0 0,3 0 0,-1 1 0,6-9 0,-3-3 0,4-4 0,-3-2 0,-1 0 0,1-10 0,5-5 0,0-8 0,0-4 0,-7 6 0,3-9 0,-5 7 0,1 2 0,-5 2 0,12 9 0,-9 6 0,5 16 0,3-1 0,-11 16 0,7-4 0,3 6 0,-3-5 0,6-1 0,-3-5 0,9-7 0,2-3 0,-2-8 0,5-2 0,-5-4 0,0-5 0,-6-12 0,0-4 0,1-7 0,-9-1 0,-3 1 0,-4-3 0,-2-3 0,-8 4 0,-1-6 0,-9 10 0,1 3 0,6 6 0,-1 11 0,7-1 0,-7 7 0,8 8 0,-3 10 0,7 9 0,0 2 0,-8 15 0,-2-2 0</inkml:trace>
  <inkml:trace contextRef="#ctx0" brushRef="#br0" timeOffset="88">19239 14081 8912,'-7'-17'0,"3"2"0,-6 1 0,3 3 0,1 9 0,6 2 0,0 11 0,0 9 0,0 2 0,0 9 0,0-6 0,2 5 0,4-1 0,-5 0 0,9-1 0,-6-1 0,2 0 0,-3-2 0,-1 0 0,6-3 0,-6-4 0,4-1 0,-4-8 0,-2-1 0</inkml:trace>
  <inkml:trace contextRef="#ctx0" brushRef="#br0" timeOffset="89">19119 13755 8912,'-12'0'0,"1"0"0,-1-6 0,-5 0 0,6 0 0,-1 6 0,8 0 0,-1-5 0,10-1 0,7 2 0,5 2 0,6 2 0,4 0 0,2 0 0,-1 0 0,3 0 0,1 0 0,-5 0 0,-2 0 0</inkml:trace>
  <inkml:trace contextRef="#ctx0" brushRef="#br0" timeOffset="90">19480 13789 8912,'10'23'0,"-4"0"0,-5-2 0,-1 0 0,0 2 0,0 0 0,0 11 0,-7-3 0,5 13 0,-4-6 0,4 2 0,2 8 0,2-4 0,4-1 0,5-2 0,5-5 0,3-9 0,4-4 0,-2-6 0,7-6 0,-5-5 0,6-12 0,-6-3 0,6-9 0,-8-6 0,2-5 0,-4-3 0,-10-3 0,5-5 0,-9-2 0,-1-2 0,-2-4 0,-2-1 0,0-3 0,0 2 0,0 5 0,-2-5 0,-2 8 0,-1 4 0,-9-3 0,12 22 0,-3-4 0,-5 12 0,8 17 0,-4 15 0,5 9 0,1 9 0,0 12 0,7 8 0,-5-3 0,6 5 0,-1-2 0,3-2 0,7-7 0,2-4 0,4-6 0,-4-4 0,14-9 0,-3-4 0,9-4 0,-11-9 0,13-3 0,-13-7 0,5-15 0,1-4 0</inkml:trace>
  <inkml:trace contextRef="#ctx0" brushRef="#br0" timeOffset="91">21063 13755 8912,'-17'5'0,"0"1"0,2 2 0,1-5 0,3 3 0,7 0 0,-4-6 0,8 0 0,2 0 0,4 0 0,4 0 0,1-2 0,1-4 0,-7 2 0,7-7 0,1-2 0,-5 3 0,-2-1 0,1-1 0,-1-5 0,0 5 0,-6 1 0,0 0 0,0-7 0,0 1 0,0 6 0,0-1 0,0-1 0,0 3 0,0-1 0,0 7 0,0-4 0,-2 16 0,-4 3 0,4 12 0,-4 6 0,-1 4 0,1 1 0,-6 8 0,7 4 0,-1-4 0,6 6 0,-2-8 0,-4-2 0,4-2 0,-3-1 0,3-3 0,2-3 0,0-4 0,0-14 0,0 0 0,0-7 0,0 2 0,0-12 0,0-5 0,7-10 0,5-2 0,-3-8 0,3 3 0,-1 1 0,7-2 0,-1 8 0,0-2 0,8 4 0,-6 4 0,4 4 0,-4 5 0,-2 4 0,1 2 0,-1 0 0,-6 8 0,1 3 0,-9 10 0,3 4 0,-4 2 0,-2 1 0,-8 7 0,-5-1 0,-8 0 0,-8-5 0,-11 0 0,4-1 0,-8-1 0,4-4 0,3-6 0,-3-5 0,6 1 0,5-7 0,6-2 0,4-2 0,4-10 0,3-4 0,5-9 0,9-3 0,3-3 0,13-2 0,8-13 0,9-2 0</inkml:trace>
  <inkml:trace contextRef="#ctx0" brushRef="#br0" timeOffset="92">21425 13909 8912,'0'10'0,"0"5"0,0-3 0,0 3 0,0-4 0,0 1 0,0 1 0,0-5 0,2 5 0,3-7 0,7-2 0,3-2 0,10-6 0,4-6 0,3-7 0,-3-4 0,0 4 0,-1-8 0,5 6 0,-5-6 0,-5 0 0,-3 6 0,-11-6 0,-3 8 0,-4 0 0,-2-8 0,-10 12 0,-7-3 0,-10 7 0,-7 3 0,-6 6 0,1 2 0,-6 4 0,6 3 0,-3 16 0,10 4 0,3 3 0,4 10 0,8 4 0,2-2 0,3 2 0,6 0 0,12 5 0,11 1 0,12-14 0,11-3 0,12-13 0,11-1 0,4-7 0,0-6 0,-4-8 0,2 0 0,-8 0 0,-5-8 0,-6-4 0,-10-1 0,-1 2 0,-9-12 0,-8 4 0</inkml:trace>
  <inkml:trace contextRef="#ctx0" brushRef="#br0" timeOffset="93">792 15027 8912,'-8'-17'0,"-4"-1"0,-3 1 0,6 8 0,1 5 0,8 15 0,0 12 0,2 10 0,4 7 0,3 0 0,8 10 0,1 3 0,-1-3 0,0-2 0,0 5 0,6-1 0,0 5 0,0-9 0,-6-2 0,-1-1 0,-5-1 0,-3 2 0,-8-11 0,-8-5 0,-2-13 0</inkml:trace>
  <inkml:trace contextRef="#ctx0" brushRef="#br0" timeOffset="94">533 15233 8912,'-7'-25'0,"5"4"0,-4-7 0,4-3 0,2 6 0,4-5 0,6 5 0,7-2 0,13 4 0,5-6 0,-1 8 0,16-9 0,-4 5 0,4-2 0,1 6 0,1 2 0,-2 10 0,-5 1 0,-2 2 0,-17 22 0,-1 3 0</inkml:trace>
  <inkml:trace contextRef="#ctx0" brushRef="#br0" timeOffset="95">1170 15525 8912,'10'0'0,"-1"0"0,-3 0 0,4 0 0,7-5 0,0-1 0,2-9 0,4-3 0,4-6 0,7-11 0,1 1 0,-9-8 0,5 6 0,-8-5 0,0 7 0,-6 5 0,-7 5 0,-5 6 0,-3 9 0,-4 1 0,-3 10 0,-7 4 0,-3 11 0,-2 10 0,0 7 0,-1 1 0,1-1 0,2 0 0,3 1 0,3-1 0,3 0 0,4-5 0,-4 0 0,6-6 0,6 5 0,4-12 0,7 1 0,0-11 0,0-1 0,6-5 0,0-5 0,6-13 0,-6-10 0,6-11 0,-7-3 0,-1-1 0,-1 4 0,-3-8 0,0 6 0,-2 3 0,-3 10 0,-5 3 0,-7 8 0,0-1 0,0 9 0,0 1 0,0 10 0,0 4 0,2 3 0,4 9 0,4 4 0,7 1 0,8 2 0,3-2 0,-1-2 0,2 8 0,-8-8 0,2 2 0,-4 2 0,-4-2 0,-3-2 0,-5-2 0,-7 4 0,0-1 0,-15 9 0,-8-2 0,-7-3 0,-5 1 0,1-2 0,-1-2 0,3-12 0,1-1 0,3-2 0,6-3 0,-2-14 0,6-8 0,1-16 0,0-11 0</inkml:trace>
  <inkml:trace contextRef="#ctx0" brushRef="#br0" timeOffset="96">1945 14820 8912,'9'8'0,"-1"-4"0,-8 7 0,7 3 0,5 9 0,5 5 0,6 12 0,-4-3 0,12 14 0,-8 1 0,5-6 0,-5 5 0,2-9 0,-2 4 0,-4-13 0,4 1 0,-4-5 0,-1-1 0,-9-8 0,-3-9 0,-4 0 0,-2 7 0</inkml:trace>
  <inkml:trace contextRef="#ctx0" brushRef="#br0" timeOffset="97">1962 15250 8912,'-17'0'0,"-1"0"0,7 0 0,-1 0 0,9 0 0,-5 0 0,12-7 0,7-7 0,12-7 0,8 2 0,11-13 0,4 3 0,3-9 0,3-2 0,0 0 0,-1 5 0,9 1 0,1-1 0</inkml:trace>
  <inkml:trace contextRef="#ctx0" brushRef="#br0" timeOffset="98">2702 14924 8912,'9'7'0,"-3"5"0,-4 3 0,-2 2 0,6 0 0,1 1 0,3-1 0,-6 8 0,11 1 0,-3 9 0,-3-1 0,3 1 0,-1-1 0,6 0 0,0 1 0,-5 1 0,-1 4 0,-7-4 0,10 1 0,-9-9 0,3-1 0,-4 2 0,2-6 0,-1-12 0,-12 4 0,-3-5 0</inkml:trace>
  <inkml:trace contextRef="#ctx0" brushRef="#br0" timeOffset="99">2633 15113 8912,'-10'-35'0,"-3"3"0,7 3 0,1-11 0,6 13 0,5-9 0,6 6 0,11 9 0,-2-6 0,7 8 0,3 1 0,1 5 0,-3 13 0,0 0 0,-6 8 0,5 3 0,-12 10 0,1 2 0,-6 6 0,1-6 0,-3 7 0,-3-1 0,-4-2 0,4 1 0,-4-5 0,-2 6 0,0-8 0,0 2 0,0-4 0,0-2 0,-2-5 0,-4-1 0,4-7 0,-6 11 0,8-13 0,0 6 0,8-16 0,-4 6 0,7-4 0,-5 5 0,6 1 0,-1 0 0,6-6 0,-1-2 0,-5-1 0,4 5 0,-5-10 0,7 7 0,0-3 0,1-1 0,-1-6 0,0-1 0,0 1 0,0 0 0,-5 0 0,-3 0 0,-1-1 0,-2 1 0,1 0 0,-5 0 0,6 5 0,-8 1 0,0 7 0,-2-4 0,-4 8 0,4 0 0,-3 6 0,10 2 0,7 1 0,3 3 0,2-1 0,1 1 0,-1 1 0,0-5 0,0 5 0,0-7 0,3 5 0,3-5 0,-4 0 0,4-4 0,-4 3 0,-2-3 0,0 6 0,0-8 0,1 0 0,-1 0 0,6-6 0,0 1 0,0-1 0,-6-2 0,0-1 0</inkml:trace>
  <inkml:trace contextRef="#ctx0" brushRef="#br0" timeOffset="100">3562 14906 8912,'-17'0'0,"0"0"0,0-1 0,-1-5 0,9 2 0,3-7 0,14 1 0,9-3 0,10 3 0,5 2 0,1 3 0,-3 5 0,-1 0 0,2 0 0,-7 0 0,-1 2 0,-4 1 0,-1 3 0,-3 8 0,-4-3 0,-1-1 0,-6 1 0,2 2 0,-1-5 0,-5 0 0,-2-8 0,-3 0 0,-3-8 0,-3-3 0,-3-10 0,8-2 0,3 0 0,1-2 0,2 4 0,0-8 0,0 8 0,0-2 0,2 4 0,3 2 0,-3 0 0,14-8 0,-7-2 0</inkml:trace>
  <inkml:trace contextRef="#ctx0" brushRef="#br0" timeOffset="101">4440 14339 8912,'-8'-19'0,"-3"-2"0,-5-2 0,-3-6 0,-4 6 0,2-3 0,-5 7 0,1 3 0,-4 11 0,6-1 0,-2 4 0,2 2 0,6 13 0,-2 6 0,6 6 0,9 4 0,-4 13 0,10 4 0,4 3 0,3 3 0,8 0 0,1-1 0,-1 1 0,0-1 0,6-1 0,0-2 0,-2-2 0,-2-8 0,-2 6 0,1-6 0,-1 2 0,0 0 0,-7-5 0,-5-1 0,-3 0 0,-2 1 0</inkml:trace>
  <inkml:trace contextRef="#ctx0" brushRef="#br0" timeOffset="102">4164 14941 8912,'8'-17'0,"-4"-1"0,7 1 0,-5 0 0,6-2 0,1-4 0,2 12 0,3-16 0,-1 15 0,6-7 0,0 8 0,0-4 0,-6-1 0,0 5 0,0-5 0,0 15 0,1-7 0,-9 16 0,-3 5 0,-4 8 0,-2-2 0,0 14 0,-2-5 0,-4 5 0,4-7 0,-5 5 0,7-8 0,0-2 0,0-2 0,2-2 0,3 0 0,5-7 0,7-2 0,0-8 0,-1-2 0,-3-6 0,-2-9 0,1-2 0,5-10 0,-7 8 0,3-9 0,-7 7 0,0-6 0,-6 6 0,0 0 0,0 6 0,0 0 0,0 0 0,-6-1 0,0 1 0,-7 0 0,11 0 0,-6 7 0,8 3 0,8 7 0,3 0 0,-1 5 0,1 1 0,1 5 0,5-5 0,-6 6 0,1-7 0,-6 3 0,5-2 0,1-2 0,5 7 0,-6-7 0,1 2 0,-1-3 0,6 3 0,1-2 0,-1 7 0,-6-5 0,1 6 0,-3-7 0,3 7 0,3-6 0,-3 5 0,-5 0 0,1 1 0,-6-2 0,3-3 0,-3-1 0,6-6 0,-8 0 0,0 0 0,0-8 0,0-3 0,0-5 0,6-3 0,0-4 0,7 2 0,-2-7 0,12-9 0,4-6 0</inkml:trace>
  <inkml:trace contextRef="#ctx0" brushRef="#br0" timeOffset="103">5077 14528 8912,'0'17'0,"-2"-5"0,-4-1 0,4 1 0,-6 5 0,8-6 0,0 1 0,0-8 0,0 11 0,6-5 0,0 7 0,-2 0 0,-2 0 0,-2 2 0,0 2 0,0 2 0,0 0 0,0-6 0,-6 0 0,0 1 0,0-9 0,6-1 0,0-10 0,0-4 0,0-5 0,0-12 0,6 2 0,2-6 0,1 2 0,3-5 0,-1 11 0,1-4 0,-3 4 0,3 1 0,3 1 0,-3 2 0,3 3 0,-6 5 0,7 1 0,-5 0 0,-1 1 0,1 5 0,-5 5 0,3 3 0,-1 2 0,6 1 0,-11 4 0,9-3 0,-8 3 0,5-13 0,-3 4 0,5-4 0,-1-2 0,1 0 0,1 0 0,5-6 0,0 0 0,1-7 0,-1 1 0,0-3 0,-7-2 0,3 5 0,-7 1 0,7 7 0,-11-11 0,13 13 0,-13-6 0,6 16 0,-10-4 0,-4 7 0,4-7 0,-5 6 0,7-5 0,0-3 0,1 6 0,5-8 0,-4 0 0,13 0 0,-5 6 0,7-1 0,0 1 0,1-4 0,-1 4 0,0-4 0,0 3 0,0-3 0,1-2 0,-1 0 0,0 0 0,-5 0 0,-1 0 0,-7 0 0,9-2 0,-7-3 0,0 3 0,-6-6 0,0 8 0,0-8 0,0 6 0,0-5 0,0 7 0,0 0 0,7 0 0,-5 0 0,6 0 0,0 0 0,-7 0 0,9 6 0,-4-1 0,-4 3 0,3-2 0,5-4 0,-8 5 0,13-7 0,-5 0 0</inkml:trace>
  <inkml:trace contextRef="#ctx0" brushRef="#br0" timeOffset="104">5937 14356 8912,'-8'10'0,"5"-3"0,-9-7 0,8 8 0,-9-4 0,7 7 0,-2 1 0,3 5 0,3 2 0,-4 2 0,4 2 0,2 8 0,0-7 0,0 7 0,0-2 0,0-8 0,8 9 0,3-7 0,5 0 0,1-13 0,0-5 0,-6-3 0,1-2 0,-1-7 0,7-5 0,-1-3 0,-8-10 0,7 4 0,-5-8 0,-3 3 0,-2-3 0,-5-2 0,-1 9 0,0 1 0,0 1 0,-7 3 0,-3 8 0,-7 3 0,0 4 0,0 10 0,-1 3 0,9 12 0,-5 6 0,9 11 0,-1-4 0,6 4 0,0 2 0,0-2 0,0-1 0,15-3 0,-1-9 0,14-4 0,1-4 0,5-2 0,1-8 0,7 7 0,2-7 0</inkml:trace>
  <inkml:trace contextRef="#ctx0" brushRef="#br0" timeOffset="105">23490 13565 8912,'-17'-17'0,"-1"2"0,1 3 0,0 7 0,0 5 0,0 5 0,7 13 0,4 12 0,4 8 0,2 6 0,0 10 0,2 1 0,2 6 0,2 6 0,7-2 0,-3 8 0,1-6 0,1-4 0,-3-6 0,3 2 0,-6-5 0,-5-10 0,-1-8 0,0-7 0,0-5 0,-1-18 0,-5-12 0,-11-11 0,-10-17 0</inkml:trace>
  <inkml:trace contextRef="#ctx0" brushRef="#br0" timeOffset="106">23163 13789 8912,'0'-23'0,"0"0"0,0 0 0,0 6 0,0 0 0,8 1 0,3 3 0,4 2 0,10 7 0,-6-6 0,6 6 0,0-1 0,-6-1 0,4 6 0,2 8 0,-2 3 0,0 4 0,-6 3 0,-2-1 0,-3 0 0,3 8 0,-13-4 0,4 6 0,-4-3 0,-4 7 0,-4-2 0,2 1 0,-7-1 0,-1 3 0,-5-3 0,0-2 0,0 1 0,-1-7 0,1 4 0,0-8 0,0-7 0,7-4 0,4-12 0,12-4 0,4-7 0</inkml:trace>
  <inkml:trace contextRef="#ctx0" brushRef="#br0" timeOffset="107">23645 13755 8912,'-12'-10'0,"1"4"0,7 6 0,-2 6 0,4 11 0,2 10 0,0 7 0,0 1 0,0-1 0,0 0 0,6 5 0,0-5 0,7 4 0,-3-19 0,7 4 0,6-9 0,0-5 0,-2-1 0,6-10 0,-8-10 0,4-12 0,-4-11 0,-2 1 0,-6-14 0,-1 8 0,-2 2 0,-10 1 0,-8 5 0,-7 3 0,0 6 0,-8 4 0,0 10 0,-6 3 0,3 4 0,7 2 0,-2 0 0,6 8 0,5 3 0,5 5 0,7 1 0,0 0 0,0 0 0,0-7 0,15 5 0,4-6 0</inkml:trace>
  <inkml:trace contextRef="#ctx0" brushRef="#br0" timeOffset="108">24075 13737 8912,'-17'0'0,"0"0"0,-1 0 0,1 0 0,2 8 0,3 3 0,-1 7 0,7 5 0,0-4 0,6 5 0,0-6 0,0-1 0,2 0 0,4 0 0,4-7 0,7-3 0,0-7 0,0 0 0,1 0 0,-1 0 0,-8-7 0,5-8 0,-7-8 0,3 2 0,-6 1 0,1 3 0,-5-4 0,-5 4 0,-5-4 0,-9 13 0,-2-5 0,-2 2 0,-8 7 0,10-4 0,-5 8 0,1 0 0,-6 0 0,4 0 0</inkml:trace>
  <inkml:trace contextRef="#ctx0" brushRef="#br0" timeOffset="109">24230 13634 8912,'0'-17'0,"0"0"0,0 0 0,0-1 0,0 1 0,7 2 0,5 3 0,11-1 0,7 7 0,9 3 0,-3 1 0,12 9 0,-8 5 0,8 11 0,-2 5 0,-4 11 0,-4 3 0,-7 1 0,-8-2 0,-12 4 0,-3-6 0,-10 3 0,-4-8 0,-4-1 0,-7-5 0,0-9 0,0-7 0,0-8 0,-1 1 0,1-12 0,0-11 0,6-6 0,1-13 0,2-3 0,3 4 0,5-12 0,1 8 0,5 2 0,4 2 0,7 1 0,2 8 0,4 4 0,-2 4 0,8 2 0,-1 8 0,7 1 0,-1 8 0,1-8 0,-1-1 0</inkml:trace>
  <inkml:trace contextRef="#ctx0" brushRef="#br0" timeOffset="110">25520 13703 8912,'-26'0'0,"-5"0"0,8 0 0,2 0 0,2 0 0,9 0 0,3-8 0,22 6 0,8-3 0,15 1 0,8 0 0,4-2 0,9-7 0,2 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20:37:25.703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7314 17382 8912,'-6'-17'0,"0"0"0,0 0 0,6-1 0,0 1 0,0 6 0,0-1 0,0-1 0,0 3 0,0-1 0,0 7 0,2-3 0,4 7 0,4 9 0,7 8 0,0 2 0,0 10 0,1 2 0,-1 1 0,2 16 0,4 3 0,-2 18 0,8 0-229,-1 11 1,7-7 228,-1 7 0,0-2 0,-1 1 0,-4-11 0,1-6 0,-7-13 0,-2-3 0,-4-6 0,-5-11 0,1-10 0,-7-8 0,0-5 0,-6 6 0,0-9 0,0 5 457,0-8-457,0 8 0,-10-1 0,-7 5 0,-2 1 0,-8-7 0,2-2 0,-13 5 0,2 1 0</inkml:trace>
  <inkml:trace contextRef="#ctx0" brushRef="#br0" timeOffset="1">7400 18483 8912,'-10'0'0,"3"0"0,7 0 0,1 5 0,5 1 0,-4 0 0,15 0 0,-1 1 0,7 1 0,3-1 0,-3 5 0,4-4 0,-2 1 0,5-5 0,-3 9 0,8-7 0,-1-2 0,-5-2 0,-1-2 0,-7 0 0,20 0 0,-5 0 0</inkml:trace>
  <inkml:trace contextRef="#ctx0" brushRef="#br0" timeOffset="2">8002 18208 8912,'-10'9'0,"5"8"0,-3 8 0,2 10 0,-7 7 0,1 3 0,3 5 0,-3 2 0,3 5 0,-4 2 0,1 2 0,-7-5 0,-8 3 0</inkml:trace>
  <inkml:trace contextRef="#ctx0" brushRef="#br0" timeOffset="3">8295 18723 8912,'9'-17'0,"-3"0"0,-4 0 0,-2 0 0,0-1 0,0 1 0,-2 6 0,-4-1 0,4 8 0,-5 4 0,7 12 0,0 3 0,0 2 0,0 6 0,0 0 0,0 6 0,0-6 0,0-2 0,0 4 0,0-2 0,0-2 0,0-2 0,0-2 0,0 0 0,-8 0 0,6-5 0,-4-1 0,4-7 0,2-4 0,0-11 0,0-12 0,2-4 0,4-8 0,-2 3 0,5 1 0,1 3 0,-2-3 0,-1-1 0,7 5 0,-7 2 0,5 8 0,3 2 0,-3 3 0,-3 5 0,3 7 0,1 0 0,-5 0 0,7 7 0,-4 5 0,5 5 0,1 6 0,0-2 0,0 6 0,1-1 0,-1 1 0,0-6 0,0 0 0,0-8 0,1 3 0,-1-7 0</inkml:trace>
  <inkml:trace contextRef="#ctx0" brushRef="#br0" timeOffset="4">8742 18637 8912,'-2'-9'0,"-4"3"0,-3 4 0,-8 2 0,5 8 0,1 3 0,7 5 0,-4 1 0,8 0 0,0 0 0,0 0 0,0 1 0,0-1 0,2 0 0,4 0 0,3-7 0,3-3 0,-1-7 0,3 0 0,-7 0 0,9-7 0,-7-5 0,1-3 0,5-2 0,-13-2 0,4-4 0,-4 4 0,-2-4 0,0 4 0,0 1 0,-8 1 0,4 6 0,-7-1 0,7 8 0,-11-3 0,13 14 0,-6 3 0</inkml:trace>
  <inkml:trace contextRef="#ctx0" brushRef="#br0" timeOffset="5">8983 18517 8912,'0'-17'0,"0"0"0,0-1 0,0 7 0,0 0 0,0 9 0,0 2 0,0 9 0,0 14 0,0 4 0,0 7 0,0 1 0,0-1 0,0 0 0,0 1 0,0-1 0,0 8 0,0-6 0,0 5 0,-6-11 0,-1-1 0,-3 1 0,-1 3 0,-7 1 0</inkml:trace>
  <inkml:trace contextRef="#ctx0" brushRef="#br0" timeOffset="6">8914 18758 8912,'-6'11'0,"1"1"0,-1-9 0,6 5 0,2-8 0,4 0 0,5 0 0,12 0 0,6 0 0,3 0 0,3-15 0,-1-4 0</inkml:trace>
  <inkml:trace contextRef="#ctx0" brushRef="#br0" timeOffset="7">9757 18362 8912,'-26'-25'0,"1"14"0,7 0 0,1 7 0,0 4 0,6 2 0,-1 5 0,1 10 0,1 10 0,1 8 0,5 5 0,-2 6 0,2 3 0,2-5 0,2 6 0,0-6 0,0 0 0,0 5 0,0-5 0,0 0 0,0-4 0,0-3 0,0-3 0,0-1 0,0-5 0,0-4 0</inkml:trace>
  <inkml:trace contextRef="#ctx0" brushRef="#br0" timeOffset="8">9585 18792 8912,'0'-11'0,"0"-1"0,0-1 0,0-2 0,0-3 0,8 7 0,3 1 0,5 3 0,7 1 0,1 4 0,1-2 0,0-2 0,-2 1 0,0 5 0,0 0 0,-2 0 0,-2 7 0,-4-3 0,-3 8 0,-6 1 0,3 2 0,-7 3 0,4-1 0,-4 0 0,-2 0 0,-2 0 0,-2 0 0,-2 1 0,-1-3 0,3-2 0,-2-1 0,2 1 0,2-5 0,2 7 0,0-13 0,2-2 0,4-11 0,4-5 0,7-1 0,0 0 0,0 2 0,0 3 0,6-3 0,0 5 0,-2 1 0,-2-5 0,1 7 0,3-3 0,3 6 0,-5-3 0,-3 7 0,-5 0 0,2 2 0,-1 1 0,-3 3 0,-5 6 0,5-7 0,-5 7 0,5-6 0,1-1 0,-1-5 0,1 0 0,1 0 0,-3 0 0,1-2 0,3-3 0,-7 3 0,3-12 0,-4 9 0,-4-1 0,5-2 0,-7 6 0,-7-5 0,-5 7 0,4 0 0,-7 2 0,4 3 0,1 3 0,1 5 0,1-1 0,4 1 0,2-5 0,0 7 0,-3-3 0,3 3 0,-6-4 0,8 1 0,0-8 0,8 9 0,3-7 0,-3-1 0,7-5 0,-4 0 0,5 0 0,1-1 0,0-5 0,0-4 0,1-7 0</inkml:trace>
  <inkml:trace contextRef="#ctx0" brushRef="#br0" timeOffset="9">10549 18792 8912,'-17'10'0,"-6"-3"0,0-7 0,0 0 0,6 0 0,-1 0 0,-4 0 0,-1 0 0,2 0 0,7 6 0,5 2 0,1 1 0,2 3 0,6 5 0,0 0 0,2-2 0,4-3 0,-2 1 0,7-7 0,1 0 0,5-6 0,0 0 0,-5-6 0,-1-2 0,2-3 0,3-6 0,1-4 0,-8-2 0,7 0 0,-5-2 0,4-2 0,-5-1 0,3-1 0,-7 0 0,-2-1 0,6 5 0,-9-8 0,5 5 0,-4 3 0,-2 2 0,0 10 0,0 1 0,0 12 0,0 6 0,-2 5 0,-4 18 0,5 0 0,-5 5 0,4-7 0,2 5 0,0-5 0,0 0 0,0 5 0,0-13 0,2 4 0,4-4 0,-3-3 0,7-3 0,0-3 0,-1-3 0,3-1 0,-1-6 0,0 0 0,3 0 0,1-8 0,2-1 0,1-9 0,-7 1 0,1 0 0,-3 0 0,3 0 0,1 0 0,-7-1 0,-2 1 0,-3 8 0,-1-1 0,0 4 0,0 4 0,0-3 0,0 10 0,0-3 0,0 14 0,0-5 0,0 4 0,0 3 0,0-1 0,2-6 0,4 1 0,-4-9 0,13 5 0,-3-8 0,-5 0 0,9 0 0,-9-2 0,5-4 0,3 5 0,-11-9 0,7 4 0,-5 4 0,6-3 0,-7 3 0,7 2 0,-1 0 0,-1 7 0,-2-5 0,-1 6 0,3-8 0,-1 0 0,7 0 0,-7 0 0</inkml:trace>
  <inkml:trace contextRef="#ctx0" brushRef="#br0" timeOffset="10">11014 18517 8912,'0'-10'0,"0"-5"0,0 13 0,0-13 0,-2 15 0,-4 0 0,4 8 0,-4 9 0,4 0 0,2 2 0,0 2 0,0 2 0,0 0 0,0 2 0,6-6 0,0 4 0,0-4 0,1-2 0,3 0 0,-1 1 0,7-1 0,-7-8 0,8-3 0,1-4 0,-1-2 0,0 0 0,0 0 0,0 0 0,1 0 0,-1-8 0,0-3 0,0-4 0,-7-10 0,-3 6 0,-7-4 0,0 4 0,0 1 0,-1 3 0,-5 4 0,-4 3 0,1 16 0,3 3 0,4 4 0,2-3 0,0-1 0,0 3 0,8-7 0,1 7 0,8-9 0,1 3 0,-1-2 0,6-4 0,0 3 0,-2-3 0,4-4 0,-2-1 0,-2-5 0,-2-2 0,-2 7 0,-6-7 0,1 4 0,1-5 0,-5 3 0,7-7 0,-13 11 0,4-7 0,-4 7 0,-2-4 0,0 8 0,2 0 0,3 0 0,-3 8 0,8-4 0,-4 7 0,-3-5 0,9 5 0,-6-7 0,5 4 0,3-1 0,-5-5 0,3 4 0,1-4 0,2-2 0,2 0 0,1 0 0,-1 0 0,0 0 0,-7-8 0,5 4 0,-4-7 0,5-2 0,1 5 0,-6-7 0,1 3 0,-8-3 0,1-2 0,-3 0 0,-2-1 0,0 1 0,0 0 0,0 0 0,0 0 0,0-1 0,0 1 0,0 0 0,-2 0 0,-3 0 0,3-1 0,-6 1 0,8 0 0,-2 0 0,-3 0 0,3 0 0,-6 9 0,6 10 0,-4 13 0,4 10 0,-5 11 0,7 4 0,0 4 0,0 8 0,0-6 0,0 0 0,0-1 0,0-1 0,5 4 0,3-10 0,2-5 0,-5 1 0,7-5 0,-1-6 0,7-6 0,-7-8 0,2-9 0,5 0 0,3 0 0,-6-7 0,0-3 0,-3-9 0,3-4 0,2 4 0,-5-11 0,-1 7 0,-5-6 0,5 6 0,-5 0 0,4 6 0,-3 0 0,-1 0 0,-6-1 0,0 9 0,0-1 0,0 5 0,-8 3 0,5-4 0,-9 12 0,8 3 0,-3 8 0,7 1 0,0-1 0,0-6 0,0 1 0,0 1 0,0-3 0,2 1 0,3 2 0,-3-5 0,8 5 0,-4-7 0,-3 2 0,9-2 0,-8-5 0,3 7 0,-7-8 0</inkml:trace>
  <inkml:trace contextRef="#ctx0" brushRef="#br0" timeOffset="11">11754 18620 8912,'-18'0'0,"1"0"0,8 0 0,3 0 0,12 0 0,7-6 0,16-1 0,11-3 0,9-1 0,9-6 0,5-1 0,12-6 0,5-5 0,-9 2-648,-3-1 648,-10-1 0,1-6 0,-7 1 0</inkml:trace>
  <inkml:trace contextRef="#ctx0" brushRef="#br0" timeOffset="12">4405 17348 8912,'-9'-8'0,"-1"4"0,5-5 0,-7 1 0,-3 4 0,-2 2 0,-1 2 0,1 0 0,-2 2 0,-4 4 0,-4 4 0,-7 7 0,-8 8 0,-4 3 0,-11 7 0,-6 5 0,-4 6 0,-2 3 0,0 3 0,2 5 0,4 1 0,4-3 0,7-9 0,2-8 0,4-7 0,6-3 0,12-11 0,3 4 0,13-19 0,1 4 0,-3-4 0,-1-10 0,-2-1 0</inkml:trace>
  <inkml:trace contextRef="#ctx0" brushRef="#br0" timeOffset="13">3235 17709 8912,'-23'0'0,"0"0"0,2 0 0,2 0 0,2 8 0,0 3 0,0 6 0,1 6 0,5 6 0,-3 3 0,9 3 0,-1 5 0,8 2 0,4 2 0,3-8 0,10 0 0,6-5 0,10-1 0,-1-5 0,16-2 0,-4-11 0,5 1 0,7-7 0,1 0 0,4-6 0,-4-8 0,-7-2 0</inkml:trace>
  <inkml:trace contextRef="#ctx0" brushRef="#br0" timeOffset="14">1273 18070 8912,'-5'-25'0,"-1"-2"0,0-1 0,-1-1 0,3 8 0,-8-2 0,-1 4 0,-4 4 0,-4 3 0,-2 7 0,-6 3 0,4 2 0,0 0 0,0 0 0,1 2 0,3 3 0,-2 7 0,2 11 0,7 5 0,5 5 0,1 3 0,4 4 0,-3 10 0,1 7 0,2 1 0,2 1 0,2 2 0,0 8 0,0-1 0,0 1 0,0 0 0,0-8 0,-2-7 0,-4-12 0,-3-2 0,-8-14 0</inkml:trace>
  <inkml:trace contextRef="#ctx0" brushRef="#br0" timeOffset="15">860 18551 8912,'10'-17'0,"-4"0"0,-4 0 0,-2 0 0,2 1 0,3 5 0,-1-2 0,8 7 0,-1 0 0,6 6 0,0 0 0,6 0 0,2 0 0,2 0 0,4 0 0,1 0 0,-3 6 0,-2 1 0,-3 3 0,-1-4 0,-5 5 0,-1 1 0,0 5 0,-7 0 0,-5 0 0,3 0 0,-2 1 0,-2-1 0,-3 0 0,-1 0 0,0 0 0,-5 1 0,-1-1 0,0-8 0,6-1 0,0-10 0,0-4 0,0-5 0,2-10 0,4-2 0,-2-2 0,7 2 0,1 4 0,7-6 0,2 2 0,2 0 0,0 6 0,-6 6 0,0 7 0,6-4 0,0 8 0,-2 0 0,-2 0 0,-2 0 0,2 6 0,4 0 0,-3 7 0,2-1 0,-2-5 0,-3 7 0,0-9 0,0 9 0,0-12 0,-7 5 0,-2-14 0,-16 5 0,-3-4 0,-5 4 0,-1 2 0,0 0 0,7 0 0,-3 2 0,7 4 0,-5-3 0,5 9 0,0-1 0,-1 7 0,5-1 0,-4 0 0,6-6 0,6 1 0,3-8 0,8 3 0,1-9 0,-1-3 0,6 3 0,0-4 0,0-2 0,-6 3 0,0-9 0,0 12 0,0-5 0,1 7 0,-7 0 0,1 0 0,-9 0 0,13 0 0,-12 0 0,7 0 0,1 0 0,-1-2 0,0-2 0,3-2 0,-1-1 0,-1 1 0,3 4 0,-5-13 0,-1 13 0,1-12 0,-5 9 0,-3-1 0,6 6 0,-8 0 0,2 2 0,4 4 0,5 5 0,-3-3 0,7 1 0,-3-3 0,-3-4 0,3 4 0,-1-4 0,6-2 0,-5 0 0,-1 0 0,1 0 0,5 0 0,0 0 0,0 7 0,1 3 0</inkml:trace>
  <inkml:trace contextRef="#ctx0" brushRef="#br0" timeOffset="16">2358 18569 8912,'-18'-8'0,"1"6"0,0-4 0,0 4 0,0 2 0,-1 0 0,9 2 0,3 4 0,-4 4 0,9 7 0,-5 2 0,4 4 0,2-4 0,0 4 0,0-4 0,0-2 0,0 0 0,2-1 0,4-5 0,-5 4 0,15-13 0,-5 4 0,-1-4 0,1-2 0,-5-2 0,5-2 0,3-2 0,-5-5 0,3 5 0,-8-7 0,5 5 0,-3-3 0,-4 3 0,6 6 0,-8-4 0,0 5 0,5-9 0,1 4 0,0 4 0,-6-5 0,0 7 0,0 0 0,0-8 0,2 6 0,3-4 0,-3 5 0,6 1 0,-8 0 0,0-2 0,0-4 0,8 4 0,-6-6 0,5 8 0,-7 0 0,0 0 0,2-5 0,4-1 0,-4-7 0,4 1 0,-5 1 0,-1-5 0,0-3 0,6-9 0,0-1 0,-2-4 0,-2 5 0,-2-1 0,0-1 0,0-1 0,0 2 0,0 5 0,0 6 0,0 1 0,0 0 0,0 7 0,0 3 0,-6 24 0,0 12 0,0 5 0,5 12 0,-5 2 0,4 1 0,-4 3 0,4-3 0,2-1 0,0-4 0,0-2 0,8-2 0,-4-13 0,7-4 0,1 2 0,5-2 0,0-8 0,0-9 0,0-6 0,1-6 0,-3-4 0,-4-7 0,5 0 0,-5 0 0,3-6 0,-3 0 0,-3 0 0,-8 6 0,2 0 0,3 0 0,-3-1 0,6 1 0,-8 8 0,0 3 0,0 12 0,0 5 0,0 4 0,0 3 0,0-1 0,0 0 0,6 0 0,-1 0 0,-1 1 0,-2-9 0,6 4 0,3-7 0,-3 0 0,7-6 0,-3 0 0,-3 0 0,3 0 0,1 0 0,2-8 0,3-3 0,-1-4 0,-8-3 0,1 3 0,-4 4 0,-3-5 0,9 5 0,-8 3 0,3 1 0,-7 8 0,0 5 0,0 4 0,0 7 0,0 0 0,0 0 0,0-5 0,0-1 0,0-7 0,0 11 0,0-11 0,0 8 0,6-7 0,2 5 0,1-2 0,-5-3 0,11-5 0,-13 0 0,14 8 0,-7 1 0</inkml:trace>
  <inkml:trace contextRef="#ctx0" brushRef="#br0" timeOffset="17">3063 18362 8912,'-2'-15'0,"-2"2"0,-1 1 0,-3 8 0,2-1 0,4 3 0,-5 2 0,7 4 0,0 5 0,0 8 0,0 14 0,0 1 0,0 8 0,0 4 0,0 4 0,0-6 0,2 6 0,1-8 0,3-2 0,8-1 0,-7-5 0,7-3 0,-3-6 0,1-4 0,5-2 0,-2-6 0,-3 1 0,3-8 0,-6 3 0,9-9 0,-1-3 0,0-5 0,0-7 0,0 0 0,1-1 0,-3 1 0,-4 0 0,-3 0 0,-8 0 0,0 0 0,0 7 0,0-5 0,-2 7 0,-4-3 0,-5 5 0,3 4 0,-7 2 0,7 8 0,-3 3 0,3-1 0,8 1 0,0 2 0,0 3 0,2 1 0,6-2 0,9-3 0,0 1 0,8-5 0,-2-1 0,0 1 0,6-2 0,-6-6 0,7 0 0,-9 0 0,6 0 0,-2 0 0,-8-6 0,-5 0 0,-7-5 0,7 5 0,-8-7 0,3 9 0,-7-8 0,0 9 0,0-5 0,0 8 0,0 8 0,0 1 0,0 8 0,0 0 0,0-5 0,0-1 0,0-7 0,0 6 0,0-4 0,0-5 0,0 7 0,0-8 0,0 0 0,0 8 0,2-4 0,4 7 0,-4 0 0,11 7 0,-5-1 0,1 0 0,3 0 0,-1 0 0,1-1 0,1-5 0,2 4 0,-3-11 0,-6 1 0</inkml:trace>
  <inkml:trace contextRef="#ctx0" brushRef="#br0" timeOffset="18">3756 19049 8912,'1'-1'0,"11"-14"0,5-2 0,-6-8 0,-1-4 0,0-5 0,-1-6 0,-5 3 0,4-12 0,-8 3 0,0-4 0,0-1 0,0 5 0,0 2 0,0 2 0,-2 9 0,-4 10 0,4 4 0,-8 10 0,5 3 0,3 14 0,-4 9 0,-2 10 0,3 13 0,-1-2 0,6 8 0,0-2 0,0 3 0,0-3 0,0-2 0,0 6 0,0-10 0,0 8 0,6-8 0,-1 3 0,9-5 0,-10-20 0</inkml:trace>
  <inkml:trace contextRef="#ctx0" brushRef="#br0" timeOffset="19">3700 18689 8912,'-15'11'0,"3"1"0,-3-8 0,13 3 0,2-7 0,15 0 0,12-2 0,13-3 0,16-13 0,10-3 0,11-5 0,1 1-564,-5-6 0,11 5 0,-5-9 0</inkml:trace>
  <inkml:trace contextRef="#ctx0" brushRef="#br0" timeOffset="20">14094 16677 8912,'-10'0'0,"-5"0"0,13 0 0,-6-2 0,8-3 0,0 1 0,0-8 0,0 7 0,0-7 0,-7 1 0,-3-6 0</inkml:trace>
  <inkml:trace contextRef="#ctx0" brushRef="#br0" timeOffset="21">14386 16505 8912,'-7'-17'0,"-5"0"0,-1 0 0,0 2 0,1 3 0,1-1 0,-5 5 0,3 0 0,1 1 0,-1 3 0,0 0 0,-1 0 0,3-3 0,-3-3 0,-1 4 0,-2-5 0,0-2 0,0-3 0,-3 5 0,-3-1 0,2 1 0,-7-6 0,-3 0 0,-1 5 0,-7 3 0,-6 1 0,-3 0 0,-15 2 0,0 5 0,-14-7-124,-3 8 1,-12 8-1,-4 1 124,1 1 0,44-3 0,0 1 0,3-3 0,-1 0 0,-6 2 0,-1 1 0,-2-1 0,-1-1 0,0 0 0,0 0 0,3-2 0,1 1 0,6 1 0,0 0 0,1 1 0,-1 1-170,-2-2 1,-1-1-1,-3 2 1,1 0 169,-1-2 0,1 1 0,-1 2 0,1 1 0,2 0 0,0 0 0,3-1 0,1 3 0,-1 3 0,0 0 0,-35 9 0,-2 6 0,10-8 0,-1 4 0,5-2 0,5 0 0,17 0 0,6-6 0,11 0 0,1 8 0,13-4 172,-4 7 1,4-5-173,2 6 0,-3 0 352,-3 5 0,4 2-352,-4 5 0,6-5 0,4 4 0,1-4 0,9-1 0,-5-1 0,8 0 0,0 1 0,0-1 0,2 1 0,2-3 0,1-3 0,9 11 0,-10-17 0,5 13 0,-1 2 0,5-3 0,-3 14 0,7-5 0,0 0 0,0 6 0,1-6 0,1 7 0,4 3 0,5 3 0,7-3 0,5 3 0,4-2-90,7 3 0,9-3 0,3 6 90,4-2 0,2-9 0,5-4 0,3-10 0,1-3 0,2-12 0,6-4 0,2-11 0,4-10 0,-4-6 0,-38 0 0,1-3 0,-1 2 0,-2-1 0,40-16 0,-2 5 0,-10-6 0,5 6 0,1 2 0,10-6 0,-4 14 0,2-4 0,-8 2 0,-6-1 0,-11-3 0,0-2 0,2-4 0,-2-1 0,0-3 0,4-5 0,6-3-75,-1-3 0,-1 2 0,-10-8 75,-6-2 0,-3-1 0,-8 3 0,0 0 0,-10 8 0,-2-2 0,-1 3 0,-8 5 0,2 3 87,-6-3 1,3 13 0,-6-6-88,-1 0 0,-8 6 0,5-8 0,-7 4 0,3-5 77,-6-13 0,5-2 1,-5-11-78,2-3 0,0 3 0,-6-18 0,-2 1 0,-4-5-204,-11 3 1,-12-9 203,-11 7 0,2 3 0,-8 9 0,2 5 0,-4 13 0,2 4 0,6 20 0,-6 10 0,10 7 0,1 4 0,3 2 0,9 4 0,2 3 0,9 8 0,5 1 0,7-1 0,0 0 0,0 0 135,7 0 1,11-5 0,10-3-136,5-1 0,1-2 0,1-14 0,-1-1 0</inkml:trace>
  <inkml:trace contextRef="#ctx0" brushRef="#br0" timeOffset="22">13750 16282 8912,'-29'-12'0,"0"3"0,1-1 0,1 1 0,2 5 0,10-6 0,1 7 0,3-3 0,-1-8 0,1 11 0,1-9 0,3-1 0,1-2 0,0-5 0,1-2 0,1-7 0,2-11 0,2-4 0,2-10 0,3-3 0,5-4 0,7-8 0,6-7-883,0-5 883,0-10 0,2 3 0,2-2 0,-1 8 0,-1 13 0,-9 18 0,-5 12 0,-5 9 0,3 5 0,-7 15 0,6 3 0,-6 7 0,4 0 0,3 0 0,8 0 220,1 0 1,-1 0 0,0 0 0</inkml:trace>
  <inkml:trace contextRef="#ctx0" brushRef="#br0" timeOffset="23">13595 15113 8912,'-17'-23'0,"1"-2"0,5-2 0,3 4 0,8-5 0,2 7 0,4-4 0,7 2 0,8 0 0,6-8 0,13 14 0,0 0 0,1 2 0,-5 9 0,4 2 0,-2 10 0,8 5 0,-8 12 0,4 4 0,-7 9 0,-1 4 0,5-1 0,-3 5 0,-4 0 0,1 0 0,-8-6 0,0 13 0,-8-3 0,0 2 0,-7-3 0,-3-12 0</inkml:trace>
  <inkml:trace contextRef="#ctx0" brushRef="#br0" timeOffset="24">13302 13634 8912,'-13'-25'0,"-4"-1"0,0-1 0,1 4 0,5 4 0,-1 2 0,3 15 0,5 9 0,8 11 0,7 4 0,-1 9 0,1-4 0,3 1 0,1 1 0,2-8 0,0 4 0,1-8 0,-7 0 0,0 1 0,3-1 0,1 0 0,2-8 0,1-1 0,-1-8 0,0 0 0,0 0 0,0-15 0,-1-8 0,-5-8 0,4-3 0,-7-6 0,4 0 0,-5 0 0,-7 5 0,0 8 0,0 5 0,0 2 0,0 11 0,2 1 0,4 8 0,-4 8 0,7 1 0,-5 9 0,4-1 0,1 0 0,3 0 0,5 0 0,2-5 0,4-1 0,-4-7 0,4 2 0,4-6 0,2-6 0,-5-5 0,-1-12 0,-3-6 0,-3-3 0,0-3 0,-7 1 0,3-2 0,-7-5 0,-1 7 0,-5-2 0,0 5 0,0 10 0,0 2 0,0 8 0,0 7 0,2 4 0,4 11 0,6 5 0,3 8 0,2 3 0,0 7 0,0-5 0,1 0 0,-1-2 0,-2 3 0,-3-1 0,3-8 0,-13 6 0,4-6 0,-5 1 0,-1 1 0,-1-5 0,-5-1 0,-6 0 0,-3-7 0,-2-5 0,0-3 0,-1-2 0,7 0 0,1-2 0,3-3 0,1-13 0,6-8 0,0-7 0,0 4 0,8-11 0,1 12 0,8-12 0,1 3 0,-1 3 0,2 1 0,4 5 0,6 5 0,-5 4 0,7 7 0,-8 1 0,0 7 0,-6-2 0,0 12 0,-7 4 0,-2 7 0,-7-8 0,5-3 0,6-4 0,3-2 0,10-8 0,-6-1 0,4-8 0,-4-6 0,-2-2 0,0-2 0,1-2 0,-9 3 0,-3 3 0,-4 2 0,-2-2 0,-4 9 0,-7-3 0,-1 6 0,-11-1 0,4 7 0,2 3 0,0 4 0,-1 3 0,1 7 0,0 11 0,6-4 0,1 6 0,2-1 0,3 3 0,5 2 0,1-2 0,5-3 0,4 5 0,9-6 0,4-2 0,6-2 0,3-9 0,10-3 0,4-7 0,4-7 0,1-5 0,1-3 0,-8-18 0,-2 3 0,-8-16 0,8-7 0,2-9 0</inkml:trace>
  <inkml:trace contextRef="#ctx0" brushRef="#br0" timeOffset="25">14903 12396 8912,'0'-17'0,"0"8"0,2-5 0,3 8 0,3 8 0,3 10 0,5 11 0,-12 9 0,7 10 0,2 2 0,1 2 0,-3-2 0,5 6 0,-7-8 0,8 5 0,1-1 0,-9-8 0,5 4 0,-9-7 0,1-3 0,-6-3 0,0-4 0,-15-8 0,-4 0 0</inkml:trace>
  <inkml:trace contextRef="#ctx0" brushRef="#br0" timeOffset="26">14868 12843 8912,'-5'-19'0,"-1"-4"0,0 4 0,6-4 0,0-4 0,8 6 0,5-7 0,8-3 0,8-1 0,11-3 0,-2-1 0,8-4 0,0 4 0,6-3 0,-1 5 0,-3 9 0,-6-7 0,-9 7 0,-7 8 0,-5 3 0,-9 11 0,-4-5 0,-8 8 0,-2 8 0,-2 5 0,-2 8 0,0 0 0,6 8 0,-5-1 0,-1 7 0,0-1 0,6-1 0,0-3 0,0-1 0,0-3 0,0 5 0,0-4 0,0-2 0,0-2 0,0-12 0,0 0 0,0-7 0,8 4 0,1-16 0,7-9 0,-3-12 0,-2-3 0,1-2 0,-1-1 0,-1 1 0,-2-1 0,3 9 0,-3 3 0,-1 4 0,1 1 0,-2 9 0,-6-6 0,2 13 0,3-4 0,-1 12 0,8 5 0,-8 4 0,5 3 0,-3-1 0,5 0 0,3-6 0,-3 1 0,12-8 0,-17 3 0,11-7 0,-4 0 0,5 0 0,-1 0 0,0-1 0,0-5 0,1-6 0,-1-3 0,-2-2 0,-2 0 0,-1-1 0,-1 1 0,-1 0 0,-4 0 0,1 5 0,-1 1 0,6 5 0,-7-5 0,1 7 0,-6-6 0,0 5 0,2 3 0,4-4 0,-3 4 0,9 2 0,-1 0 0,7 0 0,-1 0 0,0 0 0,0 6 0,0 1 0,1 3 0,-1 1 0,-2 1 0,-3-1 0,1 1 0,-7 5 0,-1 0 0,-5 0 0,-1 6 0,-5 0 0,0 4 0,-11-10 0,4 4 0,-20-19 0,6 6 0</inkml:trace>
  <inkml:trace contextRef="#ctx0" brushRef="#br0" timeOffset="27">15677 12138 8912,'-17'-7'0,"0"-3"0,-1 1 0,9-7 0,-6 14 0,13-5 0,2 7 0,9 7 0,8 5 0,-1 5 0,-3 4 0,-1 2 0,-9 8 0,5-5 0</inkml:trace>
  <inkml:trace contextRef="#ctx0" brushRef="#br0" timeOffset="28">14731 13428 8912,'-18'-19'0,"1"-4"0,0 4 0,6 3 0,1 16 0,2 10 0,3 13 0,5 7 0,0 7 0,0 3 0,7 8 0,3-12 0,7 4 0,0-4 0,2-1 0,2 1 0,2 2 0,-2 2 0,6-7 0,-8-1 0,4-3 0,-6 3 0,-5 3 0,-4-1 0,-8-1 0,0-5 0,-16-3 0,-3-8 0</inkml:trace>
  <inkml:trace contextRef="#ctx0" brushRef="#br0" timeOffset="29">14679 13875 8912,'8'-17'0,"-6"-1"0,3 1 0,3 6 0,-2-1 0,7 1 0,-1-6 0,9 5 0,3 1 0,3-3 0,2-1 0,5-2 0,1 0 0,-1-2 0,1-4 0,-1 9 0,0-3 0,-7 6 0,-4-1 0,-10 5 0,-1 7 0,-8 3 0,0 7 0,-6 9 0,-4 6 0,-7-4 0,11 9 0,-4-7 0,4 6 0,2-6 0,0 0 0,0-6 0,0 0 0,0-7 0,8 3 0,3-7 0,4-2 0,3-10 0,5-4 0,0-7 0,-1-8 0,-4-3 0,-1-5 0,0-1 0,0 0 0,-7-1 0,-4 3 0,-4 3 0,-2 6 0,-8 4 0,-4 9 0,-9 7 0,-2 6 0,-15 7 0,9 15 0,-13 2 0</inkml:trace>
  <inkml:trace contextRef="#ctx0" brushRef="#br0" timeOffset="30">14559 14322 8912,'-16'-29'0,"3"2"0,3 3 0,3 3 0,1 9 0,-2-3 0,6 26 0,-3 1 0,3 15 0,7 5 0,1 8 0,6 0 0,-5-3 0,3 1 0,3 2 0,3-2 0,-7-2 0,6-1 0,-3-1 0,3 1 0,-5-1 0,3-5 0,-7-1 0,5-7 0,-5 2 0,0 4 0,-6 0 0</inkml:trace>
  <inkml:trace contextRef="#ctx0" brushRef="#br0" timeOffset="31">14438 14649 8912,'-25'-8'0,"12"4"0,-4-7 0,11 7 0,-2-11 0,16 5 0,3-7 0,12 0 0,6-1 0,5 1 0,7 0 0,-5 7 0,6-5 0,-8 6 0,1-1 0,-1-5 0,-1 13 0,-5-4 0,5-3 0,-14 7 0,4-4 0,-12 4 0,-3 2 0,-8 8 0,0-4 0,0 7 0,6-5 0,0 5 0,-3 3 0,-1-7 0,-2 8 0,0-3 0,0 3 0,0-3 0,0-1 0,0-5 0,0 5 0,0-7 0,0 4 0,0-8 0,6-2 0,2-4 0,1-5 0,-3-5 0,7-1 0,6 0 0,-1-8 0,7-2 0,-1-1 0,5-1 0,-4 8 0,6-4 0,-9 8 0,1 2 0,-5 3 0,-1-3 0,0 13 0,-7 2 0,-5 12 0,-3 3 0,-4-4 0,-3 1 0,1-1 0,-8 6 0,8-5 0,-1-1 0,-3-5 0,2 6 0,1-9 0,7 5 0,3-8 0,-1 0 0,8 0 0,-1-6 0,6-1 0,0-3 0,1 4 0,-1-5 0,0 1 0,0-1 0,1-4 0,-7 13 0,0-6 0,3 0 0,-7 7 0,9-9 0,-5 4 0,5 2 0,1-5 0,0-1 0,0 1 0,-7 5 0,5-6 0,-3 7 0,3-3 0,-6 0 0,7 6 0,-7 0 0,7 2 0,-5 4 0,-3 3 0,-8 3 0,0-1 0,0 1 0,-8-3 0,-2-1 0</inkml:trace>
  <inkml:trace contextRef="#ctx0" brushRef="#br0" timeOffset="32">15350 14184 8912,'-25'-17'0,"12"2"0,-4 3 0,9-1 0,-3 7 0,7 1 0,-2-1 0,12 0 0,5-5 0,12 5 0,-2-6 0,8 7 0,5-7 0,6 7 0,-1-7 0,-9 6 0,-1 3 0,0-7 0,5 0 0</inkml:trace>
  <inkml:trace contextRef="#ctx0" brushRef="#br0" timeOffset="33">15729 14116 8912,'-23'0'0,"0"0"0,6 0 0,5 0 0,8 7 0,-3 3 0,7 1 0,0 1 0,0-7 0,0 7 0,0-1 0,5 7 0,1-1 0,2-8 0,-4-1 0,1 0 0,1-7 0,-4 7 0,4-8 0,-4 0 0,7-2 0,-3-4 0,-2-3 0,5-8 0,-1 0 0,-2-3 0,1-2 0,3 2 0,1-4 0,-1 6 0,-2 1 0,5 0 0,-3 6 0,7 1 0,0 2 0,0 3 0,0 5 0,3 0 0,2 0 0,-2 7 0,10 3 0,-5 7 0,2 0 0,1 0 0,-1 1 0,6-1 0,-6 0 0</inkml:trace>
  <inkml:trace contextRef="#ctx0" brushRef="#br0" timeOffset="34">14799 15250 8912,'-17'-11'0,"0"-1"0,0-1 0,2-2 0,1-2 0,3 1 0,-3 5 0,5 3 0,-3 8 0,1 2 0,-5 6 0,3 11 0,2 13 0,7 6 0,-2 12 0,4 6 0,2 3 0,0-4 0,2 1 0,4-7 0,5-3 0,5-8 0,1 2 0,2-5 0,2-8 0,2-10 0,-2-10 0,-2-12 0,-2-5 0</inkml:trace>
  <inkml:trace contextRef="#ctx0" brushRef="#br0" timeOffset="35">14868 15044 8912,'-17'0'0,"0"0"0,0 0 0,7 2 0,4 6 0,4 7 0,2 6 0,0 9 0,2-1 0,4 11 0,6-2 0,11 8 0,1-8 0,7 3 0,-2-5 0,-1-4 0,7-3 0,-1-6 0,1-4 0,-1-9 0,0-3 0,-1-9 0,-4-3 0,3-13 0,-13-8 0,4-9 0,-4 1 0,-1-1 0,-9 1 0,-3 0 0,-4-1 0,-2 1 0,0 7 0,0 4 0,-8 6 0,-3 6 0,1-3 0,-1 9 0,-3 1 0,-1 2 0,-2 2 0,5 7 0,1 5 0,1 3 0,-1 2 0,-5 1 0,14-1 0,-3 0 0,3 0 0,2 0 0,-6-5 0,0-1 0,1-7 0,12 4 0,3-16 0,5-1 0,-3-9 0,1 1 0,-5 0 0,1 0 0,3 0 0,5-1 0,-6 3 0,-1 2 0,-2 1 0,5 8 0,-2-1 0,5 10 0,-5 3 0,1 5 0,1-1 0,-5-1 0,7 1 0,-4-1 0,-1-7 0,1 2 0,1-4 0,5-2 0,0 0 0,-5-2 0,-1-4 0,1 4 0,5-13 0,0 3 0,-5-9 0,-3-1 0,-1 0 0,5 11 0,-11-4 0,4 3 0,-4-3 0,-2 5 0,0 3 0,0 7 0,0 7 0,0 3 0,0 1 0,0 1 0,7-1 0,-3 1 0,8-1 0,-1 1 0,6 5 0,-7 0 0,0-5 0,-7-1 0,3 2 0,0-5 0,-6 7 0,0-3 0,0 3 0,-2 0 0,-4-3 0,-3-4 0,-9-8 0,1 0 0</inkml:trace>
  <inkml:trace contextRef="#ctx0" brushRef="#br0" timeOffset="36">15832 14820 8912,'-17'-9'0,"7"-6"0,-5 7 0,3-3 0,3 3 0,-3 8 0,7 0 0,-7 0 0,6 0 0,-5 0 0,7 2 0,-2 4 0,5 5 0,1 4 0,0 8 0,0 2 0,0 2 0,0-6 0,0 9 0,0-7 0,5 0 0,1-6 0,2 1 0,-3-1 0,-1 0 0,8 0 0,-7-2 0,7-1 0,1-3 0,3-7 0,1 10 0,0-9 0,0 1 0,0-6 0,1 0 0,-1 0 0,-8 0 0,-1 0 0,-8 8 0,-2-6 0,-4 5 0,-5 1 0,-4 1 0,-3 1 0,1 5 0,-6-13 0,0 4 0,0 1 0,6-1 0,0 0 0,0-8 0,0-4 0,-1-11 0,1-10 0</inkml:trace>
  <inkml:trace contextRef="#ctx0" brushRef="#br0" timeOffset="37">16004 14889 8912,'-9'0'0,"-7"0"0,14 2 0,-3 4 0,3 5 0,2 5 0,0 1 0,0 0 0,0 0 0,0 0 0,5 1 0,1-1 0,6 0 0,-7 0 0,7 0 0,-6 1 0,7-1 0,-11 0 0,4-9 0,-12-8 0,4 0 0,-13-21 0,3 3 0,-3-1 0,-2-7 0,-6-1 0,-2-8 0,-2 1 0,6 0 0,-10 1 0,9 3 0,0 1 0,3 2 0,2-1 0,8 3 0,3 8 0,4-1 0,6 1 0,7 0 0,12 0 0,8 7 0,5-5 0,4 3 0,6-3 0,4-2 0,1-8 0,1-2 0</inkml:trace>
  <inkml:trace contextRef="#ctx0" brushRef="#br0" timeOffset="38">16314 14494 8912,'-25'0'0,"6"0"0,-6-6 0,8 0 0,0 3 0,7 1 0,-5 2 0,13 2 0,-4 3 0,4 5 0,2 7 0,0 0 0,0 8 0,0 2 0,0 7 0,0 1 0,0-1 0,6 0 0,2 1 0,1-1 0,-5 8 0,5-6 0,-5 5 0,2-5 0,6-2 0,-7 1 0,-1-3 0,-2-3 0,6 3 0,-6-11 0,3 6 0,-3-2 0,-2-2 0,-2-12 0,-3 1 0,-5-9 0,-7 5 0,0-8 0,-1 0 0,7-6 0,-1-1 0,-1-3 0,-2-3 0,-2-10 0,5 4 0,1-4 0,7 4 0,-2 2 0,4-3 0,2-2 0,2 2 0,4-2 0,5 2 0,5 3 0,6 0 0,3 0 0,2 0 0,-6-2 0,2-4 0,4 4 0,-2-6 0,5 9 0,-1 5 0,-8-4 0,4 7 0,-8-3 0,0 5 0,8 4 0,-11 2 0,3 0 0,-2 0 0,-7 2 0,-1 4 0,-1 5 0,0 4 0,7 2 0,-9-1 0,7-5 0,-7 5 0,2-5 0,2 4 0,-3 2 0,9-7 0,-10 3 0,7-7 0,1 0 0,5-6 0,-2-2 0,-3-4 0,-5 2 0,-7-7 0,8-1 0,-6 1 0,4 0 0,-5-1 0,-1-5 0,0 0 0,0 5 0,0 1 0,0 7 0,2-4 0,4 8 0,-4 0 0,13 8 0,-13 1 0,4 9 0,3-1 0,1 0 0,0 0 0,5 0 0,-7 1 0,3-1 0,4 0 0,-3 0 0,-5-5 0,-1-1 0,-4-7 0,6 4 0,1-8 0</inkml:trace>
  <inkml:trace contextRef="#ctx0" brushRef="#br0" timeOffset="39">16503 14683 8912,'-27'-8'0,"2"1"0,8-5 0,0 5 0,9 1 0,8 0 0,10 2 0,13-13 0,4-2 0</inkml:trace>
  <inkml:trace contextRef="#ctx0" brushRef="#br0" timeOffset="40">12063 10608 8912,'0'-19'0,"-2"-2"0,-3-2 0,-7 2 0,-3 2 0,-2 2 0,-6 7 0,-2 5 0,0 3 0,-2 2 0,0 2 0,-1 5 0,1 10 0,0 2 0,6 10 0,-2 2 0,0 3 0,8 4 0,4 6 0,5 4 0,4 5 0,2 18 0,0 4 0,2 9 0,4 9 0,-1-41 0,1-1 0,1 1 0,1 0-171,1 2 0,0 1 0,-1-1 1,1 0 170,-1-2 0,1 0 0,8 41 0,0-13 0,-5-9 0,-1 0 0,3-6 0,-1-25 0,2-6 0,1-13 0,3-9 0,9-5 0,-1-22 0,8 11 0,-1-11 0</inkml:trace>
  <inkml:trace contextRef="#ctx0" brushRef="#br0" timeOffset="41">12356 10952 8912,'-19'-15'0,"-2"1"0,-2 5 0,2-1 0,0 3 0,-2-1 0,-6 4 0,2 2 0,0 2 0,1 0 0,-1 0 0,4 8 0,-4 3 0,2 5 0,6 1 0,6 0 0,0 6 0,7 2 0,0 2 0,-2 3 0,6 3 0,-5-5 0,9-1 0,2-2 0,1-4 0,3-2 0,-2-4 0,5-3 0,4-5 0,3-7 0,-1 0 0,0-2 0,0-3 0,0-7 0,1-9 0,-1-2 0,0-7 0,-2 9 0,-1-6 0,-3 2 0,-5 2 0,4 6 0,-3 0 0,-3 0 0,-2-1 0,4 7 0,-1-1 0,1 9 0,-6-5 0,2 10 0,4 4 0,-2 3 0,5 8 0,1 1 0,-1-1 0,3 0 0,5 0 0,0 0 0,0 1 0,1-1 0,-7-6 0,1-1 0,1-3 0,8-1 0,2-6 0,-2 0 0,-10 0 0,5 0 0,-5-2 0,4-3 0,-5-5 0,-4-7 0,-4 0 0,-2-1 0,7 1 0,-5 0 0,4 0 0,-4 0 0,-2 5 0,0 1 0,-6 5 0,0-6 0,-7 9 0,11-5 0,-6 8 0,8 8 0,0 3 0,0 12 0,0 6 0,0 3 0,0 3 0,2 1 0,4 4 0,-4 2 0,6 6 0,-1-2 0,3-8 0,1 10 0,-1-8 0,-2-2 0,-5-2 0,7-17 0,-8 12 0,6-12 0</inkml:trace>
  <inkml:trace contextRef="#ctx0" brushRef="#br0" timeOffset="42">12493 11038 8912,'-7'-27'0,"-3"4"0,-1 4 0,-1 2 0,9 0 0,-3 0 0,4 7 0,10 2 0,-5 3 0,9-1 0,-1 0 0,6 6 0,6 0 0,0 0 0,-2 0 0,-1 0 0,-3 0 0,0 2 0,0 4 0,0-2 0,1 7 0,-3 3 0,-4 1 0,-3 2 0,-8 8 0,0 4 0,0 3 0,-8 2 0,-1 1 0,-8-1 0,-1 1 0,1-1 0,6-2 0,-1-3 0,1-4 0,-6-8 0,-1 0 0</inkml:trace>
  <inkml:trace contextRef="#ctx0" brushRef="#br0" timeOffset="43">12872 10832 8912,'0'-18'0,"0"9"0,0 1 0,0 22 0,2 5 0,2 6 0,2 5 0,7 3 0,-2 1 0,-1 0 0,1 1 0,3-1 0,1 1 0,0-1 0,-3 0 0,3-7 0,-5 4 0,7-8 0,-2 0 0,-1-6 0,-3 0 0,-7-8 0,11-1 0,-13-8 0,6 0 0</inkml:trace>
  <inkml:trace contextRef="#ctx0" brushRef="#br0" timeOffset="44">12855 10832 8912,'0'-18'0,"0"1"0,0 0 0,0 0 0,0 7 0,2-3 0,4 7 0,5 2 0,12-5 0,2 5 0,3-7 0,3 7 0,-8-2 0,6 4 0,-4 2 0,1 0 0,-5 8 0,2 3 0,-5 6 0,-7 6 0,-3-4 0,-3 14 0,1-4 0,-2 3 0,-2 2 0,-8 1 0,0-1 0,-5 1 0,5-1 0,-7-7 0,3-4 0,1-4 0,-7-2 0,7-2 0,-8-3 0,-1-5 0,1-14 0,0-3 0</inkml:trace>
  <inkml:trace contextRef="#ctx0" brushRef="#br0" timeOffset="45">11805 10643 8912,'-2'9'0,"-2"-1"0,-1-1 0,-1-3 0,6 8 0,0 1 0,2 2 0,2 3 0,1-1 0,9 0 0,-3 0 0,3 0 0,-1 0 0,-1 1 0,-1-1 0,-1 0 0,5-7 0,-6-3 0,9-7 0</inkml:trace>
  <inkml:trace contextRef="#ctx0" brushRef="#br0" timeOffset="46">11857 10574 8912,'0'-17'0,"0"5"0,0 1 0,7 7 0,-3-2 0,8 12 0,-1 3 0,6 9 0,6-7 0,4 1 0,6 1 0,-1 6 0,12 0 0,-2-4 0,6-1 0,-4 3 0</inkml:trace>
  <inkml:trace contextRef="#ctx0" brushRef="#br0" timeOffset="47">13285 10797 8912,'0'12'0,"0"-1"0,0-7 0,2 4 0,4-8 0,3 0 0,9 0 0,-1 0 0,0 5 0,0 3 0,-2 2 0,-3 3 0,1-3 0,-5 1 0,2 2 0,-7 3 0,5-5 0,-8 1 0,0 1 0,-2-5 0,-4-3 0,4-3 0,-7-4 0,3-3 0,4-11 0,-4-7 0,5-5 0,1 5 0,7-8 0,-3 12 0,8-4 0,1 4 0,-5 2 0,7 5 0,-4 1 0,7 7 0,4-2 0,-2 5 0,3 1 0,-4 0 0,0 1 0,4 5 0,-10-2 0,4 7 0,-3-7 0,-3 6 0,1-4 0,-9-5 0,5 9 0,-8-4 0,0-4 0,0 13 0,0-6 0,0 9 0,0-7 0,0 1 0,-2-1 0,-4 6 0,5 0 0,-5 1 0,4-7 0,2 1 0,0-9 0,8 5 0,3-8 0,-1 0 0,1 0 0,1-8 0,-1-1 0,-1-8 0,-3-1 0,5 1 0,-7 0 0,1 0 0,-6 0 0,0-1 0,0 1 0,0 0 0,0 8 0,-8-7 0,7 14 0,-7-13 0,8 13 0,8-13 0,1 5 0</inkml:trace>
  <inkml:trace contextRef="#ctx0" brushRef="#br0" timeOffset="48">13905 10711 8912,'7'10'0,"-5"5"0,8-11 0,-5 7 0,3-5 0,4 6 0,3-9 0,-6 13 0,9-5 0,-1-3 0,0-1 0,-7-8 0,-5-5 0,3 2 0,-2-7 0,-2-3 0,-3-1 0,-1-2 0,8-8 0,-6 12 0,4-5 0,-4 3 0,-2 0 0,0 3 0,2 3 0,3 1 0,-3 2 0,8 6 0,-6 2 0,1 4 0,3-2 0,-2 7 0,1 1 0,5 5 0,3-6 0,-3 1 0,3-1 0,2-1 0,0-4 0,1-4 0,-1-2 0,0 0 0,2 0 0,4 0 0,-4 0 0,6-8 0,-8-5 0,0-9 0,-7 3 0,3-5 0,-7 4 0,-2-2 0,-2 2 0,-2-4 0,0 6 0,-8 1 0,-1 8 0,-9 3 0,1 4 0,6 10 0,-1 3 0,7 6 0,-5 4 0,2 2 0,-3 2 0,5-2 0,0-4 0,6 4 0,0-4 0,0-2 0,8-1 0,4-3 0,3-3 0,2-3 0,0-1 0,0-6 0,3-2 0,3-4 0,-2-3 0,7-8 0,-7-1 0,10-5 0,-8 0 0,5-5 0,-5 3 0,-2-2 0,-7 1 0,-3-3 0,-7 4 0,2 8 0,-4 0 0,-2 7 0,-8 2 0,-3 8 0,-5 0 0,-1 16 0,0-3 0,0 16 0,0 1 0,7 3 0,4 1 0,-1 1 0,1-3 0,2-1 0,2-3 0,2-7 0,0 2 0,0-4 0,6-7 0,2-3 0,1-1 0,3-2 0,5-6 0,-2-10 0,-3-7 0,3 0 0,-6-16 0,9 5 0,-7-11 0,1-1 0,-9-2 0,3 2 0,-4 2 0,-2-6 0,0 2 0,-8-6 0,5 4 0,-9-7 0,-1 1 0,-3 6 0,-1 10 0,6 3 0,1 12 0,2 4 0,3 11 0,5 6 0,0 13 0,0 10 0,7 11 0,5 4 0,-3 2 0,3 4 0,-1 4 0,7-4 0,-7 2 0,1-3 0,1-5 0,-5-3 0,7-3 0,-6-1 0,1-5 0,5-3 0,-3-10 0,1-1 0,-1-3 0,3-7 0,-6 4 0</inkml:trace>
  <inkml:trace contextRef="#ctx0" brushRef="#br0" timeOffset="49">14920 10006 8912,'0'-17'0,"0"8"0,0 11 0,0 15 0,0 6 0,0 5 0,0 12 0,0-11 0,0 11 0,0-3 0,2-3 0,4 0 0,-3 1 0,9-1 0,-8-7 0,9 3 0,-7-7 0,7-7 0,-3-9 0</inkml:trace>
  <inkml:trace contextRef="#ctx0" brushRef="#br0" timeOffset="50">15161 10006 8912,'-10'2'0,"5"4"0,3-2 0,2 7 0,0 7 0,0 6 0,0 3 0,0 4 0,0 3 0,0 4 0,2 2 0,3-1 0,-3-3 0,19 2 0,-4-4 0,4 5 0,-3-20 0,-1 6 0</inkml:trace>
  <inkml:trace contextRef="#ctx0" brushRef="#br0" timeOffset="51">15419 10488 8912,'-6'-12'0,"-1"3"0,-3 1 0,8 4 0,0 10 0,6 6 0,9 5 0,-1 4 0,3 2 0,2 2 0,1-4 0,-1 1 0,0-1 0,0-1 0,0-9 0,1-1 0,-1-3 0,0-3 0,0-2 0,0-2 0,1-2 0,-1-4 0,0-5 0,0-10 0,1-2 0,-1 2 0,0-6 0,-6 8 0,-1-4 0,-2 4 0,5 2 0,-11 7 0,6 3 0,-14 14 0,0 5 0,-2 1 0,3-1 0,3 3 0,-4-4 0,-4-3 0,9 7 0,-7-5 0,8-3 0,2-7 0,4-9 0,-5-6 0,13-5 0,-6-1 0,1-1 0,-5-9 0,11 12 0,-5-6 0,-1 0 0,7 6 0,-7-4 0,8 12 0,-5 1 0,-1 4 0,-1 6 0,1 0 0,5 2 0,-5 10 0,4 1 0,3 10 0,-7-4 0,1 4 0,-3-4 0,3-2 0,-7 1 0,5 6 0,-1 3 0</inkml:trace>
  <inkml:trace contextRef="#ctx0" brushRef="#br0" timeOffset="52">15574 10196 8912,'-27'-25'0,"4"6"0,4 5 0,8 8 0,-1-5 0,8 7 0,-3-3 0,7 8 0,0 5 0,2 6 0,3 11 0,-3-4 0,6 13 0,-8-5 0</inkml:trace>
  <inkml:trace contextRef="#ctx0" brushRef="#br0" timeOffset="53">14077 11451 8912,'-18'-18'0,"1"7"0,0 0 0,2-1 0,1-3 0,3 3 0,5-1 0,-5 7 0,-1-7 0,3 11 0,1-6 0,0 8 0,-1 8 0,-3-4 0,1 7 0,5 6 0,-5 6 0,-3-2 0,1 4 0,1-2 0,-3 8 0,13-12 0,-4 4 0,5-2 0,1 2 0,0-10 0,0 4 0,0-2 0,7-1 0,5-3 0,9-1 0,2-4 0,2-4 0,-3 3 0,-1 3 0,8-2 0,-8-1 0,2-5 0,2 6 0,-2 0 0,0 5 0,-6-5 0,-7 7 0,3-3 0,-7 7 0,0 0 0,-6 2 0,-2 2 0,-4 2 0,-6-2 0,-3-2 0,-2-1 0,-2-1 0,-2 0 0,-2 0 0,0-7 0,6-3 0,-1-7 0</inkml:trace>
  <inkml:trace contextRef="#ctx0" brushRef="#br0" timeOffset="54">14300 11227 8912,'0'-17'0,"0"5"0,0 1 0,0 7 0,0-3 0,0 14 0,2 7 0,4 7 0,-2 5 0,7 9 0,-5 1 0,6 4 0,-1-4 0,6 6 0,0-7 0,1-1 0,-1 1 0,4-1 0,-4 0 0,4-7 0,-11-2 0,7-8 0</inkml:trace>
  <inkml:trace contextRef="#ctx0" brushRef="#br0" timeOffset="55">14249 11623 8912,'-17'0'0,"7"-2"0,4-4 0,12 4 0,11-13 0,14 3 0,5-3 0,4-2 0,8-6 0,-4 0 0,0 2 0,6-6 0,-4-1 0,-4 3 0,-2 2 0,-11-4 0,-1 8 0,-9-2 0,-3 8 0,-11-3 0,3 14 0,-16-3 0,-3 10 0,-4 7 0,-3 9 0,1 2 0,2 2 0,3-2 0,-1-4 0,7 4 0,-1-10 0,1-2 0,4 1 0,-4 5 0,4-6 0,2 1 0,0-8 0,0 3 0,0-7 0,6-2 0,0-3 0,7-5 0,-1-5 0,3 3 0,-5-3 0,5 8 0,-4-5 0,-1-1 0,1 7 0,3 2 0,1 2 0,2 2 0,0 0 0,-7 0 0,5 2 0,-3 2 0,3 2 0,-3 5 0,-1-5 0,1 5 0,5-5 0,0 0 0,0-6 0</inkml:trace>
  <inkml:trace contextRef="#ctx0" brushRef="#br0" timeOffset="56">14937 11124 8912,'-8'-27'0,"1"2"0,-5 8 0,-3 8 0,13-7 0,-5 16 0,7 0 0,0 8 0,0 9 0,7 8 0,3 4 0,-1 3 0,7 3 0,-5 1 0,12 4 0,-4-4 0,4 2 0,-4-7 0,-2 0 0,1-8 0,5 5 0,-1-5 0,1-2 0,-3-8 0,1-3 0,2-2 0,-1-3 0,-4-12 0,-3-5 0,-4-9 0,-5-2 0,4-7 0,-8 5 0,3-6 0,-3 3 0,-2-1 0,0-5 0,0 7 0,0-4 0,0 8 0,0 1 0,0 4 0,0 1 0,0 8 0,0 1 0,0 8 0,0 0 0,8 8 0,-4-1 0,7 7 0,3-3 0,-7 1 0,7-1 0,-7-1 0,3-3 0,-4 5 0,5-7 0,1 3 0,5-2 0,-6-2 0,1 7 0,-3-5 0,5 3 0,-3 1 0,3-1 0,-7 3 0,3-1 0,-5 1 0,-1-1 0,8 6 0,-8-7 0,3 5 0,-14-5 0,-3 7 0</inkml:trace>
  <inkml:trace contextRef="#ctx0" brushRef="#br0" timeOffset="57">15126 10883 8912,'-1'16'0,"-3"-3"0,-2-2 0,0-7 0,0 11 0,-1-5 0,-3 0 0,6 5 0,-3-6 0,7 9 0,0-1 0,-8 0 0,-1 0 0</inkml:trace>
  <inkml:trace contextRef="#ctx0" brushRef="#br0" timeOffset="58">14886 11451 8912,'-10'-2'0,"2"-2"0,3-4 0,-1-1 0,0 3 0,6-5 0,0-1 0,0-5 0,0 0 0,10 1 0,7 5 0,2-4 0,10 3 0,1-3 0,3-2 0,1 0 0,8-1 0,2 1 0</inkml:trace>
  <inkml:trace contextRef="#ctx0" brushRef="#br0" timeOffset="59">15419 11244 8912,'-2'-9'0,"-4"3"0,4 2 0,-3-2 0,3 5 0,2-7 0,0 10 0,2 2 0,3 1 0,-1 9 0,8-3 0,1 5 0,-5-7 0,7 6 0,-5-3 0,-1 3 0,6 2 0,-7-5 0,4-1 0,3-7 0,-4 2 0,-1 1 0,1-1 0,-5-2 0,6-10 0,-3 2 0,3-9 0,-7-6 0,5 2 0,-8-16 0,4 5 0,-5-5 0,-1-1 0,0 1 0,0 5 0,0 5 0,0 4 0,0 1 0,0 1 0,0 0 0,0 7 0,0 5 0,0 10 0,0 7 0,0 9 0,0 2 0,8 2 0,4-2 0,3-4 0,2 4 0,0-4 0,1-2 0,-1 0 0,0 0 0,0 1 0,0-1 0,-5-6 0,-1 1 0,-7-9 0,10 13 0,-11-7 0,-5 1 0,2-3 0,-15 1 0,2 2 0,-6 1 0,-4 1 0,0-9 0,6 3 0,-8-4 0,6 6 0,-6 1 0</inkml:trace>
  <inkml:trace contextRef="#ctx0" brushRef="#br0" timeOffset="60">15901 10814 8912,'-12'0'0,"1"0"0,5 0 0,-5 0 0,7 8 0,-4 2 0,8 7 0,2 2 0,2 2 0,4 4 0,1 2 0,5 3 0,1-5 0,2 7 0,2-3 0,4 4 0,-4-7 0,6-1 0,-8-8 0,0 1 0,1-9 0,-1 4 0,0-7 0,0 0 0,-1-14 0,-5-3 0,2-6 0,-7-6 0,2 2 0,-4-8 0,1-2 0,9-1 0,-12 5 0,3 4 0,3 4 0,-2 2 0,1 0 0,-1 0 0,-4 7 0,8 2 0,-5 8 0,-3 8 0,8 2 0,-6 7 0,1 0 0,1 0 0,-6 0 0,0 1 0,0-1 0,6-6 0,0 1 0,-1-1 0,-5-1 0,0-3 0</inkml:trace>
  <inkml:trace contextRef="#ctx0" brushRef="#br0" timeOffset="61">16107 10900 8912,'-44'10'0,"2"3"0,10-7 0,3-2 0,4-2 0,8-2 0,0 0 0,7 0 0,3 0 0,9 0 0,3 0 0,7 0 0,5-2 0,6-4 0,4-3 0,7-3 0,0 1 0,-7 7 0,13-19 0,-3 4 0</inkml:trace>
  <inkml:trace contextRef="#ctx0" brushRef="#br0" timeOffset="62">16400 10763 8912,'9'0'0,"-1"0"0,-8 0 0,0 0 0,0 8 0,-2 3 0,-4 4 0,5 2 0,-13 6 0,8 0 0,1 6 0,5-4 0,0 0 0,0-1 0,0-1 0,0-5 0,0-1 0,2-2 0,3-3 0,5-5 0,7-9 0,0-3 0,0-5 0,1-7 0,7-8 0,-6 0 0,4-4 0,-4-3 0,-2 5 0,0 1 0,0 1 0,-5 7 0,-1 1 0,-7 0 0,2 0 0,-4 0 0,-10 7 0,4 3 0,-7 7 0,7 7 0,-9-3 0,7 7 0,0-5 0,6 6 0,0-9 0,0 13 0,2-14 0,4 3 0,-2 3 0,7-2 0,2-2 0,-3 3 0,2 1 0,1 1 0,2 5 0,-5-7 0,3 9 0,-7-5 0,5 4 0,-5 3 0,0-1 0,-6 2 0,0 4 0,0-4 0,0 4 0,-2-4 0,-4-2 0,-3 0 0,-9-7 0,-6 5 0,-3-5 0</inkml:trace>
  <inkml:trace contextRef="#ctx0" brushRef="#br0" timeOffset="63">16125 9456 8912,'-6'-11'0,"0"-1"0,0 8 0,16-3 0,7 11 0,10 7 0,5 12 0,12 23 0,8 13 0,9 12 0,-23-28 0,1 4 0,3 6 0,0 2-457,3 6 1,0 3-1,0 5 1,0 3 456,-4 2 0,-2 1 0,-4-2 0,-1-1 0,-4 0 0,-3-1 0,-4-2 0,-4-2 0,-3-4 0,-3 0 0,-3-2 0,-3-1 0,-6-6 0,-2 0-181,1 3 0,0 1 181,-3 5 0,-2 0 0,1-2 0,-1-1 0,-4 0 0,1 0 0,1 2 0,0 0 0,-1-4 0,-1-1 0,-2 0 0,1 0 0</inkml:trace>
  <inkml:trace contextRef="#ctx0" brushRef="#br0" timeOffset="64">27259 10419 8912,'0'-23'0,"0"-2"0,0-1 0,0-3 0,0 2 0,0 2 0,0 0 0,-2 8 0,-2-2 0,-4 8 0,-1 1 0,-5 1 0,-1 5 0,-4 0 0,-4 10 0,-6 11 0,-5 17 0,-6 18 0,-4 11 0,-8 17 0,26-34 0,0 2 0,0 3 0,1 3 0,-3 5 0,0 2-333,2 4 0,1 2 0,0 5 0,2 1 333,4 4 0,3 1 0,2 3 0,2 0 0,-1 2 0,3-1 0,3-4 0,2-2 0,2-4 0,1-4 0,1-12 0,2-3 0,4 19 0,7-18 0,3-18 0,10-2 0,-6-16 0,4-1 0,4 0 0,1-6 0,7-3 0,5-2 0,0-4 0,12-2 0,-4-2 0,9-4 0,-4-5 0,1-12 0,3-6 0,5-3 0</inkml:trace>
  <inkml:trace contextRef="#ctx0" brushRef="#br0" timeOffset="65">27465 11055 8912,'10'-11'0,"-5"-1"0,-3 7 0,-2-7 0,-2 1 0,-3-7 0,3 9 0,-6 1 0,8 16 0,0 3 0,0 7 0,0 4 0,0 7 0,0 4 0,8 1 0,3 0 0,-3 1 0,7-7 0,-3 1 0,3-8 0,0 2 0,0-4 0,3-2 0,-5-1 0,12-5 0,0-5 0,-6-4 0,13-12 0,-5-5 0,0-6 0,5-10 0,-12 5 0,3-9 0,-4 1 0,-2-6 0,-2 0 0,-1 1 0,-3 3 0,-7 2 0,3 7 0,-7 4 0,0 4 0,0 9 0,0 3 0,0 9 0,0 3 0,0 5 0,2 9 0,4 4 0,4 2 0,7 5 0,0-1 0,-7-8 0,3 6 0,-5-6 0,1 2 0,-3 0 0,4-6 0,-3 0 0,-1 0 0,-6 0 0,0 1 0,-8-1 0,-1 0 0,-16-8 0,-2-1 0</inkml:trace>
  <inkml:trace contextRef="#ctx0" brushRef="#br0" timeOffset="66">27534 10866 8912,'-17'-8'0,"-1"-1"0,1-8 0,0-1 0,7 7 0,9 1 0,10 3 0,10-7 0,16 13 0,1-5 0,4 4 0,10 2 0,7 0 0,8 8-91,-11-7 1,5 15 0,-7-7 0</inkml:trace>
  <inkml:trace contextRef="#ctx0" brushRef="#br0" timeOffset="67">28257 10832 8912,'0'-10'0,"-6"-5"0,0 3 0,-7 5 0,11-3 0,-4 4 0,4 5 0,2-7 0,0 16 0,0 3 0,2 10 0,4 2 0,-2 0 0,7-6 0,1 6 0,5 0 0,0 0 0,0-6 0,0-2 0,1-1 0,-1-3 0,0-7 0,0 2 0,1-4 0,-1-4 0,0-4 0,-6-4 0,1-9 0,1-4 0,-5 4 0,0-13 0,-8 3 0,5 2 0,1 1 0,-2 1 0,-2-4 0,-2 6 0,0 8 0,0 0 0,7 13 0,-3-6 0,6 10 0,-3 4 0,1 1 0,-2 5 0,-2 3 0,7-3 0,-7-3 0,4 1 0,-1-3 0,3-1 0,7-6 0,-7 0 0,5 0 0,-4-2 0,5-4 0,-5-3 0,1-8 0,-1 0 0,4-3 0,-1-1 0,-3-2 0,1-7 0,-1 11 0,-1-4 0,-3 4 0,-1 2 0,-4 1 0,4 5 0,-4 3 0,7 18 0,-3 7 0,-4 6 0,4 6 0,-4 3 0,3-5 0,1 7 0,7-1 0,-1-5 0,-3 3 0,3-8 0,-8 2 0,1-2 0,-1-4 0,2 4 0,-4-4 0,4-2 0,-12 0 0,-4-7 0,-7-3 0,0-7 0,0 0 0,0 0 0,-1 0 0,1-7 0,0-11 0,0-8 0</inkml:trace>
  <inkml:trace contextRef="#ctx0" brushRef="#br0" timeOffset="68">29100 10539 8912,'0'-11'0,"0"-1"0,0-1 0,-2 4 0,-4-3 0,4 8 0,-5-3 0,7 14 0,5-3 0,3 8 0,0 1 0,-1 2 0,7 2 0,-3 1 0,-3-1 0,7-2 0,-5-2 0,-1-1 0,7-6 0,-7 5 0,3 1 0,-1-3 0,-7-1 0,11-8 0,-3 0 0,-3 0 0,3 0 0,-7 0 0,7-2 0,1-4 0,-5-11 0,5-2 0,-5-6 0,2 0 0,-5 4 0,7-8 0,-8 8 0,5-3 0,-3 6 0,-4 7 0,4 0 0,3 7 0,-7 4 0,4 11 0,-4 4 0,-2 3 0,0-1 0,2 6 0,3 0 0,-1 0 0,8-6 0,1 0 0,2-7 0,2-3 0,3-7 0,3 0 0,-4 0 0,13-7 0,-5-3 0</inkml:trace>
  <inkml:trace contextRef="#ctx0" brushRef="#br0" timeOffset="69">29754 10385 8912,'-23'0'0,"0"0"0,2 0 0,2 5 0,2 1 0,-1 7 0,3-9 0,4 8 0,3-1 0,8 6 0,0-5 0,0-1 0,0-5 0,2 4 0,4-3 0,5-3 0,4-2 0,-3-2 0,-1 0 0,1 0 0,5 0 0,0-2 0,0-4 0,-5 4 0,-1-3 0,1 3 0,5 2 0,0 7 0,-5-5 0,-1 4 0,1 2 0,5-3 0,0 1 0,0-6 0,6 0 0,0 0 0,8 0 0,-4 0 0</inkml:trace>
  <inkml:trace contextRef="#ctx0" brushRef="#br0" timeOffset="70">29943 10024 8912,'-8'-27'0,"7"2"0,-7 14 0,6 1 0,-4 2 0,4 3 0,-5 5 0,9 2 0,1 5 0,5 10 0,2 10 0,-5 6 0,7 1 0,-6 6 0,5 0 0,1 0 0,-1 0 0,0 1 0,1-7 0,3-5 0,-3 1 0,3 1 0,-4-3 0,5-5 0,1-11 0,0-6 0,0-5 0,1-10 0,-1-8 0,0-10 0,0-7 0,0-7 0,-7 5 0,3-12 0,-7 8 0,0-6 0,-6 6 0,0-7 0,0 3 0,0 0 0,0 4 0,0 11 0,0 4 0,0 8 0,0 7 0,-2 3 0,-2 9 0,-2 3 0,1 13 0,5 8 0,0 9 0,0-1 0,0 0 0,0 1 0,0-1 0,0 1 0,2-3 0,3-3 0,-1-4 0,8-8 0,-7 0 0,7 0 0,-1-2 0,6-3 0,3-5 0,1-7 0,2-1 0,-2-5 0,3-4 0,-1-7 0,6 0 0,-6 0 0,0 0 0,-6-1 0,8-6 0,-6 4 0,4-3 0,-4 4 0,-2 2 0,1 0 0,-9 7 0,5 1 0,-9 3 0,9 4 0,-10-5 0,7 7 0,-1-2 0,3-2 0,-2-2 0,1 0 0,5 6 0,0-5 0,1-1 0,-7-2 0,0 3 0,1 3 0,5-4 0,0 12 0,-7 5 0,-4 10 0,-4 2 0,3 2 0,1-2 0,0 4 0,-6 1 0,0 1 0,0 1 0,0 3 0,-6 1 0,-2 1 0,-1-1 0,-3 6 0,-5 0 0,-2 0 0,-4-5 0,-4 7 0,-7 2 0</inkml:trace>
  <inkml:trace contextRef="#ctx0" brushRef="#br0" timeOffset="71">27981 11726 8912,'-11'-10'0,"-1"4"0,-1 5 0,3 8 0,-1 7 0,-1 8 0,1 13 0,0 9 0,7 13 0,-10-1 0,9 5 0,1-2 0,2-4 0,2-1 0,0-3 0,2-9 0,3-7 0,5-16 0,7-13 0,0-5 0,6-10 0,0-8 0,6-8 0,-6-11 0,-2-3 0,-2-1 0,-2-7 0,-1 10 0,-3-3 0,-1 4 0,-9 3 0,3 5 0,4-5 0,-8 20 0,3-4 0,-3 11 0,-2-2 0,-2 24 0,-3 6 0,3 1 0,-4 0 0,4 4 0,2 2 0,0-4 0,0-3 0,0-2 0,0-3 0,2-2 0,4-3 0,3-5 0,8-7 0,-5 0 0,-1 0 0,1-7 0,5-5 0,-6-3 0,1-2 0,-8-1 0,3 1 0,-7 0 0,0 0 0,0 0 0,0-1 0,-7 7 0,-5 0 0,-3 7 0,-2-4 0,0 8 0,-1 0 0,1 0 0,0 0 0</inkml:trace>
  <inkml:trace contextRef="#ctx0" brushRef="#br0" timeOffset="72">28412 11880 8912,'0'-11'0,"0"0"0,0 7 0,0-4 0,0 8 0,0 2 0,0 4 0,1 5 0,5 4 0,-4 5 0,4 2 0,-4 3 0,-2 4 0,2 3 0,1-5 0,3 0 0,0-2 0,-6-8 0,0 0 0,0 0 0,0 1 0,0-9 0,0-1 0,0-22 0,0-3 0,6-11 0,-1-1 0,1-4 0,-6-1 0,6-4 0,2 2 0,1 3 0,-3 10 0,5 0 0,-5 6 0,6 6 0,1 5 0,2 6 0,2 6 0,1 3 0,-7 8 0,1 0 0,-1 1 0,6-1 0,0-2 0,1-3 0,-1-5 0,0-7 0,0-7 0,-5 3 0,-1-10 0,3-5 0,-1 2 0,-2-6 0,-1-2 0,-4 2 0,-4 0 0,5 6 0,-9 2 0,-3 4 0,3 3 0,-12 16 0,7 3 0,-3 4 0,6 2 0,-3-3 0,7 3 0,0-4 0,0 10 0,0-4 0,0-1 0,2-1 0,3 0 0,-1-5 0,8-1 0,-1-5 0,6 5 0,-5-5 0,-1 5 0,-1 1 0,1 5 0,-3 0 0,-8 0 0,0 1 0,-8-1 0,-3 0 0,-4-6 0,-3 1 0,-7-1 0,-1 7 0</inkml:trace>
  <inkml:trace contextRef="#ctx0" brushRef="#br0" timeOffset="73">28962 11674 8912,'17'8'0,"1"-6"0,-7 11 0,-1-5 0,-3 1 0,5-3 0,-6 5 0,5 1 0,-5 5 0,7 0 0,-11 2 0,4 2 0,-4 2 0,5 0 0,-5 0 0,4 0 0,-4-2 0,-10 6 0,-1-10 0,-9 2 0,1-5 0,0-11 0,0 5 0,0-8 0</inkml:trace>
  <inkml:trace contextRef="#ctx0" brushRef="#br0" timeOffset="74">28928 11674 8912,'2'-17'0,"3"0"0,-3-6 0,4 0 0,-4 0 0,0 8 0,2 1 0,1 3 0,9-1 0,-3 3 0,12 3 0,-2 4 0,8 2 0,0 0 0,5 0 0,0 0 0,1 0 0</inkml:trace>
  <inkml:trace contextRef="#ctx0" brushRef="#br0" timeOffset="75">29220 11709 8912,'-28'17'0,"1"0"0,2 0 0,2 6 0,6 0 0,5 0 0,1-6 0,7 0 0,-2 0 0,4 8 0,10-6 0,2 6 0,1-15 0,1-4 0,-7-5 0,7-1 0,-1-1 0,6-7 0,1-9 0,-9-1 0,7-14 0,-5 3 0,-1-3 0,-1-4 0,-1-5 0,3 3 0,-5-8 0,2 6 0,-3-6 0,-3 8 0,8-4 0,-6 10 0,1 3 0,1-1 0,-6 7 0,0 5 0,0 7 0,0 7 0,0 0 0,0 16 0,0 1 0,0 16 0,0 1 0,0 3 0,8 1 0,-6 1 0,3-1 0,5 4 0,0-2 0,-1-3 0,6-10 0,-11 7 0,8-7 0,1-2 0,2-3 0,3-7 0,-1-3 0,0-8 0,0 0 0,0 0 0,1-8 0,5-7 0,0-8 0,-2 2 0,-4-4 0,-6 2 0,3-6 0,-9 6 0,1 1 0,-6 4 0,0 1 0,-2 2 0,-4 3 0,-3 5 0,-8 7 0,5 2 0,1 3 0,1 5 0,-1 7 0,-5 0 0,15 1 0,-5-1 0,4 0 0,-4-6 0,0 1 0,1-1 0,12-1 0,3-2 0,7-8 0,0-8 0,0-2 0,1-1 0,-1-1 0,0 1 0,-5-6 0,-1 0 0,2-1 0,-3 3 0,1 4 0,-7-5 0,10 13 0,-9-9 0,3 6 0,-2-5 0,-2 7 0,7-2 0,-7 4 0,11 2 0,-5 0 0,7 0 0,0-2 0,0-1 0,1-3 0,5-2 0,0 3 0,1 1 0,-1-8 0,-4 1 0,4-6 0,-3 1 0,-3 5 0,0-4 0,-2 5 0,-3-7 0,-5 0 0,-7 5 0,0 1 0,-7 7 0,-5-2 0,-3 6 0,-2 6 0,0-2 0,-1 7 0,7-1 0,1 3 0,3-1 0,3 1 0,2-5 0,2 7 0,0-4 0,8-3 0,3-2 0,4-4 0,8-2 0,2 0 0,2 0 0,2-8 0,-1 4 0,1-9 0,2-6 0,-1 2 0,-1-6 0,-4 3 0,-8 3 0,-2 0 0,-3 0 0,-5 0 0,-7 0 0,0 7 0,-7 2 0,-5 8 0,-1 8 0,-1 3 0,3 5 0,5 1 0,-5 0 0,7 0 0,-6 0 0,5 1 0,3-7 0,-4 1 0,4-9 0,4 5 0,4-10 0,5-4 0,-1-9 0,1-8 0,1-7 0,-1 3 0,1-9 0,1-5 0,-5-2 0,5-17 0,-7-3 0,1 0 0,-3-2 0,2 0 0,0 4 0,-6 15 0,0 6 0,0 12 0,0 3 0,0 19 0,0 12 0,-8 11 0,4 25 0,-5 2 0,1 4 0,4-1 0,2 1 0,2 6 0,2-7 0,4 5 0,-2 2 0,7-14 0,1 2 0,5-2 0,6-4 0,2 6 0,1 0 0,-6-6 0,-3 5 0,0-5 0,-15 6 0,6 2 0</inkml:trace>
  <inkml:trace contextRef="#ctx0" brushRef="#br0" timeOffset="76">29375 12242 8912,'-9'-27'0,"3"4"0,4 4 0,2 2 0,0-1 0,0 1 0,2 10 0,4 7 0,5 9 0,4 14 0,3 4 0,-3 7 0,-4 1 0,3 7 0,-8 3 0,-3 5 0,5-4 0,-2 0 0,-2 2 0,-3-6 0,-1-2 0,0-6 0,0-5 0,0-4 0,0-8 0,0-6 0,0 1 0,0-10 0,0-2 0,0-8 0,0-17 0,0-4 0,8-9 0,4-2 0,-3-6 0,3 6 0,-3 0 0,3 6 0,3 1 0,-4 5 0,3 3 0,-1 9 0,-1 5 0,-1 3 0,6 8 0,-7 0 0,5 10 0,-3 5 0,3 6 0,10 2 0,-4-6 0,8-1 0,1-5 0,3 2 0,1-7 0,0-2 0,1-2 0,-8-2 0,3-8 0,-7-3 0,-2-5 0,-2-1 0,-9 0 0,-4-2 0,-4-4 0,-2 12 0,-8-12 0,-4 11 0,-3-1 0,-2 1 0,0 5 0,0 7 0,-1 0 0,1 0 0,0 2 0,0 3 0,-1 5 0,1 9 0,0 2 0,0 2 0,7 0 0,-3-6 0,5-2 0,-1-3 0,5 3 0,-4-5 0,8 7 0,0-8 0,2-1 0,4-8 0,5 0 0,12-8 0,-4-1 0,6-6 0,0 3 0,-6-1 0,4 7 0,2-5 0,-2 5 0,-2 0 0,-2-2 0,-2 7 0,1-7 0,-1 0 0,0-1 0</inkml:trace>
  <inkml:trace contextRef="#ctx0" brushRef="#br0" timeOffset="77">30046 12276 8912,'-17'0'0,"0"0"0,7 0 0,-3-2 0,7-4 0,1 4 0,5-5 0,0 7 0,7 5 0,5 1 0,-3 8 0,3-3 0,-1 4 0,6 2 0,1 1 0,-3-1 0,-2-2 0,-1-3 0,-8 3 0,9-11 0,-7 7 0,1-7 0,-1 2 0,-2-6 0,7-6 0,-7-4 0,6-9 0,-6-2 0,1-2 0,7-5 0,-7 5 0,-1 0 0,-2-2 0,-2 6 0,6-6 0,0 8 0,-2 0 0,-3 7 0,-1-5 0,0 3 0,0 5 0,0-1 0,0 8 0,0 0 0,8 0 0,-6 8 0,13 1 0,-3 9 0,3-1 0,-3 0 0,-3 0 0,-1 0 0,3 1 0,-5-1 0,5 0 0,-5 0 0,8 0 0,-13-5 0,5-1 0,-4 1 0,0 3 0,4-4 0,-4-3 0,5-16 0,-7-3 0,0-4 0,-2-3 0,-3 1 0,3 0 0,-4 0 0,4 0 0,2 0 0,0 5 0,0 1 0,2 1 0,4-1 0,5 5 0,-3 4 0,7 2 0,-5 0 0,7 8 0,0 3 0,-7-3 0,3 1 0,-7-3 0,0-4 0,-5 11 0,5-7 0,-4 0 0,8-6 0,-5 0 0,-1-2 0,6-4 0,-3-5 0,7-5 0,-10 1 0,5 2 0,-1 1 0,5 1 0,-9 1 0,6 3 0,-3-1 0,7 6 0,-5-6 0,8 8 0,1 2 0,-1 2 0,0 4 0,0 1 0,0 3 0,6-1 0,0-1 0,-2-3 0,6 7 0,0-5 0</inkml:trace>
  <inkml:trace contextRef="#ctx0" brushRef="#br0" timeOffset="78">31062 11554 8912,'9'-17'0,"-1"-1"0,-8 1 0,0 0 0,-8 0 0,-1 7 0,-9 5 0,1 3 0,0 9 0,7 10 0,3 12 0,-1 4 0,6 1 0,-5 2 0,7 4 0,0 6 0,0-4 0,2 8 0,1-4 0,3 3 0,6-3 0,-5-2 0,3-2 0,-1 0 0,5-3 0,-3 1 0,-7-6 0,2-5 0,-4-16 0,5 10 0,3-13 0</inkml:trace>
  <inkml:trace contextRef="#ctx0" brushRef="#br0" timeOffset="79">30786 12121 8912,'-26'-25'0,"3"4"0,11-7 0,4 7 0,8-4 0,2 8 0,4-1 0,11 1 0,12-2 0,5-2 0,7-2 0,3 0 0,7 6 0,1 0 0,-6 5 0,0 3 0,1 1 0,-5-3 0,-1 5 0,-13 0 0,-3 6 0,-8 0 0,1 0 0,-9 0 0,-1 0 0,-10 0 0,-4 0 0,4 0 0,-5 0 0,7 8 0,0 1 0,1 3 0,5-1 0,-4 1 0,8-1 0,-5 1 0,5-8 0,1 9 0,1-7 0,-6-1 0,5-5 0,-5-1 0,3-5 0,1-6 0,0-3 0,-5-8 0,7 0 0,-8-7 0,5 11 0,-5-6 0,2 0 0,-1 6 0,3-6 0,-6 15 0,13 3 0,-3 7 0,-3 9 0,3 7 0,-1 5 0,-1 0 0,5-2 0,-3 2 0,9-2 0,2-4 0,0-9 0,-6 1 0,0-7 0,0-1 0,0-5 0,1-9 0,-1-8 0,0-8 0,-2 1 0,-3-9 0,1-3 0,-7-4 0,0-3 0,-8 3 0,-2-9 0,-2-3 0,-5-5 0,3 6 0,0 3 0,1 7 0,1 12 0,-2 10 0,6 16 0,-5 16 0,7 16 0,0 8 0,0 3 0,0 8 0,0 2 0,0 0 0,6 6 0,1-6 0,3 0 0,3-4 0,2-4 0,3-3 0,1-3 0,4-1 0,-4-16 0,11 8 0,-7-15 0,8-8 0,-4-7 0</inkml:trace>
  <inkml:trace contextRef="#ctx0" brushRef="#br0" timeOffset="80">31630 9938 8912,'17'-10'0,"15"6"0,8 16 0,12 18 0,11 28 0,-25-24 0,-1 4 0,1 13 0,-2 5 0,2 6 0,-3 4 0,-1 7 0,-3 3 0,-2 5 0,-3 2 0,-4 6 0,-3 2 0,-5 1 0,-2-1-1618,-3 0 0,-2 0 1618,-2-2 0,-3-2 0,-4-9 0,-3 0 0,-1 3 0,-2 1 0,-2 3 0,-1 2 0,5-23 0,1 2 0,-3-2 0,-8 27 0,-2 0 0,1 4 0,-1-1 0,-2-4 0,-4 0 0,-3 2 0,-3-1 0</inkml:trace>
  <inkml:trace contextRef="#ctx0" brushRef="#br0" timeOffset="81">30391 12878 8912,'0'-18'0,"-6"1"0,-2 0 0,0 0 0,1 0 0,-1 1 0,4 3 0,-1 2 0,-9 1 0,5-3 0,-1 1 0,-5 8 0,3-1 0,-3 3 0,-2 2 0,0 2 0,-1 3 0,-6 5 0,3 13 0,-8 4 0,-4 3 0,-3 6 0,-4 1 0,0 5 0,5-2 0,9 0 0,3-6 0,5 1 0,7-1 0,5-7 0,12-4 0,5-4 0,12-2 0,6-2 0,11-3 0,-4-3 0,5-3 0,3-4 0,-8 6 0,2-8 0,-7 0 0,-1 2 0,-7 3 0,-2-1 0,-9 8 0,1-7 0,-7 7 0,-2 1 0,-12 10 0,-9 6 0,-8 3 0,-9 3 0,-1-3 0,1-3 0,-1 1 0,3-9 0,3-5 0,4-7 0,8-9 0,6-2 0,-1-3 0,8-13 0,-3-8 0</inkml:trace>
  <inkml:trace contextRef="#ctx0" brushRef="#br0" timeOffset="82">30304 12912 8912,'0'-11'0,"0"-1"0,-5 6 0,-1-5 0,0 7 0,6-4 0,0 10 0,0 4 0,0 4 0,6 13 0,2 1 0,1 3 0,-3-4 0,5 6 0,1-1 0,-1 7 0,1-1 0,-6-5 0,3-1 0,-1 3 0,-2 2 0,-6 1 0,0-7 0,-8 5 0,-2-5 0</inkml:trace>
  <inkml:trace contextRef="#ctx0" brushRef="#br0" timeOffset="83">30201 13204 8912,'17'-11'0,"1"-1"0,-1-1 0,8-2 0,-4-8 0,7 0 0,3 2 0,3 2 0,7 2 0,3-1 0,7 1 0,-5 6 0,-2-1 0,-2 1 0,-4 1 0,-3-3 0,-7 7 0,-8 0 0,-9 6 0,-7 0 0,-4 0 0,-14 0 0,-7 0 0,2 0 0,-6 6 0,8 2 0,0 1 0,-6 5 0,0 9 0,0-4 0,6 4 0,0-4 0,5-2 0,1 0 0,7 0 0,-4 1 0,16-9 0,2-1 0,9-10 0,4-4 0,2-3 0,3-9 0,3-5 0,-8 1 0,5 1 0,-5 9 0,0-3 0,-5 11 0,-1-8 0,-6 9 0,1-3 0,-1 4 0,-1 10 0,-5 3 0,-3 4 0,-2 3 0,6-1 0,0 0 0,0 0 0,-6 0 0,0 1 0,0-1 0,0-8 0,0-1 0,7-16 0,3-1 0</inkml:trace>
  <inkml:trace contextRef="#ctx0" brushRef="#br0" timeOffset="84">30976 12620 8912,'0'11'0,"0"1"0,0-7 0,0 7 0,0-6 0,0 5 0,0 6 0,0 6 0,0 0 0,0-6 0,0 6 0,0 0 0,5 6 0,1-6 0,7 0 0,-1-6 0,1 0 0,-1 0 0,3-5 0,-3-1 0,5-7 0,6 2 0,-4-4 0,4-2 0,-4 0 0,-2-8 0,0-3 0,1-5 0,-1-1 0,0 0 0,0 0 0,-7-1 0,-3 1 0,1 0 0,-6 6 0,4-1 0,-4 8 0,-2-3 0,0 7 0,0 2 0,0 3 0,0 7 0,-8 3 0,6 2 0,-4 0 0,4 1 0,4-3 0,4-4 0,-4 5 0,11-12 0,-5 5 0,2-1 0,1-3 0,6-5 0,6-1 0,0-5 0,2-4 0,-2-7 0,-4 0 0,4 0 0,-4 5 0,-2 1 0,0-1 0,1-5 0,-1 8 0,-8 1 0,7 8 0,-14 8 0,3 3 0,-3 4 0,-2-3 0,0-1 0,0 3 0,0 1 0,0-4 0,0 1 0,0-8 0,0 3 0,0-7 0,0 0 0</inkml:trace>
  <inkml:trace contextRef="#ctx0" brushRef="#br0" timeOffset="85">31543 12396 8912,'-17'-17'0,"8"6"0,3-1 0,-4 8 0,9-3 0,-7 7 0,10 7 0,4 5 0,1 3 0,5 2 0,1 6 0,-7 0 0,7 8 0,-3-5 0</inkml:trace>
  <inkml:trace contextRef="#ctx0" brushRef="#br0" timeOffset="86">30890 12946 8912,'1'-17'0,"5"0"0,10 0 0,6 0 0,17-1 0,-1 1 0,19-2 0,6-4 0,12 4 0,3-13 0,8 5 0</inkml:trace>
  <inkml:trace contextRef="#ctx0" brushRef="#br0" timeOffset="87">31853 12362 8912,'0'-17'0,"0"-1"0,0 9 0,0 1 0,0 24 0,0 3 0,0 17 0,0 4 0,0-2 0,0 8 0,0-8 0,0 2 0,0-3 0,0-3 0,0-1 0,0-5 0,0-3 0,0-8 0,8-7 0,3-4 0,-1-4 0,1-2 0,3-4 0,1-8 0,4-1 0,4-16 0,-4 1 0,4-7 0,-4 8 0,-1 4 0,-3 4 0,-4 2 0,3 0 0,-9 0 0,3 7 0,-2 5 0,-4 3 0,5 9 0,-7-1 0,0 9 0,0 4 0,0 2 0,0-3 0,2 4 0,4 1 0,-4 0 0,4-5 0,-4-1 0,0-2 0,1-2 0,3-1 0,7-8 0,-11 3 0,21-22 0,-4-4 0</inkml:trace>
  <inkml:trace contextRef="#ctx0" brushRef="#br0" timeOffset="88">32180 12310 8912,'0'-17'0,"0"0"0,0 5 0,0 1 0,2 7 0,4-2 0,-2 6 0,7 6 0,-5-2 0,5 7 0,-7 9 0,4 6 0</inkml:trace>
  <inkml:trace contextRef="#ctx0" brushRef="#br0" timeOffset="89">31733 12775 8912,'-10'-18'0,"4"1"0,6 0 0,6 0 0,4 0 0,11-1 0,6 1 0,7 0 0,20-6 0,3 0 0,16 0 0,-3 0-338,5 0 0,3-7 0,1 3 0</inkml:trace>
  <inkml:trace contextRef="#ctx0" brushRef="#br0" timeOffset="90">32610 12345 8912,'-1'-16'0,"-5"5"0,-2 1 0,-3 5 0,-5 3 0,7-6 0,-8 8 0,5 0 0,1 0 0,-1 10 0,-3 7 0,3 10 0,-3 5 0,4 2 0,1 1 0,-1-1 0,7 1 0,-2-1 0,4 0 0,2 1 0,0-8 0,0-5 0,8-2 0,1-11 0,9-3 0,-1-4 0,2-4 0,4-4 0,-4-11 0,4-12 0,-4 4 0,-8-7 0,-1 5 0,-2 0 0,3 1 0,-5 3 0,0 4 0,-6-4 0,7 11 0,-5-3 0,4 4 0,-4 3 0,-2 0 0,-6 10 0,0 4 0,-1 2 0,1 3 0,4 4 0,-4-3 0,4 3 0,2 2 0,0 0 0,0 1 0,8-9 0,-4-1 0,7-8 0,-7 0 0,10-2 0,-7-2 0,3-2 0,-4-5 0,5 5 0,-5-1 0,5 1 0,-7 4 0,9-8 0,-7 5 0,8 3 0,-3-4 0,-1 4 0,1 2 0,1 0 0,5 0 0,0 0 0,0 0 0,0 0 0,1 0 0,-7 0 0,1 0 0,-1-8 0,6-1 0</inkml:trace>
  <inkml:trace contextRef="#ctx0" brushRef="#br0" timeOffset="91">32920 12035 8912,'-7'-17'0,"5"0"0,-6 0 0,8 7 0,0 2 0,0 24 0,0 9 0,0 11 0,0 2 0,0 8 0,0-6 0,0 6 0,2-8 0,4 2 0,-3-4 0,9-1 0,-3-1 0,3 1 0,3-9 0,-3-3 0,1-9 0,-1-3 0,3-9 0,-4-2 0,5-9 0,1-14 0,6-4 0,0-8 0,-6-5 0,-6 0 0,-5-6 0,6 6 0,-9-8 0,3 3 0,-4 3 0,-2 1 0,-6 5 0,1 2 0,-9-1 0,5 9 0,-1 8 0,2 18 0,3 18 0,-1 10 0,2 5 0,2 7 0,2 0 0,2 0 0,4-5 0,-4-1 0,11-2 0,-5-3 0,1-6 0,-5 4 0,12-10 0,-7 2 0,1-6 0,5-7 0,-4 6 0,5-9 0,1 3 0,-2-6 0,-3-6 0,3-3 0,-4-8 0,-1 1 0,2 5 0,-9-4 0,3 3 0,-2-1 0,2 1 0,-4 3 0,3 3 0,-3 4 0,-2-5 0,0 7 0,2 0 0,2 1 0,2 5 0,7-4 0,-9 13 0,5-3 0,-1 3 0,4 2 0,-7 0 0,9 6 0,-3 0 0,4 2 0,3-2 0,-7-2 0,1 8 0,-9-2 0,3 1 0,-4 5 0,-17-14 0,-4 6 0</inkml:trace>
  <inkml:trace contextRef="#ctx0" brushRef="#br0" timeOffset="92">32834 12345 8912,'-17'-8'0,"5"0"0,1-3 0,-2 5 0,-3 4 0,-3 2 0,-4 0 0,2 8 0,-9 5 0,-5 6 0,-3 4 0,-2 8 0,5-4 0</inkml:trace>
  <inkml:trace contextRef="#ctx0" brushRef="#br0" timeOffset="93">30373 13755 8912,'-11'-2'0,"-1"-2"0,1-4 0,-1 1 0,1-1 0,5 0 0,-5 2 0,7 5 0,-4-7 0,10 16 0,2 5 0,4 6 0,-1 6 0,1 2 0,-4 3 0,3 3 0,-1 1 0,6 8 0,-7 4 0,1-4 0,-4 6 0,2-8 0,2-2 0,-3-2 0,-1 3 0,-2-5 0,0-7 0,0-6 0,0-4 0,0-8 0,0-1 0,0-23 0,0 1 0,2-14 0,4-3 0,-4 6 0,13-5 0,-3 5 0,3-2 0,8 8 0,0 2 0,2 2 0,-2 9 0,-4 0 0,4 6 0,-4 0 0,-2 0 0,-2 8 0,-3 3 0,-5 10 0,-7 2 0,0 8 0,-7-4 0,-7 7 0,-7 0 0,0-5 0,-7 0 0,5-8 0,-6 2 0,8-4 0,-4-4 0,2-2 0,0-1 0,0-8 0,14 1 0,1-8 0,0-3 0,7-15 0,-7 7 0,8-14 0,15-1 0,4-5 0</inkml:trace>
  <inkml:trace contextRef="#ctx0" brushRef="#br0" timeOffset="94">30786 14012 8912,'0'-17'0,"0"0"0,-2 7 0,-1 3 0,-3-1 0,0 6 0,6-5 0,0 14 0,2 3 0,2 9 0,2 4 0,7-4 0,-5 8 0,5-6 0,-2 2 0,1 0 0,5-6 0,-2 0 0,-3 0 0,3 0 0,-3 1 0,-3-7 0,3 0 0,-8-7 0,11 4 0,-8-10 0,5-4 0,-6-5 0,-4-12 0,3 4 0,1-6 0,-2 0 0,-2 6 0,-2 0 0,0 7 0,0-1 0,0 5 0,0-7 0,0 13 0,2-5 0,2 9 0,1 3 0,3-1 0,-2 8 0,-4-1 0,11 0 0,-7 1 0,5-6 0,-3 3 0,1-1 0,-3-2 0,6-6 0,1 0 0,2 0 0,-5 0 0,5-8 0,-3-4 0,3-3 0,2-2 0,-5-8 0,-1-3 0,2-5 0,-5-1 0,5-3 0,-7-1 0,-2-2 0,-2-6 0,-2 6 0,0-2 0,0 2 0,-8 11 0,4-9 0,-5 15 0,1 2 0,1 10 0,1 5 0,4 12 0,-6 5 0,8 12 0,0 6 0,0 11 0,0-4 0,2 6 0,4 0 0,-4-6 0,11 8 0,-5-5 0,1 1 0,-5-8 0,12 1 0,-5-5 0,-1 5 0,-1-1 0,-1-3 0,-4-6 0,5-4 0,1-2 0</inkml:trace>
  <inkml:trace contextRef="#ctx0" brushRef="#br0" timeOffset="95">31217 13789 8912,'-10'0'0,"25"0"0,6-6 0,19 0 0,3-7 0,-3 2 0,6 1 0,-4 1 0,0-1 0,0 0 0,-2 7 0,2-5 0,-13 0 0,3-1 0</inkml:trace>
  <inkml:trace contextRef="#ctx0" brushRef="#br0" timeOffset="96">31733 14133 8912,'-12'40'0,"3"0"0,1-4 0,4-3 0,2-6 0,4-3 0,4-3 0,4-3 0,7-7 0,0-5 0,0-4 0,2-6 0,2-6 0,2-7 0,6-12 0,-6 1 0,-2-5 0,-2-1 0,-2-2 0,1-4 0,-9 3 0,-3-1 0,-6 6 0,-6 3 0,-3 0 0,-14 2 0,-2 6 0,-2 8 0,-2 5 0,-5 3 0,-1-1 0,7 2 0,1 10 0,2 5 0,8 5 0,5 1 0,9 0 0,10 0 0,12 0 0</inkml:trace>
  <inkml:trace contextRef="#ctx0" brushRef="#br0" timeOffset="97">32197 13669 8912,'0'-18'0,"0"1"0,0 8 0,0 1 0,0 39 0,8-9 0,-6 38 0,4-11 0,-4 7 0,-2 9 0,0-2 0,0 4 0,0 1 0,0-6 0,2 2 0,1-8 0,3-6 0,7-7 0,-9-12 0,8-8 0,-1-2 0,6-15 0,8-16 0,2-9 0</inkml:trace>
  <inkml:trace contextRef="#ctx0" brushRef="#br0" timeOffset="98">32473 13823 8912,'-10'-9'0,"1"1"0,3 8 0,-4 8 0,-7 3 0,0 10 0,0 2 0,0 10 0,-1-1 0,3 6 0,4 1 0,3-3 0,2-4 0,2-1 0,6-3 0,6-6 0,11 0 0,4-10 0,4 1 0,9-7 0,4-2 0,-3-4 0,3-6 0,2 4 0,-2-4 0,6 5 0,-6 1 0,-8-8 0,1-2 0,-6-7 0</inkml:trace>
  <inkml:trace contextRef="#ctx0" brushRef="#br0" timeOffset="99">30752 14906 8912,'0'-13'0,"-2"-2"0,-2-4 0,-2 0 0,3-1 0,-1 3 0,0 0 0,-2 0 0,-5 0 0,5 0 0,2-1 0,-5 7 0,-3 1 0,-3 3 0,3-5 0,1 6 0,-2 5 0,-3 4 0,-1 7 0,0 9 0,-2 6 0,-4 9 0,6 10 0,-3 12 0,7 1 0,3 8 0,-1-4 0,5 2 0,4 0 0,2 0 0,0 4 0,0-4 0,0-6 0,0-11 0,0-4 0,0-9 0,0-5 0,-15-3 0,-4-8 0</inkml:trace>
  <inkml:trace contextRef="#ctx0" brushRef="#br0" timeOffset="100">30253 15319 8912,'9'-17'0,"7"5"0,-5 3 0,4 1 0,10-5 0,2 3 0,9-5 0,5 4 0,1-5 0,4 5 0,3-4 0,-3-3 0,-6 7 0,-5 1 0,-10 3 0,-6 3 0,-10-6 0,-1 8 0,-10-5 0,-4 7 0,-3 7 0,-9 5 0,7-3 0,0 3 0,5-1 0,-6 7 0,9 6 0,-5-5 0,8 4 0,0-3 0,0-3 0,0 0 0,0 0 0,0-7 0,2 3 0,4-7 0,5-2 0,4-3 0,1-2 0,-3-5 0,-2-6 0,1-3 0,3-2 0,-3 0 0,-7 0 0,5-1 0,-8 1 0,4 0 0,-4 0 0,-2 7 0,-2-5 0,-4 3 0,4 5 0,-13-1 0,13 8 0,-6-7 0,8-3 0</inkml:trace>
  <inkml:trace contextRef="#ctx0" brushRef="#br0" timeOffset="101">30872 15147 8912,'10'8'0,"-1"-1"0,-3 5 0,-4-4 0,12-7 0,-9 5 0,9-2 0,-3 7 0,-1-1 0,1 3 0,3-1 0,1 7 0,-4 0 0,1 4 0,-3-2 0,3 2 0,1-4 0,-7 4 0,2-4 0,-3-2 0,-3-5 0,4-1 0,-4-9 0,-2-4 0,0-13 0,0-2 0,2-16 0,2 5 0,1-5 0,1-1 0,-4-1 0,4 3 0,5 3 0,-1-1 0,1 7 0,1 0 0,-1 6 0,1-1 0,7 1 0,8 0 0</inkml:trace>
  <inkml:trace contextRef="#ctx0" brushRef="#br0" timeOffset="102">31681 15044 8912,'-17'0'0,"7"0"0,3 8 0,1 3 0,0 10 0,2 2 0,3 0 0,1 0 0,0 2 0,0 1 0,0-5 0,0 2 0,0-3 0,0-3 0,0 0 0,0 0 0,0-7 0,0-5 0,0-10 0,0-5 0,0-15 0,0-3 0,0-5 0,0-9 0,0 6 0,0-4 0,0 3 0,0 3 0,5 5 0,1 1 0,2 9 0,-3 1 0,5 9 0,1 18 0,1 7 0,1 5 0,-5 9 0,7-9 0,-3 6 0,3-2 0,2-2 0,0-6 0,1 0 0,-1 0 0,0-7 0,0 3 0,0-7 0,1-2 0,-1-2 0,0-2 0,0-10 0,1-5 0,-1-6 0,0-4 0,0 2 0,0-6 0,1-3 0,-3-2 0,-4-1 0,-5 1 0,-4 5 0,-2 1 0,8 14 0,-6-9 0,5 21 0,-7-3 0,-2 10 0,-2 9 0,-1 7 0,-1 5 0,6 9 0,0-1 0,0 1 0,0-1 0,0 0 0,0-7 0,2 4 0,4-6 0,5 1 0,-3-5 0,7 4 0,-3-8 0,3-7 0,2-2 0,2-8 0,4 0 0,-4 0 0,6-16 0,0-3 0,2-15 0</inkml:trace>
  <inkml:trace contextRef="#ctx0" brushRef="#br0" timeOffset="103">32404 14906 8912,'-2'-9'0,"-4"3"0,4 4 0,-5 10 0,5 1 0,-2 11 0,-2 2 0,1 5 0,-1 8 0,0 1 0,2 4 0,2-4 0,2 4 0,2-3 0,4-3 0,4-7 0,12 3 0,3-9 0,2-5 0,8-1 0,5-9 0,7-1 0,-1-5 0,12 0 0,-5-1 0,5-3 0,-7-4 0,-5-1 0,-4 5 0,-7-2 0,-9-4 0,-1 1 0</inkml:trace>
  <inkml:trace contextRef="#ctx0" brushRef="#br0" timeOffset="104">30890 15869 8912,'0'-7'0,"0"7"0,0 9 0,0 14 0,0 6 0,0 9 0,0 6 0,0 4 0,0 5 0,0 3 0,1-5 0,3 1 0,2-1 0,0-1 0,-6-4 0,0-8 0,0-7 0,0-7 0,-2-8 0,-4-5 0,4-3 0,-13-23 0,5-5 0</inkml:trace>
  <inkml:trace contextRef="#ctx0" brushRef="#br0" timeOffset="105">30717 15921 8912,'0'-27'0,"0"4"0,0 2 0,0-2 0,8 4 0,6-2 0,7 8 0,-2-3 0,11 9 0,-5-5 0,2 7 0,2 3 0,3 2 0,-1 2 0,-3 3 0,-7-3 0,2 14 0,-9-3 0,-3 8 0,-7 0 0,2 6 0,-4-1 0,-2 1 0,-8-6 0,4 12 0,-7-7 0,-3 1 0,-1 6 0,0-14 0,1 6 0,3-1 0,-1-12 0,1 15 0,-1-16 0,9 1 0,-13-12 0,7 0 0</inkml:trace>
  <inkml:trace contextRef="#ctx0" brushRef="#br0" timeOffset="106">31044 15904 8912,'18'0'0,"-1"-6"0,0 0 0,-7 0 0,-1 6 0,-3 0 0,-4 0 0,5 0 0,-5 8 0,4 4 0,-4-3 0,4 3 0,-4-1 0,3 1 0,1-1 0,0-7 0,2 3 0,-7-7 0,15 0 0,-5 0 0,-1-1 0,1-5 0,-7 2 0,2-7 0,1 5 0,-1-6 0,-2-1 0,6 5 0,-7-5 0,9 7 0,-8-7 0,11 9 0,-4-7 0,-3 7 0,7-4 0,-3 8 0,3 0 0,2 0 0,-5 6 0,-1 0 0,-5 7 0,6-2 0,-7-3 0,5 0 0,-2-1 0,-3-5 0,3 6 0,1-8 0,1 0 0,5-2 0,-3-4 0,-3-3 0,3-9 0,-1 1 0,5 0 0,-5 0 0,4 5 0,-5 1 0,-1-2 0,7 5 0,-14-7 0,13 13 0,-13-6 0,13 8 0,-13 2 0,4 4 0,-4-4 0,5 13 0,-5-6 0,4 9 0,-4-1 0,-2 0 0,0 0 0,0 8 0,6-4 0,-1 8 0,-1 1 0,-2 3 0,-2 1 0,2 1 0,4-1 0,-4 2 0,3 4 0,-3-9 0,-2 3 0,0-11 0,0 0 0,0-4 0,-7-9 0,-3-3 0,-7-7 0</inkml:trace>
  <inkml:trace contextRef="#ctx0" brushRef="#br0" timeOffset="107">31595 15732 8912,'12'-23'0,"-1"0"0,1 0 0,5 6 0,0 0 0,0-1 0,0 9 0,-1 3 0,-3 12 0,-1 5 0,-9 5 0,3 1 0,-2 0 0,2 0 0,-4 8 0,5-4 0,-7 6 0,0-2 0,-6 3 0,1-5 0,-9 8 0,11-12 0,-9 4 0,8-4 0,-3-2 0,-1 0 0,6 0 0,-13 1 0,5-1 0</inkml:trace>
  <inkml:trace contextRef="#ctx0" brushRef="#br0" timeOffset="108">31888 15800 8912,'9'8'0,"-1"-4"0,-8 7 0,0-5 0,0 6 0,0-7 0,0 7 0,-6-1 0,0 6 0,1-7 0,5 5 0,0-3 0,0 3 0,0-3 0,0-1 0,0-7 0,7 9 0,5-7 0,3 0 0,2-14 0,1-3 0,-9-5 0,-3-1 0,-4 6 0,-2-1 0,0 1 0,0-7 0,0 1 0,-8 6 0,-3-1 0,1 7 0,-1-7 0,-1 1 0,1 1 0,1 2 0,2 1 0,3-3 0,5-7 0</inkml:trace>
  <inkml:trace contextRef="#ctx0" brushRef="#br0" timeOffset="109">32094 15783 8912,'0'-9'0,"0"-7"0,0 7 0,-2-1 0,-3 5 0,3 3 0,-6 2 0,2 7 0,0 5 0,3 3 0,1 2 0,2 0 0,0 1 0,0-1 0,2 6 0,3 0 0,-3 0 0,8-6 0,-6 0 0,1 0 0,3 6 0,-2 0 0,-4 0 0,5 0 0,-7 0 0,0-2 0,0 4 0,-2 0 0,-1-1 0,-3 1 0,-7-2 0,3-6 0,-7 1 0,-8-9 0,-2-1 0</inkml:trace>
  <inkml:trace contextRef="#ctx0" brushRef="#br0" timeOffset="110">32094 15938 8912,'10'8'0,"-3"-4"0,-7 7 0,8-7 0,-4 3 0,9-7 0,6 0 0,0 0 0,10 0 0,-2-7 0,2-5 0,3-3 0,-7-2 0,6 0 0,-3-1 0,-7 1 0,-2 0 0,-7 0 0,-3 0 0,1 1 0,-10 5 0,-8-4 0,-9 13 0,0-4 0,0 4 0,0 2 0,-6 2 0,0 4 0,2 5 0,1 6 0,3 6 0,2-4 0,3 4 0,-1-2 0,7 0 0,3 2 0,1-2 0,2-2 0,2-1 0,3-1 0,7 0 0,3-7 0,2 3 0,2-7 0,4-3 0,-4-1 0,14-4 0,-4-5 0,3-10 0,-5-1 0,7-14 0,-1 3 0,5-3 0,2-3 0,-5 1 0,-1 0 0,0-1 0,-1 9 0,-4 3 0,-10 5 0,-8 7 0,-7 3 0,4 10 0,-8 4 0,0 11 0,0 12 0,0 9 0,-2 2 0,-4-2 0,2 4 0,-7-1 0,-1 1 0,-5-2 0,0 2 0,-2 4 0,-4-6 0,-6-4 0,-5 0 0,-6 4 0,-4-9 0,-8 3 0,0-11 0,1 10 0,-1-7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20:37:25.814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16813 8270 8912,'0'-17'0,"-2"0"0,-4-1 0,4 1 0,-3 0 0,3 0 0,2 0 0,-2 7 0,-4 4 0,-9 4 0,-12 2 0,-11 8 0,-20 3 0,-7 10 0,-17 6 0,34-11 0,-1 1 0,-3-2 0,-2 0 0,-5 6 0,-2 0 0,-2 1 0,-2-2 0,-5-1 0,-2 1 0,-3 2 0,-1 1 0,-1 0 0,-1 0-921,1-1 0,0 0 921,-3 4 0,1-2 0,7-6 0,0-2 0,0 3 0,1-1 0,4-2 0,2-2 0,8-3 0,1-1-78,6 2 1,3-1-1,-34 6 78,18-5 0,8 3 0,-6-11 0,3 7 0,14-7 0,4 2 0,12 1 0,10-1 0,9 0 0,1-6 0,16 0 0,5 0 0,6 0 1791,4 0-1791,15 0 0,-7 0 0,15 0 0,-8-15 0,4 11 0,-7-11 0</inkml:trace>
  <inkml:trace contextRef="#ctx0" brushRef="#br0" timeOffset="1">14782 8321 8912,'0'-24'0,"-7"1"0,-5 0 0,3 2 0,-3 15 0,6-5 0,-5 5 0,-1 4 0,3 6 0,-6 7 0,3 12 0,-9 12 0,-2 10 0,-7 5 0,3 2 0,-8-1 0,1 7 0,-1-1 0,1 8-106,0-2 0,7-2 106,4 2 0,11-8 0,7 3 0,3-5 0,2-9 0,7-4 0,5-11 0,11-10 0,7-9 0,9-3 0,1-1 0,12-6 0,-5-13 0,11-5 0,3-3 0,2 4 0,-4-8 0,10 2 0,-8-3 0,-1 3 0,-1 0 0</inkml:trace>
  <inkml:trace contextRef="#ctx0" brushRef="#br0" timeOffset="2">17553 7788 8912,'0'-11'0,"0"0"0,-2-3 0,-2-1 0,-2-2 0,1 1 0,-3 5 0,6-4 0,-4 3 0,4 5 0,2 1 0,0 12 0,0 5 0,8-3 0,-4 7 0,7-4 0,1-3 0,5-2 0,0-4 0,0-4 0,1-4 0,-1-3 0,0-9 0,0 1 0,-7 0 0,-4 0 0,3-8 0,-9 0 0,0-4 0,-9 7 0,-7 2 0,-9 5 0,-3 4 0,-5 5 0,-1 8 0,-1 9 0,-5 10 0,0 19 0,2 6 0,9 12 0,10-3 0,10 6 0,3-2 0,8-3 0,5 5 0,18-15 0,6-2 0,7-12 0,10-11 0,7-7 0,6-7 0,3-11 0,-1-7 0,-6-8 0,6-16 0,-7-14 0,3-5 0</inkml:trace>
  <inkml:trace contextRef="#ctx0" brushRef="#br0" timeOffset="3">18241 7513 8912,'-23'-11'0,"-2"1"0,1 3 0,-1 3 0,-4 4 0,6 6 0,2 7 0,2 8 0,2 0 0,-1 8 0,1-6 0,0 5 0,8-7 0,3 2 0,4-4 0,2-1 0,0-1 0,0 0 0,8-8 0,3-3 0,4-4 0,2-2 0,1 0 0,-1-8 0,0-3 0,-2-10 0,-3-2 0,1-2 0,-5 4 0,0-2 0,-1 2 0,-1-4 0,-6 3 0,0-1 0,0 5 0,8 1 0,-6 0 0,5 7 0,1 3 0,-4 14 0,7 5 0,2 3 0,1 2 0,-1 1 0,1-1 0,5 0 0,-2-6 0,6 1 0,-4-8 0,4 3 0,0-7 0,-2 0 0,4-2 0,-2-3 0,0-5 0,-6-7 0,0-2 0,0-4 0,1-4 0,-1-7 0,-6 7 0,1 4 0,-8-4 0,3 8 0,-7-4 0,0 4 0,0 10 0,0 1 0,0 8 0,0 8 0,0 3 0,0 4 0,2 10 0,4 4 0,3 3 0,9 3 0,-1-1 0,2-1 0,4-5 0,-2 3 0,8-6 0,1 1 0,-5-6 0,-2-3 0,-6 0 0,-5-6 0,-5-3 0,-9 7 0,-3-5 0,-7-1 0,-11 1 0,-5-4 0,-5-4 0,-1 5 0,1-7 0,4 0 0,3 0 0,3 0 0,2-7 0,-8-5 0,8-3 0,-4-2 0</inkml:trace>
  <inkml:trace contextRef="#ctx0" brushRef="#br0" timeOffset="4">18912 7307 8912,'-17'0'0,"8"2"0,3 4 0,4 3 0,2 14 0,0 0 0,8 0 0,3-6 0,4 0 0,3 1 0,6-1 0,-3-6 0,8 1 0,0-8 0,5 1 0,-5-3 0,-2-4 0,-2-3 0,3-5 0,-5-7 0,0-8 0,-2 6 0,-2-6 0,-3 0 0,-3 6 0,4-4 0,-7 4 0,-5 2 0,-3 7 0,-2-5 0,0 13 0,0 2 0,0 14 0,0 7 0,0 7 0,0 12 0,0 6 0,0 4 0,0 1 0,0 1 0,0 0 0,0-1 0,0-1 0,0-4 0,0-6 0,0-4 0,0-2 0,0-7 0,0-4 0,0-4 0,-2-3 0,-3-5 0,-5-3 0,1-16 0,-7-9 0,7-10 0</inkml:trace>
  <inkml:trace contextRef="#ctx0" brushRef="#br0" timeOffset="5">19876 6860 8912,'0'-32'0,"0"1"0,0 2 0,0 16 0,0-10 0,0 21 0,0 2 0,0 14 0,0 8 0,0 13 0,6 7 0,-1 9 0,3 1 0,-2 0 0,-2-1 0,7 1 0,-5-3 0,5-3 0,-5 4 0,6-4 0,-3-2 0,3 2 0,-5-1 0,-7 7 0,0-8 0,0-4 0,0-11 0,-7-4 0,-3-8 0,-7 0 0</inkml:trace>
  <inkml:trace contextRef="#ctx0" brushRef="#br0" timeOffset="6">19807 7290 8912,'0'-29'0,"0"1"0,0 7 0,2-2 0,4 4 0,3 1 0,9 1 0,-1 0 0,0 0 0,6 5 0,0 1 0,8 1 0,-3-1 0,3-3 0,-3 9 0,-3-1 0,-2 0 0,0 1 0,-6-1 0,-5 6 0,-8 2 0,1 3 0,-3 5 0,-2 7 0,0 2 0,0 4 0,-5-2 0,-1 8 0,-2-6 0,2 5 0,5-7 0,-5 2 0,4-3 0,2-3 0,0 0 0,0 0 0,8-7 0,1-3 0,8-7 0,2-2 0,4-3 0,-3-5 0,2-7 0,-2-8 0,-3-4 0,-8 5 0,5-7 0,-9 8 0,-1 2 0,-2-4 0,-2 2 0,-6 6 0,1 6 0,1-3 0,2 7 0,2-9 0,2 9 0,6-5 0,9 7 0,0-5 0,16 0 0,-5-7 0,5 0 0,1 0 0,-1-2 0,-3-2 0,-1-2 0,-6-8 0,6 3 0,-14 1 0,2-2 0,-6 2 0,1-1 0,-2 1 0,-5 4 0,-3 10 0,4-4 0,-4 11 0,-2-2 0,0 23 0,0 5 0,0 14 0,2 0 0,3 1 0,7-1 0,3 6 0,1 0 0,-5-1 0,4-3 0,-5-2 0,7 1 0,-2-1 0,-3 0 0,3 1 0,-3-1 0,-5-7 0,-1-4 0,-4-4 0,-2-2 0,0-5 0,0-1 0,-8-7 0,-3 2 0,3-12 0,-7-4 0,1-7 0,-7 0 0,8-6 0,-4 0 0,3-6 0,-3 6 0,2-7 0,3 1 0,5 3 0,7-3 0,0 8 0,0-2 0,2-2 0,5 2 0,9 2 0,5 2 0,17 10 0,-7-7 0,14 5 0,1 3 0,6 2 0,0 4 0,-1 2 0,-5 0 0,-2 0 0,-2 0 0,-9 0 0,-10 0 0,-4 8 0,-4-4 0,-4 7 0,-3-7 0,-8 12 0,0-7 0,0 3 0,0-1 0,0 2 0,0-5 0,6 7 0,0-3 0,7 1 0,-2-1 0,-1-3 0,1-3 0,1-4 0,5 4 0,0-5 0,1-1 0,-1-5 0,0-3 0,0-2 0,0-3 0,1-2 0,-1-2 0,-8-8 0,7 6 0,-5-4 0,4 4 0,-3 1 0,-1 1 0,-5 2 0,6 4 0,-1-5 0,6 14 0,1-3 0,-1 5 0,0 5 0,0 13 0,0 8 0,1 11 0,-1 3 0,0 4 0,-7 7 0,-5 1 0,-3-1 0,-2 1 0,-2-6 0,-5-2 0,-11-2 0,-3 2 0,-13-10 0,3 4 0,-9-9 0,4-4 0,1-2 0,1-4 0,0-10 0,-1-9 0,1-9 0</inkml:trace>
  <inkml:trace contextRef="#ctx0" brushRef="#br0" timeOffset="7">3855 12276 8912,'-12'-10'0,"3"3"0,-1 1 0,1 0 0,3-5 0,-4 3 0,1 1 0,-1-1 0,1-6 0,-5 3 0,5-4 0,-1-2 0,1-1 0,-3 1 0,-3 0 0,1 0 0,3 0 0,5-3 0,-5-2 0,-1 10 0,1-11 0,-1 12 0,-1-3 0,-2 3 0,-3-2 0,1 7 0,0 2 0,-8 2 0,-4 2 0,-3 8 0,-2 3 0,-1 6 0,1 6 0,-6 4 0,-1 7 0,1 1 0,6-1 0,5-5 0,0-1 0,8 1 0,-2 6 0,4-5 0,2 4 0,6-9 0,-1 10 0,6 1 0,-5 4 0,7 10 0,-2 1 0,-1 3 0,1 9 0,0 0 0,6 6 0,-7 9-307,-5 8 0,3 8 307,3-43 0,0 1 0,3 0 0,0 1-630,-2 1 0,-1 1 630,4-3 0,0 1 0,-4 8 0,-1 0 0,3-3 0,0-1 0,-1-2 0,1 0 0,1 0 0,2-1-137,-2 1 0,0-1 0,2-1 0,0-1 137,1 3 0,0-1 0,0 36 0,0-10 0,0-7 0,0-4 0,0 1 0,0 5 0,0-6-68,0-1 0,0 1 68,0-6 0,0-4 0,0 6 0,0-7 245,0-3 0,0-1-245,0-3 0,0 3 0,0 3 0,0-11 0,2 9 0,2-17 615,2-5 1,5-1-616,-5-9 0,1-6 659,-1-5-659,-4-8 0,8 3 178,-5-7-178,-3 0 0,14 0 0,-7 2 0,10 2 0,4 2 0,-2 1 0,8-1 0,1-4 0,11 4 0,-3-2 0,8 1 0,0-3 0,5 4 0,1-4 0,0-2 0,-7 0 0,1 0 0,-2-2 0,2-4 0,4-3 0,-4-8 0,-2-3 0,2-2 0,0 2 0,5-3 0,-1-1 0,-4 1 0,-6 6 0,-11 5 0,-5 6 0,-6-5 0,-1 7 0,-8-4 0,-1 8 0,-16 0 0,5 0 0,-9 0 0,8 0 0,-3 0 0,7 0 0,0 8 0,0 2 0,0 7 0</inkml:trace>
  <inkml:trace contextRef="#ctx0" brushRef="#br0" timeOffset="8">13801 13256 8912,'-19'-15'0,"0"1"0,0 3 0,4-3 0,11 7 0,4 1 0,9 4 0,9 2 0,3 0 0,2 0 0,7 0 0,-1 0 0,3 0 0,3 2 0,-1 4 0,1-4 0,-1 3 0,8 3 0,4 0 0,4 1 0,11-3 0,8 5 0,13-1-41,10 1 0,-42-4 0,1 0 0,0-3 0,1-1 0,7 1 0,1 0 1,6 0-1,2 0 41,6-2 0,1 0 0,3-1 0,1-1-1043,-2 1 1,1-2 1042,2 2 0,2-2 0,3 1 0,0-1 0,6-2 0,2 0 0,1-2 0,1-2 0,2 0 0,-1-1 0,-4 0 0,0-1 0,-28 3 0,1 1 0,1 1 0,1-1 0,0 2 0,2-1 0,2 1 0,1 0 0,-1 2 0,-4 0 0,0 1 0,-1 1 0,2-2 0,-1 1 0,-1 1 0,28 0 0,0 1-168,-3 4 1,1 0-1,4 0 1,1 1 0,-30 1-1,0 2 1,0-1 167,-1-1 0,1 0 0,-1 1 0,1 1 0,0 0 0,0 0 0,24 3 0,-1 1 0,5 3 0,1 0 0,-31-5 0,1-1 0,-1 1 0,30 5 0,1 0 0,-31-6 0,1 0 0,0 0 0,28 4 0,-1-2 0,-1 0 0,0-3 0,-28-3 0,2-2 0,-1 0 0,30 2 0,-1-2 0,-1-2 0,-1 0 0,-5-2 0,-1 0 0,-2-1 0,0 0 0,-3 0 0,0 0 0,3 0 0,-1 0 0,-7 0 0,-1 0 0,-7 0 0,-2 0-135,-5 0 1,0 0-1,-3 0 1,-1 0 134,0 0 0,0 0 0,-4-3 0,-2 0-166,40-3 166,-26-7 0,0 11 527,-19-4 1,-4-2 0,-1 1-528,-5-3 0,-9 6 1327,-4-1-1327,-12 3 0,-13 2 0,-17 0 0,-13 0 0,-18 0 0,-19-8 0,-9-1 0,-8-9 0</inkml:trace>
  <inkml:trace contextRef="#ctx0" brushRef="#br0" timeOffset="9">21287 12895 8912,'-15'-2'0,"1"-2"0,3-4 0,-2 1 0,-1-3 0,3 1 0,-5-3 0,5-5 0,3 0 0,1 5 0,9 3 0,3 1 0,1-3 0,11 5 0,-3-7 0,11 1 0,-1-3 0,7-2 0,5 0 0,4-1 0,8-6 0,-4-3 0,8-8 0,3-7 0,6-3 0,8-5 0,-29 20 0,1-1 0,-1-3 0,0-1 0,2-4 0,0-2-304,1-3 0,0-2 1,6-5-1,2-1 304,0-5 0,1-1 0,5-4 0,1 0-350,-1-1 0,0 0 0,2-1 0,1 2 350,-1 1 0,2 1 0,5 1 0,0 0 0,-1 1 0,2 1 0,6 2 0,1 1 0,-3 5 0,2 1-338,5 0 0,2 2 0,3 6 0,1 2 338,4 0 0,2 2 0,-4 1 0,0 1 0,0 2 0,0 1 0,-4 2 0,-2 0 0,-1 2 0,-1-1 0,0 0 0,-1 1 0,-2-1 0,-1 0-489,-4 3 0,-2 1 489,-7 5 0,-4 1 0,27-12 0,-17 7 559,-13 2-559,-10 9 0,-17-1 0,-4 5 1074,-4-1-1074,-10 5 1495,7-11-1495,-14 13 1555,5-6-1555,-7 1 0,-2 3 0,-5-8 0,-11-3 0,-8-6 0,1-6 0,0-7 0</inkml:trace>
  <inkml:trace contextRef="#ctx0" brushRef="#br0" timeOffset="10">25073 9628 8912,'0'-11'0,"0"-1"0,10 8 0,7-1 0,10 5 0,15 7 0,9 11 0,10 8 0,6 14 0,0 6 0,-4 13-271,-5 10 0,-20 0 271,-9 5 0,-16-1 0,-9 0 0,-10 3 0,-11 2 0,-8-5 0,-17 2 0,-4-11 0,-4 0 0,-9-9 0,-10-4 0,-9-8 0</inkml:trace>
  <inkml:trace contextRef="#ctx0" brushRef="#br0" timeOffset="11">26536 9439 8912,'17'-2'0,"0"-4"0,-2-5 0,-3-4 0,-6-3 0,-4 1 0,-2 6 0,0-1 0,0-1 0,-2-2 0,-2-3 0,-4 1 0,-1 0 0,-5 0 0,-1 7 0,2 3 0,-3 7 0,-3 0 0,-4 4 0,2 5 0,-2 8 0,-7 12 0,3 0 0,-2 3 0,1 2 0,-3 1 0,6 1 0,2 2 0,6 1 0,5-7 0,-3 2 0,13-14 0,-3 2 0,5-10 0,5-6 0,9-8 0,7-10 0,5-3 0,9-19 0,-8 3 0,3-11 0,-7 10 0,-2 3 0,-2-4 0,-1 12 0,-1-3 0,0 4 0,-6 1 0,1 14 0,-6-1 0,5 6 0,-1 8 0,1 3 0,4 14 0,-3 9 0,3 2 0,2 8 0,1-2 0,-1-3 0,2-5 0,4-5 0,6 1 0,11-7 0,-2-8 0,8-9 0,-2-8 0,2-9 0,3-8 0,-5-23 0,8-2 0</inkml:trace>
  <inkml:trace contextRef="#ctx0" brushRef="#br0" timeOffset="12">27190 9250 8912,'-18'-8'0,"-1"6"0,-4-3 0,-5 3 0,1 6 0,-2 7 0,-1 8 0,-10 15 0,3 1 0,-3 5 0,11 2 0,6 2 0,4-6 0,10 10 0,3-8 0,4-2 0,4-9 0,4-6 0,3-6 0,9-6 0,1-5 0,2-13 0,4-11 0,1-8 0,-5-14 0,2-6 0,2-6 0,-2-5 0,-2 3 0,-9-3 0,1-2 0,-7 1 0,-1-8 0,-5-3 0,0 0 0,0-5 0,0 12 0,0 11 0,-1 9 0,-5 13 0,4 14 0,-4 19 0,4 17 0,2 7 0,0 18 0,8 8 0,-4-1 0,7 4 0,-1-1 0,1 1 0,5-5 0,-5 1 0,4-5 0,-3-10 0,-1 2 0,3-3 0,1-3 0,2-7 0,0-4 0,1-12 0,-1 3 0,0-9 0,0 1 0,0-6 0,1-15 0,-1-4 0</inkml:trace>
  <inkml:trace contextRef="#ctx0" brushRef="#br0" timeOffset="13">27672 9284 8912,'-18'-34'0,"-5"3"0,0 8 0,-5 2 0,3 16 0,-2 3 0,-3 6 0,-11 5 0,7 10 0,-2 4 0,5 6 0,4 5 0,-1 6 0,3 2 0,8 4 0,1-6 0,5-3 0,3-9 0,8 1 0,0-8 0,0 4 0,8-16 0,3-3 0,12-14 0,4-9 0,0-10 0,5-5 0,-3-2 0,2-7 0,-3 1 0,3-7 0,-8 1 0,0-4 0,-6-1 0,-2-7 0,-1-1 0,-5 0 0,-1 0 0,-2 1 0,-6 10 0,-2 6 0,-4 8 0,4 19 0,-6-8 0,3 36 0,-1 4 0,2 12 0,2 19 0,2 3 0,0 5 0,2 1 0,4 2 0,5 1 0,5-1 0,1-4 0,2-9 0,4-6 0,-4-4 0,19 3 0,-3-5 0,9-5 0,-4-18 0,6-3 0,-6-8 0,0-8 0,-6-1 0</inkml:trace>
  <inkml:trace contextRef="#ctx0" brushRef="#br0" timeOffset="14">28291 9026 8912,'0'-11'0,"0"-1"0,0 9 0,0-5 0,2 8 0,4 0 0,3 8 0,8 5 0,1 8 0,-1 8 0,2-3 0,2 3 0,2 2 0,0 1 0,-8-3 0,-3-1 0,1-7 0,-7 2 0,5-4 0,-5-1 0,0-1 0,-8-8 0,-4-5 0,-5-8 0,3-7 0,0-12 0,1-6 0,5-3 0,-4-2 0,6-1 0,6 1 0,3 1 0,9 5 0,6-5 0,5 4 0,4-1 0,1 1 0,8-3 0,0 15 0,4-1 0,8 3 0,-7 9 0,1 3 0,-8 1 0,0 4 0,-11 1 0,-6 3 0,-4 7 0,-13-9 0,-10 6 0,-13-1 0,-8 1 0,-4-4 0,-5 5 0,5-5 0,1 5 0,5-5 0,-6 6 0,8-1 0,-2 6 0,4-5 0,2-1 0,-1 1 0,7 3 0,1-2 0,3-1 0,1-1 0,6 6 0,8-7 0,5-4 0,6-4 0,4-2 0,8-8 0,-4-2 0,7-7 0,0 0 0,1 0 0,-7-2 0,-1-2 0,-2-2 0,-2 0 0,-6 6 0,-1-1 0,-5 1 0,2 0 0,-7 0 0,8 0 0,-13 7 0,7 2 0,0 16 0,-6 2 0,5 7 0,1 0 0,-4 0 0,7 0 0,-7 6 0,2 0 0,-2 0 0,1-6 0,-3-5 0,4-1 0,-4 1 0,-2 5 0,0-7 0,0-3 0,0-9 0,0-3 0,0-5 0,6-9 0,1-2 0,3-2 0,-6-8 0,11 7 0,-4-5 0,-1 4 0,1 8 0,3 0 0,7-1 0,2 1 0,0 0 0,-6 8 0,0 3 0,0 4 0,1 2 0,-1 0 0,0 8 0,0 1 0,0 8 0,1 0 0,1 1 0,4-1 0,-4 0 0,6-7 0,-8-5 0,6 3 0,0-2 0,5-1 0,-5-5 0,-2 0 0,-1-7 0,-9-3 0,1-7 0,-1 0 0,-1 0 0,-3-1 0,-7 1 0,-2 0 0,-3 0 0,-5 2 0,-7 3 0,0 6 0,-1-3 0,1 7 0,0-4 0,0 6 0,0 6 0,-1 4 0,1 7 0,0 0 0,0 0 0,-1 0 0,1 8 0,0-6 0,8 6 0,3-8 0,4 0 0,4-7 0,4-4 0,11-4 0,2-16 0,4-3 0,4-10 0,1 4 0,-3-13 0,0 2 0,0-3 0,-6 1 0,4-6 0,-10-4 0,-1-3 0,-1-3 0,-1 6 0,-4 4 0,-5 6 0,-1 5 0,0 18 0,0 7 0,0 16 0,-1 22 0,-5 8 0,2 6 0,-6-4 0,3 2 0,1-6 0,0 10 0,1-8 0,-1-2 0,6-7 0,0-2 0,7-6 0,5 5 0,-1-9 0,5-2 0,3-9 0,0-6 0,8-2 0,-6-8 0,7-3 0,-1-6 0,2-6 0,-2-2 0,-4-4 0,-4-3 0,4 3 0,-10-1 0,-3 1 0,-3 6 0,-1 2 0,-6 0 0,0-2 0,0 8 0,0 7 0,-2 10 0,-4 4 0,4 9 0,-3 8 0,-3 8 0,2-3 0,1 5 0,5 1 0,0 1 0,0-9 0,7-1 0,3-8 0,1-1 0,1-5 0,1-5 0,2-4 0,3-2 0,-1-8 0,-6-2 0,1-7 0,-8 0 0,1 0 0,3-6 0,-2 0 0,-1 0 0,-5 6 0,-5 0 0,-3 1 0,-2 5 0,-1-4 0,-6 11 0,0-6 0,-1 3 0,9 1 0,-6 6 0,5-8 0,-7-1 0</inkml:trace>
  <inkml:trace contextRef="#ctx0" brushRef="#br0" timeOffset="15">30597 8562 8912,'-8'-9'0,"5"1"0,-9 8 0,1 0 0,-7 2 0,1 4 0,8-4 0,1 13 0,8-4 0,0 5 0,0 1 0,0 6 0,2 0 0,4-2 0,-4-2 0,5-2 0,-7 0 0,0 0 0,6 1 0,0-1 0,-1-8 0,-5-1 0,0-16 0,6-1 0,0-10 0,-2-4 0,5-4 0,-5-6 0,6 3 0,-3 1 0,7 1 0,-11 1 0,7 4 0,-2 4 0,-1 4 0,-3 1 0,2 3 0,7 7 0,-9-2 0,8 12 0,-9 3 0,7 9 0,-4-1 0,-4 0 0,3 0 0,-3 0 0,-2 1 0,0-1 0,0 0 0,2-7 0,4-5 0,-2-3 0,7-2 0,-7 0 0,11-7 0,-3-5 0,3-3 0,2-2 0,1-1 0,-1 1 0,0 0 0,0 7 0,6-3 0,0 7 0,-2 3 0,-4 3 0,-5 5 0,3-1 0,-3 8 0,-5 5 0,1 6 0,-1-2 0,-5-2 0,12-2 0,-7 0 0,3 0 0,1 1 0,1-3 0,-1-4 0,3-5 0,-7-4 0,9-2 0,-7 0 0</inkml:trace>
  <inkml:trace contextRef="#ctx0" brushRef="#br0" timeOffset="16">31337 8425 8912,'0'-18'0,"0"7"0,0 0 0,0 7 0,0 4 0,0 11 0,0 4 0,0 8 0,0 0 0,-2 8 0,-4-2 0,4 1 0,-5 1 0,-1-3 0,6 1 0,-7-2 0,5-4 0,-2-4 0,2-2 0,-3 0 0,1 0 0,0-7 0,6-4 0,0-12 0,0-4 0,0-13 0,2-1 0,4-3 0,3-4 0,9-7 0,-1-2 0,0 2 0,0 3 0,0 7 0,3-3 0,2 8 0,-2 0 0,3 6 0,-4 8 0,-2 3 0,-8 4 0,7 4 0,-5 4 0,-3 9 0,-2 8 0,-5 5 0,-1-3 0,0 2 0,0-6 0,0 4 0,0-8 0,0 0 0,6 0 0,2-1 0,1-5 0,-5-3 0,12-8 0,-5 0 0,4-8 0,-3-1 0,-1-9 0,-1 1 0,1 0 0,3 0 0,-7 0 0,3-1 0,-6 1 0,1 0 0,5 7 0,-8 3 0,6 14 0,-8-3 0,0 8 0,0 1 0,0-5 0,1 7 0,5-3 0,-4-5 0,13 1 0,-3-8 0,-3 0 0,3 0 0,-8-8 0,3-1 0,-7-9 0,0 1 0,-7 6 0,-5 1 0,-3 3 0,-2 1 0,5 0 0,1 0 0,-3 3 0,-1 1 0,-2 2 0,7 0 0,-5 0 0,6 0 0</inkml:trace>
  <inkml:trace contextRef="#ctx0" brushRef="#br0" timeOffset="17">32163 8373 8912,'-17'-9'0,"0"-7"0,-1 7 0,1-9 0,0 9 0,7 1 0,3 16 0,7 3 0,2 7 0,3 5 0,-3-4 0,12 11 0,-7-5 0,3 2 0,-6-6 0,11 4 0,-3-8 0,-3-6 0,3 1 0,1-1 0,2-1 0,2-5 0,1-3 0,-1-4 0,0-1 0,0-3 0,0-7 0,-5-3 0,-1-7 0,3 2 0,1-5 0,2 5 0,1-6 0,-1 2 0,-6 2 0,1 8 0,-1 1 0,-1 3 0,5 7 0,-11-2 0,7 12 0,-7 4 0,4 9 0,-8 2 0,0 2 0,0 7 0,0-3 0,-2 7 0,-2-1 0,-2-4 0,-5 1 0,3-7 0,-1-2 0,-3-2 0,-11-4 0,0-3 0,2-6 0,-6-4 0,3-2 0,-5 0 0,-2-8 0,8-4 0,-7-18 0,3-6 0</inkml:trace>
  <inkml:trace contextRef="#ctx0" brushRef="#br0" timeOffset="18">32043 8150 8912,'-8'-18'0,"6"7"0,-4-1 0,4-1 0,4 5 0,4 3 0,4 3 0,7 2 0,2 0 0,4 0 0,4 7 0,7 3 0,0 7 0</inkml:trace>
  <inkml:trace contextRef="#ctx0" brushRef="#br0" timeOffset="19">32696 8425 8912,'18'0'0,"-1"-2"0,0-4 0,8-4 0,2-5 0,1 2 0,1 1 0,-2-5 0,2-6 0,-5 0 0,-8 6 0,-5 0 0,-3-6 0,-8 0 0,0 2 0,-15 4 0,-8 5 0,-10 5 0,-7 7 0,-4 0 0,-2 7 0,0 5 0,0 13 0,-5 9 0,-1 10 0,4 6 0,6 1 0,8 1 0,18-1 0,5 1 0,7 0 0,12-1 0,13-7 0,19-6 0,15-7 0,10 1 0,12-13 0,1 4 0,1-4 0,-10-1 0,-18-9 0,-11-3 0,-7-2 0,-10 1 0,-8-3 0,-23 6 0,-9-31 0,-10-6 0</inkml:trace>
  <inkml:trace contextRef="#ctx0" brushRef="#br0" timeOffset="20">27345 9972 8912,'0'-34'0,"0"1"0,0 5 0,0 5 0,0 3 0,0 13 0,0 9 0,0 13 0,0 12 0,7 15 0,5 7 0,3 7 0,2 9 0,0-4 0,1 2 0,-1-2 0,0-2 0,0 1 0,0-3 0,-1-6 0,-5 1 0,-5-10 0,-4-6 0,-2-1 0,-14-5 0,-3-7 0,-13-7 0,-5-16 0,-7 0 0,-9 0 0</inkml:trace>
  <inkml:trace contextRef="#ctx0" brushRef="#br0" timeOffset="21">27086 10402 8912,'0'-23'0,"0"0"0,0 6 0,0 5 0,0 7 0,0-7 0,4 6 0,8-5 0,1 7 0,16-2 0,-1-1 0,7 1 0,1-5 0,4 5 0,4-6 0,8 7 0,-2-9 0,-2 3 0,-3-4 0,1 5 0,-7 0 0,-5 5 0,-15 5 0,-7 0 0,-12 7 0,-18 11 0,1-1 0,0 6 0,0 0 0,1 7 0,5-1 0,-2 3 0,7 3 0,0-7 0,6-1 0,0-2 0,0-4 0,10-2 0,5-4 0,6-3 0,10-5 0,-5-14 0,9-5 0,-1-11 0,1-5 0,-3-7 0,-3-5 0,-10 4 0,-8-4 0,-7 3 0,0 3 0,-8 0 0,-7 7 0,-10 6 0,-4 6 0,-2 3 0,-2 8 0,-3-3 0,1 9 0,3 3 0,7-3 0,1 14 0,9-5 0,7-1 0,-2 1 0,5-7 0,16 11 0,4-5 0</inkml:trace>
  <inkml:trace contextRef="#ctx0" brushRef="#br0" timeOffset="22">28308 10075 8912,'-17'-7'0,"0"5"0,0-4 0,-6 4 0,0 2 0,2 2 0,2 4 0,1-4 0,3 19 0,2-4 0,1 2 0,8 0 0,-3-2 0,7 0 0,0 1 0,0-1 0,0 0 0,7-8 0,-3 5 0,8-8 0,1-3 0,-3-1 0,1-2 0,1-7 0,-1 3 0,1-8 0,-1 9 0,6-3 0,0 4 0,1 2 0,1 0 0,4 0 0,-4 2 0,4 4 0,-4 5 0,-2 12 0,0 4 0,1 9 0,-1 4 0,-2-2 0,-4 8 0,-3 0 0,-8 6 0,0-8 0,-2-4 0,-4-2 0,-5 2 0,-12-11 0,2 1 0,-6-16 0,2-3 0,-5-7 0,5 3 0,-6-8 0,3-5 0,7-4 0,-4-15 0,8-3 0,-1-5 0,9 5 0,3-1 0,4-2 0,2-1 0,8-2 0,1-1 0,9 1 0,6-1 0,5 1 0,4-2 0,1-4 0,6 3 0,0-3 0,-1 4 0,-3 2 0,-2-1 0,1 1 0,-3 1 0,-5 5 0,-10 5 0,-7 4 0,-10 9 0,0 2 0,-10 8 0,-5 2 0,-6 4 0,-2 4 0,0 13 0,0-1 0,2 1 0,2 2 0,2-4 0,1 8 0,5 1 0,-4 3 0,13 1 0,-4 1 0,4-1 0,2-7 0,2 3 0,6-5 0,9 2 0,8-14 0,9-1 0,2-8 0,5-4 0,-5 0 0,8-14 0,-6-5 0,2-6 0,-7-3 0,-1-9 0,-3-3 0,-6 4 0,-6-4 0,-2 2 0,-9-1 0,-2-1 0,-2-7 0,-2 5 0,-2-6 0,-4 2 0,2 8 0,-5-1 0,-1 9 0,1 7 0,5 12 0,-6-1 0,5 12 0,3 12 0,-6 16 0,8 12 0,0 6 0,-8 4 0,7 7 0,-5-1 0,4-7 0,2 3 0,0-6 0,0 1 0,0-1 0,0 4 0,6-20 0,1 3 0,3-6 0,-6-4 0,5-14 0,-3-3 0,-4-12 0,6-11 0,-8-17 0,0-10 0</inkml:trace>
  <inkml:trace contextRef="#ctx0" brushRef="#br0" timeOffset="23">28687 10144 8912,'0'-10'0,"9"3"0,9 7 0,14-6 0,16-2 0,7-1 0,14 5 0,8-11-2143,3 3 2143,4-11 0,-13-11 0,5-10 0</inkml:trace>
  <inkml:trace contextRef="#ctx0" brushRef="#br0" timeOffset="24">29823 9989 8912,'0'-17'0,"-2"2"0,-2 1 0,-2 3 0,0-1 0,-1 3 0,3 1 0,-8 8 0,7 8 0,-5 5 0,3 8 0,3 8 0,-4-2 0,2 1 0,3 1 0,1-2 0,-4 3 0,0-5 0,2 0 0,2 0 0,0-2 0,-3-6 0,3 0 0,-4-11 0,12-12 0,-2-5 0,7-18 0,-1 0 0,1-5 0,4 0 0,-3-1 0,-3 8 0,1 5 0,0 2 0,-1 3 0,-5 8 0,11 1 0,-3 8 0,3 0 0,2 0 0,0 8 0,3 5 0,3 8 0,-4-2 0,11 6 0,-7-8 0,8-2 0,-3-3 0,5 1 0,1-7 0,1-2 0,-1-2 0,-1-10 0,-5-3 0,-5-5 0,-11-1 0,-5 0 0,-7 0 0,0-2 0,-3-2 0,-9-2 0,1 0 0,-20 11 0,8 1 0,-7 7 0,3-2 0,0 4 0,4 2 0,4 2 0,2 4 0,0 9 0,-1 8 0,9 10 0,3-1 0,4 6 0,2 3 0,2-1 0,4 0 0,11 0 0,12-6 0,5-1 0,6-6 0,6-10 0,11-8 0,-3-9 0,3 0 0,-5-15 0,-6-8 0,-4-8 0,-15-11 0,-2-1 0</inkml:trace>
  <inkml:trace contextRef="#ctx0" brushRef="#br0" timeOffset="25">30528 10024 8912,'-9'0'0,"-1"0"0,4 0 0,4 0 0,-5 0 0,7 0 0,0 7 0,0-3 0,0 8 0,2-7 0,3 7 0,-1-8 0,8 3 0,1 1 0,2-6 0,3 5 0,-1-7 0,0 0 0,0 0 0,0-5 0,1-1 0,-1-6 0,0 7 0,-5-7 0,-1 7 0,0-9 0,-1 12 0,3-3 0,-7 10 0,8-3 0,-13 13 0,7-3 0,0 3 0,1 2 0,9-5 0,-1-1 0,2-7 0,4 2 0,-4-4 0,6-4 0,0-4 0,-6-3 0,6-11 0,-8-2 0,0-7 0,-2-4 0,-3-1 0,-6-2 0,-5-4 0,-1 11 0,-7-11 0,-5 15 0,-3 4 0,-2-2 0,0 21 0,-3-2 0,-2 8 0,2 6 0,-12 16 0,3 7 0,-3 5 0,-3 2 0,1 2 0,-1 2 0</inkml:trace>
  <inkml:trace contextRef="#ctx0" brushRef="#br0" timeOffset="26">30064 10643 8912,'-18'-27'0,"-5"2"0,0 8 0,-7 2 0,1 3 0,-3 6 0,-3 4 0,-5 4 0,0 4 0,-8 11 0,6 4 0,-4 6 0,6 0 0,4-1 0,7 1 0,2 4 0,2-3 0,2-7 0,14 4 0,3-8 0,4 1 0,2-1 0,2-2 0,4-3 0,11 1 0,12-7 0,1-1 0,3 1 0,1 0 0,-3 0 0,11-4 0,-8 1 0,1 3 0,-1 7 0,-1-9 0,-5 8 0,-5 1 0,-4 2 0,-9 3 0,-4 1 0,-4 4 0,-12 3 0,-9 9 0,-14-1 0,-10 1 0,0-1 0,-4-2 0,5-3 0,-2-6 0,5-4 0,-3-9 0,8-3 0,-1-7 0</inkml:trace>
  <inkml:trace contextRef="#ctx0" brushRef="#br0" timeOffset="27">30064 10797 8912,'-25'0'0,"4"2"0,-8 4 0,6 3 0,-4 11 0,2 3 0,2 5 0,6 12 0,8-2 0,3 8 0,4-7 0,2 1 0,2-4 0,4-2 0,3-9 0,10-8 0,4-9 0,-4-6 0,6-2 0,-7 0 0,-1-10 0,0-7 0,0-6 0,0-5 0,-1-5 0,-5 4 0,-5-3 0,-2-2 0,1-1 0,-3 8 0,6-3 0,-8 7 0,0 2 0,0 2 0,0 2 0,0-1 0,0 9 0,0 9 0,0 9 0,2 11 0,4 1 0,3 2 0,1-2 0,5-2 0,-3-2 0,9-2 0,1-3 0,1-5 0,0-7 0,2 0 0,2 0 0,-6 0 0,10-2 0,-8-3 0,0-5 0,-6-7 0,0-2 0,0-4 0,-7 4 0,-3-4 0,-1 4 0,0 1 0,-2 1 0,-2 8 0,-2-7 0,0 15 0,0 1 0,0 11 0,0 4 0,0 2 0,0 1 0,0-1 0,0 0 0,-2 6 0,-4 0 0,4 0 0,-4-6 0,4-7 0,2 5 0,0-4 0,-2 3 0,-3-3 0,3-3 0,-6-10 0,8-4 0,0-5 0,0-5 0,0-3 0,0-2 0,0-2 0,0-7 0,8 11 0,1-4 0,1 4 0,5 1 0,-5 3 0,7 4 0,0-3 0,0 9 0,3 1 0,1 2 0,1 2 0,1 8 0,-11-5 0,-1 9 0,-1-1 0,1 6 0,3 1 0,-8-1 0,-1-6 0,-5 1 0,8-8 0,-4 3 0,7-7 0,-7-15 0,11 4 0,-5-12 0,-1 3 0,7 3 0,-12 0 0,7 0 0,-1 0 0,1 0 0,4 7 0,-3 4 0,-3 4 0,1 4 0,-2 4 0,5 4 0,-9 7 0,5 0 0,-1 0 0,5 0 0,-9-1 0,8-3 0,1-2 0,4-5 0,6 6 0,-4-9 0,4 3 0,-2-4 0,2-2 0,-4-8 0,12 3 0,-8-13 0,0 5 0,-6-10 0,-2 2 0,-3-2 0,1 2 0,-7-7 0,0 5 0,-6-4 0,0 2 0,0 2 0,0 6 0,0 7 0,-2 10 0,-2 14 0,-2 7 0,2 7 0,3 5 0,1 9 0,0 4 0,0 3 0,0 3 0,0 0 0,0 1 0,0 4 0,0-3 0,0 5 0,1-7 0,5-1 0,-4 1 0,6-2 0,-8-5 0,0-4 0,-8-13 0,-1-11 0,-9-9 0,1-8 0</inkml:trace>
  <inkml:trace contextRef="#ctx0" brushRef="#br0" timeOffset="28">31182 10677 8912,'8'-34'0,"-4"1"0,7 4 0,8 5 0,10 6 0,5 1 0,6 2 0,6 3 0,4 7 0,-6 3 0,-2 9 0,-8 7 0,1 7 0,-8 6 0,-10 9 0,-11 2 0,-4 2 0,-10 8 0,-4-12 0,-11 6 0,-5 0 0,-5-7 0,-3 1 0,-2-5 0,-2-1 0,-1-5 0,13-2 0,1-12 0,2-5 0,2-4 0,14-2 0,-7-15 0,7-4 0</inkml:trace>
  <inkml:trace contextRef="#ctx0" brushRef="#br0" timeOffset="29">31767 10075 8912,'2'-17'0,"2"0"0,2 0 0,-1 7 0,-5 6 0,0 16 0,0 7 0,0 17 0,0 4 0,0 4 0,0 10 0,0 1 0,0 2 0,6 1 0,0-7 0,2-1 0,-3-4 0,5 0 0,7-12 0,0 2 0,0-13 0,6-8 0,0-9 0,0-4 0,2-2 0,-6-8 0,12-9 0,-8-11 0,-2-5 0,-2 5 0,-2-1 0,-2-6 0,-3-5 0,-4 8 0,-8 1 0,0 8 0,0 2 0,0 8 0,0 2 0,-8 7 0,4 4 0,-7 11 0,-1 12 0,-5 6 0,0 3 0,0 3 0,5-1 0,3 0 0,1 1 0,2-3 0,6-3 0,2-6 0,4-4 0,11-10 0,10-1 0,9-10 0,4-4 0,4-3 0,2-16 0,0-4 0,-6-3 0,6-2 0,-8 1 0,1 4 0,-9 7 0,-3 4 0,-4 7 0,-4 3 0,4 8 0,-4 4 0,-4 6 0,-1 9 0,-3 6 0,-7 11 0,4 0 0,-8 6 0,0 0 0,-8-6 0,-7 12 0,-12-8 0,-6-1 0,3-3 0,-20-7 0,4-1 0,-3 1 0,-3-2 0,-5-4 0,-3-10 0,-1-2 0,-2-7 0,-4 10 0,4-9 0,6-1 0,11-10 0,-4-3 0,14-16 0,-6-2 0</inkml:trace>
  <inkml:trace contextRef="#ctx0" brushRef="#br0" timeOffset="30">6126 15749 8912,'-11'0'0,"1"-2"0,3-4 0,1 4 0,6-7 0,2 5 0,4-2 0,3-5 0,8 5 0,2-2 0,2 5 0,2-3 0,6-2 0,-4 4 0,2-1 0,-4-1 0,5 6 0,3 0 0,1 0 0,-5 0 0,6 0 0,-5 0 0,5 0 0,1 0 0,6 0 0,1 2 0,-3 4 0,4-4 0,-2 3 0,8-3 0,-2-2 0,5 0 0,7 0 0,-5 0 0,5 0 0,3 0 0,0 0 0,2 0 0,0 0 0,-7-7 0,9 5 0,-6-4 0,2 4 0,0 2 0,2 0 0,6 2 0,0 4 0,0-4 0,13 5 0,-7-7 0,-3 0 0,-7 0 0,-2 0 0,2-2 0,8-2 0,2-1 0,5-9 0,-5 3 0,-3 1 0,-9-1 0,2 5 0,-7-3 0,-3 1 0,-1 2 0,-1 0 0,5 1 0,5 1 0,4 2 0,-4 2 0,0 0 0,2 0 0,-4 0 0,0 0 0,0 0 0,1 0 0,-7 0 0,10 2 0,-6 2 0,3 1 0,-1 1 0,2-6 0,-6 0 0,-11 0 0,8 2 0,-9 4 0,1-4 0,-11 3 0,5-1 0,2 0 0,2 4 0,4 1 0,-4-3 0,2 5 0,0-5 0,5 6 0,-1-7 0,-4 7 0,2-8 0,-8 1 0,8 5 0,-12-8 0,2 4 0,-7-4 0,-1-2 0,-7 0 0,6 0 0,-6 0 0,6 0 0,-5 0 0,3 0 0,4 0 0,1 7 0,3-5 0,-1 4 0,1-4 0,-1-2 0,0 0 0,1 5 0,-1 1 0,1 2 0,-1-4 0,0 1 0,1-1 0,-1-2 0,1 0 0,-1 2 0,1 2 0,-1-1 0,0-5 0,1 0 0,-1 0 0,1 0 0,-1 0 0,-5 0 0,-1 0 0,-1 0 0,4 0 0,-3 0 0,3 0 0,2 0 0,-5 0 0,1 0 0,1 0 0,1 0 0,-2 0 0,3 0 0,-3 0 0,-4 0 0,7 0 0,-5 0 0,0 0 0,3 0 0,-5 0 0,0 0 0,0 0 0,6 0 0,-5 0 0,9-2 0,-1-3 0,1 3 0,-1-4 0,8-2 0,4 3 0,-2-3 0,2 2 0,-8 4 0,4-5 0,0-1 0,-5 6 0,3-5 0,-4-1 0,-2 6 0,1-4 0,-1 2 0,1-1 0,-1 3 0,1-4 0,-7 4 0,1 2 0,0-6 0,5 1 0,0-1 0,1 6 0,-1 0 0,1 0 0,-7 0 0,1 0 0,-2 0 0,1 0 0,5 0 0,-4 0 0,3 0 0,3-2 0,-1-2 0,0-2 0,1 1 0,7 5 0,4 0 0,4 0 0,9 0 0,2-6 0,10-2 0,3-1 0,5 5 0,7-2 0,-8-3 0,12 5 0,0-8 0,-42 7 0,1-1 0,4 0 0,1 1 0,2-1 0,-1 0 0,0 1 0,-1-1-241,3-3 1,1 0-1,1 1 1,1-1 240,5 1 0,2-1 0,-4 0 0,2 1 0,6-1 0,1 1 0,-4-2 0,0 1-949,3-3 1,1 1 948,-2 1 0,0 1 0,4-4 0,1 1 0,0 3 0,-1 0 0,-1 1 0,-1-1 0,0 1 0,0-1-249,-1 0 0,1 1 0,2-1 0,1 1 249,5-1 0,1 1 0,-3-1 0,-1 0 0,1 1 0,1 1 0,-4 0 0,1 1 0,-1 0 0,1 0 0,0 0 0,1 1 0,2-1 0,0 0 0,0 1 0,-1 1 0,-1 0 0,-1 0 0,0-2 0,-1 1 0,3 2 0,-1 0 0,-2-1 0,-1 0 0,1 1 0,-1 1 0,-3 1 0,0 0 0,5-6 0,1 0 0,-3 4 0,-1 1 0,1 0 0,-1 0 0,2-2 0,-1 0 0,1 1 0,0 0 0,-5-1 0,1 1 0,4 1 0,-1 0-83,-2-1 0,-2 0 0,-4 0 0,0 0 0,0 2 1,2 0 82,1-1 0,1-1 0,-2 2 0,0 0 0,1-2 0,0 0 0,-4 1 0,0 0-4,-5-1 0,0 1 0,4 1 1,0 0 3,2-2 0,0 0 0,-2 2 0,0 0 0,0 1 0,-2 0 0,-3 0 0,-1 0 0,-1 0 0,1 0 0,1 0 0,2 0 0,4 0 0,0 0 0,-5 0 0,-1 0 0,4 0 0,0 0 0,-7 0 0,-1 0 237,-1 0 0,1 0 0,1 0 1,1 0-238,0 0 0,0 0 0,-1 3 0,-1 0 0,0 0 0,-1-1 0,-1 1 0,-1 0 0,-3 0 0,0 0 0,0 0 0,-1 0 0,2-1 0,0-1 0,0 1 0,-1 0 0,1 0 0,0 0 0,45 4 333,-1-2 1,-4-1-334,-10 3 0,2-4 0,-7 4 0,7 3 0,-1-5 0,6 6 0,0-3 0,-5-1 0,-15-6 0,-4 0 316,-6 0 1,-3 6-317,-3 0 0,-7-1 0,-4-5 0,4 0 0,-7 0 0,1 0 865,-7 0-865,-7 0 0,-6 0 368,-1 0 1,-6 0-369,1 0 516,-8 0-516,3 0 0,-7 0 0,-2 0 0,-3 0 0,3 0 0,-6 0 0,8 0 0,0 0 0,-2 6 0,-4 0 0,-3 7 0,-24 4 0,-3 10 0</inkml:trace>
  <inkml:trace contextRef="#ctx0" brushRef="#br0" timeOffset="31">9740 16333 8912,'10'-26'0,"3"1"0,-5 8 0,-1 0 0,3-1 0,-2 1 0,-1 0 0,-1 5 0,-6 1 0,0 7 0,0-2 0,0 12 0,-8 4 0,-3 9 0,-6 4 0,-6 5 0,-10 5 0,-7 1 0,-8 1 0,-3 5 0,-13 0 0,-4 6 0,-7-4 0,-5 0 0,-4 0 0,5 2 0,7-8-463,7-3 463,13-11 0,10 3 0,23-15 0,3-2 0,32-8 0,9 0 0,11 0 0,8 0 0,8 0 0,-1 0 0,7 0 0,1 0 0,-2 0 0,-3 0 0,-6 7 0,-14-3 0,-3 7 463,-9 3-463,1 9 0,-24 0 0,-5 9 0,-15 4 0,-18 10 0,-4-2 0,-7 6 0,4-4 0,-2 1 0,10-8 0,3-5 0,5-3 0,16-10 0,-7-2 0,18-10 0,5-1 0,5-2 0,12-6 0,4 0 0,10 0 0,9 0 0,2-2 0,4-2 0,1-2 0,3-7 0,-8 3 0,-2-7 0,0 0 0,-13 7 0,9-5 0,-15 6 0,-2-1 0,-2-5 0,-7 13 0,-3-6 0,-1 1 0,-3 5 0,3-21 0,2 4 0</inkml:trace>
  <inkml:trace contextRef="#ctx0" brushRef="#br0" timeOffset="32">10342 16471 8912,'10'-10'0,"-2"3"0,-8 9 0,0 3 0,0 7 0,-2 5 0,-4 6 0,-2 6 0,-3 9 0,5 2 0,-2 6 0,3-4 0,1 2 0,2 4 0,2-6 0,0-2 0,0-4 0,2-9 0,4-4 0,5-6 0,4-6 0,10-3 0,-4-8 0,8-2 0,2-4 0,1-3 0,3-8 0,-1-1 0,0 1 0,-7 0 0,-2 6 0,-8 1 0,0 2 0,-7 3 0,-2 5 0,-8 0 0,-8 0 0,-2 0 0</inkml:trace>
  <inkml:trace contextRef="#ctx0" brushRef="#br0" timeOffset="33">10876 16763 8912,'0'-9'0,"0"1"0,0 8 0,0 8 0,0 1 0,0 10 0,0 4 0,2-4 0,2 6 0,1-2 0,-1 0 0,-2 8 0,-2-10 0,0 5 0,0-1 0,0-2 0,0-6 0,0 1 0,0-1 0,8-8 0,1 7 0,9-7 0</inkml:trace>
  <inkml:trace contextRef="#ctx0" brushRef="#br0" timeOffset="34">11065 16523 8912,'-17'0'0,"0"0"0,0 0 0,-1 0 0,7 0 0,-1 0 0,9 0 0,-7 0 0,4 0 0,4 0 0,-3 0 0,10 0 0,-1-6 0,8-2 0,1-1 0,-5 5 0,5-11 0,-7 3 0,0 4 0,-6 1 0,7-1 0,3-1 0</inkml:trace>
  <inkml:trace contextRef="#ctx0" brushRef="#br0" timeOffset="35">8931 17761 8912,'-5'-12'0,"-1"1"0,-8 7 0,5 0 0,-1 8 0,-3 5 0,7 10 0,0 2 0,-1 2 0,5 8 0,-4-4 0,4 1 0,2 1 0,0-6 0,0 4 0,0-3 0,0-2 0,0-3 0,0-2 0,0-8 0,0-1 0</inkml:trace>
  <inkml:trace contextRef="#ctx0" brushRef="#br0" timeOffset="36">8794 17606 8912,'-10'-17'0,"-5"-8"0,7 11 0,-3-3 0,3 11 0,0-1 0,8 7 0,0 0 0,10 0 0,5 0 0,2 0 0,1 0 0,-1 0 0,0 0 0,0 0 0,0 0 0</inkml:trace>
  <inkml:trace contextRef="#ctx0" brushRef="#br0" timeOffset="37">9275 17795 8912,'-7'-17'0,"5"5"0,-2 1 0,8-3 0,5 7 0,16-7 0,4 9 0,4-3 0,-1 4 0,-3-2 0,3 1 0,-5 5 0,7 0 0</inkml:trace>
  <inkml:trace contextRef="#ctx0" brushRef="#br0" timeOffset="38">9275 18070 8912,'0'-17'0,"2"0"0,4-1 0,9 7 0,10-1 0,2-3 0,4-6 0,9 2 0,-2-6 0,6 8 0,-2 0 0,-2 0 0,-5-1 0</inkml:trace>
  <inkml:trace contextRef="#ctx0" brushRef="#br0" timeOffset="39">9775 17761 8912,'9'7'0,"-1"-5"0,-8 6 0,0-1 0,0 5 0,0 3 0,0 2 0,0 0 0,0 6 0,0 0 0,-2 0 0,-2 0 0,-2 0 0,1 0 0,-1-6 0,-2 0 0,-1 1 0,5-1 0,-6-8 0,4-3 0,5-4 0,-7-6 0,8-7 0,0-8 0,2-16 0,2-1 0,1-4 0,9-4 0,-5-6 0,9 4 0,4-1 0,3 6 0,2 3 0,2 4 0,5 5 0,1 4 0,-1 16 0,0 3 0,1 4 0,-6 17 0,-3 8 0,-3 10 0,-7 7 0,1-4 0,-8 12 0,7-6 0,-5 2 0,4-13 0,-5 9 0,7-14 0</inkml:trace>
  <inkml:trace contextRef="#ctx0" brushRef="#br0" timeOffset="40">11771 16419 8912,'0'-22'0,"0"-1"0,-2 2 0,-4 3 0,-5 7 0,-7 3 0,-3 8 0,-3 4 0,-3 8 0,-8 7 0,-5 17 0,4 4 0,5 6 0,-1 6 0,3 5 0,-2 6 0,3 4 0,3 3 0,8 3 0,1 2 0,5-3 0,3-3 0,10-8 0,4-9 0,4-14 0,9-13 0,4-4 0,5-6 0,5-9 0,1 1 0,1-7 0,1-7 0,4-5 0,4-11 0,8-3 0</inkml:trace>
  <inkml:trace contextRef="#ctx0" brushRef="#br0" timeOffset="41">11891 16729 8912,'0'-17'0,"0"0"0,0-1 0,-2 9 0,-3 3 0,-5 6 0,-7 6 0,0 11 0,-6 12 0,0 11 0,-2 6 0,2 11 0,6-4 0,-1 7 0,11-1 0,5-8 0,2 1 0,4-10 0,7-6 0,1-9 0,20-4 0,-3-12 0,3-3 0,3-8 0,-1-2 0,1-4 0,-1-5 0,0-4 0,-5-10 0,0-4 0,1-3 0,-3-5 0,2-3 0,-8 4 0,2-4 0,-12 4 0,-1-4 0,-6-1 0,1 3 0,-6 10 0,-9 3 0,-7 9 0,0 5 0,-8 3 0,-4 10 0,-2 4 0,3 5 0,-5 12 0,6-4 0,-15 14 0,-2-6 0</inkml:trace>
  <inkml:trace contextRef="#ctx0" brushRef="#br0" timeOffset="42">11685 17124 8912,'-18'-17'0,"9"8"0,3-7 0,12 5 0,5-4 0,14-3 0,10 1 0,-1 0 0,6 0 0,4 0 0,2-1 0,2 1 0,-2 0 0,4 0 0,-8 0 0,3-1 0,-1-1 0,-3-4 0,-13 4 0,12-13 0,-13 5 0</inkml:trace>
  <inkml:trace contextRef="#ctx0" brushRef="#br0" timeOffset="43">12356 16265 8912,'2'23'0,"3"0"0,5 7 0,7 3 0,2 9 0,4 2 0,-2 3 0,6 9 0,-2 3 0,-4 2 0,-2 2 0,-4 8 0,-3 1 0,-6 3 0,-20-1 0,-5-11 0,-15-3 0,-1-7 0,-7 3 0,-2-13 0</inkml:trace>
  <inkml:trace contextRef="#ctx0" brushRef="#br0" timeOffset="44">5283 17090 8912,'-2'-23'0,"-4"0"0,-1 0 0,-7 6 0,3 2 0,-2 3 0,3 1 0,-2 11 0,9 11 0,-3 18 0,4 3 0,2 3 0,-6-1 0,1 1 0,1-1 0,2 0 0,2-1 0,0-5 0,0-5 0,0-4 0,-8-1 0,6-7 0,-5-1 0,-1-3 0,4-9 0,-5-11 0,1-8 0,-5-6 0,11-15 0,-4-5 0,4-9 0,-4 1 0,1-8 0,1-2 0,2-2 0,2 6 0,0 9 0,0 14 0,0 7 0,0 7 0,2 8 0,3 7 0,7 9 0,3 15 0,8 19 0,0 12 0,2 4 0,-2 1 0,-2 3 0,6 1 0,-2 3 0,5-1 0,-11-7 0,4-4 0,-6 1 0,-5-7 0,1 6 0,-7-8 0,-2-5 0,-10-6 0,-11-10 0,-10 0 0</inkml:trace>
  <inkml:trace contextRef="#ctx0" brushRef="#br0" timeOffset="45">5231 17159 8912,'0'-12'0,"0"1"0,0 7 0,6-6 0,2 7 0,1-3 0,3 0 0,7 0 0,4-1 0,6-3 0,3 6 0,10-11 0,4 4 0,4-5 0,1-1 0,-7 0 0,-3 0 0,-1 0 0,-6-1 0,-3 1 0,-16 6 0,-4-1 0,-3 9 0,-8-5 0,0 16 0,0 5 0,0 8 0,0 4 0,0 5 0,0-3 0,0-2 0,0 5 0,2-5 0,4 4 0,5-6 0,5-4 0,-5-9 0,0-5 0,3-3 0,1-2 0,2 0 0,1-4 0,-1-7 0,0-1 0,0-18 0,-2 5 0,-3-2 0,3-1 0,-7-5 0,5 3 0,-1 1 0,-3 8 0,5-2 0,-5 4 0,-1 2 0,-2-1 0,1 9 0,-5 1 0,14 8 0,-15 8 0,13-4 0,-8 7 0,-3 3 0,7 1 0,-6 0 0,5-1 0,-1-3 0,5-1 0,-1 1 0,-5 4 0,9-13 0,-5 4 0,5 2 0,1-3 0,0-1 0,0-4 0,2-6 0,2-3 0,2-1 0,0-5 0,-6 2 0,1-8 0,-1 0 0,0 13 0,0-15 0,0 12 0,-5 1 0,-1-1 0,1 7 0,-3-4 0,1 8 0,-4 0 0,-2 8 0,7 3 0,1 4 0,-1-5 0,0-4 0,-7-4 0,12-2 0,-15 0 0,15 0 0,-14-8 0,3-3 0,-3 3 0,-2-2 0,0 5 0,0 3 0,0-6 0,0 8 0,0 2 0,0 4 0,0-4 0,0 13 0,0-4 0,0 5 0,0 1 0,2-4 0,4 4 0,-4-3 0,6 9 0,-3-4 0,1 0 0,-2 4 0,-2-4 0,-2 8 0,0-4 0,0 5 0,0-3 0,-8 2 0,-3-6 0,-5 2 0,7 0 0,-7-6 0,5-2 0,-4-3 0,-2 3 0,5-13 0,1 4 0,7-5 0,-4-2 0,8-5 0,0-6 0,8-11 0,1 4 0,9-4 0,-1 4 0,0 2 0,6 0 0,2-2 0,1-4 0,-4 4 0,8-8 0,-5 6 0,2-2 0,-6 0 0,9 0 0,-7 0 0,-2 2 0,-2 0 0,-3 0 0,-3-2 0,-1 2 0,-9 2 0,5 8 0,-8-1 0,-8 9 0,-1-3 0,-8 12 0,-1 11 0,1 11 0,-2 5 0,0 1 0,2 1 0,-4-1 0,13 0 0,-3 1 0,5-1 0,4 1 0,4-7 0,4-3 0,7-4 0,8-6 0,13-9 0,10 2 0</inkml:trace>
  <inkml:trace contextRef="#ctx0" brushRef="#br0" timeOffset="46">7572 17021 8912,'-12'12'0,"1"-3"0,-3-1 0,-1-2 0,6-6 0,1 0 0,8-2 0,2-2 0,4-2 0,-4 0 0,7 6 0,-3 0 0,-4-2 0,3-3 0,-1 3 0,2-4 0,-4 4 0,6 2 0,-8 0 0,0 0 0,-8-7 0,-2-3 0</inkml:trace>
  <inkml:trace contextRef="#ctx0" brushRef="#br0" timeOffset="47">5214 17743 8912,'0'-19'0,"0"-2"0,-2-2 0,-2 2 0,-3 4 0,-1 4 0,1 1 0,-1 10 0,4 4 0,-4 14 0,-1 10 0,5 16 0,-4 8 0,3 5 0,-1 1 0,0-3 0,6-1 0,0-2 0,0-5 0,2 3 0,2-8 0,4-2 0,1-1 0,3-12 0,5-8 0,0-8 0,8-16 0,2-3 0</inkml:trace>
  <inkml:trace contextRef="#ctx0" brushRef="#br0" timeOffset="48">5352 17898 8912,'-17'17'0,"7"0"0,2 1 0,7-1 0,-5 0 0,4 0 0,-4 0 0,12 1 0,-2-3 0,7-2 0,3-3 0,1-3 0,2-3 0,6-2 0,0-2 0,2-2 0,-2-3 0,-4-5 0,4-7 0,-4-6 0,-2 0 0,-2-6 0,-3 6 0,-4-7 0,-8 9 0,0-8 0,0 8 0,0-2 0,-2 10 0,-4 1 0,-4 9 0,-7-3 0,0 4 0,0 10 0,-8 1 0,-2 8 0</inkml:trace>
  <inkml:trace contextRef="#ctx0" brushRef="#br0" timeOffset="49">6057 17640 8912,'-1'-23'0,"-5"0"0,-4 8 0,-7 9 0,0 4 0,0 2 0,5 10 0,1 5 0,-3 8 0,-1 4 0,-2 7 0,0 6 0,-1 1 0,1-7 0,0 0 0,5 1 0,1-1 0,1-5 0,-1-3 0,5-1 0,4-2 0,2-6 0,0 1 0,8-7 0,3 1 0,7-9 0,5 3 0,-2-4 0,7-2 0,3 0 0,7-8 0,2-1 0,-1-3 0,-3 1 0,6-1 0,-13 3 0,-1 3 0,-7 4 0,-3-5 0,-9 7 0,-3 0 0,-12 7 0,-7 9 0,-6-1 0,-4 2 0,0-4 0,5 6 0,1-7 0,8-1 0,1-1 0,18-10 0,7-12 0,8-5 0,9-6 0,1 4 0,5-7 0,0 4 0,-2 0 0,-3-7 0,-7 6 0,-5 0 0,-4-2 0,-2 6 0,-7-6 0,-4 8 0,-4 8 0,-4 1 0,-4 8 0,-4 0 0,-5 8 0,2 3 0,1 4 0,7 8 0,-7 0 0,6 2 0,-5-2 0,7-4 0,-9 6 0,7-8 0,2 0 0,2 8 0,-4-6 0,-1 4 0,-3-4 0,5-2 0,-7 1 0,6-1 0,-5 0 0,-6 2 0,-8 2 0,-2 4 0,-4 2 0,-9-4 0,-6 5 0,4-7 0,-5 4 0,6-8 0,3 0 0,4-7 0,5-4 0,4-4 0,8-10 0,0-17 0,0-11 0</inkml:trace>
  <inkml:trace contextRef="#ctx0" brushRef="#br0" timeOffset="50">7417 17073 8912,'11'0'0,"1"0"0,-8 0 0,5 0 0,-3 0 0,-2-2 0,7-2 0,3-2 0,1 3 0,2 1 0,8-4 0,4-2 0,3 1 0,3-1 0,5 0 0,0 3 0,0 3 0,-5-4 0,7-4 0,2 1 0</inkml:trace>
  <inkml:trace contextRef="#ctx0" brushRef="#br0" timeOffset="51">7589 17313 8912,'-17'6'0,"0"0"0,5 0 0,1-6 0,7 0 0,-4 0 0,18 0 0,7 0 0,10 0 0,11-8 0,2-3 0,2-5 0,-2-1 0,-5 0 0,-1 0 0,-1 5 0,-10 3 0,-2 1 0,5-5 0,1 3 0</inkml:trace>
  <inkml:trace contextRef="#ctx0" brushRef="#br0" timeOffset="52">13578 17021 8912,'-27'0'0,"4"0"0,4 0 0,2 0 0,11 0 0,14-2 0,20-2 0,20-1 0,19-9 0,13 5 0,6-3 0,8 3 0,-43 5 0,1 0 0,7-5 0,3-1 0,5 1 0,1-1 0,3-2 0,0-1 0,0-2 0,-1 0 0,-1-1 0,-2-1 0,-3 0 0,-2 0 0,-2 1 0,-3-1 0,-9 2 0,-2 0 0,32-10 0,-19 6 0,-28-2 0,-18 19 0,-18-4 0,1 4 0,-8 2 0,-1 0 0,-2 0 0,-3 0 0,1 0 0,0 0 0,6 6 0,-1 0 0,8-1 0,-3-7 0,7-3 0,7-20 0,3-11 0</inkml:trace>
  <inkml:trace contextRef="#ctx0" brushRef="#br0" timeOffset="53">15144 16248 8912,'-2'-33'0,"-4"4"0,4-1 0,-4 7 0,4 6 0,4 5 0,6 1 0,9 1 0,8 10 0,4 14 0,-1 12 0,3 9 0,2 16 0,1 1 0,-2 17 0,-1-1 0,-4 3 0,-2 0 0,-2-2 0,-6-1 0,0 1 0,-7 0 0,-5 0 0,-3-1 0,-15-6 0,-4-5 0,-4-4 0,-4-1 0,-4 0 0,-3-16 0,-3 4 0,1-13 0</inkml:trace>
  <inkml:trace contextRef="#ctx0" brushRef="#br0" timeOffset="54">16159 15663 8912,'-6'-17'0,"0"0"0,3-1 0,1 16 0,2 10 0,0 11 0,5 8 0,1 7 0,0 1 0,0-1 0,-1 0 0,1-5 0,-6 0 0,0-1 0,0-1 0,0 4 0,0-8 0,-2-8 0,-3-9 0,-13-12 0,-8-4 0</inkml:trace>
  <inkml:trace contextRef="#ctx0" brushRef="#br0" timeOffset="55">15866 15543 8912,'-9'-8'0,"-6"-2"0,13 1 0,-4-1 0,12 5 0,3 3 0,16-8 0,4 6 0,3-1 0,10-1 0,0-2 0,6-1 0,-2-1 0,-8-5 0,4 5 0</inkml:trace>
  <inkml:trace contextRef="#ctx0" brushRef="#br0" timeOffset="56">16968 15439 8912,'-17'-34'0,"-1"0"0,-1 1 0,-2 5 0,-2 5 0,-5 4 0,5 1 0,-8 9 0,10 1 0,-6 8 0,2 2 0,4 4 0,2 5 0,2 12 0,0 6 0,1 5 0,5 6 0,3-1 0,8 6 0,0 7 0,0 5 0,8 1 0,2-7 0,7 1 0,-6-1 0,1 1 0,-1-2 0,6-5 0,1-4 0,-9-5 0,-1-4 0,-8-3 0,0-4 0,0-8 0</inkml:trace>
  <inkml:trace contextRef="#ctx0" brushRef="#br0" timeOffset="57">16417 15904 8912,'0'-18'0,"0"1"0,2 6 0,4-1 0,11 9 0,17-13 0,12 7 0,4-1 0,9-5 0,4 3 0,2-3 0,-2-2-344,4 0 1,-21 0-1,4-1 1</inkml:trace>
  <inkml:trace contextRef="#ctx0" brushRef="#br0" timeOffset="58">17346 15732 8912,'0'9'0,"0"1"0,0-4 0,0-5 0,0 15 0,0-7 0,0 3 0,0-1 0,0 1 0,0 5 0,0 0 0,0-7 0,0-3 0,-7-7 0,-3 0 0</inkml:trace>
  <inkml:trace contextRef="#ctx0" brushRef="#br0" timeOffset="59">17604 15577 8912,'18'17'0,"-9"0"0,5 1 0,-9-1 0,1 0 0,0-6 0,0 1 0,-3 1 0,-1 3 0,-2 1 0,0 0 0,0-6 0,0 1 0,0-8 0,0 11 0,0-13 0,0 5 0,-2-7 0,-3 0 0,3-1 0,-4-5 0,4-6 0,2-3 0,0-2 0,0 0 0,0 0 0,0-1 0,0 1 0,0 0 0,0 0 0,0 0 0,6 5 0,1 1 0,3-1 0,3 3 0,-3-5 0,1 9 0,-5-1 0,6 6 0,-7 0 0,5 2 0,-2 3 0,5 5 0,-9 7 0,5 0 0,-1 1 0,-2-1 0,0-6 0,-1 1 0,1-1 0,-4 4 0,4-3 0,3-6 0,6-12 0,-3-6 0,3-3 0,-7-2 0,5 0 0,-1 0 0,-1-1 0,1 1 0,-3 0 0,-1 0 0,5 7 0,-9-3 0,8 7 0,-7 0 0,7 6 0,-6 2 0,5 2 0,2 2 0,-5 7 0,7-3 0,-3 7 0,3 0 0,2 0 0,1-1 0,1-3 0,4-2 0,-4-7 0,6 6 0,-8-6 0,0 1 0,0 1 0,0-6 0,1-7 0,-1-3 0</inkml:trace>
  <inkml:trace contextRef="#ctx0" brushRef="#br0" timeOffset="60">18327 15302 8912,'-9'0'0,"-7"0"0,14 0 0,-13 8 0,13 1 0,-3 10 0,3 4 0,2 4 0,2 9 0,1 2 0,3 2 0,0 1 0,0-1 0,1 0 0,3-2 0,-6-2 0,9-7 0,-7 0 0,-1-8 0,-3-2 0,4-8 0,-4-7 0,6 4 0,-8-16 0,0-3 0,0-5 0,0-1 0,0 0 0,0 0 0,0 0 0,7-1 0,3 1 0,-1 0 0,7 0 0,-7 5 0,8 3 0,1 1 0,-1-5 0,0 11 0,0-4 0,1 4 0,-7 4 0,0 4 0,-7 3 0,2 9 0,-6-1 0,-6 0 0,-5 0 0,-1 0 0,-1 1 0,0-1 0,-10 0 0,11 0 0,-7 0 0,8 0 0,-5-7 0,-1-4 0,8 3 0,1 1 0</inkml:trace>
  <inkml:trace contextRef="#ctx0" brushRef="#br0" timeOffset="61">18723 15577 8912,'-17'0'0,"0"0"0,-1-6 0,1 1 0,0-1 0,0 6 0,0 0 0,-1 0 0,1 7 0,8-3 0,1 8 0,0 1 0,6-5 0,-5 7 0,7-4 0,0-1 0,0 1 0,2-7 0,3 2 0,-3 4 0,8-8 0,-4 3 0,3-3 0,3-4 0,-1-3 0,1 3 0,3-6 0,-2 2 0,-1 0 0,-1 1 0,1 5 0,-1 0 0,3 0 0,1 0 0,-4 0 0,1 0 0,-1 0 0,6 2 0,1 3 0,-1-1 0,0 8 0,-5-8 0,-1 1 0,-7-3 0,11-2 0,-5 0 0</inkml:trace>
  <inkml:trace contextRef="#ctx0" brushRef="#br0" timeOffset="62">18895 15302 8912,'-9'-8'0,"1"6"0,0-5 0,-3 7 0,3 2 0,2 3 0,-3 5 0,7 15 0,-4 5 0,4 9 0,2-3 0,0 6 0,0-2 0,0 0 0,8 0 0,1-5 0,9-1 0,-1 0 0,0-7 0,6-4 0,0-12 0,6 3 0,-6-8 0,5-1 0,-5-5 0,6-7 0,-6-5 0,7-11 0,-3-3 0</inkml:trace>
  <inkml:trace contextRef="#ctx0" brushRef="#br0" timeOffset="63">19222 15560 8912,'-9'0'0,"-7"0"0,5 0 0,3 7 0,-5-3 0,7 8 0,-7-1 0,11 1 0,-4-1 0,4 2 0,2-5 0,0 2 0,0-5 0,0-1 0,0 8 0,2-8 0,4 1 0,5-3 0,-3 6 0,7-6 0,-3 3 0,3-3 0,-6-2 0,7 0 0,-5 0 0,5 0 0,-5-5 0,0-3 0,3-2 0,1-1 0,2-1 0,1 1 0,-1 0 0,-6 1 0,1 4 0,-8 4 0,5 2 0,-3 0 0,-4 0 0,11 2 0,-5 2 0,1 2 0,-5 0 0,11-1 0,-3 1 0,3 0 0,2-6 0,1 0 0,-1 0 0,0 0 0,-7-2 0,-5-4 0,5 4 0,-8-13 0,4 3 0,-5 5 0,-1-3 0,0 5 0,0 3 0,0-8 0,0 4 0,0 4 0,2-7 0,4 5 0,6-2 0,3 1 0,2 5 0,0 0 0,8 0 0,-4 0 0,6 0 0,-2 0 0,5 0 0,-9 0 0,6 0 0,-2 0 0,-2 0 0,-6-6 0,0 0 0,1 0 0,-1 6 0,0-5 0,0-3 0,0-2 0,1 7 0,-7-13 0,1 5 0,1-4 0,2-8 0,3 0 0,-9-2 0,-3 2 0,3 4 0,-7-12 0,4 8 0,-4 2 0,-4 10 0,-6 7 0,-9 8 0,0 7 0,-6 12 0,-4 4 0,8 15 0,-4 4 0,4 4 0,2 1 0,7-5 0,5 0 0,3-8 0,5 2 0,9-3 0,17-11 0,22-3 0,10-11 0,14-7 0,3-3 0,5-9 0,-7-7 0,-7-7 0,-19 0 0,-6-5 0,-12 1 0,1-6 0,-7 4 0</inkml:trace>
  <inkml:trace contextRef="#ctx0" brushRef="#br0" timeOffset="64">19480 16437 8912,'17'-6'0,"-1"-2"0,-3-1 0,-3-5 0,-1 1 0,-1 0 0,0 1 0,-3 6 0,-5-5 0,0 7 0,0-2 0,-4 12 0,-5 6 0,-8 3 0,-14 10 0,-1 1 0,-9 3 0,-3 0 0,-1-1 0,-5 7 0,0-1 0,0 1 0,-3-1 0,-4 2 0,-1 2 0,-5 3 0,4-1 0,-4 0 0,11-2 0,8-5 0,13-7 0,7-9 0,14-7 0,12-2 0,15-10 0,12-2 0,9-2 0,6-7 0,8 1 0,-1-3 0,1-2 0,0 0 0,-5 5 0,5 1 0,-12 7 0,6-2 0,-8 4 0,-7 6 0,-6 6 0,-10 11 0,-7 7 0,-10 9 0,-14 8 0,-16 5 0,-10 9 0,-2 2 0,-2 3 0,-6-3 0,3-4 0,3-4 0,11-9 0,7 4 0,11-10 0,7-5 0,8-8 0,8-6 0,3-2 0,18-7 0,8-5 0,7-3 0,9-2 0,3-7 0,3-7 0,6-7 0,-2 2 0,2-4 0,-5 4 0,1 2 0,-3 2 0,-7 3 0,-1 4 0,-10 8 0,-3 0 0,-10 0 0,3 0 0,-7 8 0,4 2 0</inkml:trace>
  <inkml:trace contextRef="#ctx0" brushRef="#br0" timeOffset="65">8260 16557 8912,'12'-11'0,"-3"-1"0,-1-1 0,-2-1 0,-1 1 0,1 1 0,0 11 0,-6 1 0,0 13 0,0 12 0,0 3 0,0 9 0,0-1 0,2 10 0,2 0 0,1-2 0,9 5 0,-5-3 0,1 4 0,9 0 0,-6-3 0,1-3 0,1-2 0,-7-2 0,-1-5 0,-14-1 0,-3 1 0</inkml:trace>
  <inkml:trace contextRef="#ctx0" brushRef="#br0" timeOffset="66">7985 17399 8912,'0'-9'0,"4"1"0,5 6 0,8-3 0,12 3 0,0-12 0,11 9 0,2-3 0,4 2 0,2 4 0,-8-3 0,-6 5 0,-9 5 0,-2 5 0,-21 15 0,6 1 0</inkml:trace>
  <inkml:trace contextRef="#ctx0" brushRef="#br0" timeOffset="67">8071 17864 8912,'-8'9'0,"6"8"0,-3 1 0,1 1 0,0 9 0,-4 5 0,-1 5 0,5 0 0,-2 8 0,-1-8 0,1 2 0,0-3 0,6-5 0,0-3 0,0-6 0,0-12 0,0-3 0,6-29 0,1-10 0,3-9 0,1 2 0,1-10 0,-1 8 0,-1-6 0,1 6 0,5-6 0,-5 6 0,4 2 0,3 9 0,-1-1 0,2 9 0,4 5 0,-4 7 0,4 9 0,-2 9 0,0 11 0,2 12 0,6 4 0,-6 10 0,-2 2 0,5 9 0,-4-3 0,6 3 0,1-3 0,5-3 0</inkml:trace>
  <inkml:trace contextRef="#ctx0" brushRef="#br0" timeOffset="68">17467 16729 8912,'-15'-12'0,"3"1"0,-3 9 0,5 4 0,1 13 0,3 12 0,-2 13 0,2 6 0,3 4 0,1 1 0,7 1 0,3-1 0,2-1 0,3-4 0,2 2 0,3-8 0,-3-4 0,-4-5 0,5-1 0,-7-7 0,1-2 0,-4-2 0,-5-2 0,-1 1 0</inkml:trace>
  <inkml:trace contextRef="#ctx0" brushRef="#br0" timeOffset="69">16796 17640 8912,'-18'2'0,"1"4"0,8-4 0,3 5 0,12-7 0,13-3 0,13-7 0,10-9 0,8-6 0,6-4 0,12-5 0,-5 7 0,1 4 0,-1 4 0,4 4 0,-4 3 0,-6 7 0,-17 5 0,-9 7 0,-10 9 0,-12 5 0,-5 9 0,-4-3 0</inkml:trace>
  <inkml:trace contextRef="#ctx0" brushRef="#br0" timeOffset="70">16933 17932 8912,'-23'2'0,"0"4"0,2 6 0,4 3 0,6 2 0,-5 8 0,7 4 0,-3 3 0,1 2 0,7 1 0,-2-1 0,4 1 0,2-1 0,0-2 0,-1-1 0,-5-2 0,4-14 0,-4 2 0,4-11 0,2 0 0,0-14 0,0-9 0,0 0 0,6-18 0,0 1 0,-1-1 0,-5-5 0,2 4 0,4 2 0,-4 5 0,4 2 0,-4 2 0,3 2 0,3 6 0,2 0 0,-5 6 0,7 1 0,1 2 0,3 3 0,1 14 0,0 8 0,2 2 0,4 10 0,-2 2 0,8 9 0,-1-4 0,7 4 0,-1-3 0,1-3 0,-1-7 0,0-2 0</inkml:trace>
  <inkml:trace contextRef="#ctx0" brushRef="#br0" timeOffset="71">18207 18242 8912,'-12'0'0,"3"2"0,-1 4 0,1 5 0,3 6 0,-4 4 0,3 4 0,3 2 0,-4 1 0,2 7 0,3-1 0,1 1 0,2-9 0,0-3 0,0-4 0,0-1 0,2-3 0,3-4 0,-3-3 0,6-8 0</inkml:trace>
  <inkml:trace contextRef="#ctx0" brushRef="#br0" timeOffset="72">18121 18104 8912,'-12'-2'0,"1"-1"0,-3-5 0,-1-2 0,6 7 0,1-5 0,10 8 0,4 0 0,3 0 0,10 0 0,4 0 0,2 0 0,4 0 0,1-6 0,-7 1 0,8-1 0,-12-2 0,6-1 0</inkml:trace>
  <inkml:trace contextRef="#ctx0" brushRef="#br0" timeOffset="73">18465 18190 8912,'2'10'0,"4"-4"0,-5 3 0,7-7 0,-8 6 0,0-8 0,0 0 0,0-8 0,0 6 0,0-13 0,0 5 0</inkml:trace>
  <inkml:trace contextRef="#ctx0" brushRef="#br0" timeOffset="74">18534 18569 8912,'-8'9'0,"6"-1"0,-13-8 0,11 0 0,-7 0 0,7 0 0,-4 0 0,16 7 0,1 3 0</inkml:trace>
  <inkml:trace contextRef="#ctx0" brushRef="#br0" timeOffset="75">19033 18345 8912,'-17'-17'0,"-1"0"0,9 0 0,1 1 0,2 3 0,1 1 0,-1 16 0,6 2 0,0 9 0,0 8 0,0 2 0,0 6 0,0-3 0,0 3 0,0 1 0,0 1 0,0-5 0,0-5 0,0 2 0,0-2 0,0-2 0,0-2 0,0-9 0,0-5 0,0-10 0,0-7 0,0-11 0,0 2 0,0-5 0,0 1 0,0-6 0,0 12 0,0-6 0,0 0 0,0 6 0,6-6 0,-1 8 0,-1 0 0,0 6 0,2-1 0,-2 8 0,7-1 0,-7 3 0,11 2 0,-5 2 0,-1 3 0,7 5 0,-7 7 0,1 0 0,5 0 0,-13 1 0,6-3 0,-1-4 0,-5-3 0,6 0 0,-8-6 0,7 5 0,3-7 0,2-7 0,-1-5 0,-5-1 0,5 1 0,-5-3 0,5 4 0,3-5 0,-5 7 0,3 3 0,-8 4 0,11 2 0,-4 0 0,-3 0 0,7 0 0,-3 0 0,3 0 0,4 0 0,4 0 0,-4 0 0,6 0 0,-6 0 0,4 0 0,-4 0 0,4 0 0,-11-8 0,1-1 0,-7-8 0,0 5 0,-8 3 0,-4 1 0,-4 2 0,-13 6 0,1 0 0,1 0 0,1 0 0,3 8 0,2 3 0,3 5 0,-3 1 0,7-6 0,-3 1 0,5 1 0,4 2 0,2 3 0,2-9 0,4-3 0,4-4 0,9-2 0,4 0 0,-4-8 0,11 1 0,-7-7 0,-2 5 0,-2-1 0,-1 1 0,-1 5 0,0-4 0,0 8 0,-5 8 0,-1 3 0,-7 4 0,2 3 0,3 6 0,-5 3 0,6 8 0,-3-1 0,7 0 0,-12-5 0,3 0 0,-3 1 0,4-3 0,0 2 0,0-8 0,-6 2 0,0-4 0,-8-2 0,-2 0 0,1 0 0,-7-7 0,7 3 0,-8-7 0,-1 0 0,1-6 0,0 0 0,7-8 0,3-2 0,14-7 0,3 0 0</inkml:trace>
  <inkml:trace contextRef="#ctx0" brushRef="#br0" timeOffset="76">19790 18448 8912,'10'-2'0,"-5"-3"0,5 3 0,-6-6 0,7 8 0,-7 0 0,4 0 0,-1 0 0,3 0 0</inkml:trace>
  <inkml:trace contextRef="#ctx0" brushRef="#br0" timeOffset="77">19790 18070 8912,'-11'0'0,"-1"0"0,-1 0 0,-3 0 0,-1 0 0,0 0 0,0 0 0,0 2 0,-1 4 0,1 5 0,0 4 0,2 10 0,3 2 0,6 2 0,4-1 0,4-7 0,4 0 0,6-5 0,3-5 0,8-7 0,0 0 0,-2-8 0,-2-8 0,-2-3 0,0-2 0,-1-6 0,-5 0 0,-5 2 0,-4-4 0,-2 2 0,0 2 0,0 2 0,0 8 0,-2-1 0,-4-1 0,4 5 0,-5 1 0,7 7 0,7 15 0,3 4 0</inkml:trace>
  <inkml:trace contextRef="#ctx0" brushRef="#br0" timeOffset="78">19876 18379 8912,'11'0'0,"1"0"0,-2 8 0,1 4 0,2-3 0,-7 3 0,2-7 0,-2 5 0,5-2 0,-3 5 0,1-11 0,-3 4 0,-4-5 0,13-1 0,-5 0 0,5-1 0,-2-5 0,-1-6 0,-1 5 0,1-7 0,-1 9 0,-5-7 0,5 6 0,1 1 0,5 5 0,-7 0 0,3 2 0,-7 3 0,-2 7 0,-2-5 0,3 9 0,1-5 0,-2 4 0,-2-5 0,-2 5 0,0-3 0,0 3 0,-2-5 0,-4-5 0,2-3 0,-7-4 0,-1-3 0,3-7 0,1-5 0,8-6 0,-8-4 0,7-1 0,-5-1 0,4-2 0,2 1 0,0 1 0,0-1 0,0 7 0,6-2 0,-1 2 0,3 6 0,-2 0 0,3-1 0,9 7 0,1 3 0,2 1 0,4 1 0,1 0 0,11-15 0,7 2 0</inkml:trace>
  <inkml:trace contextRef="#ctx0" brushRef="#br0" timeOffset="79">20564 18036 8912,'0'9'0,"-5"6"0,-1-3 0,0 3 0,6 2 0,0 1 0,0-1 0,0 6 0,2 0 0,2-2 0,2-2 0,7-2 0,-9 0 0,7 0 0,1 1 0,-1-9 0,1-3 0,-7 1 0,7-1 0,1-2 0,-3-4 0,1-6 0,1-3 0,5-8 0,-2-1 0,-3 1 0,3 0 0,-3 0 0,3 0 0,-6-1 0,7 9 0,-7 1 0,1 18 0,-4 7 0,-5 10 0,1 5 0,4 3 0,-4 5 0,4 0 0,-4 7 0,-2-4 0,2 2 0,3-5 0,-3-3 0,6-9 0,-8-1 0,0-2 0,-6-8 0,-1-7 0,-3-3 0,-3-3 0,-3-2 0,-1-10 0,0-9 0,0-9 0</inkml:trace>
  <inkml:trace contextRef="#ctx0" brushRef="#br0" timeOffset="80">20375 18225 8912,'-17'0'0,"0"0"0,5-2 0,1-4 0,-1 4 0,10-5 0,6 7 0,19 0 0,13-6 0,16 0 0,2-15 0,9-2 0,2-7 0,2-12 0,1-2 0</inkml:trace>
  <inkml:trace contextRef="#ctx0" brushRef="#br0" timeOffset="81">20100 16368 8912,'-2'-10'0,"-4"6"0,-5 8 0,-5 14 0,-1 10 0,2 5 0,1 3 0,3 4 0,-1 4 0,3 6 0,3-4 0,4 1 0,2-7 0,0-1 0,2-3 0,4-6 0,7-7 0,8-11 0,6-8 0,8-4 0,1-2 0,4-4 0,-2-5 0,10-12 0,4-4 0,3 0 0,2-5 0,-5 5 0,0-7 0</inkml:trace>
  <inkml:trace contextRef="#ctx0" brushRef="#br0" timeOffset="82">20530 16729 8912,'-10'2'0,"5"4"0,-3-3 0,2 9 0,-1-1 0,3 7 0,-2-1 0,2 0 0,2 0 0,2 6 0,0 0 0,0 0 0,0 0 0,0 0 0,0 0 0,0-6 0,8 0 0,2-7 0,7 5 0,0-6 0</inkml:trace>
  <inkml:trace contextRef="#ctx0" brushRef="#br0" timeOffset="83">20582 16299 8912,'-18'-8'0,"1"1"0,0-5 0,7-3 0,1 13 0,3-4 0,4 5 0,4 2 0,13 3 0,8 2 0,4-2 0,4-2 0,1-2 0,3 0 0</inkml:trace>
  <inkml:trace contextRef="#ctx0" brushRef="#br0" timeOffset="84">21081 16282 8912,'-25'0'0,"-4"6"0,-11-1 0,4 11 0,-6 3 0,-1 13 0,7 10 0,-4 10 0,11 9 0,6 8 0,4 9 0,4-2-999,3-1 999,5-4 0,9-4 0,3-4 0,7-8 120,11-15 0,-2-4-120,8-18 0,5 1 0,6-15 0,0-6 0,2-8 0,2-13 0,8-4 0</inkml:trace>
  <inkml:trace contextRef="#ctx0" brushRef="#br0" timeOffset="85">21356 16488 8912,'0'-17'0,"0"0"0,-2 5 0,-4 1 0,-3 7 0,-8 2 0,-1 12 0,-5 9 0,0 17 0,2 4 0,2 6 0,2 11 0,2 3 0,3 3 0,5 2 0,10-10 0,7-5 0,7-8 0,12-6 0,-2-17 0,7-7 0,1-11 0,-1-6 0,0-7 0,-5-11 0,0-5 0,-14-10 0,0-5 0,-5 1 0,-6 0 0,-2-5 0,-2 10 0,-2-3 0,-4 4 0,-4 2 0,-7-1 0,0 8 0,0 5 0,0 2 0,-1 11 0,1 3 0,0-3 0,0-1 0</inkml:trace>
  <inkml:trace contextRef="#ctx0" brushRef="#br0" timeOffset="86">21236 16832 8912,'-18'0'0,"1"8"0,8-6 0,9-2 0,15-10 0,12-7 0,5 0 0,-1 0 0,9-1 0,2-5 0,-2 0 0,8 1 0,-10-1 0,8 0 0,-8-8 0,4 4 0</inkml:trace>
  <inkml:trace contextRef="#ctx0" brushRef="#br0" timeOffset="87">21562 16110 8912,'8'27'0,"-6"-2"0,4-8 0,-4 0 0,0 8 0,3 3 0,7 5 0,3 9 0,2 2 0,2 4 0,4 3 0,2-3 0,4 9 0,3 4 0,-12-1 0,2 3 0,-2 4 0,-5-6 0,-4 0 0,-3-2 0,-8-7 0,0-3 0,0-3 0,0-4 0,0-7 0,0-9 0,0-3 0,-8-4 0,6-2 0,-5 1 0</inkml:trace>
  <inkml:trace contextRef="#ctx0" brushRef="#br0" timeOffset="88">22974 16333 8912,'0'-17'0,"0"0"0,0 0 0,0 11 0,0 12 0,0 11 0,-2 27 0,-2 6 0,-2 5 0,-2 10 0,3-2 0,3-2 0,-4 2 0,4 2 0,2 6 0,0-2 0,0-8 0,6-8 0,0-7 0,7-6 0,-2-11 0,-3-4 0,-2-8 0,3-7 0,-7-10 0,6-10 0</inkml:trace>
  <inkml:trace contextRef="#ctx0" brushRef="#br0" timeOffset="89">22698 16815 8912,'-17'0'0,"0"0"0,0 0 0,-1 0 0,9 0 0,1 0 0,25 0 0,12 0 0,13-2 0,16-4 0,3-3 0,15-3 0,3 1 0,-1-3 0,-3-1 0,-12-2 0,-6 5 0,-11 1 0,-6 7 0,-11-2 0,-12 5 0,-9-7 0,-8-2 0</inkml:trace>
  <inkml:trace contextRef="#ctx0" brushRef="#br0" timeOffset="90">24574 16333 8912,'-8'-17'0,"-1"0"0,-3-2 0,1-2 0,-3-2 0,5 0 0,-1 6 0,1 2 0,-1 3 0,6 6 0,-1 14 0,3 9 0,2 16 0,-6 7 0,0 10 0,2 3 0,3 8 0,1-4 0,0 1 0,0-7 0,0 3 0,0 3 0,-6-5 0,0-1 0,0-1 0,6-10 0,0-7 0,0-10 0,0-14 0,0-9 0,8-23 0,2-13 0</inkml:trace>
  <inkml:trace contextRef="#ctx0" brushRef="#br0" timeOffset="91">24643 16333 8912,'0'-24'0,"6"-1"0,-1-4 0,1 12 0,-6 9 0,0 10 0,-2 4 0,-4 7 0,-5 8 0,-2 0 0,1 8 0,-3 0 0,3 5 0,-3 0 0,0 1 0,3-1 0,-1-5 0,7 0 0,-5-3 0,5 3 0,0-2 0,6-6 0,0 2 0,4-6 0,7-6 0,5-7 0,18 2 0,4-6 0,14-6 0,5-2 0,3-5 0,-1 2 0,0-3 0,-1 5 0,-7-3 0,-7 8 0,-2-11 0,-7 6 0</inkml:trace>
  <inkml:trace contextRef="#ctx0" brushRef="#br0" timeOffset="92">24264 17228 8912,'-32'11'0,"3"0"0,8 3 0,8 1 0,5-5 0,12 3 0,7-7 0,12-2 0,10-3 0,7-1 0,12-1 0,11-5 0,4-4 0,1-7 0,9-8 0,-1 6 0,5-4 0,-7 4 0,-5 4 0,-6 3 0,-5-1 0,-13 7 0,-10 1 0,-12 5 0,-12 7 0,-3 3 0,-8 7 0</inkml:trace>
  <inkml:trace contextRef="#ctx0" brushRef="#br0" timeOffset="93">24729 17554 8912,'-29'10'0,"1"-3"0,-3 1 0,6-2 0,2 11 0,10-2 0,3 14 0,3 1 0,3 3 0,2 1 0,2 1 0,0-1 0,0-1 0,0-3 0,0-1 0,0-8 0,0 4 0,0-8 0,0-8 0,0-1 0,0-8 0,0-8 0,0-3 0,0-4 0,0-3 0,0-6 0,0-5 0,2-4 0,3-1 0,-1 0 0,8-1 0,-1 1 0,6 0 0,6 7 0,2 4 0,0 4 0,0 2 0,6 7 0,-3 4 0,5 4 0,7 10 0,0 7 0,-2 12 0,-7 2 0,-2 11 0,-1 4 0,5-8 0,-5 4 0,5-4 0,-6-1 0</inkml:trace>
  <inkml:trace contextRef="#ctx0" brushRef="#br0" timeOffset="94">25985 16127 8912,'15'-17'0,"-1"0"0,-5 0 0,1-3 0,-1-1 0,3-1 0,-3 1 0,7 1 0,-7 3 0,1 0 0,5 6 0,-3-1 0,-5 8 0,1-1 0,-8 10 0,0 7 0,-8 5 0,-3 6 0,-4 6 0,-3-5 0,3 11 0,2-3 0,1 6 0,3 3 0,-3-7 0,-1 0 0,7 1 0,-5 5 0,5 0 0,0 0 0,6-6 0,0-1 0,2-3 0,6-3 0,9-2 0,8-2 0,11-8 0,6-3 0,10-7 0,7-3 0,10-15 0,-2-6 0,-4-6 0,4-4 0,-10-3 0,1 3 0,-11 1 0,-18 9 0,-6 3 0,-12 3 0,-3 3 0,-16 3 0,-1 7 0,-8 0 0,7 0 0,2 7 0,7-3 0,-5 8 0,4-7 0,-4 7 0,-3-1 0,-1 6 0</inkml:trace>
  <inkml:trace contextRef="#ctx0" brushRef="#br0" timeOffset="95">25607 16162 8912,'0'-18'0,"0"1"0,0 0 0,1 0 0,3 0 0,4-1 0,1 1 0,-3 2 0,4 2 0,-3 1 0,1 3 0,-2-3 0,-4 4 0,5 10 0,-7 4 0,-2 6 0,-3 3 0,-5 10 0,-9 1 0,-2 9 0,-4 1 0,-2 4 0,-7-2 0,-8 8 0,-2 2 0,6 2 0,-10 1 0,8-1 0,1-4 0,3 3 0,6-12 0,5 1 0,7-7 0,13-7 0,-1-8 0,12-5 0,11-3 0,10-8 0,7-2 0,1-2 0,-1-2 0,2-7 0,4 1 0,-9 5 0,3-1 0,-1 1 0,-8 5 0,0-6 0,-8 8 0,-8 2 0,-3 4 0,-4 5 0,-2 4 0,-9 10 0,-9 4 0,-8 3 0,-1 8 0,-2 1 0,2 4 0,-1-4 0,5-3 0,4-2 0,1-2 0,9-7 0,3-4 0,6-6 0,6-5 0,11-5 0,12-9 0,11-3 0,6-7 0,-4-3 0,2 4 0,-8 1 0,-1 2 0,3 3 0,-11 7 0,-3 3 0,-6 7 0,-1 11 0,-15 3 0,3 9 0,-3-1 0,-9 1 0,-3 7 0,-15-6 0,-1 6 0</inkml:trace>
  <inkml:trace contextRef="#ctx0" brushRef="#br0" timeOffset="96">25486 17675 8912,'-17'0'0,"0"0"0,5 0 0,1 0 0,5 0 0,-6 0 0,7 0 0,-7 0 0,8 7 0,-3 3 0,7 9 0,0 4 0,0 4 0,0 7 0,0 0 0,0 1 0,0-1 0,0-5 0,0-3 0,0-1 0,0 4 0,0-6 0,0 0 0,0-6 0</inkml:trace>
  <inkml:trace contextRef="#ctx0" brushRef="#br0" timeOffset="97">25280 17709 8912,'0'-17'0,"0"-2"0,0-2 0,0-2 0,0 0 0,0 6 0,0-1 0,0 9 0,7-5 0,5 9 0,5-1 0,6 6 0,0 0 0,11 0 0,-3-8 0,11-1 0</inkml:trace>
  <inkml:trace contextRef="#ctx0" brushRef="#br0" timeOffset="98">25710 17606 8912,'-10'-8'0,"1"4"0,3-7 0,4-1 0,-6-5 0,8 0 0,0 7 0,0-5 0,0 13 0,8-5 0,3 7 0,5 0 0,1 0 0,0 15 0,0 4 0</inkml:trace>
  <inkml:trace contextRef="#ctx0" brushRef="#br0" timeOffset="99">25761 18001 8912,'-9'0'0,"-1"0"0,6-2 0,-1-3 0,-1 3 0,6-8 0,0 4 0,0-3 0,2-6 0,2 1 0,1 3 0,16-1 0,-1-5 0</inkml:trace>
  <inkml:trace contextRef="#ctx0" brushRef="#br0" timeOffset="100">25968 17795 8912,'9'0'0,"-1"0"0,-8 0 0,2 0 0,4 0 0,-4 0 0,5 8 0,-5 1 0,4 8 0,-4 6 0,4 0 0,-4 2 0,-2-4 0,0 2 0,0 0 0,0-6 0,0 0 0,0 0 0,0 1 0,0-9 0,-2-1 0,-4-8 0,4 0 0,-8-8 0,5-3 0,3-5 0,-4-1 0,4-2 0,2-2 0,0-2 0,6 0 0,0 6 0,7 0 0,-9 2 0,7 3 0,-1-3 0,3 5 0,-1 1 0,-1 1 0,6 8 0,-5 0 0,-1 0 0,-1 2 0,1 4 0,-3 3 0,-2 8 0,-1 1 0,-1-1 0,4-6 0,-2 1 0,-3 1 0,7-5 0,-6-1 0,7-7 0,-5 0 0,6 0 0,-1 0 0,4-7 0,-3-5 0,-3 3 0,-5-3 0,2-1 0,2 0 0,-3 1 0,-3 3 0,4 3 0,-4 4 0,-2-6 0,0 16 0,2 0 0,4 3 0,-3 2 0,9-7 0,-1 8 0,6-13 0,1 5 0,-1-4 0,0-2 0,0-2 0,1-4 0,-7 5 0,0-5 0,-7 4 0,6 2 0,-4 0 0,-4 0 0,5 0 0,-5 6 0,4-1 0,-4 9 0,3-3 0,-3-3 0,0 5 0,4-7 0,-4 0 0,6-6 0,-8 7 0,0 3 0</inkml:trace>
  <inkml:trace contextRef="#ctx0" brushRef="#br0" timeOffset="101">26398 17640 8912,'-11'-7'0,"-1"-5"0,-1-3 0,-1-2 0,3-1 0,3 7 0,8-1 0,0 9 0,8-13 0,3 14 0,12-3 0,6 3 0,4 2 0,-1 0 0,-3 0 0,3-8 0,-5-1 0</inkml:trace>
  <inkml:trace contextRef="#ctx0" brushRef="#br0" timeOffset="102">26708 17915 8912,'0'17'0,"0"-7"0,0 5 0,-6-5 0,0 7 0,1-7 0,-1-1 0,0-3 0,0-4 0,6 5 0,0-7 0,0 0 0,6-7 0,0-5 0,5-3 0,-5-2 0,6 0 0,-7-1 0,9 1 0,-3 0 0,-1 0 0,1 0 0,3-1 0,1 1 0,0 6 0,-1 1 0,-3 3 0,1 1 0,5 6 0,0 0 0,-6 0 0,-1 2 0,-2 4 0,5-5 0,-3 13 0,7-8 0,-8 7 0,7-11 0,-5 4 0,4-5 0,3-1 0,-9 0 0,1 0 0,-5 0 0,-3 0 0,6 0 0,-8 0 0,0 8 0,0 4 0,8-5 0,-6 3 0,3-4 0,-1-5 0,2 5 0,-4-4 0,13-2 0,-11 0 0,7 0 0,-7-2 0,4-2 0,-2-3 0,-1-3 0,1-1 0,0-1 0,1 3 0,3 1 0,-6-5 0,5 11 0,-3-4 0,-2-2 0,6 1 0,-3-3 0,7 6 0,-13-3 0,15 7 0,-14 0 0,13 0 0,-4 0 0,5 0 0,-5 7 0,1 5 0,-1 1 0,6-1 0,-5 1 0,-1-7 0,-7 7 0,6-5 0,-6 5 0,1-1 0,1-7 0,-4 5 0,4-2 0,-4 5 0,5-11 0,-7 5 0,0-7 0,0-7 0,0 3 0,2-7 0,4-3 0,-4-1 0,7 3 0,-5 1 0,2-2 0,5 3 0,-3 0 0,2 3 0,-7 1 0,7 6 0,-4 0 0,-4 0 0,13 8 0,-4 3 0,-3-1 0,0 1 0,-1 3 0,-5-7 0,14 9 0,-15-15 0,15 7 0,-7-8 0</inkml:trace>
  <inkml:trace contextRef="#ctx0" brushRef="#br0" timeOffset="103">27431 17554 8912,'0'-11'0,"0"-1"0,0 1 0,0-6 0,0-1 0,0 1 0,0 0 0,0 0 0,7 7 0,5 5 0,5-3 0,4 2 0,2 2 0,8 2 0,-5-5 0,9-3 0</inkml:trace>
  <inkml:trace contextRef="#ctx0" brushRef="#br0" timeOffset="104">27809 17503 8912,'0'11'0,"0"1"0,0-1 0,0 6 0,0-5 0,0-1 0,0 1 0,0 5 0,0 0 0,0 0 0,0 0 0,0 1 0,6-1 0,0 0 0,7-2 0,-1-1 0,3-3 0,2-7 0,0 4 0,0-8 0,1 0 0,-1 0 0,0-2 0,0-4 0,1-6 0,-9 5 0,6-9 0,-3 5 0,3-4 0,-5-2 0,3-1 0,-5 1 0,1 0 0,-5 0 0,4 5 0,-6 1 0,3-3 0,-3 5 0,4-3 0,4 9 0,-8-5 0,13 8 0,-11 13 0,5 6 0,-1 6 0,-2 12 0,1 7 0,3 7 0,-1 1 0,7 7 0,-14-6 0,5 7 0,1-1 0,-6-8 0,4 3 0,-5-10 0,-1-8 0,-7 2 0,1-19 0,-9 2 0,-4-7 0,-2-6 0,-2-24 0,0-7 0,-8-15 0,4-6 0</inkml:trace>
  <inkml:trace contextRef="#ctx0" brushRef="#br0" timeOffset="105">27603 17623 8912,'-16'2'0,"5"4"0,-4-4 0,20 5 0,1-7 0,25-2 0,15-3 0,11-5 0,14-9 0,1-2 0,3-2 0,7-15 0,-11 7-352,3-15 1,-18 0 0,-6-5 0</inkml:trace>
  <inkml:trace contextRef="#ctx0" brushRef="#br0" timeOffset="106">27138 16265 8912,'-8'-12'0,"-3"1"0,3 7 0,1-2 0,7 12 0,0 5 0,0 5 0,0 1 0,0 2 0,0 4 0,0-2 0,0 6 0,0-2 0,0-3 0,2-4 0,1-1 0,3 0 0,-2 0 0,6-7 0,-9 5 0,7-5 0</inkml:trace>
  <inkml:trace contextRef="#ctx0" brushRef="#br0" timeOffset="107">27052 16162 8912,'-17'-16'0,"0"5"0,-1-4 0,1 3 0,0 4 0,7-7 0,3 13 0,16-7 0,9 3 0,6 4 0,17-6 0,-1 8 0,6-5 0,-6-1 0,8-15 0,-4 2 0</inkml:trace>
  <inkml:trace contextRef="#ctx0" brushRef="#br0" timeOffset="108">27878 15697 8912,'-17'-5'0,"0"-1"0,-2 2 0,-4 2 0,-4 2 0,-10 12 0,-1 11 0,-4 15 0,-2 9 0,6 13 0,-2 3 0,5 15 0,7 2 0,10 6 0,13-13 0,3-6 0,9 0 0,7-12 0,9-7 0,11-12 0,1-9 0,9-18 0,-4-3 0,6-4 0,3-10 0,3-1 0</inkml:trace>
  <inkml:trace contextRef="#ctx0" brushRef="#br0" timeOffset="109">28205 15749 8912,'-8'-17'0,"-1"1"0,-8 5 0,-1 3 0,1 8 0,-8 16 0,0 7 0,-3 20 0,5 9 0,4 13 0,3 4 0,3 7 0,2 3 0,7-3 0,4-9 0,11-6 0,5-9 0,8-9 0,3-18 0,8-8 0,-1-9 0,-7-14 0,5-5 0,-3-12 0,3-6 0,3-11 0,-8 2 0,-4-6 0,-4 2 0,-2-6 0,-8 6 0,-3-5 0,-4 1 0,-10 7 0,-3-1 0,-6 6 0,-4 5 0,-2 6 0,-6 6 0,4 6 0,-2 5 0,6 4 0,-3 2 0,6 0 0,1 8 0,0 1 0</inkml:trace>
  <inkml:trace contextRef="#ctx0" brushRef="#br0" timeOffset="110">27912 16179 8912,'-11'-6'0,"0"0"0,7 1 0,-4-3 0,10 6 0,6-6 0,11 1 0,13-5 0,18 3 0,13-3 0,4-1 0,4-6 0,3 2-107,-3-12 0,4 17 107,-12-10 0,4-5 0,-6 0 0</inkml:trace>
  <inkml:trace contextRef="#ctx0" brushRef="#br0" timeOffset="111">28549 15130 8912,'8'25'0,"3"13"0,12 19 0,10 16 0,-13-26 0,0 3 0,0 6 0,-2 1 0,1 6 0,-2 2-312,1 0 1,-1 2 0,-3 11 0,-1 2 0,-2-3 0,-1-1 311,-3 0 0,-1-1 0,-2-2 0,-4-1 0,-4-4 0,-4-2 0,-3 1 0,-2 0 0,-5 3 0,-1-1 0,2-4 0,-2 0 0,-5 3 0,-2 0 0,3-6 0,-2 0 0,0-2 0,-1 0 0,2-1 0,0-1 0</inkml:trace>
  <inkml:trace contextRef="#ctx0" brushRef="#br0" timeOffset="112">24901 16041 8912,'-10'-17'0,"3"2"0,1 1 0,0 3 0,1 5 0,5-5 0,0 7 0,0-4 0,0 8 0,0 0 0,-8 8 0,-2 1 0,-7 9 0,0 1 0,0 4 0,-8 3 0,-2 9 0,-7-1 0,-1 1 0,-5 5 0,0 2 0,0 0 0,-2 0 0,13-2 0,-11-8 0,13-1 0,0-2 0,2-8 0,8 2 0,8-10 0,3-2 0,4-7 0,2 4 0,0-8 0,0 0 0,8 0 0,-6 2 0,3 3 0,-3-3 0,0 6 0,4-8 0,3-8 0,9-1 0</inkml:trace>
  <inkml:trace contextRef="#ctx0" brushRef="#br0" timeOffset="113">24505 15972 8912,'-15'-11'0,"1"1"0,3 3 0,5-7 0,-3 3 0,1-4 0,2 5 0,6 2 0,0 8 0,0 2 0,0 4 0,0 4 0,0 7 0,0 2 0,0 4 0,0 4 0,0 9 0,0 4 0,2 2 0,2 6 0,2-2 0,0 0 0,-6 11 0,1 2 0,5 2 0,-4-5 0,4 1 0,-4-6 0,-2-5 0,0 2 0,0-8 0,0-7 0,0-10 0,0-4 0,2-4 0,3-2 0,7-1 0,-4-8 0,-1 3 0,1-14 0,1-3 0</inkml:trace>
  <inkml:trace contextRef="#ctx0" brushRef="#br0" timeOffset="114">28480 13978 8912,'-46'0'0,"2"0"0,1 2 0,0 4 0,-1 7 0,0 8 0,-3 8 0,5 3 0,1 12 0,11 8 0,3 9 0,2 8 0,4 5 0,10-3 0,-3-1 0,9-6 0,1 0 0,4-4 0,6-3 0,3-11 0,8-6 0,1-11 0,-1-6 0,2-4 0,2-2 0,4-2 0,2-3 0,-1-5 0,3-7 0,3-2 0,-3-3 0,11-13 0,4-8 0</inkml:trace>
  <inkml:trace contextRef="#ctx0" brushRef="#br0" timeOffset="115">28670 14133 8912,'0'-17'0,"0"5"0,0 1 0,0 7 0,0-2 0,0 12 0,0 13 0,0 15 0,0 10 0,0 6 0,0 2 0,0-1 0,0 1 0,2-1 0,3 1 0,-1-1 0,8 1 0,-3-8 0,5-6 0,-3-7 0,-1-1 0,1-7 0,4 0 0,-11-15 0,8-8 0,-9-16 0,5-10 0</inkml:trace>
  <inkml:trace contextRef="#ctx0" brushRef="#br0" timeOffset="116">29014 14202 8912,'0'-18'0,"0"1"0,0 0 0,-8 7 0,-3 5 0,-5 3 0,-8 6 0,-5 7 0,0 2 0,-3 18 0,-5 5 0,5 1 0,3 8 0,2-6 0,-1 1 0,-3 2 0,8-2 0,8 0 0,7-8 0,2-3 0,1-6 0,1 2 0,10-2 0,3-8 0,14-2 0,0-7 0,10 0 0,-1-6 0,6 0 0,10 0 0,-4-6 0,6-1 0,-4-3 0,9 4 0,-3-5 0,3-8 0,-3-8 0</inkml:trace>
  <inkml:trace contextRef="#ctx0" brushRef="#br0" timeOffset="117">29530 14270 8912,'-27'-5'0,"6"-3"0,8-2 0,-2 7 0,5-5 0,0 0 0,10 6 0,18-5 0,10 7 0,7 0 0,5 0 0,6 0 0,4 0 0,1 0 0,1 2 0,-1 3 0,-7-1 0,-3 8 0,-13 5 0,-5 6 0,-11 7 0,-7-1 0,-5 3 0,-5 3 0,-20 7 0,-4-4 0,-13 10 0,0 5 0,6-7 0,-5 6 0,7-10 0,5 4 0,-1-8 0,7 2 0,8-11 0,-1-5 0,7-6 0</inkml:trace>
  <inkml:trace contextRef="#ctx0" brushRef="#br0" timeOffset="118">30528 14116 8912,'0'-18'0,"0"1"0,0 8 0,-7 16 0,-3 20 0,-7 21 0,0 7 0,1 6 0,5 8 0,-3-6 0,9 0 0,1 2 0,10 2 0,5 2 0,4 0 0,3-10 0,-1-8 0,0-7 0,0-9 0</inkml:trace>
  <inkml:trace contextRef="#ctx0" brushRef="#br0" timeOffset="119">31199 13256 8912,'10'-33'0,"-2"9"0,-1 12 0,-5 27 0,4 27 0,-4 14 0,-2 13 0,0 15 0,0-36 0,0 3 0,0 6 0,0 3-121,0 4 1,0 3 0,0 7 0,0 1 0,-1 5-1,0 1 1,-2-1 0,-2 0 120,-2 2 0,-3-1 0,-2-2 0,-3 0-305,-4 4 1,-2 0-1,-1-1 1,-2-1 304,-4 0 0,-1-2 0,-1-1 0,-1-3 0,-3-5 0,-1-2 0,0 0 0,1 1 0,0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20:37:25.934"/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19773 4436 8912,'-16'-12'0,"3"1"0,2-2 0,7 3 0,-4 0 0,2 1 0,1-1 0,-9-1 0,5 1 0,-8 3 0,-1 9 0,1 3 0,0 5 0,0 7 0,-1 8 0,1 2 0,0-1 0,2 15 0,1 1 0,3 11 0,7 1 0,-9 14 0,7-1 0,2 6 0,2 9 0,2-11 0,2 1 0,4-7 0,3-13 0,11-10 0,2-8 0,5-9 0,8-8 0,1-9 0,2-14 0,2-5 0,8-10 0,-4-6 0,-2-4 0,-7-5 0,-1-10 0,-7 2 0</inkml:trace>
  <inkml:trace contextRef="#ctx0" brushRef="#br0" timeOffset="1">20014 4900 8912,'-8'17'0,"6"-5"0,-4-1 0,4 1 0,2 5 0,0 0 0,2 0 0,4 0 0,-2-5 0,7-1 0,3 1 0,1-3 0,2-1 0,1-8 0,-1 0 0,0 0 0,0 0 0,0-8 0,1-3 0,-3-4 0,-4-3 0,3 1 0,-9 0 0,1 0 0,-6 0 0,0-1 0,0 1 0,0 0 0,0 7 0,-7-5 0,-5 4 0,3 3 0,-3 2 0,8 4 0,-3 2 0,7 0 0,0-7 0,0-3 0</inkml:trace>
  <inkml:trace contextRef="#ctx0" brushRef="#br0" timeOffset="2">20358 4797 8912,'9'0'0,"-1"-2"0,-8-4 0,0 4 0,0-5 0,8 7 0,-6 7 0,3 7 0,-3 7 0,-2-2 0,0 4 0,0 3 0,0-4 0,0 6 0,0 3 0,0-6 0,0 5 0,0-7 0,0-2 0,0-2 0,0-2 0,0 1 0,0-9 0,0-1 0,0-24 0,0 3 0,0-16 0,0-1 0,2-3 0,2-1 0,2 0 0,-2-1 0,5 1 0,-5-1 0,7 1 0,-5 5 0,6 1 0,-3 7 0,5 0 0,-3 7 0,1 7 0,-1 7 0,0 0 0,1 4 0,5 7 0,-2 2 0,-1 16 0,-3 2 0,-1-5 0,3 1 0,-1 0 0,1 0 0,2-6 0,3 3 0,-1-6 0,0-1 0,0-8 0,8 7 0,2-7 0</inkml:trace>
  <inkml:trace contextRef="#ctx0" brushRef="#br0" timeOffset="3">21356 4487 8912,'-8'-38'0,"-1"2"0,-1 3 0,-5 12 0,5 2 0,-1 6 0,-1 0 0,1 5 0,-6 0 0,0 8 0,-3 0 0,1 2 0,0 4 0,4 5 0,1 5 0,-1 7 0,4 0 0,-3 13 0,9-2 0,-1 12 0,6 0 0,0 4 0,0 1 0,0 1 0,0-1 0,0-1 0,0-4 0,6 3 0,-1-3 0,3 2 0,-4-2 0,2-8 0,-1-5 0,3-5 0,-6 1 0,5 3 0,-7-3 0,0-6 0,8-4 0,2-2 0</inkml:trace>
  <inkml:trace contextRef="#ctx0" brushRef="#br0" timeOffset="4">20840 5141 8912,'0'-17'0,"0"-1"0,0 1 0,0 6 0,0-1 0,2 3 0,1-5 0,5 5 0,2-1 0,3 1 0,2 5 0,3-10 0,-1 9 0,8-1 0,3 6 0,5-6 0,1 1 0,1 1 0,-1 2 0,0 2 0,1-8 0,-1 6 0,1-3 0,-3 3 0,-3 0 0,-6-4 0,-4 4 0,-2-4 0,0-3 0,1-1 0</inkml:trace>
  <inkml:trace contextRef="#ctx0" brushRef="#br0" timeOffset="5">21373 4883 8912,'0'9'0,"0"1"0,0-4 0,0 3 0,0 8 0,0 1 0,0-1 0,0 2 0,0 2 0,0 2 0,0 0 0,0-6 0,2 0 0,4 0 0,3 1 0,3-9 0,-1-3 0,1-4 0,5-8 0,0 0 0,-1-7 0,-5 1 0,2-9 0,-5-1 0,2 1 0,-7 1 0,5 3 0,-6 0 0,4 0 0,-4 5 0,3 1 0,5 7 0,-2-2 0,3 12 0,-3 4 0,-3 7 0,3 0 0,2 0 0,-7 0 0,11 1 0,-8-1 0,5 0 0,-3-2 0,1-3 0,5-7 0,1-3 0,2-2 0,0 0 0,-5-2 0,-1-3 0,3-7 0,-5-5 0,3-6 0,-1 4 0,-1-12 0,-5 9 0,3-1 0,-2 5 0,2-4 0,-3-1 0,-1 2 0,8 9 0,-7 8 0,7 16 0,-8-1 0,1 12 0,-1 2 0,2-2 0,-4 7 0,4-1 0,1-4 0,-1-2 0,5 2 0,-5-2 0,-2-2 0,-2-2 0,6-2 0,-7 0 0,3 0 0,-8 1 0,-3-7 0,-9 0 0,1 1 0,-4-3 0,-2 7 0,4-14 0,0 3 0,-1-3 0,1-2 0,0 0 0,0 0 0,7-7 0,3-9 0,7-7 0,0-15 0,0 2 0</inkml:trace>
  <inkml:trace contextRef="#ctx0" brushRef="#br0" timeOffset="6">22130 4952 8912,'-7'17'0,"5"-8"0,-12 9 0,7-3 0,-3 6 0,4 4 0,-3-4 0,1 2 0,3 7 0,5-1 0,0-2 0,0-1 0,0-1 0,0-2 0,0 2 0,0-14 0,5 12 0,1-11 0,0-5 0,1 1 0,-5-16 0,6-1 0</inkml:trace>
  <inkml:trace contextRef="#ctx0" brushRef="#br0" timeOffset="7">22113 4556 8912,'-17'0'0,"0"6"0,0 0 0,5 1 0,2-1 0,3 5 0,1-3 0,8 2 0,4-5 0,-2-3 0,7 4 0,2-4 0,3-2 0,1 0 0,0-6 0,0 0 0,1 3 0,-9-1 0,-3-2 0,3 4 0,1-5 0</inkml:trace>
  <inkml:trace contextRef="#ctx0" brushRef="#br0" timeOffset="8">22251 4917 8912,'0'10'0,"0"-1"0,0-3 0,0 4 0,-6 1 0,0 1 0,1-1 0,-3-1 0,6 5 0,-6-2 0,3 6 0,-1 4 0,2-2 0,2-2 0,4-1 0,4-1 0,3 4 0,9-2 0,-1-4 0,0-1 0,0-5 0,0-1 0,1-8 0,-1 0 0,0 0 0,0-8 0,0-3 0,-5-7 0,-2-3 0,-3-2 0,-3 2 0,-2-3 0,-2 1 0,-8-8 0,1 10 0,-7-6 0,3 3 0,-1 1 0,-5 5 0,0 7 0,0 0 0,5 7 0,1-2 0,-1 4 0,1 2 0,-1 0 0,8 8 0,-3-4 0,7 7 0,0 0 0,0 7 0</inkml:trace>
  <inkml:trace contextRef="#ctx0" brushRef="#br0" timeOffset="9">22629 4986 8912,'8'-10'0,"-6"3"0,6 7 0,-6 0 0,3 0 0,-3 0 0,6 2 0,-8 3 0,6-1 0,-1 8 0,1-7 0,-6 7 0,2-6 0,4 5 0,-4-5 0,3 5 0,-3-7 0,-2 4 0,0-10 0,2-4 0,4-5 0,-4-10 0,5-4 0,1-2 0,-4 0 0,7-1 0,-1-5 0,1 5 0,5 3 0,-5 2 0,6 6 0,6 5 0,-2 5 0,8 7 0,-6 0 0,6 0 0,-6 9 0,3 6 0,1 8 0,-2 2 0,0 0 0,-2-2 0,-8 0 0,-3 0 0,1 0 0,-7-6 0,-2 0 0,-10 0 0,-4 0 0</inkml:trace>
  <inkml:trace contextRef="#ctx0" brushRef="#br0" timeOffset="10">20134 4814 8912,'10'-2'0,"-3"-2"0,-1-3 0,0-3 0,0-1 0,-8-5 0,-4 3 0,-6 2 0,3 7 0,-3-2 0,-1 6 0,-2 6 0,-2-2 0,-1 7 0,1 2 0,0 3 0,5 1 0,1 0 0,1 2 0,-1 4 0,-4-4 0,5 6 0,-7-8 0</inkml:trace>
  <inkml:trace contextRef="#ctx0" brushRef="#br0" timeOffset="11">24247 4487 8912,'-8'-17'0,"-3"2"0,-2 2 0,-1 3 0,3 2 0,-3 5 0,5 16 0,-1 12 0,3 11 0,-7 10 0,5 9 0,-1 5 0,2-1 0,1 0 0,-1 4 0,-5-6 0,1-1 0,-1-3 0,3-11 0,1-7 0,-1-11 0,1-4 0,3-5 0,-6-4 0,7-13 0,-7-15 0,8-8 0,-1-11 0,3-4 0,2-12 0,0-11 0,0-4 0,0-3 0,0-5-165,0 5 0,0-7 165,0 8 0,5 10 0,3 8 0,2 9 0,-7 13 0,7 12 0,-4 11 0,3 6 0,10 8 0,4 9 0,-2 8 0,8 9 0,-8 2 0,2 4 0,4 4 0,-8 6 0,6-2 165,0-2 0,-6-8-165,4 2 0,-4-4 0,-2-3 0,0-6 0,0-10 0,1 0 0,-7-15 0,1 4 0,-1-6 0,6-6 0,-5-9 0,-3-10 0,-1-2 0,5-2 0,-1-5 0,-4 1 0,-1 3 0,-1 3 0,0 2 0,-1 2 0,-5 6 0,8 0 0,-6 7 0,6 3 0,-7 16 0,5 9 0,-2 6 0,8 11 0,-9-1 0,13 1 0,-5-1 0,6 0 0,4-1 0,2-5 0,2 3 0,-2-8 0,4-2 0,0-2 0,5-9 0,-7 3 0,6-7 0,-3-2 0,-7-10 0,2-6 0,-4-3 0,-1-2 0,-9 0 0,5-1 0,-9 1 0,1 0 0,-6 0 0,0 0 0,-6 5 0,1 1 0,-9 1 0,3-1 0,-5 3 0,-1 8 0,0 0 0,0 0 0,5 0 0,1 0 0,-1 8 0,-3 1 0,4 9 0,-5-1 0,14 0 0,-5 0 0,7 0 0,0-7 0,0-3 0,0-7 0,2 0 0,3 0 0,-3 0 0,8-5 0,-4-1 0,-5-7 0,15 11 0,-7-6 0,9 8 0,-7 0 0,0 0 0,1 2 0,5 4 0,0-2 0,1 7 0,1-7 0,4 2 0,-4-5 0,4-1 0,-4 0 0,-2 0 0,0 0 0,0-1 0,1-5 0,-3-4 0,-2-7 0,-1 0 0,-3-6 0,3 0 0,-5-8 0,-1-1 0,0-8 0,-2 2 0,-2-4 0,-2 2 0,0-1 0,0 9 0,-2 3 0,-4 6 0,4 12 0,-7 3 0,3 8 0,4 10 0,-4 7 0,4 8 0,2 11 0,0 4 0,0 2 0,0 4 0,2 4 0,2-6 0,2 0 0,5-2 0,-5-8 0,7-1 0,-1-5 0,1 3 0,1-8 0,-3-2 0,2-2 0,3-2 0,-5-6 0,1 1 0,-8-8 0,11 3 0,-6-7 0</inkml:trace>
  <inkml:trace contextRef="#ctx0" brushRef="#br0" timeOffset="12">25107 4883 8912,'-17'-8'0,"0"-1"0,7-3 0,5 1 0,3 5 0,2-5 0,7 7 0,5-12 0,11 3 0,6-8 0,5 0 0,4-6 0,2 2 0,-1 4 0,-3 2 0,-4 8 0,-3-1 0,4 7 0,-7-5 0,1 2 0,-2 3 0,-8 12 0,0 7 0,1 7 0,7-2 0,1 6 0</inkml:trace>
  <inkml:trace contextRef="#ctx0" brushRef="#br0" timeOffset="13">25744 4814 8912,'-9'-8'0,"1"-1"0,8-1 0,2 3 0,4 7 0,3 0 0,8 0 0,1 0 0,-1 0 0,6 5 0,0 3 0,-2 2 0,-2 1 0,-4 6 0,-1 0 0,-3 1 0,-5 5 0,3 0 0,-1-2 0,-2-2 0,-6-2 0,0 0 0,0-6 0,0 1 0,0-8 0,0 1 0,0-10 0,0-5 0,2-7 0,1-2 0,3-4 0,6 2 0,-7-8 0,9 6 0,-5-3 0,3 1 0,-1 4 0,1 2 0,-1 9 0,1 4 0,-1 5 0,6 1 0,1 7 0,-1 5 0,-8 11 0,7-2 0,-5 7 0,-1-1 0,-1 2 0,-1-6 0,3-2 0,-5 1 0,6-2 0,-7 2 0,-1-2 0,0-11 0,2-3 0,-4-4 0,5-2 0,-7 0 0,0-15 0,0-5 0</inkml:trace>
  <inkml:trace contextRef="#ctx0" brushRef="#br0" timeOffset="14">26054 4487 8912,'-27'-23'0,"4"1"0,4 1 0,4 1 0,3 3 0,-3 0 0,13 0 0,-4 0 0,4-1 0,10 9 0,6 1 0,7 1 0,0 5 0,9-4 0,5 4 0,3 2 0,2 0 0,-4 2 0,3 2 0,1 2 0,0 5 0,-6-5 0,8 7 0,2-3 0</inkml:trace>
  <inkml:trace contextRef="#ctx0" brushRef="#br0" timeOffset="15">26553 4522 8912,'0'17'0,"0"0"0,0 0 0,6 1 0,-1-1 0,11 6 0,1 0 0,2 7 0,10-1 0,1 3 0,3-5 0,1 6 0,1-5 0,-1-1 0,1 2 0,-1 1 0,-7-3 0,-4 2 0,-10-8 0,-3 3 0,-3-1 0,-3 0 0,-2 0 0,-2-13 0,-8-3 0,-1-7 0</inkml:trace>
  <inkml:trace contextRef="#ctx0" brushRef="#br0" timeOffset="16">26932 4436 8912,'-23'2'0,"-2"3"0,0 9 0,0 7 0,-6 13 0,-1 22 0,-8 18 0,15-31 0,0 2-163,-1 9 1,0 1 0,1 0 0,-1 1 0,-3 1 0,0 0 162,3-2 0,-1-1 0,1-1 0,0-1 0,-2 0 0,-1-1 0,0 0 0,1 0 0,-1-2 0,2-1 0,-17 38 0,10-11 0,7-12 0,14-2 0,3-8 0,8-1 0,10-4 0</inkml:trace>
  <inkml:trace contextRef="#ctx0" brushRef="#br0" timeOffset="17">22922 2974 8912,'-23'0'0,"0"-1"0,2-3 0,2-4 0,2 0 0,-1 1 0,1 3 0,0 2 0,0 2 0,0 2 0,-1 6 0,1 11 0,2 15 0,3 16 0,-1 11 0,5 13 0,1 9 0,-1 6 0,5-39 0,0 2 0,3 2 0,0 0 0,3 0 0,2-1 0,0-3 0,2-2 0,8 44 0,10-12 0,3-11 0,5-16 0,-4-9 0,-1-27 0,1-3 0,5-18 0,-1-8 0,-4-11 0,-3-17 0,-3-11 0,-11-9 0,11-16 0,-14-2 0</inkml:trace>
  <inkml:trace contextRef="#ctx0" brushRef="#br0" timeOffset="18">23094 3301 8912,'-25'0'0,"6"0"0,-4 0 0,4 0 0,9 0 0,-3 13 0,7 7 0,2 4 0,3 5 0,1 5 0,13 3 0,4 3 0,6-6 0,0 1 0,-4-1 0,14-15 0,-5 4 0,5-4 0,1-9 0,1-5 0,-9-3 0,-1-2 0,-2-2 0,0-3 0,-7-5 0,-3-13 0,-5-2 0,1-1 0,-5-3 0,4 0 0,-8 1 0,0-3 0,-6 6 0,0 2 0,0 4 0,1 8 0,-1-1 0,0 8 0,6 4 0,2 12 0,4 9 0,5 2 0,5 6 0,1-7 0,0 1 0,0-5 0,0-3 0,1-4 0,1-3 0,4-8 0,-10-2 0,4-6 0,-1-9 0,-1-10 0,-6-5 0,-1-8 0,-8 0 0,0 2 0,0 1 0,-6 3 0,-3-2 0,-7-5 0,11 13 0,-18-5 0,11 16 0,-3 0 0,-2 7 0,0 3 0,7 14 0,2 3 0,8 7 0,2 0 0,4 1 0,6-1 0,1 0 0,-2 0 0,12-7 0,-11 5 0,13-5 0</inkml:trace>
  <inkml:trace contextRef="#ctx0" brushRef="#br0" timeOffset="19">23748 3129 8912,'-6'-11'0,"0"-1"0,-1 6 0,1-5 0,4 7 0,-4-3 0,12 7 0,11 0 0,4 1 0,8 5 0,2 6 0,1 3 0,3 2 0,-7 0 0,1 1 0,0 6 0,-3-3 0,-3 8 0,-9-6 0,-5 4 0,-1-2 0,-2-3 0,-6-4 0,0-1 0,-8-2 0,-3-3 0,-5-7 0,-1-10 0,0-5 0,0-7 0,-1-2 0,1-4 0,8 2 0,3-8 0,4 1 0,2-5 0,2 2 0,4 3 0,3-1 0,8-5 0,3 1 0,3 5 0,3-12 0,9 19 0,-1-20 0,1 15 0</inkml:trace>
  <inkml:trace contextRef="#ctx0" brushRef="#br0" timeOffset="20">24333 2734 8912,'0'-10'0,"-6"-5"0,1 3 0,-1 5 0,6-1 0,0 23 0,0 8 0,2 8 0,4 3 0,3 8 0,3-3 0,-1 6 0,2 3 0,3 2 0,1 1 0,0-1 0,0-2 0,-1-4 0,-5-2 0,-3-2 0,-8-6 0,0 1 0,0-1 0</inkml:trace>
  <inkml:trace contextRef="#ctx0" brushRef="#br0" timeOffset="21">24333 3129 8912,'-11'-17'0,"1"0"0,2 0 0,3 7 0,5 2 0,9 3 0,8-1 0,10-6 0,13 7 0,-3-9 0,12 5 0,-3-8 0,6-2 0,3-3 0,3 0 0,7-17 0,-4 3 0</inkml:trace>
  <inkml:trace contextRef="#ctx0" brushRef="#br0" timeOffset="22">25159 2734 8912,'-9'0'0,"-7"0"0,14 0 0,-5 2 0,7 3 0,0 5 0,0 7 0,7 0 0,5 0 0,3-7 0,-3 3 0,-1-7 0,-7 0 0,11 0 0,-3-1 0,-5 1 0,1-8 0,-8-4 0,0 1 0,0-13 0,0 5 0,0-10 0,6 4 0,-1 2 0,1 0 0,-4 0 0,4-1 0,-4 1 0,5 0 0,-7 0 0,8 5 0,3 1 0,5 7 0,1-4 0,0 10 0,0 4 0,1 4 0,-1 9 0,0 2 0,0 2 0,0-2 0,1 3 0,-1-1 0,0-2 0,-7-2 0,-1-1 0,-3-1 0,-4-6 0,4 1 0,-5-8 0,-1-4 0,2-12 0,4-3 0,-2-10 0,7-4 0,-7-3 0,12-2 0,-7-1 0,1 1 0,3 1 0,-5 5 0,-1 5 0,1 4 0,5 9 0,-3 2 0,7 8 0,-5 2 0,-1 4 0,-5 4 0,5 7 0,1 0 0,-1-2 0,-1-1 0,-3-3 0,7-7 0,-10 9 0,7-7 0,1 0 0,-1-6 0,1 0 0,1 0 0,2 0 0,2 0 0,1 0 0,-9 0 0,6 0 0,-5 0 0,7 0 0,-5 2 0,-1 3 0,-7-3 0,11 12 0,-3-9 0,-3 1 0,3-6 0,-1 0 0,1 0 0,-1 0 0,-7-8 0,9-1 0,-7-8 0,8 0 0,-13-1 0,7 1 0,-8 0 0,-8 6 0,-3-1 0,3 8 0,-7-3 0,4 7 0,3 0 0,-7 0 0,13-8 0,-6-2 0</inkml:trace>
  <inkml:trace contextRef="#ctx0" brushRef="#br0" timeOffset="23">26433 2545 8912,'-12'-6'0,"2"-2"0,1 1 0,-1-1 0,7-5 0,-13 11 0,7-6 0,-3 2 0,1 1 0,-3 1 0,-1 2 0,-2 2 0,0 7 0,5 3 0,1 7 0,1 0 0,-3 2 0,3 3 0,3 2 0,3 3 0,2-6 0,2 10 0,0-8 0,0-2 0,0-2 0,0-8 0,2-1 0,3-3 0,5-1 0,7-6 0,0-4 0,1-7 0,-1-3 0,0-14 0,0-3 0,0-1 0,1-10 0,-3 5 0,-2-5 0,-1 0 0,-8-2 0,3 0 0,-7 6 0,0 8 0,-7-3 0,5 14 0,-6-2 0,0 8 0,5 5 0,-7 10 0,2 4 0,3 3 0,-1 16 0,0 4 0,2 3 0,2 10 0,2-3 0,2 4 0,4-1 0,-4-1 0,13-7 0,-3 0 0,3 1 0,2-9 0,1-4 0,-1-7 0,0-4 0,8-7 0,-4 2 0,8-12 0,-7-3 0,7-9 0,-6-7 0,4-3 0,-2-5 0,-2-1 0,-8 5 0,-2 1 0,-1-3 0,-8 6 0,3-7 0,-7 3 0,0 4 0,-2 2 0,-3 6 0,-7 6 0,5 3 0,-9 16 0,5 3 0,1 6 0,1 6 0,1 6 0,-4 2 0,7-3 0,-1 5 0,6-5 0,0 5 0,6-5 0,1-1 0,3-4 0,5-6 0,6-3 0,6-11 0,6 5 0,-3-10 0,-1-4 0,0-3 0,5-16 0,0-4 0,1-3 0,-8-10 0,3 0 0,-7-4 0,0-4 0,-8 5 0,-3-5 0,-5 6 0,-7 4 0,0-2 0,0 0 0,-1 0 0,-5 0 0,-4 9 0,-5 8 0,2 10 0,1 4 0,8 3 0,-9 10 0,7 4 0,-2 7 0,3 16 0,3 1 0,-4 16 0,4 2 0,2 2 0,0 3 0,0 2 0,0 3 0,8-1 0,1-5 0,9-3 0,-1-1 0,0-2 0,8-10 0,4-1 0,-3-5 0,3-13 0,0 2 0,3-13 0,-3-2 0,-4-4 0,-8-6 0,0-11 0,0-10 0</inkml:trace>
  <inkml:trace contextRef="#ctx0" brushRef="#br0" timeOffset="24">27104 1840 8912,'-10'7'0,"2"-5"0,14 14 0,0-5 0,7 12 0,5 4 0,10 9 0,5 4 0,1 6 0,-1 4 0,-3 3 0,-1 4 0,-8-3 0,4 13 0,-10-6 0,-3 0 0,-14 4 0,-16-8 0,-6 1 0,-11-7 0</inkml:trace>
  <inkml:trace contextRef="#ctx0" brushRef="#br0" timeOffset="25">25916 2699 8912,'-7'-15'0,"-5"2"0,-3 3 0,0 1 0,3-1 0,-3 6 0,11-2 0,-6 12 0,3 6 0,3 3 0,2 4 0,2 2 0,0 4 0,0 2 0,0-4 0,0 5 0,2-5 0,2 4 0,1-2 0,1-6 0,2-6 0,1 2 0,9-13 0,-1 6 0,0-8 0,6-10 0,0-7 0,-2-9 0,-8-7 0,-3-1 0,-2-1 0,-3 1 0,-5 0 0,-2 1 0,-3 4 0,-5-1 0,-7 7 0,-2 2 0,-2 9 0,-2 7 0,0 3 0,6 6 0,-1 7 0,1 2 0,0 16 0,0 0 0,0 5 0</inkml:trace>
  <inkml:trace contextRef="#ctx0" brushRef="#br0" timeOffset="26">22165 8545 8912,'0'-17'0,"0"0"0,0-2 0,0-3 0,0 0 0,0 1 0,0 1 0,0 3 0,0 0 0,0 0 0,0 5 0,0 1 0,0-1 0,0 5 0,0 7 0,0 7 0,0 11 0,0-1 0,0-6 0,0 1 0,0 1 0,0 4 0,0 6 0,0-4 0,0 4 0,0 4 0,-2 0 0,-4 7 0,4 2 0,-4 5 0,-3 4 0,-1 13 0,1 5 0,-14 4 0,11 15 0,-12 8-35,11-41 0,1 1 1,1-1-1,1 1 0,-4 5 1,1-1-1,0-1 0,1-1 35,1 0 0,1-1-146,0 1 1,1 0-1,0-1 1,1 1 145,-1 0 0,0-1 0,-2 44 0,-1-3 0,9-4 0,-3 0-28,4 4 1,2 3-1,0-44 1,0-1-1,0 48 28,0-7 0,0-1 0,0 2 0,0 3-576,0-43 0,0 0 576,0-1 0,0 1 0,-1-1 0,0 1 0,-1-1 0,0 1 0,0 0 0,-1-1 0,-1 0 0,0-1 0,2 0 0,0 0 0,-1-1 0,0-1-251,1 2 0,1 0 251,-1 43 0,-1-40 0,0-1 9,0-3 1,0 0 0,0 3 0,0 1-10,3 44 0,-2-46 0,-1 1 0,0 2 0,0 1 0,-3 4 0,-1 1 0,1 3 0,0 0 0,-1-1 0,-1 0 0,-1 3 0,1 0-519,-1 1 0,0 0 519,1-2 0,-1 0 0,1 2 0,1-1 0,1-4 0,0-1 0,3-3 0,1-2 0,0-1 0,2-1 0,0-1 0,0 0 0,0 0 0,0 1 98,0 1 0,0 1-98,0 42 0,0-45 0,0-1 0,0 41 0,0 5 0,0-46 0,0 0 0,0 2 0,0 1 0,0-3 0,0 1 0,0 43 0,0-5 0,0-4 0,0 0 162,0 0 1,0-15 0,0-8-1,0-12-162,0-11 0,0-7 422,0-16-422,0-7 1373,0-3-1373,0-7 1010,0 0-1010,0-7 0,0 5 0,7-6 0,5 8 0,3 0 0,2 0 0,8 0 0,4 0 0,3 0 0,3 0 0,7-8 0,2 5 0,7-9 0,1-1 0,7-3 0,6-1 0,8 0 0,7 0 0,6 5 0,6 1-89,-4-1 1,-38 7-1,0 1 1,41-4 88,-1 1 0,-2 5 0,-2-4-320,8-4 1,2 9 319,-45-2 0,1 0 0,1 1 0,1 2 0,-1 0 0,-1 0 0,-1 0 0,-1 0 0,46-6 0,-45 3 0,1 0 0,5-1 0,1 1 0,6 1 0,0 0 0,-1-2 0,0 0 0,-2-1 0,-1 1 0,-1 1 0,0 0 0,4-3 0,0 1 0,0 2 0,1 0-205,5-3 0,-1 0 0,-8 4 1,-1 1 204,1-2 0,0 0 0,-4 2 0,-1 0 0,-1 0 0,1 2 0,4 1 0,1 2 0,2-2 0,0 1 0,-2 0 0,0 0 0,-1 1 0,-1 0 0,-3-3 0,-1 2 0,3 2 0,1 1 0,-1 0 0,1-1 0,1 3 0,0 0 0,-1-1 0,-1-1 0,-2 0 0,-1 0 0,-5-4 0,-1-1 0,4 4 0,0 0 0,-2-3 0,1 0 0,2 1 0,1 0 0,-3 0 0,-1-1 0,42-2 0,-4 0 0,-4 2 0,-3 2 0,-7 2 0,-3-1 0,5-3 0,3 2-146,-1 2 1,4 2 145,-7-3 0,-6-3 0,-8 4 0,-2-4 73,-3-2 0,5 0 0,2 0 0,4 0-73,2 0 0,0 7 0,1-5 0,1 4 0,-2-4 0,2-2 0,-14 0 0,0 2 0,-3 2 0,3 1 0,6-1 0,4-2 0,2-4 0,0-2 0,0-1 0,0-9 0,-8 7 0,-4-7 291,-3 3 0,-3 1-291,1-1 0,7-4 0,-5 11 0,5-6 0,0 3 0,-5-7 0,5 10 0,-7-7 0,-8 5 0,-4-3 876,-4 1-876,-1-5 0,-1 9 0,0-8 88,1-1 0,-3 3 1,-1 1-1,-4-1-88,-2 1 0,5 5 0,-3-11 0,5 3 0,-3-3 0,4-2 0,-7 0 0,9-1 0,-1 1 0,-5-6 0,0 0 0,-6-7 0,5 1 0,-7-3 0,10-3 0,-6 1 0,1-1 0,3-7 0,0-2 0,0-7 0,-14-3 0,2-3 0,-4-4 0,3-10 0,-5-3 0,4-12 0,-9 38 0,0-2 0,1-3 0,1-2 0,2-3 0,-1-1 0,2-3 0,-1 0-222,1-4 0,1 0 1,3 5-1,-1 2 222,-2 1 0,-1 1 0,0 3 0,-1 1 0,-4 2 0,-1-1 0,3-3 0,-2-1 0,-3 0 0,0-1 0,-1 1 0,-1 0-64,1 1 0,-2 1 1,0 0-1,0 1 0,1-2 1,0-1 63,2-4 0,0 0 0,-2-6 0,0 0 0,2-4 0,2 0 0,-2 2 0,-1 1 0,1-1 0,0 0 0,3-6 0,1-1-158,-1-2 1,0-1-1,4-3 1,1 0-1,0 2 1,1 1 157,-2 1 0,1 1 0,1 5 0,1-1 0,-2 1 0,-1 1 0,-1 3 0,-1 0 0,-1 3 0,-1 2 0,-3 8 0,-2 1 0,2 4 0,0 1 0,-1-42 0,-2 4 0,6 0 0,-1 2 0,-1 6 0,-2 9 0,-2 0 0,-2 10 0,-4-4 0,4-8 0,-5 6 190,-1 0 0,6 2 1,-5-2-1,1 2-190,0-2 0,0 6 0,6 2 0,-2 5 0,-3 6 0,3 4 0,-13 10 124,3 3 1,-3-2 0,-4 9-125,-4 1 0,2 1 539,-8 3 1,0 2-540,-5 3 0,-8-3 0,-2 8 0,-8-5 0,-7-3 0,-4 3 0,-4-3 0,-11 4 0,-7-1 0,-8-1 0,42 5 0,0 1 0,-38-5-1067,-3 1 1067,4 7 0,19-12 0,0 5 0,-7 1 0,3 1-20,-4 1 0,-12 3 1,1 5-1,-6-2 20,45-1 0,-1 0 0,-1 2 0,0 0 0,0-2 0,-1 0-111,-7 2 1,-1 0-1,0 1 1,-2 0-1,-6 0 1,-2 0 110,1 0 0,1 0 0,2 0 0,2 0-565,0 1 0,1-2 565,2-2 0,0-1 0,2 3 0,0 0 0,2-3 0,1 0 0,4 0 0,0 1 0,-41 1 253,12-4 1,-1 4-254,8 2 0,-14-6 0,2 0 0,-4 1 0,4 5 0,-2-2 0,-4-4 0,-4 4 0,44-2 0,-1 1 0,-1 2 0,-1 2 0,0-1 0,-1 0 0,0 0 0,0 0 0,4 0 0,0 0 0,1-1 0,1 0 0,-42-5 0,6 4 0,6-6 0,-2 3 14,-2-1 1,-6-2 0,4 4 0,5-1-15,3 1 0,-8 2 0,36 2 0,-1 0 0,-4 1 0,1 0 0,-3 2 0,-1 0 0,-3-2 0,1 1 0,5 4 0,-1 0 0,0 0 0,0 1-43,-2 1 0,-1 0 0,-5-2 1,-2-1 42,0 1 0,0-1 0,4-2 0,2 0 0,6 2 0,3 0 0,1-1 0,2-1 0,-46 1 0,42 0 0,-1 0 170,1-1 1,1 0 0,0 0-1,1 1-170,0-1 0,2 0 0,-42 1 0,-2 7 0,-1-5 0,1 5 0,0 1 0,6 5 0,2-5 0,4-1 0,11-1 167,11 1-167,13 4 0,10-13 0,12 4 2,4-4 1,8-2 0,-1 0-3,-1 0 0,3 0 0,-1 0 879,-3 0-879,7 0 0,-9-2 190,5-4 1,1 4 0,-1-5-191,-3-1 0,5 6 0,-3-4 236,-1 5-236,5 1 0,1 0 0,7 0 0,0 0 0,-8 7 0,-1 10 0,-9 12 0,-1 11 0,-4 6 0,4 13 0,-4 10-399,12 0 1,-5 7 0,7-7 0</inkml:trace>
  <inkml:trace contextRef="#ctx0" brushRef="#br0" timeOffset="27">28102 3989 8912,'-17'-10'0,"-1"-3"0,1 7 0,0 0 0,-2 1 0,-2 1 0,-4 8 0,-2 11 0,-2 19 0,-3 20 0,1 13 0,3 11 0,7 14 0,9-44 0,1 1-100,4 5 1,2 1 0,-2-2 0,1 1 0,2 1 0,2 1 99,-1-3 0,2-1 0,7 43 0,6-20 0,3-14-57,2-11 57,8-8 0,-6-17 0,6-8 0,0-10 0,-6-5 0,4-5 0,-4-9 0,-2-7 0,0-15 0</inkml:trace>
  <inkml:trace contextRef="#ctx0" brushRef="#br0" timeOffset="28">28016 4419 8912,'0'-18'0,"0"1"0,0 0 0,7 0 0,3 2 0,7 3 0,8-1 0,4 5 0,3-1 0,10 5 0,4-2 0,8 4 0,-3 2 0,5 4 0,-10 7 0,-12 3 0,-5 14 0,-16 3 0,-7 9 0,-6 6 0,-6 9 0,-9 5 0,-12 1 0,-4-4 0,-14 6 0,-1-8 0,0 5 0,2-11 0,2-3 0,4-11 0,9-13 0,2-2 0,4-3 0,10-8 0,-3-7 0,7-11 0,5-14 0,4-8 0,6-3 0,3-8 0,9 4 0,-1-8 0,6 9 0,2 1 0,1 6 0,-3 3 0,6-2 0,-8 4 0,10 10 0,-5 2 0,3 3 0,4 2 0,-3 5 0,1 8 0,3 7 0,1 9 0,-1 2 0,-5 0 0,-1-6 0,-1-2 0,2-3 0,1 1 0,-7-7 0,0 0 0,-6-6 0,1 0 0,-1 0 0</inkml:trace>
  <inkml:trace contextRef="#ctx0" brushRef="#br0" timeOffset="29">28790 4195 8912,'0'-17'0,"-8"0"0,7 0 0,-7 7 0,8 2 0,0 18 0,0 7 0,6 2 0,-1 10 0,9 0 0,-3 5 0,-1-5 0,1-1 0,-7 1 0,9 5 0,-7-1 0,-2-5 0,-2 3 0,-2-8 0,0 6 0,0-7 0,0 9 0,0-12 0,0 4 0,0-4 0,0-9 0,0-3 0,0-9 0,0-3 0,0-7 0,0-3 0,8-2 0,3 0 0,-1-1 0,1 1 0,1 0 0,5 0 0,0 7 0,0 5 0,6 3 0,0 2 0,0 0 0,-6 0 0,0 0 0,1 0 0,-1 7 0,-8 3 0,-3 7 0,-4 0 0,-2 0 0,0 1 0,-2 1 0,-4 4 0,-3-4 0,-8 4 0,-1-12 0,1 4 0,0-13 0,7 4 0,5-14 0,3-9 0,2-8 0,7-17 0,3-2 0</inkml:trace>
  <inkml:trace contextRef="#ctx0" brushRef="#br0" timeOffset="30">29238 4315 8912,'9'0'0,"1"-5"0,-5-1 0,-3 0 0,6 6 0,0 0 0,-6 0 0,5 8 0,-7 3 0,6-1 0,0 1 0,7 1 0,-2 5 0,-1-5 0,2-1 0,1 2 0,2-5 0,2-2 0,1-4 0,-1-2 0,0 0 0,0 0 0,0-8 0,1-2 0,-1-7 0,0 0 0,0 0 0,-5 0 0,-1-1 0,-7 1 0,4 0 0,-8 0 0,0 7 0,0 5 0,0 10 0,0 7 0,0 11 0,0 5 0,0 13 0,0 2 0,2 11 0,3 3 0,-3-1 0,4 7 0,2-2 0,-3 2 0,7-4 0,-6-7 0,-1-8 0,-5-4 0,0-12 0,-7 1 0,-3-10 0,1-4 0,-7-9 0,5 0 0,-6-6 0,-6-6 0,4 0 0,-4-11 0,3 4 0,3-12 0,2 0 0,3-3 0,-3-5 0,13-1 0,-3-1 0,3 1 0,2 0 0,0 1 0,0 4 0,5-3 0,1 3 0,15-11 0,-2-4 0</inkml:trace>
  <inkml:trace contextRef="#ctx0" brushRef="#br0" timeOffset="31">30012 4075 8912,'9'-35'0,"7"1"0,-5 0 0,10 5 0,2 0 0,8 8 0,-4-2 0,7 12 0,-1 5 0,-5 4 0,5 6 0,-7 6 0,1 7 0,-2 11 0,-8 1 0,-1 9 0,-5 2 0,-3 8 0,-8-6 0,0 4 0,-2 4 0,-4-4 0,-5 3 0,-5-5 0,-3 0 0,-2-6 0,-2 2 0,0 1 0,0-9 0,-2-3 0,-1-6 0,5-6 0,-2-6 0,4-3 0,1-8 0,1 0 0,6-2 0,-1-4 0,8-5 0,-1-12 0,3-6 0,2-3 0,0-3 0,7 1 0,5 0 0,3 1 0,2 5 0,1 3 0,-1 7 0,0 1 0,6 8 0,0 3 0,7 4 0,-1 2 0,4 2 0,1 4 0,6 3 0,0 8 0,1 1 0,-7-1 0,6-6 0,0 1 0,-5-3 0,-7 3 0,3-6 0,-6-5 0,-2-1 0,-12 0 0,5-15 0,-7-4 0</inkml:trace>
  <inkml:trace contextRef="#ctx0" brushRef="#br0" timeOffset="32">30735 3215 8912,'7'-23'0,"5"0"0,7 4 0,10 6 0,7 9 0,16 15 0,-1 12 0,1 23 0,-1 12 0,-7 16 0,-3 12 0,-23-39 0,0 2-124,0 4 1,-2 2-1,-2-1 1,-3-1-1,-1 4 1,-3-1 123,-2 0 0,-2-1 0,-1-4 0,-2-1 0,-8 44 0,-3-10 0,-4-4 0,-10-11 0,-4-8 0,-11-6 0,-6 3 0,-9 3 0,-3-10 0,-3 3 0,6-10 0,-1 5 0,-1 7 0</inkml:trace>
  <inkml:trace contextRef="#ctx0" brushRef="#br0" timeOffset="33">28876 4745 8912,'0'-11'0,"0"-1"0,0 9 0,8-5 0,3 8 0,10 0 0,4 0 0,4 0 0,7 0 0,8 0 0,6-8 0,1-1 0,1-8 0</inkml:trace>
  <inkml:trace contextRef="#ctx0" brushRef="#br1" timeOffset="34">25624 9852 8912,'2'-18'0,"1"1"0,5 2 0,0 2 0,1 3 0,1 2 0,-4-3 0,3 3 0,-1-1 0,3 3 0,-3-5 0,1-3 0,-3-1 0,6-2 0,-8 5 0,1 1 0,-3-1 0,-4-3 0,-3 4 0,3-5 0,-14 7 0,5-8 0,-4 7 0,-3-3 0,1 5 0,0-2 0,0-1 0,-2 0 0,-2-1 0,-2-1 0,-8-3 0,10-1 0,-8 0 0,-1 0 0,-5 0 0,-3-1 0,-4 1 0,-2 0 0,6 0 0,-6 0 0,6-1 0,-3 1 0,-6 0 0,14 0 0,-3 0 0,3 0 0,-3-1 0,9-5 0,-7 2 0,-1 6 0,1-2 0,-1 7 0,1-7 0,0-6 0,-1 0 0,1 0 0,-1 6 0,1 0 0,0 0 0,-1 0 0,1-2 0,-1-4 0,1 3 0,-1-4 0,1 6 0,0 1 0,-1 0 0,7 0 0,-1 0 0,-2 0 0,-9-1 0,2-5 0,-6 0 0,2 2 0,-6 10 0,4-4 0,-9 3 0,-5-3 0,5-2 0,-5 5 0,12 1 0,-1 1 0,4-3 0,0 1 0,4 1 0,-3 0 0,8 1 0,-1 0 0,1 3 0,0-1 0,-1 2 0,6 1 0,1-3 0,-3-2 0,-1 7 0,-3-3 0,1 4 0,-1-4 0,1 1 0,0-1 0,-1 6 0,1 0 0,1-2 0,5-4 0,-3 4 0,8-3 0,-8 3 0,5 2 0,-3 0 0,0 0 0,6 0 0,-5 0 0,5 0 0,-6 0 0,8 0 0,-2 0 0,-2 5 0,2 1 0,-5 6 0,5-7 0,-6 7 0,6-7 0,-6 9 0,6-3 0,-1-1 0,1 1 0,3 1 0,-10 5 0,7 0 0,2 0 0,0 1 0,-2-1 0,4 0 0,-4 0 0,4 0 0,2 2 0,-1 2 0,1 2 0,0 0 0,2 0 0,1 0 0,3-2 0,-1 6 0,-3 0 0,4 1 0,5 1 0,-4 0 0,6-1 0,-7 1 0,7 0 0,-2 5 0,3-2 0,-3-3 0,4 4 0,-4-5 0,4 5 0,-5-7 0,5 7 0,-4-4 0,4 3 0,2 1 0,0-5 0,0 5 0,0-7 0,0 3 0,0 0 0,0-1 0,0 7 0,0-1 0,0 1 0,0-1 0,0 0 0,0 1 0,0-1 0,0 0 0,6-5 0,-1 0 0,-1 1 0,0 3 0,0-1 0,2-1 0,-2-2 0,-1-7 0,3 7 0,-4-6 0,4 6 0,-2-6 0,1 5 0,-3-7 0,8 10 0,-4-6 0,5 1 0,-1-3 0,1 6 0,-7-8 0,11 11 0,-3-3 0,1 4 0,0-1 0,-1-3 0,5 3 0,6-3 0,0 3 0,-4 3 0,2-1 0,2 1 0,2-7 0,-2 1 0,4-1 0,7 7 0,0-6 0,1-1 0,-1-7 0,1 10 0,-1-6 0,1 1 0,1 1 0,2 4 0,2-5 0,-2-1 0,5 6 0,-3-3 0,0-3 0,-6 2 0,1-6 0,-1 2 0,6 2 0,0-4 0,1 2 0,1-2 0,-4 0 0,8 2 0,-2-4 0,2 4 0,1-4 0,-6-2 0,4 6 0,-4 0 0,-1 2 0,-6-4 0,-1 2 0,-5-2 0,5 5 0,-4 3 0,1-2 0,-1 1 0,3-5 0,-3 6 0,-2-6 0,1 6 0,1-6 0,6 5 0,-7-7 0,1 2 0,-6-2 0,6 2 0,-1-4 0,7 6 0,-3-2 0,-3 0 0,3 0 0,-5 0 0,6 0 0,-5-2 0,3 0 0,-8 2 0,7-4 0,-3 4 0,2-2 0,0 2 0,-6-4 0,5 4 0,1-4 0,3 4 0,-1 0 0,-2-2 0,-3 3 0,3-1 0,6 8 0,-1-2 0,0-3 0,7 3 0,-5 0 0,-2 5 0,8-7 0,-3 9 0,5-5 0,-2-1 0,-2 1 0,-6 3 0,3-5 0,1-1 0,2 1 0,-2-2 0,-2-2 0,-1-8 0,-1 2 0,1 4 0,-1-4 0,1 4 0,-7-2 0,1 2 0,0-4 0,9 11 0,-2-5 0,-3 2 0,-10-6 0,3 6 0,-5-6 0,2 2 0,0 5 0,-5-5 0,1-2 0,4-2 0,-2 4 0,7 0 0,-7 8 0,10-10 0,-6 6 0,2-3 0,1 1 0,7-2 0,-3-4 0,-3 4 0,3 4 0,-7-8 0,6 4 0,-2-4 0,-1 4 0,7 0 0,-1 2 0,0-4 0,1 4 0,-1 1 0,-5-5 0,0 2 0,-8 2 0,2-2 0,1 6 0,-1-6 0,-5 2 0,-7-3 0,1-2 0,5 4 0,0-6 0,0-1 0,0 0 0,1 6 0,-1 0 0,0-2 0,8-2 0,-4 0 0,6 2 0,-2 2 0,11 6 0,-2-5 0,5 1 0,3 0 0,-4 4 0,8-6 0,-6 5 0,6-5 0,-2 2 0,2-2 0,-4-2 0,-8 8 0,2-6 0,5 5 0,-3 1 0,8 5 0,-8-7 0,6 4 0,-6-7 0,2 3 0,8 0 0,-4 4 0,0-5 0,-4-1 0,4 6 0,-7-10 0,3 5 0,-4-1 0,-2-2 0,-5-6 0,0 1 0,1-1 0,11 0 0,-3 0 0,8 0 0,2 1 0,1 6 0,11-5 0,3 4 0,4-3 0,-6-1 0,-4 2 0,-3 0 0,-3-6 0,1 2 0,-14-9 0,-3 5 0,-3-1 0,1-9 0,1 3 0,-2-2 0,-3 2 0,4-4 0,-7 5 0,9-7 0,-1 0 0,1 0 0,-1 0 0,-5 0 0,-1 0 0,-5-2 0,6-3 0,-2 3 0,2-4 0,1-2 0,-7 3 0,6-3 0,-4 4 0,1-4 0,5-1 0,-4 3 0,1-5 0,-5 5 0,6-5 0,0-1 0,-3 3 0,7-7 0,-8 7 0,5-8 0,-1-1 0,-8 9 0,10-7 0,-8 5 0,-2-4 0,-2-2 0,4-1 0,0 1 0,0 0 0,-8 0 0,-4 0 0,5-6 0,-5-2 0,5-2 0,-1 4 0,-4-6 0,5 3 0,-7-7 0,1-1 0,3 3 0,-7-11 0,-2 0 0,-2 4 0,-1-8 0,5-2 0,-4 6 0,4 2 0,-4-2 0,-2 2 0,-6-2 0,-2 4 0,1-4 0,-1-2 0,-5 6 0,9-10 0,-6 6 0,3-2 0,-7 4 0,3-6 0,1 0 0,-1-5 0,7 5 0,-2 0 0,-1 6 0,1-6 0,-2 6 0,2-6 0,-1 6 0,-5-6 0,-5 2 0,2-4 0,-8 4 0,-4 2 0,-2-5 0,1 5 0,-1-4 0,-2 6 0,-1-2 0,-2 1 0,-1 1 0,1 0 0,-1 0 0,1 2 0,1 2 0,5 1 0,-5-7 0,6 4 0,-7-6 0,0 2 0,-1 2 0,6-2 0,1-2 0,-3 0 0,-1-4 0,-3 8 0,1 0 0,-1-2 0,1 6 0,2-6 0,3 7 0,-4 1 0,7 1 0,-1 5 0,-6-5 0,5 5 0,1-5 0,-2-1 0,6-1 0,-5 1 0,5 0 0,-4-1 0,2 3 0,4 3 0,-6-3 0,6 5 0,-6-6 0,3 5 0,-5-3 0,6 8 0,-8-7 0,3 1 0,-5 2 0,-1-1 0,-1 5 0,1-6 0,-1 0 0,1 1 0,0 1 0,-1 2 0,3-3 0,1 3 0,4 0 0,2 0 0,-5 2 0,11 6 0,-4 0 0,4 0 0,-6-1 0,4-1 0,-6-2 0,2-2 0,-4 0 0,7 6 0,-1 0 0,-2 0 0,-2-8 0,-2 6 0,3-6 0,1 0 0,-6 6 0,2-4 0,-1-2 0,1 2 0,-1-1 0,7 1 0,-6 4 0,6-4 0,-8 3 0,3 3 0,3 0 0,2 0 0,4 0 0,2 0 0,-1-1 0,1 1 0,0 0 0,0 0 0,-1 0 0,1-1 0,0 1 0,0 0 0,0-8 0,-6 6 0,0-4 0,-2-2 0,2 2 0,2-1 0,-8 1 0,6 3 0,-5-2 0,-3 2 0,-1-4 0,-1 3 0,2-6 0,3 2 0,-1-4 0,-5 6 0,-1-5 0,1 5 0,-1 2 0,7-4 0,-1 2 0,8 0 0,-11 6 0,10 0 0,-4 0 0,1-1 0,2 1 0,4 0 0,-2 0 0,-2 0 0,0-1 0,4 1 0,-2-2 0,-2-4 0,0 4 0,0-6 0,-2 6 0,-2-4 0,6 4 0,-11-8 0,3 4 0,2 4 0,-1-4 0,-1 4 0,-6 0 0,1-4 0,0 2 0,1-5 0,3 1 0,1 4 0,0-4 0,-5 2 0,1 0 0,5 6 0,-3 0 0,8-1 0,-2-1 0,2-4 0,4 12 0,-6-12 0,6 13 0,-4-7 0,2 0 0,-8 0 0,-1 0 0,-3 0 0,-1-1 0,-6-5 0,-2-1 0,-2-3 0,4 4 0,-6-6 0,7 8 0,-3-4 0,8 8 0,0 0 0,1 0 0,4 0 0,-3-2 0,3-4 0,2 3 0,-1-2 0,-5 4 0,-5 7 0,2-4 0,-14 5 0,2-5 0,-7 1 0,-8 5 0,-4 1 0,-10 3 0,5 12-357,-9 5 1,1-12 0,-6-2 0</inkml:trace>
  <inkml:trace contextRef="#ctx0" brushRef="#br1" timeOffset="35">29306 9267 8912,'-11'0'0,"-1"0"0,-1 0 0,5 0 0,1-2 0,7-4 0,-8 5 0,6-7 0,-4 8 0,12 0 0,-4 0 0,13 0 0,-3 0 0,3 0 0,2 0 0,1 0 0,-1 0 0,0-6 0,0 0 0,-1-1 0,-3 3 0,-2-2 0,-1-7 0,1 1 0,-1-1 0,-4 2 0,-4-5 0,3 5 0,-5-3 0,-5 3 0,-7 3 0,-9 8 0,-2 0 0,-7 0 0,3 16 0,-6 7 0,5 7 0,-3 12 0,6 4 0,2 4 0,4 1 0,-2 1 0,19-1 0,-2-1 0,8-4 0,13-4 0,10-10 0,8-3 0,-1-6 0,0-12 0,1-5 0,3-4 0,-4-2 0,-3 0 0,-16-4 0,-3-7 0,3-8 0,-5-16 0</inkml:trace>
  <inkml:trace contextRef="#ctx0" brushRef="#br1" timeOffset="36">29427 9439 8912,'6'11'0,"1"-1"0,3-2 0,-1 5 0,5-1 0,-3 3 0,1 2 0,3 0 0,-2 0 0,-1 1 0,-8-1 0,5 0 0,-5 0 0,2 0 0,0 1 0,-6-7 0,0 0 0,-2-7 0,-4 2 0,-6-4 0,5-10 0,-1-1 0,8-8 0,0-6 0,0 0 0,0 2 0,0 2 0,0 1 0,0 1 0,6 0 0,0 0 0,7 5 0,-4 1 0,3-2 0,-1-1 0,3 3 0,1-5 0,2 13 0,1-7 0,-1 2 0,0 3 0,0 5 0,0 0 0,1 0 0,-1 2 0,0 3 0,-7-3 0,5 13 0,-4-3 0,-1 3 0,1 2 0,3 1 0,-7-1 0,1 0 0,-2 0 0,0 0 0,-1 1 0,-5-1 0,0 0 0,0 0 0,-7-7 0,5-3 0,-6-7 0,8-7 0,0-5 0,0-9 0,0-2 0,2 2 0,4 2 0,3-4 0,7 0 0,-5 2 0,4 10 0,-5-3 0,5 7 0,-3-3 0,3 6 0,-4-1 0,5 3 0,-5 4 0,1 3 0,-9-3 0,11 14 0,-8-5 0,1 4 0,-1 3 0,-2-1 0,7 0 0,1 0 0,-1-7 0,1-3 0,1 1 0,2-6 0,3 4 0,-7-4 0,1-2 0,-1 0 0,6-2 0,0-4 0,-7-4 0,-4-7 0,-4 0 0,-2 7 0,0-5 0,0 4 0,-8-3 0,-3 3 0,1-4 0,-2 5 0,-1 0 0,5-5 0,-7 13 0,4-3 0,3 3 0,2 2 0,12 0 0,4 0 0,7 0 0</inkml:trace>
  <inkml:trace contextRef="#ctx0" brushRef="#br1" timeOffset="37">30322 9439 8912,'0'-17'0,"0"7"0,0-5 0,7 13 0,3 2 0,7 10 0,0 7 0,-7-8 0,3 7 0,-7-5 0,0-1 0,-4-1 0,1 1 0,3-1 0,0-3 0,-6 6 0,0-9 0,8 5 0,-7-8 0,7-8 0,-6-1 0,2-8 0,4-1 0,-1 1 0,1 0 0,5 0 0,-3 0 0,7-1 0,0 1 0,8 8 0,-4-5 0,6 7 0,-2-3 0,5 6 0,-9-9 0,8 7 0,-8 0 0,2 6 0,-4 0 0,-2 0 0,-7 0 0,-2 0 0,-8 0 0,-2 0 0,-4 0 0,2 0 0,-7 0 0,7 0 0,-12 0 0,15 8 0,-7-4 0,8 7 0,0 3 0,0 1 0,0 2 0,0 2 0,0 4 0,8-4 0,3 4 0,-1-4 0,1-1 0,1 6 0,3-3 0,-4 8 0,3-2 0,-9 2 0,1 3 0,-6-3 0,0 3 0,-9 3 0,-9-1 0,-10 2 0,-11 4 0,3-3 0,-15 5 0,-1-8 0,-7 0 0,-10 1 0</inkml:trace>
  <inkml:trace contextRef="#ctx0" brushRef="#br1" timeOffset="38">24316 14597 8912,'-2'11'0,"-4"-1"0,-3 0 0,-1-1 0,2-5 0,22-10 0,5-13 0,6-6 0,-4 4 0,4-6 0,-8 6 0,0-1 0,-2-1 0,-1 5 0,-5 1 0,-1 0 0,-2 0 0,-6 7 0,-10 3 0,-5 9 0,-8 3 0,-4 7 0,6 11 0,-6 9 0,8 10 0,2 2 0,-4 2 0,13 4 0,-3-3 0,5-1 0,4-8 0,2 3 0,14-13 0,3-5 0,4-11 0,4-5 0,3-7 0,5 0 0,1 0 0,1-9 0,-1-8 0,1-10 0,-9-6 0,7-9 0,-6-2 0</inkml:trace>
  <inkml:trace contextRef="#ctx0" brushRef="#br1" timeOffset="39">24608 14545 8912,'-15'-11'0,"4"-1"0,3 9 0,8-5 0,0 8 0,2 0 0,4 0 0,9 0 0,8 0 0,6 0 0,-6 0 0,5 6 0,-3 1 0,2 3 0,-6-6 0,4 11 0,-8-3 0,0 3 0,-7-6 0,3 7 0,-7-5 0,0 4 0,-6-3 0,0-1 0,0-7 0,-2 4 0,-4-8 0,-4-8 0,1-1 0,3-9 0,-2-5 0,3 1 0,-1-1 0,6 3 0,0-2 0,8 2 0,1-4 0,8 6 0,2 1 0,4 0 0,-3 0 0,4 2 0,1 3 0,-6-3 0,6 13 0,-8-4 0,1 4 0,-7 2 0,1 0 0,-9 0 0,7 0 0,-4 0 0,-4 8 0,7-4 0,-3 7 0,-4 1 0,7 3 0,-5-2 0,2-1 0,0-1 0,-1 1 0,1-1 0,0 1 0,2 5 0,-7 0 0,9-7 0,-4-5 0,-4-3 0,5-2 0,-7 0 0,6-2 0,2-3 0,1-7 0,3-3 0,5-2 0,0-1 0,6 1 0,0 0 0,2 0 0,-4 0 0,2-1 0,0 1 0,-6 8 0,0 3 0,0 4 0,-7 2 0,-2 8 0,-8 7 0,0 8 0,0-2 0,0-2 0,0-2 0,0 0 0,0 1 0,0-1 0,0 0 0,0 0 0,2-7 0,3-5 0,-1-3 0,8-2 0,1 0 0,2 0 0,4-2 0,2-5 0,2-10 0,0-1 0,-5-6 0,-3 6 0,-4 1 0,5 0 0,-15 0 0,5 0 0,-4 7 0,-4 2 0,-4 8 0,-3 0 0,-8 0 0,7 2 0,4 4 0,6-4 0,6 4 0,-2-4 0,7-2 0,9-8 0,6-2 0</inkml:trace>
  <inkml:trace contextRef="#ctx0" brushRef="#br1" timeOffset="40">25796 14391 8912,'11'0'0,"1"0"0,-8 7 0,9-3 0,-5 8 0,1 1 0,-5-5 0,4 7 0,-8-4 0,7 5 0,-5-5 0,4 1 0,-4-9 0,0 11 0,3-9 0,5 1 0,2-6 0,-1-2 0,2-3 0,3-5 0,1-7 0,0 0 0,0 3 0,1-3 0,4 4 0,1-10 0,-2 4 0,6 1 0,-8-4 0,4-3 0,-4-2 0,-1 6 0,-3-4 0,-4 8 0,-3 0 0,-2 5 0,-1 1 0,1 7 0,-13-4 0,3 10 0,-6 4 0,3 5 0,-5 5 0,6 1 0,1 0 0,5 0 0,0 6 0,0 0 0,0 0 0,0-6 0,2 2 0,3 2 0,7 2 0,3 0 0,-4 0 0,1 0 0,-2 8 0,1-3 0,-3 7 0,-8 5 0,-10-2 0,-7 8 0,-18 0 0,-16 5 0,-8 9 0,-10 3-224,0 3 0,28-31 1,-2-1-1,-1 1 1,0-1-1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20:37:25.9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2151 8184 8912,'-8'-17'0,"-1"0"0,-3 1 0,3 3 0,1 1 0,1 3 0,1-3 0,4-3 0,-6 11 0,8-7 0,0-1 0,0-5 0,0 8 0,-5-1 0,-3 6 0,-2-1 0,6-1 0,-5 6 0,3 0 0,2 0 0,-7 0 0,5 2 0,-5 3 0,-3 7 0,-7 5 0,-4 6 0,1 6 0,-1 3 0,-6 10 0,1 10 0,-7 13 0,5 7-129,1 7 0,4 7 1,4 1 128,4 5 0,10-4 0,3 2 0,6-10 0,6-11 0,3-8 0,10-13 0,4-8 0,-2-8 0,8-14 0,2-3 0,7-2 0,4-3 0,0-3 0,0-3 0,-2-2 0,-5-2 0,-1 0 0,4-2 0,-3-4 0,-5-3 0,-12-8 0,-1 0 0</inkml:trace>
  <inkml:trace contextRef="#ctx0" brushRef="#br0" timeOffset="1">11065 8304 8912,'-7'-34'0,"3"1"0,-6 3 0,1 3 0,1 2 0,-2 6 0,1 6 0,3-1 0,-5 7 0,-3-1 0,-1 1 0,-2 1 0,0 6 0,-1 0 0,3 7 0,4 5 0,-5 3 0,5 4 0,-5 4 0,-1 6 0,0 9 0,0 2 0,0 6 0,-1-2 0,1 6 0,0-3 0,0 18 0,0-7 0,5 7 0,3-2 0,1 4 0,4 5 0,2 8 0,2-7 0,10 11-121,7-15 1,4-8 120,13-4 0,-1-5 0,13-6 0,2-6 0,1-4 0,3-9 0,1-4 0,5-4 0,-3-10 0,8-3 0,2-4 0,2-2 0,10 0 0,1-8 0,6-5-688,-3-8 688,-5-6 0,-15-1 0,-1-1 0,-1-2-13,-13-1 1,5-3 12,-10 1 0,-5-2 0,4-4 0,-4-6 0,-1-4 0,-1-1 0,-7-9 0,-2-6-31,-8-9 0,-7-5 31,-5 5 0,-5-7 0,-5 4 0,-7-1 0,-13-10 0,-11 3 0,12 42 0,-2 2 0,-3 0 0,-3 2 0,-35-29 0,-7 13 0,-1 16 0,-13 8-251,2 15 0,-6 9 251,0 8 0,4 10 0,-1 11 0,10 2 0,18-1 644,19 3-644,13-6 0,20 6 12,3-8 1,4 2-13,2 4 0,2-2 0,4 6 145,5-2 1,4 6-146,3-3 0,6-11 0,3 6 0,8-13 0</inkml:trace>
  <inkml:trace contextRef="#ctx0" brushRef="#br0" timeOffset="2">12425 7978 8912,'-16'-2'0,"5"-4"0,7 2 0,16-7 0,1 5 0,16-5 0,3-1 0,6 1 0,8-1 0,2 3 0,0-5 0,-2 3 0,-6 5 0,4-4 0,-2 3 0,-4 3 0,-9 2 0,-6 2 0,-4 0 0,-2 0 0,-15 0 0,-8 0 0,-15-8 0,-5-1 0</inkml:trace>
  <inkml:trace contextRef="#ctx0" brushRef="#br0" timeOffset="3">12889 7634 8912,'0'-12'0,"0"1"0,0-3 0,0-1 0,0 6 0,8-5 0,5 9 0,6 1 0,4 2 0,8 9 0,-6 3 0,5 9 0,-1 4 0,0-4 0,-2 14 0,-3-5 0,-3 5 0,-3 1 0,1 0 0,-13 1 0,-1-1 0,-5 1 0,-2-1 0,-5-1 0,-11-5 0,1 5 0,-13-14 0,7 4 0,2-4 0,2-10 0,7-1 0,1-8 0,7-15 0,-4-4 0</inkml:trace>
  <inkml:trace contextRef="#ctx0" brushRef="#br0" timeOffset="4">13629 7582 8912,'-11'0'0,"-1"0"0,9 0 0,-3 0 0,12 0 0,7-2 0,8-3 0,8 1 0,13-8 0,9-3 0,10-6 0,6 2 0,2-6 0,-2 2 0,-4 0 0,-5 2 0,-12 8 0,-8 3 0,-8 3 0,-12 3 0,-15 9 0,-6 7 0,-15 1 0,-10-1 0,-5 3 0,-1-5 0,-1 7 0</inkml:trace>
  <inkml:trace contextRef="#ctx0" brushRef="#br0" timeOffset="5">13560 7874 8912,'2'-11'0,"4"0"0,13 5 0,16-6 0,9 1 0,13-6 0,8-2 0,8-4 0,-3 2 0,3-6 0,-8 2 0,-13 4 0,-12 8 0,-4 1 0,-15 8 0,-4-1 0,-19 3 0,-1 7 0,-18 1 0,-2-2 0,-8 6 0,4-8 0,-7 5 0</inkml:trace>
  <inkml:trace contextRef="#ctx0" brushRef="#br0" timeOffset="6">13750 7359 8912,'0'-29'0,"0"2"0,0 2 0,0 4 0,2 4 0,3 6 0,-1 3 0,8 8 0,-1 15 0,6 10 0,1 12 0,-9 6 0,5 17 0,-9 3 0,7 9 0,-5 1 0,1-4 0,0-6 0,-5-4 0,-1 6 0,4-12 0,0 3 0,-2-8 0,-2-6 0,-2-16 0,0-3 0,0-4 0,0-1 0,0-9 0,2-9 0,1-13 0,3-8 0,7-14 0,-3-9 0</inkml:trace>
  <inkml:trace contextRef="#ctx0" brushRef="#br0" timeOffset="7">13956 7359 8912,'0'-18'0,"0"1"0,0 0 0,0 9 0,0 8 0,0 16 0,8 16 0,3 8 0,3 10 0,-1 0 0,-1 7 0,1 2 0,2 0 0,2 6 0,-5-9 0,-1 5 0,3-2 0,-7-2 0,3-3 0,-6-1 0,2-1 0,-8-4 0,-10-14 0,-3-7 0,-2-2 0</inkml:trace>
  <inkml:trace contextRef="#ctx0" brushRef="#br0" timeOffset="8">15058 7427 8912,'-2'-15'0,"-2"2"0,-2 1 0,-7 1 0,1-6 0,-3-1 0,-2 1 0,0 0 0,-1 0 0,1 0 0,0 7 0,-2 4 0,-2 5 0,-2 2 0,2 5 0,-6 11 0,8 20 0,-6 12 0,2 9 0,0 3 0,2 0 0,10 2 0,5-6 0,4-11 0,2 2 0,2-10 0,4-7 0,5-12 0,6-10 0,6-9 0,6 0 0,-4-15 0,5-4 0,-7-16 0,6 1 0,-6 0 0,0-3 0,-8-1 0,-3-2 0,3 0 0,-5 8 0,-1 3 0,-3 6 0,-4 4 0,5 2 0,-5 7 0,12 16 0,-7 13 0,3 6 0,1 3 0,7 7 0,-1-1 0,0 1 0,2-1 0,2-2 0,4-3 0,2-6 0,1-4 0,1-4 0,0-3 0,1-6 0,3-5 0,1-2 0,-1-7 0,-4-9 0,-5 0 0,-6-16 0,-1 6 0,0-7 0</inkml:trace>
  <inkml:trace contextRef="#ctx0" brushRef="#br0" timeOffset="9">15488 7496 8912,'-17'0'0,"7"-7"0,-5 5 0,3-4 0,-3 4 0,-2 2 0,5 2 0,1 4 0,-3 5 0,-1 12 0,0 2 0,3 5 0,7-1 0,-5 0 0,8 5 0,-2-1 0,8-5 0,0 3 0,9-8 0,5-2 0,3-2 0,2-10 0,1-1 0,5-8 0,-2 0 0,2 0 0,-3-8 0,3-3 0,-4-12 0,-8-4 0</inkml:trace>
  <inkml:trace contextRef="#ctx0" brushRef="#br0" timeOffset="10">15608 7307 8912,'0'-17'0,"0"0"0,0 0 0,0-1 0,0 9 0,8 16 0,-4 9 0,7 18 0,3 8 0,-5 6 0,1 3 0,-1 3 0,1 3 0,1-3 0,1-1 0,-1-7 0,-7-2 0,2 2 0,1 2 0,-1-8 0,0-8 0,-6-9 0,-2-6 0,-4-5 0,-11-5 0,-10-7 0</inkml:trace>
  <inkml:trace contextRef="#ctx0" brushRef="#br0" timeOffset="11">15591 7754 8912,'12'-17'0,"-1"0"0,-5 0 0,5-1 0,1 1 0,5 0 0,0 0 0,0 0 0,8 1 0,4 3 0,3 1 0,9 1 0,-1-4 0,-2 1 0,-2 3 0,-9-1 0,4 3 0,-8 3 0,-2 2 0,-10-1 0,-3 5 0,-8 0 0,0 1 0,0 11 0,0-1 0,0 7 0,0-1 0,0 6 0,0 0 0,0 1 0,0-3 0,0 2 0,0-2 0,0-1 0,0-3 0,0 0 0,0 0 0,0-5 0,0-1 0,0-7 0,7 3 0,1-8 0,5-5 0,-1-6 0,-1-3 0,5-8 0,-3 0 0,-3 2 0,-3 2 0,7-6 0,-7 6 0,5-4 0,3 12 0,-5 3 0,7 8 0,0 0 0,0 0 0,-5 8 0,-1 3 0,3 5 0,1-7 0,2 6 0,0-5 0,0 0 0,8-3 0,-6-1 0,4 0 0,-4-1 0,-1-5 0,-1 0 0,0 0 0,-2-2 0,-3-3 0,1-5 0,-7-7 0,0 7 0,-8-5 0,-4 6 0,-5-1 0,-5-5 0,-1 13 0,0-4 0,0 4 0,-1 2 0,1 0 0,0 0 0,8 8 0,-5 1 0,6 7 0,-1-5 0,5 4 0,-2-3 0,4 3 0,2 2 0,2-1 0,4-5 0,4-1 0,7-5 0,0-3 0,0 4 0,0-4 0,1-2 0,-1 0 0,0 0 0,0 0 0,1 0 0,-1 0 0,0 0 0,0 0 0,0-8 0,1-3 0,-1-4 0,-8-3 0,7 1 0,-5 0 0,-1-8 0,1-4 0,-5-5 0,3-4 0,-1-4 0,-4-2 0,0-2 0,0-6 0,1 1 0,1 7 0,-6 2 0,0 8 0,-2 9 0,-4 8 0,4 15 0,-7 19 0,3 11 0,4 13 0,-3 4 0,3 5 0,2 2 0,0-1 0,0 8 0,2-11 0,3 4 0,1-6 0,11 0 0,-3-4 0,10-8 0,1 0 0,2-7 0,6-6 0,-5-8 0,12-5 0,-3-8 0</inkml:trace>
  <inkml:trace contextRef="#ctx0" brushRef="#br0" timeOffset="12">17295 7290 8912,'-8'17'0,"6"10"0,-4 5 0,5 7 0,1 6 0,0-5 0,0 8 0,0 0 0,0 4 0,0 1 0,0-3 0,0-10 0,0 2 0,0-8 0,-2-1 0,-4-7 0,-6-8 0,-3-9 0,-2-9 0</inkml:trace>
  <inkml:trace contextRef="#ctx0" brushRef="#br0" timeOffset="13">17019 7445 8912,'12'-18'0,"-3"-1"0,-1-4 0,5 10 0,-1-2 0,3 3 0,2 3 0,8 5 0,4-4 0,9 8 0,2 0 0,1 0 0,-7 0 0,0 2 0,1 4 0,-8 3 0,-5 3 0,-10 1 0,-4 4 0,-1 5 0,-5 6 0,2-3 0,-8 2 0,-5 1 0,-9 1 0,1-2 0,0-2 0,7-2 0,3-6 0,7 0 0</inkml:trace>
  <inkml:trace contextRef="#ctx0" brushRef="#br0" timeOffset="14">17622 7427 8912,'0'-9'0,"0"1"0,-8 8 0,6 2 0,-4 4 0,4 3 0,2 9 0,0-1 0,0 2 0,0 4 0,0-12 0,0 12 0,2-11 0,4 3 0,-4-5 0,13-3 0,-3-7 0,3 0 0,-3 0 0,-1 0 0,-1-7 0,1-5 0,4-3 0,-13-8 0,6 0 0,0 2 0,-7-4 0,5 2 0,-4 2 0,-2 2 0,0 2 0,0 0 0,0-1 0,0 1 0,0 6 0,0-1 0,8 9 0,1-5 0,9 8 0,1 0 0,4 0 0,-4 0 0,4 0 0,-4 0 0,-2 0 0,-6 0 0,1 0 0,-1 0 0,-1 0 0,-2 0 0,-8 8 0,0 1 0,0 8 0,0 0 0,0 1 0,0-1 0,0 0 0,0 0 0,0 0 0,0 1 0,0-1 0,0 0 0,0 0 0,2-2 0,3-1 0,7-3 0,3-5 0,2 6 0,0-9 0,1 11 0,-1-9 0,0 3 0,0-2 0,1-2 0,-3 7 0,-4 2 0,-3-5 0,-16 7 0,-3-3 0,-6 3 0,-6 2 0,2-5 0,-8-1 0,8-5 0,-2 5 0,4-7 0,2 2 0,-1-4 0,9-10 0,1-1 0,8-8 0</inkml:trace>
  <inkml:trace contextRef="#ctx0" brushRef="#br0" timeOffset="15">18172 7479 8912,'2'-10'0,"4"5"0,-4 3 0,13 2 0,-11 7 0,6 5 0,-3 3 0,-1 10 0,0-6 0,-1 4 0,1 2 0,-6-2 0,0 2 0,0-4 0,0 2 0,-7 0 0,-5-6 0,-3 0 0,-2 0 0</inkml:trace>
  <inkml:trace contextRef="#ctx0" brushRef="#br0" timeOffset="16">18172 7084 8912,'0'-29'0,"2"2"0,4 2 0,-2 4 0,7 10 0,3 5 0,-3 4 0,4 2 0,5 0 0,1 16 0,-4 6 0,0 9 0,0 3 0,-1 8 0,-5 4 0,2 4 0,-7 2 0,0-7 0,-6 1 0,0-2 0,0 2 0,-2 0 0,-2-10 0,-2-5 0,3-5 0,1-10 0,4-9 0,3-7 0,-1-7 0,8-5 0,-1-11 0,6-5 0,-1-5 0,-5-1 0,2-1 0,-7 1 0,6 7 0,-7 4 0,-1 4 0,-2 2 0,-2 0 0,8 0 0,-6 7 0,5 3 0,-7 7 0,2 0 0,2 1 0,2 5 0,7 4 0,-9 7 0,7 0 0,-5 0 0,6-1 0,1-5 0,-3 4 0,-1-3 0,1 3 0,-1 2 0,3 0 0,-1-5 0,1-3 0,1-1 0,-5 5 0,5-9 0,-5 6 0,1-3 0,-5-1 0,4-4 0,-8 4 0,0-4 0,0 5 0,-8-14 0,-1-3 0</inkml:trace>
  <inkml:trace contextRef="#ctx0" brushRef="#br0" timeOffset="17">18293 7376 8912,'-52'7'0,"10"-7"0,8 2 0,9-5 0,13-11 0,5 5 0,7-9 0,9 9 0,9 3 0,8-1 0,14 1 0,-1 0 0,7 6 0,-2-6 0,3-1 0,-1-3 0,-8 6 0,5-1 0,-1 3 0,-6-4 0,4 0 0,-5-1 0,-7 1 0,3 4 0,-8-4 0,-2 4 0,-8 2 0,-1 0 0,-7 0 0,7 0 0,-8 0 0,3 0 0,-5 0 0,4 0 0,-4 2 0,4 4 0,3 4 0,-7 7 0,4 0 0,-4 0 0,-2 0 0,0 2 0,0 2 0,0 2 0,5 2 0,3-4 0,0 2 0,-1-2 0,7-4 0,-3-5 0,5 3 0,1-5 0</inkml:trace>
  <inkml:trace contextRef="#ctx0" brushRef="#br0" timeOffset="18">9637 9714 8912,'8'-23'0,"3"-2"0,2 1 0,1-1 0,-3 6 0,1 3 0,-3 5 0,-1 9 0,-8 2 0,0 9 0,0 14 0,0 4 0,-2 9 0,-2 5 0,-3 4 0,-3 5 0,6 7 0,-2 1 0,-1 5 0,1-6 0,2 0 0,2 3 0,2 1 0,0 7 0,0 1 0,0 0 0,0-8 0,2 0 0,2-7 0,2-3 0,5 1 0,-3-16 0,1-3 0,3-10 0,5 0 0,0-10 0,2-4 0,4-1 0,12-2 0,11-8 0,5-2 0,7-2 0,3-7 0,13 3 0,1-5 0,0 2 0,-1 1 0,1-1 0,7-2 0,-4 5 0,12 3-228,-41 2 1,0 2-1,42 1 228,-39-1 0,0 0 0,41 9 0,-44-1 0,0 1 0,3 2 0,1 0 0,2 0 0,1 1 0,1 0 0,1-1 0,-2 1 0,-1-1 0,-3 1 0,-1-1 0,1 1 0,-1 0 0,1-1 0,-1-1 0,1-1 0,0-1 0,-1 0 0,1-2 0,-1-2 0,-1-2 0,48 1 0,-6 0 0,-5 0 0,-2-8 0,-5-3 0,-5-4 0,3-4-211,2-4 0,-1 2 211,1-8 0,-15 8 0,0-10 0,-19 8 0,-12-1 0,-11 1 0,-6 2 0,-5-6 0,-6 0 0,-3 0 0,3-3 0,-4-3 0,6-9 0,-8-2 0,0 1 0,2-9 0,1 2 0,3-7 0,-2-4 0,6 5 0,-9 3 0,5 7 0,-4 0 0,-2 2 653,0 4-653,0 4 0,-8 15 0,-3 6 452,-4 5-452,-2-3 0,-6 11 0,-2-4 0,-2 4 0,4 2 0,-6 0 0,-1 0 0,-5 6 0,-5 0 0,4 1 0,-6-3 0,0 2 0,-4 5 0,-12-5 0,-3 7 0,-8-11 0,1 4 0,-9-2 0,-5 0 0,-8 1 0,0 1 0,-5-6 0,1 0 0,4 0-166,10 0 1,-1 0 165,13 0 0,8-6 0,14 1 0,8-9 0,-6 1-77,-4-8 77,10 9 0,-21-11 0,7 14 0,-9-1 0,-6 3 0,-7 7 0,1 0 0,6 0 0,0 0 0,8 0 0,-1 0 0,1 0 0,2 0 0,11 0 0,0 0 0,0 0 0,-5 0 0,-1 0 0,8 0 0,-6 2 0,4 3 0,-3-3 0,-3 4 0,0-4 109,1-2 1,-1 6-1,0 1-109,1 3 0,-5-1 20,5 3 0,-5 1 0,10-5 0,-3 0-20,-3-1 0,2 7 0,5-3 0,8-3 0,8-1 0,1-1 0,1 0 0,-4 5 0,9-5 0,6 0 0,1-6 0,11 5 0,-7 1 0,7 0 0,-4-4 0,8 4 0,-2-3 0,-4 9 0,5-1 0,-7 6 0,8 1 0,0-1 0</inkml:trace>
  <inkml:trace contextRef="#ctx0" brushRef="#br0" timeOffset="19">13406 10316 8912,'-18'-2'0,"1"-2"0,0-2 0,0 1 0,0-3 0,-1 6 0,9-6 0,11 8 0,15 0 0,10 0 0,5 0 0,8-5 0,2-3 0,2-1 0,4-5 0,0 5 0,-2-3 0,-6-1 0,2 3 0,-2-1 0,-2-1 0,-1 3 0,-3-6 0,-1 5 0,-5-5 0,-5 3 0,4-11 0,0 4 0</inkml:trace>
  <inkml:trace contextRef="#ctx0" brushRef="#br0" timeOffset="20">13887 9938 8912,'2'9'0,"4"-3"0,-2-2 0,7 0 0,3 1 0,1 3 0,2-2 0,2 1 0,2 7 0,2-3 0,8 3 0,-4 7 0,-1 1 0,-1 1 0,-7 2 0,-1 2 0,-2 2 0,-3-1 0,-5 1 0,-7 5 0,-4 1 0,-7-1 0,-1-7 0,-11-4 0,2-6 0,-2-6 0,4-3 0,-13-8 0,5 0 0</inkml:trace>
  <inkml:trace contextRef="#ctx0" brushRef="#br0" timeOffset="21">14421 9749 8912,'19'-10'0,"4"4"0,4 2 0,7 1 0,1-3 0,5-6 0,2 7 0,0-1 0,2 0 0,0 0 0,-6-5 0,2 5 0,-5 2 0,-7 3 0,-3 1 0,-8 0 0,-7-8 0,-2-2 0</inkml:trace>
  <inkml:trace contextRef="#ctx0" brushRef="#br0" timeOffset="22">14541 10041 8912,'-9'7'0,"1"-5"0,8 6 0,8-8 0,9-2 0,12-4 0,3-5 0,3-4 0,5-8 0,2 0 0,2 2 0,2-4 0,5 2 0,-7-2 0,-4 2 0,-5 10 0,-8-4 0,-10 1 0,-15-7 0,-12-3 0</inkml:trace>
  <inkml:trace contextRef="#ctx0" brushRef="#br0" timeOffset="23">14731 9422 8912,'0'-10'0,"0"3"0,0 9 0,0 3 0,0 7 0,0 11 0,0 5 0,5 18 0,1 6 0,-2 1 0,4 3 0,-3-1 0,-1 2 0,6 1 0,-6-7 0,5-1 0,-1-4 0,-3-4 0,-5-10 0,0-3 0,0-6 0,0-12 0,0-18 0,0-12 0</inkml:trace>
  <inkml:trace contextRef="#ctx0" brushRef="#br0" timeOffset="24">14834 9250 8912,'0'-17'0,"0"7"0,0-5 0,0 13 0,6 2 0,-1 13 0,-1 10 0,-2 12 0,-2 9 0,6 13 0,0 6 0,5 4 0,-3 2 0,1-1-137,3 9 1,-1-7 136,1 5 0,-7-8 0,5-10 0,-2-11 0,-3-8 0,3-3 0,-6-9 0,6-8 0,-16-11 0,-2-7 0</inkml:trace>
  <inkml:trace contextRef="#ctx0" brushRef="#br0" timeOffset="25">15574 9422 8912,'0'-17'0,"0"-1"0,0 1 0,0 8 0,0 3 0,0 14 0,0 9 0,0 2 0,0 11 0,0 5 0,0 3 0,0 4 0,0-4 0,0 2 0,0-1 0,0 3 0,0-2 0,0-2 0,0-7 0,0-5 0,0-1 0,0-4 0,-8-2 0,4-9 0,-7-4 0,-1-5 0,-5-1 0</inkml:trace>
  <inkml:trace contextRef="#ctx0" brushRef="#br0" timeOffset="26">15385 9319 8912,'-12'-27'0,"3"4"0,1 4 0,4 2 0,2 7 0,2-5 0,2 13 0,4-4 0,9 2 0,10 1 0,2-3 0,3 2 0,3 2 0,1 2 0,1 6 0,-1 0 0,-1 7 0,-5-2 0,1 10 0,-10 2 0,-4-2 0,-9 6 0,2-6 0,-8 8 0,0 1 0,-10 3 0,-5 1 0,-8-1 0,-4-5 0,6 5 0,-4-8 0,8 3 0,-8-3 0,6-15 0,-6-3 0</inkml:trace>
  <inkml:trace contextRef="#ctx0" brushRef="#br0" timeOffset="27">15677 9491 8912,'17'7'0,"1"-5"0,-1 4 0,0-4 0,0-2 0,0-2 0,1-4 0,-1 4 0,0-5 0,0 7 0,0 0 0,-5 5 0,-1 5 0,1 3 0,-3 6 0,-1 2 0,-8-2 0,0 3 0,0 0 0,0 1 0,-2-2 0,-4-2 0,-5-3 0,3-11 0,-7 9 0,3-8 0,5-8 0,1-10 0,4-5 0,2-6 0,0 4 0,0-13 0,0 5 0,0 0 0,8-5 0,-4 12 0,7-2 0,3 2 0,-7 3 0,8 0 0,-5 7 0,7 5 0,0 3 0,-7 2 0,0 7 0,-5 5 0,-1 3 0,8 2 0,-1-5 0,6-1 0,0-5 0,1 6 0,-1-3 0,0 3 0,0-7 0,2-3 0,2-2 0,2 0 0,-2 0 0,-1 0 0,-3-7 0,0-3 0,-7-7 0,-3 0 0,-9 7 0,-3 4 0,-5 4 0,-7 2 0,0 0 0,-1 0 0,9 8 0,3 4 0,4-3 0,2 3 0,2-3 0,4 3 0,5-7 0,6 3 0,6-2 0,12-1 0,9-5 0</inkml:trace>
  <inkml:trace contextRef="#ctx0" brushRef="#br0" timeOffset="28">16572 9422 8912,'-19'0'0,"-4"0"0,-2 0 0,-6 0 0,3 0 0,7 0 0,-6 0 0,8 2 0,2 3 0,-4 5 0,17 9 0,-8 4 0,8-4 0,-1 4 0,5-4 0,4-2 0,1 1 0,9-1 0,-5-8 0,8-3 0,1-4 0,7-2 0,-6-4 0,5-5 0,1-9 0,-6-10 0,12 7 0,-8-8 0,0 0 0,-6-5 0,0 0 0,1-1 0,-3-1 0,-2-2 0,-3-2 0,-1 1 0,1 3 0,-6 2 0,3 7 0,-7 4 0,0 4 0,0 9 0,0 5 0,-1 12 0,-5 11 0,4 6 0,-4 13 0,4 3 0,2-2 0,0 6 0,0-2 0,0-4 0,0-2 0,0-7 0,0-2 0,0-2 0,0-2 0,6-6 0,2-2 0,1-3 0,3-5 0,5-9 0,0-3 0,0-7 0,0-9 0,1-4 0,-1-2 0,0-3 0,0 5 0,-1-2 0,-5 4 0,2 10 0,-7-4 0,2 5 0,-2 1 0,-5 3 0,7 8 0,-8 8 0,0 3 0,-2 7 0,-2 3 0,-1 2 0,1-2 0,2 5 0,2-7 0,0 4 0,0-4 0,2-3 0,4-5 0,-5-3 0,7-8 0</inkml:trace>
  <inkml:trace contextRef="#ctx0" brushRef="#br0" timeOffset="29">16847 9181 8912,'-11'0'0,"-1"0"0,9 0 0,-3 0 0,12 0 0,9 0 0,8 0 0,0 0 0,2-8 0,1-1 0</inkml:trace>
  <inkml:trace contextRef="#ctx0" brushRef="#br0" timeOffset="30">17209 9164 8912,'-8'9'0,"-2"-1"0,-1-6 0,0 4 0,-1-2 0,-5 5 0,0-1 0,-1 5 0,3 1 0,2 5 0,1 4 0,8 7 0,-9-9 0,7 8 0,2 1 0,3-5 0,6 6 0,1-8 0,7 0 0,-1-6 0,5-2 0,6-3 0,-2-5 0,6-9 0,-2-3 0,13-13 0,-2-8 0</inkml:trace>
  <inkml:trace contextRef="#ctx0" brushRef="#br0" timeOffset="31">17398 8889 8912,'-10'-17'0,"3"5"0,7 1 0,0 7 0,0-2 0,0 12 0,0 5 0,0 12 0,0 10 0,0 9 0,0 2 0,0 4 0,0 1 0,0 3 0,0-3 0,0-3 0,2 2 0,1-8 0,3-2 0,8-1 0,-5-11 0,8-5 0,1-7 0,5-1 0,1-7 0,1-4 0,0-6 0,6-6 0,-10-13 0,6-1 0,-3-3 0,-1 6 0,-5-10 0,-3 7 0,-4-3 0,5 6 0,-15-4 0,5 8 0,-12 0 0,3 7 0,-9 4 0,-1 4 0,-2 4 0,-3 4 0,3 5 0,4 5 0,-5 1 0,9 0 0,-5 0 0,4 0 0,8 1 0,0-1 0,2 0 0,4 0 0,4-7 0,15 3 0,3-7 0,5 0 0,1-6 0,6-2 0,2-4 0,2-5 0,-5-5 0,8-1 0,-6 0 0,-3 0 0,-10 5 0,-5 1 0,-5-3 0,-7-1 0,-3-2 0,-8 5 0,-2 3 0,-4 1 0,-3-5 0,-9 11 0,1-4 0,0 4 0,0 2 0,-1 6 0,1 0 0,6 7 0,-1-1 0,1 3 0,-1 2 0,1 0 0,7 0 0,-4 1 0,8-1 0,0 0 0,2-2 0,4-3 0,11-5 0,2-7 0,4-1 0,-4-5 0,4-6 0,0-9 0,-2-3 0,-1-3 0,-3-2 0,-6-7 0,-1-2 0,-3-3 0,-1-6 0,-6 3 0,0-10 0,0-3 0,0 3 0,-2-10 0,-3 6 0,3 9 0,-6 12 0,2 11 0,0 8 0,1 13 0,-1 1 0,0 15 0,1 8 0,5 16 0,-6 9 0,0 7 0,0 1 0,6 5 0,0 2 0,0 1 0,0 1 0,0-6 0,0 2 0,0-9 0,0-2 0,0-6 0,-2 4 0,-1-4 0,-3-7 0,-8-7 0,5-8 0</inkml:trace>
  <inkml:trace contextRef="#ctx0" brushRef="#br0" timeOffset="32">17432 9198 8912,'-17'0'0,"8"0"0,1 0 0,8 0 0,15-2 0,10-1 0,13-5 0,12-2 0,6-3 0,3 0 0,-2 1 0,-3-3 0,13 5 0,-6-7 0</inkml:trace>
  <inkml:trace contextRef="#ctx0" brushRef="#br0" timeOffset="33">16297 10092 8912,'9'-17'0,"5"10"0,-9 7 0,-1 11 0,-2 10 0,-2 8 0,0 5 0,0 6 0,0 6 0,0 4 0,0 1 0,0 1 0,0-2 0,0-3 0,0-1 0,0-8 0,0 1 0,0-9 0,-8-5 0,-1-8 0,-8 0 0</inkml:trace>
  <inkml:trace contextRef="#ctx0" brushRef="#br0" timeOffset="34">16245 10127 8912,'17'0'0,"0"0"0,1 0 0,-1 0 0,2 0 0,2-2 0,2-2 0,0-2 0,2 2 0,-6 3 0,11 1 0,-7 0 0,0 5 0,-5 1 0,-9 7 0,-3-1 0,-6 9 0,-6 2 0,-5 7 0,-12-1 0,-6 3 0,-5 3 0,-5-3 0,-1-3 0,0 3 0,6-5 0</inkml:trace>
  <inkml:trace contextRef="#ctx0" brushRef="#br0" timeOffset="35">16710 10213 8912,'-18'11'0,"1"1"0,0 1 0,0 2 0,7 4 0,4 2 0,5 2 0,1-2 0,0 0 0,0 2 0,7-9 0,5 3 0,5-4 0,4-3 0,2-4 0,0-5 0,0-2 0,0-5 0,-2-6 0,-2-3 0,-8-2 0,-1-2 0,-2-4 0,-3-4 0,-5-2 0,0 1 0,-9 5 0,-8-6 0,-1 8 0,-7-2 0,1 4 0,4 8 0,-2 1 0,4 1 0,7-1 0,3 6 0,8-3 0,0-1 0,0-2 0</inkml:trace>
  <inkml:trace contextRef="#ctx0" brushRef="#br0" timeOffset="36">17037 10058 8912,'-8'-10'0,"-2"3"0,-7 7 0,0 6 0,0 1 0,0 3 0,1 1 0,3 6 0,1 1 0,9-1 0,-11 0 0,8 0 0,1 0 0,5 1 0,0-1 0,0 0 0,7-2 0,5-3 0,3 1 0,2-7 0,1 7 0,-1-5 0,0 5 0,0-1 0,-7-9 0,5 11 0,-4-8 0,3 7 0,-3-2 0,-3-1 0,-8 1 0,-2 1 0,-4 3 0,-5-3 0,-4 3 0,-3-7 0,1 3 0,-6-1 0,0-5 0,0-3 0,6 4 0,0-12 0,7-3 0,3-9 0</inkml:trace>
  <inkml:trace contextRef="#ctx0" brushRef="#br0" timeOffset="37">17123 10092 8912,'17'8'0,"0"3"0,0-3 0,-1 0 0,-5-1 0,4-5 0,-7 14 0,5-5 0,-3 4 0,-2 3 0,-5-1 0,7 0 0,-8 6 0,4 0 0,-4 0 0,-2-6 0,0 0 0,0 0 0,-6 0 0,0 1 0,-7-3 0,1-4 0,5-3 0,-16-8 0,3 0 0</inkml:trace>
  <inkml:trace contextRef="#ctx0" brushRef="#br0" timeOffset="38">17054 9920 8912,'-6'-19'0,"0"-4"0,1 4 0,5-4 0,0 4 0,1 10 0,5 3 0,8 4 0,5 2 0,4 0 0,7 0 0,-11 6 0,4 0 0,4 7 0,0-4 0</inkml:trace>
  <inkml:trace contextRef="#ctx0" brushRef="#br0" timeOffset="39">17450 9852 8912,'0'17'0,"0"0"0,0 0 0,0 6 0,0 0 0,0 2 0,0-2 0,0 2 0,0 3 0,0 11 0,0-7 0,0 1 0,0-3 0,0-1 0,0 5 0,5-7 0,3-4 0,2-4 0,3-2 0,2-7 0,2-5 0,1-10 0,-1-5 0,0-7 0,0-6 0,0-2 0,1-2 0,-1 6 0,-2-9 0,-3 7 0,1-6 0,-7 6 0,5 0 0,-5 6 0,0 8 0,-6 1 0,0 16 0,0 3 0,0 4 0,0 3 0,0-1 0,0 0 0,0 0 0,0 0 0,0 1 0,0-1 0,0 0 0,0-8 0,7 7 0,3-14 0,7 5 0</inkml:trace>
  <inkml:trace contextRef="#ctx0" brushRef="#br0" timeOffset="40">17742 9834 8912,'0'-11'0,"-2"1"0,-4 3 0,5 1 0,-7 6 0,8 8 0,0 3 0,0 4 0,0 3 0,0-1 0,0 0 0,0 0 0,6-5 0,-1-1 0,1-5 0,-6 5 0,8-7 0,-6 4 0,5-8 0,-7-2 0,-2-2 0,-3-2 0,3-7 0,-14 3 0,7-7 0</inkml:trace>
  <inkml:trace contextRef="#ctx0" brushRef="#br0" timeOffset="41">17278 10213 8912,'-10'17'0,"4"0"0,4 0 0,4-7 0,4-4 0,5-5 0,12-8 0,6-5 0,5-3 0,7-4 0,5-4 0,3-2 0,3-3 0,-1-13 0,1 5 0</inkml:trace>
  <inkml:trace contextRef="#ctx0" brushRef="#br0" timeOffset="42">17880 9989 8912,'-8'10'0,"6"5"0,-5-5 0,7 7 0,0 0 0,0 0 0,2 2 0,1 2 0,5 2 0,2-2 0,-5-2 0,5-1 0,-3-1 0,7 0 0,-12-6 0,5-1 0,1-2 0,2-5 0,7-8 0,-8-5 0,5-7 0,-7-2 0,3-4 0,0 2 0,3-6 0,-2 0 0,3 1 0,-7 5 0,9-10 0,-7 8 0,1 2 0,-2 10 0,-1-3 0,5 9 0,-5-1 0,1 13 0,-8 5 0,8 3 0,-6 8 0,3 0 0,-3-2 0,-2 6 0,6-8 0,0 4 0,7-4 0,-2-4 0,5-3 0,1-7 0,0-3 0,0-2 0,3 0 0,2 0 0,-2-7 0,3-5 0,-2-3 0,2-2 0,-4-6 0,4 0 0,-6-2 0,-6 2 0,5 4 0,-15-6 0,5 8 0,-4 0 0,-4 2 0,-4 3 0,-5 6 0,-10 4 0,-2 2 0,-6 14 0,6 3 0,-1 14 0,1 3 0,3 0 0,-1 8 0,8 0 0,0-5 0,7 3 0,0 4 0,8-8 0,4 4 0,5-4 0,12-9 0,4-2 0,9-10 0,3-3 0,1-6 0,8-12 0,-4-4 0</inkml:trace>
  <inkml:trace contextRef="#ctx0" brushRef="#br0" timeOffset="43">11908 13136 8912,'0'-27'0,"-5"2"0,-1 8 0,2 0 0,2-1 0,0 3 0,-3 4 0,1 3 0,-8 8 0,7 6 0,-5 1 0,2 3 0,-5-4 0,1 5 0,-3-5 0,0 5 0,1 3 0,3 1 0,0 2 0,-7 6 0,-1 2 0,-2 4 0,-2 5 0,2 4 0,0 10 0,-2-2 0,4 9 0,-4 3 0,4 6 0,4-2 0,1 4 0,5-1 0,1-3 0,4-3 0,2-2 0,2-5 0,0-8 0,0 3 0,0-8 0,0-7 0,2-5 0,4-10 0,6 0 0,3-7 0,-2-3 0,2-7 0,5 0 0,3-7 0,0-5 0,9-11 0,8-5 0,2-7 0,-2-5 0,4-4 0,8-7 0,0-1 0,-1 0 0,-5 3 0,0 3 0,-8 2 0,0 4 0,-7-6 0,-2 4 0,-12 2 0,-4-4 0,-13-2 0,0-4 0,0-1 0,-7 1 0,-5 4 0,-5-1 0,-4 6 0,-2 3 0,-8 4 0,3 5 0,3 12 0,-8 9 0,5 10 0,-5 4 0,-1 11 0,-1 18 0,3 14 0,3 12 0,-1 2 0,7 14 0,2-1 0,-6-5 0,0 5 0</inkml:trace>
  <inkml:trace contextRef="#ctx0" brushRef="#br0" timeOffset="44">10755 14511 8912,'0'-27'0,"0"4"0,0 4 0,0 2 0,0 0 0,0 0 0,0 5 0,0 1 0,-7 7 0,-5-2 0,-3 4 0,-2 2 0,0 0 0,-1 8 0,-1 3 0,-4 7 0,-5 4 0,-5 13 0,-1 11 0,-1 13 0,1 10 0,5 1-205,1 11 0,6-7 205,0 6 0,4-3 0,7 9 0,3-17 0,8 5 0,8-20 0,3-3 0,7-13 0,4-3 0,7-12 0,4-10 0,1-5 0,10-10 0,6-6 0,5-9 0,10-16 0,-2-12 0,-3-13-263,-3-5 1,-5-11 262,-7-7 0,-4-3 0,-13-2 0,-10 0 0,-11 1 0,-7-1 0,-9 15 0,-11 10 189,-12 11 0,-10 10-189,-10 11 0,-5 12 0,-2 15 0,-4 14 0,-8 16 0,-6 20 0,36-21 0,0 1 0,-2 4 0,0 0 0,-2-1 0,0 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5T20:37:26.0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17880 5760 8912,'-8'-10'0,"6"-5"0,-5 13 0,7-6 0,0 16 0,0 3 0,0 10 0,0 4 0,0 2 0,0 2 0,0 7 0,0 4 0,-2 4 0,-2 10 0,-4 5 0,-1 10 0,5-1 0,-11 14 0,5-5 0,0 1 0,-5-3 0,6 1 0,-1-3 0,4-6 0,4-10 0,2 2 0,0-9 0,0-4 0,0-4 0,2-16 0,4-3 0,-2-4 0,7-1 0,1-1 0,5 0 0,0-7 0,2-3 0,2-1 0,2 0 0,8-1 0,-4-7 0,9-1 0,4-3 0,4-6 0,10 5 0,1-3 0,2-3 0,8 5 0,-9-7 0,7 3 0,-6 3 0,6-3 0,1 9 0,4-3 0,3 4 0,4 2 0,-10 2 0,4 4 0,-3 5 0,-6 4 0,1-3 0,-6-1 0,3 3 0,-1-7 0,-3 7 0,1-7 0,2 3 0,8-6 0,-11 3 0,3-7 0,-3 0 0,-2 0 0,-1-2 0,1-3 0,-6-3 0,0-3 0,-8-5 0,2 7 0,-4-1 0,6-5 0,-7 11 0,1-7 0,-5-3 0,-3 7 0,7-9 0,-1 5 0,1-4 0,-1-3 0,-5 1 0,1 0 0,7 0 0,-3-6 0,4 0 0,-5 2 0,-4 2 0,-1 2 0,1-6 0,0 0 0,-8 0 0,2 6 0,-4 0 0,-2-1 0,-6 5 0,1-4 0,-6 9 0,3-9 0,-1 2 0,-3-1 0,-3-3 0,2-2 0,2-2 0,5 0 0,-3 4 0,0-2 0,-1-2 0,7-7 0,-10 9 0,5-6 0,-1 2 0,-2-5 0,-6 3 0,0-8 0,0 1 0,0 0 0,-2-1 0,-2-1 0,-2-4 0,-7-4 0,9-8 0,-8-1 0,-1-4 0,-4 3 0,-4-7 0,-4 0 0,-2-2 0,-2-8 0,-5 18 0,0-7 0,-1 1 0,-7 13 0,-9-1 0,-15 18 0,-6 6-268,-14 4 0,33 13 0,-3 2 268,-4 0 0,-1 3 0,-1 3 0,0 3 0,2 3 0,0 1 0,0 3 0,1 1 0,0 4 0,0 1 0,-2-1 0,1 0 0,9 0 0,1 0 0,-6 3 0,3 1 0,-31 19 0,3 0 0,7 2 0,-3 2-200,3 7 1,1-5 199,10 0 0,6 2 0,11 9 0,-2-1 0,8 7 0,1 2 0,3 1 0</inkml:trace>
  <inkml:trace contextRef="#ctx0" brushRef="#br0" timeOffset="1">19153 14872 8912,'10'-11'0,"-4"-1"0,-5-1 0,1 3 0,4-1 0,-4 9 0,6 4 0,-3 11 0,1 8 0,0 15 0,-4 1 0,4 5 0,-5 9 0,5 9 0,-4 1 0,-2 4 0,0 7 0,0 3 0,0-3 0,0-9 0,0-11 0,0-14 0,0-7 0,0-6 0,-8-16 0,-1-17 0,-8-11 0</inkml:trace>
  <inkml:trace contextRef="#ctx0" brushRef="#br0" timeOffset="2">19084 14941 8912,'0'-19'0,"0"-2"0,0-2 0,0 6 0,0 5 0,2 3 0,4-5 0,6 5 0,3 1 0,2-5 0,8 9 0,4-6 0,3 3 0,3 1 0,-3 6 0,-3 0 0,1 2 0,-7 4 0,-6 3 0,-7 8 0,-2 2 0,-5 4 0,-3-2 0,-5 6 0,-7-2 0,-11 5 0,2-9 0,-5 6 0,1-2 0,2-2 0,6-6 0,-1 0 0,1 1 0,0-1 0,2-6 0,1-1 0,3-3 0,7-1 0,4-6 0,11-2 0,14-2 0,10-1 0,1-7 0,8 5 0,0-1 0,-2 0 0,0 4 0,-2 3 0,-13 1 0,-4 0 0,-12 7 0,-5 5 0,-19 5 0,-10 6 0,-15 4 0,-8 5 0,-6-1 0,-3-3 0,-3 3 0,1 1 0,13-5 0,4-4 0,11-12 0,6-5 0,4-19 0,2-6 0</inkml:trace>
  <inkml:trace contextRef="#ctx0" brushRef="#br0" timeOffset="3">20513 9989 8912,'-6'-17'0,"0"0"0,1 2 0,-1 5 0,0 10 0,0 15 0,4 16 0,-3 7 0,1 8 0,-8 13 0,1 10 0,1 9 0,-5 16 0,10-43 0,-1 1 0,-5-4 0,-1-1 0,-2 4 0,1 0 0</inkml:trace>
  <inkml:trace contextRef="#ctx0" brushRef="#br0" timeOffset="4">23025 13411 8912,'0'-12'0,"2"1"0,4-3 0,3-3 0,11-4 0,2-2 0,9 0 0,5-2 0,5-3 0,6-5 0,-1-1 0,6-2 0,5-4 0,3 1 0,5-5 0,-2 2 0,2 4 0,2-6 0,3 2 0,5-6 0,3 4 0,1 2 0,3 0 0,-6 2-1088,3-6 1088,1-3 0,2-3 0,-40 26 0,0 1 0,3-1 0,0 0 0,2-1 0,0 1 0,3-3 0,-1 0 0,1 0 0,0-1 0,-1-1 0,-1-1 0,-4-1 0,-2-1 0,0 4 0,-1-1 0,-3-3 0,0-1 0,1 1 0,0-1 0,1-4 0,-1-2-41,1 1 1,0 0 0,-1 0 0,-1 0 0,-4 4 0,1 1 40,-1-2 0,0 0 0,-1-2 0,-3-1 0,1-2 0,-2-2 0,-2 1 0,-1 0 0,3 1 0,-2-2 0,-5 1 0,0-2 0,4 1 0,1-1 0,2-1 0,0 0 0,0 0 0,3 0-498,2 3 0,1 0 498,-1-3 0,0-1 0,-1 2 0,-2 0 0,-1-3 0,-1-1 0,-1 0 0,-1 0 0,-1 1 0,-2 1 0,7-37 0,-8 15 0,-12 8 0,-11 9 0,0 0 0,-8 3 470,-3 3 1,-10-2-471,-2 8 0,-8-8 0,6 10 0,-5-4 80,1 6 0,6-1 0,-4 15-80,3 1 0,-1 1 572,2 3 0,4 2-572,-4 3 0,6 3 0,5 3 0,-3 4 0,3-3 0,5 3 0,-1 2 0,8 0 0,0 0 0,0 7 0,0 3 0,8-1 0,3-3 0,12-4 0,4-2 0</inkml:trace>
  <inkml:trace contextRef="#ctx0" brushRef="#br0" timeOffset="5">26605 9026 8912,'-16'-24'0,"5"4"0,-14-2 0,6 10 0,-4 6 0,-4 4 0,-9 4 0,-4 6 0,-6 9 0,-6 4 0,-5 12 0,-6 3 0,-8 10 0,2 0 0,0-2 0,18 1 0,-1-4 0,18 4 0,-1-6 0,18 1 0,4-6 0,13-5 0,2 1 0,3-7 0,7 6 0,11-6 0,-2 0 0,7-6 0,3-2 0,9-1 0,6-3 0,4 1 0,1-3 0,9 6 0,1-11 0,8 8 0,-1 1 0,1-5 0,-8 1 0,-3-3 0,3-4 0,0 6 0</inkml:trace>
  <inkml:trace contextRef="#ctx0" brushRef="#br0" timeOffset="6">27121 9834 8912,'-17'-34'0,"-2"0"0,-4-1 0,9 1 0,-1 0 0,5-1 0,3 7 0,1-1 0,4 8 0,-4-2 0,4 13 0,2 10 0,0 8 0,0 19 0,0 7 0,0 8 0,0 10 0,0-1 0,0 1 0,2-1 0,2-1 0,2-4 0,0 2 0,-4-8 0,1 0 0,3 2 0,0-6 0,0 1 0,-1-11 0,-1-1 0,-2-10 0,6-7 0,-6-23 0,5-4 0</inkml:trace>
  <inkml:trace contextRef="#ctx0" brushRef="#br0" timeOffset="7">26914 9886 8912,'-17'-44'0,"0"2"0,0 0 0,1 6 0,5-4 0,3 3 0,8 11 0,2 1 0,4 0 0,11 6 0,10-6 0,9 8 0,4 0 0,-3 5 0,3 3 0,-4 1 0,-1 4 0,-3 2 0,-3 2 0,-4 0 0,-8 0 0,-8 0 0,-1 8 0,-8 3 0,0 5 0,0 1 0,-13 2 0,-4 4 0,-6 2 0,0 5 0,-4-3 0,0-2 0,4-4 0,4-2 0,2-2 0,2 0 0,3 1 0,4-1 0,8-6 0,0 1 0,2-3 0,4 3 0,6-5 0,10-7 0,0 0 0,6 0 0,5 0 0,3 0 0,-3 0 0,-1 0 0,1 0 0,-7 6 0,-3 2 0,-4 1 0,-9 3 0,-12 5 0,-15 0 0,-10 0 0,-5 0 0,-11 1 0,-2-1 0,-5 0 0,0-2 0,4-3 0,0-3 0,12-3 0,-2-4 0,15 2 0,5-8 0,7-13 0,16-10 0,18-15 0,12-2 0</inkml:trace>
  <inkml:trace contextRef="#ctx0" brushRef="#br0" timeOffset="8">27637 9491 8912,'0'-18'0,"0"1"0,0 0 0,2 7 0,4 5 0,3-3 0,9 2 0,1 3 0,4-1 0,5-2 0,-3 4 0,8-6 0,-5 8 0,3 2 0,-2 4 0,-5 2 0,-6 3 0,-1 4 0,0-5 0,0 7 0</inkml:trace>
  <inkml:trace contextRef="#ctx0" brushRef="#br0" timeOffset="9">27740 9783 8912,'-9'0'0,"-5"2"0,9 4 0,-1-5 0,16 7 0,7-8 0,8-2 0,11-4 0,4-5 0,-4-4 0,12-4 0,-6-2 0,2-4 0,2-2 0,-2-4 0,-2-9 0,-7-4 0</inkml:trace>
  <inkml:trace contextRef="#ctx0" brushRef="#br0" timeOffset="10">28635 9198 8912,'0'25'0,"-6"10"0,1 10 0,-9 30 0,1 19 0,3-38 0,-1 4 0,-3 7 0,-1 2-626,-1 3 0,0 1 0,-1 2 1,-1 1 625,2 1 0,-2 1 0,-2-7 0,-2 1 0,0 3 0,-2-1 0,0-10 0,-2-2 0,0-3 0,1 0 0</inkml:trace>
  <inkml:trace contextRef="#ctx0" brushRef="#br0" timeOffset="11">29031 6224 8912,'12'-10'0,"-1"5"0,0 1 0,1-2 0,-1-5 0,-7-5 0,4-1 0,-8 6 0,0-1 0,-2 8 0,-4-1 0,2-3 0,-7 2 0,-1 1 0,-5 5 0,0 0 0,7 7 0,-5 5 0,4 11 0,-5-2 0,1 7 0,2 5 0,3 3 0,3 4 0,-7 8 0,12-10 0,-4 6 0,5-2 0,2-2 0,5-5 0,4-3 0,7-3 0,0-12 0,2-4 0,4-7 0,6-2 0,3-10 0,-3-5 0,0-12 0,1-6 0,1-3 0,-2-5 0,-8-1 0,-8-2 0,2 0 0,-13 5 0,4 1 0,-12-4 0,-5 3 0,-14-1 0,-9 13 0,-3 2 0,-9 10 0,8-3 0,-2 9 0,4 1 0,3 10 0,4 5 0,6 4 0,4 3 0,10-1 0,1 6 0,8 0 0,15-1 0,5-4 0</inkml:trace>
  <inkml:trace contextRef="#ctx0" brushRef="#br0" timeOffset="12">30029 5639 8912,'-2'-34'0,"-2"0"0,-1-1 0,-7 3 0,6 3 0,3 6 0,-7 4 0,6 9 0,-7 5 0,5 3 0,-5 2 0,5 2 0,-6 5 0,-1 9 0,-2 5 0,-3 9 0,1-1 0,0 9 0,0 2 0,7 8 0,-3-4 0,7 8 0,0-1 0,6 1 0,0 1 0,0 4 0,0 7 0,0-5 0,0-2 0,0-5 0,0-7 0,8 5 0,-6-8 0,4 2 0,-4-10 0,-2-1 0,0-10 0,0-2 0,-8-10 0,-2-3 0</inkml:trace>
  <inkml:trace contextRef="#ctx0" brushRef="#br0" timeOffset="13">29530 6121 8912,'-9'0'0,"1"0"0,10-6 0,4 0 0,13-1 0,15 1 0,10-6 0,15-3 0,8-4 0,6-4 0,0-6 0,5 5 0,-15-7 0,0 8 0,-15 2 0,-8 10 0,-11-3 0,-6 9 0,-4 1 0,-10 2 0,-9 10 0,-9 1 0</inkml:trace>
  <inkml:trace contextRef="#ctx0" brushRef="#br0" timeOffset="14">29134 7084 8912,'-11'0'0,"-1"0"0,1-2 0,-1-2 0,1-2 0,-2 2 0,3-3 0,0-1 0,1-2 0,-1-3 0,1-2 0,-3-2 0,-1 5 0,7 1 0,0 7 0,6 4 0,0 11 0,0 5 0,0 3 0,0 4 0,0 5 0,0 10 0,0 5 0,0 0 0,0 5 0,0 2 0,0 3 0,0 5 0,0-5 0,0 4 0,0-5 0,0-6 0,0-6 0,8-4 0,-6-15 0,4-3 0,-4-15 0,-2-3 0,0-23 0,0-13 0</inkml:trace>
  <inkml:trace contextRef="#ctx0" brushRef="#br0" timeOffset="15">28756 7118 8912,'-18'-25'0,"1"12"0,2-4 0,4 1 0,-5 1 0,14-2 0,-3 0 0,3-1 0,9 1 0,5 0 0,11-8 0,3 4 0,11-6 0,1 3 0,4 3 0,2 1 0,2 11 0,6 1 0,-3 8 0,-3 0 0,-11 16 0,-5-3 0,-7 16 0,-8 5 0,-9 6 0,-4 6 0,-2-6 0,-13 8 0,-4-2 0,-10 1 0,2-1 0,-2-6 0,0-3 0,-1-5 0,5-1 0,4-3 0,7-14 0,1-3 0,7-7 0,-4-12 0,8-1 0</inkml:trace>
  <inkml:trace contextRef="#ctx0" brushRef="#br0" timeOffset="16">29392 7135 8912,'0'-17'0,"0"5"0,2 3 0,4 1 0,-4 3 0,13 5 0,-5 1 0,1 5 0,1 6 0,-1 5 0,6 6 0,-1-2 0,-3 6 0,-1-3 0,-9 7 0,11-12 0,-8 6 0,-3 0 0,5-12 0,-2 4 0,0-3 0,-6-3 0,0 1 0,0-11 0,0-2 0,0-15 0,0-1 0,0-15 0,0 3 0,0-3 0,1-3 0,5 1 0,4-1 0,7 1 0,2 1 0,4 5 0,-2 3 0,8 8 0,-1 7 0,5 3 0,-4 7 0,3 0 0,-13 15 0,6 4 0</inkml:trace>
  <inkml:trace contextRef="#ctx0" brushRef="#br0" timeOffset="17">30322 7032 8912,'5'-17'0,"1"0"0,-2-1 0,-2 1 0,-4 0 0,-4 2 0,-5 3 0,1-1 0,-1 7 0,-3 2 0,-1 2 0,-2 2 0,0 0 0,-1 2 0,1 4 0,2 4 0,3 7 0,-1 0 0,5 0 0,1 0 0,-1 1 0,2-1 0,6 0 0,-7 0 0,5 0 0,-6-7 0,8-2 0,0-8 0,8 0 0,3 0 0,5 0 0,3-8 0,2-2 0,2 1 0,2-6 0,-4 5 0,2-1 0,-2-1 0,-2 8 0,-2-3 0,0 7 0,0 0 0,1 0 0,-7 0 0,0 0 0,-5 0 0,6 0 0,-9 0 0,5 0 0,0 0 0,3 0 0,-3 0 0,7 0 0,-3-2 0,1-4 0,-1-5 0,3 3 0,-6-7 0,9 3 0,-1-3 0,-8 5 0,-1 3 0,-8 7 0,0 0 0,0 7 0,0-5 0,0 6 0,0-8 0,0 0 0,8 0 0,1 0 0,8 0 0,1 0 0,-1 0 0,0 0 0,0 0 0,0-8 0,3 4 0,3-7 0,-2-1 0,5-5 0,-1 0 0,-2 0 0,-6-2 0,1-2 0,-1-2 0,-2-6 0,-3 6 0,1 0 0,-7 6 0,-1 0 0,-5 5 0,0 1 0,0 7 0,-7-3 0,-5 7 0,3 7 0,-3 5 0,3 3 0,-3 4 0,6 4 0,-1-4 0,1 4 0,2-4 0,2-2 0,2-7 0,0 5 0,0-3 0,2-5 0,4-1 0,-2-4 0,7-2 0,-7 0 0,11-2 0,-3-4 0,1-9 0,-1-8 0,3-8 0,-5 3 0,-1-5 0,5-1 0,-9-2 0,-1-3 0,-2-1 0,-2-7 0,0 10 0,0-3 0,0 6 0,0 5 0,0 4 0,0 8 0,0 0 0,0 7 0,0 10 0,0 12 0,0 9 0,0 4 0,0 1 0,0 5 0,0 9 0,0-4 0,0 6 0,0 0 0,2-3 0,4 6 0,-2-4 0,5 6 0,1 5 0,-3 3 0,1 1 0,-2-3 0,1 6 0,3 3 0</inkml:trace>
  <inkml:trace contextRef="#ctx0" brushRef="#br0" timeOffset="18">30563 7445 8912,'-23'0'0,"0"0"0,2 0 0,7 0 0,5 2 0,1 3 0,4 7 0,2 3 0,2 4 0,2 6 0,2 7 0,2 7 0,7 8 0,-3-1 0,-1 4 0,-3 1 0,-4 1 0,4 0 0,-1-3 0,-1-3 0,-2-8 0,-2-7 0,-6 0 0,1-9 0,-9 1 0,3-5 0,1-9 0,-1-3 0,-1-4 0,1-2 0,-1 0 0,3-10 0,-5-5 0,3-6 0,7-10 0,-5 3 0,5-11 0,-2-1 0,0 0 0,8 6 0,4-1 0,5 1 0,5 0 0,1-1 0,0 3 0,0 3 0,2-1 0,4 7 0,2-6 0,4 6 0,-2 2 0,-4 10 0,-6 1 0,0 4 0,0 4 0,-13-5 0,8 7 0,-9 7 0,5 3 0,-8 7 0,-6 0 0,-1 1 0,-3-1 0,-3 0 0,3 0 0,-1 0 0,5 1 0,-6-1 0,9 8 0,-11-6 0,7 4 0,-3-4 0,6-2 0,-3 6 0,7 0 0,0-2 0,0-2 0,5-8 0,3 1 0,2 1 0,7-5 0,8-2 0,1-5 0,5-1 0,-4-1 0,1-5 0,1-4 0,6-7 0,-1 0 0,-7-2 0,-4-2 0,-4-2 0,-2-2 0,0 2 0,-5 4 0,-1-4 0,-7 4 0,2 2 0,-4 0 0,-2-1 0,-2 9 0,-4 3 0,-4 4 0,-7 4 0,0 4 0,0 3 0,5 9 0,3-1 0,-1 0 0,3 0 0,-1 0 0,2 0 0,6 1 0,0-1 0,0 0 0,2-2 0,4-3 0,3-3 0,9-3 0,-1-4 0,0 4 0,10-6 0,7-6 0,3 0 0,8-11 0,1-4 0,6-13 0</inkml:trace>
  <inkml:trace contextRef="#ctx0" brushRef="#br0" timeOffset="19">31389 7479 8912,'-33'0'0,"4"0"0,-1 6 0,7-1 0,2-1 0,4 6 0,3 1 0,5 5 0,1 1 0,2 8 0,6-4 0,0 5 0,0-1 0,2 4 0,4-4 0,5 0 0,5-1 0,3-6 0,4-7 0,4-1 0,7 1 0,0-3 0,1-8 0,-1-2 0,1-4 0,-3-5 0,-3-5 0,3-1 0,-7-2 0,4-4 0,-2 2 0,-4-8 0,-6 1 0,2-7 0,-6 1 0,-9 2 0,2 3 0,2-2 0,-3 8 0,1 0 0,-14 14 0,-3 3 0,-4 4 0,-3 4 0,1 4 0,-6 5 0,0 12 0,2 6 0,2 3 0,2 3 0,5-3 0,1-3 0,7 1 0,-2-7 0,4-2 0,2 6 0,0-8 0,2 2 0,4-7 0,4-7 0,7-9 0,0-3 0,-2-11 0,-1-7 0,-3 1 0,1-3 0,-3-4 0,7-3 0,-13-1 0,7 3 0,-2 1 0,-3 2 0,-5-2 0,2 5 0,2 6 0,2 1 0,0 0 0,-6 7 0,0 10 0,0 12 0,0 3 0,0 2 0,0 1 0,0-1 0,0 0 0,0 0 0,0 0 0,5 1 0,3-3 0,2-4 0,1 5 0,6-14 0,0 3 0,3-3 0,2-2 0,-2-7 0,10-5 0,-5-9 0,2-2 0,-6-7 0,2 1 0,-4-2 0,-2 3 0,-2-5 0,-3 5 0,-6-7 0,-4-5 0,-2 4 0,-2-4 0,-4 11 0,-6 6 0,5 4 0,-1 4 0,0 3 0,-1 5 0,-1 8 0,5 5 0,3 6 0,2 11 0,0 3 0,0 1 0,0 6 0,2-12 0,3 5 0,7-1 0,9 4 0,2-6 0,2-2 0,-2-10 0,3 3 0,9-9 0,-3 1 0,-1-6 0,-2 0 0,1 0 0,-3-13 0,2-5 0,-8-10 0,2-1 0,-6-5 0,-6-6 0,3-4 0,-9-8 0,1-7 0,-6 4 0,0-9 0,0 0 0,0-11 0,-6 6 0,-1 4 0,-3 18 0,4 8 0,-5 22 0,5 21 0,-5 25 0,7 20 0,-2 20 0,-3 7 0,7 16 0,-4 0-238,4-2 1,2-8 237,0-2 0,2 0 0,4 6 0,9-7 0,8-5 0,8-11 0,-3-6 0,12-11 0,-3-4 0,7-11 0,4-8 0,5-8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8320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For 99% negative, predict always negative!</a:t>
            </a:r>
            <a:r>
              <a:rPr lang="zh-CN" altLang="en-US" dirty="0"/>
              <a:t>不平衡分布 </a:t>
            </a:r>
          </a:p>
          <a:p>
            <a:pPr marL="1143000" lvl="2" indent="-228600">
              <a:buFont typeface="+mj-lt"/>
              <a:buAutoNum type="arabicPeriod"/>
            </a:pPr>
            <a:r>
              <a:rPr lang="zh-CN" altLang="en-US" b="1" dirty="0"/>
              <a:t>分类器</a:t>
            </a:r>
            <a:r>
              <a:rPr lang="zh-CN" altLang="en-US" dirty="0"/>
              <a:t>：对少数类的分类效果非常差。</a:t>
            </a:r>
          </a:p>
          <a:p>
            <a:pPr marL="1143000" lvl="2" indent="-228600">
              <a:buFont typeface="+mj-lt"/>
              <a:buAutoNum type="arabicPeriod"/>
            </a:pPr>
            <a:r>
              <a:rPr lang="zh-CN" altLang="en-US" b="1"/>
              <a:t>回归器</a:t>
            </a:r>
            <a:r>
              <a:rPr lang="zh-CN" altLang="en-US"/>
              <a:t>：可能无法准确捕捉少数类别的特征。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01" name="Google Shape;20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Could present with ranking</a:t>
            </a:r>
            <a:endParaRPr/>
          </a:p>
        </p:txBody>
      </p:sp>
      <p:sp>
        <p:nvSpPr>
          <p:cNvPr id="221" name="Google Shape;22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5" name="Google Shape;2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FPR=FP/(FP+TN)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FNR=FN/(TP+FN)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Sensitivity = recall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rgbClr val="0070C0"/>
                </a:solidFill>
              </a:rPr>
              <a:t>Specificity</a:t>
            </a:r>
            <a:r>
              <a:rPr lang="en-US" sz="1200"/>
              <a:t> = true negative rate = TN/(TN+FP)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rgbClr val="00B050"/>
                </a:solidFill>
              </a:rPr>
              <a:t>False positive rate </a:t>
            </a:r>
            <a:r>
              <a:rPr lang="en-US" sz="1200"/>
              <a:t>= 1-specificity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3" name="Google Shape;243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4" name="Google Shape;25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4" name="Google Shape;264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8" name="Google Shape;46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27680" y="1183257"/>
            <a:ext cx="82296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042421" y="3429000"/>
            <a:ext cx="82296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3828" y="1110597"/>
            <a:ext cx="2286000" cy="5080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5959" y="4117661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4" name="Rectangle 13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9" name="Rectangle 18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1215180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7" name="Rectangle 26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1" name="Oval 20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3" name="Oval 22"/>
          <p:cNvSpPr/>
          <p:nvPr/>
        </p:nvSpPr>
        <p:spPr bwMode="auto">
          <a:xfrm>
            <a:off x="1746176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4" name="Oval 23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6" name="Oval 25"/>
          <p:cNvSpPr/>
          <p:nvPr/>
        </p:nvSpPr>
        <p:spPr bwMode="auto">
          <a:xfrm>
            <a:off x="2218944" y="5788152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5" name="Oval 24"/>
          <p:cNvSpPr/>
          <p:nvPr/>
        </p:nvSpPr>
        <p:spPr>
          <a:xfrm>
            <a:off x="2540000" y="4495800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767392" y="4928702"/>
            <a:ext cx="812800" cy="5175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9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39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1590" y="494193"/>
            <a:ext cx="82296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51616" y="3280744"/>
            <a:ext cx="82296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2008" y="1106932"/>
            <a:ext cx="2286000" cy="508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6208" y="4114800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0" name="Rectangle 9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Rectangle 10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8" name="Rectangle 17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9" name="Oval 18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0" name="Oval 19"/>
          <p:cNvSpPr/>
          <p:nvPr/>
        </p:nvSpPr>
        <p:spPr bwMode="auto">
          <a:xfrm>
            <a:off x="1766272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1" name="Oval 20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2" name="Oval 21"/>
          <p:cNvSpPr/>
          <p:nvPr/>
        </p:nvSpPr>
        <p:spPr bwMode="auto">
          <a:xfrm>
            <a:off x="2218944" y="5791200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3" name="Oval 22"/>
          <p:cNvSpPr/>
          <p:nvPr/>
        </p:nvSpPr>
        <p:spPr bwMode="auto">
          <a:xfrm>
            <a:off x="2505387" y="4479888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12130592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787488" y="4928702"/>
            <a:ext cx="812800" cy="5175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09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5693664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7923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058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58293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6096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57912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5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41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638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47360" y="3124200"/>
            <a:ext cx="6309360" cy="6096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083040" y="274320"/>
            <a:ext cx="2036064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4" name="Oval 13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406400" y="274320"/>
            <a:ext cx="75184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19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3" name="Oval 12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18404" y="3124200"/>
            <a:ext cx="6309360" cy="6096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2296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21064" y="264795"/>
            <a:ext cx="2032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1" name="Rectangle 10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74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8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235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692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69415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99568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10454640" y="1017843"/>
            <a:ext cx="2011680" cy="512064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9853648" y="3676280"/>
            <a:ext cx="3200400" cy="48768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016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0" name="Rectangle 9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2" name="Oval 11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38688" y="5734050"/>
            <a:ext cx="8128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25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5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6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customXml" Target="../ink/ink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customXml" Target="../ink/ink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customXml" Target="../ink/ink9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customXml" Target="../ink/ink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customXml" Target="../ink/ink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customXml" Target="../ink/ink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customXml" Target="../ink/ink13.xml"/><Relationship Id="rId4" Type="http://schemas.openxmlformats.org/officeDocument/2006/relationships/image" Target="../media/image23.gi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customXml" Target="../ink/ink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7.png"/><Relationship Id="rId7" Type="http://schemas.openxmlformats.org/officeDocument/2006/relationships/customXml" Target="../ink/ink1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9"/>
          <p:cNvSpPr txBox="1">
            <a:spLocks noGrp="1"/>
          </p:cNvSpPr>
          <p:nvPr>
            <p:ph type="title"/>
          </p:nvPr>
        </p:nvSpPr>
        <p:spPr>
          <a:xfrm>
            <a:off x="2167128" y="1225296"/>
            <a:ext cx="9706004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 dirty="0"/>
              <a:t>SOLVING LOGISTIC REGRESSION</a:t>
            </a:r>
            <a:endParaRPr dirty="0"/>
          </a:p>
        </p:txBody>
      </p:sp>
      <p:sp>
        <p:nvSpPr>
          <p:cNvPr id="567" name="Google Shape;567;p69"/>
          <p:cNvSpPr txBox="1"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dirty="0"/>
              <a:t>See </a:t>
            </a:r>
            <a:r>
              <a:rPr lang="en-US" dirty="0" err="1"/>
              <a:t>Jupyter</a:t>
            </a:r>
            <a:r>
              <a:rPr lang="en-US" dirty="0"/>
              <a:t> notebook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3C5CBB4-AB94-6746-3B2A-C2B908804B5A}"/>
                  </a:ext>
                </a:extLst>
              </p14:cNvPr>
              <p14:cNvContentPartPr/>
              <p14:nvPr/>
            </p14:nvContentPartPr>
            <p14:xfrm>
              <a:off x="2279880" y="346680"/>
              <a:ext cx="9843480" cy="5214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3C5CBB4-AB94-6746-3B2A-C2B908804B5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70520" y="337320"/>
                <a:ext cx="9862200" cy="5233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74FFA-9A62-6A4E-667D-FB3B440C2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F1C059E-6600-5886-FA16-46FD729B1E5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09600" y="0"/>
                <a:ext cx="9956800" cy="1143000"/>
              </a:xfrm>
            </p:spPr>
            <p:txBody>
              <a:bodyPr/>
              <a:lstStyle/>
              <a:p>
                <a:r>
                  <a:rPr lang="en-US" dirty="0"/>
                  <a:t>BINARY LOGISTIC REGRESSION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F1C059E-6600-5886-FA16-46FD729B1E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09600" y="0"/>
                <a:ext cx="9956800" cy="1143000"/>
              </a:xfrm>
              <a:blipFill>
                <a:blip r:embed="rId2"/>
                <a:stretch>
                  <a:fillRect l="-1531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34360A-B260-1882-5E1A-4A476F5A880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129145"/>
                <a:ext cx="9956800" cy="5472404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In logistic regression, the loss function to minimize is given by,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=1: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exp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func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func>
                                      <m:func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exp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func>
                                  </m:den>
                                </m:f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func>
                      </m:e>
                    </m:nary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=1: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func>
                                      <m:func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exp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func>
                                  </m:den>
                                </m:f>
                              </m:e>
                            </m:d>
                          </m:e>
                        </m:func>
                      </m:e>
                    </m:nary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func>
                          </m:e>
                        </m:d>
                      </m:e>
                    </m:func>
                  </m:oMath>
                </a14:m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So gradient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is given by,   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d>
                                  </m:e>
                                </m:func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d>
                                  </m:e>
                                </m:func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nary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       </m:t>
                    </m:r>
                  </m:oMath>
                </a14:m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</m:den>
                              </m:f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⊤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dirty="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34360A-B260-1882-5E1A-4A476F5A88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129145"/>
                <a:ext cx="9956800" cy="5472404"/>
              </a:xfrm>
              <a:blipFill>
                <a:blip r:embed="rId3"/>
                <a:stretch>
                  <a:fillRect l="-383" t="-8333" b="-36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021337F-F344-2F74-9316-092A5111BED3}"/>
                  </a:ext>
                </a:extLst>
              </p14:cNvPr>
              <p14:cNvContentPartPr/>
              <p14:nvPr/>
            </p14:nvContentPartPr>
            <p14:xfrm>
              <a:off x="229320" y="61920"/>
              <a:ext cx="11944440" cy="6400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021337F-F344-2F74-9316-092A5111BED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9960" y="52560"/>
                <a:ext cx="11963160" cy="641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3200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F2124-FD18-2AD5-0A39-2EEBC57EF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B475C-3877-AF6D-A198-493D323C4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Gradient Descent For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13936D-DA21-BD9F-2B29-3EE7FFEC64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endParaRPr lang="en-US" sz="1000" dirty="0"/>
              </a:p>
              <a:p>
                <a:endParaRPr lang="en-US" sz="1000" dirty="0"/>
              </a:p>
              <a:p>
                <a:pPr marL="0" indent="0">
                  <a:buNone/>
                </a:pPr>
                <a:r>
                  <a:rPr lang="en-US" dirty="0"/>
                  <a:t>Gradient Descent Algorithm: ((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is the iteration counter) )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r>
                  <a:rPr lang="en-US" dirty="0"/>
                  <a:t>Pick an initial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 (subscript here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b="0" dirty="0"/>
                  <a:t> which is equal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0 </m:t>
                    </m:r>
                  </m:oMath>
                </a14:m>
                <a:r>
                  <a:rPr lang="en-US" b="0" dirty="0"/>
                  <a:t>initially) </a:t>
                </a:r>
              </a:p>
              <a:p>
                <a:endParaRPr lang="en-US" b="0" dirty="0"/>
              </a:p>
              <a:p>
                <a:r>
                  <a:rPr lang="en-US" dirty="0"/>
                  <a:t>Repeat (or Iterate or Update)</a:t>
                </a:r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⊤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is the learning rate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th</m:t>
                        </m:r>
                      </m:sup>
                    </m:sSup>
                  </m:oMath>
                </a14:m>
                <a:r>
                  <a:rPr lang="en-US" dirty="0"/>
                  <a:t> iteration (also called as step size)</a:t>
                </a:r>
              </a:p>
              <a:p>
                <a:r>
                  <a:rPr lang="en-US" dirty="0"/>
                  <a:t>Natural choice for learning rate: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(that is, a constant learning rate)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Constant learning rate will work, but have to be sufficiently small!</a:t>
                </a:r>
              </a:p>
              <a:p>
                <a:endParaRPr lang="en-US" sz="1000" dirty="0"/>
              </a:p>
              <a:p>
                <a:endParaRPr lang="en-US" sz="1000" dirty="0"/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13936D-DA21-BD9F-2B29-3EE7FFEC64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20" b="-2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5C8D0-1AB8-0D45-97B0-2713A3E34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22963" y="6350454"/>
            <a:ext cx="882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68DACDF-E1A9-A04C-A5FF-FC2443684BF5}" type="slidenum">
              <a:rPr lang="en-US" smtClean="0"/>
              <a:pPr/>
              <a:t>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AB528EF-A281-C553-1408-B9B00A5704D2}"/>
                  </a:ext>
                </a:extLst>
              </p14:cNvPr>
              <p14:cNvContentPartPr/>
              <p14:nvPr/>
            </p14:nvContentPartPr>
            <p14:xfrm>
              <a:off x="2434680" y="2432520"/>
              <a:ext cx="8871120" cy="4344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AB528EF-A281-C553-1408-B9B00A5704D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25320" y="2423160"/>
                <a:ext cx="8889840" cy="436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309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068C397-022E-07C6-B8E7-1963AD791EB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LET’S GO OVER AN 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=[−1.0, 1.0]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068C397-022E-07C6-B8E7-1963AD791E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31" b="-16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9AAD69-692C-774D-D964-2F7677176AC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Green points are labeled as 0: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smtClean="0">
                        <a:solidFill>
                          <a:srgbClr val="4E8F00"/>
                        </a:solidFill>
                        <a:latin typeface="Cambria Math" panose="02040503050406030204" pitchFamily="18" charset="0"/>
                      </a:rPr>
                      <m:t>[0.52, 1.12]</m:t>
                    </m:r>
                  </m:oMath>
                </a14:m>
                <a:r>
                  <a:rPr lang="en-US" dirty="0">
                    <a:solidFill>
                      <a:srgbClr val="4E8F00"/>
                    </a:solidFill>
                  </a:rPr>
                  <a:t>,</a:t>
                </a:r>
                <a:br>
                  <a:rPr lang="en-US" dirty="0">
                    <a:solidFill>
                      <a:srgbClr val="4E8F00"/>
                    </a:solidFill>
                  </a:rPr>
                </a:br>
                <a:r>
                  <a:rPr lang="en-US" dirty="0">
                    <a:solidFill>
                      <a:srgbClr val="4E8F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smtClean="0">
                        <a:solidFill>
                          <a:srgbClr val="4E8F00"/>
                        </a:solidFill>
                        <a:latin typeface="Cambria Math" panose="02040503050406030204" pitchFamily="18" charset="0"/>
                      </a:rPr>
                      <m:t>[0.52, 2.06]</m:t>
                    </m:r>
                  </m:oMath>
                </a14:m>
                <a:br>
                  <a:rPr lang="en-US" dirty="0">
                    <a:solidFill>
                      <a:srgbClr val="4E8F00"/>
                    </a:solidFill>
                  </a:rPr>
                </a:b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Red points are labeled as 1:</a:t>
                </a:r>
                <a:br>
                  <a:rPr lang="en-US" dirty="0"/>
                </a:b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[0.88, −1.08],</m:t>
                    </m:r>
                  </m:oMath>
                </a14:m>
                <a:br>
                  <a:rPr lang="en-US" dirty="0">
                    <a:solidFill>
                      <a:schemeClr val="accent3"/>
                    </a:solidFill>
                  </a:rPr>
                </a:br>
                <a:r>
                  <a:rPr lang="en-US" dirty="0">
                    <a:solidFill>
                      <a:schemeClr val="accent3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[0.74, −2.49]</m:t>
                    </m:r>
                  </m:oMath>
                </a14:m>
                <a:br>
                  <a:rPr lang="en-US" dirty="0">
                    <a:solidFill>
                      <a:schemeClr val="accent3"/>
                    </a:solidFill>
                  </a:rPr>
                </a:br>
                <a:endParaRPr lang="en-US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9AAD69-692C-774D-D964-2F7677176A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383" t="-1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9362004-2144-378C-E476-2F3751DF8B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586" y="1600200"/>
            <a:ext cx="6017884" cy="48039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2FD23A2-7B58-E732-5929-5F90AEBB8E96}"/>
                  </a:ext>
                </a:extLst>
              </p14:cNvPr>
              <p14:cNvContentPartPr/>
              <p14:nvPr/>
            </p14:nvContentPartPr>
            <p14:xfrm>
              <a:off x="144000" y="358920"/>
              <a:ext cx="11478240" cy="6000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2FD23A2-7B58-E732-5929-5F90AEBB8E9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4640" y="349560"/>
                <a:ext cx="11496960" cy="601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3534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5238A-E6E5-C1ED-5EC5-1E60357B9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43436AD-C557-FFCC-729C-31359635604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LET’S GO OVER AN 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=[−1.0, 1.0]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43436AD-C557-FFCC-729C-3135963560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31" b="-16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D558ED-CF52-CAE7-ED7F-C6759F1FBCA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Green points are labeled as 0: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solidFill>
                          <a:srgbClr val="4E8F00"/>
                        </a:solidFill>
                        <a:latin typeface="Cambria Math" panose="02040503050406030204" pitchFamily="18" charset="0"/>
                      </a:rPr>
                      <m:t>[0.52, 1.12]</m:t>
                    </m:r>
                  </m:oMath>
                </a14:m>
                <a:r>
                  <a:rPr lang="en-US" dirty="0">
                    <a:solidFill>
                      <a:srgbClr val="4E8F00"/>
                    </a:solidFill>
                  </a:rPr>
                  <a:t>,</a:t>
                </a:r>
                <a:br>
                  <a:rPr lang="en-US" dirty="0">
                    <a:solidFill>
                      <a:srgbClr val="4E8F00"/>
                    </a:solidFill>
                  </a:rPr>
                </a:br>
                <a:r>
                  <a:rPr lang="en-US" dirty="0">
                    <a:solidFill>
                      <a:srgbClr val="4E8F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solidFill>
                          <a:srgbClr val="4E8F00"/>
                        </a:solidFill>
                        <a:latin typeface="Cambria Math" panose="02040503050406030204" pitchFamily="18" charset="0"/>
                      </a:rPr>
                      <m:t>[0.52, 2.06]</m:t>
                    </m:r>
                  </m:oMath>
                </a14:m>
                <a:br>
                  <a:rPr lang="en-US" dirty="0">
                    <a:solidFill>
                      <a:srgbClr val="4E8F00"/>
                    </a:solidFill>
                  </a:rPr>
                </a:b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Red points are labeled as 1:</a:t>
                </a:r>
                <a:br>
                  <a:rPr lang="en-US" dirty="0"/>
                </a:b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[0.88, −1.08],</m:t>
                    </m:r>
                  </m:oMath>
                </a14:m>
                <a:br>
                  <a:rPr lang="en-US" dirty="0">
                    <a:solidFill>
                      <a:schemeClr val="accent3"/>
                    </a:solidFill>
                  </a:rPr>
                </a:br>
                <a:r>
                  <a:rPr lang="en-US" dirty="0">
                    <a:solidFill>
                      <a:schemeClr val="accent3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[0.74, −2.49]</m:t>
                    </m:r>
                  </m:oMath>
                </a14:m>
                <a:br>
                  <a:rPr lang="en-US" dirty="0">
                    <a:solidFill>
                      <a:schemeClr val="accent3"/>
                    </a:solidFill>
                  </a:rPr>
                </a:br>
                <a:endParaRPr lang="en-US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D558ED-CF52-CAE7-ED7F-C6759F1FBC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383" t="-1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753A912-F6F1-92AE-74C2-9B325D800F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22586" y="1603719"/>
            <a:ext cx="6017884" cy="47968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27680EA-8074-0EC5-0B1B-B4FF4CFA4000}"/>
                  </a:ext>
                </a:extLst>
              </p14:cNvPr>
              <p14:cNvContentPartPr/>
              <p14:nvPr/>
            </p14:nvContentPartPr>
            <p14:xfrm>
              <a:off x="1762200" y="37800"/>
              <a:ext cx="9661680" cy="4285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27680EA-8074-0EC5-0B1B-B4FF4CFA400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52840" y="28440"/>
                <a:ext cx="9680400" cy="430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678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22C4F-C399-8B44-CF4B-AA5BE41E1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C0A755C-54E7-2095-092E-EB8A26B938F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LET’S GO OVER AN 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nor/>
                      </m:rPr>
                      <a:rPr lang="en-US"/>
                      <m:t>[−0.56</m:t>
                    </m:r>
                    <m:r>
                      <m:rPr>
                        <m:nor/>
                      </m:rPr>
                      <a:rPr lang="en-US" b="0" i="0" smtClean="0"/>
                      <m:t>2, </m:t>
                    </m:r>
                    <m:r>
                      <m:rPr>
                        <m:nor/>
                      </m:rPr>
                      <a:rPr lang="en-US"/>
                      <m:t>−1.330]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C0A755C-54E7-2095-092E-EB8A26B938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31" b="-16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583607-BAF8-828D-C482-4141471CDBEA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Green points are labeled as 0: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solidFill>
                          <a:srgbClr val="4E8F00"/>
                        </a:solidFill>
                        <a:latin typeface="Cambria Math" panose="02040503050406030204" pitchFamily="18" charset="0"/>
                      </a:rPr>
                      <m:t>[0.52, 1.12]</m:t>
                    </m:r>
                  </m:oMath>
                </a14:m>
                <a:r>
                  <a:rPr lang="en-US" dirty="0">
                    <a:solidFill>
                      <a:srgbClr val="4E8F00"/>
                    </a:solidFill>
                  </a:rPr>
                  <a:t>,</a:t>
                </a:r>
                <a:br>
                  <a:rPr lang="en-US" dirty="0">
                    <a:solidFill>
                      <a:srgbClr val="4E8F00"/>
                    </a:solidFill>
                  </a:rPr>
                </a:br>
                <a:r>
                  <a:rPr lang="en-US" dirty="0">
                    <a:solidFill>
                      <a:srgbClr val="4E8F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solidFill>
                          <a:srgbClr val="4E8F00"/>
                        </a:solidFill>
                        <a:latin typeface="Cambria Math" panose="02040503050406030204" pitchFamily="18" charset="0"/>
                      </a:rPr>
                      <m:t>[0.52, 2.06]</m:t>
                    </m:r>
                  </m:oMath>
                </a14:m>
                <a:br>
                  <a:rPr lang="en-US" dirty="0">
                    <a:solidFill>
                      <a:srgbClr val="4E8F00"/>
                    </a:solidFill>
                  </a:rPr>
                </a:b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Red points are labeled as 1:</a:t>
                </a:r>
                <a:br>
                  <a:rPr lang="en-US" dirty="0"/>
                </a:b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[0.88, −1.08],</m:t>
                    </m:r>
                  </m:oMath>
                </a14:m>
                <a:br>
                  <a:rPr lang="en-US" dirty="0">
                    <a:solidFill>
                      <a:schemeClr val="accent3"/>
                    </a:solidFill>
                  </a:rPr>
                </a:br>
                <a:r>
                  <a:rPr lang="en-US" dirty="0">
                    <a:solidFill>
                      <a:schemeClr val="accent3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[0.74, −2.49]</m:t>
                    </m:r>
                  </m:oMath>
                </a14:m>
                <a:br>
                  <a:rPr lang="en-US" dirty="0">
                    <a:solidFill>
                      <a:schemeClr val="accent3"/>
                    </a:solidFill>
                  </a:rPr>
                </a:br>
                <a:endParaRPr lang="en-US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583607-BAF8-828D-C482-4141471CDB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383" t="-1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874CA5F-1D29-557E-809F-7B702E37B8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22586" y="1603719"/>
            <a:ext cx="6017883" cy="47968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21A17C3-15A5-EAF3-67E6-4B4D031A8E7A}"/>
                  </a:ext>
                </a:extLst>
              </p14:cNvPr>
              <p14:cNvContentPartPr/>
              <p14:nvPr/>
            </p14:nvContentPartPr>
            <p14:xfrm>
              <a:off x="1852200" y="124560"/>
              <a:ext cx="9553320" cy="4011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21A17C3-15A5-EAF3-67E6-4B4D031A8E7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42840" y="115200"/>
                <a:ext cx="9572040" cy="402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1102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791B4-F910-C5F7-78AE-9F5C6F3A9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846A2-6DAD-407A-154C-EB764DB84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GO OVER AN EXAMPLE: Final Animation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166D2A-478A-A644-C461-3058EA4D2B9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Green points are labeled as 0: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smtClean="0">
                        <a:solidFill>
                          <a:srgbClr val="4E8F00"/>
                        </a:solidFill>
                        <a:latin typeface="Cambria Math" panose="02040503050406030204" pitchFamily="18" charset="0"/>
                      </a:rPr>
                      <m:t>[0.52, 1.12]</m:t>
                    </m:r>
                  </m:oMath>
                </a14:m>
                <a:r>
                  <a:rPr lang="en-US" dirty="0">
                    <a:solidFill>
                      <a:srgbClr val="4E8F00"/>
                    </a:solidFill>
                  </a:rPr>
                  <a:t>,</a:t>
                </a:r>
                <a:br>
                  <a:rPr lang="en-US" dirty="0">
                    <a:solidFill>
                      <a:srgbClr val="4E8F00"/>
                    </a:solidFill>
                  </a:rPr>
                </a:br>
                <a:r>
                  <a:rPr lang="en-US" dirty="0">
                    <a:solidFill>
                      <a:srgbClr val="4E8F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smtClean="0">
                        <a:solidFill>
                          <a:srgbClr val="4E8F00"/>
                        </a:solidFill>
                        <a:latin typeface="Cambria Math" panose="02040503050406030204" pitchFamily="18" charset="0"/>
                      </a:rPr>
                      <m:t>[0.52, 2.06]</m:t>
                    </m:r>
                  </m:oMath>
                </a14:m>
                <a:br>
                  <a:rPr lang="en-US" dirty="0">
                    <a:solidFill>
                      <a:srgbClr val="4E8F00"/>
                    </a:solidFill>
                  </a:rPr>
                </a:b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Red points are labeled as 1:</a:t>
                </a:r>
                <a:br>
                  <a:rPr lang="en-US" dirty="0"/>
                </a:b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[0.88, −1.08],</m:t>
                    </m:r>
                  </m:oMath>
                </a14:m>
                <a:br>
                  <a:rPr lang="en-US" dirty="0">
                    <a:solidFill>
                      <a:schemeClr val="accent3"/>
                    </a:solidFill>
                  </a:rPr>
                </a:br>
                <a:r>
                  <a:rPr lang="en-US" dirty="0">
                    <a:solidFill>
                      <a:schemeClr val="accent3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[0.74, −2.49]</m:t>
                    </m:r>
                  </m:oMath>
                </a14:m>
                <a:br>
                  <a:rPr lang="en-US" dirty="0">
                    <a:solidFill>
                      <a:schemeClr val="accent3"/>
                    </a:solidFill>
                  </a:rPr>
                </a:br>
                <a:endParaRPr lang="en-US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166D2A-478A-A644-C461-3058EA4D2B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383" t="-1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D9596E8-04E7-4B0D-9825-1A78F7B3E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999" y="1600200"/>
            <a:ext cx="6253019" cy="46897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E5D18D7-6E8D-BC93-95A9-E1BC8C00DF54}"/>
                  </a:ext>
                </a:extLst>
              </p14:cNvPr>
              <p14:cNvContentPartPr/>
              <p14:nvPr/>
            </p14:nvContentPartPr>
            <p14:xfrm>
              <a:off x="8642880" y="817560"/>
              <a:ext cx="3003480" cy="1503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E5D18D7-6E8D-BC93-95A9-E1BC8C00DF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33520" y="808200"/>
                <a:ext cx="3022200" cy="152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9633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AD4A3-0E4C-5B02-B34B-A98A8B6E6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MULTICLASS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F8E4C-70A1-5A09-F8CD-A25AD0BF176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Loss function for multiclass (i.e.,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can take more than 2 values, not binary) logistic regression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classes can be derived similarly</a:t>
                </a:r>
              </a:p>
              <a:p>
                <a:r>
                  <a:rPr lang="en-US" dirty="0"/>
                  <a:t>In this case, the loss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minimize becomes,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</m:sSub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sym typeface="Rockwell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sym typeface="Rockwell"/>
                                              </a:rPr>
                                              <m:t>𝑃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𝑌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=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𝑐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|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sym typeface="Rockwel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sym typeface="Rockwell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sym typeface="Rockwell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func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where, </a:t>
                </a:r>
                <a:br>
                  <a:rPr lang="en-US" dirty="0"/>
                </a:br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otherwise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Q: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then what is the dimensions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F8E4C-70A1-5A09-F8CD-A25AD0BF17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383" t="-1302" b="-17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9F5E924-1F9E-D82F-5167-DFC96747EC17}"/>
                  </a:ext>
                </a:extLst>
              </p14:cNvPr>
              <p14:cNvContentPartPr/>
              <p14:nvPr/>
            </p14:nvContentPartPr>
            <p14:xfrm>
              <a:off x="1214280" y="829440"/>
              <a:ext cx="10383480" cy="4889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9F5E924-1F9E-D82F-5167-DFC96747EC1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04920" y="820080"/>
                <a:ext cx="10402200" cy="490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7946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80EC3-038F-9181-A4E3-49C05EEDE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78221E6-AB16-60B1-8D33-9FCCA2AB7F3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LET’S GO OVER AN EXAMPLE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 (see </a:t>
                </a:r>
                <a:r>
                  <a:rPr lang="en-US" dirty="0" err="1"/>
                  <a:t>jupyter</a:t>
                </a:r>
                <a:r>
                  <a:rPr lang="en-US" dirty="0"/>
                  <a:t> notebook)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78221E6-AB16-60B1-8D33-9FCCA2AB7F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31" b="-16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D50046-001B-C449-8F6A-CCE01D916E3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>
                    <a:solidFill>
                      <a:schemeClr val="accent3"/>
                    </a:solidFill>
                  </a:rPr>
                  <a:t>Red</a:t>
                </a:r>
                <a:r>
                  <a:rPr lang="en-US" dirty="0"/>
                  <a:t> points are labeled as 0:</a:t>
                </a:r>
                <a:br>
                  <a:rPr lang="en-US" dirty="0"/>
                </a:b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[0.1486, 0.7157]</m:t>
                    </m:r>
                  </m:oMath>
                </a14:m>
                <a:br>
                  <a:rPr lang="en-US" dirty="0">
                    <a:solidFill>
                      <a:srgbClr val="4E8F00"/>
                    </a:solidFill>
                  </a:rPr>
                </a:br>
                <a:endParaRPr lang="en-US" dirty="0">
                  <a:solidFill>
                    <a:srgbClr val="4E8F00"/>
                  </a:solidFill>
                </a:endParaRPr>
              </a:p>
              <a:p>
                <a:r>
                  <a:rPr lang="en-US" dirty="0">
                    <a:solidFill>
                      <a:schemeClr val="bg2">
                        <a:lumMod val="50000"/>
                      </a:schemeClr>
                    </a:solidFill>
                  </a:rPr>
                  <a:t>Yellow</a:t>
                </a:r>
                <a:r>
                  <a:rPr lang="en-US" dirty="0"/>
                  <a:t> points are labeled as 1:</a:t>
                </a:r>
                <a:br>
                  <a:rPr lang="en-US" dirty="0"/>
                </a:b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0.7661, 0.8906]</m:t>
                    </m:r>
                  </m:oMath>
                </a14:m>
                <a:br>
                  <a:rPr lang="en-US" dirty="0">
                    <a:solidFill>
                      <a:schemeClr val="bg2">
                        <a:lumMod val="50000"/>
                      </a:schemeClr>
                    </a:solidFill>
                  </a:rPr>
                </a:br>
                <a:endParaRPr lang="en-US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rgbClr val="4E8F00"/>
                    </a:solidFill>
                  </a:rPr>
                  <a:t>Green</a:t>
                </a:r>
                <a:r>
                  <a:rPr lang="en-US" dirty="0"/>
                  <a:t> points are labeled as 2:</a:t>
                </a:r>
                <a:br>
                  <a:rPr lang="en-US" dirty="0"/>
                </a:b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dirty="0" smtClean="0">
                        <a:solidFill>
                          <a:srgbClr val="4E8F00"/>
                        </a:solidFill>
                        <a:latin typeface="Cambria Math" panose="02040503050406030204" pitchFamily="18" charset="0"/>
                      </a:rPr>
                      <m:t>[0.4182, −0.1822]</m:t>
                    </m:r>
                  </m:oMath>
                </a14:m>
                <a:endParaRPr lang="en-US" dirty="0">
                  <a:solidFill>
                    <a:srgbClr val="4E8F00"/>
                  </a:solidFill>
                </a:endParaRPr>
              </a:p>
              <a:p>
                <a:endParaRPr lang="en-US" b="0" i="1" dirty="0">
                  <a:solidFill>
                    <a:srgbClr val="4E8F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b="0" dirty="0">
                    <a:solidFill>
                      <a:schemeClr val="tx1"/>
                    </a:solidFill>
                  </a:rPr>
                  <a:t>Then,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2×3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matrix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So say,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dirty="0">
                  <a:solidFill>
                    <a:srgbClr val="4E8F00"/>
                  </a:solidFill>
                </a:endParaRPr>
              </a:p>
              <a:p>
                <a:pPr marL="0" indent="0">
                  <a:buNone/>
                </a:pPr>
                <a:br>
                  <a:rPr lang="en-US" dirty="0">
                    <a:solidFill>
                      <a:schemeClr val="accent3"/>
                    </a:solidFill>
                  </a:rPr>
                </a:br>
                <a:endParaRPr lang="en-US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D50046-001B-C449-8F6A-CCE01D916E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255" t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376CE31-CDF2-8125-E4DC-A91D0083B5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22586" y="1647696"/>
            <a:ext cx="6017884" cy="47089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658E819-2B48-36C8-1F9E-B226AD25CD2D}"/>
                  </a:ext>
                </a:extLst>
              </p14:cNvPr>
              <p14:cNvContentPartPr/>
              <p14:nvPr/>
            </p14:nvContentPartPr>
            <p14:xfrm>
              <a:off x="30960" y="1486080"/>
              <a:ext cx="5588280" cy="5334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658E819-2B48-36C8-1F9E-B226AD25CD2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600" y="1476720"/>
                <a:ext cx="5607000" cy="535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8614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BCAE2-7EA7-CE35-6AD2-DE867D3D6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D920EBA-998E-C5B7-03A6-75FC4141C08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LET’S GO OVER AN EXAMPLE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D920EBA-998E-C5B7-03A6-75FC4141C0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31" b="-16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759925-EA30-8B85-D2F4-D94EDA2184F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000" dirty="0">
                    <a:solidFill>
                      <a:schemeClr val="tx1"/>
                    </a:solidFill>
                  </a:rPr>
                  <a:t>We have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</m:sSub>
                            <m:func>
                              <m:func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sym typeface="Rockwell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sym typeface="Rockwell"/>
                                              </a:rPr>
                                              <m:t>𝑃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𝑌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=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𝑐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|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sym typeface="Rockwel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sym typeface="Rockwell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  <a:sym typeface="Rockwell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func>
                          </m:e>
                        </m:nary>
                      </m:e>
                    </m:nary>
                  </m:oMath>
                </a14:m>
                <a:endParaRPr lang="en-US" sz="2000" dirty="0">
                  <a:sym typeface="Rockwell"/>
                </a:endParaRPr>
              </a:p>
              <a:p>
                <a:endParaRPr lang="en-US" sz="2000" dirty="0">
                  <a:sym typeface="Rockwell"/>
                </a:endParaRP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So say,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000" dirty="0">
                  <a:solidFill>
                    <a:schemeClr val="tx1"/>
                  </a:solidFill>
                </a:endParaRPr>
              </a:p>
              <a:p>
                <a:r>
                  <a:rPr lang="en-US" sz="2000" dirty="0"/>
                  <a:t>Then, loss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000" i="1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[0.1486, 0.7157]</m:t>
                    </m:r>
                  </m:oMath>
                </a14:m>
                <a:r>
                  <a:rPr lang="en-US" sz="2000" b="0" i="1" dirty="0">
                    <a:latin typeface="Cambria Math" panose="02040503050406030204" pitchFamily="18" charset="0"/>
                    <a:sym typeface="Rockwell"/>
                  </a:rPr>
                  <a:t> </a:t>
                </a:r>
                <a:r>
                  <a:rPr lang="en-US" sz="2000" b="0" dirty="0">
                    <a:sym typeface="Rockwell"/>
                  </a:rPr>
                  <a:t>is </a:t>
                </a:r>
                <a:r>
                  <a:rPr lang="en-US" sz="2000" dirty="0">
                    <a:sym typeface="Rockwell"/>
                  </a:rPr>
                  <a:t>given by,</a:t>
                </a:r>
                <a:br>
                  <a:rPr lang="en-US" sz="2000" b="0" i="1" dirty="0">
                    <a:latin typeface="Cambria Math" panose="02040503050406030204" pitchFamily="18" charset="0"/>
                    <a:sym typeface="Rockwell"/>
                  </a:rPr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  <a:sym typeface="Rockwell"/>
                          </a:rPr>
                        </m:ctrlPr>
                      </m:funcPr>
                      <m:fName>
                        <m:r>
                          <a:rPr lang="en-US" sz="2000" dirty="0">
                            <a:latin typeface="Cambria Math" panose="02040503050406030204" pitchFamily="18" charset="0"/>
                            <a:sym typeface="Rockwell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2000" dirty="0">
                            <a:latin typeface="Cambria Math" panose="02040503050406030204" pitchFamily="18" charset="0"/>
                            <a:sym typeface="Rockwell"/>
                          </a:rPr>
                          <m:t>log</m:t>
                        </m:r>
                        <m:r>
                          <a:rPr lang="en-US" sz="2000" dirty="0">
                            <a:latin typeface="Cambria Math" panose="02040503050406030204" pitchFamily="18" charset="0"/>
                            <a:sym typeface="Rockwell"/>
                          </a:rPr>
                          <m:t> 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sym typeface="Rockwell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sym typeface="Rockwell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sym typeface="Rockwell"/>
                                  </a:rPr>
                                  <m:t>𝑃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sym typeface="Rockwell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sym typeface="Rockwell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sym typeface="Rockwell"/>
                              </a:rPr>
                              <m:t>𝑌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sym typeface="Rockwell"/>
                              </a:rPr>
                              <m:t>=0|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sym typeface="Rockwell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sym typeface="Rockwell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sym typeface="Rockwell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sym typeface="Rockwell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2000" dirty="0">
                            <a:sym typeface="Rockwell"/>
                          </a:rPr>
                          <m:t> 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  <a:sym typeface="Rockwell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  <a:sym typeface="Rockwell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sym typeface="Rockwell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sym typeface="Rockwell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sym typeface="Rockwell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  <a:sym typeface="Rockwell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0.1486</m:t>
                                        </m:r>
                                      </m:e>
                                    </m:d>
                                  </m:e>
                                </m:func>
                              </m:num>
                              <m:den>
                                <m:func>
                                  <m:func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sym typeface="Rockwell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000">
                                        <a:latin typeface="Cambria Math" panose="02040503050406030204" pitchFamily="18" charset="0"/>
                                        <a:sym typeface="Rockwell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0.1486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sym typeface="Rockwell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sym typeface="Rockwell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000">
                                        <a:latin typeface="Cambria Math" panose="02040503050406030204" pitchFamily="18" charset="0"/>
                                        <a:sym typeface="Rockwell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0.3727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sym typeface="Rockwell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sym typeface="Rockwell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000">
                                        <a:latin typeface="Cambria Math" panose="02040503050406030204" pitchFamily="18" charset="0"/>
                                        <a:sym typeface="Rockwell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0.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sym typeface="Rockwell"/>
                                          </a:rPr>
                                          <m:t>08643</m:t>
                                        </m:r>
                                      </m:e>
                                    </m:d>
                                  </m:e>
                                </m:func>
                              </m:den>
                            </m:f>
                          </m:e>
                        </m:d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  <a:sym typeface="Rockwell"/>
                      </a:rPr>
                      <m:t>≈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sym typeface="Rockwell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Rockwell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Rockwell"/>
                          </a:rPr>
                          <m:t>2</m:t>
                        </m:r>
                      </m:den>
                    </m:f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b="0" dirty="0">
                  <a:latin typeface="Cambria Math" panose="02040503050406030204" pitchFamily="18" charset="0"/>
                  <a:sym typeface="Rockwell"/>
                </a:endParaRPr>
              </a:p>
              <a:p>
                <a:endParaRPr lang="en-US" sz="2000" dirty="0"/>
              </a:p>
              <a:p>
                <a:r>
                  <a:rPr lang="en-US" sz="2000" dirty="0"/>
                  <a:t>Derivative can be calculated using Chain rule with appropriate sizes, but </a:t>
                </a:r>
                <a:r>
                  <a:rPr lang="en-US" sz="2000" dirty="0" err="1"/>
                  <a:t>autograd</a:t>
                </a:r>
                <a:r>
                  <a:rPr lang="en-US" sz="2000" dirty="0"/>
                  <a:t> will do it for us!</a:t>
                </a:r>
              </a:p>
              <a:p>
                <a:pPr marL="0" indent="0">
                  <a:buNone/>
                </a:pPr>
                <a:endParaRPr lang="en-US" sz="2000" dirty="0">
                  <a:solidFill>
                    <a:schemeClr val="accent3"/>
                  </a:solidFill>
                </a:endParaRPr>
              </a:p>
              <a:p>
                <a:pPr marL="0" indent="0">
                  <a:buNone/>
                </a:pPr>
                <a:br>
                  <a:rPr lang="en-US" sz="2000" dirty="0">
                    <a:solidFill>
                      <a:schemeClr val="accent3"/>
                    </a:solidFill>
                  </a:rPr>
                </a:br>
                <a:endParaRPr lang="en-US" sz="20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759925-EA30-8B85-D2F4-D94EDA2184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128" t="-8333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D55602D-2387-8034-A7CB-07C0D17C2774}"/>
                  </a:ext>
                </a:extLst>
              </p14:cNvPr>
              <p14:cNvContentPartPr/>
              <p14:nvPr/>
            </p14:nvContentPartPr>
            <p14:xfrm>
              <a:off x="1338120" y="136800"/>
              <a:ext cx="10854000" cy="5293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D55602D-2387-8034-A7CB-07C0D17C27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28760" y="127440"/>
                <a:ext cx="10872720" cy="531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2494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3F870-87E9-3B9A-2B66-F9387661B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Boundary in Multiclass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239770-7BEF-96DD-776F-9065B6F8F2A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239770-7BEF-96DD-776F-9065B6F8F2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2283055-0AED-2933-7773-6085CBDA7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807" y="1600200"/>
            <a:ext cx="6372593" cy="49864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82A6189-6D32-45D4-0EF4-A46AD4EAA6CD}"/>
                  </a:ext>
                </a:extLst>
              </p14:cNvPr>
              <p14:cNvContentPartPr/>
              <p14:nvPr/>
            </p14:nvContentPartPr>
            <p14:xfrm>
              <a:off x="285120" y="24840"/>
              <a:ext cx="11610000" cy="6833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82A6189-6D32-45D4-0EF4-A46AD4EAA6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5760" y="15480"/>
                <a:ext cx="11628720" cy="685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2392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A43DD-4CE6-08C6-4AB4-99B0A2238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CA4DC-678B-9CA5-9407-C0ACC2AB1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Boundary in Multiclass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AD8F4A-F624-8A41-E0BF-8A53746D0D9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2.27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1.48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1.99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3.31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0.94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−3.66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AD8F4A-F624-8A41-E0BF-8A53746D0D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94C4C20-0654-CB2A-82D9-5CFD856EF5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09807" y="1417638"/>
            <a:ext cx="6372592" cy="49864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F75A1A1-48C9-B256-6012-A4544D7F7979}"/>
                  </a:ext>
                </a:extLst>
              </p14:cNvPr>
              <p14:cNvContentPartPr/>
              <p14:nvPr/>
            </p14:nvContentPartPr>
            <p14:xfrm>
              <a:off x="538920" y="2407680"/>
              <a:ext cx="10587960" cy="3002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F75A1A1-48C9-B256-6012-A4544D7F797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9560" y="2398320"/>
                <a:ext cx="10606680" cy="302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4094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DE62E-BC11-D59C-5F22-E247891CE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F0A7432-F045-7CA0-98B3-FAAF07C7DE9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FINAL ANIMATION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F0A7432-F045-7CA0-98B3-FAAF07C7DE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31" b="-16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EFD18B-B25E-B2DA-4547-646F11804084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1800" dirty="0">
                    <a:solidFill>
                      <a:schemeClr val="accent3"/>
                    </a:solidFill>
                  </a:rPr>
                  <a:t>Red</a:t>
                </a:r>
                <a:r>
                  <a:rPr lang="en-US" sz="1800" dirty="0"/>
                  <a:t> points are labeled as 0:</a:t>
                </a:r>
                <a:br>
                  <a:rPr lang="en-US" sz="1800" dirty="0"/>
                </a:b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dirty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1800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1800" i="1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[0.1486, 0.7157]</m:t>
                    </m:r>
                  </m:oMath>
                </a14:m>
                <a:br>
                  <a:rPr lang="en-US" sz="1800" dirty="0">
                    <a:solidFill>
                      <a:srgbClr val="4E8F00"/>
                    </a:solidFill>
                  </a:rPr>
                </a:br>
                <a:endParaRPr lang="en-US" sz="1800" dirty="0">
                  <a:solidFill>
                    <a:srgbClr val="4E8F00"/>
                  </a:solidFill>
                </a:endParaRPr>
              </a:p>
              <a:p>
                <a:r>
                  <a:rPr lang="en-US" sz="1800" dirty="0">
                    <a:solidFill>
                      <a:schemeClr val="bg2">
                        <a:lumMod val="50000"/>
                      </a:schemeClr>
                    </a:solidFill>
                  </a:rPr>
                  <a:t>Yellow</a:t>
                </a:r>
                <a:r>
                  <a:rPr lang="en-US" sz="1800" dirty="0"/>
                  <a:t> points are labeled as 1:</a:t>
                </a:r>
                <a:br>
                  <a:rPr lang="en-US" sz="1800" dirty="0"/>
                </a:b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800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800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0.7661, 0.8906]</m:t>
                    </m:r>
                  </m:oMath>
                </a14:m>
                <a:br>
                  <a:rPr lang="en-US" sz="1800" dirty="0">
                    <a:solidFill>
                      <a:schemeClr val="bg2">
                        <a:lumMod val="50000"/>
                      </a:schemeClr>
                    </a:solidFill>
                  </a:rPr>
                </a:br>
                <a:endParaRPr lang="en-US" sz="18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r>
                  <a:rPr lang="en-US" sz="1800" dirty="0">
                    <a:solidFill>
                      <a:srgbClr val="4E8F00"/>
                    </a:solidFill>
                  </a:rPr>
                  <a:t>Green</a:t>
                </a:r>
                <a:r>
                  <a:rPr lang="en-US" sz="1800" dirty="0"/>
                  <a:t> points are labeled as 2:</a:t>
                </a:r>
                <a:br>
                  <a:rPr lang="en-US" sz="1800" dirty="0"/>
                </a:b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dirty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1800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1800" i="1" dirty="0" smtClean="0">
                        <a:solidFill>
                          <a:srgbClr val="4E8F00"/>
                        </a:solidFill>
                        <a:latin typeface="Cambria Math" panose="02040503050406030204" pitchFamily="18" charset="0"/>
                      </a:rPr>
                      <m:t>[0.4182, −0.1822]</m:t>
                    </m:r>
                  </m:oMath>
                </a14:m>
                <a:endParaRPr lang="en-US" sz="1800" dirty="0">
                  <a:solidFill>
                    <a:srgbClr val="4E8F00"/>
                  </a:solidFill>
                </a:endParaRPr>
              </a:p>
              <a:p>
                <a:endParaRPr lang="en-US" sz="1800" b="0" i="1" dirty="0">
                  <a:solidFill>
                    <a:srgbClr val="4E8F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1800" b="0" dirty="0">
                    <a:solidFill>
                      <a:schemeClr val="tx1"/>
                    </a:solidFill>
                  </a:rPr>
                  <a:t>Then,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2×3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matrix</a:t>
                </a:r>
              </a:p>
              <a:p>
                <a:endParaRPr lang="en-US" sz="18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18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≈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2.27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1.48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1.99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3.31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0.94</m:t>
                              </m:r>
                            </m: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−3.66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800" dirty="0"/>
              </a:p>
              <a:p>
                <a:endParaRPr lang="en-US" sz="1800" dirty="0">
                  <a:solidFill>
                    <a:schemeClr val="tx1"/>
                  </a:solidFill>
                </a:endParaRPr>
              </a:p>
              <a:p>
                <a:endParaRPr lang="en-US" sz="1800" dirty="0">
                  <a:solidFill>
                    <a:srgbClr val="4E8F00"/>
                  </a:solidFill>
                </a:endParaRPr>
              </a:p>
              <a:p>
                <a:pPr marL="0" indent="0">
                  <a:buNone/>
                </a:pPr>
                <a:br>
                  <a:rPr lang="en-US" sz="1800" dirty="0">
                    <a:solidFill>
                      <a:schemeClr val="accent3"/>
                    </a:solidFill>
                  </a:rPr>
                </a:br>
                <a:endParaRPr lang="en-US" sz="18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EFD18B-B25E-B2DA-4547-646F118040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t="-781"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1E8BB6A-B104-55C0-474B-F00D37C491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018" y="1417638"/>
            <a:ext cx="6741752" cy="505631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04AB626-EE70-EB33-BA86-A9356CD00999}"/>
                  </a:ext>
                </a:extLst>
              </p14:cNvPr>
              <p14:cNvContentPartPr/>
              <p14:nvPr/>
            </p14:nvContentPartPr>
            <p14:xfrm>
              <a:off x="4826160" y="168480"/>
              <a:ext cx="5743080" cy="4709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04AB626-EE70-EB33-BA86-A9356CD0099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16800" y="159120"/>
                <a:ext cx="5761800" cy="472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6964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"/>
          <p:cNvSpPr txBox="1"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Font typeface="Rockwell"/>
              <a:buNone/>
            </a:pPr>
            <a:r>
              <a:rPr lang="en-US" sz="7200" dirty="0"/>
              <a:t>PRACTICAL ISSUES: </a:t>
            </a:r>
            <a:br>
              <a:rPr lang="en-US" sz="7200" dirty="0"/>
            </a:br>
            <a:r>
              <a:rPr lang="en-US" sz="7200" dirty="0"/>
              <a:t>IMBALANCED DISTRIBUTIONS</a:t>
            </a:r>
            <a:endParaRPr dirty="0"/>
          </a:p>
        </p:txBody>
      </p:sp>
      <p:sp>
        <p:nvSpPr>
          <p:cNvPr id="197" name="Google Shape;197;p5"/>
          <p:cNvSpPr txBox="1"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IMBALANCED DATA DISTRIBUTION</a:t>
            </a:r>
            <a:endParaRPr/>
          </a:p>
        </p:txBody>
      </p:sp>
      <p:sp>
        <p:nvSpPr>
          <p:cNvPr id="204" name="Google Shape;204;p6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/>
              <a:t>Sometimes training examples are drawn from an </a:t>
            </a:r>
            <a:r>
              <a:rPr lang="en-US" sz="2400" dirty="0">
                <a:solidFill>
                  <a:srgbClr val="FF0000"/>
                </a:solidFill>
              </a:rPr>
              <a:t>imbalanced distribution 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/>
              <a:t>This results in an imbalanced training set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/>
              <a:t>“needle in a haystack” problem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/>
              <a:t>E.g., find fraudulent transactions in credit card histories 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/>
              <a:t>Why is this a big problem for the ML algorithms we know? </a:t>
            </a:r>
            <a:endParaRPr dirty="0"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BEAB6D7-2BBC-F8D0-6004-44636F33F6CA}"/>
                  </a:ext>
                </a:extLst>
              </p14:cNvPr>
              <p14:cNvContentPartPr/>
              <p14:nvPr/>
            </p14:nvContentPartPr>
            <p14:xfrm>
              <a:off x="185760" y="2413800"/>
              <a:ext cx="11194920" cy="3268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BEAB6D7-2BBC-F8D0-6004-44636F33F6C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6400" y="2404440"/>
                <a:ext cx="11213640" cy="3287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STRATEGIES FOR INDUCING A NEW BINARY DISTRIBUTION</a:t>
            </a:r>
            <a:endParaRPr/>
          </a:p>
        </p:txBody>
      </p:sp>
      <p:sp>
        <p:nvSpPr>
          <p:cNvPr id="210" name="Google Shape;210;p7"/>
          <p:cNvSpPr txBox="1">
            <a:spLocks noGrp="1"/>
          </p:cNvSpPr>
          <p:nvPr>
            <p:ph type="body" idx="1"/>
          </p:nvPr>
        </p:nvSpPr>
        <p:spPr>
          <a:xfrm>
            <a:off x="1069847" y="2121408"/>
            <a:ext cx="10699365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533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None/>
            </a:pPr>
            <a:endParaRPr sz="2400"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 err="1"/>
              <a:t>Undersample</a:t>
            </a:r>
            <a:r>
              <a:rPr lang="en-US" sz="2400" dirty="0"/>
              <a:t> the majority (overrepresented) class in the training data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/>
              <a:t>Oversample the minority (underrepresented) class in the training data</a:t>
            </a:r>
            <a:endParaRPr dirty="0"/>
          </a:p>
        </p:txBody>
      </p:sp>
      <p:pic>
        <p:nvPicPr>
          <p:cNvPr id="211" name="Google Shape;211;p7" descr="Chart, bar chart, waterfall cha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r="50000"/>
          <a:stretch/>
        </p:blipFill>
        <p:spPr>
          <a:xfrm>
            <a:off x="1326598" y="3913684"/>
            <a:ext cx="4636489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211;p7" descr="Chart, bar chart, waterfall chart&#10;&#10;Description automatically generated">
            <a:extLst>
              <a:ext uri="{FF2B5EF4-FFF2-40B4-BE49-F238E27FC236}">
                <a16:creationId xmlns:a16="http://schemas.microsoft.com/office/drawing/2014/main" id="{1CA28800-4F88-F494-D3E0-43B7DB70C90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0000"/>
          <a:stretch/>
        </p:blipFill>
        <p:spPr>
          <a:xfrm>
            <a:off x="6096000" y="3913684"/>
            <a:ext cx="4636489" cy="27051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6260683-6C42-4EB3-7F59-D2C303C8AAE0}"/>
                  </a:ext>
                </a:extLst>
              </p14:cNvPr>
              <p14:cNvContentPartPr/>
              <p14:nvPr/>
            </p14:nvContentPartPr>
            <p14:xfrm>
              <a:off x="309600" y="3391920"/>
              <a:ext cx="11746440" cy="3466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6260683-6C42-4EB3-7F59-D2C303C8AA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0240" y="3382560"/>
                <a:ext cx="11765160" cy="3484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STRATEGIES FOR INDUCING A NEW BINARY DISTRIBUTION</a:t>
            </a:r>
            <a:endParaRPr/>
          </a:p>
        </p:txBody>
      </p:sp>
      <p:sp>
        <p:nvSpPr>
          <p:cNvPr id="217" name="Google Shape;217;p8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533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None/>
            </a:pPr>
            <a:endParaRPr sz="2400"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 err="1"/>
              <a:t>Undersample</a:t>
            </a:r>
            <a:r>
              <a:rPr lang="en-US" sz="2400" dirty="0"/>
              <a:t> the majority class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Char char="▪"/>
            </a:pPr>
            <a:r>
              <a:rPr lang="en-US" sz="2200" dirty="0"/>
              <a:t>More computationally efficient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/>
              <a:t>Oversample the minority class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Char char="▪"/>
            </a:pPr>
            <a:r>
              <a:rPr lang="en-US" sz="2200" dirty="0"/>
              <a:t>Base binary classifier might do better with more training examples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/>
              <a:t>Efficient implementations incorporate weight in algorithm, instead of explicitly duplicating data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Char char="▪"/>
            </a:pPr>
            <a:r>
              <a:rPr lang="en-US" sz="2200" dirty="0"/>
              <a:t>By giving more weight to misclassifying the underrepresented class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F61720C-75C0-90D3-3362-B0DADDEA3FF6}"/>
                  </a:ext>
                </a:extLst>
              </p14:cNvPr>
              <p14:cNvContentPartPr/>
              <p14:nvPr/>
            </p14:nvContentPartPr>
            <p14:xfrm>
              <a:off x="1040760" y="2376720"/>
              <a:ext cx="10866600" cy="4407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F61720C-75C0-90D3-3362-B0DADDEA3F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1400" y="2367360"/>
                <a:ext cx="10885320" cy="4426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 txBox="1">
            <a:spLocks noGrp="1"/>
          </p:cNvSpPr>
          <p:nvPr>
            <p:ph type="title"/>
          </p:nvPr>
        </p:nvSpPr>
        <p:spPr>
          <a:xfrm>
            <a:off x="2167128" y="1225296"/>
            <a:ext cx="9706004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/>
              <a:t>PRACTICAL ISSUES: </a:t>
            </a:r>
            <a:br>
              <a:rPr lang="en-US" sz="6000"/>
            </a:br>
            <a:r>
              <a:rPr lang="en-US" sz="6000"/>
              <a:t>CLASS IMBALANCE</a:t>
            </a:r>
            <a:endParaRPr/>
          </a:p>
        </p:txBody>
      </p:sp>
      <p:sp>
        <p:nvSpPr>
          <p:cNvPr id="224" name="Google Shape;224;p9"/>
          <p:cNvSpPr txBox="1"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PRACTICAL ISSUES: EVALUATION</a:t>
            </a:r>
            <a:endParaRPr/>
          </a:p>
        </p:txBody>
      </p:sp>
      <p:sp>
        <p:nvSpPr>
          <p:cNvPr id="231" name="Google Shape;231;p10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626523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/>
              <a:t>So far we’ve measured classification performance using </a:t>
            </a:r>
            <a:r>
              <a:rPr lang="en-US" sz="2400" b="1" dirty="0"/>
              <a:t>accuracy </a:t>
            </a:r>
            <a:endParaRPr sz="2400"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/>
              <a:t>But this is not a good metric when some errors matter more than others 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/>
              <a:t>Given medical record, predict whether patient has cancer or not 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/>
              <a:t>Given a document collection and a query, find documents in collection that are relevant to query 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10"/>
              <a:buChar char="▪"/>
            </a:pPr>
            <a:r>
              <a:rPr lang="en-US" sz="2600" dirty="0"/>
              <a:t>What to do if one class is more important than the other?</a:t>
            </a:r>
            <a:endParaRPr dirty="0"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WHEN ONE CLASS IS MORE IMPORTANT</a:t>
            </a:r>
            <a:endParaRPr/>
          </a:p>
        </p:txBody>
      </p:sp>
      <p:sp>
        <p:nvSpPr>
          <p:cNvPr id="238" name="Google Shape;238;p11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4453128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/>
              <a:t>Imagine we are addressing a document retrieval task for a given query where +1 means that the document is relevant and -1 means that the document is not relevant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/>
              <a:t>For any classifier results, we can categorize each document as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/>
              <a:t>True/False Positive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/>
              <a:t>True/False Negative</a:t>
            </a:r>
            <a:endParaRPr dirty="0"/>
          </a:p>
        </p:txBody>
      </p:sp>
      <p:graphicFrame>
        <p:nvGraphicFramePr>
          <p:cNvPr id="239" name="Google Shape;239;p11"/>
          <p:cNvGraphicFramePr/>
          <p:nvPr/>
        </p:nvGraphicFramePr>
        <p:xfrm>
          <a:off x="5888737" y="2121408"/>
          <a:ext cx="5522975" cy="332933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8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1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True label = +1 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True label = -1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1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Predicted label = +1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True positives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(TP)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False positives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(FP)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1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Predicted</a:t>
                      </a:r>
                      <a:endParaRPr sz="2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label = -1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False negatives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(FN)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True negatives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(TN)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A930D4D-5DD3-ECE1-722E-B53AE43F0475}"/>
                  </a:ext>
                </a:extLst>
              </p14:cNvPr>
              <p14:cNvContentPartPr/>
              <p14:nvPr/>
            </p14:nvContentPartPr>
            <p14:xfrm>
              <a:off x="7012800" y="662400"/>
              <a:ext cx="4299840" cy="4951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A930D4D-5DD3-ECE1-722E-B53AE43F04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03440" y="653040"/>
                <a:ext cx="4318560" cy="4970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"/>
          <p:cNvSpPr txBox="1">
            <a:spLocks noGrp="1"/>
          </p:cNvSpPr>
          <p:nvPr>
            <p:ph type="title"/>
          </p:nvPr>
        </p:nvSpPr>
        <p:spPr>
          <a:xfrm>
            <a:off x="1069849" y="256025"/>
            <a:ext cx="5353500" cy="16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PRECISION/ RECALL</a:t>
            </a:r>
            <a:endParaRPr/>
          </a:p>
        </p:txBody>
      </p:sp>
      <p:pic>
        <p:nvPicPr>
          <p:cNvPr id="246" name="Google Shape;24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54732" y="86868"/>
            <a:ext cx="377227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2"/>
          <p:cNvSpPr/>
          <p:nvPr/>
        </p:nvSpPr>
        <p:spPr>
          <a:xfrm>
            <a:off x="5365351" y="6550223"/>
            <a:ext cx="5952678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Source: https://commons.wikimedia.org/wiki/File:Precisionrecall.svg</a:t>
            </a:r>
            <a:endParaRPr sz="1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48" name="Google Shape;248;p12"/>
          <p:cNvSpPr txBox="1">
            <a:spLocks noGrp="1"/>
          </p:cNvSpPr>
          <p:nvPr>
            <p:ph type="body" idx="1"/>
          </p:nvPr>
        </p:nvSpPr>
        <p:spPr>
          <a:xfrm>
            <a:off x="1069850" y="2121400"/>
            <a:ext cx="5109900" cy="40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Char char="▪"/>
            </a:pPr>
            <a:r>
              <a:rPr lang="en-US" sz="2400"/>
              <a:t>Precision: % positive predictions that are correct</a:t>
            </a:r>
            <a:endParaRPr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Char char="▪"/>
            </a:pPr>
            <a:r>
              <a:rPr lang="en-US" sz="2400"/>
              <a:t>Recall: % positive true labels that are predicted</a:t>
            </a:r>
            <a:endParaRPr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/>
          </a:p>
        </p:txBody>
      </p:sp>
      <p:sp>
        <p:nvSpPr>
          <p:cNvPr id="249" name="Google Shape;249;p12"/>
          <p:cNvSpPr txBox="1"/>
          <p:nvPr/>
        </p:nvSpPr>
        <p:spPr>
          <a:xfrm>
            <a:off x="1727946" y="3033576"/>
            <a:ext cx="2990627" cy="69762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2"/>
          <p:cNvSpPr txBox="1"/>
          <p:nvPr/>
        </p:nvSpPr>
        <p:spPr>
          <a:xfrm>
            <a:off x="2172290" y="4753100"/>
            <a:ext cx="2578335" cy="69762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612023A-ACAB-D712-EAA3-46077A9E23C4}"/>
                  </a:ext>
                </a:extLst>
              </p14:cNvPr>
              <p14:cNvContentPartPr/>
              <p14:nvPr/>
            </p14:nvContentPartPr>
            <p14:xfrm>
              <a:off x="595440" y="2506680"/>
              <a:ext cx="6225840" cy="3058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612023A-ACAB-D712-EAA3-46077A9E23C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6080" y="2497320"/>
                <a:ext cx="6244560" cy="3076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PRECISION/RECALL CURVE</a:t>
            </a:r>
            <a:endParaRPr/>
          </a:p>
        </p:txBody>
      </p:sp>
      <p:sp>
        <p:nvSpPr>
          <p:cNvPr id="257" name="Google Shape;257;p13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5522682" cy="4736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Char char="▪"/>
            </a:pPr>
            <a:r>
              <a:rPr lang="en-US" sz="2400"/>
              <a:t>Precision: % positive predictions that are correct</a:t>
            </a:r>
            <a:endParaRPr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Char char="▪"/>
            </a:pPr>
            <a:r>
              <a:rPr lang="en-US" sz="2400"/>
              <a:t>Recall: % positive true labels that are predicted</a:t>
            </a:r>
            <a:endParaRPr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Char char="▪"/>
            </a:pPr>
            <a:r>
              <a:rPr lang="en-US" sz="2400"/>
              <a:t>Different ranking cutoff thresholds lead to different precision-recall tradeoff</a:t>
            </a:r>
            <a:endParaRPr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/>
          </a:p>
        </p:txBody>
      </p:sp>
      <p:sp>
        <p:nvSpPr>
          <p:cNvPr id="258" name="Google Shape;258;p13"/>
          <p:cNvSpPr txBox="1"/>
          <p:nvPr/>
        </p:nvSpPr>
        <p:spPr>
          <a:xfrm>
            <a:off x="1727946" y="3033576"/>
            <a:ext cx="2990627" cy="69762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3"/>
          <p:cNvSpPr txBox="1"/>
          <p:nvPr/>
        </p:nvSpPr>
        <p:spPr>
          <a:xfrm>
            <a:off x="2172290" y="4753100"/>
            <a:ext cx="2578335" cy="69762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9048" y="1730062"/>
            <a:ext cx="5361432" cy="4879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F-SCORE</a:t>
            </a:r>
            <a:endParaRPr/>
          </a:p>
        </p:txBody>
      </p:sp>
      <p:sp>
        <p:nvSpPr>
          <p:cNvPr id="267" name="Google Shape;267;p14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4453128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Char char="▪"/>
            </a:pPr>
            <a:r>
              <a:rPr lang="en-US" sz="2400"/>
              <a:t>Precision: % positive predictions that are correct</a:t>
            </a:r>
            <a:endParaRPr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Char char="▪"/>
            </a:pPr>
            <a:r>
              <a:rPr lang="en-US" sz="2400"/>
              <a:t>Recall: % positive true labels that are predicted</a:t>
            </a:r>
            <a:endParaRPr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/>
          </a:p>
        </p:txBody>
      </p:sp>
      <p:sp>
        <p:nvSpPr>
          <p:cNvPr id="268" name="Google Shape;268;p14"/>
          <p:cNvSpPr txBox="1"/>
          <p:nvPr/>
        </p:nvSpPr>
        <p:spPr>
          <a:xfrm>
            <a:off x="1727946" y="3033576"/>
            <a:ext cx="2020681" cy="69762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4"/>
          <p:cNvSpPr txBox="1"/>
          <p:nvPr/>
        </p:nvSpPr>
        <p:spPr>
          <a:xfrm>
            <a:off x="1727946" y="4753100"/>
            <a:ext cx="2067169" cy="69762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4"/>
          <p:cNvSpPr txBox="1"/>
          <p:nvPr/>
        </p:nvSpPr>
        <p:spPr>
          <a:xfrm>
            <a:off x="6099048" y="2121408"/>
            <a:ext cx="50292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marR="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F-score: harmonic mean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" marR="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182880" marR="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182880" marR="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182880" marR="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Weighted f-score: if precision is more important than recall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" marR="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marL="182880" marR="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71" name="Google Shape;271;p14"/>
          <p:cNvSpPr txBox="1"/>
          <p:nvPr/>
        </p:nvSpPr>
        <p:spPr>
          <a:xfrm>
            <a:off x="7196058" y="3031140"/>
            <a:ext cx="2183739" cy="70006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4"/>
          <p:cNvSpPr txBox="1"/>
          <p:nvPr/>
        </p:nvSpPr>
        <p:spPr>
          <a:xfrm>
            <a:off x="6715862" y="4753100"/>
            <a:ext cx="3144130" cy="80336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DD3FA6A-133B-1B3D-E427-AA8600B33CE0}"/>
                  </a:ext>
                </a:extLst>
              </p14:cNvPr>
              <p14:cNvContentPartPr/>
              <p14:nvPr/>
            </p14:nvContentPartPr>
            <p14:xfrm>
              <a:off x="6393240" y="1882440"/>
              <a:ext cx="5365440" cy="3747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DD3FA6A-133B-1B3D-E427-AA8600B33CE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83880" y="1873080"/>
                <a:ext cx="5384160" cy="376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ACKNOWLEDGMENTS</a:t>
            </a:r>
            <a:endParaRPr dirty="0"/>
          </a:p>
        </p:txBody>
      </p:sp>
      <p:sp>
        <p:nvSpPr>
          <p:cNvPr id="471" name="Google Shape;471;p29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These slides use materials by the Brian </a:t>
            </a:r>
            <a:r>
              <a:rPr lang="en-US" dirty="0" err="1"/>
              <a:t>Ziebart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24182</TotalTime>
  <Words>1253</Words>
  <Application>Microsoft Macintosh PowerPoint</Application>
  <PresentationFormat>宽屏</PresentationFormat>
  <Paragraphs>171</Paragraphs>
  <Slides>24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Noto Sans Symbols</vt:lpstr>
      <vt:lpstr>Arial</vt:lpstr>
      <vt:lpstr>Calibri</vt:lpstr>
      <vt:lpstr>Cambria Math</vt:lpstr>
      <vt:lpstr>Gill Sans MT</vt:lpstr>
      <vt:lpstr>Rockwell</vt:lpstr>
      <vt:lpstr>Times</vt:lpstr>
      <vt:lpstr>Wingdings</vt:lpstr>
      <vt:lpstr>Wingdings 2</vt:lpstr>
      <vt:lpstr>Oriel</vt:lpstr>
      <vt:lpstr>SOLVING LOGISTIC REGRESSION</vt:lpstr>
      <vt:lpstr>BINARY LOGISTIC REGRESSION with f_θ (x_i )=θ^⊤ x_i</vt:lpstr>
      <vt:lpstr>Gradient Descent For Logistic Regression</vt:lpstr>
      <vt:lpstr>LET’S GO OVER AN EXAMPLE: θ_0=[-1.0, 1.0]</vt:lpstr>
      <vt:lpstr>LET’S GO OVER AN EXAMPLE: θ_0=[-1.0, 1.0]</vt:lpstr>
      <vt:lpstr>LET’S GO OVER AN EXAMPLE: θ_10≈"[-0.562, -1.330]"</vt:lpstr>
      <vt:lpstr>LET’S GO OVER AN EXAMPLE: Final Animation</vt:lpstr>
      <vt:lpstr>MULTICLASS LOGISTIC REGRESSION</vt:lpstr>
      <vt:lpstr>LET’S GO OVER AN EXAMPLE with d=2, K=3 (see jupyter notebook)</vt:lpstr>
      <vt:lpstr>LET’S GO OVER AN EXAMPLE with d=2, K=3</vt:lpstr>
      <vt:lpstr>Decision Boundary in Multiclass Logistic Regression</vt:lpstr>
      <vt:lpstr>Decision Boundary in Multiclass Logistic Regression</vt:lpstr>
      <vt:lpstr>FINAL ANIMATION with d=2, K=3</vt:lpstr>
      <vt:lpstr>PRACTICAL ISSUES:  IMBALANCED DISTRIBUTIONS</vt:lpstr>
      <vt:lpstr>IMBALANCED DATA DISTRIBUTION</vt:lpstr>
      <vt:lpstr>STRATEGIES FOR INDUCING A NEW BINARY DISTRIBUTION</vt:lpstr>
      <vt:lpstr>STRATEGIES FOR INDUCING A NEW BINARY DISTRIBUTION</vt:lpstr>
      <vt:lpstr>PRACTICAL ISSUES:  CLASS IMBALANCE</vt:lpstr>
      <vt:lpstr>PRACTICAL ISSUES: EVALUATION</vt:lpstr>
      <vt:lpstr>WHEN ONE CLASS IS MORE IMPORTANT</vt:lpstr>
      <vt:lpstr>PRECISION/ RECALL</vt:lpstr>
      <vt:lpstr>PRECISION/RECALL CURVE</vt:lpstr>
      <vt:lpstr>F-SCORE</vt:lpstr>
      <vt:lpstr>ACKNOWLEDGMENTS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DATA SCIENCE</dc:title>
  <dc:subject/>
  <dc:creator>sathya@uic.edu</dc:creator>
  <cp:keywords/>
  <dc:description/>
  <cp:lastModifiedBy>yuting lu</cp:lastModifiedBy>
  <cp:revision>895</cp:revision>
  <dcterms:created xsi:type="dcterms:W3CDTF">2017-08-21T17:08:06Z</dcterms:created>
  <dcterms:modified xsi:type="dcterms:W3CDTF">2024-11-26T06:46:32Z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">
    <vt:lpwstr>Sathya Ravi</vt:lpwstr>
  </property>
</Properties>
</file>