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ink/ink2.xml" ContentType="application/inkml+xml"/>
  <Override PartName="/ppt/notesSlides/notesSlide3.xml" ContentType="application/vnd.openxmlformats-officedocument.presentationml.notesSlide+xml"/>
  <Override PartName="/ppt/ink/ink3.xml" ContentType="application/inkml+xml"/>
  <Override PartName="/ppt/notesSlides/notesSlide4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notesSlides/notesSlide5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ink/ink11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60" r:id="rId1"/>
  </p:sldMasterIdLst>
  <p:notesMasterIdLst>
    <p:notesMasterId r:id="rId37"/>
  </p:notesMasterIdLst>
  <p:sldIdLst>
    <p:sldId id="263" r:id="rId2"/>
    <p:sldId id="266" r:id="rId3"/>
    <p:sldId id="264" r:id="rId4"/>
    <p:sldId id="265" r:id="rId5"/>
    <p:sldId id="522" r:id="rId6"/>
    <p:sldId id="523" r:id="rId7"/>
    <p:sldId id="524" r:id="rId8"/>
    <p:sldId id="525" r:id="rId9"/>
    <p:sldId id="530" r:id="rId10"/>
    <p:sldId id="531" r:id="rId11"/>
    <p:sldId id="526" r:id="rId12"/>
    <p:sldId id="527" r:id="rId13"/>
    <p:sldId id="282" r:id="rId14"/>
    <p:sldId id="528" r:id="rId15"/>
    <p:sldId id="529" r:id="rId16"/>
    <p:sldId id="316" r:id="rId17"/>
    <p:sldId id="299" r:id="rId18"/>
    <p:sldId id="532" r:id="rId19"/>
    <p:sldId id="533" r:id="rId20"/>
    <p:sldId id="534" r:id="rId21"/>
    <p:sldId id="537" r:id="rId22"/>
    <p:sldId id="535" r:id="rId23"/>
    <p:sldId id="536" r:id="rId24"/>
    <p:sldId id="538" r:id="rId25"/>
    <p:sldId id="539" r:id="rId26"/>
    <p:sldId id="544" r:id="rId27"/>
    <p:sldId id="546" r:id="rId28"/>
    <p:sldId id="547" r:id="rId29"/>
    <p:sldId id="548" r:id="rId30"/>
    <p:sldId id="549" r:id="rId31"/>
    <p:sldId id="540" r:id="rId32"/>
    <p:sldId id="541" r:id="rId33"/>
    <p:sldId id="542" r:id="rId34"/>
    <p:sldId id="543" r:id="rId35"/>
    <p:sldId id="286" r:id="rId36"/>
  </p:sldIdLst>
  <p:sldSz cx="12192000" cy="6858000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D0099A61-60B1-E343-B0A1-10E31D92ED86}">
          <p14:sldIdLst>
            <p14:sldId id="263"/>
            <p14:sldId id="266"/>
            <p14:sldId id="264"/>
            <p14:sldId id="265"/>
            <p14:sldId id="522"/>
            <p14:sldId id="523"/>
            <p14:sldId id="524"/>
            <p14:sldId id="525"/>
            <p14:sldId id="530"/>
            <p14:sldId id="531"/>
            <p14:sldId id="526"/>
            <p14:sldId id="527"/>
            <p14:sldId id="282"/>
            <p14:sldId id="528"/>
            <p14:sldId id="529"/>
            <p14:sldId id="316"/>
            <p14:sldId id="299"/>
            <p14:sldId id="532"/>
            <p14:sldId id="533"/>
            <p14:sldId id="534"/>
            <p14:sldId id="537"/>
            <p14:sldId id="535"/>
            <p14:sldId id="536"/>
            <p14:sldId id="538"/>
            <p14:sldId id="539"/>
            <p14:sldId id="544"/>
            <p14:sldId id="546"/>
            <p14:sldId id="547"/>
            <p14:sldId id="548"/>
            <p14:sldId id="549"/>
            <p14:sldId id="540"/>
            <p14:sldId id="541"/>
            <p14:sldId id="542"/>
            <p14:sldId id="543"/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6" roundtripDataSignature="AMtx7mgjr6sOdHEeufIgXygRCCpSkdg5Sg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1E43D9A-B9CC-D204-4563-8196A434CD32}" name="Ravi, Sathya" initials="" userId="S::sathya@uic.edu::617e2e82-06a6-4137-a700-b460764285c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8F00"/>
    <a:srgbClr val="FE86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A29F83C-5B16-4E0F-93E5-201A7CBD518D}">
  <a:tblStyle styleId="{CA29F83C-5B16-4E0F-93E5-201A7CBD518D}" styleName="Table_0">
    <a:wholeTbl>
      <a:tcTxStyle b="off" i="off">
        <a:font>
          <a:latin typeface="Rockwell"/>
          <a:ea typeface="Rockwell"/>
          <a:cs typeface="Rockwel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7E8E7"/>
          </a:solidFill>
        </a:fill>
      </a:tcStyle>
    </a:wholeTbl>
    <a:band1H>
      <a:tcTxStyle b="off" i="off"/>
      <a:tcStyle>
        <a:tcBdr/>
        <a:fill>
          <a:solidFill>
            <a:srgbClr val="EFCEC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EFCEC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Rockwell"/>
          <a:ea typeface="Rockwell"/>
          <a:cs typeface="Rockwel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Rockwell"/>
          <a:ea typeface="Rockwell"/>
          <a:cs typeface="Rockwel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Rockwell"/>
          <a:ea typeface="Rockwell"/>
          <a:cs typeface="Rockwel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Rockwell"/>
          <a:ea typeface="Rockwell"/>
          <a:cs typeface="Rockwel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171"/>
    <p:restoredTop sz="75710"/>
  </p:normalViewPr>
  <p:slideViewPr>
    <p:cSldViewPr snapToGrid="0">
      <p:cViewPr varScale="1">
        <p:scale>
          <a:sx n="81" d="100"/>
          <a:sy n="81" d="100"/>
        </p:scale>
        <p:origin x="7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138" Type="http://schemas.openxmlformats.org/officeDocument/2006/relationships/viewProps" Target="viewProps.xml"/><Relationship Id="rId141" Type="http://schemas.microsoft.com/office/2018/10/relationships/authors" Target="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4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136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139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137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6T02:53:21.732"/>
    </inkml:context>
    <inkml:brush xml:id="br0">
      <inkml:brushProperty name="height" value="0.053" units="cm"/>
      <inkml:brushProperty name="color" value="#FF0000"/>
    </inkml:brush>
  </inkml:definitions>
  <inkml:trace contextRef="#ctx0" brushRef="#br0">10583 11365 8912,'16'-2'0,"-5"-4"0,-3 2 0,-8-7 0,0 5 0,0-5 0,0 7 0,0-12 0,0 18 0,0 2 0,0 15 0,0 12 0,0 11 0,0 8 0,0 7 0,-2 12 0,-2 11 0,-4 4 0,-1 2 0,5 7 0,-11-5 0,3 4 0,-3-19 0,-2-12 0,-1-12 0,1-14 0,6-12 0,-1-12 0,9-5 0,-3-14 0,4-9 0,2-8 0,2-17 0,4-4 0,-5-11 0,5-6 0,2-11 0,-2-7 0,7-14-148,-7 46 0,-1 0 1,3 0-1,0 1 148,9-38 0,0 0 0,0 0 0,6 10 0,0 9-131,-2 13 131,6 10 0,-14 25 0,5 8 0,-3 7 0,0 19 0,2 8 0,1 23 0,-1 2 0,0 15 0,2 4 0,2 3 0,2-3 0,0-2 0,-6 4 0,1 0 0,-1-1 194,-8 1 0,5-8 0,-7-3-194,3-5 0,-6-9 0,3-2 140,-7-7-140,0-16 0,0-4 0,0-15 0,-15-23 0,-4-6 0</inkml:trace>
  <inkml:trace contextRef="#ctx0" brushRef="#br0" timeOffset="1">10635 12052 8912,'17'10'0,"-7"-2"0,-1-8 0,-3 0 0,-2-8 0,7-4 0,1-3 0,5-8 0,0 0 0,8-7 0,4 1 0,3-3 0,3-3 0,5 7 0,0-1 0,0 2 0,-5-1 0,-1 3 0,0 0 0,1-2 0</inkml:trace>
  <inkml:trace contextRef="#ctx0" brushRef="#br0" timeOffset="2">11289 11760 8912,'8'10'0,"-7"-3"0,7-7 0,-8 0 0,0 8 0,0 1 0,0 9 0,-2-1 0,-4 0 0,5 8 0,-5 4 0,4 3 0,2 2 0,0 1 0,0-1 0,-6-1 0,0-5 0,-1 5 0,1-5 0,4-3 0,-4-2 0,4-11 0,2-5 0,0-9 0,0-5 0,0-10 0,0-10 0,8-6 0,2-14 0,7-5 0,0-1 0,8-1 0,-6 2 0,4 3 0,-4 3 0,-2 4 0,1 13 0,-1 1 0,0 14 0,0 3 0,-5 9 0,-1 8 0,-5 7 0,5 16 0,-7 1 0,2 14 0,-4-2 0,-2 6 0,2-10 0,2 6 0,1-2 0,9-2 0,-11-13 0,9-4 0,-6-4 0,5-2 0,1 0 0,5-7 0,0-18 0,0-11 0</inkml:trace>
  <inkml:trace contextRef="#ctx0" brushRef="#br0" timeOffset="3">11788 11794 8912,'0'18'0,"0"-1"0,0 0 0,0-5 0,0-1 0,0-7 0,0 11 0,0-3 0,-6 3 0,0 2 0,1 0 0,5 0 0,0 3 0,0 2 0,0-2 0,0 4 0,0 1 0,0-6 0,0 12 0,0-8 0,0-2 0,0-10 0,0 5 0,0-15 0,0 5 0,0-13 0,0-11 0,7-6 0,-3-17 0,8 1 0,-7-6 0,7 6 0,-6-5 0,5 4 0,-1 3 0,1 10 0,-1-3 0,-5 8 0,-3 8 0,12 9 0,-9 14 0,-1 9 0,-2 8 0,-2 9 0,6 8 0,0 4 0,-1 4 0,3-6 0,4-4 0,1-6 0,-2-5 0,5 1 0,-5-7 0,4-2 0,3-9 0,-1-5 0,0-7 0,0-15 0,0-4 0,1-15 0</inkml:trace>
  <inkml:trace contextRef="#ctx0" brushRef="#br0" timeOffset="4">12201 11846 8912,'0'17'0,"0"0"0,0 1 0,0-1 0,0 0 0,-8 0 0,6 0 0,-3 1 0,3-1 0,-6 0 0,6 6 0,-4 0 0,5 2 0,1-2 0,5-4 0,1 4 0,7-4 0,-1-4 0,3-4 0,2 5 0,1-14 0,-1 3 0,2-10 0,4-7 0,-4-11 0,4-5 0,-4-7 0,-2-5 0,-5 2 0,-3-8 0,-1-2 0,-2 6 0,-14 2 0,-3 12 0,-7 3 0,-5 7 0,-5 9 0,-12 3 0,1 12 0,-7 5 0,8 7 0,-2 5 0,13-2 0,10 7 0,2-5 0,9 4 0,2-2 0,18-2 0,5-6 0</inkml:trace>
  <inkml:trace contextRef="#ctx0" brushRef="#br0" timeOffset="5">12580 11984 8912,'0'-18'0,"0"1"0,0 0 0,0 6 0,-2-1 0,-4-1 0,4 3 0,-4-1 0,4 7 0,2-4 0,0 8 0,0 8 0,0 5 0,0 8 0,0 6 0,0 7 0,0 1 0,0 1 0,0 4 0,6-9 0,0 3 0,1-9 0,-1 4 0,-2-12 0,7 6 0,1-16 0,5 9 0,0-26 0,1-7 0,-1-8 0,0-9 0,0-3 0,0-3 0,-5-4 0,-1-5 0,3 3 0,-7 4 0,7 9 0,-8 5 0,-3 5 0,-1 11 0,-2 5 0,0 11 0,0 7 0,0 14 0,0 11 0,0 8 0,0 8 0,8-8 0,-4 3 0,7-7 0,1 1 0,5-7 0,6-7 0,2-6 0,1-8 0,3-5 0,4-8 0,-5 0 0,3-10 0,-8-7 0,6-6 0,-7-6 0,0-3 0,-11 3 0,2-5 0,-7-6 0,0 3 0,-6-3 0,0 4 0,0 4 0,0 3 0,0 4 0,0 8 0,0 0 0,0 9 0,0 8 0,0 10 0,0 13 0,0-2 0,0 7 0,-6 1 0,0 5 0,1-1 0,5-3 0,0-1 0,0 0 0,-6-1 0,0 1 0,0-8 0,6 2 0,-1-6 0,-5-6 0,4-3 0,-6-10 0,8-4 0,8-3 0,0-16 0,7-5 0,2-9 0,-4 3 0,12-12 0,-8 8 0,1 2 0,-1 9 0,-2-1 0,-3 7 0,3 0 0,-4 6 0,-1 7 0,1 4 0,-7 6 0,4 8 0,-2 9 0,-1 8 0,-1 2 0,-2 5 0,0-5 0,2 7 0,2 1 0,-1-8 0,1 3 0,0-7 0,7-2 0,-1-9 0,3 3 0,10-21 0,2 4 0</inkml:trace>
  <inkml:trace contextRef="#ctx0" brushRef="#br0" timeOffset="6">13853 11623 8912,'-23'0'0,"0"0"0,2 0 0,2 0 0,2 0 0,0 0 0,-1 0 0,1 0 0,0 0 0,0 7 0,1 8 0,5 10 0,5 4 0,4 5 0,2 5 0,0 8 0,0-3 0,0 8 0,8-1 0,3 1 0,1-10 0,5-8 0,-4-1 0,10-10 0,-3-2 0,-3-10 0,6-3 0,0-8 0,5-13 0,-5-5 0,8-10 0,-2-1 0,-3-9 0,1-2 0,-2 2 0,-2-6 0,-8 2 0,-3-4 0,-7 6 0,3 3 0,-2 3 0,-1 1 0,-5 5 0,-7 11 0,-3 9 0,-7 8 0,-2 10 0,-4 7 0,4 9 0,-4 13 0,4 1 0,2 8 0,5-10 0,3 6 0,1-2 0,2-2 0,6-8 0,4-3 0,7-6 0,3-6 0,15-5 0,1-5 0,10-7 0,4-7 0,8-5 0,0-11 0,-8 2 0,-4-8 0,4-7 0,0-8 0</inkml:trace>
  <inkml:trace contextRef="#ctx0" brushRef="#br0" timeOffset="7">14490 11674 8912,'-8'17'0,"-3"1"0,-12-1 0,4-6 0,-3 1 0,9 1 0,-2-5 0,7 7 0,-5-4 0,1 5 0,8 1 0,-3 6 0,7 2 0,0 1 0,0-5 0,6 10 0,-1-8 0,1 2 0,-6-2 0,6-4 0,0 4 0,-1-4 0,-3-10 0,4-3 0,-4-4 0,5-6 0,-7-7 0,0-1 0,0-20 0,0 3 0,0-3 0,0-3 0,0 1 0,2-1 0,4 1 0,-4 7 0,11-3 0,-7 7 0,0 0 0,-4 8 0,4 3 0,-5 5 0,15 1 0,-5 0 0,-1 2 0,1 12 0,3 9 0,-5 0 0,3 6 0,-3 2 0,3-2 0,-5 8 0,-5-10 0,4 7 0,-4-7 0,4 2 0,-4-9 0,-2-3 0,0-5 0,0 5 0,0-7 0,0 4 0,0-18 0,0-7 0,1-2 0,5-10 0,-2 0 0,7-5 0,-1 2 0,2 3 0,3-2 0,-4 8 0,5 2 0,-7 10 0,6-2 0,-3 7 0,3 0 0,2 6 0,-5 10 0,-1 7 0,-1 0 0,1 6 0,5 2 0,-5-2 0,4 0 0,3-6 0,5-2 0,1-3 0,3-7 0,2-3 0,5-2 0,1 0 0,5-9 0,0-8 0,0-6 0,-7-8 0,-5 2 0,-3 1 0,-9-5 0,-5 5 0,2-3 0,-7 8 0,-6-6 0,-7 8 0,-3 6 0,-9-2 0,-2 15 0,-8-4 0,2 12 0,-1 6 0,-5 5 0,6 6 0,1 5 0,-7 5 0,14 7 0,-2 0 0,8-2 0,-3-2 0,14-1 0,-3-1 0,7-1 0,9-5 0,8-3 0,17-9 0,5-5 0,3-3 0,9-10 0,3-4 0,1-5 0,8-12 0,-19 2 0,0-8 0,0-7 0,-2-8 0</inkml:trace>
  <inkml:trace contextRef="#ctx0" brushRef="#br0" timeOffset="8">15539 11640 8912,'0'11'0,"0"1"0,0-8 0,0 3 0,-1-1 0,-5 0 0,4 7 0,-8-5 0,6 5 0,-1-2 0,-1 1 0,6 5 0,0 0 0,0 0 0,-8 8 0,6-4 0,-3 6 0,3-2 0,2-2 0,-2-2 0,-2-2 0,-2-4 0,1-1 0,5-3 0,0 1 0,0-9 0,0-5 0,2-15 0,3-9 0,5-7 0,7-7 0,0 0 0,0-6 0,1 6 0,5 0 0,1 5 0,3 1 0,-6 7 0,4 2 0,-8 10 0,1 4 0,-1 3 0,-2 18 0,-4 7 0,3 8 0,-8 9 0,-1 6 0,-5 2 0,0 2 0,8-6 0,-4 4 0,7-7 0,-1-7 0,1 1 0,10-10 0,-3-2 0,3-7 0,-4-10 0,8-8 0,1-1 0</inkml:trace>
  <inkml:trace contextRef="#ctx0" brushRef="#br0" timeOffset="9">16176 11107 8912,'-7'9'0,"3"7"0,-8-5 0,6 10 0,-5 2 0,0 13 0,-5 3 0,3 6 0,1 9 0,1 9 0,1-8 0,5 8 0,3-7 0,2 1 0,7 0 0,5-5 0,3-4 0,2-14 0,1-1 0,-1-5 0,0-5 0,0-11 0,0-5 0,1-9 0,-1-3 0,0-11 0,0-7 0,0-7 0,1-3 0,-1-7 0,4-6 0,-2 4 0,-4-2 0,-1-1 0,1 1 0,-2 4 0,-1 3 0,-1 10 0,-1-5 0,5 21 0,-13-3 0,4 20 0,-4 5 0,5 20 0,-5-2 0,4 11 0,2 4 0,-3 1 0,7 3 0,-6 0 0,-3-2 0,-1-8 0,0 4 0,4-8 0,-4-5 0,4 0 0,-4-8 0,-2 2 0,0-12 0,-2 3 0,-4-9 0,-6-1 0,-11-2 0,-3-2 0,-9 0 0,1 0 0</inkml:trace>
  <inkml:trace contextRef="#ctx0" brushRef="#br0" timeOffset="10">15901 11605 8912,'-42'0'0,"5"0"0,9 0 0,3 0 0,10 0 0,7 0 0,8 0 0,17-7 0,14-5 0,17-3 0,11-4 0,12-2 0,3-2 0,-3-8 0,13 10-244,-4-7 1,3-1 243,-3-5 0,4-1 0,-6 1 0</inkml:trace>
  <inkml:trace contextRef="#ctx0" brushRef="#br0" timeOffset="11">17054 11347 8912,'-17'0'0,"-1"0"0,1 0 0,0 0 0,7-7 0,3 3 0,7-7 0,2 5 0,3-4 0,7 3 0,3 1 0,10-2 0,2-1 0</inkml:trace>
  <inkml:trace contextRef="#ctx0" brushRef="#br0" timeOffset="12">17140 11691 8912,'-17'10'0,"5"-2"0,1-8 0,-1 0 0,1 0 0,-1 0 0,8-2 0,-1-4 0,3-4 0,2-7 0,0-15 0,0-5 0</inkml:trace>
  <inkml:trace contextRef="#ctx0" brushRef="#br0" timeOffset="13">19188 11313 8912,'-18'0'0,"7"0"0,0 0 0,-3 0 0,-1 0 0,0 10 0,1 7 0,5 11 0,1 11 0,-4 7 0,5 11 0,-1 6 0,1 4 0,-5 2 0,4-1 0,1-3 0,-1-7 0,0-5 0,5-19 0,-3-7 0,2-6 0,2-11 0,2-6 0,0-16 0,2-15 0,2-20 0,4-7 0,1-3 0,-5-8 0,5 4 0,-5-8 0,2 0 0,7 0 0,-11 8 0,6 6 0,0 7 0,-6 6 0,11 21 0,-7 4 0,1 13 0,-1 4 0,4 17 0,5 20 0,-4 12 0,12 3 0,-11 9 0,11-6 0,-4 3 0,6-1 0,-4-13 0,6-4 0,-3-4 0,5-9 0,-6-4 0,8-12 0,-12-3 0,4-8 0,-4-8 0,-4-5 0,-3-8 0,3-6 0,-11-13 0,5-2 0,-1-2 0,-2 6 0,-6-10 0,0 8 0,0-8 0,0 4 0,0 1 0,0 0 0,0 9 0,0 7 0,0 22 0,0 22 0,2 15 0,3 20 0,-3 5 0,4 0 0,3 7 0,3-5 0,3 2 0,-3-4 0,1 2 0,4-3 0,4-7 0,2-16 0,0 5 0,0-15 0,-2-2 0,-2-9 0,-1-7 0,-1-10 0,0-7 0,0-3 0,0-10 0,1-4 0,-1-3 0,0-3 0,-6-1 0,-1-2 0,-2-2 0,3 0 0,-5 7 0,-2 5 0,-2 5 0,-2 4 0,0 9 0,0 10 0,0 23 0,0 13 0,0 6 0,0 4 0,0 11 0,0 1 0,5-7 0,1-5 0,2-2 0,-2 0 0,5-10 0,-1-7 0,1-10 0,2 1 0,-5-9 0,0-11 0,-8-15 0,0-10 0,-8-13 0,-2-4 0</inkml:trace>
  <inkml:trace contextRef="#ctx0" brushRef="#br0" timeOffset="14">19945 11382 8912,'0'-10'0,"0"3"0,0 7 0,8 0 0,-5 0 0,9 0 0,7 7 0,8 3 0</inkml:trace>
  <inkml:trace contextRef="#ctx0" brushRef="#br0" timeOffset="15">20547 11743 8912,'-36'6'0,"-4"-1"0,-2 3 0,-6-4 0,2 2 0,8 7 0,-2-2 0,3 5 0,10 1 0,4 2 0,6 4 0,6 6 0,3 3 0,8 2 0,0 1 0,0-1 0,8-7 0,3-4 0,5-4 0,8-9 0,-3-3 0,6-7 0,-2 0 0,6-7 0,-5-11 0,9-10 0,-1-5 0,-7-1 0,-2-8 0,-8-4 0,0-4 0,1-1 0,-3-1 0,-4 1 0,-5-1 0,-4 0 0,-2 1 0,0-1 0,-2 8 0,-4 4 0,-3 12 0,-8 5 0,-1 11 0,7 16 0,1 19 0,3 15 0,1 10 0,6 13 0,0 8 0,0 0 0,0 5 0,2-5 0,4-6 0,3 2 0,8-8 0,2-7 0,4-10 0,-3-8 0,2-9 0,3-2 0,-2-15 0,6-10 0,-6-13 0,0-15 0,-6-12 0</inkml:trace>
  <inkml:trace contextRef="#ctx0" brushRef="#br0" timeOffset="16">20840 11176 8912,'0'-10'0,"-8"2"0,4 8 0,-7 0 0,7 0 0,-9 16 0,7 7 0,0 7 0,6 20 0,0 9 0,0 12 0,0 7 0,6 16-184,-4-46 1,2 1 0,2 3 0,1 1 183,-2-1 0,1-1 0,12 45 0,5-22 0,-4-9 0,4-19 0,1-8 0,1-15 0,2-11 0,-6-8 0,6-14 0,-4-7 0,4-8 0,7-9 0,-5-7 0,-1 1 0,-5-7 244,6 1 0,-10-4 1,0-2-245,-5 1 0,-11-1 0,5 8 0,-8 4 0,0 4 0,0 9 0,-8 10 0,-3 11 0,-4 14 0,-2 9 0,-6 10 0,0 13 0,5 4 0,7 7 0,7 3 0,-2 1 0,4 3 0,2-1 0,2-13 0,4-4 0,6-6 0,11-5 0,-2-6 0,7-12 0,3-5 0,-6-4 0,7-10 0,-3-5 0,3-8 0,-5 2 0,0-8 0,-4 4 0,-2 2 0,8-7 0,-8 9 0,2-1 0,-4 7 0,-2 2 0,0-5 0,0 5 0,-7-4 0,-4 3 0,-4-3 0,-2-2 0</inkml:trace>
  <inkml:trace contextRef="#ctx0" brushRef="#br0" timeOffset="17">20719 11898 8912,'17'-12'0,"1"1"0,-1-3 0,0 1 0,0 2 0,-5-3 0,-1 8 0,-7-7 0,2 2 0,-4 3 0,0-2 0,3 5 0,9-7 0,7-3 0,6 3 0,7 1 0,0-2 0,8-10 0,2 4 0,8-6 0,0 0 0,-1-2 0,1-7 0</inkml:trace>
  <inkml:trace contextRef="#ctx0" brushRef="#br0" timeOffset="18">21562 11898 8912,'-17'-8'0,"2"4"0,3-7 0,5 5 0,11-4 0,7 3 0,1 1 0,20 6 0,-3 2 0,3 4 0,3 5 0,-1 4 0,1 5 0,-1 2 0,-7-2 0,-4 3 0,-6-2 0,-6 1 0,-3-2 0,-8 4 0,0-6 0,0-1 0,-8-8 0,-3-3 0,1-4 0,-1-2 0,7-8 0,-2-3 0,4-18 0,2-7 0,0-6 0,8 2 0,4-6 0,3 8 0,2-10 0,0 8 0,0 2 0,8 1 0,2 3 0,7 0 0,1-1 0</inkml:trace>
  <inkml:trace contextRef="#ctx0" brushRef="#br0" timeOffset="19">22182 11709 8912,'0'17'0,"0"-6"0,0 1 0,0-9 0,0 5 0,0-8 0,0 0 0,-2 8 0,-4 3 0,4 4 0,-5 3 0,5-1 0,-4 0 0,4 0 0,-5 0 0,7 1 0,-6-7 0,0 1 0,2 1 0,2-5 0,2-1 0,0-7 0,0-7 0,0-5 0,6-11 0,2-5 0,1-5 0,3-9 0,5 6 0,0-4 0,0 3 0,8 3 0,-6 7 0,4 4 0,-4 4 0,-9 2 0,5 7 0,-3 5 0,3 3 0,-5 9 0,3 13 0,-7 12 0,-2 6 0,-3 10 0,-1-10 0,-1 8 0,-5 2 0,4-6 0,-8-6 0,5-7 0,3-8 0,-6 2 0,0-4 0,7-10 0,-7-1 0,8-10 0,0-4 0,6-11 0,-1-11 0,14-7 0,1-3 0,4-2 0,-3-8 0,10 6 0,-8-4 0,6 6 0,-6 11 0,5 5 0,-5 6 0,-2 1 0,-2 8 0,-1 3 0,-1 12 0,-2 5 0,-3 12 0,3 4 0,-4 7 0,5 1 0,1-1 0,0 0 0,0-1 0,0-5 0,1-3 0,-1-8 0,8 1 0,2-1 0</inkml:trace>
  <inkml:trace contextRef="#ctx0" brushRef="#br0" timeOffset="20">23060 11726 8912,'9'17'0,"-1"-8"0,-8 7 0,0-5 0,0 6 0,0 6 0,-8-4 0,1 16 0,-5-1 0,-1 3 0,7 8 0,0-5 0,6 6 0,0-7 0,0 1 0,0-4 0,0-2 0</inkml:trace>
  <inkml:trace contextRef="#ctx0" brushRef="#br0" timeOffset="21">24454 11279 8912,'5'-12'0,"1"1"0,-2-3 0,-2-1 0,-2-2 0,0 0 0,-6 5 0,0 1 0,-1 11 0,1 6 0,4 11 0,-4 17 0,4 8 0,2 6 0,0 5 0,0 7 0,0 1 0,0-6 0,0 12 0,-2-6 0,-3 0 0,3 4 0,-4-7 0,4-7 0,2-9 0,0-9 0,0-16 0,8-23 0,3-11 0,-3-27 0,15-17 0,-4-18 0</inkml:trace>
  <inkml:trace contextRef="#ctx0" brushRef="#br0" timeOffset="22">24815 11004 8912,'6'-12'0,"-1"1"0,1-1 0,-6 3 0,0 3 0,0 12 0,6 19 0,0 15 0,-3 7 0,7 13 0,-6 1 0,7 9 0,3 5 0,-1 3-222,-1 8 0,3-6 222,-4 1 0,-3-1 0,0 4 0,-8-6 0,0-9 0,0-8 0,-2-17 0,-4-4 0,-4-13 0,-7-10 0,-8-7 0,-1-10 0</inkml:trace>
  <inkml:trace contextRef="#ctx0" brushRef="#br0" timeOffset="23">24419 11709 8912,'-8'-10'0,"7"0"0,-5 5 0,4 1 0,2-8 0,8 9 0,14-13 0,13 5 0,17 1 0,-1-1 0,18 1 0,0-1 0,5-4 0,-3 5 0,-2 0-291,-4-5 0,-13-2 1,-1-10-1</inkml:trace>
  <inkml:trace contextRef="#ctx0" brushRef="#br0" timeOffset="24">25348 11502 8912,'6'-17'0,"0"0"0,1 7 0,-1 5 0,-2 3 0,8 2 0,1 0 0,2 3 0,2 9 0,1 3 0,-1 20 0,-6-3 0,1 14 0,-8 0 0,1 5 0,-3 1 0,-2-1 0,-7 7 0,-5-1 0,-5-1 0,-6-9 0,-6-1 0,-3-8 0,-5 2 0,1-11 0,2-6 0,-5-4 0,20-9 0,-4-5 0,6-12 0,6-10 0,-3-10 0,9-13 0,1 2 0,10-8 0,3 0 0,8-6 0,6 8 0,0 4 0,2 6 0,-2 5 0,-2 0 0,8 12 0,-6 4 0,5 13 0,3 0 0,1 8 0,1 9 0,-4 11 0,3 5 0,-3 1 0,9 1 0,4-3 0,2-3 0,2-4 0,6-8 0,-1 0 0</inkml:trace>
  <inkml:trace contextRef="#ctx0" brushRef="#br0" timeOffset="25">27172 11571 8912,'10'-17'0,"-2"0"0,-8-1 0,-2 1 0,-4 0 0,-5 0 0,-7 0 0,-3 1 0,-4 5 0,-1 5 0,3-1 0,-6 3 0,-2 4 0,-1 4 0,-1 15 0,3 0 0,1 6 0,8-3 0,-2 5 0,4-2 0,2-4 0,7-2 0,3-2 0,7 1 0,7-9 0,5-3 0,11-6 0,5-6 0,11-3 0,1-9 0,6-5 0,-6 1 0,0-1 0,-11 0 0,-3 2 0,-1 5 0,-2-1 0,-6 6 0,1 3 0,-9 0 0,5 24 0,-9 7 0,-1 7 0,-2 14 0,-2 8 0,0 1 0,0 10 0,0 0 0,0 6 0,-6 0 0,1 0 0,-9-8 0,10-2 0,-5-9 0,1-5 0,-5-4 0,1-13 0,-3-3 0,-2-10 0,0-3 0,-1-6 0,1-5 0,2-4 0,2-9 0,1-11 0,1-7 0,1-10 0,4-4 0,4-6 0,4 2 0,4-9 0,4-4 0,7 7 0,0-3 0,8 3 0,4 3 0,-3-1 0,3 1 0,2 7 0,9 4 0,-4 3 0,6 3 0,0 0 0,-5-1 0,3 3 0,-10 5 0,-1 10 0,-16 0 0,3 15 0,-16-6 0,-4 12 0,-8 7 0,1 1 0,-12 11 0,4 4 0,4-3 0,1 7 0,3-2 0,7-3 0,-2 3 0,4-4 0,2-2 0,0 0 0,8 0 0,3-6 0,5 0 0,3-2 0,4-3 0,-2 3 0,7-4 0,-5 3 0,6-3 0,-8 5 0,4-9 0,-8 5 0,0 3 0,1-6 0,-1 1 0,6 3 0,0-7 0,7 0 0,-1-6 0,-4 0 0,5-10 0,-7-5 0,-2-6 0,-2-4 0,-1 2 0,-1 2 0,0-7 0,-7 5 0,-5-6 0,-3 8 0,-2-4 0,0 8 0,0 0 0,-2 0 0,-3-1 0,-7 3 0,-11 4 0,4 3 0,-6 8 0,6 0 0,-4 0 0,4 8 0,-12-3 0,9 11 0,1 3 0,3 0 0,7 0 0,-4 6 0,7-6 0,-4 4 0,7-4 0,3-2 0,2-5 0,0-1 0,2-7 0,3 2 0,11-4 0,7-4 0,-2-4 0,5-4 0,-6-7 0,3 0 0,1 2 0,-1 3 0,0-3 0,-6 3 0,1-3 0,-1 6 0,0 1 0,0 8 0,1 0 0,-7 2 0,-1 4 0,-3 5 0,7 4 0,-5 3 0,8-1 0,6-8 0,2-3 0,2-4 0,2-2 0,5 0 0</inkml:trace>
  <inkml:trace contextRef="#ctx0" brushRef="#br0" timeOffset="26">28584 11502 8912,'-35'-7'0,"1"3"0,-1-8 0,7 8 0,-1-1 0,-2 3 0,-9 2 0,4 0 0,-4 4 0,5 5 0,7 8 0,-5 12 0,16-2 0,0 7 0,1 1 0,11-1 0,-1-5 0,6-1 0,0 3 0,8-6 0,1-6 0,8-10 0,1-1 0,1-2 0,4-6 0,3-14 0,9-3 0,-1-12 0,1 1 0,-1-5 0,1-1 0,-7 0 0,1-1 0,-6-5 0,6 0 0,-8-8 0,1 2 0,-4-5 0,-7-7 0,-3 3 0,-8-8 0,0 8 0,0 5 0,0 16 0,0 9 0,-8 13 0,-1 5 0,-1 10 0,2 11 0,1 14 0,5 5 0,-8 19 0,6-3 0,-1 7 0,-7 3 0,7-2 0,-9-3 0,10 5 0,-5-8 0,1 1 0,2-8 0,8-2 0,4-10 0,5-3 0,11 0 0,0-12 0,9-4 0,-2-13 0,3 0 0,3-13 0,-3-4 0,-3-2 0,3-8 0,-13 2 0,4-4 0,-5-3 0,-5 5 0,-2 0 0,-7-5 0,2 3 0,-6 3 0,-6-3 0,-3 8 0,-3-4 0,1 8 0,-1 7 0,-5 5 0,0 3 0,0 4 0,-1 3 0,3 7 0,4 11 0,-5 3 0,9 15 0,-5-1 0,5 2 0,7-2 0,0-4 0,2 4 0,3-3 0,5-5 0,7-3 0,8-5 0,4-14 0,11-4 0,6-4 0,1-10 0,-1-3 0,4-12 0,-4-6 0,-4-3 0,-2-3 0,0 1 0,-5-1 0,-7 1 0,-16 0 0,1-1 0,-7 1 0,0 5 0,-6 1 0,0 1 0,0-2 0,0 4 0,-8 16 0,4 3 0,-7 12 0,7 11 0,-4 4 0,8 8 0,0 1 0,0 3 0,0 1 0,8 0 0,3 1 0,5-3 0,1-3 0,-2-2 0,-3-4 0,3-4 0,-4 4 0,-1-6 0,2-6 0,-9 5 0,5-13 0,-8 9 0,-8-8 0,-5 3 0,-8 1 0,-6-6 0,-7 4 0,-1-3 0,1 3 0,1-4 0,5 4 0,3-6 0,8-6 0,-1-11 0,1-10 0</inkml:trace>
  <inkml:trace contextRef="#ctx0" brushRef="#br0" timeOffset="27">30391 11382 8912,'-18'0'0,"-5"0"0,0 0 0,2 0 0,-3 0 0,1 0 0,0 2 0,4 5 0,-4 11 0,3 1 0,-1 9 0,8 5 0,7 5 0,4-2 0,2 4 0,2-3 0,4-3 0,6-1 0,10-5 0,5-11 0,8-11 0,-1-4 0,0-4 0,1-4 0,-1-5 0,-5-10 0,0-2 0,-1-7 0,-1 8 0,-4-6 0,-4-3 0,-9 5 0,-5-3 0,-3 2 0,-2-2 0,-7-1 0,-5 7 0,-11 0 0,2 6 0,-5 2 0,1 3 0,2 4 0,-2 8 0,-2 0 0</inkml:trace>
  <inkml:trace contextRef="#ctx0" brushRef="#br0" timeOffset="28">30890 11451 8912,'-12'0'0,"1"0"0,7 0 0,-11 0 0,7 2 0,-4 3 0,-1 5 0,7 7 0,-7-7 0,11 5 0,-4-4 0,4 5 0,4 1 0,4 0 0,4-6 0,7 1 0,0-8 0,0 3 0,2-7 0,2 0 0,2 0 0,-2 0 0,-2-7 0,4-3 0,0-7 0,-2 0 0,-7-2 0,-3-4 0,-1 4 0,1-4 0,5-4 0,-15 8 0,5-4 0,-4 10 0,-2 1 0,8 8 0,-6 6 0,3 15 0,-3 1 0,0 12 0,2-5 0,2 2 0,7-6 0,-3 4 0,9-8 0,4 0 0,4 0 0,3-7 0,5-5 0,-5-5 0,10-5 0,2-7 0,-1-11 0,-3-5 0,-2-5 0,-2-1 0,-5-6 0,0 0 0,-8-8 0,2 2 0,-4-11 0,-4-6 0,-1-6 0,-3-6 0,1 5 0,3 1 0,-2 14 0,-1 7 0,-8 13 0,3 18 0,-11 27 0,-7 18 0,-1 20 0,-11 15 0,4 6 0,2 5-164,-8-3 0,6 11 164,-4-7 0,6-1 0,6-7 0,5-4 0,4-6 0,2-11 0,2-2 0,4-4 0,9-13 0,8-4 0,7-11 0,-1-12 0,-4-8 0,15-9 0,-4-10 0</inkml:trace>
  <inkml:trace contextRef="#ctx0" brushRef="#br0" timeOffset="29">31630 11055 8912,'-44'0'0,"-2"0"0,11 0 0,-1 0 0,13 0 0,8 2 0,9 4 0,19-4 0,16 11 0,25-7 0,12-2 0,22-2 0,-34-2 0,1 0 0,4-1 0,1 0-795,5-2 0,2 0 795,1-1 0,0-2 0,-5-4 0,0-3 0,0 1 0,-2 0 0,-5-1 0,-3-1 0,37-15 0,-6-13 0,-5-2 0</inkml:trace>
  <inkml:trace contextRef="#ctx0" brushRef="#br0" timeOffset="30">17863 11416 8912,'2'-17'0,"1"0"0,3 0 0,0-1 0,0 1 0,-1 0 0,1 0 0,2 7 0,-5 7 0,7 12 0,-2 8 0,-3 12 0,1 3 0,0 10 0,-2 2 0,-2 4 0,-2 2 0,0 1 0,0 1 0,0-6 0,0-2 0,0-2 0,0-4 0,0-2 0,0-9 0,7-10 0,3-9 0</inkml:trace>
  <inkml:trace contextRef="#ctx0" brushRef="#br0" timeOffset="31">18276 11571 8912,'-12'0'0,"1"0"0,5 0 0,-6 0 0,9 0 0,-13 0 0,14 0 0,-5 0 0,7 0 0,0 0 0,7 0 0,5 0 0,3 0 0,2 0 0,1 0 0,-7-6 0,1 1 0,-7-3 0,7 2 0,-8 4 0,1-5 0,-10 7 0,-3 7 0,-4 5 0,-3-5 0,13 9 0,-13-14 0,5 5 0</inkml:trace>
  <inkml:trace contextRef="#ctx0" brushRef="#br0" timeOffset="32">17742 13342 8912,'-11'9'0,"-1"-3"0,-1-4 0,5-4 0,2-4 0,5-5 0,1-4 0,1 3 0,3 1 0,4-3 0,1-1 0,-3 0 0,6 3 0,-3-3 0,5 6 0,-3-1 0,1-3 0,5 7 0,0 2 0,0-6 0,2 9 0,2-5 0,2 4 0,8 2 0,-4 8 0,7 3 0,0 4 0,1 10 0,-6 4 0,-3 9 0,-1 2 0,-9 8 0,-3-2 0,-11 9 0,-10 2 0,-11 8 0,-21-2 0,-4-1 0,-8-1 0,1-2 0,-1-2 0,0-5 0,1-1 0,7-7 0,2-4 0,9-11 0,5-6 0,3-4 0,7-2 0,9-7 0,1-10 0,8-10 0,0-9 0,0-4 0,0-3 0,0-9 0,0 1 0,8-8 0,-2 0 0,9-6 0,4 2 0,2 8 0,-2-2 0,2 4 0,2 1 0,6 10 0,-6 8 0,7 0 0,-1 17 0,11 0 0,-2 15 0,6 16 0,-1 7 0,-3-2 0,0 14 0,0-6 0,-2 0 0,-3-2 0,-5-8 0,-3-1 0,-2-5 0,5-3 0,-10-10 0,3-3 0,-4-6 0,-8-4 0,1-2 0,-1 0 0,14-16 0,2-3 0</inkml:trace>
  <inkml:trace contextRef="#ctx0" brushRef="#br0" timeOffset="33">18809 13720 8912,'-9'-8'0,"-1"7"0,6-7 0,-2 0 0,1 6 0,5-5 0,0 9 0,0 3 0,0 5 0,0-1 0,0-1 0,0 0 0,0-6 0,0 5 0,0-7 0,0 0 0,-8 0 0,4 0 0,-7 0 0,7 0 0,-9 2 0,7 4 0,0-2 0,6 7 0,-8 1 0,6 5 0,-5 0 0,7-7 0,0 5 0,2-15 0,3 0 0,-3 0 0,21-23 0,-4 4 0</inkml:trace>
  <inkml:trace contextRef="#ctx0" brushRef="#br0" timeOffset="34">19979 13101 8912,'0'-17'0,"-2"6"0,-3-1 0,-7-1 0,3 5 0,-1 0 0,2 1 0,3 7 0,5 0 0,0 11 0,0 10 0,0 14 0,0 10 0,0 5 0,0 2 0,5 5 0,3 2 0,2 2 0,-5-3 0,5 3 0,-2 0 0,-5 0 0,-1-6 0,4-1 0,0-10 0,-2-2 0,-3-10 0,-1-1 0,0-8 0,0-8 0,0-11 0,0-15 0,0-12 0,16-16 0,3-5 0</inkml:trace>
  <inkml:trace contextRef="#ctx0" brushRef="#br0" timeOffset="35">20427 12964 8912,'-18'0'0,"9"0"0,-6 0 0,13 7 0,-4 5 0,4 3 0,2 17 0,0 9 0,8 6 0,1 14 0,8 8 0,1 2-160,-1 9 0,0-7 160,0 1 0,-5-5 0,-1-6 0,-5-8 0,5-14 0,-7-9 0,4-15 0,-8 0 0</inkml:trace>
  <inkml:trace contextRef="#ctx0" brushRef="#br0" timeOffset="36">20014 13634 8912,'17'0'0,"2"-2"0,4-3 0,-4-5 0,12-7 0,-8 0 0,9-1 0,3 1 0,1-6 0,10 0 0,-2 0 0,2 6 0,3 0 0,-5 0 0</inkml:trace>
  <inkml:trace contextRef="#ctx0" brushRef="#br0" timeOffset="37">20736 13462 8912,'12'-7'0,"-3"-5"0,1-3 0,0-2 0,-7-1 0,13 1 0,-5 0 0,4 0 0,3 0 0,5-1 0,0 1 0,1 2 0,-1 4 0,-3 5 0,2 12 0,-10 3 0,-4 16 0,-8 4 0,-8 5 0,-4 6 0,-5-4 0,-4 5 0,-2-5 0,-7-2 0,11 1 0,-4-1 0,3 0 0,3-7 0,6-8 0,1-7 0,3 1 0,1-5 0,6-1 0,8-7 0,9-2 0,11-3 0,5-7 0,1-3 0,6 5 0,3 3 0,1-1 0,-6 6 0,2-4 0,-11 10 0,-6 2 0,-12 15 0,-3-10 0,-8 14 0,0 0 0,-16 2 0,-5 7 0,-19 1 0,-6-1 0,-3 0 0,-3 1 0,0-3 0,1-3 0,7 3 0,2-12 0,7 1 0,1-8 0,7-5 0,2-8 0,8-8 0,0-2 0</inkml:trace>
  <inkml:trace contextRef="#ctx0" brushRef="#br0" timeOffset="38">22922 13479 8912,'11'-5'0,"-1"-3"0,-2-1 0,-5-5 0,-1-1 0,-2-2 0,0 5 0,-2 1 0,-3-3 0,-5 5 0,-7-1 0,-2 3 0,-4 3 0,2 2 0,-8 2 0,6 13 0,-5 6 0,-1 8 0,0 9 0,1 8 0,5 6 0,-6 2 0,8-1 0,-4 1 0,8-1 0,7-1 0,4-4 0,5-6 0,1-11 0,1-12 0,7-11 0,9-5 0,8-8 0,10-7 0,-1-12 0,0-9 0,9-18 0,-13 7 0,5-13 0,-3 0 0,-7 5 0,-2-5 0,-6 0 0,-5-4 0,-5 3 0,-7 3 0,0 11 0,-7 4 0,-3 23 0,-7 11 0,7 33 0,4 15 0,5 10 0,1 7 0,0 4 0,1 6 0,5-4 0,4 4 0,1-13 0,1 3 0,-1 2 0,6-1 0,1-9 0,-1-11 0,0-7 0,0-6 0,0-10 0,3-3 0,2-7 0,-2-10 0,4-13 0,-6-16 0,-1-10 0</inkml:trace>
  <inkml:trace contextRef="#ctx0" brushRef="#br0" timeOffset="39">23301 13531 8912,'-10'0'0,"-5"6"0,3-1 0,-3 9 0,5-5 0,-3 9 0,7 1 0,2 4 0,3-4 0,1 7 0,0-3 0,5-2 0,1 8 0,7-6 0,-1 6 0,-3-8 0,3 2 0,-3-10 0,5-4 0,-3-1 0,1 6 0,-1-13 0,1 3 0,1-8 0,2-5 0,3-8 0,-1-2 0,0-4 0,-7-4 0,5-2 0,-6 2 0,1 3 0,0 1 0,-5 6 0,-3-1 0,4 1 0,-4 8 0,5 1 0,-5 16 0,12 3 0,-8 12 0,-3 6 0,5 9 0,-2 2 0,7 6 0,-1-6 0,3 0 0,2-7 0,0-5 0,1-5 0,-1-4 0,8-9 0,1-6 0,1-8 0,6-13 0,-9-10 0,5-8 0,-6 1 0,4 0 0,-10-1 0,2 1 0,-5 0 0,-11-1 0,5 1 0,-10 1 0,-4 5 0,-5 5 0,-10 11 0,-4 6 0,-2 5 0,6 1 0,-4 15 0,8 8 0,0 7 0,0 5 0,1 1 0,5 4 0,5 6 0,4-4 0,4 6 0,4-8 0,5-2 0,12-2 0,6-15 0,13-5 0,10-7 0,-1-3 0,18-16 0,-4-7 0,2-9 0,-2-22 0,-13-6 0</inkml:trace>
  <inkml:trace contextRef="#ctx0" brushRef="#br0" timeOffset="40">25125 13583 8912,'-10'7'0,"1"-5"0,3 6 0,-6-2 0,-1 1 0,0 3 0,1 3 0,3 2 0,-3 3 0,4 6 0,8 5 0,0 2 0,0-3 0,2 5 0,4-5 0,0-1 0,9-2 0,4-6 0,2 0 0,-2-13 0,4-2 0,-4-10 0,4-5 0,-4-7 0,-1-5 0,-1-3 0,-2-9 0,-3 1 0,-7 0 0,-3-1 0,-2 1 0,-7 1 0,-5 5 0,-11-5 0,4 14 0,-4-4 0,-2 12 0,2 5 0,0 4 0,6 4 0,0 4 0,7 3 0,3 10 0,7 4 0,0-4 0,0 6 0</inkml:trace>
  <inkml:trace contextRef="#ctx0" brushRef="#br0" timeOffset="41">25503 13686 8912,'-9'0'0,"1"0"0,8 0 0,0 0 0,0 7 0,0 5 0,0-3 0,0 3 0,0-8 0,0 11 0,0-4 0,2-1 0,4 1 0,-4-7 0,5 4 0,-7-8 0,6-8 0,0-3 0,7-10 0,-1-2 0,-3-8 0,3 3 0,-3-5 0,3-1 0,3-1 0,-4 1 0,5 0 0,1 7 0,0 4 0,-5 6 0,-1 5 0,1 5 0,5 9 0,0 5 0,0 10 0,-7 16 0,5 5 0,-3 8 0,3-2 0,0 4 0,-3-3 0,3 1 0,-6-2 0,9-4 0,-1-11 0,0 4 0,0-7 0</inkml:trace>
  <inkml:trace contextRef="#ctx0" brushRef="#br0" timeOffset="42">26949 13256 8912,'-19'9'0,"-2"-3"0,-2-4 0,0-2 0,6 0 0,-1 8 0,7 3 0,1 10 0,3 6 0,3 4 0,2 5 0,10 10 0,-1-2 0,5 7 0,3-5 0,-4 0 0,5-8 0,1 2 0,0-3 0,0-5 0,1-3 0,-9-5 0,1-8 0,-5-5 0,-3-3 0,6-8 0,-8 0 0,0-15 0,0-5 0</inkml:trace>
  <inkml:trace contextRef="#ctx0" brushRef="#br0" timeOffset="43">26691 13222 8912,'-8'-18'0,"-2"1"0,-5 0 0,4 0 0,-5 0 0,14-1 0,-3 1 0,5 0 0,5 0 0,9 0 0,15-1 0,11 1 0,15-8 0,4 6 0,6-2 0,-1 8 0,-9 0 0,2 7 0,-5 2 0,-6 2 0,-12 10 0,-5 1 0,-12 8 0,-3 8 0,-14 4 0,-16 3 0,-3 3 0</inkml:trace>
  <inkml:trace contextRef="#ctx0" brushRef="#br0" timeOffset="44">26622 13651 8912,'0'18'0,"0"-9"0,0-1 0,9-24 0,7-6 0,5-9 0,9-3 0,5-1 0,11 1 0,3 1 0,3 3 0,0 1 0,-1 8 0,-1-4 0,-4 8 0,4-8 0,-7-2 0</inkml:trace>
  <inkml:trace contextRef="#ctx0" brushRef="#br0" timeOffset="45">27293 13428 8912,'17'9'0,"-5"-1"0,-1-8 0,-5 0 0,5 0 0,-7 8 0,11-6 0,-3 3 0,1 5 0,-1 1 0,3-1 0,-3 1 0,-5 1 0,-1 5 0,-4 8 0,-2-6 0,0 4 0,0-4 0,0-2 0,0 0 0,0 1 0,0-9 0,0-1 0,7-24 0,5 3 0,11-16 0,-2 1 0,8-7 0,-1 9 0,7-5 0,-3 6 0,-3-1 0,1 6 0,-7 3 0,0 2 0,-5 9 0,-1 0 0,0 6 0,-6 8 0,-1 4 0,-2 5 0,-4 6 0,-3-4 0,1 11 0,2-7 0,2-2 0,0-2 0,-6-1 0,2-1 0,3 0 0,-3 0 0,8-7 0,-5-5 0,5-3 0,2-2 0,-1-2 0,2-3 0,3-5 0,1-15 0,0-1 0</inkml:trace>
  <inkml:trace contextRef="#ctx0" brushRef="#br0" timeOffset="46">27912 12998 8912,'-26'17'0,"3"-2"0,4-3 0,-6-4 0,6-1 0,-4 5 0,4 3 0,1 2 0,9-5 0,3-1 0,4 1 0,2 5 0,4-2 0,7-4 0,3 3 0,15-8 0,-3-1 0,3-5 0,-2-5 0,-4-1 0,-10-8 0,4 3 0,-9-4 0,2-2 0,-3-1 0,-1 1 0,-12-6 0,0 0 0,-7 6 0,0 6 0,-8-3 0,1 7 0,-4-1 0,6 8 0,1 0 0,8 0 0,-7 15 0,7 4 0</inkml:trace>
  <inkml:trace contextRef="#ctx0" brushRef="#br0" timeOffset="47">28601 13497 8912,'-17'-18'0,"-1"1"0,-5 0 0,-1 0 0,-3 0 0,4 5 0,-6 1 0,8 7 0,-11-9 0,3 7 0,2 8 0,0 11 0,3 8 0,1 6 0,5 7 0,1 1 0,8 1 0,3 4 0,4-9 0,2 3 0,8-5 0,1-1 0,1-5 0,5-11 0,-3-7 0,5-3 0,6-2 0,-4-7 0,11-5 0,-5-13 0,2-9 0,2-2 0,5-10 0,-7 0 0,-4-6 0,2-1 0,-2-4 0,-2 1 0,-10-7 0,4 0 0,-13 8 0,4 7 0,-4 10 0,-2 7 0,0 14 0,0 7 0,0 10 0,0 18 0,0 12 0,0 8 0,-2 12 0,-4 7 0,4 6 0,-3-5 0,3-1 0,2-5 0,0-3 0,0-3 0,7 2 0,5-8 0,9-6 0,2-5 0,8-16 0,-3-1 0,5-8 0,9-12 0,2-1 0</inkml:trace>
  <inkml:trace contextRef="#ctx0" brushRef="#br0" timeOffset="48">29151 13342 8912,'-17'-17'0,"0"-1"0,0 1 0,-6 6 0,0-1 0,-2 9 0,2-3 0,-6 4 0,5 10 0,1 3 0,4 12 0,-1 4 0,1 7 0,2 0 0,-2 7 0,13-1 0,1 0 0,5-6 0,0-1 0,0-5 0,0-3 0,0-8 0,7-7 0,5-2 0,11-8 0,-2 0 0,7 0 0,-5-10 0,6-7 0,-2-2 0,1-10 0,3 0 0,-6-5 0,2 0 0,-6 5 0,2 0 0,-4 1 0,-8-7 0,-1 3 0,-3 3 0,1 4 0,-2 8 0,-4 0 0,5 7 0,-7 3 0,0 9 0,0 5 0,0 10 0,0 3 0,0 8 0,0-1 0,0 4 0,0-3 0,0 1 0,2-2 0,4-4 0,5-4 0,-3-10 0,7 6 0,-3-5 0,3 0 0,2-3 0,1-7 0,-7-2 0,1-3 0,-1-5 0,6-9 0,-1-2 0,-5-2 0,4-8 0,-11 10 0,6-7 0,-3-3 0,7 6 0,-10 0 0,5 6 0,-1-4 0,5 12 0,-11-12 0,13 21 0,-13-4 0,4 12 0,-4-2 0,-2 7 0,0 1 0,0 5 0,0 0 0,0 0 0,0 1 0,0-1 0,0 0 0,0 0 0,0 0 0,0 1 0,0-1 0,0 0 0,0 6 0,2 4 0,4 5 0,-5 1 0,5 13 0,-4-8 0,-2 17 0,0-3 0,0 5 0,0 0 0,-6-3 0,1 3 0,-9 2 0,3-1 0,-5-9 0,-1-10 0,0-9 0,0-5 0,0-10 0,-1-3 0,1-7 0,8-3 0,-5-17 0,9-8 0,-1-7 0,6-5 0,2-9 0,3-7 0,5-1 0,7-5 0,8-1 0,4 7 0,-2-5 0,1 11 0,3 1 0,9-2-101,4 0 0,8-6 0,-1 1 0</inkml:trace>
  <inkml:trace contextRef="#ctx0" brushRef="#br0" timeOffset="49">29358 13325 8912,'-8'9'0,"5"-1"0,-9-8 0,8-2 0,-2-4 0,5 2 0,1-7 0,0 9 0,0 2 0,0 2 0,1 8 0,3-1 0,2 1 0,7-7 0,-11 13 0,6-7 0,-2 3 0,-1-1 0,1 1 0,2-3 0,-4 5 0,7-9 0,-7 1 0,11-8 0,-5-4 0,-1-5 0,7-12 0,-5-6 0,4-3 0,3-3 0,-7 7 0,1-1 0,-1 8 0,1-2 0,-1 12 0,1 18 0,-1 14 0,0 20 0,3 4 0,-5 7 0,3 5 0,-1-3 0,7 3 0,-1-3 0,0-10 0,0-2 0</inkml:trace>
  <inkml:trace contextRef="#ctx0" brushRef="#br0" timeOffset="50">30442 12929 8912,'8'0'0,"-8"0"0,-8 0 0,-9 0 0,-2 2 0,-2 2 0,-2 4 0,2 1 0,2 8 0,1 6 0,1-2 0,6 6 0,-1 4 0,1 7 0,1 8 0,-3 5 0,5 8 0,-1 10 0,5 2 0,-4 7 0,2 1 0,1-1 0,-1 2 0,6-7 0,0-8 0,0-10 0,2-7 0,4-16 0,7-3 0,8-6 0,-2-12 0,14-3 0,-5-10 0,5-4 0,1-3 0,1-24 0,-1-3 0</inkml:trace>
  <inkml:trace contextRef="#ctx0" brushRef="#br0" timeOffset="51">30649 13290 8912,'0'10'0,"0"-3"0,0 1 0,0 2 0,0 7 0,5 2 0,1 4 0,8 4 0,-11 7 0,9 2 0,1 4 0,2 4 0,3 8 0,-7-8 0,1-4 0,-1-4 0,6-1 0,-1-3 0,-5-3 0,4-12 0,-7-11 0,4-12 0,10-11 0,-2-10 0</inkml:trace>
  <inkml:trace contextRef="#ctx0" brushRef="#br0" timeOffset="52">31027 13170 8912,'17'15'0,"1"-3"0,-9 5 0,-3 0 0,-4 2 0,-2 10 0,0-1 0,0 7 0,0-1 0,0 6 0,0 1 0,0 1 0,2-4 0,4 2 0,-5-8 0,15 1 0,-5-5 0,4-3 0,3-4 0,-1-7 0,0-7 0,0-7 0,1 0 0</inkml:trace>
  <inkml:trace contextRef="#ctx0" brushRef="#br0" timeOffset="53">31612 12998 8912,'6'-11'0,"0"-1"0,-2-1 0,-2-3 0,-2-1 0,0 8 0,0 1 0,0 10 0,0 6 0,0 9 0,-2 11 0,-4 11 0,4 12 0,-4 12 0,4 6 0,0 6 0,-3 5 0,3 4 0,-4 2 0,-4 0 0,9-8 0,-5-3 0,2-7 0,0-5 0,-2-5 0,1-12 0,5-4 0,0-10 0,0-3 0,0-12 0,7-9 0,5-12 0,3-8 0,2-7 0,1-30 0,-1-5 0</inkml:trace>
  <inkml:trace contextRef="#ctx0" brushRef="#br0" timeOffset="54">31974 13153 8912,'15'17'0,"-2"-2"0,-1-3 0,-8 3 0,1-4 0,-3 12 0,-2-2 0,0 10 0,0 5 0,0 1 0,0 6 0,0 0 0,0-5 0,0-2 0,0-2 0,0 1 0,0-1 0,8-7 0,-4-10 0,7-11 0,1-4 0,5-2 0</inkml:trace>
  <inkml:trace contextRef="#ctx0" brushRef="#br0" timeOffset="55">32352 13101 8912,'0'17'0,"0"-7"0,0 5 0,0-3 0,0-3 0,0 3 0,-7-9 0,5 13 0,-4-5 0,4 5 0,-6 1 0,7 2 0,-5 4 0,4-8 0,2 8 0,0-13 0,0 7 0,8-6 0,3 1 0,-1 1 0,1-7 0,2-2 0,3-3 0,1-1 0,0 0 0,0 0 0,1 0 0,-1 0 0,0 0 0,0 0 0,2 0 0,2 2 0,2 4 0,-7-4 0,-1 13 0,-7-5 0,3 7 0,-5 0 0,-4 0 0,-2 1 0,-2-1 0,-4 0 0,-4 0 0,-7 0 0,0 1 0,0-9 0,-2-3 0,-4-4 0,-4-2 0,-7 0 0</inkml:trace>
  <inkml:trace contextRef="#ctx0" brushRef="#br0" timeOffset="56">32352 13084 8912,'18'10'0,"1"-5"0,4-10 0,3-5 0,9-7 0,7-6 0,4 0 0,2-6 0,-1 6 0,-1 2 0,2 2 0,0 8 0,-2-1 0,11-7 0,-3-8 0</inkml:trace>
  <inkml:trace contextRef="#ctx0" brushRef="#br0" timeOffset="57">32765 12242 8912,'37'9'0,"1"-3"0,2-4 0,2-2 0,-2 2 0,6 3 0,4 9 0,1 7 0,-1 15 0,-4 16 0,-11 24-916,-22-29 0,-4 3 916,-2 4 0,-2 1 0,0 11 0,-2 2 0,-4 1 0,-2 0 0,-2 0 0,-2 1 0,-1 1 0,-3-1 0,-5 2 0,-2 0 0,1-2 0,-1-1 0,1 1 0,0 0 0,0-6 0,-1 0 0,1 1 0,0 0 0,0-9 0,0-2 0,0-3 0,-1-2 0,-16 39 0</inkml:trace>
  <inkml:trace contextRef="#ctx0" brushRef="#br0" timeOffset="58">14817 5846 8912,'0'-10'0,"5"-5"0,1 3 0,-4-1 0,-6 2 0,-5 3 0,-9 10 0,-1 4 0,-4 5 0,4 6 0,-6 6 0,1 6 0,-5 3 0,2 12 0,0 6 0,1 9 0,-1 8 0,6 4 0,-2 11 0,4-2 0,1 2 0,9-5 0,1-3 0,8-11 0,4-7 0,8-9 0,-1-7 0,12-11 0,4-12 0,1-11 0,7-6 0,5-6 0,-2-11 0,8-12 0,4-11 0,1-6 0,5-3 0,-12-3 0</inkml:trace>
  <inkml:trace contextRef="#ctx0" brushRef="#br0" timeOffset="59">15453 6052 8912,'-11'0'0,"-1"0"0,-1 0 0,-2 0 0,-2 0 0,-1 0 0,-1 2 0,-4 4 0,-3 13 0,-9 13 0,1 6 0,-1 12 0,3 2 0,3 9 0,6 6 0,6 0 0,5-4 0,7-6 0,10-11 0,13-4 0,8-17 0,9-8 0,-1-10 0,8-5 0,-3-5 0,6-9 0,1-1 0,6-16 0,-8-7 0,-4-10 0,-4-4 0,-1-1 0</inkml:trace>
  <inkml:trace contextRef="#ctx0" brushRef="#br0" timeOffset="60">15798 5863 8912,'-18'-8'0,"7"6"0,-1-3 0,9-5 0,-5 18 0,8 3 0,0 12 0,0 11 0,0 8 0,0 4 0,0 12 0,0 1 0,0 4 0,-6 2 0,0-8 0,1 2 0,5-1 0,0-12 0,0-1 0,0-8 0,0-9 0,0-9 0,0-7 0,0-8 0,0-4 0,2-12 0,3-11 0,7-5 0,3-5 0,4-1 0,4-1 0,-4-5 0,4 0 0,2 0 0,-2 6 0,0 7 0,-6 2 0,0 8 0,1 7 0,-1 5 0,0 3 0,0 2 0,-5 9 0,-1 8 0,-1 8 0,3 10 0,-1-1 0,-9 0 0,13-1 0,-5-4 0,6 1 0,6-7 0,-3 0 0,4-13 0,-6-3 0</inkml:trace>
  <inkml:trace contextRef="#ctx0" brushRef="#br0" timeOffset="61">16813 5932 8912,'0'-12'0,"0"1"0,0 5 0,0-5 0,0 7 0,0-2 0,0 14 0,0 9 0,0 10 0,0 13 0,0 6 0,0 5 0,0 6 0,0 6 0,0 4 0,0 2 0,-6-2 0,0-4 0,3-6 0,-7-3 0,6-10 0,-5-6 0,1-8 0,4-7 0,4-11 0,6-10 0,5-12 0,5-1 0,9-29 0,1 3 0</inkml:trace>
  <inkml:trace contextRef="#ctx0" brushRef="#br0" timeOffset="62">17346 6035 8912,'18'-10'0,"-3"-5"0,-4 3 0,-5-3 0,-4-2 0,-2 0 0,-8 2 0,-3 3 0,-4 4 0,-3 8 0,1 0 0,0 0 0,0 0 0,-2 2 0,-4 4 0,4 4 0,-4 9 0,9 2 0,3 2 0,-1 0 0,1 0 0,1-1 0,3-1 0,1 6 0,6-8 0,0 4 0,0-4 0,0-1 0,7-9 0,3-1 0,9-10 0,4-4 0,-4-3 0,6-9 0,-2 1 0,0 0 0,0 0 0,-6 7 0,0 4 0,1-3 0,-1 9 0,0 0 0,-7 9 0,-5 14 0,-3 6 0,-2 4 0,0 1 0,-7 8 0,3-4 0,-8 8 0,1-2 0,-6 2 0,-1 0 0,1-10 0,0-4 0,7-9 0,1 8 0,3-8 0,4 0 0,-5-12 0,7 1 0,0-9 0,1 5 0,3-10 0,2-4 0,7 3 0,-1-9 0,3-7 0,2-10 0,8-3 0,2-2 0</inkml:trace>
  <inkml:trace contextRef="#ctx0" brushRef="#br0" timeOffset="63">18448 6035 8912,'-12'0'0,"1"-2"0,-3-4 0,5 4 0,-1-5 0,1 1 0,-1 0 0,6 0 0,-3 14 0,7 4 0,0 5 0,0 6 0,2 3 0,1 9 0,3-1 0,8 1 0,-11-3 0,9-1 0,1-3 0,2-1 0,1 2 0,-3-6 0,-1-4 0,-1-10 0,6 1 0,1-5 0,-1-5 0,0 0 0,0-7 0,0-10 0,2-8 0,4-4 0,-3-3 0,3-5 0,-4-3 0,-10 4 0,6-4 0,-5 9 0,0 3 0,-3 7 0,-5 3 0,4 13 0,-4 3 0,5 2 0,-12 15 0,-1 8 0,2 8 0,-3 3 0,-1 0 0,-2 1 0,6-1 0,-5-1 0,3-5 0,4 3 0,-3-8 0,-3 0 0,2-6 0,0 0 0,6-7 0,0-5 0,0-10 0,2-7 0,4-11 0,6 0 0,10-11 0,0 3 0,6-9 0,3 4 0,-4 2 0,1-1 0,1 1 0,-2-1 0,5 9 0,-11 7 0,8 7 0,-8 8 0,2-1 0,-4 5 0,-4 5 0,-3 7 0,3 3 0,-13 10 0,4 3 0,-4-1 0,-2 2 0,0-2 0,0 1 0,0 3 0,0-8 0,-6 0 0,0-6 0,-7-2 0,1-3 0,-3 3 0,-2-6 0</inkml:trace>
  <inkml:trace contextRef="#ctx0" brushRef="#br0" timeOffset="64">18637 5502 8912,'-17'0'0,"-2"0"0,-4 0 0,2 0 0,-6 0 0,2 0 0,2 7 0,6 3 0,2 7 0,3 0 0,-1 1 0,7-1 0,2 0 0,2 0 0,10 0 0,3-5 0,12-3 0,6-1 0,-4-2 0,5-6 0,-7-2 0,-2-4 0,-9-3 0,-4-3 0,-8 1 0,0-3 0,0 7 0,-8-7 0,-4 9 0,-9-3 0,-2 2 0,-5 4 0,5-4 0,-6 6 0,6 6 0,-5-2 0,5 8 0,2 1 0,9 2 0,-3 10 0,5 2 0</inkml:trace>
  <inkml:trace contextRef="#ctx0" brushRef="#br0" timeOffset="65">19842 5760 8912,'-8'9'0,"-4"-3"0,3 4 0,-3 1 0,3 6 0,-4 6 0,1 6 0,1 7 0,-7 8 0,1 8 0,8 9 0,3-2 0,4 0 0,2 0 0,0-3 0,13-5 0,5-5 0,8-11 0,-1-14 0,2-8 0,2-5 0,5-8 0,0 0 0,1 0 0,-1-8 0,1-3 0,-1-3 0,1 3 0,-7-5 0,-1 5 0,-2-4 0,-4 3 0,-8 3 0,-1 1 0,1 4 0,-5-5 0,-1 7 0,-7-6 0,0 0 0,0-1 0</inkml:trace>
  <inkml:trace contextRef="#ctx0" brushRef="#br0" timeOffset="66">20582 5897 8912,'-18'0'0,"1"0"0,8-7 0,-7 7 0,5 0 0,3 15 0,-1 14 0,5 11 0,-2 6 0,0 3 0,6 3 0,-2-1 0,-3 1 0,3-1 0,-6-1 0,8-2 0,0-2 0,0-8 0,0-4 0,0-11 0,0-4 0,-8-9 0,-1-2 0</inkml:trace>
  <inkml:trace contextRef="#ctx0" brushRef="#br0" timeOffset="67">20289 5949 8912,'-10'-17'0,"5"-1"0,3 7 0,2 0 0,2 5 0,5-4 0,11 3 0,14 1 0,6 6 0,8 0 0,0 2 0,6 2 0,-1 1 0,9 9 0,-1-5 0,4 10 0,-6 4 0,-9-2 0,-4 6 0,-4 0 0,-7 0 0,-6 1 0,-18 1 0,-3-1 0,-16 1 0,-13 6 0,-7-1 0,-22 0 0,2 1 0,-13-1 0,6 2 0,-4 3 0,2 1 0,1 0 0,8-6 0,5 1 0,-3-1 0,8 0 0,9-7 0,14-4 0,0-12 0,7-3 0</inkml:trace>
  <inkml:trace contextRef="#ctx0" brushRef="#br0" timeOffset="68">21975 5725 8912,'-5'-17'0,"-3"2"0,0 1 0,-1 5 0,-1 1 0,-1 3 0,-8 5 0,-4 0 0,-4 1 0,-9 5 0,-3 8 0,-3 7 0,-2 7 0,0 1 0,-1 3 0,4 5 0,5-1 0,9 0 0,4-1 0,10-7 0,3-1 0,5-2 0,7-4 0,13-2 0,8-8 0,9-1 0,5-2 0,1-3 0,-2-5 0,2 2 0,3 4 0,-1-4 0,-6 6 0,1-7 0,-1 5 0,-7-4 0,3 8 0,-7-7 0,-2 3 0,-3 8 0,-7-3 0,-3 4 0,-16 1 0,-7-3 0,-12-2 0,-9 1 0,-12 11 0,-4 0 0,6 5 0,-5-5 0,1 0 0,12-4 0,5 4 0,1-4 0,9 4 0,6-11 0,5-6 0,8-5 0,-3-1 0</inkml:trace>
  <inkml:trace contextRef="#ctx0" brushRef="#br0" timeOffset="69">22199 5072 8912,'0'-11'0,"0"-1"0,0 1 0,2 3 0,4 8 0,3 19 0,11 25 0,2 23 0,-8-21 0,-1 3 0,4 14 0,1 2 0,-2 8 0,0 1 0,0 7 0,-3 1 0,-3 1 0,-3 0 0,-4-3 0,-2-1-878,-2-7 0,-2-1 878,-4-8 0,-3-2 0,-3-9 0,-3-3 0,-24 35 0,-8-15 0,-7-15 0,1-9 92,-3-4 0,1 1-92,-1 3 0,0 1 0,-1 0 0,9 8 0</inkml:trace>
  <inkml:trace contextRef="#ctx0" brushRef="#br0" timeOffset="70">17553 16007 8912,'0'-17'0,"0"5"0,0 1 0,0-3 0,7 5 0,5-3 0,3 8 0,2-1 0,1 3 0,-1-4 0,0 0 0,0 3 0,1 1 0,-1 2 0,0 0 0,0 0 0,-7 0 0,3 7 0,-7 5 0,0 3 0,-6 2 0,-2 0 0,-4 1 0,-4 6 0,-7 3 0,0 6 0,0-5 0,0 5 0,-5-12 0,3 6 0,4-3 0,2-1 0,1-5 0,1-1 0,7 0 0,-2 0 0,6-7 0,8-3 0,9-1 0,10 0 0,5-1 0,5-5 0,3 0 0,4 0 0,7 6 0,-1 2 0,-4 1 0,-4 3 0,-8 5 0,-1 2 0,-4 4 0,-4-4 0,-16 12 0,-3-8 0,-12 5 0,-5-5 0,-14 6 0,-8-6 0,-7-2 0,-4-2 0,-2-2 0,-5 0 0,-1 1 0,8-3 0,4-4 0,11 5 0,4-15 0,8 5 0,0-4 0,7-4 0,7-2 0,8-3 0,12-3 0,1-1 0,8-12 0,-3 0 0,4-8 0,8 5 0</inkml:trace>
  <inkml:trace contextRef="#ctx0" brushRef="#br0" timeOffset="71">18551 16230 8912,'17'19'0,"-7"-3"0,-3-16 0,-7 0 0,-7 0 0,5 0 0,-6 0 0,8 0 0,0 0 0,0-8 0,0-1 0,0-9 0,0 1 0,0 8 0,0-7 0,0 16 0,0 0 0,-15 0 0,-4 8 0</inkml:trace>
  <inkml:trace contextRef="#ctx0" brushRef="#br0" timeOffset="72">20065 15783 8912,'-2'10'0,"-3"-4"0,-5-5 0,-7-1 0,0 0 0,-1 0 0,1 0 0,0 0 0,2 2 0,1 4 0,3 6 0,1 3 0,-1 4 0,7 4 0,8 6 0,13 5 0,16 6 0,11 6 0,9-4 0,16-2 0,7-4 0,3-9 0,7-4 0,0-4 0,-10-11 0,-7-8 0,-10-10 0,-13-5 0,-4-10 0,-9-4 0,-4-3 0,-5-2 0,-8-1 0,-5-1 0,-5-4 0,-4-4 0,-4-2 0,-6 2 0,-9 2 0,-8 2 0,-17 6 0,-4-1 0,2 3 0,-2 3 0,-5 10 0,-7 7 0,1 9 0,5-3 0,9 4 0,2 2 0,5 0 0,9 8 0,4 1 0,12 8 0,5 1 0,4-1 0,10 8 0,5 1 0,8 1 0,6 6 0,7-14 0,1 5 0,-1-6 0</inkml:trace>
  <inkml:trace contextRef="#ctx0" brushRef="#br0" timeOffset="73">20496 15921 8912,'-27'0'0,"-6"0"0,14 0 0,-4 0 0,4 0 0,8-6 0,-1 0 0,8 1 0,-3 5 0,9 3 0,3 9 0,5 7 0,9 15 0,2 1 0,2-1 0,8 8 0,-10 0 0,5 4 0,-1-6 0,-2-3 0,0-3 0,0 0 0,-2 1 0,-2-9 0,-4-1 0,-1-8 0,-3 1 0,-7-9 0,4-1 0</inkml:trace>
  <inkml:trace contextRef="#ctx0" brushRef="#br0" timeOffset="74">20926 15783 8912,'-6'-17'0,"0"0"0,1 5 0,5 1 0,7 1 0,7-3 0,7 2 0,5 1 0,9-3 0,-1 1 0,8 8 0,-5-3 0,5 7 0,0 0 0,-14 0 0,11 7 0,-18 5 0,-6 3 0,2 2 0,-15 6 0,4 0 0,-4-2 0,-2-2 0,-8-2 0,-3 1 0,-5-1 0,5-6 0,-1 1 0,9-8 0,-5 5 0,8-3 0,0-4 0,2 5 0,4-5 0,5 4 0,4-4 0,3 11 0,-1-5 0,0 2 0,-7 1 0,3 6 0,-7 0 0,-3 1 0,-1-1 0,-2 0 0,-2 2 0,-3 4 0,-7 2 0,-11 4 0,-3-3 0,-9-3 0,-7-4 0,-10 12 0,-11-8 0,-4-2 0,-3-10 0,-5-5 0,4-4 0,-5-2 0</inkml:trace>
  <inkml:trace contextRef="#ctx0" brushRef="#br0" timeOffset="75">20306 15818 8912,'0'9'0,"0"-1"0,-7-23 0,5 9 0,-4-11 0,4 1 0,2 7 0,-2-3 0,-4-1 0,-3 0 0,-8-1 0,-1 3 0,1 7 0,-8-4 0,-3 12 0,-5 6 0,-1 7 0,-6 6 0,-2 0 0,-1 7 0,1 9 0,-5-3 0,18 6 0,0-8 0,8 1 0,12-9 0,1-1 0,8-8 0</inkml:trace>
  <inkml:trace contextRef="#ctx0" brushRef="#br0" timeOffset="76">22698 15800 8912,'8'-9'0,"-6"-1"0,4 5 0,-5-5 0,-1-7 0,0 0 0,0 0 0,0-1 0,-1 1 0,-3 0 0,-2 0 0,-2 7 0,5 3 0,-3-1 0,-8 6 0,3-4 0,1 12 0,-1 7 0,-3 8 0,5 8 0,-3 11 0,9-4 0,-5 14 0,8-4 0,0-4 0,0-2 0,8-4 0,3-3 0,4-4 0,10-5 0,4-14 0,11-4 0,-4-8 0,5-10 0,-5-11 0,-7-9 0,-1-8 0,-7 2 0,0-6 0,-7 0 0,-9 0 0,-10-2 0,-7 0 0,-13 2 0,-9 2 0,-2 10 0,-10 9 0,0 6 0,-6 5 0,1 4 0,7 12 0,5 6 0,9 7 0,7 12 0,11-1 0,7 5 0,3 1 0,17 1 0,8-1 0,15-7 0,6-4 0,8-12 0,-1-3 0,1-8 0,0 0 0</inkml:trace>
  <inkml:trace contextRef="#ctx0" brushRef="#br0" timeOffset="77">23197 15732 8912,'18'0'0,"-9"0"0,-1 0 0,-8 0 0,0-2 0,0-4 0,0 4 0,0-5 0,0 7 0,0 1 0,0 5 0,0 4 0,0 7 0,-2 0 0,-2 0 0,-2 0 0,1 1 0,5-1 0,-8-8 0,6 7 0,-4-5 0,4-3 0,2-1 0,0-8 0,0-5 0,2-6 0,4-11 0,9-3 0,8-9 0,6 1 0,-4 1 0,1 5 0,-3 3 0,4 10 0,0 1 0,0 3 0,-6 7 0,6 6 0,-6 13 0,2 6 0,-1 10 0,-4 1 0,-1 8 0,6 0 0,0-5 0,0-1 0,-4 1 0,4-1 0,-4-7 0,6-2 0</inkml:trace>
  <inkml:trace contextRef="#ctx0" brushRef="#br0" timeOffset="78">25262 15525 8912,'0'-11'0,"0"-1"0,0-1 0,0-2 0,0-2 0,0-1 0,-2 11 0,-3 7 0,3 7 0,-6 18 0,8 4 0,-6 11 0,1 8 0,1 7 0,0-1 0,0 3 0,-2-2 0,3 3 0,1-7 0,2 1 0,0-8 0,0-10 0,7-7 0,5-4 0,3-14 0,2-9 0,1-15 0,-1-19 0,0-10 0</inkml:trace>
  <inkml:trace contextRef="#ctx0" brushRef="#br0" timeOffset="79">25607 15508 8912,'0'17'0,"0"8"0,0 4 0,0 5 0,0 6 0,0-3 0,0 12 0,1-3 0,5 4 0,4 1 0,7-7 0,0-3 0,0-5 0,1-9 0,-1-6 0,0-8 0,0-5 0,0-24 0,-7-3 0,-2-15 0</inkml:trace>
  <inkml:trace contextRef="#ctx0" brushRef="#br0" timeOffset="80">26088 15096 8912,'0'-10'0,"-2"2"0,-3 8 0,-5 16 0,-7 12 0,-2 28 0,-4 16 0,4 22 0,7-35 0,1 2 0,4 5 0,2 0 0,2 1 0,1 0-330,0-1 1,2 0 0,0 1-1,0 1 330,-1-1 0,2-2 0,2-8 0,1-1 0,1-3 0,2-3 0,8 26 0,2-15 156,1-11 1,-7-10-157,0-11 0,-7-12 0,4-9 0,-8-16 0,-8-9 0,-1-10 0</inkml:trace>
  <inkml:trace contextRef="#ctx0" brushRef="#br0" timeOffset="81">26553 15646 8912,'0'-12'0,"0"1"0,0-3 0,0-1 0,0 4 0,0-1 0,2-1 0,4-2 0,-4 3 0,5 3 0,1 1 0,1-5 0,3 9 0,-1-6 0,3 3 0,1 3 0,4 4 0,2 5 0,2 7 0,0 3 0,-6 2 0,-7 8 0,3 8 0,-7 7 0,0 8 0,-6-3 0,-2-1 0,-4 2 0,-5 2 0,-10 2 0,-2 1 0,-8 1 0,2-1 0,-3 1 0,3-8 0,0-4 0,7-6 0,-7-5 0,14-6 0,-3-12 0,11-12 0,-5-17 0,8-8 0,-1-15 0,3-2 0,7-7 0,1 4 0,2-2 0,-2 8 0,1 0 0,5 6 0,3 7 0,-4 4 0,5 4 0,1 2 0,0 7 0,2 4 0,4 4 0,-2 4 0,8 4 0,0 11 0,5 12 0,0-2 0,1 1 0,1-5 0,2 4 0,3-4 0,-3-8 0,-2 2 0,-1-15 0,-1 4 0,8-12 0,2-3 0</inkml:trace>
  <inkml:trace contextRef="#ctx0" brushRef="#br0" timeOffset="82">27396 15353 8912,'-17'-17'0,"0"0"0,0 8 0,7-1 0,4 4 0,-1 6 0,1 0 0,-2 10 0,4 13 0,-1 9 0,1 12 0,2 4 0,2 15 0,0 6 0,0 5 0,0 1 0,0-7 0,0 1 0,2 0-551,4 0 551,3-8 0,8-11 0,1-16 0,-1-3 0,2-12 0,4-4 0,-4-9 0,4-1 0,-4-18 0,-7 0 0,-1-16 0,2-2 0,-5-1 0,-2-2 0,-4-1 275,-2 1 1,-2 1-276,-4 5 0,-4 3 0,-7 8 0,-6 7 0,0 4 0,-7 6 0,1 6 0,-2 6 0,3 10 0,-5 7 0,5 11 0,3 4 0,-8 8 0,6-1 0</inkml:trace>
  <inkml:trace contextRef="#ctx0" brushRef="#br0" timeOffset="83">29048 15336 8912,'17'0'0,"-1"-2"0,-7-1 0,-9-5 0,-9-2 0,-7 7 0,-1-3 0,0 4 0,0-4 0,0 0 0,-1 3 0,1 1 0,0 2 0,0 0 0,0 0 0,-1 0 0,1 2 0,0 3 0,-2 7 0,-2 13 0,-2 9 0,-6 18 0,4 20 0,-1 18 0,10-38 0,1 3 0,-2 10 0,1 2 0,2 4 0,2 3 0,0 6 0,1 2-253,0 2 0,3-3 0,2-14 0,2-3 253,1-5 0,0-3 0,1 36 0,12-33 0,7-7 0,8-12 0,4-10 0,-1-7 0,1-11 0,11 1 0,2-7 0,2-2 0,-5-18 0,3 3 0,-8-14 0</inkml:trace>
  <inkml:trace contextRef="#ctx0" brushRef="#br0" timeOffset="84">29444 15938 8912,'0'10'0,"0"-3"0,0 1 0,0 3 0,0 7 0,0 4 0,0 13 0,0 11 0,0 3 0,0 5 0,0 3 0,0 6 0,6-4 0,0-1 0,-1-7 0,-5-5 0,0-4 0,0-7 0,-15-16 0,-4-4 0</inkml:trace>
  <inkml:trace contextRef="#ctx0" brushRef="#br0" timeOffset="85">28997 16076 8912,'0'17'0,"0"-6"0,0 1 0,0-8 0,9 1 0,8-10 0,10-5 0,13-7 0,4-8 0,10-4 0,1-9 0,3-2 0,5 0 0,-6 7 0,-1 5 0,-3 3 0,-3 10 0,-4 3 0,-12 4 0,-9 8 0,-8 8 0,0 2 0</inkml:trace>
  <inkml:trace contextRef="#ctx0" brushRef="#br0" timeOffset="86">29857 15990 8912,'10'17'0,"-3"-8"0,-7-1 0,0-8 0,0 0 0,0 8 0,0 3 0,0 10 0,0 2 0,2 8 0,4-3 0,-4 12 0,5-3 0,-5 1 0,4-8 0,-2 3 0,7-6 0,3-1 0,-5-3 0,3-11 0,1-6 0,3-5 0,1-1 0,0-9 0,0-8 0,-7-8 0,5-10 0,-5-1 0,-1-4 0,6-4 0,-13 0 0,4 4 0,-4 4 0,4 9 0,-1 4 0,1 4 0,-6 2 0,0 7 0,0 10 0,0 12 0,0 11 0,6 3 0,2 9 0,1-1 0,1 1 0,3-3 0,-1-1 0,1-3 0,2-7 0,2 2 0,1-4 0,-1-2 0,0-7 0,0-4 0,0-4 0,1-2 0,5-8 0,0-3 0,7-10 0,-1-2 0,-2-8 0,1 2 0,-7-3 0,8-8 0,-10 2 0,-4 5 0,-9 1 0,0 9 0,-6 0 0,-6 8 0,-7 3 0,-8 6 0,-6 4 0,-7 12 0,-1 7 0,1 10 0,5 13 0,0 6 0,10 4 0,2 1 0,0-7 0,15 6 0,-4-4 0,16-6 0,13-6 0,13-3 0,23-14 0,10-8 0,2-7 0,9-9 0,2-11 0,-5-8 0,-3-14 0,-7 1 0,-9-6 0,-12-3 0,-16-10 0,-5-3 0</inkml:trace>
  <inkml:trace contextRef="#ctx0" brushRef="#br0" timeOffset="87">30976 15044 8912,'9'-10'0,"1"3"0,-5 7 0,-1 2 0,8 3 0,-1 22 0,8 21 0,2 21 0,2 21 0,-7-37 0,-1 4 0,-2 13 0,-1 4 0,3 3 0,0 0-486,0 1 0,-1 1 1,-3 5-1,-1 0 486,2-1 0,-1 0 0,-1 9 0,-1-2 0,-3-18 0,-2-1 0,-2 2 0,0-1 0,-3-4 0,-2-2 0,-5-5 0,-3-2 0,-5 2 0,-3-1 0,-2-3 0,-4-2 0,-3-4 0,-3-2 0,-1-3 0,-3-1 0,-3-3 0,0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6T02:53:23.032"/>
    </inkml:context>
    <inkml:brush xml:id="br0">
      <inkml:brushProperty name="height" value="0.053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26346 2940 8912,'10'-2'0,"-4"-4"0,-4-5 0,-2-4 0,0-3 0,-2 9 0,-4 3 0,4 4 0,-11 4 0,7 4 0,0-4 0,6 5 0,0-7 0,0 0 0,-7 0 0,5-7 0,-6 5 0,8-6 0,0 1 0,0 5 0,0-6 0,0 6 0,0-4 0,0 5 0,0-7 0,0 8 0,0 0 0,-8-8 0,7 6 0,-7-5 0,8-1 0,0 6 0,0-6 0,0 8 0,0-1 0,0-5 0,0 4 0,0-6 0,0 8 0,0 0 0,-8 0 0,6 0 0,-5 0 0,7 0 0,0 0 0,0 8 0,-2 1 0,-2 12 0,-4 8 0,-1 15 0,-5 15 0,-1 14 0,-2 21 0,9-43 0,1 1 0,0 3 0,0 0 0,1 2 0,1-1 0,0-3 0,0-3 0,-6 40 0,5-10 0,4-11 0,2-10 0,0-15 0,0-9 0,8-14 0,3-12 0,4-1 0,3-4 0,-1-2 0,0-2 0,0 0 0,0 0 0,1 0 0,-9-8 0,-3-5 0,-4-8 0,-2 1 0,-2-14 0,-4 0 0,-11-8 0,-10-10 0</inkml:trace>
  <inkml:trace contextRef="#ctx0" brushRef="#br0" timeOffset="1">26037 3576 8912,'0'17'0,"-2"-1"0,-4-5 0,4-3 0,-5-8 0,7 0 0,0 0 0,9-8 0,8-3 0,8-7 0,10-3 0,-1-1 0,0-1 0,8 5 0,2 3 0,0 4 0,-2-3 0,-7 9 0,-3 1 0,-3 2 0,4-6 0,-7-1 0</inkml:trace>
  <inkml:trace contextRef="#ctx0" brushRef="#br0" timeOffset="2">26570 3490 8912,'8'10'0,"-6"-1"0,3-3 0,-3-4 0,-2 13 0,0-3 0,0 3 0,-7 10 0,5 2 0,-4 7 0,2 6 0,0 2 0,-1 2 0,-1-6 0,8 10 0,2-8 0,1-2 0,9-9 0,-3-4 0,10-10 0,2-3 0,0-7 0,-6-10 0,3-7 0,1-13 0,2-9 0,-2-10 0,-10-6 0,2-1 0,-7-3 0,-2-3 0,-2 11 0,-2-4 0,0 16 0,-13 2 0,-5 3 0,-5 6 0,0 11 0,4 5 0,-4 7 0,4 7 0,2 5 0,0 9 0,0 2 0,7 0 0,2-6 0,8 0 0</inkml:trace>
  <inkml:trace contextRef="#ctx0" brushRef="#br0" timeOffset="3">27568 3267 8912,'-34'11'0,"-1"1"0,1 1 0,0 2 0,-1 10 0,1 4 0,7 11 0,2 4 0,8 7 0,2 1 0,3 0 0,5-1 0,8-1 0,5-4 0,6-6 0,11-12 0,-4 5 0,13-22 0,-3 1 0,3-8 0,3-8 0,-1-8 0,8 1 0,-3-23 0,5 1 0,-2-5 0,5-10 0,-10 8 0,3-12 0,-4 5 0,-1-11 0,-1-3 0,0 0 0</inkml:trace>
  <inkml:trace contextRef="#ctx0" brushRef="#br0" timeOffset="4">27947 2923 8912,'9'0'0,"-1"0"0,-8 0 0,0 7 0,0 5 0,0 13 0,-2 9 0,-4 10 0,5 13 0,-5 6 0,4 4 0,2 0 0,0-2 0,0-2 0,2-9 0,4-1 0,5-5 0,0-18 0,7-1 0,-5-10 0,10-7 0,-4-12 0,-2-18 0,1-10 0,6-5 0,3-1 0</inkml:trace>
  <inkml:trace contextRef="#ctx0" brushRef="#br0" timeOffset="5">28291 3267 8912,'17'-8'0,"-7"6"0,-3-13 0,-7 13 0,-1-2 0,-5 14 0,-6 7 0,-11 12 0,10-8 0,-4 7 0,3-1 0,-1 4 0,4-3 0,-5-7 0,14 10 0,-3-8 0,3-2 0,2-2 0,0-2 0,0 0 0,2-7 0,3-5 0,7-5 0,3-5 0,2-5 0,1-9 0,-1-4 0,0-6 0,0-3 0,-1-2 0,-5-1 0,4 1 0,-3-1 0,-3 9 0,3 3 0,-8 4 0,1 2 0,-1 1 0,2 5 0,-4 11 0,6 11 0,-8 12 0,0 6 0,0 11 0,0-4 0,0 4 0,5-5 0,1-7 0,7 3 0,-1-8 0,3-2 0,2-4 0,2-5 0,4-7 0,-3-3 0,2-6 0,-8-5 0,-3-8 0,1-4 0,3-4 0,-2-4 0,-1-3 0,-8-3 0,9 1 0,-7-1 0,-2 1 0,5 7 0,-7-3 0,4 7 0,-4 6 0,-2 5 0,0 8 0,0-1 0,0 12 0,0 10 0,0 10 0,0 6 0,0 1 0,0 2 0,0 4 0,0-3 0,0 5 0,0-8 0,0 1 0,0-9 0,2 5 0,2-8 0,1-2 0,1-2 0,-6-2 0,0 0 0,0-7 0,0-2 0,0-10 0,0-4 0,0-6 0,0-18 0,0-6 0</inkml:trace>
  <inkml:trace contextRef="#ctx0" brushRef="#br0" timeOffset="6">29100 2992 8912,'-17'0'0,"-1"0"0,1 0 0,-2 0 0,-4 0 0,4 2 0,-4 3 0,4 7 0,2 3 0,1-2 0,3 3 0,2 3 0,7 9 0,-6-1 0,5 8 0,3-7 0,-4 1 0,4 0 0,2 3 0,0-3 0,0-5 0,0-6 0,0-1 0,0 0 0,0-7 0,8 3 0,3-7 0,4-2 0,3-3 0,-1-1 0,2 0 0,4 0 0,-4 0 0,12 0 0,-8 0 0,-2 0 0,-2 0 0,0 0 0,4 0 0,-4 8 0,-2-4 0,-11 7 0,-4 3 0,-2 1 0,-8 2 0,-3 0 0,-10 3 0,-2 2 0,-8-2 0,4 2 0,0-2 0,3-3 0,1-6 0,0-1 0,2-3 0,2-1 0,1-6 0</inkml:trace>
  <inkml:trace contextRef="#ctx0" brushRef="#br0" timeOffset="7">29375 3112 8912,'0'-17'0,"0"0"0,8 7 0,-6 2 0,5 10 0,-7 4 0,0 5 0,0 14 0,0 10 0,0 1 0,0 10 0,0-2 0,0 2 0,0 1 0,0-5 0,0 2 0,0-5 0,0 1 0,0-4 0,0-4 0,0-3 0,0-4 0,0-8 0</inkml:trace>
  <inkml:trace contextRef="#ctx0" brushRef="#br0" timeOffset="8">29392 2820 8912,'-26'0'0,"1"2"0,8 3 0,-1-3 0,1 4 0,8-2 0,3 2 0,8-3 0,7 7 0,9-2 0,10-3 0,-1-5 0,7 8 0,1 1 0</inkml:trace>
  <inkml:trace contextRef="#ctx0" brushRef="#br0" timeOffset="9">29960 2596 8912,'-17'-17'0,"0"0"0,-2 1 0,-4 5 0,-2 3 0,-4 8 0,4 10 0,8 7 0,0 10 0,2 5 0,1 5 0,3 3 0,-1-4 0,3 14 0,1-4 0,1 3 0,5-3 0,-4 0 0,4 0 0,2 5 0,0-7 0,0-4 0,0-3 0,0-3 0,0 1 0,0-1 0,2 0 0,4 1 0,-4-9 0,5-1 0,-7-8 0,0 1 0,-7-9 0,-3-1 0,-7-8 0</inkml:trace>
  <inkml:trace contextRef="#ctx0" brushRef="#br0" timeOffset="10">29530 3129 8912,'8'-17'0,"-4"5"0,5 1 0,-1-2 0,5 5 0,-3-5 0,7 7 0,8-2 0,5 4 0,9-1 0,-1-1 0,8 6 0,7 0 0,1-6 0,1-1 0,-7-3 0,-6 6 0,-9-3 0,-5-1 0,-3 6 0,-17-4 0,-8 12 0,-8 11 0,-9 2 0,0 4 0,0-2 0,-1 2 0,7-4 0,1 4 0,3-4 0,1-1 0,6-7 0,0 0 0,0-7 0,8 4 0,3-8 0,4-2 0,3-4 0,-1-3 0,0-8 0,0-1 0,0-6 0,1 4 0,-1-3 0,0 4 0,-2 2 0,-3 0 0,3 0 0,-11 7 0,5 6 0,-1 10 0,-4 11 0,-2 8 0,-2 17 0,0 6 0,0 7 0,0 7 0,0 8 0,0 3 0,0 1 0,0 1 0,-2-12 0,-2-2 0,-2-2 0,-7-3 0,2-11 0,3-3 0,-7-15 0,3-4 0,-3-10 0,-2-1 0,-1-16 0,3-7 0,4-22 0,5-5 0,-2-15 0,2-1 0,5-3 0,4-3 0,-1 3 0,14-2 0,-5-2 0,4 0 0,3-6 0,-1 6 0</inkml:trace>
  <inkml:trace contextRef="#ctx0" brushRef="#br0" timeOffset="11">27482 4711 8912,'10'-2'0,"-3"-2"0,1-2 0,-6 1 0,8 5 0,-5 0 0,-3-8 0,12 4 0,-9-7 0,1 7 0,-6-6 0,0 5 0,0-7 0,0 5 0,0-1 0,0 0 0,0 6 0,2-5 0,2 9 0,2 5 0,-3 11 0,-1 1 0,-2 9 0,2 7 0,4 5 0,2 6 0,3-6 0,2 6 0,-5-6 0,0-4 0,-1-5 0,7 1 0,-5-19 0,9 5 0,-1-13 0,0-5 0,0-11 0,-2-12 0,-3-6 0,1-9 0,-7-4 0,-2-2 0,4 4 0,-3-6 0,1 8 0,-6-2 0,0 5 0,0 7 0,0 3 0,0 8 0,0 11 0,0 12 0,0 3 0,2 24 0,4-5 0,-3 5 0,9-1 0,1-3 0,3 2 0,1-8 0,-6-1 0,1-6 0,1-5 0,2-5 0,3-4 0,-1-2 0,0 0 0,0-8 0,-1-3 0,-5-5 0,4-6 0,-3-1 0,-3-2 0,3 2 0,-8 4 0,1-4 0,-3-2 0,-2 2 0,0 6 0,0 5 0,0 1 0,0 1 0,0 3 0,0 7 0,0 2 0,0 3 0,0 7 0,0 11 0,-2 7 0,-3 9 0,3-3 0,-6 12 0,8-8 0,0 6 0,0-6 0,0 0 0,0-6 0,0 1 0,0-9 0,0-3 0,0-4 0,0-9 0,0-2 0,0-24 0,2-7 0,4-7 0,-4-5 0,3 1 0,3-2 0,-2-4 0,7-4 0,-9 0 0,6 2 0,-3 0 0,5 5 0,-7-3 0,9 12 0,-5 3 0,9 9 0,-1 5 0,-6 13 0,1 15 0,1 10 0,1 7 0,-3 6 0,4-3 0,-3 3 0,3-4 0,2-2 0,0-1 0,1-4 0,-1-5 0,0-8 0,0-5 0,6-3 0,0-8 0,-2 0 0,-2-8 0,-3-7 0,-3-10 0,-1-2 0,-1-1 0,6-7 0,-7 1 0,-5 0 0,-3-1 0,-2 1 0,0-1 0,0-3 0,0 4 0,-2 3 0,-1 14 0,-3 0 0,0 7 0,0 5 0,1 10 0,-1 7 0,6 11 0,0 5 0,0 10 0,0 3 0,2-3 0,4-2 0,3-1 0,3-1 0,-1 0 0,3 1 0,1-9 0,2-3 0,-7 4 0,3-8 0,-7 4 0,-2-4 0,5-2 0,-7 1 0,4-9 0,-12-3 0,-4-4 0,-7-2 0,0-8 0,0-1 0,0-9 0</inkml:trace>
  <inkml:trace contextRef="#ctx0" brushRef="#br0" timeOffset="12">28738 4728 8912,'0'12'0,"0"-1"0,-5-5 0,-1 5 0,2 3 0,2-7 0,4 7 0,4-9 0,3 1 0,9-6 0,-1 0 0,2-6 0,4 1 0,-2-14 0,6 1 0,-2-1 0,3-8 0,-3 1 0,0-3 0,0 0 0,-2 1 0,-8 1 0,-3 2 0,-7 0 0,5 6 0,-8-6 0,4 8 0,-12 8 0,-6 3 0,-3 4 0,-8 4 0,0 4 0,-7 11 0,3 12 0,0 5 0,4 6 0,4 2 0,2 4 0,1 2 0,5-8 0,-4 0 0,13 0 0,-4-2 0,4-5 0,10 1 0,3-17 0,10 2 0,2-5 0,8-10 0,-3-1 0,5-6 0,3-9 0,4-11 0,3 2 0,2-7 0,3-3 0,-8-7 0,-1-2 0,-5-2 0,-5 1 0,1 5 0,-9-6 0,-3 2 0,-5 0 0,-9 7 0,2 11 0,-12 2 0,-4 5 0,-7 4 0,0 5 0,0 12 0,-6 9 0,-2 10 0,-2 2 0,6 7 0,-2 6 0,4 0 0,4-4 0,1 1 0,3-3 0,7 4 0,-4-17 0,8 6 0,0-2 0,8-2 0,3-14 0,12-3 0,-2-4 0,8-2 0,0-8 0,3-5 0,-3-8 0,2 0 0,-9-8 0,7 1 0,-6-7 0,0 1 0,-6 0 0,0-1 0,1 1 0,-7-1 0,1 1 0,-9 2 0,3 3 0,-4 10 0,-2 7 0,-2 8 0,-4-1 0,5 18 0,-9 0 0,6 18 0,-2 5 0,-1-1 0,1 5 0,4 2 0,-4-2 0,-1 0 0,1-5 0,-5-1 0,5 0 0,0-7 0,6-2 0,0-8 0,-8-7 0,6-3 0,2-30 0,12-11 0,3-6 0,2-6 0,6-6 0,0-5 0,6 0 0,-6 5 0,6 3 0,-6 3 0,5 6 0,-5 11 0,-2 6 0,-2 4 0,-9 9 0,3 10 0,-7 16 0,-2 10 0,-2 3 0,-2 15 0,0-6 0,0 2 0,0 8 0,0-12 0,0 4 0,0-3 0,0-5 0,0-3 0,0-4 0,0-8 0,0-8 0,0 7 0,0-7 0</inkml:trace>
  <inkml:trace contextRef="#ctx0" brushRef="#br0" timeOffset="13">30081 4212 8912,'-10'-17'0,"4"0"0,3 2 0,-3 3 0,4 5 0,-4 16 0,12 8 0,-4 8 0,4 11 0,-4 5 0,-2 10 0,0 12 0,0 4 0,0 2 0,0 1 0,0 5 0,-2 1 0,-2 5 0,-4-7 0,-1-3 0,3-12 0,-6-7 0,9-8 0,-5-10 0,8-15 0,15-11 0,4-18 0</inkml:trace>
  <inkml:trace contextRef="#ctx0" brushRef="#br0" timeOffset="14">30649 4178 8912,'-18'8'0,"7"3"0,1 12 0,1 8 0,1 9 0,1 11 0,-5 3 0,6 9 0,3 0 0,1-2 0,2-2 0,2-9 0,3-4 0,5-12 0,7-11 0,0-12 0,0-5 0,3-4 0,3-2 0,1-15 0,5-8 0,4-15 0,-7-4 0,9-4 0,-3-4 0,-3 6 0,-8-2 0,-6 2 0,-3 2 0,-8 2 0,1 6 0,-3 7 0,-9 2 0,-3 16 0,-9 5 0,-4 8 0,4 11 0,-4 8 0,4 8 0,2-3 0,1 5 0,5 1 0,-3 2 0,9 4 0,-1-3 0,6 3 0,0-10 0,0-1 0,8-8 0,1-2 0,8-7 0,2-9 0,4 3 0,-2-6 0,6-6 0,-2-5 0,4-12 0,-6-6 0,5-3 0,-5-2 0,0-1 0,-6 1 0,3-3 0,3-3 0,-6 10 0,0-5 0,0 7 0,-5-1 0,-5 4 0,-1 8 0,-4 8 0,-2 9 0,0 15 0,0 8 0,0 7 0,0-1 0,0 3 0,0 10 0,0-3 0,0 5 0,0-2 0,0-2 0,0-6 0,0 1 0,0-1 0,-6-7 0,0-4 0,-5-4 0,5-2 0,-1 0 0,1 0 0,-4-7 0,-7-3 0,2-8 0,1-5 0,3-6 0,7-3 0,-11-17 0,5-5 0</inkml:trace>
  <inkml:trace contextRef="#ctx0" brushRef="#br0" timeOffset="15">31526 3834 8912,'0'-17'0,"0"5"0,0 1 0,2 7 0,4-2 0,-4 6 0,4 6 0,-5 8 0,-1 14 0,0 14 0,0 15 0,0 8 0,0-3 0,0 6 0,0 1 0,0 0 0,0-8 0,0-4 0,0-3 0,0-10 0,0-4 0,0-6 0,0-5 0,0-4 0,0-18 0,0-7 0,8-15 0,2-12 0</inkml:trace>
  <inkml:trace contextRef="#ctx0" brushRef="#br0" timeOffset="16">31509 4161 8912,'-17'9'0,"0"5"0,-1-9 0,1 9 0,0-5 0,9 3 0,8-1 0,16-7 0,12 2 0,13-6 0,4-6 0,-3-3 0,8-9 0,-6 1 0,0 0 0,6 0 0,-16 0 0,1 1 0,-10 5 0,-6-4 0,-10 13 0,-9-6 0,-25 23 0,-11 4 0</inkml:trace>
  <inkml:trace contextRef="#ctx0" brushRef="#br0" timeOffset="17">30304 4659 8912,'-24'0'0,"4"0"0,-4 0 0,6 0 0,11 0 0,7 0 0,19-9 0,23-10 0,21-14 0,19-11 0,-32 19 0,2 1 0,4-2 0,2 0 0,4-1 0,1 1-1082,0-4 0,0 2 1082,0 5 0,0 0 0,-7 1 0,-1 2 0,-3 8 0,-1 1 0,43-8 0,-16 8 12,-9-1 0,-15 1 0,-12-6 0</inkml:trace>
  <inkml:trace contextRef="#ctx0" brushRef="#br0" timeOffset="18">31165 5553 8912,'-15'-17'0,"1"2"0,3 3 0,5-1 0,-4 5 0,1 1 0,-1-1 0,-1-5 0,-6 11 0,-1-4 0,1 8 0,0 10 0,0 1 0,0 16 0,-1 5 0,1 8 0,0 2 0,0-4 0,1 4 0,5-2 0,-4-2 0,13-7 0,-4-3 0,4-1 0,2-8 0,8-4 0,3-11 0,12-14 0,6-9 0,3-10 0,3-11 0,-1-2 0,1-8 0,-1 2 0,0-3 0,-7-3 0,4-2 0,-8-1 0,-2-2 0,-10-8 0,3 9 0,-9-3 0,-1 6 0,-2 13 0,-2 17 0,0 11 0,-6 6 0,1 12 0,-3 6 0,2 11 0,4 3 0,-11 16 0,7 4 0,1 6 0,3 3 0,-4 2 0,4 1 0,-4-7 0,4 1 0,2 0 0,8-9 0,2 0 0,7-11 0,0-3 0,8-5 0,-4-8 0,8-5 0,1-5 0,3-12 0,1-3 0,-1-10 0,-5-4 0,5 4 0,-14-14 0,4 4 0,-4-3 0,-4-2 0,-3-1 0,-5 7 0,-7-1 0,0 8 0,-2-2 0,-3 10 0,-7 1 0,-3 8 0,-2-3 0,-1 9 0,1 3 0,-8-3 0,6 13 0,-2-3 0,8 3 0,-2 2 0,3 1 0,-1-1 0,1 0 0,3 0 0,3 0 0,4-5 0,-4-1 0,4-7 0,2 4 0,0-8 0,8 0 0,7 0 0,8 0 0,6-8 0,-6-1 0,-2-1 0,6-5 0,-8 11 0,4-8 0,-4 9 0,-2-3 0,0 4 0,-5 0 0,-1-4 0,1 4 0,5-5 0,0 7 0,0 0 0,-5 0 0,-1 0 0,1-8 0,5-1 0</inkml:trace>
  <inkml:trace contextRef="#ctx0" brushRef="#br0" timeOffset="19">31870 5055 8912,'-17'-8'0,"0"6"0,0-3 0,7 10 0,5 7 0,-3 16 0,2 11 0,2 8 0,2 3 0,4 11 0,4-2 0,4 6 0,1-5 0,1 3 0,1-6 0,0-9 0,-1-3 0,1-14 0,-7-2 0,0-8 0,-14-12 0,-2 7 0,-7-7 0</inkml:trace>
  <inkml:trace contextRef="#ctx0" brushRef="#br0" timeOffset="20">31784 5433 8912,'0'-17'0,"2"2"0,2 1 0,2 3 0,7 7 0,-1-9 0,13 5 0,9-2 0,8-1 0,10-6 0,1-1 0,5 1 0,-3 0 0,8 0 0,-7-6 0,1 0 0,-13 0 0,-10 6 0,-7 0 0,-10 0 0,-7 7 0,-18 4 0,-13 12 0,-4 5 0,-15 5 0,17 9 0,-11 3 0,3 5 0,-3 1 0,-1-1 0,3-3 0,3-1 0,10-8 0,8 2 0,-1-4 0,3-2 0,3-7 0,12-5 0,3-7 0,8-9 0,8-1 0,2-14 0,7 5 0,1-2 0,-3 0 0,-3 6 0,9-1 0,-3 1 0,3 8 0,-4-5 0,3 7 0,3-3 0,4 6 0,9-9 0,5 7 0,11-9 0,11-2-236,12-8 1,-45 5-1,1-2 1,4 0-1,-1 0 1</inkml:trace>
  <inkml:trace contextRef="#ctx0" brushRef="#br0" timeOffset="21">2048 877 8912,'-17'0'0,"-1"0"0,1 0 0,0 0 0,7 0 0,5 2 0,10 2 0,7 3 0,3 3 0,2 3 0,1 10 0,-1 6 0,0 3 0,0 3 0,-1 1 0,-5 4 0,4-4 0,-5 6 0,1-3 0,1-5 0,-8 4 0,3-13 0,-5 4 0,4-6 0,-4-4 0,6-10 0,-8-1 0,7-16 0,3-1 0</inkml:trace>
  <inkml:trace contextRef="#ctx0" brushRef="#br0" timeOffset="22">2013 946 8912,'-11'-21'0,"1"2"0,3 3 0,1 3 0,6 3 0,0-5 0,8 13 0,5-6 0,8 1 0,0-1 0,8-5 0,1 3 0,3 3 0,1-7 0,1 12 0,-3-5 0,-3-1 0,-4 6 0,-8-4 0,0 12 0,-7 6 0,-5 11 0,-3 3 0,-2 9 0,-7 1 0,-5 4 0,-3-4 0,-2 4 0,0-3 0,1-3 0,3 1 0,1-3 0,-1-3 0,5-4 0,1-8 0,7 0 0,0 0 0,7-7 0,5-5 0,9-3 0,2-2 0,7 0 0,-3 0 0,0 0 0,-2 0 0,0 8 0,-6 1 0,4 9 0,-12-1 0,-5 0 0,-6 0 0,-4 0 0,-4 1 0,-1-1 0,-4 0 0,-3 0 0,-3-5 0,-2-1 0,-2 3 0,0-7 0,0 7 0,0-9 0,0 1 0,6-6 0,0 0 0,-8-15 0,-2-4 0</inkml:trace>
  <inkml:trace contextRef="#ctx0" brushRef="#br0" timeOffset="23">2719 1289 8912,'-17'18'0,"5"-7"0,1 1 0,7-9 0,-2 5 0,12-8 0,4-2 0,7-4 0,0-5 0,0-4 0,2 3 0,2 1 0,2-3 0,0-1 0,-7-2 0,-5 0 0,2 0 0,-7-1 0,6 7 0,-7-1 0,-1-1 0,-2 3 0,-4 1 0,-4 1 0,-5 4 0,-4 3 0,-3 2 0,1 5 0,0 6 0,0 3 0,2 4 0,3 4 0,-1-2 0,7 8 0,0-6 0,6 5 0,0-5 0,0 6 0,10-8 0,7 2 0,2-6 0,10-6 0,1-5 0,1-4 0,-2-2 0,11-8 0,-4-1 0</inkml:trace>
  <inkml:trace contextRef="#ctx0" brushRef="#br0" timeOffset="24">3528 671 8912,'-17'0'0,"-1"0"0,1 1 0,0 5 0,5-2 0,3 7 0,-1 3 0,1 1 0,5 10 0,-4 2 0,8 7 0,0 8 0,0 4 0,2 6 0,2 5 0,2 6 0,7-4 0,-9 0 0,6-9 0,-3-4 0,7 4 0,-11-14 0,9 4 0,-8-6 0,1-5 0,-3-4 0,-2-8 0,0 0 0,-7-7 0,-3-3 0</inkml:trace>
  <inkml:trace contextRef="#ctx0" brushRef="#br0" timeOffset="25">3270 1289 8912,'-8'-17'0,"4"0"0,-7 0 0,7 5 0,-2 1 0,6 7 0,6-2 0,5-1 0,12 1 0,6 2 0,3-5 0,5 5 0,1-6 0,2 3 0,8-7 0,-6 5 0,4-8 0,-6-1 0,-4 1 0,-3 0 0,-4 2 0,-6 3 0,-4-3 0,-10 13 0,-1-4 0,-8 12 0,-2-2 0,-4 9 0,-5 6 0,3-1 0,-7 14 0,5-3 0,1 3 0,-7 3 0,15-7 0,-5 1 0,4-2 0,2 3 0,0-3 0,2-2 0,4-4 0,3-10 0,8-3 0,0-8 0,1 0 0,-1 0 0,0-8 0,0-3 0,-1-10 0,-5-2 0,4-14 0,-3 3 0,-4-4 0,-3 4 0,-3-1 0,-2 1 0,0-1 0,0 3 0,0 3 0,-7 4 0,-1 8 0,-4 0 0,-3 7 0,4 5 0,-3 5 0,3 5 0,3 5 0,0 0 0,7 5 0,-7-6 0</inkml:trace>
  <inkml:trace contextRef="#ctx0" brushRef="#br0" timeOffset="26">4078 1066 8912,'18'0'0,"-1"0"0,0 0 0,0 0 0,0 2 0,1 4 0,-9 3 0,7 8 0,-5 1 0,-3 1 0,-3 4 0,3-2 0,0 5 0,1-1 0,-5-2 0,4 2 0,-3-6 0,1 4 0,0-12 0,-6-3 0,0-10 0,0-4 0,0-3 0,0-10 0,0-2 0,0-2 0,0 0 0,0 6 0,0-2 0,0-4 0,0 4 0,6-6 0,1 8 0,3-1 0,-6 1 0,11 6 0,-4-1 0,-1 3 0,2-3 0,-1 5 0,6 7 0,0 0 0,1 0 0,-7 0 0,1 0 0,-3 7 0,3 5 0,-5 3 0,1 2 0,-6 0 0,5-5 0,-7-1 0,0 3 0,0-7 0,8 7 0,4-9 0,-5 1 0,9-6 0,-5 0 0,6-2 0,6-4 0,-4-9 0,6-10 0,0-1 0,-6 3 0,4-4 0,-6 0 0,-5 0 0,-5 6 0,-7-5 0,0 5 0,0-2 0,0 7 0,-7 9 0,-5 7 0,-3 0 0,-2 0 0,0 9 0,-1 9 0,-1 6 0,-2 13 0,-2 1 0,4 4 0,6 2 0,-3 2 0,13 0 0,-7-2 0,2-2 0,3 5 0,7-10 0,1 3 0,3-4 0,8-9 0,1-2 0,8-8 0,7-8 0,-1-3 0,4-12 0,1-5 0,8-14 0,4-9 0,4-8 0,1-10 0</inkml:trace>
  <inkml:trace contextRef="#ctx0" brushRef="#br0" timeOffset="27">5283 860 8912,'-9'9'0,"1"-1"0,8-8 0,0 7 0,2-5 0,4 4 0,5-4 0,-3-2 0,7 0 0,-4 0 0,5 8 0,1 1 0</inkml:trace>
  <inkml:trace contextRef="#ctx0" brushRef="#br0" timeOffset="28">5352 1204 8912,'-17'11'0,"-1"-1"0,1-3 0,8-1 0,1 2 0,8-7 0,2 5 0,4-12 0,3-11 0,8-2 0,1-21 0,-1 4 0</inkml:trace>
  <inkml:trace contextRef="#ctx0" brushRef="#br0" timeOffset="29">7107 636 8912,'-11'-2'0,"-1"-3"0,1 3 0,-1 2 0,3 13 0,-1 8 0,1 8 0,3 3 0,-6 4 0,1 6 0,1 10 0,-5 2 0,4 9 0,-5 1 0,-1 3 0,0 10 0,5-14 0,3 0 0,1-12 0,4-10 0,2-3 0,4-17 0,4-6 0,11-5 0,12-10 0,11 0 0,4-10 0,8-5 0,-1-6 0,1 0 0,-6-4 0,0 2 0,-8-6 0,2 6 0,-3 2 0,-11 10 0,-1-2 0,-8 7 0,-7 0 0,-2 6 0,-8 0 0,-8 8 0,-2 1 0</inkml:trace>
  <inkml:trace contextRef="#ctx0" brushRef="#br0" timeOffset="30">8054 671 8912,'-12'-6'0,"3"-2"0,-1 1 0,1-3 0,-5 0 0,5 7 0,-3-3 0,-1 4 0,-3 2 0,-1 10 0,-2 5 0,-2 10 0,-2 7 0,-6 1 0,5 12 0,-1 5 0,0 5 0,2 7 0,6 6 0,7 1 0,4 0 0,4 0 0,2-8 0,0-4 0,8-5 0,4-5 0,3-1 0,2-15 0,2-4 0,4-16 0,6-7 0,11 2 0,-4-20 0,14-5 0,-6-15 0</inkml:trace>
  <inkml:trace contextRef="#ctx0" brushRef="#br0" timeOffset="31">8312 911 8912,'2'-11'0,"3"-1"0,-3 1 0,6-6 0,-8 7 0,-2-3 0,-2 9 0,-3 6 0,-3 7 0,6 14 0,-9 6 0,7 11 0,-5 4 0,5 8 0,0 5 0,6 0 0,0 1 0,0-7 0,0-1 0,0-4 0,14-4 0,3-8 0,6-3 0,0-8 0,5-12 0,5-7 0,3-8 0,2-7 0,3-12 0,-1-16 0,0-1 0,0-9 0,-2-5 0,-1-1 0,-11 3 0,-3 1 0,-11-7 0,-6 1 0,-5 2 0,-1 1 0,-13 12 0,-4 8 0,-18 7 0,-1 12 0,-6 3 0,-4 4 0,-4 10 0,5 4 0,4 6 0,5 3 0,2 4 0,-1 4 0,14-4 0,4 4 0,11 2 0,0-2 0,5 0 0,1-6 0,0 0 0,0 0 0</inkml:trace>
  <inkml:trace contextRef="#ctx0" brushRef="#br0" timeOffset="32">8415 1169 8912,'-11'0'0,"-1"0"0,1 0 0,-7 0 0,1 8 0,0-6 0,2 7 0,3-3 0,5-4 0,16 6 0,8-8 0,10 0 0,6 0 0,9-2 0,4-4 0,3 2 0,3-7 0,-6-1 0,-2-5 0,-2 0 0,-2 0 0,-7 1 0,-5 5 0,-3 1 0,-8 5 0,-7 3 0,-3-6 0,-7 8 0,-7 2 0,-5 4 0,-3 3 0,-2 8 0,7-7 0,3 5 0,7-5 0</inkml:trace>
  <inkml:trace contextRef="#ctx0" brushRef="#br0" timeOffset="33">8880 550 8912,'-12'-6'0,"1"1"0,7-1 0,-4 4 0,8-4 0,2 4 0,4-3 0,5 3 0,12 15 0,6 4 0,5 20 0,5 3 0,3 9 0,2 9 0,0 12 0,2 16 0,-6 0 0,-25-39 0,-2 0 0,8 43 0,-7-4 0,-8 2 0,-12-14 0,-11-7 0,-12-10 0,-4-3 0,-1-5 0,0-3 0,-1-4 0,8-9 0,4-5 0,10-10 0,2-13 0,7-3 0,-4-11 0,10-8 0,4-10 0,9-13 0,8-6 0,15-11 0,-1-5 0</inkml:trace>
  <inkml:trace contextRef="#ctx0" brushRef="#br0" timeOffset="34">9998 928 8912,'-17'-7'0,"6"3"0,-1-7 0,8 7 0,-1-4 0,10 8 0,7 0 0,3 0 0,2 0 0,8 6 0,2 0 0,2-3 0,-1-1 0,1-2 0,5 0 0,-1-2 0,-4-3 0,3 1 0,-3-8 0,1 7 0,-1-7 0,2 6 0,-8-5 0,-1-8 0,-4-8 0</inkml:trace>
  <inkml:trace contextRef="#ctx0" brushRef="#br0" timeOffset="35">10136 1375 8912,'-10'0'0,"3"0"0,7-1 0,0-5 0,9-4 0,8-7 0,5 0 0,10-2 0,4-4 0,4 4 0,1-4 0,-3 4 0,8 2 0,-8-1 0,12 1 0,-6 0 0</inkml:trace>
  <inkml:trace contextRef="#ctx0" brushRef="#br0" timeOffset="36">11874 499 8912,'0'11'0,"0"1"0,0 1 0,0-5 0,0-1 0,0-7 0,-2 0 0,-4 0 0,-5 0 0,-4 0 0,-5 2 0,-2 4 0,0 3 0,-6 9 0,-5 1 0,-5 4 0,-6-4 0,-4 13 0,-1-3 0,-5 3 0,0 3 0,7-1 0,3 0 0,2 1 0,9-8 0,3 3 0,7-7 0,5 0 0,7-6 0,7 0 0,-4-7 0,8-2 0,8-8 0,-6 0 0,8 0 0,-5 0 0,-3 0 0,13-2 0,-3-4 0,3 2 0,4-5 0,4 1 0,4 0 0,8 3 0,-1 1 0,0-8 0,8 8 0,-3-3 0,7 7 0,1 0 0,-6-6 0,-7 0 0,0 1 0,-15 5 0,4 2 0,-3 3 0,-5-1 0,-4 8 0,-3-7 0,-8 7 0,0 5 0,0 6 0,-2 0 0,-4 2 0,-3 1 0,-10 9 0,-2-1 0,-2 1 0,-8-1 0,10-5 0,-8-1 0,-1 3 0,-3 1 0,-1 3 0,-1-1 0,1-5 0,0-3 0,-1-1 0,6 0 0,1-2 0,7-4 0,-4 6 0,8-15 0,9-3 0,8-7 0,0 0 0,17 0 0,2-2 0,14-3 0,3 1 0,10-8 0,2 1 0,9-6 0,-3-1 0,13-1 0,-4-2 0,4-2-128,2-7 1,1 3 0,3-5 127,2 3 0,-3-2 0,-9 8 0,-11 0 0,-12 6 0,-4 0 0,-18 8 0,-13 3 0,-3 4 0,-17 4 0,3 4 0,-3 3 0,-2 8 191,0 0 0,7-5-191,4-1 0,-3-7 0,7 12 0,-6-7 0</inkml:trace>
  <inkml:trace contextRef="#ctx0" brushRef="#br0" timeOffset="37">11186 2098 8912,'0'17'0,"0"0"0,0 2 0,0 2 0,0 4 0,0 2 0,0 3 0,5-3 0,1 2 0,-2-1 0,0-1 0,1-4 0,-3-4 0,4-2 0,4-7 0,-8-4 0,3-12 0,5-11 0,-1-10 0</inkml:trace>
  <inkml:trace contextRef="#ctx0" brushRef="#br0" timeOffset="38">11134 1857 8912,'-17'6'0,"0"1"0,1 3 0,5 3 0,-3 2 0,7 3 0,-1-1 0,0 0 0,3 0 0,5 0 0,2-5 0,3-3 0,7-1 0,3-2 0,-3-8 0,-3-4 0,-1-5 0,3-5 0,-5-1 0,2 0 0,-3 0 0,-3 0 0,4-1 0,-4 7 0,-2 0 0,0-1 0,0 3 0,0-7 0,0 14 0,0-5 0,0 7 0,0 0 0</inkml:trace>
  <inkml:trace contextRef="#ctx0" brushRef="#br0" timeOffset="39">11547 2063 8912,'-2'10'0,"-4"-5"0,4-3 0,-13-2 0,13 0 0,-5-2 0,7-3 0,2 3 0,3-4 0,5-2 0,7 3 0,0-1 0,6 0 0,0 1 0,0-1 0,-6 6 0,6 0 0,0-2 0,-2-4 0,-2 4 0,-1-3 0,-1 3 0,0 2 0</inkml:trace>
  <inkml:trace contextRef="#ctx0" brushRef="#br0" timeOffset="40">11616 2338 8912,'-17'10'0,"7"5"0,2-13 0,8-2 0,14-10 0,3-7 0,17-8 0,1-3 0,3-3 0,-3 3 0,5-5 0,0 4 0,-2-3 0,4-1 0,-2 5 0,-7-5 0,-1 14 0,-5-13 0,7 5 0</inkml:trace>
  <inkml:trace contextRef="#ctx0" brushRef="#br0" timeOffset="41">12201 1788 8912,'0'10'0,"0"-3"0,0-5 0,0 4 0,2-2 0,4 7 0,-4-5 0,3 5 0,-3 1 0,-2 5 0,0 0 0,0 8 0,6-4 0,0 8 0,-3 1 0,7-5 0,-8 8 0,4-7 0,-4 1 0,5-2 0,-5 0 0,6 2 0</inkml:trace>
  <inkml:trace contextRef="#ctx0" brushRef="#br0" timeOffset="42">11082 533 8912,'-7'-10'0,"3"3"0,-8 7 0,9 7 0,-3 5 0,4 3 0,2 2 0,0 1 0,0-1 0,0 0 0,0 0 0,0 0 0,0 1 0,0-1 0,0-8 0,0-1 0,0-27 0,0-4 0,0-10 0,0 10 0,0-7 0,0 5 0,0-5 0,0 1 0,0 2 0,0-2 0,8-1 0,3 7 0,4 0 0,3 6 0,-1 7 0,6 3 0,2 9 0,1 3 0,-5 13 0,10 8 0,-6 11 0,2 3 0,-6-4 0,5 12 0,-6-8 0,-3-2 0,4-2 0,-12-7 0,9 0 0,-1-8 0,-8-4 0,-1-10 0</inkml:trace>
  <inkml:trace contextRef="#ctx0" brushRef="#br0" timeOffset="43">13285 430 8912,'-11'0'0,"-1"0"0,-1 2 0,-3 2 0,-1 1 0,0 16 0,0 4 0,-2 11 0,-2 14 0,-4 11 0,0 16 0,0 11 0,13-40 0,1 1 0,3 4 0,1 1 0,1 0 0,0 1 0,2-3 0,1-1 0,3 43 0,0-8 0,0-14 0,2-18 0,3-20 0,7-9 0,3-8 0,4-5 0,2-7 0,2-3 0,8-9 0,-4-11 0,7-8 0</inkml:trace>
  <inkml:trace contextRef="#ctx0" brushRef="#br0" timeOffset="44">13578 808 8912,'2'-9'0,"1"1"0,3 0 0,-2-3 0,-2 1 0,-2-1 0,0 9 0,0 2 0,0 13 0,0 10 0,0 6 0,2-4 0,2 1 0,1 5 0,9-6 0,-5 0 0,1-1 0,5-4 0,-5 2 0,7-10 0,0-6 0,0-4 0,1-2 0,1-2 0,4-4 0,-4-4 0,4-14 0,-10-5 0,-1-4 0,-3 5 0,3-1 0,-7 0 0,-3 3 0,-2-7 0,0 14 0,0-4 0,0 4 0,0 2 0,0 7 0,0 10 0,0 12 0,0 11 0,0 5 0,0 13 0,6 2 0,2 9 0,1 0 0,-5-1 0,6 1 0,-5-1 0,-3-7 0,4-4 0,-4-3 0,-2-3 0,0-7 0,0-4 0,-8-4 0,-3-4 0,-5-3 0,-3-5 0,-2-7 0,-4 0 0,-1 0 0,-3 0 0,-4-7 0,5-5 0,-5 3 0,5-3 0,3 1 0,2-5 0,4 5 0,1-4 0,9 5 0,-6-7 0,5 0 0</inkml:trace>
  <inkml:trace contextRef="#ctx0" brushRef="#br0" timeOffset="45">14146 1100 8912,'9'8'0,"-3"3"0,-4 7 0,0 5 0,1 5 0,3 5 0,6-5 0,-5 1 0,3 2 0,3 1 0,-5 2 0,5-7 0,-5-4 0,0-4 0,-1-2 0,7-7 0,-12-2 0,5-8 0</inkml:trace>
  <inkml:trace contextRef="#ctx0" brushRef="#br0" timeOffset="46">14249 756 8912,'0'18'0,"0"-1"0,-8 0 0,4-7 0,-7-5 0,7 5 0,-4-8 0,10 5 0,4-7 0,-4 0 0,13 0 0,-5-5 0,5-3 0,-3-1 0,-7-5 0,3-1 0,-2-2 0,-1 7 0,-5-5 0,-2 11 0,-3-7 0,-5 7 0,-1-4 0,-1 8 0,7 2 0,-7 4 0,8 3 0,-2 8 0,5-7 0,1 5 0,0-5 0,0 7 0</inkml:trace>
  <inkml:trace contextRef="#ctx0" brushRef="#br0" timeOffset="47">27809 499 8912,'-15'-18'0,"2"3"0,3 2 0,0 3 0,3 1 0,-1-1 0,0 6 0,3-1 0,3 5 0,-4 7 0,4 8 0,2 6 0,0 8 0,0-4 0,0 2 0,8-6 0,3 2 0,-1-4 0,1-2 0,3 0 0,1-2 0,2-3 0,0-6 0,8-4 0,-6-4 0,4-4 0,2-6 0,-2-9 0,-2-2 0,-2 1 0,-1-3 0,-9 6 0,6-6 0,-7 8 0,3-1 0,-3 9 0,-8 9 0,0 17 0,0 12 0,0 5 0,0 6 0,0-2 0,0 8 0,0 2 0,-2 2 0,-4 1 0,5-1 0,-7-4 0,0-6 0,6-6 0,-3-5 0,-3-4 0,2-8 0,-1-6 0,1 1 0,-4-8 0,-5 1 0,2-8 0,1-5 0,-1-2 0,-8 1 0,-2-3 0,0-1 0,6 7 0,-1-7 0,1 1 0,8 3 0,3-3 0,4 1 0,2-6 0</inkml:trace>
  <inkml:trace contextRef="#ctx0" brushRef="#br0" timeOffset="48">28239 774 8912,'-17'0'0,"8"2"0,3 3 0,4 5 0,2 3 0,0 3 0,0 3 0,0 7 0,0-1 0,0 0 0,0 0 0,0 5 0,8-10 0,3 2 0,-1-2 0,1-3 0,-5-8 0,5-3 0,-7-4 0,12-17 0,-7-4 0</inkml:trace>
  <inkml:trace contextRef="#ctx0" brushRef="#br0" timeOffset="49">28343 464 8912,'-10'0'0,"-5"0"0,5 2 0,1 4 0,-7 3 0,7 3 0,-8-1 0,5-1 0,1 1 0,5 5 0,-6-5 0,9 4 0,-5-5 0,16 5 0,1-13 0,8 4 0,1-4 0,-1-2 0,0 0 0,0 0 0,0 0 0,1 0 0</inkml:trace>
  <inkml:trace contextRef="#ctx0" brushRef="#br0" timeOffset="50">28704 756 8912,'0'10'0,"0"-2"0,0-8 0,2 0 0,4 0 0,3-2 0,8-2 0,1-4 0,-1-1 0,0-3 0,8-5 0,2 0 0</inkml:trace>
  <inkml:trace contextRef="#ctx0" brushRef="#br0" timeOffset="51">29358 378 8912,'-17'0'0,"0"0"0,-3 0 0,-2 0 0,10 0 0,-11 2 0,14 4 0,-1 5 0,-3 7 0,7 4 0,2 7 0,2 4 0,2 9 0,2-4 0,4 6 0,5-2 0,5-2 0,-5-6 0,0-1 0,3-5 0,9-3 0,-4-9 0,4-5 0,4-3 0,-1-8 0</inkml:trace>
  <inkml:trace contextRef="#ctx0" brushRef="#br0" timeOffset="52">29582 516 8912,'-8'11'0,"-3"1"0,-5-7 0,-1 7 0,0-3 0,0 3 0,-1 3 0,1-3 0,0 3 0,0 2 0,2 0 0,3 1 0,4-1 0,8 0 0,0-6 0,0 1 0,0-8 0,8 9 0,4-7 0,3-2 0,2-3 0,0-6 0,0-3 0,1-1 0,-1 3 0,0-6 0,0-1 0,-1 3 0,-5-1 0,4 5 0,-3-5 0,-3 7 0,3-2 0,-6 4 0,5 2 0,-5 0 0,5 0 0,-5 0 0,5 0 0,-5 2 0,6 4 0,-8-2 0,1 7 0,3-5 0,-2 5 0,5-5 0,-5 6 0,7-9 0,-9 5 0,8-8 0,-1 0 0,6 0 0</inkml:trace>
  <inkml:trace contextRef="#ctx0" brushRef="#br0" timeOffset="53">29891 395 8912,'-17'0'0,"0"0"0,7 8 0,5 4 0,-3 5 0,2 6 0,1 3 0,5 9 0,0-1 0,0 1 0,2-1 0,1-2 0,5-1 0,0-4 0,-1-2 0,-1-3 0,0-4 0,0-1 0,-1-6 0,-5 1 0,0-8 0,0 1 0,0-10 0,0 3 0,0-14 0,0 5 0,2-4 0,4-3 0,-4 1 0,5 2 0,1 4 0,2-5 0,7 7 0,0-7 0,0 5 0,1 5 0,-1 4 0,0 2 0,0 0 0,-5 0 0,-1 0 0,-7 8 0,4 2 0,-8 7 0,0 0 0,0 0 0,-8 0 0,-4 0 0,-3 1 0,-2-1 0,2-6 0,3 1 0,-3-8 0,5 3 0,-7-7 0</inkml:trace>
  <inkml:trace contextRef="#ctx0" brushRef="#br0" timeOffset="54">30132 619 8912,'-7'10'0,"3"-1"0,-8-3 0,9-4 0,-5 5 0,8-7 0,2 0 0,4 0 0,3 0 0,8 0 0,1 0 0,-1 0 0,0-7 0,0-1 0,0-5 0,1 1 0,-9 8 0,6-11 0,-7 6 0,4-9 0,-7 9 0,-8 1 0,-3 1 0,-8 5 0,5-4 0,-8 12 0,-1 3 0,1 8 0,0 1 0,0-1 0,2 2 0,3 2 0,6 2 0,4 0 0,2 0 0,0 0 0,0-2 0,8-4 0,5-4 0,7-3 0,2-3 0,9-1 0,-4-8 0,7-4 0,1-3 0,-1-8 0,1-6 0,-1-2 0,0-2 0,-7 6 0,-2-11 0,-8 3 0,-2 2 0,-3-1 0,-6-3 0,-4-1 0,-2-3 0,0 1 0,0-1 0,0 1 0,-6 7 0,0 4 0,2 4 0,0 10 0,-1 3 0,3 6 0,-4 6 0,-2 5 0,3 12 0,-7 10 0,7 7 0,-3 7 0,2-1 0,4-4 0,-5 2 0,7-6 0,0 3 0,0-1 0,0-6 0,0 0 0,0-5 0,0 0 0,13-14 0,4 2 0,4-11 0,-4 2 0</inkml:trace>
  <inkml:trace contextRef="#ctx0" brushRef="#br0" timeOffset="55">31285 567 8912,'-17'0'0,"0"0"0,0 0 0,-2 2 0,-4 4 0,4 4 0,-4 7 0,5 0 0,7 0 0,-2 6 0,7 0 0,0 0 0,6-6 0,2 0 0,4 0 0,5 1 0,4-9 0,3-1 0,-1-8 0,6-2 0,0-4 0,0-3 0,-6-9 0,4 1 0,-4 0 0,2 0 0,-11 0 0,0-2 0,-1-4 0,-1 4 0,-6-4 0,-2 5 0,-4 7 0,-3-4 0,-10 5 0,-4 1 0,4-7 0,-6 7 0</inkml:trace>
  <inkml:trace contextRef="#ctx0" brushRef="#br0" timeOffset="56">31784 430 8912,'12'-25'0,"-1"-4"0,-7 3 0,2-1 0,-4 2 0,-4 2 0,-4 6 0,-3 0 0,-10 7 0,-3 4 0,0 6 0,0 6 0,3 11 0,-4 10 0,0 7 0,2 9 0,10 2 0,-4 5 0,3 2 0,5-1 0,1 1 0,-2-3 0,2-1 0,3-2 0,1-8 0,2-1 0,0-9 0,2-7 0,3 2 0,-1-6 0,8-5 0,-1-5 0,-1-7 0,5-15 0,-5-4 0</inkml:trace>
  <inkml:trace contextRef="#ctx0" brushRef="#br0" timeOffset="57">31475 636 8912,'-23'10'0,"0"-5"0,2-3 0,2-2 0,11 0 0,8 0 0,13 0 0,14 0 0,11-2 0,20-3 0,-3-5 0,8-7 0,0 0 0,6 0 0,-6 1 0,-2 3 0,-1 1 0,-11 9 0,-14-13 0,-10 7 0</inkml:trace>
  <inkml:trace contextRef="#ctx0" brushRef="#br0" timeOffset="58">28790 1651 8912,'-9'1'0,"1"5"0,2 6 0,0 3 0,1 2 0,5 2 0,0 4 0,0 6 0,0 1 0,0 1 0,0-2 0,0 1 0,0-3 0,2 0 0,3-3 0,7-3 0,-5-9 0,1-4 0,0-16 0,1-2 0</inkml:trace>
  <inkml:trace contextRef="#ctx0" brushRef="#br0" timeOffset="59">28721 1410 8912,'-11'0'0,"-1"0"0,-1 0 0,-2 0 0,-3 0 0,7 0 0,-1 0 0,-1 0 0,5 0 0,1 0 0,7 0 0,7 0 0,5 0 0,5 0 0,6 0 0,-4 0 0,14 0 0,-7 0 0</inkml:trace>
  <inkml:trace contextRef="#ctx0" brushRef="#br0" timeOffset="60">28979 1788 8912,'-17'0'0,"8"0"0,-7 0 0,14 0 0,2-8 0,12 5 0,11-9 0,-2 1 0,8-5 0,1 5 0,3-4 0,1 3 0,-1-3 0,-5-2 0,5 0 0,-6-1 0</inkml:trace>
  <inkml:trace contextRef="#ctx0" brushRef="#br0" timeOffset="61">29358 1410 8912,'-11'0'0,"-1"0"0,8 7 0,-3 5 0,7 9 0,0 2 0,7 7 0,3-1 0,1 4 0,-1 1 0,-3 0 0,7 8 0,-12-11 0,4 3 0,1-5 0,-1 0 0,0 3 0,-6-5 0</inkml:trace>
  <inkml:trace contextRef="#ctx0" brushRef="#br0" timeOffset="62">29272 1651 8912,'-12'0'0,"1"0"0,5 0 0,-5 0 0,7 0 0,-4 0 0,10 0 0,4 0 0,5 0 0,12 0 0,4 0 0,8-2 0,-1-4 0,0-4 0,7-7 0,-1 0 0,-8 0 0,1-8 0,-6-2 0</inkml:trace>
  <inkml:trace contextRef="#ctx0" brushRef="#br0" timeOffset="63">29651 1358 8912,'9'0'0,"-1"2"0,-8 4 0,0 5 0,0 12 0,0 4 0,0 17 0,0 8 0,0 3 0,0 10 0,2 2 0,1-4 0,3-2 0,0-4 0,-6-7 0,2-6 0,4-10 0,-4-7 0,5-17 0,-7-5 0,0-10 0,0-7 0,0-11 0,0-6 0,0-3 0,8-8 0,3 0 0,-1-6 0,1 6 0,1 0 0,5 7 0,0 5 0,0-3 0,1 8 0,-1 6 0,0 5 0,0 9 0,0-3 0,6 12 0,0 5 0,0 6 0,-5 6 0,1-2 0,4 8 0,-2-2 0,7 1 0,-5-3 0,6-8 0,0 0 0,5 1 0</inkml:trace>
  <inkml:trace contextRef="#ctx0" brushRef="#br0" timeOffset="64">30683 1513 8912,'-11'0'0,"1"-2"0,0-2 0,1-1 0,3-7 0,-5 6 0,7 1 0,-4 5 0,8 7 0,0 7 0,0 7 0,0 7 0,0 5 0,0 3 0,2 4 0,4 6 0,-4-2 0,4 2 0,-5-8 0,1 4 0,4-8 0,-4 1 0,4-3 0,-4-3 0,-2-12 0,-8-2 0,-2-13 0,-7 6 0</inkml:trace>
  <inkml:trace contextRef="#ctx0" brushRef="#br0" timeOffset="65">30597 1496 8912,'-17'0'0,"7"0"0,3 0 0,7 0 0,9-6 0,8 0 0,2 1 0,10 5 0,0 0 0,3 0 0,-3 0 0,4 0 0,-7 0 0,1 0 0,-2 5 0,-8 1 0,-7 7 0,-5-1 0,-3 3 0,-2 2 0,-15 8 0,2-4 0,-16 8 0,2-8 0,-3 4 0,1 0 0,8-8 0,-2 0 0,-4 0 0,0-7 0</inkml:trace>
  <inkml:trace contextRef="#ctx0" brushRef="#br0" timeOffset="66">31010 1565 8912,'-17'0'0,"0"0"0,-1 5 0,1 1 0,0 7 0,2-3 0,1 9 0,5 2 0,1 4 0,4 2 0,4-1 0,6 3 0,4 4 0,9-14 0,4 4 0,-2-12 0,7-5 0,-5-4 0,6-2 0,-8-8 0,2-3 0,-6-5 0,-5-1 0,1-6 0,-7 0 0,-1-2 0,-5 2 0,0 2 0,-1-5 0,-5 1 0,-4 2 0,-13 6 0,0 0 0,0 5 0,6 1 0,0 7 0,0-2 0,0 6 0,-1 6 0,3-2 0,4 7 0,-5 1 0,7 5 0</inkml:trace>
  <inkml:trace contextRef="#ctx0" brushRef="#br0" timeOffset="67">31337 1547 8912,'0'18'0,"0"-1"0,0 0 0,0 0 0,0 0 0,0 1 0,0-1 0,0 0 0,0 0 0,0 0 0,0 1 0,8-9 0,-6 6 0,5-13 0,-9 6 0,-2-10 0,-1-4 0,-7-3 0,7-8 0,-7-3 0,4-3 0,-1-5 0,5-5 0,-4 1 0,8 3 0,-2-1 0,-3 7 0,3-6 0,-4 6 0,4 6 0,2 5 0,8 9 0,1-5 0,9 8 0,-1 0 0,0 0 0,8 0 0,2 0 0</inkml:trace>
  <inkml:trace contextRef="#ctx0" brushRef="#br0" timeOffset="68">31647 1633 8912,'0'18'0,"-6"-7"0,0 0 0,1-7 0,5 6 0,0-4 0,0 3 0,0 1 0,0 5 0,0-13 0,0 6 0,0-8 0,0-2 0,0-4 0,7 4 0,-5-13 0,4 3 0,1-9 0,1-2 0,2 2 0,-6 10 0,9-4 0,-7 3 0,5 3 0,-5-3 0,7 8 0,-3-3 0,7 7 0,0 0 0,0 7 0,1 5 0,-1 3 0,0 2 0,0 0 0,0-7 0,1 3 0,-1-7 0,6 0 0,0-6 0,0 0 0,-6-2 0,0-4 0,0-3 0,4-11 0,-2-1 0,-3-1 0,-3-9 0,-1 2 0,-1-11 0,-7 2 0,2-8 0,-2 2 0,1-2 0,-3 4 0,4 8 0,-4 7 0,-2 4 0,0 12 0,0 7 0,0 15 0,-6 10 0,0 20 0,-7 2 0,1 9 0,-1 0 0,2-1 0,-3 1 0,8-1 0,-1-5 0,3-2 0,-2-2 0,2-2 0,10-5 0,4-9 0,7-1 0,0-8 0,2-7 0,4-4 0,-4-12 0,6-4 0</inkml:trace>
  <inkml:trace contextRef="#ctx0" brushRef="#br0" timeOffset="69">32111 1427 8912,'-17'17'0,"-4"-5"0,2-3 0,4-1 0,9-2 0,-2-6 0,18 0 0,7 0 0,8 0 0,11 0 0,4 0 0,-3-8 0,11 4 0,-8-7 0,6 1 0,-6-1 0,0-5 0,-13-1 0,-2-10 0</inkml:trace>
  <inkml:trace contextRef="#ctx0" brushRef="#br0" timeOffset="70">14886 1118 8912,'0'17'0,"-2"0"0,-4-2 0,-6-3 0,-3-5 0,-2-7 0,7 0 0,3 0 0,9 0 0,3 0 0,7-2 0,3-3 0,10 3 0,-4-8 0,8 4 0,-6 3 0,5-9 0,1 1 0,5-6 0,1-1 0,-1 7 0,1-1 0,-3-1 0,-3-2 0,-4 5 0,-2-5 0,0 3 0,-6 5 0,-6 1 0,1-3 0,-3 7 0,-1-6 0,-8 8 0,-8 0 0,4 0 0,-7 2 0,-2 4 0,-3-4 0,5 7 0,-3-5 0,-5 2 0,2 7 0,-13-5 0,7 3 0,-8 4 0,2-3 0,3-3 0,-3 3 0,2-3 0,-2 3 0,-1 1 0,7-5 0,2 1 0,7-5 0,3 2 0,-2-4 0,5-2 0,0 0 0,8 0 0,0 0 0,8 0 0,-6 0 0,7 0 0,-3 0 0,4 0 0,7 0 0,0-8 0,0 6 0,1-5 0,1 1 0,4 0 0,3-1 0,9 1 0,-1 4 0,1-4 0,-1 4 0,0 2 0,5 0 0,-5 0 0,4 8 0,-11 2 0,8 7 0</inkml:trace>
  <inkml:trace contextRef="#ctx0" brushRef="#br0" timeOffset="71">16228 928 8912,'0'18'0,"0"-1"0,0 0 0,0-7 0,0-1 0,0-3 0,2 1 0,3 5 0,-1 3 0,8-3 0,1 3 0,2 2 0,-3 2 0,-1 2 0,3 2 0,-7 0 0,7-4 0,-8 2 0,-3 2 0,-1 0 0,-2-6 0,-2 2 0,-3 4 0,-13-11 0,-3 11 0,-7-14 0,-3 1 0,-1-3 0,-5-1 0,-1 0 0,-2-2 0,-8-10 0,10-4 0,-8-7 0,8-8 0,-2-3 0,11-5 0,6-1 0,4 0 0,9-7 0,4-1 0,8 0 0,10 0 0,7 2 0,17 4 0,4-4 0,6 5 0,12 1 0,1 5 0,6 8 0,-2-2 0,8 0 0,-6 8 0,4 4 0,-12-3 0,0 9 0,-9-1 0,-6 6 0,-5 0 0,-9 2 0,-16 4 0,-5 3 0,-8 8 0,-5 0 0,-10 1 0,-6-1 0,-3 0 0,6 0 0,1 0 0,-3-5 0,10-1 0,-4-7 0,5 4 0,-13-1 0,4 3 0</inkml:trace>
  <inkml:trace contextRef="#ctx0" brushRef="#br0" timeOffset="72">17415 499 8912,'0'-12'0,"-2"3"0,-3 1 0,-7 4 0,-3-4 0,-2 3 0,-1 1 0,1 4 0,-2 6 0,-2 7 0,-2 8 0,2 8 0,-4 5 0,0 6 0,-1 6 0,4 13 0,0 12 0,2 13 0,3 10 0,9-43 0,1 1 0,1-1 0,0-1 0,3-1 0,1-1 0,0 38 0,9-15 0,5-8 0,5-23 0,6-5 0,6-14 0,3-10 0,3-5 0,7-12 0,2-19 0,7-11 0</inkml:trace>
  <inkml:trace contextRef="#ctx0" brushRef="#br0" timeOffset="73">17983 877 8912,'10'0'0,"-3"0"0,-7 0 0,-2 0 0,-3 0 0,-5 0 0,-7 0 0,5 0 0,3 2 0,1 3 0,-5 5 0,1 9 0,-1 4 0,1 6 0,-3 11 0,4 6 0,-5 3 0,5 9 0,1-1 0,3-2 0,3-1 0,2-10 0,10-2 0,3-10 0,4-3 0,3-12 0,6-3 0,5-9 0,4-1 0,1-10 0,0-5 0,3-6 0,3-6 0,-4-4 0,6-7 0,-7-3 0,-1-3 0,-7 4 0,-2-8 0,-10 4 0,-3-6 0,-5 4 0,-7 0 0,-4 6 0,-7-4 0,-1 3 0,-20-3 0,3 11 0,-3 5 0,-3 6 0,1 7 0,0 1 0,-1 3 0,8 1 0,4 8 0,4 4 0,2 5 0,8 12 0,-5-4 0,8 4 0,1-4 0,-3-2 0,-2 1 0</inkml:trace>
  <inkml:trace contextRef="#ctx0" brushRef="#br0" timeOffset="74">17880 1221 8912,'-6'11'0,"0"1"0,3 1 0,-1-5 0,0-1 0,-2 1 0,0-6 0,6 5 0,8-7 0,4 0 0,5 0 0,6 0 0,5-5 0,13-3 0,4-1 0,-3-3 0,6-5 0,-8 0 0,1 1 0,-7 5 0,-7-2 0,-4 5 0,-4-2 0,-2 7 0,-7-5 0,-5 8 0,-10 0 0,-7 0 0,-3 8 0,-2 1 0</inkml:trace>
  <inkml:trace contextRef="#ctx0" brushRef="#br0" timeOffset="75">18517 602 8912,'0'-10'0,"0"3"0,0 5 0,0-4 0,7 4 0,-5-6 0,6 6 0,-8-3 0,0 3 0,0-4 0,0 12 0,0 5 0,7 5 0,-5 8 0,4 5 0,-2 5 0,2 7 0,-3-3 0,7 6 0,-2-2 0,-3 5 0,-3-10 0,2 1 0,2-7 0,-2-9 0,-2-2 0,-2-3 0,0-8 0,0-1 0,-8-16 0,-2-1 0</inkml:trace>
  <inkml:trace contextRef="#ctx0" brushRef="#br0" timeOffset="76">18344 636 8912,'-11'10'0,"0"-5"0,-1-1 0,2 2 0,1-4 0,3 4 0,6-4 0,0-4 0,10-4 0,13 2 0,5-7 0,5-3 0,1-1 0,1-2 0,7 0 0,2-1 0,5 1 0,-3 0 0,4 0 0,-6 0 0,-2 1 0,-7 5 0,-1-4 0,-15 11 0,4-8 0,-12 8 0,-3-3 0,-16 7 0,-1 0 0,-8 0 0,-1 7 0,7-3 0,0 8 0,5-7 0,-6 7 0,1-1 0,-6 7 0</inkml:trace>
  <inkml:trace contextRef="#ctx0" brushRef="#br0" timeOffset="77">19084 774 8912,'-17'9'0,"0"-3"0,7-4 0,5-2 0,10 0 0,-1 0 0,8 0 0,1 0 0,2 0 0,3 0 0,-1 2 0,0 2 0,0 1 0,6 9 0,0-3 0,-2 4 0,-2 3 0,-3-1 0,-3 2 0,-2 4 0,-7-2 0,2 8 0,-4-7 0,-2 7 0,0 2 0,-8-1 0,-5 1 0,-8-3 0,2 1 0,-8 0 0,4-1 0,2-5 0,-8 6 0,8-10 0,-2 0 0,4-5 0,10-11 0,1-10 0,8-12 0</inkml:trace>
  <inkml:trace contextRef="#ctx0" brushRef="#br0" timeOffset="78">19360 825 8912,'0'12'0,"0"-1"0,-8 1 0,6-1 0,-4 1 0,-1-7 0,1 9 0,0 3 0,-1 4 0,5 9 0,-12-3 0,7 8 0,-3-1 0,6 0 0,-3-5 0,7 0 0,2-6 0,3 5 0,5-14 0,9-3 0,4-7 0,4-4 0,7 0 0,1-4 0,-1-7 0,8-1 0,-6-28 0,6 4 0</inkml:trace>
  <inkml:trace contextRef="#ctx0" brushRef="#br0" timeOffset="79">19618 464 8912,'11'0'0,"1"0"0,1 0 0,3 0 0,-5 6 0,0 2 0,5 1 0,5 5 0,-2 1 0,6 6 0,-2 6 0,0 7 0,5 12 0,-5 2 0,-2 7 0,-9 4 0,-6 4 0,-5 4 0,-2-4 0,-7 2 0,-9-2 0,-2-6 0,-10-9 0,-2-2 0,6-8 0,-5 2 0,7-11 0,0-4 0,6-8 0</inkml:trace>
  <inkml:trace contextRef="#ctx0" brushRef="#br0" timeOffset="80">19583 1135 8912,'10'-8'0,"-2"6"0,-8-5 0,0 7 0,0-2 0,0-4 0,0 4 0,0-6 0,0 8 0,-2 6 0,-4 0 0,4 7 0,-4-1 0,-3 11 0,1-2 0,-3 7 0,-3-5 0,7 4 0,-3-2 0,4 5 0,-5-1 0,7-4 0,-4 0 0,8-8 0,0 0 0,0 0 0,8-1 0,4-5 0,10-3 0,0-10 0,6-4 0,-5-4 0,6-7 0,0-8 0,5-1 0</inkml:trace>
  <inkml:trace contextRef="#ctx0" brushRef="#br0" timeOffset="81">19566 946 8912,'-17'0'0,"6"0"0,-1 0 0,6 0 0,-5 0 0,7 0 0,-4 0 0,8 0 0,0 0 0,8 0 0,-6 0 0,13 0 0,-13 0 0,13 0 0,-13 0 0,6-8 0,-8 6 0,0-6 0,0 8 0,0-7 0,0 5 0,0-6 0,0 8 0</inkml:trace>
  <inkml:trace contextRef="#ctx0" brushRef="#br0" timeOffset="82">20065 464 8912,'8'17'0,"-6"1"0,6-9 0,-7 1 0,5-6 0,6 1 0,3 9 0,2-1 0,2 8 0,4 8 0,-2 3 0,8 4 0,0 5 0,-3 4 0,-1 5 0,-4 7 0,-4 3 0,-7 1 0,0-4 0,-5 4 0,-3-2 0,-6-3 0,-5-10 0,-8-1 0,-1-8 0,1-5 0,0-1 0,0-4 0,0-4 0,5-6 0,1-6 0,-1 4 0,3-13 0,1 6 0,8-16 0,8-16 0,1-13 0</inkml:trace>
  <inkml:trace contextRef="#ctx0" brushRef="#br0" timeOffset="83">20685 344 8912,'6'-12'0,"-1"1"0,1-1 0,-6-5 0,6 0 0,1 0 0,3 0 0,1 0 0,-1-1 0,11 1 0,-4 2 0,2 3 0,8-1 0,0 5 0,2 1 0,-1-1 0,-5 2 0,4 6 0,-2 2 0,-4 4 0,-4 5 0,-5 12 0,-5-2 0,-7 8 0,-7 0 0,-5 5 0,-5 2 0,-6 5 0,4-5 0,-4 4 0,2-6 0,-2-5 0,4 2 0,-2-9 0,7-1 0,-1-1 0,11-5 0,-7-4 0,7 5 0,4-14 0,13 3 0,8-3 0,14-2 0,11-6 0,9-1 0,2-3 0,16-9 0,-12 0 0,8-4 0,-10 4 0,-13 2 0,-6 5 0,-11 1 0,-6 5 0,-11-5 0,-7 7 0,-10-2 0,-5 4 0,-15 2 0,-2 0 0,-7 0 0</inkml:trace>
  <inkml:trace contextRef="#ctx0" brushRef="#br0" timeOffset="84">19756 292 8912,'-10'2'0,"2"2"0,1 2 0,5-1 0,-6-5 0,8 0 0,0 2 0,2 2 0,4 2 0,-4 7 0,15-9 0,0 8 0,0 1 0,8 8 0,0 4 0,4 0 0,3-1 0,3 7 0,-1-4 0,2 7 0,5 1 0,-5-1 0,6 0 0,-8 1 0,-1-9 0,-4-3 0,-5-4 0,-6-9 0,-1-2 0</inkml:trace>
  <inkml:trace contextRef="#ctx0" brushRef="#br0" timeOffset="85">2908 4866 8912,'-11'-2'0,"-1"-2"0,1-4 0,-1 1 0,1-3 0,-2 1 0,5 5 0,2-4 0,10 10 0,2 4 0,9-2 0,0 9 0,6 4 0,0 4 0,-2 0 0,1 6 0,3 2 0,-10 1 0,4 1 0,-2-3 0,-7 7 0,-2 5 0,-4 8 0,-2-3 0,-8-1 0,-5 2 0,-8 2 0,-6 2 0,-8-6 0,-1-6 0,-4-8 0,4-7 0,-6-11 0,1-7 0,1-3 0,0-9 0,13-18 0,4-15 0,4-12 0,2-11 0,8 0 0,5-11 0,8 3 0,5 2 0,16 0 0,6 1 0,7-1-115,6 0 1,9 6 0,5 2 114,5 2 0,2 9 0,-2 14 0,-8 11 0,-7 13 0,-6 9 0,-9 12 0,-5 8 0,-3 2 0,-8 10 0,1 0 0,-1 3 0,0-3 0,-7 3 0,5-13 0,-6 6 0</inkml:trace>
  <inkml:trace contextRef="#ctx0" brushRef="#br0" timeOffset="86">3545 5106 8912,'-17'8'0,"5"-6"0,1 4 0,7-4 0,4-2 0,11-8 0,12-4 0,4-9 0,8-1 0,5-7 0,0 4 0,-2-2 0,6 6 0,-6-9 0,8 7 0,-7 0 0,-1 6 0,-8-1 0,-5 3 0,-8 4 0,-7 3 0,-2 8 0,-16 8 0,-2 1 0</inkml:trace>
  <inkml:trace contextRef="#ctx0" brushRef="#br0" timeOffset="87">4629 4797 8912,'0'-27'0,"0"2"0,0 8 0,-2-2 0,-2-2 0,-1-2 0,-9 2 0,3 10 0,-4-3 0,-3 10 0,1 6 0,-6 8 0,0 13 0,0 4 0,-2-1 0,6 9 0,-4-3 0,4 6 0,2 1 0,6-5 0,1-3 0,2-3 0,3 1 0,5-2 0,1-5 0,5-2 0,6-3 0,5-2 0,4-2 0,2-1 0,9-8 0,3 1 0,-8-3 0,13-2 0,-12 0 0,3 0 0,-2 0 0,-4 0 0,-8 0 0,0 0 0,0 0 0,-7 0 0,-3 2 0,-9 4 0,-3 5 0,-5 5 0,-15 3 0,-3 4 0,-11-2 0,-1 7 0,0-7 0,8 2 0,3-4 0,-4-1 0,14-3 0,-4-4 0,12-12 0,5-17 0,4-7 0,10-24 0,1-5 0</inkml:trace>
  <inkml:trace contextRef="#ctx0" brushRef="#br0" timeOffset="88">4939 4848 8912,'9'8'0,"-1"-6"0,-6 13 0,2-3 0,2 3 0,-1 2 0,-5 0 0,0 1 0,0-1 0,0 8 0,0-6 0,0 4 0,0-4 0,0-2 0,6 0 0,0 0 0,7-7 0,-3-2 0</inkml:trace>
  <inkml:trace contextRef="#ctx0" brushRef="#br0" timeOffset="89">4939 4797 8912,'-12'-44'0,"1"4"0,7 9 0,-2 5 0,4 1 0,2 2 0,2 7 0,4 5 0,4 3 0,13 8 0,0 0 0,7 2 0,-1 4 0,-2-2 0,1 7 0,3 3 0,1 1 0,-3 0 0,0-3 0,-8 3 0,2-5 0,-4-1 0,-2 4 0,0-7 0,-7 8 0,-3-13 0,-8 13 0,-5-8 0,-6-3 0,-3 7 0,4-8 0,-1 4 0,1-4 0,-7 5 0,3 3 0,4 7 0,-3 0 0,9 0 0,-3-5 0,2-1 0,4 1 0,-3 5 0,3 0 0,2 0 0,0-5 0,0-1 0,0 1 0,2-3 0,3-3 0,-3-4 0,13 4 0,-3-1 0,3 7 0,2-5 0,1 3 0,-1-2 0,0 9 0,0-4 0,0 10 0,1-2 0,-1 2 0,0 4 0,-2 7 0,-3 1 0,-4-1 0,-8 0 0,0 1 0,0-1 0,0 0 0,-8 1 0,-4-8 0,-11-4 0,4-4 0,-4-2 0,-1-8 0,1-3 0,2-4 0,1-2 0,3-13 0,2-6 0,3-6 0,5-4 0,7-11 0,0 0 0,2-8 0,3 2 0,5-2 0,7 3 0,8-5 0,2 6 0</inkml:trace>
  <inkml:trace contextRef="#ctx0" brushRef="#br0" timeOffset="90">5679 4797 8912,'0'-10'0,"-2"-3"0,-4 7 0,4 1 0,-5 6 0,7 5 0,0 4 0,0 7 0,0 8 0,0 1 0,0 1 0,0 6 0,2-8 0,3 3 0,-3 3 0,4-8 0,2 7 0,-3-1 0,7-4 0,-6-2 0,-1-4 0,-5-2 0,8-8 0,-6-1 0,5-10 0,-7-4 0,0-11 0,0-11 0,0-5 0,0-1 0,0-6 0,0 0 0,0 1 0,0 3 0,6 7 0,0 1 0,5 7 0,-3-2 0,2 6 0,3 5 0,2 5 0,3 8 0,-1 7 0,0 9 0,0 0 0,-2 14 0,-1-6 0,-3 2 0,-7-6 0,10 5 0,-9-5 0,-1 2 0,-2-6 0,-2-5 0,8-1 0,-6 1 0,3-1 0,-3-7 0,-2 4 0,0-16 0,6-7 0,2-8 0,1 2 0,-5-6 0,11 8 0,-3-4 0,-3 4 0,3 2 0,-6 0 0,5-1 0,0 9 0,-1 1 0,3 10 0,-7 4 0,6 3 0,-7 9 0,1-3 0,2-4 0,-6 5 0,11-7 0,-7 8 0,7-7 0,-5 0 0,3-5 0,5-3 0,-7 6 0,8-8 0,1 0 0,-7-2 0,0-4 0,-1 2 0,2-7 0,3 5 0,-4-5 0,-1 7 0,1-2 0,-5 2 0,6-1 0,-7 3 0,7-4 0,-1 6 0,6 6 0,-5-4 0,-3 5 0,-1 1 0,5 1 0,-11 1 0,14 5 0,-14-13 0,5 6 0,-1-16 0,0-3 0,-1 3 0,-6-7 0,-5 3 0,2-1 0,-7 0 0,-3 1 0,-1 8 0,-4-3 0,-2 7 0,-2 0 0,0 0 0,6 0 0,-1 2 0,1 3 0,0 5 0,0 7 0</inkml:trace>
  <inkml:trace contextRef="#ctx0" brushRef="#br0" timeOffset="91">6677 4831 8912,'0'-9'0,"0"1"0,0 8 0,-6 2 0,0 4 0,1 3 0,5 8 0,0 1 0,0-1 0,0 0 0,0 0 0,0 0 0,0 1 0,0-1 0,0 0 0,0 0 0</inkml:trace>
  <inkml:trace contextRef="#ctx0" brushRef="#br0" timeOffset="92">6643 4728 8912,'-6'-19'0,"0"-4"0,-5 10 0,5-4 0,2 1 0,2 1 0,-6 5 0,7 3 0,1 7 0,11 2 0,4 3 0,10 5 0,2 0 0,7 12 0,1-2 0</inkml:trace>
  <inkml:trace contextRef="#ctx0" brushRef="#br0" timeOffset="93">7124 4797 8912,'-34'0'0,"0"-2"0,-1-4 0,1 4 0,-1-3 0,1 10 0,7 5 0,4 7 0,6 0 0,5 0 0,3 6 0,3 0 0,4 6 0,-3-6 0,3-2 0,9-2 0,-3-2 0,8-2 0,1-3 0,2-4 0,2-8 0,1 0 0,-1 0 0,8-8 0,2-5 0,1-8 0,1-8 0,-8-4 0,11-1 0,-3 0 0,-4-6 0,-2-1 0,-4-6 0,-2 1 0,0-6 0,1-5 0,-3 2 0,-4-9 0,-3 11 0,-8 1 0,0 10 0,0 14 0,0 11 0,0 17 0,-2 19 0,-4 15 0,-5 10 0,-2 19 0,-1 8 0,3 5 0,-1-3 0,3 11 0,3-8 0,4-3-106,2 1 1,0-15 105,0 5 0,8-5 0,5-11 0,8-1 0,0 1 0,6-6 0,3-4 0</inkml:trace>
  <inkml:trace contextRef="#ctx0" brushRef="#br0" timeOffset="94">3012 6482 8912,'17'0'0,"0"0"0,0 0 0,0-2 0,1-4 0,-1-3 0,2-7 0,2 3 0,2 2 0,0-1 0,-4-7 0,4-4 0,-4 4 0,2-4 0,-8 4 0,-7 2 0,-4-1 0,-2 1 0,0 0 0,0 0 0,-2 0 0,-4 0 0,3 1 0,-9 5 0,-5-4 0,-6 5 0,2-2 0,2 1 0,-4 5 0,0-3 0,2 1 0,2 4 0,2 10 0,-1 4 0,1 7 0,8 8 0,-5 7 0,8 8 0,1 16 0,5 1 0,0 8 0,0 4 0,0 1-103,0 5 0,7-5 0,5 7 103,3-1 0,2-13 0,-1 4 0,-3-17 0,-1-4 0,-3-10 0,3-7 0,-11-12 0,-6 6 0,-1 0 0</inkml:trace>
  <inkml:trace contextRef="#ctx0" brushRef="#br0" timeOffset="95">2839 6877 8912,'-11'-2'0,"-1"-3"0,7-3 0,-7-3 0,8 1 0,-1 4 0,10 4 0,15-13 0,12 4 0,6-5 0,18-9 0,-8-1 0,15-9 0,-6 7 0,6-1 0,-2 2 0,2-1 0,-5 3 0,-12 8 0,-6-1 0,-11 3 0,-7 4 0,-10 3 0,-4 8 0,-10 2 0,-4 4 0,2-3 0,-7 9 0,7-1 0,-2 7 0,4-1 0,2 0 0,0 0 0,0 8 0,0 0 0,0 5 0,0-1 0,8 0 0,-4 5 0,7 0 0,-1-7 0,1-4 0,4-4 0,-3-2 0,3 1 0,2-9 0,1-3 0,-7-6 0,1-6 0,-1-5 0,4-10 0,-3-2 0,1-14 0,-5 3 0,1-2 0,-3-6 0,6 2 0,-7 5 0,7 7 0,-8 5 0,1-6 0,-3 16 0,0-8 0,4 15 0,-4 8 0,5 7 0,-7 9 0,6 1 0,2 0 0,1-2 0,3 4 0,-1-11 0,1 5 0,1-4 0,3-3 0,1-8 0,0 0 0,0 0 0,0 0 0,1-6 0,-3-1 0,-4-3 0,5-1 0,-9-1 0,5 1 0,-5 5 0,-7-6 0,8 9 0,-6-5 0,6 10 0,-8 4 0,0 3 0,0 8 0,0 1 0,0-1 0,0 0 0,0 0 0,0 0 0,0 1 0,2-9 0,3-3 0,-3-4 0,13-10 0,-7-1 0,4-9 0,3 1 0,-4 0 0,5-6 0,1 0 0,0 2 0,0 2 0,0 2 0,1 1 0,-1 5 0,0-4 0,0 13 0,1-4 0,-1 4 0,0 2 0,-2 2 0,-3 4 0,3 3 0,-4 9 0,-1-1 0,2 0 0,1 0 0,-5 0 0,7-1 0,-4-5 0,5-3 0,1-8 0</inkml:trace>
  <inkml:trace contextRef="#ctx0" brushRef="#br0" timeOffset="96">4543 6447 8912,'-11'-5'0,"-1"-1"0,6 0 0,-5 6 0,-1 0 0,-5 0 0,0 2 0,0 4 0,7-2 0,5 7 0,-3 3 0,2 8 0,0-1 0,6 8 0,0-6 0,0 6 0,8-3 0,4 3 0,3-4 0,2-8 0,2 0 0,2 1 0,2-1 0,8-8 0,-4-3 0,7-12 0,0-5 0,1-12 0,-1-4 0,1-7 0</inkml:trace>
  <inkml:trace contextRef="#ctx0" brushRef="#br0" timeOffset="97">4887 6052 8912,'-11'-17'0,"-1"0"0,1 7 0,-6-5 0,7 20 0,2 3 0,8 19 0,0 5 0,0-1 0,2 17 0,2-6 0,2 2 0,7 1 0,-3 1 0,7-2 0,0-2 0,0 6 0,-1-14 0,-5 1 0,5-3 0,-5-9 0,-3 6 0,-3-6 0,-3-2 0,-2-10 0,0 5 0,-5-22 0,-1 0 0,-15-7 0,2-4 0</inkml:trace>
  <inkml:trace contextRef="#ctx0" brushRef="#br0" timeOffset="98">4715 6447 8912,'-9'10'0,"-7"5"0,14-13 0,-5 6 0,7-8 0,9-2 0,9-2 0,8-4 0,7-1 0,9-3 0,-6-5 0,4 0 0,-3 0 0,5-8 0,-6 6 0,4-4 0,-3 4 0,-3 2 0,-7 7 0,-2 2 0,-1 1 0,-4 5 0,3-4 0,-12 12 0,2 0 0,-7 11 0,2-4 0,-2 10 0,-5-4 0,5-2 0,-4 6 0,-2 0 0,0-2 0,0-2 0,-2-1 0,-4-1 0,3-2 0,-9-3 0,1-5 0,-7-7 0,9 0 0,-14-15 0,4-4 0</inkml:trace>
  <inkml:trace contextRef="#ctx0" brushRef="#br0" timeOffset="99">5180 6207 8912,'7'-17'0,"-5"-8"0,8 6 0,-6-4 0,1 4 0,9 1 0,-12 7 0,4-1 0,3 9 0,3-3 0,-3 4 0,3 2 0,1 0 0,10 0 0,-4-8 0,6-1 0</inkml:trace>
  <inkml:trace contextRef="#ctx0" brushRef="#br0" timeOffset="100">5834 6224 8912,'-44'23'0,"4"0"0,5 5 0,7-5 0,-1 6 0,10-4 0,3 2 0,11-6 0,-3 3 0,8-6 0,2-7 0,4 1 0,9-9 0,8 3 0,2-4 0,-2-2 0,-2-4 0,6-5 0,-3-9 0,-1-3 0,-5 4 0,-3-2 0,-4-4 0,3 2 0,-9-6 0,-1 3 0,-2 3 0,-2-6 0,-2 8 0,-3-4 0,-3 4 0,-4 2 0,-1-1 0,7 1 0,-7 0 0,11 5 0,-4 1 0,4 7 0,2-3 0,0 7 0</inkml:trace>
  <inkml:trace contextRef="#ctx0" brushRef="#br0" timeOffset="101">6006 6190 8912,'6'11'0,"-1"0"0,1-7 0,-6 12 0,0-7 0,0 8 0,6-5 0,0-1 0,-1 1 0,-5-1 0,0 1 0,8-9 0,-6 5 0,5-8 0,-7-2 0,2-5 0,2-11 0,2-8 0,7-7 0,-9-7 0,8 0 0,1 2 0,2 1 0,4 3 0,2 2 0,2 3 0,6 12 0,-4 11 0,0 8 0,0 9 0,5 8 0,-11 25 0,4 8 0,-4 0 0,-1 5 0,1-2 0,4 3 0,3-13 0,9 13 0,-1-14 0</inkml:trace>
  <inkml:trace contextRef="#ctx0" brushRef="#br1" timeOffset="102">21339 7221 8912,'-17'0'0,"5"0"0,3-2 0,-1-2 0,2-3 0,1-3 0,1 4 0,6-5 0,0-2 0,0-3 0,0-1 0,0 0 0,0 0 0,0-2 0,0-2 0,0-2 0,0 0 0,0-2 0,0-2 0,0-1 0,0-1 0,0 0 0,0-7 0,0-4 0,0-2 0,0-4 0,2-6 0,4 1 0,-3-1 0,9-7 0,1 2 0,3-1 0,1 1 0,0 7 0,0 5 0,-2 4 0,-3 13 0,3 3 0,-3 8 0,3 0 0,2-1 0,0 3 0,3 2 0,2 1 0,7 1 0,11-8 0,6-2 0,4-2 0,9 0 0,-5 6 0,3-1 0,-3 1 0,-3 0 0,7 6 0,-3 1 0,-5 2 0,1 3 0,-5-1 0,12 0 0,3-7 0,8 1 0,0 3 0,-1-3 0,1 1 0,2-6 0,0-2 0,-2-2 0,-8-2 0,2 0 0,-2 4 0,8-4 0,5 4 0,1-4 0,0 4 0,-7 3 0,1 5 0,-8-4 0,2 7 0,-9-4 0,-4 7 0,-10 3 0,10 2 0,-3 0 0,9 0 0,-1 0 0,7 0 0,-1 0 0,0 0 0,-6 0 0,8 0 0,-9 0 0,-4 0 0,-3 0 0,-1 0 0,2 0 0,6 0 0,-1 0 0,10 0 0,0 7 0,1 3 0,-1 7 0,2 0 0,0 1 0,-2-1 0,-4 0 0,-7 6 0,-1 0 0,1-2 0,1-2 0,5-2 0,-3-2 0,8-3 0,-5 1 0,5-7 0,-8 0 0,5-6 0,-11 0 0,-1 0 0,-2 0 0,2 0 0,-6 0 0,6 0 0,-6 0 0,2 0 0,2 7 0,11-5 0,0 6 0,-1 0 0,-3-7 0,-7 13 0,0-7 0,2 3 0,-6-6 0,6 9 0,-6-7 0,2-2 0,2-2 0,5-2 0,3 0 0,3 0 0,-3 0 0,11 0 0,-8 0 0,0 0 0,-7-2 0,-4-4 0,-2 4 0,-4-4 0,-3 3 0,3-3 0,-2 4 0,2-4 0,-2 4 0,8 2 0,2 0 0,2 0 0,-6 0 0,5 0 0,-3 0 0,4 0 0,2 0 0,-6 0 0,-2 0 0,-2 0 0,5-2 0,-1-3 0,10 3 0,1-4 0,0-4 0,3 7 0,3-9 0,4-1 0,0 3 0,-6 1 0,-10 1 0,-8 4 0,-7 2 0,-4 2 0,-3 0 0,-6 0 0,4 0 0,-8 6 0,6 2 0,0 1 0,-1-3 0,5 5 0,6-5 0,-1 6 0,0-9 0,18 5 0,-2-8 0,5 0 0,1 0 0,-9 0 0,-1 0 0,2 0 0,-6 8 0,0-6 0,-9 5 0,-5 1 0,5-4 0,-4 7 0,11 1 0,-2-1 0,8 1 0,2 1 0,1-3 0,3 1 0,3-7 0,-1 2 0,-4-5 0,-1-1 0,1 0 0,2 0 0,-2 0 0,-5 0 0,-3 6 0,-7 0 0,-1 0 0,1-6 0,-1 2 0,1 3 0,-1-3 0,2 6 0,3-6 0,3 2 0,2 1 0,3-1 0,-3-2 0,2-2 0,-6-6 0,6 1 0,0-9 0,-2 7 0,-2-7 0,0 3 0,-3 5 0,6-5 0,-6 7 0,1-2 0,-4 4 0,0 2 0,5 0 0,5 0 0,-4 0 0,2 2 0,-6 2 0,2 2 0,8-1 0,-2-5 0,-4 0 0,-2 0 0,2 6 0,-2 0 0,6-1 0,-6-5 0,2 0 0,-5 0 0,-1 0 0,-4 0 0,-1 0 0,-4 2 0,-4 2 0,-4 2 0,-2 0 0,0-6 0,6 0 0,0 0 0,8 7 0,-10-5 0,7 4 0,3-4 0,0 0 0,-1 2 0,-3 1 0,-2-1 0,5-2 0,-10 4 0,4 1 0,1 3 0,-9-6 0,6 1 0,-12 3 0,7-2 0,-3 2 0,3-3 0,0-3 0,0 4 0,-5-4 0,-1-2 0,-7 0 0,11 0 0,-13 0 0,6 0 0,-8 0 0,0 0 0,-8 0 0,6 0 0,-7 0 0,1 0 0,-9 0 0,-8 0 0,-9 0 0</inkml:trace>
  <inkml:trace contextRef="#ctx0" brushRef="#br1" timeOffset="103">24729 8115 8912,'0'-17'0,"0"6"0,0-1 0,-2-1 0,-2-3 0,-4-1 0,1 0 0,-1 0 0,-5 0 0,1-1 0,5 1 0,-1 10 0,8 9 0,2 15 0,4 15 0,9 12 0,10 15 0,2 12 0,3 13 0,-14-38 0,1 2 0,0 6 0,0 2 0,1 2 0,-1 1 0,-1 2 0,0 0 0,0 1 0,-1 0-201,-1-2 1,0-1 0,-2-2 0,-1-1 200,4-4 0,-1-1 0,-1 29 0,8-6 0,-15-22 0,0-8 0,-6-4 0,0-5 0,0-7 0,0-5 0,0-4 0,-2-2 0,-2 1 0,-2-1 0,1-8 0,-3-1 0,-4-8 0,-3-15 0,-2-12 0,0-9 0,0-6 0</inkml:trace>
  <inkml:trace contextRef="#ctx0" brushRef="#br1" timeOffset="104">24694 7909 8912,'0'17'0,"-7"-7"0,3 3 0,-7-5 0,-3 1 0,-1 5 0,-2 8 0,-3 5 0,-1 9 0,-1 5 0,-1 3 0,7 9 0,5 4 0,-4-3 0,13 5 0,-4-9 0,4-4 0,2-6 0,0-12 0,0-5 0,0-19 0,0-13 0,-8-18 0,-1-8 0</inkml:trace>
  <inkml:trace contextRef="#ctx0" brushRef="#br1" timeOffset="105">24660 7857 8912,'34'-9'0,"-7"-14"0,-2 17 0,-8-9 0,0 5 0,1 4 0,5 8 0,0 6 0,-2 9 0,5 0 0,1 16 0,8-4 0,-1 3 0,0 2 0,7 1 0,-1-1 0,8-5 0,-3 0 0,11-3 0,1 3 0,-7-12 0,-8-9 0</inkml:trace>
  <inkml:trace contextRef="#ctx0" brushRef="#br1" timeOffset="106">25004 10316 8912,'-17'-10'0,"6"-3"0,-1 7 0,-1 2 0,3 2 0,1 4 0,1 4 0,2 11 0,6 12 0,2 5 0,4 6 0,1 4 0,5 8 0,3 7 0,-3 4 0,1-2 0,0 1 0,-3-3 0,-2-4 0,3-17 0,-5-9 0,0-16 0,-6-5 0</inkml:trace>
  <inkml:trace contextRef="#ctx0" brushRef="#br1" timeOffset="107">24901 10471 8912,'-17'-16'0,"0"3"0,1 2 0,5-3 0,-5 6 0,15 1 0,1 1 0,13-2 0,8-1 0,8-1 0,11-1 0,2 3 0,8 6 0,1-3 0,-3 3 0,7-2 0,-7 8 0,2 5 0,-8 16 0,4 4 0,-14 11 0,-14 6 0,-9 3 0,-9 3 0,0 0 0,-13 5 0,-6 0 0,-8-1 0,-9-3 0,1-9 0,-7 4 0,8-8 0,1-2 0,5-9 0,5-6 0,-2-12 0,2-5 0,0-12 0,13-11 0,3-10 0</inkml:trace>
  <inkml:trace contextRef="#ctx0" brushRef="#br1" timeOffset="108">25538 10625 8912,'9'-17'0,"1"8"0,-4 3 0,-5-4 0,7 8 0,0 4 0,1 14 0,1 5 0,5 9 0,-5-9 0,7 8 0,-6 0 0,1 3 0,1-3 0,3-5 0,1-1 0,0 0 0,0-5 0,0-7 0,1-7 0,-9 3 0,-1-7 0</inkml:trace>
  <inkml:trace contextRef="#ctx0" brushRef="#br1" timeOffset="109">25607 10367 8912,'-25'18'0,"6"-3"0,-4-2 0,3-1 0,5-6 0,4 5 0,3-7 0,10 3 0,4-7 0,3-7 0,8-5 0,1-3 0,-3-2 0,-2 0 0,-1-1 0,-8 1 0,5 0 0,-5-2 0,2-4 0,0 10 0,-6-5 0,0 3 0,0 8 0,-2-1 0,-4 8 0,-4 8 0,1 1 0,-7 16 0,7 2 0</inkml:trace>
  <inkml:trace contextRef="#ctx0" brushRef="#br1" timeOffset="110">25813 10557 8912,'17'0'0,"0"0"0,-5-6 0,-1 0 0,-7 0 0,4 6 0,-1-5 0,5-1 0,3 2 0,2 10 0,6 3 0,0 9 0,0 5 0,-5-1 0,-1 9 0,0-10 0,0 8 0,-5-6 0,-3 3 0,-1-1 0,-2-2 0,-6-6 0,0 0 0,-2-7 0,-4-4 0,-6-4 0,-3-4 0,-2-4 0,0-5 0,0-5 0,7-9 0,-3 4 0,7-7 0,2-3 0,-6-1 0,9-1 0,-5 3 0,4 1 0,10 8 0,3-2 0,6-2 0,6 2 0,-2 6 0,8 8 0,1 1 0,3-5 0,1 3 0</inkml:trace>
  <inkml:trace contextRef="#ctx0" brushRef="#br1" timeOffset="111">26433 10505 8912,'-16'11'0,"3"-1"0,1-2 0,7-3 0,-7-5 0,8 0 0,-3 0 0,7 0 0,2-2 0,3-3 0,5-5 0,7-7 0,0-2 0,1-4 0,-3 4 0,-4-4 0,5-2 0,-5 2 0,-3 0 0,-1 6 0,-7 0 0,-2 2 0,-3 3 0,-5 6 0,-7 12 0,-8 11 0,12 12 0,-5 11 0,7-2 0,0 6 0,5-2 0,4-2 0,2-5 0,2-3 0,4-3 0,9-6 0,10-12 0,1-5 0,5-4 0,-4-10 0,2-3 0,-1-12 0,7-11 0,-1-10 0</inkml:trace>
  <inkml:trace contextRef="#ctx0" brushRef="#br1" timeOffset="112">26846 10161 8912,'-12'0'0,"1"0"0,-1 0 0,-5 0 0,0 8 0,-1 1 0,1 9 0,0 1 0,0 4 0,7-2 0,5 7 0,3 1 0,2 5 0,0 1 0,0-1 0,3-1 0,9-5 0,-1 3 0,12-8 0,4-8 0,2-9 0,3-4 0,3-2 0,-1 0 0,1-10 0,-1-7 0,0-10 0,1-5 0,-3-10 0,-1-4 0,-2-4 0,-8-2 0,2 1 0,-4-1 0,-4 3 0,-4 3 0,-3-8 0,-8 7 0,0-1 0,0 8 0,-2-2 0,-4 7 0,-3 9 0,-8 3 0,-1 9 0,1 5 0,0 1 0,8 2 0,-7 8 0,7 4 0,-1 5 0,2 7 0,8 3 0,0 5 0,0 7 0,0-3 0,2 14 0,2-5 0,2 1 0,7 2 0,-1-2 0,3-4 0,2 4 0,0-3 0,1-3 0,-1 0 0,0-1 0,0-5 0,1-5 0,-1-5 0,0-7 0,0-3 0,0-10 0,1-4 0,-9-4 0,-1-22 0,-8-4 0</inkml:trace>
  <inkml:trace contextRef="#ctx0" brushRef="#br1" timeOffset="113">27018 10247 8912,'-18'10'0,"9"5"0,1-13 0,10 4 0,4-12 0,3-4 0,16-7 0,4 0 0,9-6 0,2-2 0,-1-2 0,-1 4 0,0-3 0,2-1 0,-2 0 0,-1-1 0,-3-7 0,1 1 0</inkml:trace>
  <inkml:trace contextRef="#ctx0" brushRef="#br1" timeOffset="114">27465 9594 8912,'8'9'0,"-6"7"0,5-14 0,-7 13 0,0-4 0,0 12 0,0 4 0,0 7 0,0 3 0,0 3 0,8 11 0,-4-3 0,7 4 0,3-3 0,1 1 0,4-6 0,2-4 0,2-6 0,-2-5 0,4-6 0,-2-12 0,0-3 0,-6-8 0,0-2 0,0-5 0,1-11 0,-1-6 0,-2-13 0,-3-3 0,1 4 0,-7-4 0,1-4 0,-1-2 0,-4 4 0,4 2 0,-4 5 0,-2 7 0,0 5 0,0 11 0,0 3 0,0 3 0,0 14 0,0 3 0,0 6 0,0 12 0,5-2 0,3 3 0,2-3 0,3-2 0,2-2 0,2-6 0,1-6 0,-1 1 0,0-8 0,0 1 0,1-10 0,1-5 0,4-7 0,-4-6 0,4-2 0,-4-1 0,-2-3 0,-2-6 0,-1 3 0,-3 3 0,-5 5 0,3 6 0,-1 1 0,5 8 0,-9 16 0,8 16 0,-8 8 0,11 11 0,-6 5 0,1 9 0,3-1 0,-7 8 0,6 0 0,-7 6 0,9 0 0,-12-2 0,1-2 0,-6-2 0,-7-8 0,-9 2 0,-4-11 0,-4-6 0,-7-9 0,-1-2 0,1-16 0,-6 8 0,-2-15 0,-2-2 0,6-10 0,-12-11 0,6-10 0</inkml:trace>
  <inkml:trace contextRef="#ctx0" brushRef="#br1" timeOffset="115">25847 11829 8912,'10'-8'0,"-2"-1"0,-8-9 0,0 1 0,0 0 0,2 9 0,3 8 0,-1 16 0,8 14 0,1 9 0,4 12 0,4 12 0,2 4 0,-2 2 0,-2 0 0,-1-1 0,-1 7-111,0-1 0,-8-5 111,-3-6 0,-4-9 0,-2-3 0,-2-11 0,-4-17 0,-11-7 0,-9-16 0</inkml:trace>
  <inkml:trace contextRef="#ctx0" brushRef="#br1" timeOffset="116">25744 11915 8912,'-17'0'0,"0"0"0,0 0 0,1-2 0,5-4 0,3-3 0,18-16 0,7-4 0,10-3 0,13-10 0,6-4 0,9-2 0,3 2 0,-1 4 0,-5 8 0,-3 9 0,-3 8 0,-6 9 0,-3 6 0,-16 12 0,-4 7 0,-13 15 0,-4 14 0,-8 6 0,-9 5 0,-2-1 0,-4 7 0,4-6 0,-6 4 0,4-2 0,4-3 0,-5-3 0,15-11 0,-5-6 0,7-5 0,3-18 0,11-1 0,8-22 0,10-9 0,6-6 0,1-3 0,8-9 0,4-1 0,2-4 0,0 0 0,-2 0 0,-8-6 0,-4 14 0,-11-2 0,-4 5 0,-9 8 0,-4-5 0,-4 12 0,-2-1 0,-8 11 0,-4 1 0,-9 3 0,-2 2 0,2 2 0,10 3 0,-4 5 0,3 7 0,-1 0 0,1 0 0,-1 3 0,7 3 0,0-2 0,6 7 0,0-7 0,0 2 0,0-4 0,0-2 0,0 1 0,0-1 0,2 0 0,4-2 0,6-3 0,3-5 0,-4-7 0,1 0 0,-1-2 0,7-3 0,-1 1 0,0-8 0,0-1 0,0 0 0,1 1 0,-1-1 0,0 7 0,0-1 0,0 3 0,1-2 0,-1 0 0,0 6 0,0 0 0,0 0 0,-7 0 0,5-7 0,-5-3 0</inkml:trace>
  <inkml:trace contextRef="#ctx0" brushRef="#br1" timeOffset="117">26639 11726 8912,'17'0'0,"-5"0"0,-1 0 0,-7 0 0,11 0 0,-1 0 0,5 2 0,4 3 0,0-3 0,-4 14 0,4-5 0,2 0 0,3 7 0,3-5 0,-8 10 0,0-2 0,-6 0 0,0 2 0,-2 0 0,-3-6 0,-4-5 0,-8-1 0,0-7 0,0 2 0,0-12 0,-8-6 0,-4-11 0,-1-3 0,2-9 0,-3 1 0,9-1 0,-1 3 0,6 1 0,0 3 0,0 7 0,2-10 0,3 8 0,7 2 0,9 8 0,2 1 0,7 1 0,-3 1 0,8 5 0,-1 3 0,-1 2 0,-5 0 0,3 2 0,-8 3 0,-6-1 0,-6 8 0,-7-1 0,4 6 0,-10-7 0,-4-4 0,-3-4 0,-8-2 0,-1 0 0,9 0 0,-7 0 0,5 0 0,3 7 0,-1-3 0,3 7 0,4 7 0,-4 5 0,4-2 0,-3 3 0,-1-1 0,0 2 0,6-2 0,0-4 0,0 4 0,0-9 0,0-3 0,0-7 0,0 3 0,8-14 0,3-5 0,-1-5 0,1-6 0,1-2 0,7-5 0,2 3 0,2 2 0,-6-3 0,-5 5 0,-1 7 0,6 1 0,1 4 0,-1 3 0,0 2 0,0 4 0,-5 2 0,-1 0 0,-1-2 0,1-3 0,4-5 0,-5-7 0</inkml:trace>
  <inkml:trace contextRef="#ctx0" brushRef="#br1" timeOffset="118">27499 11485 8912,'10'0'0,"5"8"0,-5 1 0,7 8 0,0 1 0,1-1 0,-1 0 0,-2 2 0,-4 4 0,5-4 0,-7 4 0,1-4 0,5-2 0,-13 1 0,6-9 0,-8-1 0,-2-16 0,-4-3 0,-2-10 0,-3-2 0,-4-8 0,11 10 0,-8-8 0,9 7 0,-3-5 0,4 2 0,2 2 0,0 6 0,0 0 0,8 7 0,3 2 0,4 3 0,3-1 0,-1 0 0,0 14 0,0 3 0,0 5 0,1 1 0,-1 0 0,0 0 0,0 0 0,0 1 0,-5-1 0,-3 0 0,-1 0 0,5-7 0,-11 5 0,6-13 0,-2 4 0,0-12 0,-3-6 0,-1-5 0,-2-6 0,0-1 0,0-5 0,8-4 0,-6 9 0,4-5 0,-5 6 0,-1 4 0,0 2 0,8 7 0,4 4 0,3 4 0,2 4 0,0 4 0,1 6 0,-3 3 0,-4 2 0,12-7 0,-11 5 0,11-6 0,-4 1 0,0-2 0,4-8 0,-4 0 0,4 0 0,2-8 0,-2-3 0,0-5 0,-6-1 0,-6-6 0,-1 0 0,-2 2 0,-5 2 0,-1-6 0,-4 6 0,-3-4 0,1 2 0,-8 2 0,-1 2 0,-2-2 0,-3 13 0,7 0 0,-1 6 0,3 2 0,-3 4 0,3 5 0,3 12 0,4-2 0,-3 8 0,3 0 0,2-3 0,2-1 0,3 0 0,5-6 0,7 4 0,0-6 0,0-5 0,1 3 0,6-13 0,5 2 0,4-8 0,1-7 0,1-5 0,-1-9 0,-5-1 0,-1-9 0,-7-1 0,2-2 0,-4-2 0,-1-8 0,-7 10 0,-1-8 0,-3-2 0,-3-2 0,-2-1 0,-2-1 0,-8 8 0,-3 4 0,1 6 0,-1 5 0,7 4 0,-11 16 0,13 5 0,-4 15 0,4 9 0,2 14 0,0 0 0,0 1 0,2 7 0,4 4 0,1 1 0,5-1 0,3 2 0,-3-6 0,3 0 0,2 0 0,0-10 0,3-1 0,1-10 0,2-6 0,-1 3 0,-4-17 0,-1 5 0,0-4 0,-2-4 0,-3-4 0,3-3 0,-3-8 0,-5-6 0,-1 0 0,-4-8 0,-2 3 0,0-5 0,0-1 0</inkml:trace>
  <inkml:trace contextRef="#ctx0" brushRef="#br1" timeOffset="119">28635 11004 8912,'-17'19'0,"0"4"0,0-21 0,7 13 0,2-13 0,8 5 0,8-12 0,5-3 0,8-2 0,4-1 0,4-6 0,4 0 0,-14-1 0,5 1 0</inkml:trace>
  <inkml:trace contextRef="#ctx0" brushRef="#br1" timeOffset="120">28876 10900 8912,'17'0'0,"-5"6"0,-1 0 0,-7 0 0,11-14 0,-11 4 0,8-7 0,-1 5 0,6-5 0,1 5 0,-1-6 0,2 9 0,2-3 0,2 4 0,-2 2 0,-2 0 0,-2 0 0,-1 8 0,-5 3 0,2 4 0,-7 2 0,0 6 0,-6 0 0,0 0 0,0-6 0,0-5 0,0-1 0,0-5 0,0 6 0,0-11 0,0-1 0,0-7 0,0-12 0,0-4 0,6 4 0,-1-4 0,3-2 0,-2 2 0,3-6 0,7 6 0,-5 2 0,4 10 0,-5-2 0,7 7 0,0-6 0,1 7 0,-3 1 0,-4 10 0,5 1 0,-7 7 0,3-3 0,-1 2 0,-7 3 0,2 1 0,3 0 0,-7-5 0,4-1 0,-4 0 0,4 1 0,-1-1 0,1-7 0,-6 4 0,0-16 0,-8-1 0,-1-9 0</inkml:trace>
  <inkml:trace contextRef="#ctx0" brushRef="#br1" timeOffset="121">29272 10522 8912,'0'-17'0,"2"2"0,4 3 0,-4-3 0,13 13 0,-4-6 0,5 1 0,1 5 0,0-6 0,8 8 0,2 0 0</inkml:trace>
  <inkml:trace contextRef="#ctx0" brushRef="#br1" timeOffset="122">29547 10591 8912,'0'-10'0,"0"3"0,8 7 0,-6-8 0,13 6 0,-13-5 0,13 14 0,-5 5 0,-1 3 0,5-4 0,-8 1 0,7-6 0,-2 5 0,-1-1 0,1 1 0,1 4 0,5-3 0,-7-5 0,5 3 0,-5-4 0,-1 5 0,5-1 0,-9 1 0,7 1 0,-7 5 0,3 0 0,-4 2 0,2 2 0,-2 2 0,-3 0 0,-1 2 0,0 4 0,0 3 0,0 2 0,-1 3 0,-5 1 0,-6 2 0,-3 0 0,-2-7 0,0-3 0,-1-1 0,7-14 0,-1 2 0,7-11 0,-7 0 0,6-4 0,-3-4 0,1-6 0,4-9 0,3 0 0,1-16 0,1 3 0,5-8 0,0 5 0,11-7 0,-3 13 0,8-7 0,-2 11 0,4-8 0,5 6 0,4-1 0,7 3 0,0-6 0,6 8 0,-6-2 0,8 4 0,-2 2 0,-6 0 0,-6 0 0,1-1 0,-9 1 0,1 0 0,-4 0 0,-4 0 0,-9-1 0,-3 1 0,1 0 0,-6 0 0,6-2 0,-10 0 0,-4 1 0,4-3 0,-13 14 0,3-5 0,-3-1 0,-2 9 0,0 6 0,-1 6 0,1 11 0,0 4 0,2 3 0,1 11 0,3 3 0,7-4 0,-4 6 0,8-7 0,0-1 0,0-7 0,8 3 0,4-7 0,3-2 0,10-2 0,7-7 0,10-3 0,2-1 0,10-2 0,1-14 0,8-5 0,2-8 0,-5-6 0,7-15 0,-6-2 0</inkml:trace>
  <inkml:trace contextRef="#ctx0" brushRef="#br1" timeOffset="123">31062 9783 8912,'15'-12'0,"-2"1"0,-3-2 0,-2-3 0,-5-1 0,-1 0 0,-2 0 0,0 0 0,0-1 0,-5 7 0,-3 1 0,-2 3 0,7 1 0,-5 21 0,8 8 0,0 8 0,6 9 0,1 2 0,3 2 0,1 0 0,6 2 0,1 3 0,-1-5 0,0 0 0,0 6 0,1-14 0,-3 6 0,-4 0 0,5-6 0,-7 3 0,1-7 0,-5-3 0,-3-8 0,-2-4 0,0-9 0,0-8 0</inkml:trace>
  <inkml:trace contextRef="#ctx0" brushRef="#br1" timeOffset="124">30976 10178 8912,'-12'0'0,"1"0"0,7 0 0,-4-2 0,8-3 0,10 1 0,7-8 0,8 1 0,11-8 0,4-2 0,6-2 0,2 0 0,-2 6 0,4 0 0,-5-1 0,-2 1 0,-3 0 0,-8 0 0,-9 0 0,8-8 0,-12-2 0</inkml:trace>
  <inkml:trace contextRef="#ctx0" brushRef="#br1" timeOffset="125">31337 9680 8912,'0'17'0,"0"0"0,0 0 0,0 1 0,2-1 0,4 0 0,-4 2 0,3 4 0,-1-2 0,2 8 0,-4-1 0,5 12 0,-7 0 0,0-1 0,0-3 0,0-2 0,0 1 0,0-1 0,0 1 0,-5-9 0,-1-3 0,0-4 0,6-9 0,2-3 0,4-7 0,3-9 0,9-8 0,1-8 0,4-9 0,-4-1 0,4 1 0,-4-1 0,0 7 0,0 1 0,0 2 0,-3 4 0,-3 10 0,4-3 0,0 9 0,-7-1 0,-1 13 0,-5 5 0,2 3 0,0 2 0,-1 3 0,3 1 0,2 1 0,-6 1 0,11-11 0,-4-1 0,5 3 0,-3-7 0,2-1 0,4-4 0,1-2 0,6 0 0,1-8 0,6-3 0,-5-4 0,5-10 0,-6 4 0,7-8 0,-2 6 0,-3-6 0,-6 7 0,-11-5 0,-7 2 0,-3 2 0,-4 8 0,-5 3 0,-11 7 0,-6 3 0,-9 9 0,2 7 0,3 7 0,1 4 0,-2 3 0,10 3 0,8-8 0,7 5 0,-2-3 0,4 0 0,2 0 0,8-2 0,11-8 0,15-2 0,10-1 0,14-8 0,3 3 0,8-7 0,-2-2 0,-4-3 0,2-1 0,-8-11 0,1-4 0,-7-14 0</inkml:trace>
  <inkml:trace contextRef="#ctx0" brushRef="#br1" timeOffset="126">26278 13325 8912,'-19'-6'0,"-3"-2"0,-2 1 0,-1-1 0,-2 4 0,2 2 0,0 4 0,4 4 0,2 11 0,2 12 0,2 3 0,3 3 0,5 5 0,7 2 0,3 4 0,9 7 0,1-3 0,16 3 0,1-7 0,3-4 0,1-2 0,1-5 0,-3-5 0,-1-5 0,-2-8 0,-6-11 0,3 0 0,-1-4 0,0-12 0,-2-7 0,-4-8 0,8-11 0,-6-2 0,0-4 0,-6-2 0,-7-4 0,1 6 0,-7-2 0,4 8 0,-4 1 0,-4 5 0,-4 12 0,4 1 0,-7 8 0,3 3 0,4 14 0,-4 11 0,5 13 0,8 4 0,5 10 0,3 2 0,2-6 0,6 0 0,2-7 0,2-1 0,1-7 0,7-4 0,-1-12 0,1-3 0,-1-8 0,1 0 0,-3-14 0,-3-5 0,-6-6 0,-6-3 0,-6-7 0,3 1 0,-9 0 0,-1-1 0,-9 1 0,-7-1 0,-11 9 0,-4-1 0,-7 8 0,0 2 0,-1-4 0,-3 19 0,2-4 0,3 4 0,4 8 0,3 1 0,6 3 0,7 3 0,9 3 0,-9 1 0,7 0 0,2 0 0,2-7 0,2-3 0,0-7 0</inkml:trace>
  <inkml:trace contextRef="#ctx0" brushRef="#br1" timeOffset="127">27086 13393 8912,'10'8'0,"-4"4"0,1 3 0,-1 2 0,0 0 0,0 6 0,-1 0 0,-1 0 0,-2 2 0,-2-6 0,2 2 0,4-8 0,-4 3 0,5-7 0,-9 1 0,-1-8 0,-3-10 0,2-9 0,2-12 0,2 2 0,0-5 0,0 3 0,0-3 0,8 5 0,1-5 0,1 3 0,5 4 0,-5 10 0,9 3 0,4 7 0,-4 3 0,6 4 0,-2 3 0,0 7 0,0 3 0,0 8 0,1 0 0,3-2 0,-6-2 0,6-4 0,-6-1 0,2-3 0,0-7 0,-6 4 0,0-8 0,1-8 0,-3-3 0,-2-5 0,-3-1 0,-3 0 0,-1-8 0,-6 4 0,0-8 0,0-1 0,-2 5 0,-4 2 0,-3 0 0,-8 6 0,0-4 0,-3 13 0,-1-3 0,-2 5 0,0 6 0,6 6 0,0 5 0,0 5 0,0 8 0,5 3 0,1 7 0,7-5 0,-2 0 0,-2-2 0,3 1 0,-1 3 0,6-8 0,0 0 0,2-8 0,4-4 0,-3 3 0,9-10 0,1-6 0,3-6 0,5-17 0,-2-5 0,-4-9 0,-2 3 0,-1-15 0,-1-1 0,-7 0 0,2-5 0,-4-2 0,-4 2 0,-4 1 0,-3 8 0,-9 4 0,3 4 0,4 8 0,-5 13 0,14 11 0,-5 16 0,7 9 0,2 12 0,3 3 0,5 10 0,7-6 0,0 6 0,1 0 0,-1-5 0,2 3 0,2-6 0,2-5 0,0 3 0,-6-13 0,0 2 0,1-7 0,-9 1 0,6-13 0,-3 4 0,-3-4 0,3-2 0,-3-2 0,5-6 0,-3-9 0,-1-2 0,3-10 0,-3-1 0,-3-3 0,7-1 0,-12 7 0,4 4 0,-5 4 0,-1 2 0,0 0 0,8 7 0,-6 2 0,11 16 0,-5 5 0,0 7 0,-1 2 0,7 1 0,-10-4 0,7 2 0,2 2 0,-5-7 0,5-1 0,-5-5 0,2-1 0,1-1 0,1-8 0,-1 0 0,-7-2 0,4-4 0,-1-5 0,-5-12 0,6-4 0</inkml:trace>
  <inkml:trace contextRef="#ctx0" brushRef="#br1" timeOffset="128">27723 12620 8912,'-7'27'0,"-1"-3"0,-6-6 0,3-1 0,1 6 0,-1 0 0,3 0 0,8-6 0,0 0 0,0-6 0,0 1 0,2-8 0,4 1 0,5-3 0,5-4 0,1-3 0,-2-7 0,-3-3 0,3-2 0,-11 0 0,7-1 0,-7 1 0,2 0 0,-4 0 0,-2 0 0,0-1 0,-8 1 0,-1 8 0,-9 3 0,1 4 0,0 10 0,7 1 0,3 8 0</inkml:trace>
  <inkml:trace contextRef="#ctx0" brushRef="#br1" timeOffset="129">28085 12499 8912,'-8'-9'0,"6"3"0,-4 12 0,6 11 0,4 12 0,2 3 0,7 3 0,-1 1 0,3 2 0,2 2 0,0 8 0,1-10 0,-1 6 0,0-2 0,0-2 0,-1-5 0,-5-3 0,-5-3 0,-4 3 0,-2-18 0,-2 1 0,-4-6 0,-11-3 0,-10-6 0</inkml:trace>
  <inkml:trace contextRef="#ctx0" brushRef="#br1" timeOffset="130">28033 12929 8912,'17'0'0,"0"-7"0,1-1 0,-1-5 0,0 1 0,0 1 0,0-7 0,3 1 0,2 0 0,3 0 0,4 0 0,3 0 0,-3-1 0,-4 1 0,6 6 0,-8 1 0,-2 2 0,5 3 0,-12 5 0,3 0 0,-2 0 0,-5 7 0,-1 5 0,-1 3 0,4 2 0,-7 1 0,1 1 0,-6 4 0,0-4 0,0 4 0,6-4 0,-1-2 0,1 0 0,-6 0 0,0-7 0,-7-10 0,-3-10 0</inkml:trace>
  <inkml:trace contextRef="#ctx0" brushRef="#br1" timeOffset="131">28325 12327 8912,'-5'18'0,"-1"-1"0,-7 0 0,5 2 0,-3 2 0,5 2 0,4 8 0,2-10 0,0 7 0,2-9 0,2 1 0,1-7 0,9-9 0,-5 3 0,8-7 0,-5 0 0,-1-2 0,1-5 0,-3-10 0,-1-1 0,-8-6 0,0 5 0,0-4 0,-8 3 0,1-4 0,-7 8 0,3 5 0,-1 3 0,-5 1 0,0 5 0,6-4 0,1 12 0,2 5 0,3 4 0,7 3 0,3-1 0,5 0 0,15 0 0,1 0 0</inkml:trace>
  <inkml:trace contextRef="#ctx0" brushRef="#br1" timeOffset="132">28687 12585 8912,'-2'-9'0,"-4"3"0,4 4 0,-5 2 0,7 8 0,0 5 0,0 8 0,0-2 0,0 14 0,0-5 0,0 5 0,7-4 0,3-3 0,1-1 0,1-4 0,-8-9 0,11 1 0,-4-7 0,5-1 0,-1-6 0,-2-7 0,-1-9 0,-3-8 0,3-9 0,-4-1 0,-8 1 0,0-1 0,0 7 0,0-1 0,-2 8 0,-4-2 0,-6 4 0,-3 4 0,-2 3 0,7 5 0,-5-1 0,5-2 0</inkml:trace>
  <inkml:trace contextRef="#ctx0" brushRef="#br1" timeOffset="133">28876 12551 8912,'10'8'0,"-3"-6"0,-7 5 0,8-7 0,-6 0 0,11 2 0,-7 4 0,6-2 0,-7 7 0,9 1 0,-5 5 0,1 0 0,5 0 0,-5 0 0,1 1 0,1-1 0,-9 0 0,7 0 0,-4 0 0,-4-7 0,5-2 0,-7-10 0,0-4 0,0-4 0,0-7 0,0-8 0,0-1 0,0-11 0,0-3 0,2 6 0,4-1 0,3 3 0,9 9 0,-1 2 0,0 2 0,2 9 0,4 5 0,-4 3 0,14 2 0,-5 2 0,5 3 0,1 5 0,1 11 0,-1-2 0,1-4 0,-1-3 0,-1-1 0,-3-5 0,-1-4 0,-8-10 0,4-1 0,-8-9 0,-2 1 0,-3 0 0,-5 0 0,-7 0 0,0-1 0,-3 1 0,-9 0 0,1 0 0,-12 0 0,-4-1 0,8 1 0,-4 2 0,4 4 0,3 1 0,3 6 0,2-2 0,-1 8 0,2 2 0,5 8 0,-3 1 0,2 10 0,1-4 0,5 4 0,0-4 0,0-2 0,0 0 0,0 1 0,2-3 0,3-4 0,-3 5 0,8-14 0,-5 3 0,-1-10 0,8-7 0,-3-5 0,3-6 0,3-2 0,-3-3 0,1-3 0,0 8 0,-1 2 0,-1 2 0,7 9 0,-1-3 0,0 7 0,0 2 0,0 3 0,1 6 0,-1 3 0,0 1 0,0-5 0,0 2 0,3-4 0,1-2 0,3 0 0,3 0 0,-6-8 0,10-1 0,-8-10 0,-2-4 0,-2-4 0,-4-7 0,-3-1 0,-7 1 0,-3-8 0,-2-4 0,-7-11 0,-11 1 0,-10-7 0,-12 8 0,-4-3 0,0 7 0,3 5 0,7 14 0,5 14 0,5 9 0,6 9 0,7 17 0,1 12 0,3 13 0,1 7 0,8 11 0,4 3 0,5 3 0,6-4 0,6-5 0,6-4 0,3-1 0,3 0 0,5-3 0,2-1 0,2-2 0,-6-8 0,10 0 0,-10-3 0,-5 7 0,-6-2-60,-18 9 1,-9 3 0,-9 9 0</inkml:trace>
  <inkml:trace contextRef="#ctx0" brushRef="#br1" timeOffset="134">27861 14391 8912,'-17'26'0,"-1"-3"0,3-4 0,4 1 0,5 2 0,4 7 0,2 6 0,2 3 0,4 2 0,11 2 0,12-2 0,3 4 0,1 0 0,-5-4 0,5-6 0,-6-3 0,1-2 0,1 1 0,-10-5 0,-2-2 0,-7-12 0,-26-3 0,-3-8 0</inkml:trace>
  <inkml:trace contextRef="#ctx0" brushRef="#br1" timeOffset="135">27637 14477 8912,'6'-12'0,"2"1"0,1-3 0,3 5 0,5-5 0,0-5 0,8 2 0,5-6 0,7 4 0,3 2 0,0 0 0,-6 1 0,1 5 0,-1 5 0,-7 4 0,-2 10 0,-10 5 0,-3 8 0,-5 6 0,-7 9 0,0 3 0,0 1 0,-7 7 0,-3-3 0,-9 8 0,-4 0 0,4-9 0,-4-2 0,4-5 0,2-2 0</inkml:trace>
  <inkml:trace contextRef="#ctx0" brushRef="#br1" timeOffset="136">28119 14356 8912,'10'-17'0,"-3"6"0,-7-1 0,0-1 0,0-2 0,0 3 0,2 1 0,4-3 0,-2 5 0,7-3 0,3 8 0,8-1 0,-2-5 0,12 8 0,-5-2 0,0 8 0,5 4 0,-5 7 0,2 0 0,-1 4 0,-7 3 0,2-5 0,-9-2 0,-3-4 0,-7 5 0,4-7 0,-8 8 0,0-7 0,-2-2 0,-4-8 0,4 0 0,-6-10 0,8-7 0,0-2 0,2-8 0,4 0 0,5 1 0,-3-3 0,7 2 0,-3 4 0,3 4 0,2 2 0,-5 2 0,-3 1 0,-1 3 0,-2 7 0,-6-2 0,0 12 0,0 4 0,0 1 0,0 0 0,6 1 0,-1 5 0,1 0 0,-4 1 0,4-1 0,5 0 0,-3-8 0,7-1 0,-3-8 0,3 0 0,-6-8 0,7-1 0,-5-8 0,4 0 0,-5-1 0,3-5 0,-7-1 0,-2-3 0,-2 6 0,-2-2 0,0-4 0,-2 10 0,-4 0 0,-5 0 0,-10 7 0,-2 0 0,2 5 0,2 3 0,1 2 0,1 0 0,2 7 0,3 5 0,5 3 0,7 2 0,0 1 0,0-7 0,2-1 0,3-3 0,7-1 0,9-6 0,2 0 0,8-8 0,-5-1 0</inkml:trace>
  <inkml:trace contextRef="#ctx0" brushRef="#br1" timeOffset="137">28876 13806 8912,'8'-9'0,"-6"-7"0,5 12 0,-7-7 0,-7 0 0,5 1 0,-6-5 0,8 13 0,2-4 0,4 12 0,1 9 0,9 10 0,1 2 0,-4 1 0,12 7 0,-8-1 0,1 0 0,-1-1 0,0-4 0,-5 3 0,-1-3 0,-7-4 0,2-3 0,-5-2 0,-1-11 0,0-1 0,0-8 0,0-14 0,0-3 0,0-10 0,0 5 0,0-7 0,0 6 0,0 2 0,8-6 0,-4 8 0,7-2 0,3 8 0,1-3 0,10 9 0,2-7 0,-1 3 0,7 7 0,-4-2 0,-3 6 0,3 6 0,-8-2 0,2 9 0,-6 5 0,-5 3 0,-5 1 0,-7 1 0,0 2 0,0 2 0,-7-6 0,3 4 0,-8-8 0,3 0 0,-4-2 0,1-3 0,8-4 0,-11-8 0,13-8 0,-6-2 0</inkml:trace>
  <inkml:trace contextRef="#ctx0" brushRef="#br1" timeOffset="138">29444 13703 8912,'-17'0'0,"7"8"0,-3-5 0,5 7 0,-1-2 0,5 13 0,-10-8 0,9 14 0,1-2 0,2 5 0,2-3 0,0 7 0,0 1 0,0-1 0,0-7 0,0-4 0,0-4 0,2-10 0,4-3 0,-3-6 0,9-6 0,1-7 0,3-8 0,-7-6 0,6-1 0,-5-1 0,0-2 0,5-1 0,-11-1 0,7 5 0,-7-3 0,2 8 0,1 0 0,-1 6 0,2 0 0,-2 0 0,-5 7 0,9 8 0,-4 8 0,-2 7 0,7-1 0,1 3 0,5 2 0,0 1 0,0-1 0,0-2 0,2-2 0,4-1 0,-3-1 0,10-1 0,-7-4 0,-2-5 0,-2-1 0,-2 0 0,8-7 0,2-3 0</inkml:trace>
  <inkml:trace contextRef="#ctx0" brushRef="#br1" timeOffset="139">29685 13273 8912,'0'10'0,"0"5"0,2-4 0,4 5 0,-1 9 0,13 3 0,-5 5 0,18 9 0,-7 2 0,3 0 0,0 3 0,2-7 0,-5-1 0,1-3 0,-6-9 0,1-2 0,-9-8 0,-5-6 0,5 1 0,-7-9 0,4 5 0,-8-16 0,0-1 0,0-8 0,0 0 0,0-3 0,0-1 0,0-2 0,0-5 0,0 3 0,2 0 0,3 0 0,-3 2 0,14 6 0,-5 0 0,4 0 0,3 0 0,-1 5 0,0 1 0,6 7 0,0-2 0,6 4 0,-7 4 0,0 4 0,-3 3 0,-2 9 0,-8 6 0,-3 3 0,-4 0 0,-2 4 0,-2-7 0,-4 3 0,-3 2 0,-10 3 0,-2-1 0,-2-3 0,-8-7 0,2 2 0,-1-5 0,1-7 0,-3 4 0,13-13 0,-4 0 0,4-11 0,9-3 0,-5-20 0,5 5 0</inkml:trace>
  <inkml:trace contextRef="#ctx0" brushRef="#br1" timeOffset="140">30270 13411 8912,'0'9'0,"8"-1"0,-6-1 0,7 3 0,-3 7 0,-2-1 0,5-3 0,1-2 0,-1 3 0,-5 1 0,12 0 0,-7-1 0,1-3 0,5-7 0,-5 9 0,7-7 0,0 0 0,0-8 0,-2-4 0,-3-5 0,-4-5 0,-8-3 0,0-4 0,-2-5 0,-4-12 0,-11-4 0,-10-8 0</inkml:trace>
  <inkml:trace contextRef="#ctx0" brushRef="#br1" timeOffset="141">30201 13032 8912,'-11'23'0,"-1"0"0,1 0 0,-1-6 0,1 1 0,7-7 0,-2 0 0,4-7 0,2 4 0,0-8 0,2-6 0,4 0 0,-2-7 0,7 2 0,-7-5 0,2-1 0,3 0 0,-7 7 0,6 1 0,-8 3 0,0 4 0,0-5 0,0 7 0,0 0 0,8 7 0,1 3 0</inkml:trace>
  <inkml:trace contextRef="#ctx0" brushRef="#br1" timeOffset="142">30511 12860 8912,'0'-17'0,"-2"0"0,-4 0 0,4 7 0,-13-5 0,13 13 0,-5-2 0,7 16 0,0 11 0,7 7 0,5 5 0,3 7 0,8 0 0,0 4 0,2 1 0,-4-5 0,2 2 0,0-6 0,-6 3 0,0-7 0,0-5 0,0-1 0,1-10 0,-7 1 0,1-14 0,-9 1 0,11-8 0,-7-5 0,3-11 0,-6 1 0,9-15 0,-7 3 0,0-2 0,-6 1 0,0 1 0,2 8 0,3-2 0,-3 4 0,4 2 0,-4 7 0,0 5 0,4 10 0,-4 5 0,11 7 0,-5 0 0,1 1 0,-3-1 0,3 0 0,1-2 0,0-3 0,-7 3 0,13-13 0,-7 6 0,8-8 0,-5-2 0,-1-4 0,1-11 0,5-10 0</inkml:trace>
  <inkml:trace contextRef="#ctx0" brushRef="#br1" timeOffset="143">30855 12585 8912,'-17'18'0,"0"-1"0,0 0 0,-1 0 0,7 0 0,-1 1 0,-1-1 0,5 0 0,3 0 0,3-7 0,2 5 0,0-5 0,7-1 0,5-3 0,-3-4 0,3-2 0,1 0 0,-3-6 0,1 0 0,-7-7 0,4 9 0,-8-7 0,0-1 0,0-5 0,0 0 0,0 0 0,0-1 0,0 1 0,0 0 0,0 0 0</inkml:trace>
  <inkml:trace contextRef="#ctx0" brushRef="#br1" timeOffset="144">31010 12568 8912,'0'-17'0,"0"0"0,0 0 0,0-1 0,0 1 0,0 8 0,0 9 0,0 11 0,0 12 0,2 4 0,4 0 0,-2 5 0,7-3 0,0 1 0,-1-1 0,5 3 0,-5-13 0,5 4 0,-3-3 0,3-3 0,-7 0 0,5-2 0,-2-3 0,1 3 0,5-13 0,0 4 0,1-10 0,-1-2 0,0-7 0,0 3 0,-2-1 0,-1 1 0,-3 2 0,-5-3 0,6 5 0,1 2 0,2-5 0,0 5 0,-3-7 0,3 5 0,-3-6 0,-3 9 0,3-3 0,1 4 0,-5-6 0,1 6 0,-5-5 0,2-1 0,0 6 0,1-5 0,-5 7 0,6 0 0,-6 0 0,4 0 0,-5 7 0,7 5 0,0 5 0,3 6 0,-3-4 0,7 13 0,-3-3 0,3 3 0,2 3 0,-2-1 0,-1 1 0,-3-1 0,-7 0 0,4-1 0,-6-3 0,1-3 0,3-2 0,0-2 0,-14-15 0,-3-8 0,-4-10 0,-3-13 0,-7-11 0,-1-10 0</inkml:trace>
  <inkml:trace contextRef="#ctx0" brushRef="#br1" timeOffset="145">31062 12671 8912,'-25'25'0,"6"-13"0,-4-1 0,9-7 0,3-4 0,7 0 0,-2-2 0,12-4 0,11-3 0,20-18 0,14-7 0,22-14 0,-31 19 0,2-1 0,0-1 0,0 0-134,0 4 0,0-1 1,-4-1-1,0 1 134,40-18 0,-9-2 0,-2 8 0,-15 0 0,-12 6 0</inkml:trace>
  <inkml:trace contextRef="#ctx0" brushRef="#br1" timeOffset="146">26295 16454 8912,'-23'11'0,"0"1"0,8-8 0,-8 1 0,4-3 0,1-2 0,1 0 0,0 0 0,0 0 0,0 0 0,-1 0 0,7-2 0,1-3 0,3-7 0,-5 3 0,6-3 0,-5 1 0,5-7 0,-1 3 0,1 4 0,4-5 0,-6 5 0,3-4 0,-1-3 0,-2 7 0,2 0 0,5 5 0,-5-6 0,4 7 0,2-7 0,0 8 0,0-3 0,0 14 0,0 5 0,0 11 0,0 5 0,2 11 0,4 1 0,-3 13 0,9-1 0,-6 5 0,5 0 0,-5 10 0,5 8 0,-7-1-654,2-5 654,-4-8 0,3-2 0,1-11 0,-2-8 0,-2-2 0,-2-15 0,0 0 0,0-13 0,-8-18 0,-1-18 0,-8-18 0</inkml:trace>
  <inkml:trace contextRef="#ctx0" brushRef="#br1" timeOffset="147">26123 16488 8912,'0'-17'0,"0"0"0,0 5 0,2 3 0,3 1 0,-3 2 0,8 8 0,-4 6 0,5 9 0,2 8 0,-1 9 0,3 8 0,-5-3 0,7 7 0,0 1 0,-5 9 0,-1 1 0,1-2 0,-3-1 0,7-3 0,-15-5 0,5 0 0,-4-10 0,-2-1 0,-2-5 0,-5-12 0,-11-9 0,-7-5 0,-17-12 0,-2-1 0</inkml:trace>
  <inkml:trace contextRef="#ctx0" brushRef="#br1" timeOffset="148">25865 16505 8912,'15'-1'0,"-4"-5"0,3 2 0,-8-8 0,7 1 0,-9-4 0,7 3 0,3-3 0,9 4 0,5-5 0,7 5 0,5-1 0,10 3 0,7-3 0,6 5 0,-6 7 0,1 2 0,-7 3 0,-11 7 0,-9 11 0,-14 5 0,-7 5 0,-20 1 0,-9 6 0,-15 0 0,-14 6 0,-4-6 0,-1-1 0,-7-1 0,3 2 0,0-11 0,5 1 0,2-18 0,5-7 0,2-3 0,1-17 0,-2-4 0</inkml:trace>
  <inkml:trace contextRef="#ctx0" brushRef="#br1" timeOffset="149">27138 15869 8912,'-8'-15'0,"-3"4"0,-4 5 0,-3 4 0,-1 4 0,-4 4 0,-11 11 0,-10 15 0,-2 12 0,0 13 0,8 16 0,0 9 0,7 8 0,18-42 0,3 1-84,3 2 0,3 0 1,-1 0-1,2 1 1,3-1-1,0 1 84,0-1 0,0 1 0,3 4 0,2-1 0,6 35 0,10-6 0,2-15 0,15-10 0,-13-15 0,14-6 0,-3-8 0,-4-7 61,-1-4 1,-2-1-62,5-1 0,0-8 0,-1-1 0,-4-8 0,3-15 0,-5-4 0</inkml:trace>
  <inkml:trace contextRef="#ctx0" brushRef="#br1" timeOffset="150">27138 16282 8912,'-8'9'0,"-3"-3"0,-2-2 0,1 2 0,4-2 0,8 7 0,0 2 0,2 5 0,4 3 0,6 3 0,5 3 0,6 4 0,-4-5 0,6 3 0,-2 0 0,0-2 0,1-3 0,-3-6 0,2-1 0,0-2 0,-5-3 0,-9-5 0,-1-7 0,-8-7 0,0-3 0</inkml:trace>
  <inkml:trace contextRef="#ctx0" brushRef="#br1" timeOffset="151">27586 16213 8912,'17'0'0,"0"0"0,0 0 0,-2-2 0,-3-4 0,-4 5 0,-8-7 0,0 16 0,-8 3 0,-4 12 0,-5 4 0,-6 7 0,-3 6 0,-9 0 0,1 6 0,1-6 0,4-1 0,-1-3 0,7-2 0,-2-9 0,4-6 0,-2-5 0,0-11 0,6 5 0</inkml:trace>
  <inkml:trace contextRef="#ctx0" brushRef="#br1" timeOffset="152">27293 16609 8912,'0'9'0,"8"6"0,-6-13 0,5 8 0,-7-4 0,6-3 0,0 11 0,-3 5 0,7 2 0,1 13 0,5-1 0,1 13 0,0 1 0,0 3 0,8 9 0,-6-5 0,4 3 0,-4-3 0,-1-12 0,-1-8 0,-8 0 0,7-15 0,-14-1 0,1-13 0,-14-10 0,0-5 0,-22-7 0,6 0 0</inkml:trace>
  <inkml:trace contextRef="#ctx0" brushRef="#br1" timeOffset="153">27964 16952 8912,'-11'0'0,"-1"0"0,8-1 0,-1-5 0,-5 4 0,8-6 0,-6 16 0,8 3 0,2 5 0,4 1 0,-2 0 0,7 0 0,-5 0 0,4 1 0,-3-1 0,5 0 0,-6 0 0,1 0 0,-1 1 0,-2-3 0,7-4 0,-7 5 0,4-14 0,-1 13 0,3-6 0</inkml:trace>
  <inkml:trace contextRef="#ctx0" brushRef="#br1" timeOffset="154">27912 16626 8912,'-7'9'0,"-3"5"0,-7-9 0,6 1 0,-1-6 0,8 2 0,-1 4 0,-5-4 0,8 5 0,-4-7 0,12 0 0,-4 0 0,13-2 0,-3-1 0,3-3 0,-5-7 0,-3 9 0,-7-8 0,0 8 0,0-11 0,0 13 0,-2-5 0,-3 7 0,-5 0 0,-1 0 0,-1 0 0,6 5 0,-3 3 0,1 2 0,2-7 0,6 5 0</inkml:trace>
  <inkml:trace contextRef="#ctx0" brushRef="#br1" timeOffset="155">28205 16437 8912,'-8'9'0,"-3"-3"0,-4-4 0,-3-2 0,11-8 0,7-3 0,9-5 0,14-1 0,6 0 0,3-2 0,3-4 0,-3 6 0,-3 0 0,2-1 0,-7 9 0,1-1 0,0 3 0,-4-1 0,-9 6 0,3-5 0,-5 14 0,7 3 0</inkml:trace>
  <inkml:trace contextRef="#ctx0" brushRef="#br1" timeOffset="156">28325 16695 8912,'-17'5'0,"0"1"0,0-2 0,7-2 0,3-2 0,7 0 0,9-8 0,8-3 0,10-5 0,8-7 0,5 1 0,4 0 0,0 3 0,-2-5 0,-8 10 0,1-3 0,-1 2 0,-7-1 0,-2 7 0,-8-6 0,0 5 0</inkml:trace>
  <inkml:trace contextRef="#ctx0" brushRef="#br1" timeOffset="157">28773 16093 8912,'0'-17'0,"0"-1"0,-8 1 0,6 6 0,-3-1 0,3 10 0,2 2 0,0 10 0,0 5 0,5 10 0,3 4 0,2 3 0,1 10 0,1-6 0,-3 5 0,-1-5 0,5 4 0,-1 0 0,-3 0 0,3-5 0,-8-7 0,3 1 0,-1 0 0,0-3 0,-1-1 0,-5-15 0,-7 5 0,-3-5 0</inkml:trace>
  <inkml:trace contextRef="#ctx0" brushRef="#br1" timeOffset="158">29151 15663 8912,'-1'-15'0,"-3"1"0,-4 3 0,0-3 0,-1-1 0,1-2 0,1 0 0,-1 5 0,2 1 0,4-1 0,-5 5 0,9 9 0,3 13 0,5 12 0,7 15 0,0 9 0,0 5 0,1 12 0,-1 7 0,0 1 0,0 8 0,1-3 0,-1 8-1195,0 3 1195,-7 0 0,3-20 0,-5-7 0,-1-7 0,1-9 0,-2-16 0,-6-4 0,5-14 0,1-4 0,2-7 0,-3 2 0,-3-4 0,6-2 1195,0-8-1195,1-1 0,1-16 0,-3-2 0</inkml:trace>
  <inkml:trace contextRef="#ctx0" brushRef="#br1" timeOffset="159">29461 15629 8912,'-9'-8'0,"1"-2"0,8-7 0,2 6 0,4 1 0,5 3 0,10-5 0,4 6 0,0 3 0,0 1 0,5 2 0,-1 0 0,2 2 0,-3 3 0,5 5 0,-14 7 0,2 2 0,-6 2 0,-3 2 0,-8 8 0,1-3 0,-3 5 0,-2 1 0,-7-5 0,-5-1 0,-5-5 0,-6 6 0,2-2 0,-8 3 0,-1-1 0,3-8 0,0 0 0,2-8 0,-5 3 0,3-7 0</inkml:trace>
  <inkml:trace contextRef="#ctx0" brushRef="#br1" timeOffset="160">29857 15491 8912,'-17'0'0,"5"0"0,1 0 0,7 8 0,-5 1 0,5 10 0,-2 4 0,2 6 0,2 3 0,2 5 0,0 3 0,0-4 0,6 12 0,2-8 0,1-2 0,3-7 0,7-5 0,2-1 0,2-4 0,0-2 0,2-9 0,1-4 0,1-4 0,13-18 0,-3-3 0</inkml:trace>
  <inkml:trace contextRef="#ctx0" brushRef="#br1" timeOffset="161">30167 15646 8912,'0'-10'0,"-8"3"0,6 14 0,-5 5 0,7 11 0,0-4 0,5 6 0,1-8 0,0 0 0,1 0 0,1 0 0,5 0 0,-1 1 0,-8-1 0,5-6 0,-3 1 0,-4-1 0,6 6 0</inkml:trace>
  <inkml:trace contextRef="#ctx0" brushRef="#br1" timeOffset="162">30236 15353 8912,'-18'8'0,"9"-6"0,-5 8 0,7-7 0,-3 3 0,1 2 0,-3-2 0,5-5 0,-1 15 0,6-12 0,-4 7 0,4-7 0,10 3 0,-4-7 0,7 0 0,1-7 0,-1-1 0,1-3 0,-8-5 0,3 7 0,-9-3 0,-3 1 0,1 7 0,-8-2 0,1 4 0,-6 2 0,7 0 0,2 8 0,1-6 0,-3 6 0</inkml:trace>
  <inkml:trace contextRef="#ctx0" brushRef="#br1" timeOffset="163">30253 14820 8912,'7'-15'0,"7"4"0,9 5 0,11 4 0,8 4 0,10 6 0,0 9 0,-1 17 0,-1 22 0,-4 16 0,-25-28 0,-2 2 0,-3 6 0,-3 3 0,-2 2 0,-1 1 0,-3 1 0,-3 2 0,-2 2 0,-4 0 0,-4-2 0,-3 0 0,-4 3 0,-3 0 0,0-1 0,-2-2-294,-2 0 1,0-1-1,1-1 1,-1-2 293,-2-4 0,-2-2 0,1-4 0,1 1 0,0 1 0,0-1 0,-22 38 0,-4-7 0,-6-7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6T02:53:23.196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28756 8150 8912,'-23'0'0,"-2"0"0,-2 0 0,-2 0 0,1 0 0,1 0 0,0 1 0,0 5 0,-1 4 0,-7 7 0,3 10 0,1 7 0,3 12 0,-3 9 0,6 6 0,2 8-122,4 8 0,4 3 1,3 12 121,9-44 0,1 1 0,0 43 22,2-6 1,0-8-1,3-11 1,7-6-23,7-9 0,12-16 0,0-13 0,3-4 0,3-4 0,1-1 0,4-3 0,-2-7 0,8 2 0,-8-5 0,4-2 0,-7-5 0,-6-2 0,-1-3 0,1 3 0</inkml:trace>
  <inkml:trace contextRef="#ctx0" brushRef="#br0" timeOffset="1">29341 8648 8912,'-2'-13'0,"-4"-4"0,-3 5 0,-9-5 0,1 0 0,0 5 0,0 5 0,-2-1 0,-4 8 0,-6 0 0,2 10 0,-1 7 0,-1 9 0,-6 13 0,3 3 0,3 2 0,4 9 0,16 3 0,3 5 0,4-2 0,2-2 0,8-7 0,3-4 0,5-6 0,8-4 0,3-3 0,8-7 0,-1-8 0,2-3 0,3-9 0,3-5 0,2-4 0,-6-7 0,4-9 0,-8-4 0,1-19 0,-1-11 0</inkml:trace>
  <inkml:trace contextRef="#ctx0" brushRef="#br0" timeOffset="2">29719 8493 8912,'0'-17'0,"-2"6"0,-3-1 0,3 1 0,-13-4 0,5 1 0,0 3 0,1 7 0,3-2 0,4 4 0,-5 6 0,7 8 0,0 12 0,0 13 0,0 7 0,0 7 0,0 3 0,0 3 0,0-4 0,0 12 0,0-7 0,0 5 0,0-6 0,0 0 0,0-7 0,0-4 0,-2-6 0,-2-11 0,-2-6 0,0-4 0,6-14 0,0-10 0,0-5 0,2-22 0,4 3 0,5-3 0,5-3 0,1 1 0,0-1 0,0 1 0,8 7 0,-6 2 0,4 10 0,-4 4 0,4-3 0,0 9 0,-4 5 0,-5 9 0,1 3 0,-11 20 0,5-3 0,-1 3 0,6 3 0,-11-3 0,9-1 0,1-3 0,3-7 0,6 2 0,3-11 0,2-7 0,-6-3 0,10-4 0,-8-3 0,7-5 0,-3-7 0</inkml:trace>
  <inkml:trace contextRef="#ctx0" brushRef="#br0" timeOffset="3">30287 8786 8912,'-17'0'0,"0"0"0,0 0 0,-1 5 0,1 1 0,-6 8 0,-2-3 0,1 6 0,-1 6 0,2-4 0,7 12 0,3-6 0,2 1 0,7-5 0,-4 10 0,8-8 0,0-2 0,6-2 0,2-4 0,1-1 0,4-3 0,3-7 0,1 4 0,0-10 0,0-4 0,1-4 0,-1-9 0,-2-2 0,-3-2 0,3-7 0,-7 3 0,5-5 0,-2 3 0,-7-4 0,4 14 0,-6-2 0,3 8 0,-3-2 0,4 3 0,-4 5 0,-2 1 0,0 12 0,0 5 0,0 4 0,0-3 0,0-1 0,0 1 0,0 5 0,2 0 0,4 0 0,-4 0 0,11-5 0,-5-3 0,1-1 0,-3-2 0,5-6 0,3 0 0,1 0 0,2 0 0,1-2 0,1-4 0,4-5 0,-4-5 0,7 5 0,-4 0 0,0-3 0,1 5 0,-5-1 0,-1 2 0,-8 3 0,5 7 0,-9 3 0,-1 5 0,-9 7 0,1 6 0,-8 0 0,7 2 0,-5-4 0,2 2 0,3 0 0,5-6 0,0-8 0,7-1 0,3-8 0</inkml:trace>
  <inkml:trace contextRef="#ctx0" brushRef="#br0" timeOffset="4">30614 8442 8912,'-34'-10'0,"5"-3"0,0 7 0,8 0 0,-2 5 0,4-5 0,10 4 0,3 0 0,12 8 0,11 7 0,12-1 0,3 3 0,3 2 0,-1 0 0,2 0 0,5 1 0,-5 6 0,6 3 0</inkml:trace>
  <inkml:trace contextRef="#ctx0" brushRef="#br0" timeOffset="5">30838 8751 8912,'-17'12'0,"0"-3"0,-1-1 0,9-2 0,-1 1 0,4 5 0,5-5 0,-7 9 0,8-5 0,0 4 0,0 3 0,0-1 0,2 0 0,4 0 0,-5 0 0,5 1 0,-2-3 0,2-4 0,-4 5 0,7-14 0,-3 3 0,-4-3 0,13-2 0,-11-13 0,7-4 0,-1-12 0,3 0 0,-1-3 0,-6-8 0,5 0 0,2 1 0,3 3 0,-7 2 0,7 5 0,-5 2 0,4 2 0,3 3 0,-1 6 0,0 5 0,0 5 0,0 4 0,1 6 0,-3 7 0,-4 12 0,5 8 0,-7 5 0,7 4 0,-5 6 0,4 4 0,-13 1 0,4 1 0,-4 0 0,-10-1 0,-1 1 0</inkml:trace>
  <inkml:trace contextRef="#ctx0" brushRef="#br0" timeOffset="6">30304 9766 8912,'-17'0'0,"0"0"0,0 0 0,0 0 0,-1-8 0,9-1 0,9-1 0,9 4 0,9 10 0,-1 4 0,0 1 0,0 3 0,0 5 0,1 0 0,-9 0 0,5 6 0,-7 0 0,3-2 0,-6-2 0,3-2 0,-7 3 0,0 2 0,-2-4 0,-1 1 0,-5-8 0,-2-3 0,7 5 0,-13-11 0,5 4 0,3-14 0,2-9 0,4-8 0,2-9 0,0-1 0,8-5 0,4 0 0,9-6 0,2 6 0,7 2 0,-3 9 0,0 6 0,5 6 0,-3 4 0,3 1 0,3 9 0,-1-5 0</inkml:trace>
  <inkml:trace contextRef="#ctx0" brushRef="#br0" timeOffset="7">30717 9783 8912,'-24'8'0,"5"-7"0,-4 5 0,-4-4 0,13-2 0,-1-2 0,6-4 0,3 5 0,6-7 0,2 16 0,3 3 0,5 4 0,7 2 0,0 1 0,1-1 0,-9 0 0,7-2 0,-5-1 0,4-3 0,2-7 0,1 4 0,-1-8 0,0 0 0,-7-8 0,3-2 0,-5-7 0,-1-2 0,3-2 0,-1-2 0,-5 0 0,10 6 0,-9 0 0,-1 0 0,-2 0 0,0 7 0,4 4 0,-4 4 0,5 4 0,-7 6 0,0 9 0,2 2 0,2 10 0,2-1 0,-2-1 0,5 6 0,-7-12 0,6 5 0,-1-1 0,3-2 0,1-11 0,1-3 0,1-1 0,8-2 0,2-8 0,0-6 0,2-9 0,-4-2 0,8-10 0,-2 0 0,1-5 0,3 0 0,-8-1 0,0-7 0,-8 4 0,-2-6 0,-3 0 0,-2 0 0,-5-4 0,-1-1 0,-2 5 0,-2 4 0,-3 3 0,1 5 0,-8 3 0,3 4 0,-3 8 0,3 8 0,5 1 0,-2 0 0,1 7 0,5-5 0,0 12 0,0 5 0,0 6 0,0 6 0,0 6 0,0 11 0,5 4 0,3 9 0,1 5 0,5 5 0,1-4 0,-3 2 0,1-6 0,6 3 0,-2-3 0,6-9 0,-2-4 0,2-8 0,-4-7 0,12-4 0,-6-11 0,2-7 0,3-3 0,3-15 0,1-6 0,1-6 0,-1-6 0,0-9 0,-1 4 0,-4-4 0,-5 3 0,-8 3 0,-3-2 0,-1-4 0,-9 11 0,3-9 0,-10 15 0,-3 4 0,-3 5 0,-1 7 0,-7 7 0,-5 4 0,1 7 0,-7 8 0,6 16 0,2-1 0,2 8 0,2-6 0,-1 4 0,7 2 0,-1-1 0,9-1 0,-3-8 0,4-3 0,10-4 0,3-8 0,12-2 0,6-3 0,11-5 0,6-9 0,3-3 0,3-7 0,7-11-153,-5-4 0,-3-7 0,-8 0 0</inkml:trace>
  <inkml:trace contextRef="#ctx0" brushRef="#br0" timeOffset="8">31595 8562 8912,'-44'-15'0,"6"3"0,15-10 0,11 2 0,18 5 0,11 4 0,10-3 0,13 9 0,6 1 0,6 4 0,7 7 0,10 11 0,-8 6 0,12 28 0,-16 15 0,-28-24 0,-2 4 0,1 7 0,-3 4 0,-6 4 0,-3 2 0,-3 6 0,-3 2-1163,-3 2 0,-5 1 1163,-6 2 0,-5 2 0,-6 11 0,-5 2 0,-6 1 0,-3-1 0,10-29 0,0 0 0,-2-2 0,-16 25 0,-1-2 0,8-3 0,-1-3 0,-8-5 0,-2-3 0,-2 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6T02:53:23.205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1686 1530 8912,'-11'-2'0,"1"-3"0,1-5 0,-1 0 0,5-5 0,-7 4 0,6 3 0,-5 2 0,1 8 0,-3 10 0,1 13 0,-1 11 0,-2 15 0,-8 26 0,0 15 0,12-42 0,1 1 0,0 3 0,1 1 0,0 1 0,1 0 0,0 4 0,0-1-370,2-1 1,1-2 369,0-3 0,2-2 0,3 35 0,2-14 0,4-7 0,3-9 0,9-16 0,1-12 0,4-7 0,-4-11 0,11-3 0,-7-7 0,0-15 0,-6-4 0,1-15 0</inkml:trace>
  <inkml:trace contextRef="#ctx0" brushRef="#br0" timeOffset="1">1962 1857 8912,'0'-17'0,"0"-1"0,0 9 0,-8 1 0,6 16 0,-5 9 0,7 12 0,0 5 0,0 6 0,5 2 0,1 4 0,0 2 0,-6-8 0,0 6 0,0-6 0,2 0 0,3-6 0,-3-1 0,4-4 0,-4-6 0,-2-4 0,0-17 0,0-12 0,0-19 0,-6-5 0,1-6 0,-1-4 0,6-10 0,0-3 0,-8 4 0,6-7 0,-4 9 0,5 1 0,1 4 0,0 6 0,0 12 0,7 5 0,5 13 0,3 10 0,2 10 0,0 20 0,6 1 0,0 15 0,2-1 0,-2 7 0,-2-6 0,6-2 0,-2-2 0,-2-10 0,0-1 0,0-8 0,-2-2 0,-2-10 0,-2-3 0,0-8 0,-2-8 0,-1-3 0,-5-6 0,1-6 0,0-6 0,-7-3 0,5 3 0,-8 0 0,0-3 0,0-3 0,-6-1 0,-1 11 0,-3-1 0,6 5 0,-11-4 0,13 15 0,-6 2 0,8 10 0,0 4 0,0 7 0,0 9 0,0 6 0,0 5 0,8 1 0,-4 6 0,7 0 0,1 0 0,5-5 0,0-7 0,0-1 0,1-2 0,-1-2 0,2-6 0,2-2 0,2-3 0,0-5 0,-6-7 0,0 0 0,1-7 0,-3-5 0,-2-5 0,-1-6 0,-9 4 0,5-6 0,-8 8 0,0 0 0,0 0 0,0 0 0,0-1 0,0 9 0,0-6 0,0 13 0,2-6 0,2 10 0,2 4 0,5 5 0,-5 12 0,7-4 0,-1 4 0,3 4 0,-4-2 0,1 3 0,-1 3 0,7-8 0,-1-4 0,0-4 0,0-3 0,0-9 0,1 5 0,-1-10 0,0-4 0,-5-3 0,-1-8 0,-5-2 0,5-4 0,-7 2 0,2-6 0,-4 2 0,-2-5 0,0 5 0,0-4 0,0 4 0,0 8 0,0 0 0,0 0 0,0 7 0,2 2 0,3 8 0,-3 8 0,4 4 0,2 3 0,-1 4 0,3 4 0,-6-4 0,9 6 0,-5-8 0,1 0 0,-5-7 0,11 5 0,-5-5 0,7 7 0</inkml:trace>
  <inkml:trace contextRef="#ctx0" brushRef="#br0" timeOffset="2">3235 1496 8912,'-7'9'0,"-3"-1"0,-7-8 0,2 8 0,3 5 0,6 8 0,4 6 0,2 11 0,0 6 0,2 9 0,4 7 0,2 1 0,7 2 0,2-6 0,-3-3 0,10-5 0,-4-5 0,3-9 0,-6-9 0,2-10 0,-6-5 0,1-5 0,1-20 0,2-5 0</inkml:trace>
  <inkml:trace contextRef="#ctx0" brushRef="#br0" timeOffset="3">3631 1427 8912,'-25'0'0,"6"0"0,-4 0 0,4 8 0,2 1 0,1 10 0,3 2 0,4 4 0,1 2 0,2 9 0,8 2 0,2 8 0,2 2 0,7 2 0,-3 1 0,7-1 0,0-4 0,8 3 0,-6-8 0,4-1 0,-6-2 0,-5-15 0,3 0 0,-4-6 0,-1-7 0,1-5 0,-5-3 0,4-4 0,-3-3 0,5-5 0,-5-9 0,1-4 0,0-6 0,5-3 0,-11-1 0,4 5 0,1-5 0,-1 5 0,0 3 0,-4 4 0,4 7 0,-5-1 0,7 11 0,-6-5 0,4 1 0,-4 2 0,7 14 0,-5 5 0,2 8 0,5 0 0,-5 8 0,2-2 0,-3 1 0,5-3 0,1-2 0,1 0 0,1-2 0,3-9 0,1-7 0,0-3 0,0-2 0,0 0 0</inkml:trace>
  <inkml:trace contextRef="#ctx0" brushRef="#br0" timeOffset="4">4061 1324 8912,'-28'6'0,"1"1"0,0 3 0,0 3 0,6 2 0,-9 10 0,9 2 0,5 0 0,-1 5 0,15-11 0,-4 6 0,5-2 0,8-10 0,3-5 0,7-6 0,0-1 0,0-5 0,6 1 0,0-11 0,-2-1 0,-2-10 0,-7 4 0,-3-4 0,-1 4 0,-2-6 0,-8 6 0,-4-4 0,2 6 0,-7 5 0,-2 6 0,-10-3 0,3 7 0,-3-4 0,2 6 0,-1 6 0,-5 3 0,-8 9 0</inkml:trace>
  <inkml:trace contextRef="#ctx0" brushRef="#br0" timeOffset="5">3493 2012 8912,'-17'0'0,"2"-2"0,3-4 0,-3 4 0,13-13 0,-4 1 0,5-7 0,10-5 0,10-9 0,12-1 0,7-4 0,10 4 0,-12-6 0,4 7 0,2 6 0,-1 1 0,-1 5 0,-6-6 0,1 8 0,-1-4 0</inkml:trace>
  <inkml:trace contextRef="#ctx0" brushRef="#br0" timeOffset="6">4199 1530 8912,'0'27'0,"0"4"0,0-7 0,0 3 0,-8 2 0,6 7 0,-3 4 0,3 6 0,2-4 0,0 8 0,0-4 0,0 3 0,0 3 0,0-6 0,2-2 0,3-2 0,-3-2 0,12-8 0,-9-3 0,-1-6 0,-2-4 0,-2-2 0,8-7 0,1-3 0</inkml:trace>
  <inkml:trace contextRef="#ctx0" brushRef="#br0" timeOffset="7">4096 1599 8912,'9'-8'0,"5"-1"0,-9-8 0,9 7 0,-5 2 0,8 8 0,1-5 0,-1-1 0,2 2 0,2 2 0,2 2 0,8 0 0,-12 8 0,4 3 0,-4 5 0,-2 1 0,-2 8 0,-3 1 0,-6 1 0,-5 6 0,-2-7 0,-5 9 0,0-1 0,-11 0 0,3 1 0,-9-1 0,-1-7 0,1-4 0,0 0 0,6-6 0,-1 4 0,1-11 0</inkml:trace>
  <inkml:trace contextRef="#ctx0" brushRef="#br0" timeOffset="8">4560 1289 8912,'10'-11'0,"-4"0"0,-4 7 0,-2-4 0,0 16 0,0 5 0,0 8 0,0 8 0,0 11 0,0 6 0,0 3 0,0 11 0,0-3 0,1 8 0,3 2 0,2-2 0,7-10 0,-1-3 0,-3-6 0,3-6 0,-1-12 0,7 1 0,-1-16 0,0-5 0,2-10 0,4-4 0,-4-3 0,6-10 0,-2-4 0,0-6 0,7-3 0,-10-3 0,3 1 0,-10-1 0,-2 1 0,-7 0 0,2-1 0,-4 1 0,-2 0 0,-2 7 0,-4 4 0,-5 4 0,-5 9 0,-1 3 0,0 10 0,0 9 0,0 7 0,-1 21 0,3 2 0,4 2 0,-5 2 0,14-2 0,-3-4 0,5 2 0,5-2 0,5-2 0,9-9 0,4-6 0,6-12 0,11-5 0,2-4 0,4-2 0,4-8 0,-14-1 0,4-8 0,-4-8 0,-1-2 0</inkml:trace>
  <inkml:trace contextRef="#ctx0" brushRef="#br0" timeOffset="9">4973 963 8912,'-9'0'0,"1"0"0,29 2 0,10 3 0,9 7 0,0 13 0,6 9 0,-6 10 0,4 15 0,-2 10 0,-4 15 0,-23-35 0,-3 1 0,-2 3 0,-3 1-188,-1 6 0,-2 1 0,-4 1 0,-2 0 0,-1 4 0,-2 0 188,-2 1 0,-3 0 0,-4-2 0,-4-1-170,-4 2 1,-2 0 0,-4 0 0,-2 0 0,0 3 0,-1 0 0</inkml:trace>
  <inkml:trace contextRef="#ctx0" brushRef="#br0" timeOffset="10">7417 1204 8912,'0'11'0,"-2"-1"0,-4-3 0,4-1 0,-3-6 0,10 0 0,7-6 0,9 0 0,4 3 0,2 1 0,1 2 0,7 0 0,-1 0 0,0 2 0,1 3 0,-1 7 0,-7 5 0,-6 4 0,-8 4 0,-7 2 0,-4 9 0,-11 2 0,-9 8 0,-8-6 0,-13 4 0,-1-2 0,-2 4 0,2-6 0,6-2 0,-3-9 0,9-6 0,3-4 0,2-10 0,6-1 0,-1-31 0,1-5 0</inkml:trace>
  <inkml:trace contextRef="#ctx0" brushRef="#br0" timeOffset="11">8036 997 8912,'-17'0'0,"0"0"0,0 0 0,0 0 0,-1 0 0,-5 8 0,-1 5 0,-3 8 0,4 2 0,-4 10 0,2 5 0,4 4 0,2 4 0,4 0 0,3-1 0,5 1 0,9 4 0,3-4 0,5 2 0,7-8 0,2-8 0,4-9 0,-2-4 0,8-2 0,-6-1 0,6-5 0,-7-3 0,7-10 0,2-4 0,1-3 0,3-9 0</inkml:trace>
  <inkml:trace contextRef="#ctx0" brushRef="#br0" timeOffset="12">8398 1393 8912,'0'11'0,"0"1"0,0 1 0,0 2 0,0 4 0,0 4 0,-2 6 0,-4 3 0,4 3 0,-11 7 0,7 2 0,2 0 0,2 3 0,2-8 0,0-5 0,0-3 0,8-8 0,4 5 0,3-14 0,2-3 0,-7-7 0,13-12 0,-4-1 0</inkml:trace>
  <inkml:trace contextRef="#ctx0" brushRef="#br0" timeOffset="13">8587 911 8912,'-27'-9'0,"3"-7"0,1 14 0,0-3 0,2 3 0,0 2 0,0 0 0,-2 0 0,7 7 0,1-5 0,13 14 0,2-14 0,10 3 0,9-10 0,4-7 0,-4-3 0,4 0 0,-6 1 0,-6 3 0,5-1 0,-14 1 0,3-1 0,-3 9 0,-2-3 0,-2 10 0,-3 1 0,-5 16 0,-5-9 0,1 11 0,3-4 0,-1 6 0,-5 1 0</inkml:trace>
  <inkml:trace contextRef="#ctx0" brushRef="#br0" timeOffset="14">9516 1410 8912,'-17'0'0,"0"0"0,0 0 0,0 0 0,9 0 0,8 0 0,13 0 0,12-2 0,2-4 0,2 4 0,5-3 0,0-3 0,1 2 0,-1 2 0,1 2 0,-1 2 0,-5 0 0,-1 0 0,-6 0 0,0 0 0,-2 0 0,-9 0 0,1 0 0,-9 0 0,5 0 0,-10 0 0,-4 0 0,-5 0 0,3 0 0,-7 0 0,3 0 0,-3-7 0,-2-3 0</inkml:trace>
  <inkml:trace contextRef="#ctx0" brushRef="#br0" timeOffset="15">11100 997 8912,'0'-17'0,"0"0"0,0 0 0,0-1 0,0 1 0,-2 0 0,-2 0 0,-2 0 0,-2-6 0,3 0 0,1 0 0,-6 6 0,1-1 0,-1 1 0,-1 0 0,-6 2 0,-1 3 0,1 7 0,0 3 0,0 11 0,0 8 0,7 8 0,-3 17 0,7 6 0,2 7 0,2 14 0,2 2 0,0 3 0,0-3 0,8-2 0,-6 2 0,5-1 0,-1-1 0,0-8 0,1-5 0,-3-5 0,2 1 0,0-8 0,-6-4 0,2-12 0,3-5 0,-3-4 0,6-9 0,-8-10 0,8-17 0,1-10 0</inkml:trace>
  <inkml:trace contextRef="#ctx0" brushRef="#br0" timeOffset="16">10790 1393 8912,'-17'7'0,"-1"-5"0,9 4 0,3-12 0,4 4 0,12-13 0,7 4 0,10-3 0,5 1 0,3 1 0,7 1 0,-4-6 0,8-1 0,-8 1 0,4 0 0</inkml:trace>
  <inkml:trace contextRef="#ctx0" brushRef="#br0" timeOffset="17">11341 1393 8912,'-10'0'0,"2"0"0,10-6 0,4-2 0,5-1 0,5-3 0,9-11 0,1 0 0,3 0 0,-2 1 0,-2-1 0,-2 0 0,-6 0 0,0 0 0,-7 0 0,-5 4 0,-3-4 0,-4 10 0,-3-5 0,-5 13 0,-15-3 0,-2 10 0,1 4 0,-5 11 0,8 11 0,0 5 0,8 3 0,3 4 0,-1 2 0,7 4 0,2 2 0,10-8 0,4 6 0,11-6 0,7-2 0,1-9 0,15 0 0,-6-10 0,2-4 0,6-9 0,-5-1 0,3-5 0,-10-5 0,4-12 0,-17-4 0,6-8 0,-2-2 0,-8 5 0,-5-3 0,-9 0 0,5 1 0,-8-1 0,0 2 0,0-1 0,-6 3 0,-1 9 0,-3 5 0,-1 3 0,-1 8 0,1 0 0,-1 8 0,-5 5 0,0 8 0,5 0 0,1 8 0,7-8 0,-9 6 0,7-4 0,-2-4 0,4 4 0,-1-4 0,-1-2 0,6-7 0,2 3 0,4-9 0,5-6 0,4-8 0,3-5 0,-1-4 0,0-2 0,0-2 0,0-6 0,1 6 0,-1 0 0,-6 12 0,1 0 0,-7 5 0,7-4 0,1 3 0,3 9 0,-5 7 0,-1 8 0,-3 0 0,7 8 0,-10-6 0,7 4 0,-1-4 0,1-1 0,4-1 0,-3 0 0,3-6 0,2 1 0,0-8 0,1-4 0,-1-10 0</inkml:trace>
  <inkml:trace contextRef="#ctx0" brushRef="#br0" timeOffset="18">12304 842 8912,'-17'18'0,"7"-1"0,1-8 0,5-1 0,-2 0 0,1 1 0,5 10 0,0 2 0,0 4 0,0 4 0,0 7 0,5-1 0,1 5 0,6-4 0,-7-2 0,9 1 0,-11-1 0,9 0 0,-3-5 0,3 0 0,-2-8 0,-5 2 0,-3-4 0,-2-2 0,-9 0 0</inkml:trace>
  <inkml:trace contextRef="#ctx0" brushRef="#br0" timeOffset="19">12149 1324 8912,'0'9'0,"0"-1"0,0 0 0,8-6 0,2 5 0,7-7 0,6-2 0,3-1 0,5-5 0,5-2 0,1-3 0,7-2 0,-8 3 0,2 1 0,-7-3 0,1-1 0,-13-2 0,4 0 0,-9 5 0,-3 1 0,-5 7 0,4-4 0,-3 1 0,-1 5 0,-6-6 0,0 10 0,0 4 0,0 3 0,0 9 0,0-1 0,0-6 0,0 1 0,0-7 0,0 7 0,6-6 0,-1 5 0,9-7 0,-12 5 0,5-5 0,1 2 0,-6 0 0,7-6 0,-3 0 0,4 0 0,-1-8 0,7-2 0,-9-7 0,5 0 0,-5 8 0,-1-1 0,0 4 0,7 4 0,-11-5 0,13 14 0,-11-3 0,8 8 0,-1-1 0,6-1 0,1-5 0,-1-3 0,0-2 0,0 0 0,1 0 0,-7 0 0,0 0 0,1-2 0,5-3 0,0-5 0,-1-1 0,-5-1 0,4 6 0,-3-5 0,1 5 0,1-3 0,-3 1 0,1 2 0,5 6 0,0 0 0,-7 0 0,-3 8 0,-7 3 0,0 5 0,0 1 0,0 0 0,0 0 0,0 0 0,-7 1 0,5-1 0,-14-8 0,14-1 0,-3-10 0,10-4 0,1-3 0,9-10 0,5-4 0,1 4 0,-4-6 0,2 2 0,4 0 0,-4 0 0,6 6 0,-8 2 0,0 3 0,1-3 0,-1 13 0,0-13 0,-6 13 0,1-4 0,-8 12 0,11-2 0,-4 7 0,-3-7 0,7 4 0,-3-8 0,-4 0 0,7 0 0,-13-8 0,3 4 0,-10-7 0,-1 7 0,-11-2 0,3 10 0,-9 2 0,4 7 0,2-2 0,-6 10 0,0 2 0,0 0 0,8-5 0,4-1 0,-5 8 0,12-6 0,-5 4 0,1-4 0,2-2 0,14-2 0,4-1 0,3-3 0,10-7 0,3 2 0,7-5 0,5-1 0,-4-7 0,14-8 0,-4-8 0,4-8 0,1 2 0,-7-1 0,-4-1 0,-3 3 0,-3-9 0,-9 1 0,-6-2 0,-5 7 0,-11-1 0,5 11 0,-8-8 0,0 16 0,-8-3 0,1 20 0,-7 6 0,5 11 0,-1 7 0,1 9 0,5 1 0,-4 2 0,8 0 0,0 6 0,0-6 0,0 2 0,0-2 0,0-3 0,0 3 0,-2-4 0,-4-3 0,-5-5 0,-12 5 0,-11-14 0,-12 4 0,-4-4 0,-9-10 0,-2-9 0,-8-9 0</inkml:trace>
  <inkml:trace contextRef="#ctx0" brushRef="#br0" timeOffset="20">15281 1066 8912,'-2'-11'0,"-1"-1"0,-3-1 0,2-3 0,2-1 0,-6 0 0,-3 0 0,3 5 0,1 3 0,-1 1 0,-2 4 0,-7 12 0,0 9 0,0 10 0,0 13 0,-1 6 0,1 4 0,2-5 0,3 1 0,7 0 0,3-2 0,2-2 0,0-15 0,0-4 0,9-6 0,9-6 0,1-3 0,9-8 0,7-13 0,5-5 0,0-12 0,-5-3 0,-3-5 0,-3 0 0,-6-4 0,-12 2 0,2 0 0,-7 5 0,0 9 0,-6 3 0,0 4 0,0 9 0,0-5 0,0 20 0,0 3 0,0 11 0,0 10 0,0 3 0,2 1 0,2-3 0,1-1 0,9-8 0,-5 8 0,9-10 0,-1-4 0,0-2 0,0-3 0,2-4 0,4-4 0,-4-10 0,4-3 0,-2-7 0,2-5 0,-11 4 0,11-13 0,-14 3 0,1-3 0,5-3 0,-13 3 0,4 3 0,-4-1 0,-2 7 0,0 7 0,0 11 0,2 10 0,3 7 0,5 11 0,7-2 0,0 8 0,6-3 0,0 3 0,6-4 0,-4-8 0,2 0 0,9-7 0,0-3 0,4-7 0,-3 0 0,1-9 0,-2-7 0,-3-6 0,-1-5 0,-15-2 0,5 1 0,-17-1 0,1 2 0,-8-2 0,-4 7 0,-5 4 0,-12 7 0,-4 3 0,-7 10 0,1 4 0,5 5 0,-5 12 0,14 12 0,-4 10 0,4 1 0,4 4 0,3 4 0,4 1 0,10-5 0,4-5 0,11 3 0,14-8 0,9-5 0,12-10 0,9-14 0,6-7 0,9-6-79,5-4 0,-7-5 0,-3-12 79,-6-6 0,-6 2 0,2-1 0,-3-3 0,-1-1 0</inkml:trace>
  <inkml:trace contextRef="#ctx0" brushRef="#br0" timeOffset="21">17673 963 8912,'6'-17'0,"0"-1"0,0 1 0,-6 0 0,0 0 0,0 0 0,0 7 0,0 10 0,0 13 0,1 10 0,5 12 0,-2 9 0,6 13 0,-3 6 0,7-4 0,-7 6 0,5-7 0,3 5 0,-5-6 0,1-4 0,-1-7 0,-3-11 0,-1-9 0,-6-16 0,0-2 0,-6-24 0,1-7 0,-9-7 0,5-5 0,-9 1 0,1-6 0,0 0 0,5-6 0,3 4 0,1-2 0,3 4 0,5-4 0,0 2 0,0 4 0,7 9 0,3-2 0,7 9 0,10 1 0,7 9 0,8 6 0,10 12 0,-1 6 0,1 10 0,-2 5 0,-4 9 0,-6 5 0,0-3 0,-6 6 0,-9-2 0,-9-4 0,-1-2 0,-13-3 0,3-5 0,-3-5 0,-4-4 0,-3-1 0,1-9 0,-8-3 0,9-4 0,-5-4 0,6-4 0,-4-5 0,4-6 0,-3-6 0,3-8 0,2-7 0,0 2 0,6-8 0,-1 3 0,3 5 0,-2-4 0,1 10 0,5 1 0,3 10 0,-3 2 0,3 1 0,2 11 0,0 1 0,0 11 0,3 9 0,1 7 0,2 3 0,-1 3 0,-10 3 0,-1-3 0,-1 2 0,1-8 0,5 0 0,-7-6 0,1 0 0,5-8 0,-11 5 0,7-8 0,1-1 0,3-12 0,-1-5 0,-3-3 0,-7-8 0,2 0 0,-4 2 0,-2 2 0,0 2 0,0 0 0,0-1 0,0 9 0,0 1 0,0 10 0,0 4 0,0 3 0,0 10 0,0 4 0,1-2 0,5 6 0,6-2 0,5 4 0,6-6 0,-2-1 0,8-4 0,-1-9 0,7-3 0,-1-6 0,0-8 0,1-9 0,-1-8 0,-9-3 0,-8-1 0,-1 0 0,-11-5 0,-3 0 0,-13 1 0,-12 4 0,-15 1 0,-10 9 0,-6 3 0,-3 1 0,7 7 0,2 1 0,8 7 0,0 7 0,6 5 0,9 3 0,8 4 0,9 4 0,6-4 0,12 6 0,7-8 0,10 1 0,7-9 0,6-3 0,6-4 0,11-2 0,5 0 0</inkml:trace>
  <inkml:trace contextRef="#ctx0" brushRef="#br0" timeOffset="22">19153 963 8912,'0'11'0,"0"1"0,0-8 0,0 5 0,0-3 0,0-2 0,0 7 0,0 2 0,0 3 0,6 1 0,0 0 0,7 0 0,-1 1 0,1 4 0,0 1 0,-1-2 0,-8-1 0,5-3 0,-3 0 0,-4 0 0,4 0 0,-4-5 0,-2-1 0,0-7 0,0-4 0,0-10 0,0-9 0,0-2 0,0-3 0,0-3 0,0-4 0,7-1 0,3-1 0,7 5 0,2-3 0,4 8 0,-4 0 0,6 6 0,0 0 0,2 7 0,1 3 0,1 7 0,2 0 0,-7 7 0,7 3 0,-8 9 0,-2 4 0,-8-4 0,-1 4 0,1-4 0,-5-9 0,0-3 0,-1-7 0,3-2 0,7-3 0,0-13 0,0-10 0,1 1 0,-3-2 0,-4-1 0,5-3 0,-14 1 0,3 1 0,-3 3 0,-2 7 0,-7-2 0,-7 11 0,-7 6 0,-6 6 0,-7 6 0,0 6 0,-1 11 0,1 11 0,-1 12 0,3-2 0,3 2 0,4-1 0,10 5 0,3-2 0,7-2 0,7-8 0,9 0 0,14-9 0,11-12 0,16-8 0,3-9 0,8-1 0,2-5 0,-5-11 0,-1-4 0,-7-8 0,-8-7 0,-2-8 0</inkml:trace>
  <inkml:trace contextRef="#ctx0" brushRef="#br0" timeOffset="23">20943 636 8912,'-17'-2'0,"0"-3"0,7 3 0,-3-4 0,5 14 0,-2 9 0,7 2 0,-3 9 0,4 3 0,2 1 0,2 9 0,2 1 0,3 0 0,3 0 0,-1 0 0,5-4 0,-3 2 0,1 8 0,-3-18 0,-3 5 0,-4-12 0,-2 0 0,-8-4 0,-1-2 0</inkml:trace>
  <inkml:trace contextRef="#ctx0" brushRef="#br0" timeOffset="24">20719 1032 8912,'0'-18'0,"0"-1"0,0-4 0,0 4 0,0-4 0,0 4 0,0 2 0,2 0 0,6 2 0,9 3 0,10-1 0,13 7 0,4-5 0,8 5 0,5 0 0,2 4 0,0-4 0,1-5 0,-3-4 0,-5-3 0</inkml:trace>
  <inkml:trace contextRef="#ctx0" brushRef="#br0" timeOffset="25">21322 653 8912,'-18'12'0,"1"-3"0,0-1 0,7-2 0,-3 1 0,7 5 0,-7 3 0,11 10 0,-4 4 0,4-3 0,2 3 0,-2 5 0,-1 8 0,-3 2 0,0-5 0,6 1 0,0-4 0,0-2 0,0-7 0,0 6 0,2-16 0,4 0 0,-2-7 0,7-10 0,1-8 0,5-7 0,0-8 0,0-6 0,0 6 0,1-6 0,1 5 0,4-3 0,-4 6 0,8-4 0,-6 8 0,1 0 0,9-1 0,-10 3 0,8 4 0,-8-3 0,2 9 0,2-7 0,-1 6 0,3 3 0,-4-1 0,4 0 0,-2-2 0,-4 2 0,-2-5 0,-2 7 0,0-4 0,-7 4 0,-2-5 0,-16 5 0,-4-4 0,-3 6 0,-2 6 0,0 5 0,-8 4 0,6 1 0,-4-1 0,4 2 0,2-3 0,-1 10 0,3-6 0,4-1 0,-5 0 0,14 0 0,-3 0 0,3 1 0,2-9 0,2 5 0,3-9 0,7 1 0,11-6 0,5-8 0,11-3 0,1-4 0,0-3 0,-4-1 0,3-2 0,1-2 0,-8 0 0,-1 6 0,-8 0 0,0 6 0,-6-1 0,-8 1 0,7 1 0,-14 2 0,5 8 0,-7 0 0,0 8 0,0 4 0,0 3 0,0 2 0,2-2 0,4-3 0,-4 3 0,4-3 0,-3-3 0,3 3 0,-4-1 0,8 4 0,-5-3 0,-3 3 0,6-13 0,-8 6 0,2-8 0,4 0 0,-5-2 0,5-4 0,-4-6 0,-2-3 0,6-2 0,0 0 0,7 0 0,-9-2 0,7-4 0,-1 3 0,3-1 0,-1 8 0,-1-2 0,6 5 0,1-5 0,-1 4 0,0 3 0,6 8 0,0 0 0,-2 0 0,-2 0 0,4 8 0,0 3 0,-2 4 0,-2 2 0,-2 1 0,1 1 0,-1 4 0,-8-4 0,7 6 0,-5-8 0,2 0 0,-1 0 0,3-7 0,-3-5 0,3-3 0,2-2 0,8-7 0,2-3 0</inkml:trace>
  <inkml:trace contextRef="#ctx0" brushRef="#br0" timeOffset="26">23490 481 8912,'2'-17'0,"3"0"0,-3 0 0,4 0 0,-4-1 0,-2 9 0,0 9 0,0 13 0,0 16 0,0 11 0,0 8 0,0 9 0,0 0 0,0 8 0,0-2 0,0 4 0,2 4 0,4 3 0,-2 3-149,7 3 0,-1-3 149,1-9 0,4 1 0,-5 0 0</inkml:trace>
  <inkml:trace contextRef="#ctx0" brushRef="#br0" timeOffset="27">11977 8940 8912,'-17'-17'0,"0"0"0,0 6 0,-1 1 0,1 2 0,2 3 0,3-3 0,5 6 0,7-6 0,2 16 0,3 4 0,5 3 0,0 2 0,7 8 0,0 4 0,2 5 0,10 6 0,1 6 0,3 4 0,3 1 0,4 1 0,6-1 0,4 3-484,2 3 484,-1-11 0,8 9 0,3-16 0,-1-7 0,6-5 0,-6-18 0,8-5 0,0-8 0,-1-13 0,1-10 0,0-9 0,0-4 0,-10 2 0,-7-6 0,-10 2 0,-6 4 0,-3 1 0,-5 3 0,-3 3 0,-7 8 0,-1 0 0,0 16 0,0-5 0,8-1 161,4 7 0,5 1 1,8 5-162,10 0 0,7 7 0,18 1 0,3 5 0,4-1 0,4-9 0,6 3 0,-43-4 0,3-2-525,5 0 1,0 0 524,-2 1 0,-1-2 0,6-2 0,-1-2 0,-9 0 0,-1-1 0,44-9-198,-5-2 1,-11-6 197,-5 0 0,-11 0 0,-5 6 0,-3-1 0,1 1 0,1 0 0,0 7 0,-3-3 0,1 7 0,3 3 0,-3 1 0,-1 9 0,-3 5 0,9 3 0,3 2 0,13 6 0,10 0-11,-38-12 1,0-1 10,45 9 0,-43-13 0,0-2 0,42 1 0,-2-3 0,-41-1 0,1-2 0,47-1 0,-5-3-363,-8-7 363,-7-3 0,-8-10-12,0-4 0,-8-3 0,-2 0 12,0 3 0,2-2 0,8 8 0,-2-5 0,-2 5 0,-4 4 0,-1 5 0,5-1 0,-12 13 0,5-4 0,-5 5 0,1 1 0,3 0 0,-3 0 0,20 5 0,1 1 0,-1 0 0,1-6 0,-4 0 0,-3 5 0,1 1 0,0-2 0,-6-2 0,0-2 0,2 0 0,8 0 0,2 0 0,7 0 0,-19-2 0,0-4 0,-8 4 0,-3-3 0,2 3 0,1 2 0,2 0 0,1 0 0,-1 0 0,0 0 0,8 7 0,-1 5 0,-5 3 0,-2 2 0,-1 6 0,-1 0 0,4-2 0,1-2 0,-1-2 0,-2-7 0,1-2 0,1-8 0,2 0 0,2 0 0,6 0 0,-2-2 0,-4-4 0,-4 4 0,-7-4 0,-2-1 244,-4 1 1,1 0-1,-5 6 1,2 0-245,4 0 0,2 0 0,-4 0 0,-2 0 0,-2 0 0,6 0 0,-4 0 168,7 0 0,1 0 1,-2 0-1,-3 0 1,-3 0-169,-2 0 0,6 8 0,-4-6 22,8 4 0,-6 1-22,0-1 0,5 0 0,7-4 0,-3 3 0,-1-3 0,-5 6 0,-1-6 0,-4 2 0,-2 1 0,-2 1 0,-5-6 0,-1 0 0,1 0 0,5 0 0,0 0 0,-2 0 0,-2 0 0,5 0 0,1 0 0,2 0 0,-6 0 0,2 0 0,-4 0 0,-1-6 0,-1 1 0,1-7 0,-1 6 0,0 3 0,-7 1 0,-2 0 0,-6-2 0,4-2 0,-11 0 0,11 6 0,-12 0 0,4 0 0,3 0 0,-1 0 0,6 0 0,0 0 0,2-5 0,-3-1 0,7 2 0,-4 2 0,8 2 0,-5 0 0,3-2 0,-1-1 0,-1-3 0,2 0 0,1-2 0,3 6 0,-3-5 0,-3 7 0,1-6 0,-7 0 0,-2 3 0,-2-1 0,-1-2 0,-9 4 0,7-7 0,-5 3 0,-3 2 0,-1-6 0,-1 1 0,0-1 0,0 7 0,-1-7 0,1 4 0,0 4 0,-6-7 0,0 3 0,7 4 0,-5-5 0,12 5 0,-9-4 0,1 4 0,0-8 0,0 5 0,-1 3 0,-5-6 0,0 8 0,-9 0 0,-8 0 0,-12-2 0,-9-4 0,-14-3 0,-9-8 0</inkml:trace>
  <inkml:trace contextRef="#ctx0" brushRef="#br0" timeOffset="28">16107 9473 8912,'10'8'0,"-2"-6"0,-3-8 0,1-3 0,0 3 0,-6-6 0,0 1 0,0-6 0,0 0 0,0 5 0,0 1 0,-2-1 0,-4 3 0,4-7 0,-4 5 0,-1 1 0,-1 1 0,0-1 0,1 1 0,-7 5 0,3-2 0,-4 4 0,-3 2 0,1 0 0,0 0 0,0 8 0,0 5 0,1 10 0,5 12 0,-3 7 0,9 11 0,1 4 0,2 12 0,2 10-239,0 7 0,8-1 239,3 1 0,4-7 0,3-5 0,5-5 0,0-6 0,-2-11 0,-8-14 0,-3-8 0,-3-7 0,5 2 0,-7-2 0,1-8 0,2-7 0,1-8 0</inkml:trace>
  <inkml:trace contextRef="#ctx0" brushRef="#br0" timeOffset="29">15694 10024 8912,'18'9'0,"-7"5"0,0-9 0,1-1 0,5-10 0,0-5 0,8-4 0,8-8 0,9-2 0,2-2 0,4-2 0,7-3 0,2 3 0,-1 4 0,-10 8 0,-4 0 0,-8-8 0,1-1 0</inkml:trace>
  <inkml:trace contextRef="#ctx0" brushRef="#br0" timeOffset="30">16778 9955 8912,'-26'0'0,"3"-2"0,4-2 0,1-2 0,1 3 0,0 1 0,0 4 0,0 3 0,-1 7 0,1 11 0,2 5 0,1 7 0,3 5 0,7 0 0,-2 10 0,5 3 0,1 1 0,9-1 0,6-3 0,8-4 0,4-6 0,0-12 0,3-7 0,-1-7 0,0-7 0,3-9 0,-1-5 0,-2-10 0,-1-8 0,7-11 0,-3-5 0,-3-4 0,1-11 0,-7-1 0,4 0 0,-10 5 0,-3 0 0,-14 1 0,0-1 0,0 1 0,-16 7 0,-3 4 0,-15 11 0,-2 6 0,-5 12 0,5 3 0,-4 8 0,4 9 0,3 9 0,4 8 0,-1 9 0,7 5 0,0-4 0,12 6 0,-1-7 0,8-1 0,-3 0 0</inkml:trace>
  <inkml:trace contextRef="#ctx0" brushRef="#br0" timeOffset="31">16624 10299 8912,'-18'0'0,"1"7"0,8-5 0,1 6 0,12-8 0,7-2 0,12-4 0,10-3 0,7-9 0,-2-1 0,8-4 0,0 4 0,4-4 0,-5 4 0,5 0 0,-4-4 0,4 4 0,-6-6 0,-6 8 0,-7 0 0,1 0 0,-5 0 0</inkml:trace>
  <inkml:trace contextRef="#ctx0" brushRef="#br0" timeOffset="32">17759 9301 8912,'-17'8'0,"0"-4"0,0 6 0,-2-1 0,-2 3 0,-4 5 0,-2 4 0,0 17 0,-3 4 0,3 11 0,2 10 0,2 10 0,8 3 0,3 1 0,7-1 0,5-3 0,5-10 0,9-8 0,7-7 0,0-8 0,5-13 0,-1-10 0,-4-9 0,6-6 0,-8-2 0,4 0 0,-4-2 0,-1-4 0,-1-9 0,0-8 0,0-8 0,0 5 0</inkml:trace>
  <inkml:trace contextRef="#ctx0" brushRef="#br0" timeOffset="33">17914 9611 8912,'-7'-17'0,"5"0"0,-4-1 0,4 7 0,2-1 0,0-1 0,0 4 0,4-1 0,7 2 0,1-5 0,20 11 0,-1-4 0,7 4 0,-2 8 0,5 2 0,-5 1 0,-4 9 0,-3 4 0,2 7 0,-8-6 0,-2 8 0,-10-3 0,-3-1 0,-8 2 0,0-3 0,0 3 0,-14 2 0,-3-8 0,-10 1 0,5-1 0,-9-4 0,4 4 0,0-4 0,3-7 0,6-3 0,1-1 0,0-4 0,7-10 0,-5-3 0,5-9 0</inkml:trace>
  <inkml:trace contextRef="#ctx0" brushRef="#br0" timeOffset="34">18413 9353 8912,'-17'10'0,"0"-3"0,0-7 0,-1 8 0,3-4 0,2 7 0,1 3 0,3 3 0,-3 6 0,7 7 0,3 8 0,2 6 0,0 8 0,0 0 0,0-1 0,7-7 0,10-2 0,10-9 0,0-5 0,6-11 0,-1-9 0,8-8 0,-2 0 0,-9-15 0,4-4 0,-7-16 0</inkml:trace>
  <inkml:trace contextRef="#ctx0" brushRef="#br0" timeOffset="35">18482 8958 8912,'8'24'0,"3"5"0,10 11 0,2 6 0,8 11 0,-4 8 0,-1 10 0,-3 11 0,-13-36 0,-1 1 0,0 1 0,-2 1 0,-1 2 0,-3-1 0,-2-1 0,-4-1-101,-2 0 0,-5-1 1,-4-2-1,-3 0 1,-3-1-1,-2-1 101,0 0 0,0 0-367,-16 37 0,-12-8 1,6-7-1</inkml:trace>
  <inkml:trace contextRef="#ctx0" brushRef="#br0" timeOffset="36">5300 1874 8912,'-9'2'0,"3"4"0,4-4 0,-4 7 0,-1-3 0,-1 5 0,-2 5 0,3 1 0,-1 0 0,-3 8 0,3 4 0,0 3 0,-1 4 0,-1 4 0,1-1 0,-5 8 0,3 5 0,-3 3 0,-1 3 0,-2-7 0</inkml:trace>
  <inkml:trace contextRef="#ctx0" brushRef="#br0" timeOffset="37">1446 3697 8912,'-18'9'0,"1"-3"0,0-6 0,0-6 0,5 2 0,1-7 0,5 5 0,-4-5 0,3-3 0,1 7 0,6 1 0,2 13 0,2 11 0,2 8 0,5 7 0,-3 3 0,-1 2 0,1 3 0,3 4 0,-3-3 0,2 2 0,-1 0 0,5 2 0,-5-6 0,-1-3 0,-2-11 0,1-1 0,3-8 0</inkml:trace>
  <inkml:trace contextRef="#ctx0" brushRef="#br0" timeOffset="38">1342 3697 8912,'-11'-16'0,"-1"5"0,9-5 0,-5 7 0,8-3 0,0 1 0,0-2 0,8 5 0,3-7 0,12 3 0,6-3 0,-3 0 0,3 1 0,2 5 0,1 1 0,3-5 0,-1 11 0,0-4 0,-7 6 0,-4 6 0,-6 5 0,-5 12 0,-5 4 0,-8 9 0,-5 2 0,-6 5 0,-3 0 0,-10 3 0,4 6 0,-8-1 0,8-7 0,-2-3 0,4-13 0,2-5 0,8-4 0,3-2 0,-4-7 0,8-4 0,-3-12 0,10-9 0,7-8 0,9-8 0,4 3 0,2-5 0,3-1 0,3 1 0,1 5 0,0 3 0,1 7 0,-1 9 0,1 3 0,-3 4 0,-3 2 0,-6 10 0,-12 7 0,-3 8 0,-8 9 0,-8 8 0,-3 4 0,-6 6 0,-6 5 0,-4-3 0,-8 1 0,3-5 0,3-5 0,-1-12 0,7 1 0,6-17 0,5 1 0,6-14 0,-3-4 0,1-10 0,-5-21 0,3-5 0</inkml:trace>
  <inkml:trace contextRef="#ctx0" brushRef="#br0" timeOffset="39">2013 3679 8912,'12'0'0,"-1"0"0,-5 6 0,6 0 0,-9 0 0,7-5 0,-6 5 0,2 6 0,-1 3 0,-5 2 0,0 2 0,0 4 0,6 4 0,0 5 0,-2-1 0,-3-2 0,-1-1 0,0 7 0,0-9 0,6-1 0,0-8 0,0 1 0,-14-1 0,-2 0 0</inkml:trace>
  <inkml:trace contextRef="#ctx0" brushRef="#br0" timeOffset="40">1893 3662 8912,'-17'-17'0,"0"0"0,-1 0 0,1-1 0,8 1 0,3 0 0,4 7 0,4-3 0,4 7 0,9 1 0,8 5 0,7 0 0,-1 0 0,7 0 0,-1 0 0,3 5 0,-9 1 0,3-2 0,-5-2 0,13 5 0,-3 3 0</inkml:trace>
  <inkml:trace contextRef="#ctx0" brushRef="#br0" timeOffset="41">2220 3628 8912,'0'9'0,"2"5"0,4-9 0,-5 9 0,7-12 0,-8 5 0,0-5 0,0 4 0,0 4 0,0 7 0,0 0 0,0 6 0,0 0 0,0-2 0,0-2 0,0-2 0,-2 0 0,-2 0 0,-1 1 0,-1-9 0,6-1 0,0-8 0,0-14 0,2-5 0,4-5 0,3-5 0,10-6 0,2 1 0,2 0 0,2 5 0,-4 2 0,2 2 0,-2 4 0,-2 2 0,4 4 0,0 4 0,0 1 0,-6 4 0,0 4 0,1-3 0,-7 3 0,1 2 0,-7 0 0,7 0 0,-8 0 0,11 0 0,-13 0 0,6 0 0,-10 0 0,-4 0 0,4 0 0,-6 0 0,1 0 0,5 0 0,-8 2 0,4 3 0,5-1 0,-5 8 0,4-8 0,2 3 0,0 1 0,2-6 0,4 3 0,-3-3 0,9-4 0,1-3 0,3-7 0,1-3 0,-6 4 0,1-1 0,-7 1 0,7-7 0,-6 7 0,3-1 0,-1-1 0,-2 5 0,-6-7 0,7 13 0,-5-7 0,4 3 0,-4 4 0,5-6 0,3 8 0,7 0 0,-2-1 0,-3-5 0,3 4 0,-5-8 0,7 7 0,0-3 0,-7-8 0,5 5 0,-3-8 0,3 7 0,-6-5 0,-1 5 0,0 1 0,-6-7 0,13 7 0,-13-1 0,5 1 0,-7 3 0,2 4 0,4-4 0,-4 5 0,8 1 0,-5 0 0,-3 0 0,14 0 0,-9-2 0,5-4 0,3 2 0,-4-7 0,-3 7 0,2-6 0,-5 4 0,-3 3 0,6-7 0,0 2 0,-7 3 0,7 5 0,-8-8 0,0 6 0,8 2 0,-4 10 0,7 7 0,1 0 0,5 0 0,0 1 0,2-1 0,4 0 0,-4 6 0,6 0 0,-2 0 0,0 1 0,0-4 0,-12 12 0,1-3 0,-10-3 0,-2 3 0,-10 6 0,-13 5 0,-5 2 0,-13-2 0,5-10 0,-4 3 0,4-6 0,9-5 0,-13-12 0,3-2 0</inkml:trace>
  <inkml:trace contextRef="#ctx0" brushRef="#br0" timeOffset="42">24712 224 8912,'2'-23'0,"3"0"0,-3-8 0,6 6 0,-8-3 0,0 3 0,0 2 0,0 0 0,-2 6 0,-1 10 0</inkml:trace>
  <inkml:trace contextRef="#ctx0" brushRef="#br0" timeOffset="43">24705 0 8912,'-1'2'0,"-1"21"0,-4 5 0,4 5 0,2 11 0,0 7 0,0 13 0,0 8 0,0 6 0,0 14 0,-1 4-267,-2-46 1,0 1 0,1 6 0,0 2 266,-4 9 0,1 2 0,2 1 0,0 1 0,-3 3 0,0-1 0,2-2 0,-1 0 0,-1-6 0,0-1 0,2 0 0,1 0 0,2-1 0,2-2 0,-1-11 0,0-2 0,0 48 0,2-34 0,3-6 0,3-11 0,5-7 0,-3-9 0,-2-7 0,5-12 0,-9-3 0,7-8 0,1 0 0,-3-17 0,-3-12 0,-4-11 0,-2-11 0</inkml:trace>
  <inkml:trace contextRef="#ctx0" brushRef="#br0" timeOffset="44">26209 378 8912,'0'-34'0,"0"-1"0,0 3 0,0 3 0,-10-1 0,-5 7 0,-8 2 0,-4 4 0,-3 5 0,-3 3 0,-1 5 0,-1-2 0,1 2 0,-1 10 0,3 5 0,1 5 0,3 1 0,7 8 0,-2 3 0,4 5 0,1 1 0,1 8 0,2-3 0,1 4 0,5 1 0,1 0 0,3 2 0,5 8 0,0 3 0,0-4 0,0 12 0,0-5 0,0 1 0,0 2 0,0 4 0,0-4 0,0-6 0,0-3 0,0-3 0,0-1 0,0-4 0,-2-12 0,-2-11 0,-2-4 0,-2-4 0,3-3 0,-5-5 0,-15-14 0,-1-3 0</inkml:trace>
  <inkml:trace contextRef="#ctx0" brushRef="#br0" timeOffset="45">25314 1152 8912,'10'0'0,"-3"0"0,1 0 0,3 0 0,5-8 0,10-1 0,9-10 0,9-4 0,13-4 0,6-9 0,4-3 0,2-1 0,0 0 0,0 8 0,-2 3 0,-4 6-582,-19 4 582,-12 2 0,-15-8 0,1-2 0</inkml:trace>
  <inkml:trace contextRef="#ctx0" brushRef="#br0" timeOffset="46">26519 1272 8912,'-18'-11'0,"1"1"0,0 3 0,0 3 0,0 2 0,-1 4 0,1 4 0,-2 7 0,-4 8 0,4 0 0,-4 8 0,4 1 0,2 10 0,-1 6 0,3 2 0,4 0 0,5-2 0,6-3 0,6 3 0,3-4 0,8-9 0,1-5 0,5-10 0,1-13 0,3-3 0,2-2 0,3-13 0,-1-6 0,-2-6 0,-3-9 0,3-8 0,-4-2 0,0-4 0,-14 6 0,10-2 0,-15 4 0,0 3 0,-6-3 0,-10 4 0,-5 4 0,-6 3 0,-10 4 0,6 8 0,-3 0 0,-3 7 0,8 4 0,-5 6 0,5 6 0,0 4 0,13 7 0,4 0 0,4 0 0,2 0 0,0 8 0,0 2 0</inkml:trace>
  <inkml:trace contextRef="#ctx0" brushRef="#br0" timeOffset="47">26346 1530 8912,'-17'10'0,"0"-3"0,0-7 0,7 0 0,3 0 0,10 0 0,9 0 0,1-5 0,16-3 0,2-2 0,1-3 0,3-10 0,-1 4 0,0-4 0,7 2 0,-1-2 0,0 4 0,-6-4 0,1-4 0,-1 1 0</inkml:trace>
  <inkml:trace contextRef="#ctx0" brushRef="#br0" timeOffset="48">27276 430 8912,'-17'0'0,"-3"0"0,-1 0 0,-2 0 0,-1 2 0,1 3 0,2 11 0,-6 9 0,2 1 0,4 5 0,2 9 0,9-2 0,5 8 0,3 2 0,2 7 0,0 3 0,7-1 0,5-6 0,3 1 0,2-8 0,0-4 0,1-6 0,-1-5 0,0-4 0,0-8 0,0-2 0,1-3 0,-1-12 0,0-10 0</inkml:trace>
  <inkml:trace contextRef="#ctx0" brushRef="#br0" timeOffset="49">27276 739 8912,'17'16'0,"0"-5"0,-7-3 0,5-8 0,-4 0 0,5 0 0,-3-6 0,2 0 0,5 2 0,1-3 0,-4 1 0,0 0 0,0 6 0,0 0 0,1 0 0,-3 8 0,-2 1 0,-1 1 0,-8 13 0,3-12 0,-7 12 0,0 2 0,0-2 0,-7 8 0,-5-3 0,-3 5 0,0-6 0,1-3 0,3 1 0,-1-6 0,3-1 0,-7-18 0,7-10 0</inkml:trace>
  <inkml:trace contextRef="#ctx0" brushRef="#br0" timeOffset="50">27809 550 8912,'-19'10'0,"-2"-5"0,-2-3 0,0 4 0,8 2 0,3 1 0,-3 3 0,11 1 0,-5 2 0,1 5 0,2 8 0,6-7 0,0 8 0,0 1 0,0 3 0,2-1 0,4-1 0,5-2 0,5-8 0,1 3 0,0-6 0,0-3 0,1-4 0,-1-3 0,0-8 0,-7 0 0,5-15 0,-6-4 0</inkml:trace>
  <inkml:trace contextRef="#ctx0" brushRef="#br0" timeOffset="51">27775 447 8912,'0'-27'0,"0"2"0,2 8 0,3 0 0,5 8 0,7 1 0,0 8 0,1 15 0,-1 8 0,0 13 0,0 6 0,0 2 0,1 8 0,-3 5 0,-4-1 0,-5-3 0,4-1 0,-8 1 0,3 4 0,-3-5 0,-2 0 0,0-3 0,0-9 0,-7 1 0,-5-7 0,3-2 0,-3-3 0,8-10 0,-1-7 0,3-9 0,2 3 0,0-12 0,7-11 0,3-9 0</inkml:trace>
  <inkml:trace contextRef="#ctx0" brushRef="#br0" timeOffset="52">28515 671 8912,'0'9'0,"0"-1"0,0-8 0,7 0 0,5 0 0,9-8 0,4-3 0,3-5 0,9-1 0,5-6 0,9 0 0,1-5 0,0 5 0,-1 2 0,1-6 0,-2 8 0,-4-4 0,-12 6 0,-11 5 0,-6 3 0,-5 3 0,-5 4 0,-7-6 0,0 8 0,-2 0 0,-1 2 0,-3 4 0,-2-4 0,2 6 0,-5-1 0,-12 3 0,-4 7 0</inkml:trace>
  <inkml:trace contextRef="#ctx0" brushRef="#br0" timeOffset="53">27241 1926 8912,'-11'-10'0,"-1"4"0,-1 4 0,-2 2 0,5 8 0,4 5 0,4 8 0,2 8 0,0 4 0,0 7 0,0 2 0,0 2 0,6 2 0,0 5 0,0 1 0,-1-3 0,1-3 0,0-4 0,0-5 0,-1-1 0,-1-2 0,-2-7 0,-2-6 0,0-4 0,0 0 0</inkml:trace>
  <inkml:trace contextRef="#ctx0" brushRef="#br0" timeOffset="54">27121 1943 8912,'-12'0'0,"1"0"0,-1-8 0,1 6 0,0-3 0,7 3 0,4 2 0,11 0 0,10 0 0,2 0 0,8 0 0,-3 0 0,5 2 0,1 3 0,-5 5 0,0 7 0,-8-6 0,2 3 0,-4 5 0,-2-2 0,-7 8 0,-5-8 0,-3 6 0,-2 0 0,-2 6 0,-5-6 0,-11-2 0,1-2 0,-6-2 0,4 0 0,2 0 0,0-7 0,1-4 0,5-12 0,-4-11 0,5-10 0</inkml:trace>
  <inkml:trace contextRef="#ctx0" brushRef="#br0" timeOffset="55">27499 1994 8912,'10'2'0,"-4"4"0,-2-4 0,1 4 0,-1 1 0,8-1 0,-7 6 0,5-5 0,-2 3 0,5-6 0,-9 11 0,7-4 0,1 5 0,5 1 0,0-2 0,0-3 0,-5-3 0,-1-3 0,-5-4 0,4 2 0,-3-8 0,-3-8 0,-2-3 0,-2-10 0,0-4 0,0 3 0,0-3 0,0 0 0,0-5 0,0 2 0,0 3 0,0-2 0,0 8 0,6 0 0,-1 6 0,3 0 0,-2 0 0,-2 5 0,7 1 0,-5 7 0,5-2 0,1 12 0,5 6 0,0 1 0,0-2 0,1 5 0,-9-7 0,14 8 0,-4 1 0</inkml:trace>
  <inkml:trace contextRef="#ctx0" brushRef="#br0" timeOffset="56">27999 1977 8912,'9'0'0,"-1"0"0,-1 0 0,-5 0 0,6 0 0,0-7 0,1-3 0,6-7 0,-3 0 0,1 5 0,-7 1 0,5-1 0,-5-5 0,0 0 0,-6 0 0,0-1 0,0 1 0,0 0 0,-8 2 0,-3 3 0,-4 5 0,-3 7 0,-5 0 0,0 0 0,1 9 0,4 7 0,1 5 0,2 9 0,1-1 0,5 3 0,1 3 0,2 7 0,6-8 0,0 0 0,14-1 0,3-10 0,12-2 0,-1-10 0,7-3 0,5-8 0,4-2 0,8-4 0,-7-11 0,1-12 0,-7 5 0,10-16 0,-5 3 0</inkml:trace>
  <inkml:trace contextRef="#ctx0" brushRef="#br0" timeOffset="57">28670 1668 8912,'-12'9'0,"3"-1"0,-1-2 0,0-1 0,7 1 0,-13-6 0,5 0 0,1 0 0,-1 0 0,5 0 0,-3 2 0,-1 2 0,0 2 0,-3-3 0,-2 7 0,-2-6 0,-1 7 0,1 1 0,0 5 0,0 0 0,0 2 0,-1 4 0,1-4 0,2 14 0,3-5 0,5-1 0,7 2 0,0-8 0,0 2 0,7-10 0,5-1 0,3-9 0,2 3 0,8-6 0,4-6 0,1-5 0,-1-12 0,2-4 0,-6-7 0,-1-1 0,1 1 0,-4 0 0,-2-8 0,-7 3 0,-3-6 0,-1-3 0,-2-2 0,-6-1 0,0-1 0,0 8 0,0 4 0,-8 4 0,-3 1 0,1 10 0,-1 8 0,5 8 0,-6 9 0,9 15 0,-5 4 0,8 17 0,0 4 0,0-3 0,0 18 0,0-3 0,0 1 0,0 1 0,6-5 0,-1-3 0,3 2 0,-4-8 0,4-4 0,1-5 0,1-6 0,3-10 0,-1-3 0,-1-5 0,6-7 0,0 0 0,1-9 0,-1-9 0,0-1 0,0-9 0,1 1 0,-1-2 0,-2-3 0,-3 3 0,-3-3 0,-3-3 0,-4 3 0,3 3 0,-1 4 0,0 8 0,2 0 0,0 7 0,-6-5 0,5 21 0,1 2 0,0 11 0,1 9 0,-5-1 0,4 2 0,4-1 0,-7 1 0,9-2 0,1-2 0,3-3 0,1-4 0,0-9 0,0 5 0,0-9 0,1 1 0,-1-6 0,0-15 0,0-4 0</inkml:trace>
  <inkml:trace contextRef="#ctx0" brushRef="#br0" timeOffset="58">29048 1186 8912,'-28'27'0,"1"-2"0,0-2 0,2 2 0,0 1 0,2-5 0,8 6 0,2-6 0,3 2 0,2-2 0,3-9 0,12-5 0,5-7 0,3 0 0,2 0 0,6-2 0,0-3 0,-2-7 0,-2-3 0,-1-8 0,-3 0 0,-4 2 0,-1 2 0,-4 2 0,-4-1 0,5 1 0,-7 0 0,-7 8 0,5 1 0,-6 8 0</inkml:trace>
  <inkml:trace contextRef="#ctx0" brushRef="#br0" timeOffset="59">29358 1461 8912,'-17'-9'0,"0"-6"0,5 11 0,1-8 0,7 8 0,-11-3 0,11 14 0,-8 5 0,8 5 0,-1 6 0,3 6 0,2 3 0,0 3 0,0-3 0,0-3 0,7 3 0,5-5 0,3-2 0,2-8 0,8-7 0,0-10 0,4 0 0,3-4 0,-3-8 0,-4-7 0,7-15 0,-5-1 0</inkml:trace>
  <inkml:trace contextRef="#ctx0" brushRef="#br0" timeOffset="60">29788 825 8912,'10'-7'0,"-1"5"0,-3-4 0,-4 12 0,4 5 0,-4 12 0,-2 11 0,0 12 0,0 6 0,0 3 0,0 3 0,0 7 0,0-12 0,0 4 0,2-7 0,3-10 0,3-2 0,3-15 0,5 0 0,-7-13 0,8-4 0,1-12 0,-1-6 0,0-3 0,0-2 0,1 0 0,-3-6 0,-4 0 0,5-2 0,-5 2 0,-3 4 0,-3-4 0,5 12 0,-8-5 0,7 14 0,-3-3 0,-4 10 0,8 3 0,-5 3 0,-3 5 0,4-5 0,2 4 0,-3 3 0,9-1 0,-3 0 0,5-7 0,-5-3 0,1-7 0,-1 0 0,6 0 0,0 0 0</inkml:trace>
  <inkml:trace contextRef="#ctx0" brushRef="#br0" timeOffset="61">30184 722 8912,'-23'33'0,"0"-5"0,2 5 0,8-7 0,1 1 0,8 6 0,-1-5 0,3-3 0,2-2 0,5-4 0,1-2 0,8-7 0,-3-4 0,4-4 0,3-2 0,-1 0 0,-6-8 0,-1-4 0,-3-5 0,-3-4 0,-2-2 0,-2 0 0,0 6 0,0 0 0,-6 6 0,1-1 0,-9 6 0,3-5 0,-12 7 0,-4-4 0</inkml:trace>
  <inkml:trace contextRef="#ctx0" brushRef="#br0" timeOffset="62">29599 1324 8912,'-10'17'0,"-5"-2"0,4-3 0,3-6 0,4-12 0,8-6 0,13-11 0,14-3 0,7-1 0,8-6 0,13 5 0,10-5 0,0-1-172,15 0 0,-6-1 0,8 1 0</inkml:trace>
  <inkml:trace contextRef="#ctx0" brushRef="#br0" timeOffset="63">30545 1014 8912,'-34'35'0,"-6"-8"0,0-5 0,1 3 0,11-2 0,5 0 0,4 2 0,3-6 0,5 4 0,3-4 0,8-2 0,8-1 0,3-5 0,7-1 0,3-7 0,2 3 0,-2-4 0,-2-6 0,-2 2 0,4-13 0,-2 4 0,-4-5 0,-1-1 0,-5-6 0,-1 0 0,-2 2 0,-1 2 0,1 2 0,-6 0 0,0 0 0,0-1 0,0 7 0,0-1 0,0-1 0,-7-2 0,-3-2 0</inkml:trace>
  <inkml:trace contextRef="#ctx0" brushRef="#br0" timeOffset="64">30666 1066 8912,'9'17'0,"-3"0"0,-2-5 0,2-1 0,-4-7 0,7 9 0,-3-7 0,-4 8 0,13-5 0,-13 8 0,6-5 0,-8-1 0,0 3 0,-8-7 0,4 7 0,-7-9 0,-1 1 0,1-6 0,-1 0 0,9-2 0,-3-4 0,4-5 0,2-12 0,0-6 0,0-3 0,8-8 0,3 0 0,4-6 0,2 6 0,1 5 0,-1 9 0,0 1 0,2 2 0,4 6 0,-2 7 0,8 4 0,-8 6 0,2 6 0,-2 11 0,2 12 0,-10 3 0,4 3 0,-1-1 0,-1 1 0,-5-1 0,5 0 0,-6 1 0</inkml:trace>
  <inkml:trace contextRef="#ctx0" brushRef="#br0" timeOffset="65">29427 2252 8912,'-17'0'0,"-1"0"0,1 0 0,0-2 0,0-3 0,5 1 0,1-8 0,-3 1 0,-1 1 0,-2-3 0,0 7 0,0 1 0,-1-3 0,1 6 0,0-4 0,0 4 0,1 10 0,3 5 0,3 10 0,3 10 0,3 5 0,2 15 0,2-1 0,0 11 0,2-2 0,2 8 0,3-2 0,3-4 0,0-2 0,1-4 0,-1-11 0,-5 0 0,-3-15 0,4-8 0,-4-4 0,-10-2 0,-1 0 0</inkml:trace>
  <inkml:trace contextRef="#ctx0" brushRef="#br0" timeOffset="66">28876 2717 8912,'-9'0'0,"-1"0"0,6 1 0,-2 5 0,1-4 0,5 6 0,9-8 0,9-2 0,10-4 0,10-5 0,14-5 0,4-3 0,7-4 0,-8 2 0,4-5 0,1 1-450,-7-6 0,6-3 1,-7-10-1</inkml:trace>
  <inkml:trace contextRef="#ctx0" brushRef="#br0" timeOffset="67">29513 2373 8912,'-10'7'0,"-3"-3"0,7 8 0,0-1 0,6 2 0,0 3 0,0 3 0,0 2 0,0-2 0,0 2 0,0 2 0,8 0 0,4-6 0,3-2 0,2-3 0,0-5 0,0-7 0,1 0 0,-1 0 0,0 0 0,4-3 0,0-7 0,0-7 0,-13-4 0,15-2 0,-12-2 0,5-2 0,1-1 0,-6-1 0,-1 2 0,-3 2 0,1 8 0,-2 6 0,-4-1 0,5 3 0,-7 1 0,0 16 0,0 3 0,6 4 0,0 3 0,-2-1 0,0 0 0,1 0 0,-1 0 0,8 1 0,-9-1 0,13 0 0,-7 0 0,3-7 0,-1-5 0,-7-3 0,9-4 0,-7-3 0,0 3 0,-4-13 0,4 3 0,-5-3 0,5-2 0,-4-1 0,-2 1 0,0 0 0,0 0 0,2 2 0,4 3 0,-4-3 0,13 13 0,-13-8 0,6 7 0,-1-3 0,3 0 0,1 6 0,1 0 0,-1 0 0,6 0 0,1 0 0,-7 2 0,0 4 0,1-4 0,5 13 0,0-7 0,1 3 0,-9 4 0,1-13 0,-5 4 0,-3-4 0,14-2 0,-5 0 0,-3 0 0,7 0 0,-13-8 0,6-1 0</inkml:trace>
  <inkml:trace contextRef="#ctx0" brushRef="#br0" timeOffset="68">30408 2149 8912,'0'-17'0,"-2"0"0,-4 0 0,4-1 0,-13 1 0,5 8 0,-7 3 0,0 6 0,0 6 0,1 5 0,5 12 0,-4 4 0,3 7 0,3 1 0,-1-1 0,2 0 0,3 1 0,5-1 0,0 0 0,0 1 0,0-8 0,0-4 0,7-4 0,3-4 0,9-4 0,4-5 0,4-12 0,7-5 0,1-6 0,-1-6 0,0-4 0,8-15 0,2-2 0</inkml:trace>
  <inkml:trace contextRef="#ctx0" brushRef="#br0" timeOffset="69">30804 1840 8912,'-27'-8'0,"2"0"0,8-5 0,-1 2 0,9 7 0,1-4 0,8 10 0,0 4 0,0 5 0,2 10 0,4 2 0,2 8 0,5-1 0,-3 7 0,-3 3 0,5 0 0,-7-6 0,-1 1 0,-2 7 0,-2-6 0,0 4 0,-8 2 0,-3-2 0,-4-2 0,-4-7 0,-4-2 0,4-3 0,-4 3 0,3-4 0,3-16 0,0-3 0,0-8 0,2-7 0,3-10 0,6-6 0,4-4 0,2-5 0,2-1 0,4 1 0,-2 5 0,7 1 0,-7 7 0,10-6 0,-9 4 0,9 4 0,-3-4 0,4 4 0,3 2 0,-1 5 0,0 1 0,2-1 0,4-5 0,-2 6 0,6 1 0,-2 2 0,0-3 0,-2 5 0,-4 0 0,4 6 0,-4 0 0,-2 0 0,-7 0 0,5 2 0,-4 4 0,-3 4 0,5 7 0,-7 0 0,2 2 0,-3 4 0,-3 4 0,6-6 0,-8-4 0,0-2 0,0 1 0,0 1 0,0-8 0,0 7 0,-2-15 0,-4 5 0,4-4 0,-7-10 0,3-3 0,4-4 0,-3-2 0,3-6 0,2 0 0,-2-8 0,-4 2 0,4-3 0,-4-2 0,-1 5 0,1 0 0,0 6 0,6-3 0,0 1 0,2 2 0,4 6 0,-2 5 0,7 1 0,8 7 0,0-4 0,6 8 0,-2 0 0,0 0 0,8 0 0,-5 0 0,9 0 0</inkml:trace>
  <inkml:trace contextRef="#ctx0" brushRef="#br0" timeOffset="70">31320 1891 8912,'-25'0'0,"-4"0"0,4 0 0,-1 8 0,3 3 0,4 5 0,-4 1 0,11 0 0,6 0 0,4 6 0,2 0 0,0 0 0,0-6 0,2-5 0,4-3 0,6-1 0,3 3 0,2-5 0,0 0 0,2-6 0,4-2 0,6-4 0,-2-3 0,2-9 0,-8 1 0,9-2 0,-7-2 0,-2-2 0,6-7 0,-8 9 0,4-6 0,-4 2 0,-2-6 0,0 7 0,1-7 0,-1 2 0,-8 8 0,-1-3 0,-8 6 0,0 1 0,0 15 0,0 8 0,0 9 0,0 8 0,0 4 0,0 7 0,0 1 0,0-1 0,-6 0 0,1 1 0,-3-3 0,4-1 0,-2-2 0,-5-8 0,5 1 0,-5-2 0,5-3 0,-2-8 0,3-3 0,-7-4 0,5-10 0,-1-3 0,8-12 0,0-6 0,0-3 0,6-8 0,-1 0 0,9-6 0,-3 6 0,4-1 0,3 9 0,-1 3 0,-6 5 0,1 6 0,-1 9 0,7 1 0,-1 18 0,0 7 0,-2 10 0,-1 5 0,-3 2 0,1 1 0,5-1 0,0-1 0,0-5 0,8-3 0,4-8 0,11 1 0,4-1 0,8 0 0,7-7 0,2-3 0</inkml:trace>
  <inkml:trace contextRef="#ctx0" brushRef="#br0" timeOffset="71">3493 14167 8912,'-9'-25'0,"-6"-3"0,-7-5 0,5 6 0,8 5 0,-1 2 0,1 3 0,5 8 0,-4 3 0,8 12 0,0 5 0,0 4 0,0 5 0,0 2 0,0 7 0,0 11 0,-2 8 0,-2 7 0,-1 8 0,-9 4 0,10 12 0,-5 8-653,5-37 0,0 2 653,-2 3 0,-1 1 0,3 3 0,0 2 0,-2-1 0,1 0 0,1 1 0,0 0 0,0 2 0,0 1 0,3-1 0,1 0 0,-3 0 0,0 0 0,1-5 0,2-2 0,0-2 0,0-1 0,0 43 0,2-4 0,4-5 0,3-14 0,8-4 0,0-10 0,3 2 0,3-2 0,-2-1 0,5-9 0,-1-3 0,-2-11 0,0-5 0,0-7 0,-2-2 0,-2-4 0,-2-5 0,1-7 0,-1-3 0,0 6 0,0-6 0,0 4 0,-5-4 0,-1-2 653,3 0 0,-1 1-653,-1 5 0,3-4 0,-4 6 0,5-1 0,1 5 0,8 3 0,0 2 0,3 1 0,11 1 0,-5 4 0,12 1 0,2 7 0,7-2 0,-1-6 0,3 3 0,-3-1 0,-3-4 0,3-2 0,3-2 0,-9 1 0,3-1 0,-3-8 0,13-1 0,8-6 0,10 4 0,-1-4 0,1 3 0,-1-3 0,0-2 0,-5 0 0,9 2 0,-5 2 0,1 2 0,2 7 0,8-3 0,4 9 0,-44-8 0,0 1 0,0 2 0,-1 0 0,41 13 0,-7 0 0,1-2-90,10-2 1,1-14-1,3-3 90,-10-4 0,-8-4 0,-9-2 0,2-4 0,3-1 0,-1-8 0,7-6 0,1-2-291,5 2 1,2 2 290,3-8 0,-10 6 0,-1-5 0,-7 7 0,-2-2 0,-1 4 0,-1 1 0,4 1 0,-12 0 0,6 2 0,-4 3 0,4-3 0,-19 13 0,1-6 0,-5 1 0,-2 5 0,-3-6 0,1 3 0,-2-1 0,-9-8 0,-2 11 0,-6-9 0,2-1 84,7-2 0,-9-3 1,8-1-85,1-4 0,3-3 0,1-9 0,1 3 0,-1 3 0,1-3 0,-3 7 0,-3-4 597,-6 6-597,3-4 0,-12 6 0,3-5 0,-2 1 0,-5-6 0,1 3 0,1-5 0,-3-1 0,7-1 0,-9-5 0,7-2 0,-3-2 0,-7-2 0,9 1 0,-7-1 0,6 6 0,-7-6 0,1-2 0,0-2 0,0-1 0,-1-1 0,-5-1 0,0-5 0,0-5 0,8-4 0,3-1 0,5-7-115,1 1 1,0 5 114,0 6 0,6 7 0,0-1 0,-2 4 0,-2 3 0,-1 2 0,-1 2 0,-8 1 0,5-7 0,-8 0 0,-3 1 0,-1 1 0,-2 0 0,0 3 0,0-1 0,0-6 0,-5 12 0,-3-5 0,-2 1 0,-1 0 0,-6 2 0,-1 6 0,1 7 0,0 5 0,0 4 0,0 0 0,-1 1 76,9 1 0,-6 9 1,1 0-77,-7-3 0,2-1 0,-6 3 0,6 1 0,-4-2 0,-4 3 0,-7-1 0,-2-1 0,-5 3 0,5-7 0,-14 12 0,3-5 0,-9 1 0,3-5 0,-9 11 0,7-6 0,-2 1 0,-1 5 0,7-6 0,-1 2 0,0 1 0,8-1 0,-5 0 0,3 0 0,-4 3 0,-2-1 0,1-2 0,-8 4 0,-5-4 0,-10 5 0,-6 1 0,-5 0 0,-1 0 0,8 7 0,1-5 0,7 6 0,-5-1-158,4-5 0,-5 12 158,7-9 0,-5 3 0,-1-4 0,2 2 0,3-3 0,1-1 0,0-2 0,-4 0 0,-7 0 0,-8 0 0,37 0 0,-1 0 0,-46 0 0,1 0 0,7 0 0,-2 0 0,6 0 0,4 0 0,1 0 0,16 0 0,-7 0 0,13 0 0,-3 0 0,7 0 0,-4 6 0,7 2 0,0 1 0,-1-3 0,-5 5 0,-3 1 0,0-3 0,-6-1 0,6 0 0,-8 1 0,0 1 0,4 3 0,8-7 0,1 2 0,16-3 0,-2-3 0,6 6 0,0-2 0,3-1 0,2 1 0,-3 0 0,-2 1 0,-4 3 0,-4-6 0,-2 11 105,0-3 0,0 9 1,-6 1-106,1 0 0,5-1 0,2 0 0,2 1 0,4-1 0,9-9 0,-4 3 0,5-3 0,1-5 0,0-1 0,2-4 0,2 0 0,6 2 0,0 1 0,0-1 0,-1-2 0,7-2 0,0 0 0,7 0 0,-4 0 0,8 0 0,0 0 0,-6 8 0,1 3 0,-9 5 0,-3 1 0,-10 0 0</inkml:trace>
  <inkml:trace contextRef="#ctx0" brushRef="#br0" timeOffset="72">6143 17485 8912,'12'0'0,"-2"-1"0,-1-3 0,-1-4 0,-1-1 0,-1 3 0,-6-6 0,6 7 0,0-7 0,-1 1 0,-5-7 0,0 9 0,0 1 0,0 8 0,0 0 0,-2 6 0,-3 0 0,3-1 0,-8-3 0,4 4 0,5-4 0,-7 6 0,0-8 0,6 0 0,-7 0 0,3 0 0,4 0 0,-6 0 0,1 7 0,-3 3 0</inkml:trace>
  <inkml:trace contextRef="#ctx0" brushRef="#br0" timeOffset="73">6126 17434 8912,'-11'6'0,"-1"-1"0,7 1 0,-7-6 0,8 0 0,-11 0 0,13 0 0,-6 0 0,10 0 0,4 0 0,4 0 0,-1 0 0,-1 0 0,-8 8 0,0-6 0,0 13 0,0-6 0,0 1 0,0 5 0,0-11 0,0 8 0,0-9 0,0 5 0,0-8 0,0 0 0,-8 0 0,-1 0 0,-9 0 0</inkml:trace>
  <inkml:trace contextRef="#ctx0" brushRef="#br0" timeOffset="74">6092 17348 8912,'11'0'0,"-1"-2"0,-1-2 0,-1-3 0,0-3 0,-3-2 0,-5-5 0,0 0 0,6 0 0,0 0 0,-2 0 0,-2-1 0,-2 1 0,0 8 0,0 5 0,0 15 0,0 14 0,0 11 0,0 10 0,0 12 0,0 3 0,0 2 0,0 0 0,0 2 0,0 2 0,2-6 0,1-6 0,3-7 0,0-6 0,-6-8 0,0-1 0,0-5 0,0-10 0,0-7 0,0-11 0,-8-11 0,-1-16 0</inkml:trace>
  <inkml:trace contextRef="#ctx0" brushRef="#br0" timeOffset="75">6488 17228 8912,'-18'-6'0,"1"0"0,0 2 0,7 2 0,-5 4 0,4 4 0,3 11 0,2 12 0,4 5 0,2 6 0,8 12 0,2 9 0,9 10 0,4 3 0,-4-3 0,11 5-133,-7-7 1,0-6 132,-5 0 0,-1-9 0,-2-3-43,-4-9 43,-3-5 0,-16-11 0,-1-1 0</inkml:trace>
  <inkml:trace contextRef="#ctx0" brushRef="#br0" timeOffset="76">5490 18483 8912,'0'-18'0,"0"1"0,0 0 0,-2 2 0,-4 3 0,-4-1 0,-7 7 0,0 2 0,0 10 0,0 6 0,-1 3 0,1 12 0,0 7 0,5 0 0,1 6 0,7 3 0,-2-3 0,4-2 0,2-2 0,0-9 0,6 3 0,4-9 0,5-5 0,-2 1 0,14-15 0,-4 4 0,6-5 0,3-10 0,3-8 0,-1-6 0,1-6 0,-1-3 0,-1 5 0,-7-7 0,-8-1 0,-3-5 0,-11 0 0,-6 4 0,-8 5 0,-20 6 0,-9 10 0,-16 2 0,-2 1 0,-1 8 0,7 2 0,1 12 0,4 5 0,4-1 0,13 16 0,4-5 0,6 2 0,6-6 0,5 11 0,-1-5 0</inkml:trace>
  <inkml:trace contextRef="#ctx0" brushRef="#br0" timeOffset="77">5989 18517 8912,'-23'-6'0,"-2"1"0,-2 1 0,4 2 0,-6 4 0,-1 3 0,5 5 0,2 9 0,4 2 0,2 2 0,-1 8 0,7-5 0,1 9 0,3-1 0,1-5 0,6-1 0,0-7 0,0 2 0,2-9 0,4-3 0,-4-7 0,13 4 0,-11-8 0,7-2 0,3-4 0,1-9 0,2-10 0,0-2 0,1-3 0,-1-3 0,6-7 0,0-2 0,-2-2 0,-8 4 0,-1-6 0,-3 0 0,3-5 0,1 5 0,-7 0 0,1 10 0,-1 1 0,-4 9 0,6 8 0,-8 1 0,0 10 0,0 8 0,-2 17 0,-2 14 0,-2 12 0,0 6 0,1 7 0,-1 0 0,2-1 0,2-3 0,2-1 0,2-1 0,4 1 0,3-8 0,9-2 0,1-8 0,4 1 0,-4-16 0,13-4 0,-3-15 0,11-15 0,4-4 0</inkml:trace>
  <inkml:trace contextRef="#ctx0" brushRef="#br0" timeOffset="78">6453 18517 8912,'-34'0'0,"-2"-2"0,-5-4 0,9 4 0,-8-3 0,13 5 0,-7 5 0,11 5 0,0 9 0,11 4 0,-1 2 0,7 4 0,0 1 0,8-5 0,4 2 0,-2-4 0,7 5 0,1-9 0,5 0 0,0-7 0,0-4 0,1 5 0,-1-11 0,0 4 0,0-5 0,0-1 0,1-7 0,-1-5 0,0-5 0,0-6 0,0-2 0,3-7 0,2-2 0,-8 1 0,3-13 0,-5 6 0,-1-6 0,2 0 0,-7-5 0,-2-3 0,-2-3 0,-2 4 0,-6-5 0,-2 14 0,-1 10 0,-3 7 0,1 18 0,0 3 0,7 19 0,-4 14 0,8 19 0,0 4 0,0 9 0,6-6 0,1 6 0,3 1 0,-4-7 0,5 4 0,1-3 0,5-10 0,0-4 0,0-4 0,2-3 0,4-5 0,-4-10 0,6-11 0,-7-7 0,-1 0 0,2-4 0,4-7 0,-4-2 0,4-16 0,2 6 0,0-8 0,-1-3 0,1-4 0,-2-2 0,-6 5 0,1 1 0,-7 0 0,1-1 0,-9 8 0,5 3 0,-8 14 0,0 10 0,0 17 0,0 12 0,0 3 0,0 3 0,0-1 0,0 1 0,0-1 0,-2 6 0,-4 0 0,3 2 0,-9-2 0,-7-1 0,-10 5 0,-5 1 0,-6 5 0,-4-2 0,-2 10-306</inkml:trace>
  <inkml:trace contextRef="#ctx0" brushRef="#br0" timeOffset="79">10325 16591 8912,'8'-9'0,"-6"1"0,5 1 0,-7 5 0,0-6 0,-1 2 0,-5 1 0,-4-1 0,-1 4 0,-1-4 0,8 4 0,-5-7 0,3 3 0,4 4 0,-7-6 0,3 8 0,4 0 0,-13 0 0,3 0 0,5 8 0,-9-4 0,5 9 0,-4 6 0,3 0 0,1 8 0,-3 0 0,-1 0 0,5 9 0,-3 2 0,7 8 0,0-2 0,6 2 0,0 2 0,0-8 0,6 0 0,0-6 0,9-1 0,1-5 0,5-5 0,2-4 0,1-9 0,5-4 0,-2-4 0,2-4 0,1-4 0,3-6 0,1-10 0,2-5 0,1-8 0,-1-1 0,-3-4 0,-11 4 0,3-8 0,-7 4 0,-1-2 0,0-4 0,-7-2 0,-5 8 0,-3 2 0,-2 1 0,-7 3 0,-7 2 0,-7 3 0,-6 4 0,-7 14 0,-1 1 0,1 2 0,2 3 0,1 5 0,2 0 0,3 2 0,-5 3 0,2 7 0,14 3 0,-2 2 0,11 8 0,-2-6 0,8 4 0,2 2 0,4-2 0,5-8 0,12-9 0,-3-4 0,4-2 0</inkml:trace>
  <inkml:trace contextRef="#ctx0" brushRef="#br0" timeOffset="80">10945 16660 8912,'-17'15'0,"-1"-1"0,1-5 0,0-1 0,0 5 0,5-9 0,3 8 0,1 1 0,0-5 0,5-1 0,-3 1 0,0-6 0,6 6 0,0-8 0,8 0 0,-6 0 0,5 0 0,-7-2 0,0-4 0,0-6 0,0-3 0,0-2 0,0 5 0,0 1 0,0 7 0,0-11 0,0 11 0,0-7 0,0 7 0,0-4 0,0 16 0,0-6 0,0 5 0</inkml:trace>
  <inkml:trace contextRef="#ctx0" brushRef="#br0" timeOffset="81">11581 16454 8912,'0'-12'0,"0"1"0,0-2 0,0-3 0,-1-1 0,-5 0 0,-4 7 0,-1-3 0,-1 5 0,-1-1 0,-2 5 0,-3-2 0,1 4 0,0 2 0,0 0 0,0 0 0,-1 0 0,1 2 0,0 4 0,0 5 0,0 5 0,-1 3 0,1 4 0,0-2 0,0 7 0,5-5 0,3 4 0,1-2 0,2 4 0,6-7 0,2 1 0,4 2 0,11-6 0,10 6 0,7-8 0,1 1 0,7-9 0,0 6 0,4-5 0,-6-1 0,-4 7 0,-1-5 0,-3-1 0,-3 1 0,-6 1 0,-10 5 0,-3 0 0,-3 0 0,-1 0 0,-15 6 0,-9 2 0,-8 2 0,-15-6 0,5 10 0,-6-7 0,0 3 0,6-8 0,-5-2 0,5 1 0,4-16 0,3 3 0,-4-3 0,22-9 0,0-9 0,9-10 0,7-15 0,14-14 0,16-8 0,5-4 0,8 0 0,-2 4 0,7-4 0,1 8 0,3-2 0,-3 9 0,-10 8 0,-4 18 0,-11 3 0,-12 4 0,-10 9 0,-7 2 0</inkml:trace>
  <inkml:trace contextRef="#ctx0" brushRef="#br0" timeOffset="82">9878 17675 8912,'7'9'0,"-5"-1"0,6-8 0,-8 0 0,0 0 0,8 0 0,1 0 0,8 0 0,8-2 0,6-4 0,9-5 0,12-5 0,9-3 0,13-2 0,9-4 0,6-1 0,-36 15 0,2 1 0,1-2 0,2 1 0,3 1 0,-1 1 0,-5 0 0,-1 0 0,-1 1 0,-1-1-135,-2 0 0,-1 1 1,43-3 134,-12-1 0,-3 8 0,-8-1 0,-2 3 0,-4 2 0,-4 0 0,-9 0 0,-6 0 0,-10 0 0,-1 0 0,-10 0 0,-2 0 0,-2 0 0,-10 0 0,-1 0 0,-8 0 0,0 0 202,-8 0 0,-3 5-202,-12 1 0,-4 7 0,-7-3 0</inkml:trace>
  <inkml:trace contextRef="#ctx0" brushRef="#br0" timeOffset="83">10342 18087 8912,'0'12'0,"0"-1"0,0-7 0,0 4 0,0-8 0,0-2 0,0-4 0,0 4 0,0-13 0,0 13 0,-7-6 0,3 8 0,-8 0 0,9 8 0,-11 1 0,7 10 0,-3 4 0,6-3 0,-3 12 0,7-3 0,0 9 0,0 2 0,0 0 0,0-7 0,0-5 0,7 3 0,5-8 0,3-2 0,2-2 0,0-10 0,1-1 0,-1-8 0,0 0 0,0 0 0,0-8 0,1-3 0,-1-10 0,0-2 0,0-6 0,-1 4 0,-5-1 0,-3-3 0,-6-3 0,1 1 0,3 2 0,-2 1 0,-10-7 0,-3 9 0,-9 3 0,1-4 0,-6 8 0,0-2 0,2 7 0,2 1 0,2 7 0,0 3 0,0 1 0,-1 2 0,3 7 0,4 7 0,5 7 0,4-2 0,2 4 0,0-4 0,0 6 0,0 1 0</inkml:trace>
  <inkml:trace contextRef="#ctx0" brushRef="#br0" timeOffset="84">10910 18122 8912,'-11'0'0,"-1"0"0,1 0 0,1 0 0,1 1 0,5 5 0,-2 6 0,0 3 0,6 2 0,0 0 0,0 1 0,0-1 0,0 0 0,0 0 0,6-5 0,0-1 0,0-7 0,-6-4 0,0-4 0,-2-6 0,-4 3 0,2-5 0,-7 7 0,7-9 0,-4 12 0,1-13 0,5 6 0,-6-1 0,16-5 0,1 5 0</inkml:trace>
  <inkml:trace contextRef="#ctx0" brushRef="#br0" timeOffset="85">11186 17984 8912,'15'-2'0,"-4"-4"0,7 4 0,-1-3 0,2-3 0,10 0 0,1 1 0,3-1 0,1 2 0,-5 6 0,0 0 0,-1 2 0,-1 4 0,-4 6 0,-6 5 0,-5 6 0,-5 3 0,-11 11 0,-5 3 0,-8 6 0,-20 3 0,9 5 0,-14 1 0,-1 3 0,7-3 0,-4-9 0,6-8 0,5-7 0,-2-1 0,8-7 0,0-2 0,6-9 0,0-5 0,7-7 0,-5 0 0,13-7 0,-3-7 0,3-7 0,4 2 0,1-4 0,5 4 0,2 2 0,-5 0 0,7-1 0,-1 1 0,6 0 0,1 7 0,-1-3 0,0 7 0,0 3 0,6-5 0,0 2 0,0 2 0,2 2 0,-4 2 0,8 0 0,-1 6 0,7 0 0,-1 7 0,1-5 0,-1 3 0,0 3 0,1-8 0,7 7 0,2-4 0</inkml:trace>
  <inkml:trace contextRef="#ctx0" brushRef="#br0" timeOffset="86">12390 17193 8912,'-27'0'0,"3"-2"0,6-2 0,1-1 0,15-1 0,8 4 0,7-4 0,12 4 0,6-5 0,5 1 0,6-2 0,2-1 0,0-3 0,2-3 0,-6 2 0,-3 1 0,-3 7 0,-1-5 0,-5 2 0,-5 1 0,-11 1 0,-5 4 0,-7-6 0</inkml:trace>
  <inkml:trace contextRef="#ctx0" brushRef="#br0" timeOffset="87">12545 17382 8912,'-11'0'0,"-1"0"0,8 0 0,-1 0 0,10 0 0,5-2 0,9-3 0,4-7 0,6-3 0,5-2 0,6-1 0,2 1 0,4 0 0,-4 0 0,-7 0 0,-1-8 0,1-2 0</inkml:trace>
  <inkml:trace contextRef="#ctx0" brushRef="#br0" timeOffset="88">13578 16695 8912,'9'-18'0,"-1"1"0,-8 0 0,-2 2 0,-4 3 0,-3 5 0,-9 7 0,1 1 0,0 5 0,0 4 0,0 9 0,-3 4 0,-2 5 0,1 5 0,-8 1 0,8 6 0,-2 1 0,4-1 0,2-6 0,-1-1 0,1-5 0,6 5 0,-1-5 0,8-3 0,-1-2 0,3-11 0,2-3 0,0-3 0,9-4 0,8 3 0,6-5 0,6-5 0,9 1 0,-3-8 0,11 1 0,0-6 0,-3 0 0,3-1 0,2 1 0,2 0 0,-6 0 0,-4 0 0,-11-1 0,-6 1 0,-4 8 0,-2 3 0,-7-4 0,-10 9 0,-12-5 0,-11 10 0,-6 1 0,5 1 0,-17 2 0,5 1 0</inkml:trace>
  <inkml:trace contextRef="#ctx0" brushRef="#br0" timeOffset="89">13474 16609 8912,'10'17'0,"3"0"0,-7 0 0,7 0 0,-5 2 0,4 4 0,3 12 0,-4 11 0,5 3 0,-7 9 0,-3-1 0,2 8 0,-3-2 0,-1 2 0,-2-2 0,-10 4 0,5-14 0,-9 6 0,-1 1 0,-10 1 0,0-2 0,-12-7 0,-10-1 0,-17-7 0</inkml:trace>
  <inkml:trace contextRef="#ctx0" brushRef="#br0" timeOffset="90">9671 16454 8912,'0'-35'0,"2"1"0,2 0 0,2 1 0,-2 5 0,-3 5 0,-1 4 0,0 17 0,0 7 0,0 11 0,0 7 0,-1 9 0,-3 10 0,-2 4 0,2 7 0,-3 1 0,1 11 0,2 6 0,2 7 0,-4 12 0,1 3 0,2-44 0,2 0 0,0 3 0,0 1 0,1 2 0,0 1 0,0 5 0,0 2-65,0 2 1,0 2 0,1-2 0,0 1 0,0 6 0,2 0 0,0-3 0,1-1 64,1-2 0,0 0 0,0-2 0,1 0 0,2-3 0,1-2 0,0-4 0,0-1 0,-1-4 0,1-2 0,8 38 0,0-25 0,1-6 0,-1-7 0,-6-10 0,1-15 0,-1-2 0,6-15 0,-5-1 0,-1-5 0,5 0 0,5 0 0,5 0 0,11-1 0,5-5 0,9-6 0,1-3 0,9-8 0,-3 0 0,5 2 0,4 2 0,3 2 0,3 2 0,4 1 0,1 3 0,2 7 0,8-4 0,4 1 90,-4 5 0,0-6 0,-8 8-90,2 0 0,6-6-201,-39 4 1,0-1-1,41-9 201,-42 10 0,1-1 0,41-11 0,-4 12 0,2-3 0,4 3 0,-2 0 0,-41-1 0,-1 0 0,42 1 0,-40-2 0,0 0 0,41 2 0,-1-3 0,-8 1 0,-1-8 0,1 3 0,8-6 0,4-1 0,1-3 0,-13-2 0,8-4 0,-15-3 0,13 1 0,2-2 0,-41 14 0,1 0 0,-1-1 0,0 1 0,2 1 0,1 0 0,-4-2 0,-1 1 0,39-8 0,-5-2-165,-1 2 1,-7 4 164,1-4 0,-5 4 0,-6 2 0,2-2 0,-7-4 0,-5-6 0,-5-3 0,-6-3 0,-9 1 0,-3-2 0,-1-4 0,-1-12 0,-1-3 0,-4-10 0,-4-6 0,-1 2 0,-1-5 0,-6 11 0,1 5 0,-9 5 0,5-1 0,-8-1 0,0-2 0,-6-3 0,-1 3 0,-5-6 0,-7-4 0,2-1 0,-10 1 0,6 4 0,-2 5 0,-5-3 0,5-2 0,-8-8-755,2 3 755,-3-13 0,-3 18 0,1-9 0,0 7 0,-9-2 0,5 21 0,-8 2 133,-1 12 0,-5 13 0,-4 9 0,-1 2-133,2 5 0,9 1 0,4 7 107,7 1 0,1 8 0,-1-3-107,1 4 0,-8-3 0,-4-1 0,-4 1 0,-11-1 0,-8 1 0,-9 1 0,-14-3 0,44-5 0,-1 1 0,-3 0 0,0 1 0,-2 1 0,-1 0-50,-1-3 1,0-1 0,3 3 0,0 0 0,4-4 0,1-1 49,-42 2 0,12-2 0,3-2 0,6-6 0,6 1 0,4-9 0,7 5 0,-1-9 0,-5 1 0,-10 0 0,-13 0 0,-5 2 0,-6 3 0,1 4 0,39 8 0,-2 0 0,-3 0 0,-2 0 0,-4 0 0,-2 0 0,-7 7 0,0 2 0,3-3 0,1 1 78,-2 7 1,2 1-1,2-5 1,2 1 0,5 0-1,1 1-78,3-3 0,1 1 0,0 1 0,1 1 0,-39 11 0,3 1 0,8-1 0,-1-2 0,6 6-98,-3-2 0,-3 6 1,-8-3 97,-2 5 0,42-16 0,1 0 0,-30 17 0,7-1 0,16-4 0,22-5 0,17-6 0,7-9 0,12-3 0,4-10 301,5-2-301,12-7 0,-2 9 0,6-5 570,-2 1-570,-10 2 0,1 6 0,-7 0 0</inkml:trace>
  <inkml:trace contextRef="#ctx0" brushRef="#br0" timeOffset="91">16710 13875 8912,'-18'0'0,"9"0"0,1 0 0,8-2 0,0-4 0,8-3 0,1-9 0</inkml:trace>
  <inkml:trace contextRef="#ctx0" brushRef="#br0" timeOffset="92">16761 13840 8912,'-7'10'0,"5"0"0,-4-5 0,-4-3 0,8 6 0,-5-10 0,7-4 0,0 2 0,0-7 0,0 5 0,2-5 0,2-3 0,1-1 0,1 6 0,-4-7 0,4 5 0,-4-4 0,13-3 0,-6 1 0,1 0 0,3 5 0,-5 1 0,2-2 0,-7 5 0,11-7 0,-8 3 0,7 5 0,-11-1 0,6 8 0,-8 0 0,0 8 0,0 1 0,0 8 0,0 1 0,0-1 0,0 6 0,0 0 0,-8 7 0,6-9 0,-4 10 0,4 5 0,0-2 0,-1 10 0,-3 0 0,2 2 0,2 8 0,2-9 0,0 13 0,0 5 0,0 4 0,0-4 0,0-2 0,0-2 0,0 4 0,0-6 0,0 8 0,0-11 0,0 3 0,0-3 0,0-8 0,0-1 0,0 1 0,0 0 0,2-2 0,4-2 0,-4 6 0,7-4 0,-5 7 0,2 1 0,5 1 0,-5 5 0,0-3 0,-4 8 0,1 0 0,3-2 0,0-1 0,-4-11 0,2-3 0,1-6 0,3-5 0,-4-7 0,2-5 0,-3-4 0,5-2 0,-2 1 0,7 6 0,-3 3 0,-1 0 0,5-2 0,-9-8 0,9 8 0,-3 3 0,3-1 0,-3 2 0,4-6 0,-3 5 0,5 1 0,6 5 0,-4 1 0,4-1 0,4 1 0,2-1 0,3 0 0,3 1 0,-9-8 0,7-3 0,-6-6 0,-1-1 0,5-2 0,-8-3 0,7-5 0,-3-7 0,2 0 0,0 0 0,-1 0 0,12 0 0,2 0 0,2 0 0,4 0 0,10 0 0,-1 0 0,12 0 0,-4 0 0,9 0 0,3 0 0,-3 0 0,-1 0 0,-10 8 0,-7 5 0,-9 8 0,3 6 0,-6 2 0,8-1 0,-1 3 0,1-1 0,0-1 0,7-4 0,4-8 0,4 0 0,0-7 0,-2-4 0,-2-5 0,2-1 0,10 0 0,-10-5 0,3-1 0,1-5 0,0 5 0,4-2 0,-10 2 0,-4 5 0,-2-5 0,-3 4 0,-4 2 0,-1 0 0,3 0 0,-6 6 0,6-1 0,5 7 0,-5-6 0,3 5 0,-3-5 0,-1 5 0,1-5 0,0 0 0,-1-6 0,7 0 0,-1 0 0,0 0 0,-5 0 0,5 0 0,1 0 0,7-6 0,-2 0 0,-4-5 0,-2 5 0,-3-2 0,-4 5 0,-3-3 0,-1 2 0,-13 2 0,1 2 0,-5 0 0,0 0 0,3 0 0,-3 0 0,3 0 0,3 0 0,5 0 0,0 0 0,8 0 0,-2 0 0,-2 0 0,2 0 0,-6 0 0,6 0 0,-8 0 0,10-2 0,-8-2 0,-2-1 0,-2-3 0,-1 2 0,-5 4 0,5-3 0,-5-3 0,11 2 0,-5 0 0,-2-1 0,3 5 0,3-4 0,2-1 0,4 1 0,-2 0 0,-4 6 0,-2-2 0,8-4 0,-8 5 0,2-5 0,-3 4 0,-3 2 0,1 0 0,-1 0 0,-5-6 0,-1 0 0,-5 1 0,6 5 0,2-6 0,9 0 0,-4 1 0,4 5 0,2-6 0,0 0 0,0 2 0,0 2 0,-1-5 0,-7 5 0,0-6 0,1 0 0,-1 7 0,-1-5 0,-3 4 0,-1 2 0,-8-8 0,12 6 0,-7-3 0,1 3 0,6 2 0,-5-2 0,5-2 0,1-2 0,1 1 0,-1 5 0,0 0 0,1 0 0,1-2 0,4-4 0,2 4 0,4-4 0,-4-1 0,-7 1 0,-1 2 0,1 2 0,7-5 0,-6 3 0,4-6 0,-3 3 0,-1 1 0,4-2 0,2 4 0,4-7 0,4-1 0,-8 1 0,6-1 0,-3-1 0,-6 4 0,1-3 0,-4 1 0,-1-7 0,-9 7 0,-3-1 0,2 1 0,-2-6 0,-6 2 0,-5 3 0,-3-3 0,3 3 0,3 3 0,-5-3 0,-1-1 0,7 5 0,-15-7 0,7 5 0,0 1 0,-6-6 0,5 11 0,-7-8 0,0 1 0,0-6 0,0-2 0,0-2 0,0-2 0,-2-8 0,-3 2 0,3-3 0,-4-2 0,-4-1 0,9 7 0,-5-1 0,4-2 0,2-7 0,0-2 0,0 0 0,0 5 0,0-7 0,2-1 0,2-3 0,1 0 0,1 0 0,-6-6 0,2 1 0,4-1 0,-4 1 0,3-1 0,-3 2 0,-2 5 0,-5-5 0,-1 4 0,-8 4 0,3 2 0,1 4 0,-1 1 0,5-7 0,-5-4 0,5 4 0,-4 2 0,1 2 0,-1-2 0,6 4 0,-9-14 0,7 4 0,-1 4 0,3 0 0,-2 0 0,-2 4 0,3-8 0,3 2 0,-6-4 0,2 2 0,1-1 0,-1-3 0,0-2 0,1 3 0,1 3 0,0-4 0,0 4 0,-2-3 0,2-3 0,-5 8 0,7 0 0,-6 6 0,1-2 0,3-2 0,-8 2 0,1 9 0,-6-3 0,0 3 0,-1-3 0,-7 5 0,-3 1 0,3 5 0,2-4 0,2 2 0,-2 4 0,4 2 0,-4 2 0,4 0 0,2-1 0,-1 1 0,1 2 0,0 1 0,0 3 0,0 1 0,-1-3 0,1 4 0,0 1 0,-8-4 0,-4 5 0,-3-1 0,-3 1 0,1-7 0,-14 10 0,-5-5 0,-5-1 0,-3 3 0,0-1 0,-2 0 0,-6 3 0,0 1 0,0-8 0,8 7 0,4-7 0,3 8 0,3-1 0,-3-3 0,-3 2 0,1-5 0,-7 5 0,0 0 0,-6 6 0,-7-5 0,-4-1 0,-3 2 0,3 2 0,-4 2 0,4 0 0,-3-6-192,3 1 0,-2-1 192,7 6 0,3 0 0,8 0 0,-1 0 0,10 0 0,3 2 0,5 3 0,1-3 0,-14 12 0,-3-7 0,-6 3 0,-5 3 0,-6 3 0,-5 3 0,-1 4 0,0-4 0,0 4 0,8-2 0,3 2 0,-1-4 0,1 4 0,-5-10 0,5-2 0,9-1 0,8 1 0,7 3 0,5-8 0,-8 1 0,6-3 0,-1 2 0,-7-2 0,-3 5 0,-12-5 0,-2 7 0,-1 1 0,3-1 0,6 1 0,4-6 0,4 5 0,5-5 0,0 5 0,1-5 0,5 5 0,-4-7 0,-2 2 0,1 2 0,-1-3 0,1 1 96,-1-6 0,0 0 0,1 0 0,1 0-96,4 0 0,4 0 0,8 0 0,-8 2 0,-4 4 0,-4-4 0,-2 3 0,-1 3 0,-5-2 0,3 5 0,-8-5 0,7 5 0,-1-5 0,5 6 0,7-7 0,1 7 0,5-5 0,-1 3 0,2 3 0,2-5 0,1 5 0,1-7 0,-1-2 0,1 4 0,0-3 0,-1 1 0,1-6 0,-3 2 0,-3 4 0,2-4 0,-6 3 0,2-3 0,4-2 0,1 6 0,3 0 0,0-1 0,-1-5 0,6 6 0,1 0 0,7 0 0,-2-6 0,-2 5 0,2 1 0,0 0 0,6-6 0,0 0 0,-1 0 0,1 0 0,0 0 0,0 0 0,0 0 0,-1 0 0,1 0 0,0 0 0,0 0 0,0 0 0,-1 0 0,7 0 0,-1 0 0,7 6 0,-7-1 0,6 1 0,-5-6 0,5 0 0,-5 0 0,5 0 0,-5 0 0,-3 0 0,-1 2 0,-4 2 0,-4 1 0,4 1 0,-4-6 0,-2 6 0,2 0 0,-8 1 0,3-1 0,3-4 0,2 4 0,-2 1 0,2-1 0,0 0 0,6-6 0,5 5 0,1 1 0,7 0 0,-4-6 0,16 0 0,-6 0 0,6 0 0,-8 0 0,7 0 0,-5 0 0,6 0 0,-8 0 0,0 0 0,8 0 0,-7 8 0,5 3 0,-4 12 0,-2 6 0,-15 11 0,-4 4 0</inkml:trace>
  <inkml:trace contextRef="#ctx0" brushRef="#br0" timeOffset="93">29238 14373 8912,'-18'0'0,"1"0"0,0 0 0,0 0 0,1-1 0,5-5 0,-4 4 0,3-4 0,-1 2 0,1-1 0,5 3 0,7-6 0,7 8 0,5 0 0,3 0 0,2 0 0,6 0 0,0 0 0,8 0 0,-4 0 0,7 0 0,0 0 0,1 0 0,-1 0 0,-1 0 0,-5 0 0,3-6 0,-8 1 0,0-1 0,-6 6 0,0 0 0,-1 2 0,-5 4 0,-3-5 0,-8 15 0,-8-7 0,-1 8 0</inkml:trace>
  <inkml:trace contextRef="#ctx0" brushRef="#br0" timeOffset="94">29238 14924 8912,'-16'-2'0,"5"-4"0,3-4 0,8-7 0,14 6 0,3-1 0,9 1 0,-3-6 0,8-1 0,-2 1 0,-3 2 0,3 4 0,-6-3 0,6 8 0,-1-7 0,7 11 0,-1-4 0,-7 3 0,-4-3 0,-4-4 0,-2-7 0</inkml:trace>
  <inkml:trace contextRef="#ctx0" brushRef="#br0" timeOffset="95">30408 14202 8912,'0'-18'0,"0"7"0,-2-1 0,-4-1 0,2 3 0,-7-1 0,5 7 0,-5-2 0,-3 5 0,-1 1 0,-2 0 0,-1 7 0,1 7 0,0 7 0,0 0 0,0 7 0,1 3 0,3 7 0,3 4 0,3 2 0,-5-4 0,7 6 0,-1-8 0,6 2 0,2-3 0,3-3 0,5 0 0,7-7 0,0-4 0,3-10 0,2-3 0,7-2 0,4-3 0,1-12 0,1-5 0,-1-5 0,0-6 0,1-6 0,-1-3 0,1-2 0,-3-1 0,-3 1 0,3-1 0,-13-5 0,2 0 0,-7 2 0,-7-6 0,-7-2 0,-7 2 0,-7 0 0,-7 4 0,-7 8 0,-5 5 0,-1 12 0,-1 3 0,1-1 0,1 7 0,5 2 0,5 4 0,11 6 0,-1-2 0,7 7 0,1 1 0,5 5 0,0 0 0,0 0 0,7 1 0,5-1 0,1-6 0,-2 1 0,12-1 0,-3 6 0</inkml:trace>
  <inkml:trace contextRef="#ctx0" brushRef="#br0" timeOffset="96">30322 14408 8912,'0'9'0,"-8"-1"0,6-8 0,-7 0 0,3 0 0,4 0 0,-8 0 0,5 0 0,1 0 0,-8 0 0,8 0 0,-1 0 0,10 0 0,9-2 0,7-4 0,0-1 0,8-5 0,-8-3 0,11 7 0,-3-5 0,3 2 0,1 1 0,-4-1 0,-5-5 0,-6 14 0,-1-5 0,0-1 0,-7 6 0,5-5 0,-13 7 0,-2-8 0,-10-2 0</inkml:trace>
  <inkml:trace contextRef="#ctx0" brushRef="#br0" timeOffset="97">30890 13583 8912,'0'-12'0,"0"1"0,0-3 0,0 7 0,0-3 0,0 4 0,0 4 0,-2-5 0,-4 7 0,4 0 0,-6 7 0,8 5 0,0 3 0,0 4 0,0 4 0,-5 2 0,-1 6 0,2-3 0,2 1 0,2 0 0,0-1 0,0 3 0,0-6 0,-2 5 0,-3-7 0,3 0 0,-4-6 0,4-5 0,2-1 0,0 3 0,0-7 0,0 1 0,0-23 0,8-5 0,1-14 0</inkml:trace>
  <inkml:trace contextRef="#ctx0" brushRef="#br0" timeOffset="98">30597 13617 8912,'-27'10'0,"-3"-3"0,7-7 0,0 0 0,6 0 0,7 0 0,4 0 0,14-2 0,9-3 0,16 3 0,5-8 0,8 4 0,2-5 0,7 1 0,2-1 0,1-1 0,-7-5 0,1 0 0,-6 0 0,-2 0 0,-2-1 0,-2 1 0,-13 2 0,-4 2 0,-4 1 0,-10 8 0,-1-3 0,-10 7 0,-4 0 0,-5 0 0,3 0 0,-1 0 0,3 0 0,4 0 0,-7 2 0,3 3 0,4 5 0,-4 7 0,4-7 0,-5 5 0,5-6 0,-6 9 0</inkml:trace>
  <inkml:trace contextRef="#ctx0" brushRef="#br0" timeOffset="99">31234 14098 8912,'0'10'0,"0"-1"0,0-3 0,0-4 0,0 6 0,7-8 0,-5 0 0,8-6 0,-4 0 0,-4 1 0,5-3 0,-7 4 0,0-7 0,0 5 0,-2-4 0,-3 3 0,3-7 0,-6 12 0,8-5 0,0-1 0,0 6 0,-8-5 0,4 7 0,-7 0 0,0 0 0,1 0 0,-5 0 0,13 0 0,-14 0 0,15 0 0,-7 0 0,10 5 0,4 1 0,5-2 0,4 5 0,3 1 0,-1 1 0,0 1 0,0-1 0,6 7 0,0-1 0,-2 0 0,-2 0 0,-2 0 0,-1 2 0,-5 4 0,-3-4 0,-8 14 0,-2-4 0,-4 3 0,-5-3 0,-12-1 0,-6 1 0,-3-2 0,3 3 0,0-7 0,6 0 0,-5-6 0,7-5 0,-2-1 0,9-7 0,3 2 0,7-4 0,-4-10 0,8-3 0,2-7 0,4-4 0,9-5 0,8-6 0,-2 5 0,6-12 0,0 3 0</inkml:trace>
  <inkml:trace contextRef="#ctx0" brushRef="#br0" timeOffset="100">31698 13978 8912,'-17'-6'0,"0"1"0,0-9 0,5 12 0,1-3 0,-3 3 0,-1 4 0,-2 3 0,0 7 0,-1 11 0,-6-4 0,5 13 0,-4-3 0,3 3 0,3 5 0,0 3 0,6-2 0,-1 8 0,8-10 0,0 0 0,8-7 0,8-4 0,11 5 0,5-16 0,13 1 0,4-5 0,5-5 0,9-10 0,4-3 0,4-1 0,2-3 0,0-5 0,0 0 0</inkml:trace>
  <inkml:trace contextRef="#ctx0" brushRef="#br0" timeOffset="101">3459 10746 8912,'0'-27'0,"-6"-4"0,0 8 0,3 2 0,1 2 0,2 2 0,2 2 0,3 3 0,-1-3 0,8 4 0,-7 3 0,5 0 0,-2 1 0,-3 5 0,-5-6 0,0 8 0,0 2 0,0 4 0,0-2 0,0 7 0,0 3 0,-2 3 0,-3 6 0,3 3 0,-4 9 0,-3-1 0,5 6 0,-6 4 0,2 6 0,-5 5 0,9 22-253,-7 3 1,7 6 252,-2 6 0,-1 1 0,3-44 0,2 0 0,-2 40 0,2-6 0,2-15 0,2-8 0,4-1 0,-4-13 0,11 1 0,-5-16 0,-1-4 0,1-2 0,0-3 0,-5-4 0,3-1 0,2-8 0,-2-3 0,-4 4 0,7-8 0,-3 3 0,-4-3 505,5-2-505,-7 0 0,0 0 0,8 0 0,2 0 0,1 0 0,1 0 0,1 0 0,2 8 0,8-6 0,0 3 0,8-3 0,-3-2 0,5 0 0,9 0 0,4 0 0,5 0 0,7 0 0,7 0 0,7 0 0,-1 0 0,6 0 0,-8 0 0,-1 0 0,1 0 0,-8 0 0,-3 0 0,-5 0 0,-1 0 0,0 2 0,-3 2 0,-3 2 0,4 1 0,-4-3 0,3 2 0,3-2 0,0 5 0,-8-7 0,-4 4 0,2-2 0,-2 2 0,6-4 0,-6 3 0,2-3 0,-2-2 0,6 0 0,6 0 0,3 0 0,3 0 0,1 0 0,-4 0 0,3 0 0,7 0 0,-12 0 0,5 0 0,-5 0 0,-1 0 0,-1 0 0,1 0 0,0 0 0,-1 0 0,1 0 0,0 0 0,-1 0 0,1 0 0,-2 0 0,-3 0 0,-1 0 0,-8 0 0,6 6 0,-5 0 0,1-3 0,6 1 0,-6 2 0,8-4 0,-8 6 0,11-8 0,-8 0 0,8 0 0,-3 0 0,-4 0 0,4 0 0,-8 0 0,-2 0 0,-2 0 0,-1 0 0,-1 0 0,1 0 0,-1 5 0,1 1 0,-1-2 0,0-2 0,1-2 0,7 0 0,4 0 0,-2 0 0,2 0 0,0 0 0,3 0 0,-3 0 0,2 0 0,-8 0 0,0 0 0,-5 0 0,-1 0 0,0 0 0,-1 0 0,-4 0 0,3 0 0,-7 0 0,6 0 0,-3 0 0,1 0 0,5-2 0,1-2 0,-1-2 0,3 1 0,3 5 0,-4 0 0,4 0 0,-5 0 0,-7 0 0,5 0 0,-6 0 0,1 0 0,1 0 0,-8 0 0,2 0 0,4 0 0,-8 0 0,4 0 0,-4 0 0,4-2 0,0-2 0,-2-2 0,-2 2 0,-2-5 0,-5 7 0,-1-4 0,2 4 0,-5-5 0,7 3 0,-3-8 0,-3 3 0,3-3 0,-1-3 0,7 3 0,-1 3 0,-2-3 0,-2 1 0,-1 1 0,-1-5 0,7 6 0,-1-9 0,-8 1 0,5 0 0,-7 0 0,3 0 0,-6-8 0,2-4 0,-5-3 0,-1-3 0,0 1 0,0-6 0,0-2 0,0-2 0,0-4 0,0-9 0,0-4 0,0-8 0,0 0 0,6 6 0,2 2 0,1 2 0,5 3 0,-5-1 0,1 7 0,-2 12 0,-3 2 0,-5 15 0,0-8 0,0 14 0,-2 0 0,-3 5 0,3 4 0,-8 1 0,4-1 0,3 0 0,-9 6 0,-1 0 0,5 0 0,-7-6 0,3 1 0,-11-1 0,-3 6 0,-9 0 0,-5 0 0,-4 0 0,-4 0 0,-7 0 0,-4 0 0,-5 0 0,-2 0 0,1 0 0,1 0 0,1 0 0,-4 0 0,4 0 0,6 0 0,-4 0 0,7 0 0,-5 0 0,0 0 0,5 0 0,-5 0 0,0 0 0,-5 0 0,-10-8 0,-10 6-243,-8-3 1,2 1 242,10-2 0,5 4 0,10-4 0,2 5 0,15 1 0,-7-6 0,13 0 0,-2 2 0,-4 0 0,-2-1 0,-3 1 0,-5-8 0,-3 9 0,-9-11 0,-5 8 0,-2-5 0,-5 5 0,2 1 0,-2-1 0,-2 0 0,-2 0 0,7 6 0,6 0 0,8 0 0,6 0 0,2 0 0,-1-2 0,3-3 0,1 3 0,-5-6 0,-6 8 0,-9 0 0,-10 0 0,-6 0 0,0 0 0,9 0 0,-3 6 0,4 0 0,-2 7 0,3-3 0,11-1 0,1 1 0,9-7 0,3 3 0,1 0 0,10 0 0,4-1 0,4-1 0,1-2 0,-7 0 0,-4 2 0,-3 2 0,-11 7 0,-8-3 0,-13 9 0,-3 2 0,0 2 0,4-2 0,13-2 0,15-2 161,8 0 1,12-5 0,3-3-162,6-1 0,4 3 0,2-5 0,0-2 0,-1-2 0,1-2 0,6 0 0,-1 0 0,-1 0 0,5 0 0,-7 0 0,5 0 0,-5 2 0,4 3 0,-5-3 0,5 8 0,-12-5 0,-4 7 0,-7 11 0,-1 4 0,-5 15 0,0 3 0,-16 5 0,3 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6T02:53:23.307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13509 9749 8912,'11'11'0,"1"0"0,-1-7 0,6 2 0,1-4 0,1-4 0,2-2 0,2-2 0,0-7 0,-6 2 0,0-5 0,0 1 0,1 2 0,-1 1 0,0 1 0,0-6 0,0-1 0,1 3 0,-3 2 0,-4 1 0,5 8 0,-13-9 0,9 7 0,-8 1 0,3 12 0,-7 5 0,0-3 0,0 3 0,-7-8 0,-1 5 0,-3-3 0,-5-4 0,5 3 0,-4-3 0,-3-7 0,1-1 0,0-7 0,0 1 0,0-3 0,-1-2 0,1-1 0,0 1 0,5 0 0,1 0 0,-1 0 0,-5-1 0,-2 1 0,-4 0 0,4 7 0,-6-5 0,8 4 0,0-5 0,5 1 0,1 4 0,1-5 0,-3 7 0,1-1 0,9 1 0,-3 3 0,4 4 0,10-6 0,1 3 0,8-1 0,6-2 0,0 5 0,0-3 0,2 2 0,2-6 0,2 7 0,-1-7 0,3 2 0,7 1 0,2 1 0,8-2 0,-2-5 0,4 4 0,1 1 0,1-6 0,9 11 0,6-9 0,6-1 0,1 5 0,3-7 0,1 5 0,0 1 0,-3-5 0,-12 9 0,-5-1 0,-13 6 0,5 0 0,-4 0 0,4 2 0,1 4 0,9-4 0,3 5 0,4-1 0,1 0 0,7-1 0,0-5 0,1 0-1051,-1 0 1051,3 0 0,10-5 0,4-1 0,-4-7 0,4 1-218,-5-3 1,-6 0 217,-1 3 0,-7-3 0,1 5 0,-1 1 0,2 3 0,-3 4 0,9 2 0,-3 0 0,2 0 0,-5 0-27,-12 0 1,-4 2 26,-7 4 0,7-4 0,-5 13 0,3-6 0,-3 1 0,5-2 0,-4-8 0,5 0 0,-7 0 0,2 0 0,-11-2 0,2-2 0,0-2 0,0-7 0,-2 3 0,-2-7 498,0 0 0,-5 0-498,3-1 0,0 1 481,-6 0-481,-3 0 0,-14 5 31,0 1 0,1 1-31,-1-1 0,-8-4 0,-3 13 0,-12-4 0,-5 4 0,-12 2 0,-8 10 0,-15 7 0,-22 8 0,-20 9 0</inkml:trace>
  <inkml:trace contextRef="#ctx0" brushRef="#br0" timeOffset="1">28945 8751 8912,'0'-34'0,"0"0"0,0 1 0,0 4 0,0 6 0,0 14 0,0 11 0,0 13 0,-2 10 0,-2 9 0,-1 3 0,1 3 0,2 4 0,4 5 0,2-1 0,1-2 0,3-8 0,-2 2 0,5-3 0,-1-5 0,1-3 0,3-6 0,1-6 0,2-6 0,2-3 0,2-12 0,2-7 0,8-1 0,-5-28 0,9 0 0,-3-8 0,-3-3 0,-4-1 0,-8 0 0,-2 3 0,-3 3 0,1 6 0,-7 11 0,0 14 0,-6 17 0,0 13 0,0 10 0,0 17 0,0 6 0,0 7 0,7 6 0,3 0 0,5-3 0,-3-5 0,3-1 0,-7-3 0,5-1 0,-3-4 0,-3-2 0,-1-4 0,-8-7 0,-4-2 0,-3-1 0,-16 5 0,-4-5 0,-9 3 0,-4-8 0,-2-2 0,-4-4 0,-2-5 0,-1-5 0,7-9 0,4-3 0,3-7 0,3-11 0,7-4 0,6-7 0,8 0 0,5-1 0,16 1 0,1-1 0</inkml:trace>
  <inkml:trace contextRef="#ctx0" brushRef="#br0" timeOffset="2">29685 9319 8912,'0'17'0,"0"0"0,0 0 0,0 0 0,0-5 0,0-1 0,0 1 0,0 5 0,0 0 0,0 0 0,8 1 0,-5-7 0,7 1 0,-2 1 0,5-5 0,-9-1 0,5-9 0,-1-3 0,-2-5 0,-6-7 0</inkml:trace>
  <inkml:trace contextRef="#ctx0" brushRef="#br0" timeOffset="3">29651 8820 8912,'0'-25'0,"0"6"0,0-4 0,0 4 0,1 4 0,5 3 0,-2-1 0,7 7 0,3-5 0,9 5 0,-4 0 0,13 6 0,-3 0 0,2 0 0,-3 0 0,5 0 0,-6 0 0,7 0 0</inkml:trace>
  <inkml:trace contextRef="#ctx0" brushRef="#br0" timeOffset="4">30236 8700 8912,'5'-17'0,"1"-1"0,0 1 0,-6 0 0,0 0 0,0 0 0,0 7 0,0-5 0,0 15 0,0 2 0,0 13 0,-8 10 0,-1 15 0,-7 4 0,5 5 0,-4 7 0,5 7 0,-7 0 0,2-6 0,3 4 0,6-1 0,-3-3 0,7-7 0,-4-5 0,10-4 0,4-13 0,1-5 0,5-4 0,8-9 0,5-4 0,0-5 0,5-8 0,-10-8 0,6-8 0,-7-16 0,4 3 0</inkml:trace>
  <inkml:trace contextRef="#ctx0" brushRef="#br0" timeOffset="5">30132 9044 8912,'-17'-2'0,"0"-4"0,7-4 0,3-1 0,7-1 0,7 1 0,7-6 0,5 0 0,4-1 0,7 1 0,-1 0 0,9 0 0,3 0 0,-3-1 0,-2 1 0,-7 0 0,-1 0 0,9-8 0,7-2 0</inkml:trace>
  <inkml:trace contextRef="#ctx0" brushRef="#br0" timeOffset="6">30976 8236 8912,'0'-29'0,"2"0"0,1 1 0,3 1 0,2 2 0,-3 8 0,-3 0 0,14 7 0,-14 10 0,3 11 0,-8 11 0,-5 4 0,-2 5 0,-3 5 0,-2 0 0,-3 1 0,-5 3 0,1 0 0,-3 6 0,2-6 0,4 2 0,-6-4 0,0 2 0,6 0 0,-8-5 0,4-1 0,4-1 0,-2-5 0,6-5 0,5-4 0,2-1 0,3-9 0,5-1 0,7-16 0,9 4 0,8-7 0,3-3 0,-6-1 0,6 0 0,-6 1 0,2 3 0,0 7 0,-6-5 0,0 5 0,1-2 0,-1 0 0,-2 16 0,-3 7 0,-5 2 0,-9 10 0,-3 1 0,-5 3 0,-7 1 0,0 1 0,-1-1 0,1 8 0,-6-11 0,0 3 0,2-1 0,4-3 0,4-1 0,3-6 0,2-4 0,3-2 0,5-8 0,0-1 0,2-6 0,3 4 0,5-4 0,7 7 0,0-3 0,1 5 0,-3 5 0,-2 1 0,-1 2 0,1 4 0,-5-4 0,1 14 0,-3-5 0,-4-1 0,4 2 0,-4-3 0,-2 5 0,0-2 0,0-8 0,1 1 0,5-10 0,-2 1 0,8-9 0,1-6 0,-5-5 0,14-18 0,-2-2 0</inkml:trace>
  <inkml:trace contextRef="#ctx0" brushRef="#br0" timeOffset="7">31165 8493 8912,'0'-17'0,"-2"0"0,-4 0 0,2 2 0,-7 3 0,5 6 0,-3 14 0,1 9 0,-3 8 0,3 11 0,0 4 0,1 6 0,-5-2 0,6 2 0,1-2 0,5 2 0,0-4 0,0-10 0,0-1 0,0-2 0,7-16 0,3 2 0,7-15 0,2-13 0,2-6 0,2-8 0,-2-9 0,-2-6 0,2-4 0,-3 0 0,3 2 0,-12-2 0,1 6 0,5 4 0,-13 3 0,2 5 0,-8 5 0,-6 4 0,-13 9 0,0 6 0,1 8 0,-1 8 0,0 3 0,0 2 0,11 6 0,1 0 0,7 0 0,-4 2 0,8 1 0</inkml:trace>
  <inkml:trace contextRef="#ctx0" brushRef="#br0" timeOffset="8">31561 8631 8912,'-8'-10'0,"6"-5"0,-6 13 0,8 2 0,0 15 0,0 10 0,0 0 0,0 0 0,0 6 0,0-5 0,0 9 0,0-3 0,0-1 0,0-3 0,0 1 0,0 0 0,0-1 0,0 1 0,0 5 0</inkml:trace>
  <inkml:trace contextRef="#ctx0" brushRef="#br0" timeOffset="9">31750 8167 8912,'-17'-10'0,"0"3"0,7 14 0,4 5 0,4 11 0,2 5 0,0 10 0,0 3 0,2-1 0,4 2 0,-2-6 0,7 4 0,-1 2 0,3-2 0,-3-2 0,-3-1 0,-1-3 0,-6 1 0,6-3 0,0-3 0,-1-4 0,-12-16 0,-3-1 0</inkml:trace>
  <inkml:trace contextRef="#ctx0" brushRef="#br0" timeOffset="10">31836 7857 8912,'0'-11'0,"0"-1"0,0-1 0,0-2 0,2-1 0,4 5 0,-2-2 0,5 5 0,1 0 0,-1 1 0,5 1 0,9 6 0,-4 8 0,4 3 0,-4 6 0,0 4 0,0 4 0,-2 2 0,4 9 0,-13 0 0,3 6 0,-5 0 0,-4 2 0,-2 0 0,-8 6 0,-1-8 0,-8 6 0,-1-2 0,3-10 0,4-2 0,-3-1 0,8-10 0,1-8 0,5 0 0,2-13 0,5 2 0,9-8 0,7-9 0,3-8 0,-3 0 0,6-8 0,-8 8 0,10-4 0,-9 8 0,0 0 0,-9 2 0,-2 3 0,-7-3 0,4 13 0,-8-4 0,-2 12 0,-4 5 0,-5 5 0,-3 3 0,3 4 0,-4 3 0,11 9 0,-6-1 0,3 1 0,1 7 0,13-6 0,5 4 0,3-4 0,2 6 0,3-5 0,1 3 0,2-4 0,-6-1 0,-6-1 0,-7 0 0,2 1 0,-6-1 0,-8 0 0,-9 1 0,-10-7 0,-13 1 0,-4 0 0,-8 5 0,1-1 0,-1-5-147,1 5 0,-9-14 1,-1 6-1</inkml:trace>
  <inkml:trace contextRef="#ctx0" brushRef="#br0" timeOffset="11">19532 14563 8912,'-35'9'0,"1"-3"0,2-4 0,3-2 0,4 0 0,17-2 0,10-2 0,17-4 0,20-1 0,18-6 0,14-6 0,13-4 0,-38 10 0,2-1 0,-1 2 0,1 0 0,0-1 0,0 1 0,2-2 0,1-1-207,1 3 1,-1 0-1,-2-2 1,0 1 206,2 4 0,1-1 0,-2-2 0,0 0 0,34-9 0,-12 2 0,-11 7 0,-17 5 200,-9 1-200,-8-5 0,-10 11 0,-8-6 0,-9 8 0,-11 0 0,3 0 626,1-7-626,7 5 0,-8-14 0,6 14 0,-7-5 0,3 7 0,-4-8 0,-7-1 0</inkml:trace>
  <inkml:trace contextRef="#ctx0" brushRef="#br0" timeOffset="12">20874 13755 8912,'-17'-8'0,"7"6"0,10 0 0,12 8 0,11 13 0,5-2 0,13 14 0,4 3 0,5 2 0,2 12 0,-1 4 0,1 3 0,-8 10 0,-4-2-141,-3 4 0,-18 2 141,-8-1 0,-11-6 0,-11-5 0,-10 4 0,-20 0 0,-6 4 0,-9-2 0,-7-4 0,23-27 0,-2-2 0,-2-9 0,0 1 0</inkml:trace>
  <inkml:trace contextRef="#ctx0" brushRef="#br0" timeOffset="13">22698 14167 8912,'-9'-17'0,"-7"0"0,5 0 0,-4-1 0,-1 1 0,3 0 0,1 0 0,1 0 0,-8 1 0,-2 5 0,-2 5 0,0-2 0,6 3 0,-2 3 0,-4 6 0,4 13 0,-4 12 0,3 5 0,3 6 0,2 4 0,2 8 0,3-3 0,2-3 0,3 2 0,5-8 0,2 0 0,3-7 0,7-5 0,-1-9 0,6-7 0,-3-8 0,11-1 0,0-8 0,1-13 0,1-8 0,4-9 0,-8-5 0,5-2 0,-5-4 0,-6-1 0,-5 6 0,-1 1 0,-1 6 0,-4 0 0,1 7 0,-1 4 0,0 15 0,-6 14 0,0 11 0,2 16 0,3-3 0,7-1 0,3 7 0,8-5 0,2 1 0,2-5 0,1-12 0,7-1 0,-1-9 0,1 1 0,-1-6 0,1-9 0,-1-9 0,0-8 0,-1-7 0,-4-1 0,-6-3 0,-12-1 0,-3-4 0,-1-2 0,-5 6 0,4-2 0,-6 6 0,-6 5 0,2 12 0,-7 11 0,7 4 0,-9 4 0,7 6 0,2 9 0,2 13 0,2 12 0,0 2 0,0 4 0,0-6 0,10 6 0,7-8 0,0 6 0,8-6 0,0-2 0,0-7 0,3-3 0,-3-7 0,-13 4 0,-5-8 0,-5-1 0,-9-5 0,-14-3 0,-6-2 0,-7-1 0,-1-1 0,1-2 0,1-4 0,3-4 0,1-5 0,10 1 0,2-1 0,-1-8 0,16-8 0,-5-7 0</inkml:trace>
  <inkml:trace contextRef="#ctx0" brushRef="#br0" timeOffset="14">24230 14133 8912,'-17'-29'0,"-1"2"0,1 1 0,-2 3 0,-4 4 0,4-2 0,-14 13 0,7-4 0,-3 7 0,0 3 0,3 9 0,-5 7 0,4 5 0,2 6 0,4 2 0,8 1 0,3 7 0,3-3 0,3-3 0,2 3 0,2-5 0,0 0 0,0-4 0,8-10 0,3-2 0,4-7 0,3 2 0,-1-4 0,0-2 0,0-8 0,0-3 0,1-12 0,-1-6 0,0 4 0,0-7 0,1 5 0,-1 0 0,8-5 0,-6 13 0,4-4 0,-10 6 0,-1 5 0,-1 5 0,6 7 0,0 3 0,1 9 0,-1 11 0,0 7 0,2 7 0,4 3 0,4-4 0,7 2 0,1-7 0,-1-6 0,1-8 0,-1 0 0</inkml:trace>
  <inkml:trace contextRef="#ctx0" brushRef="#br0" timeOffset="15">25607 13669 8912,'-8'-12'0,"-4"-1"0,-1-4 0,0-4 0,1-2 0,-1-2 0,-3 4 0,-3-8 0,-2 0 0,-2 3 0,-7 1 0,3 8 0,-2 1 0,3 5 0,1 5 0,-4 4 0,6 6 0,2 8 0,2 9 0,2 19 0,1 4 0,5 9 0,3 6 0,1 10 0,5 2 0,-4 9 0,4-2 0,2 4 0,0-3 0,0-3 0,0-3 0,0-8 0,0-2 0,0-15 0,0-3 0,0-14 0,0-8 0,-8-12 0,-1-3 0</inkml:trace>
  <inkml:trace contextRef="#ctx0" brushRef="#br0" timeOffset="16">24918 14150 8912,'-23'-12'0,"0"1"0,0-8 0,16 15 0,7-7 0,15 7 0,14-2 0,11-3 0,4-1 0,9-9 0,5-4 0,5 4 0,9-6 0,3 2 0,-2 0 0,-4 0 0,-6 6 0,-4 2 0,-7 3 0,-10-1 0,-8 7 0,-15 0 0,-11 8 0,-8 4 0,-8 4 0,-1 7 0,-9 0 0,1 0 0,0 0 0,0 1 0,1 5 0,5-1 0,-2 1 0,7-5 0,0 5 0,6-1 0,0 3 0,0-2 0,0-4 0,0 6 0,2-8 0,4 1 0,3-9 0,9-1 0,1-8 0,4 0 0,-2 0 0,7 0 0,-1-10 0,4-5 0,-5-8 0,-1-4 0,6-1 0,-14-5 0,2 3 0,-5 1 0,-11 2 0,5-3 0,-2 3 0,0 2 0,-1 10 0,-5 5 0,0 4 0,0 5 0,0-5 0,0 12 0,0 5 0,0 6 0,0 6 0,6-4 0,0 4 0,7-4 0,-1-2 0,1 1 0,-2-1 0,5 0 0,-7-6 0,9 1 0,-1-8 0,0 1 0,-6-3 0,1-2 0,1 0 0,-5-7 0,7-3 0,-13-1 0,4-1 0,-4 8 0,-2-3 0,0 7 0,0 0 0,7 0 0,-5 0 0,6 0 0,-8-2 0,0-4 0,8 4 0,1-5 0,6 5 0,-3-4 0,3 4 0,-5-6 0,7 8 0,0-5 0,0-1 0,1 2 0,-1 2 0,0 2 0,0 0 0,0 0 0,1 0 0,-1 0 0,0 0 0,0 0 0,1 0 0,-1 0 0,0 0 0,0 0 0,0 0 0</inkml:trace>
  <inkml:trace contextRef="#ctx0" brushRef="#br0" timeOffset="17">26691 13755 8912,'-10'-10'0,"-7"4"0,0 4 0,-6 2 0,-4 0 0,6 8 0,-8 3 0,8 10 0,0 6 0,8 6 0,-1-3 0,9 12 0,1-2 0,2 0 0,2 8 0,10-17 0,5 1 0,6-5 0,11-6 0,3-9 0,-1-5 0,6-7 0,-3-4 0,-3-7 0,8-8-98,-6-16 0,14-14 1,-6-5-1</inkml:trace>
  <inkml:trace contextRef="#ctx0" brushRef="#br0" timeOffset="18">27155 13393 8912,'-34'8'0,"3"-4"0,-3 7 0,11 1 0,-6 5 0,10 8 0,8 4 0,3 3 0,8 8 0,0 2 0,2 0 0,6 2 0,9 0 0,0-6 0,15 10 0,-3-8 0,-4 0 0,-2-5 0,-4-3 0,-2-1 0,0-3 0,-7-7 0,-4 2 0,-4-4 0,-2-1 0,-8-1 0,-2 0 0</inkml:trace>
  <inkml:trace contextRef="#ctx0" brushRef="#br0" timeOffset="19">26914 13840 8912,'0'18'0,"0"-9"0,0-1 0,8-8 0,5 0 0,8 0 0,8-14 0,11-3 0,4-6 0,8 0 0,-1 2 0,-1-5 0,-2-1 0,-2 0 0,-8 6 0,2-2 0,-11 12 0,-4-3 0,-8 9 0,-5-1 0,-3 8 0,-1 4 0,-3 3 0,-6 8 0,-3 1 0,-2-1 0,0 8 0,6-6 0,0 4 0,0 1 0,0-1 0,0-2 0,0-2 0,0-1 0,0-1 0,0 0 0,2-5 0,4-1 0,-4-7 0,5 3 0,1-22 0,2-4 0</inkml:trace>
  <inkml:trace contextRef="#ctx0" brushRef="#br0" timeOffset="20">27413 13479 8912,'-7'-42'0,"-1"6"0,-3-4 0,-3 11 0,9 6 0,-1 4 0,6 2 0,0 0 0,0 7 0,9 3 0,9 7 0,6 0 0,13 0 0,3 2 0,6 3 0,4 7 0,9-5 0,2 1 0</inkml:trace>
  <inkml:trace contextRef="#ctx0" brushRef="#br0" timeOffset="21">27878 13617 8912,'-42'32'0,"0"-3"0,2-4 0,5 0 0,14-6 0,4 4 0,9-4 0,7-2 0,8-7 0,7-5 0,7-3 0,5-2 0,9 0 0,-1-5 0,1-1 0,-1-8 0,-1 5 0,-5-8 0,-5 0 0,-6-6 0,-3 0 0,-5 2 0,-1 2 0,-2 1 0,-8 1 0,-4 0 0,-5 0 0,-5-8 0,-7 12 0,0-5 0,0 5 0,6-2 0,0 3 0,7-3 0,10 13 0,10-6 0,7 8 0,8 8 0,2 2 0</inkml:trace>
  <inkml:trace contextRef="#ctx0" brushRef="#br0" timeOffset="22">28239 13583 8912,'0'11'0,"0"1"0,0-1 0,-7 6 0,5 0 0,-4 1 0,4-1 0,2 0 0,0 0 0,0 0 0,0 1 0,0-1 0,0-6 0,0 1 0,0-9 0,0 3 0,0-12 0,0-5 0,0-6 0,0-6 0,0-6 0,0-3 0,0-3 0,6 1 0,0 0 0,7 1 0,-1 4 0,-3-1 0,3 7 0,1 2 0,2 2 0,4 4 0,2 3 0,2 6 0,8 4 0,-10 10 0,8 4 0,-8 10 0,2 7 0,2 4 0,-3 1 0,-1 0 0,1 1 0,-1-3 0,1-3 0,1-4 0,-5-8 0</inkml:trace>
  <inkml:trace contextRef="#ctx0" brushRef="#br0" timeOffset="23">29496 13359 8912,'-18'-23'0,"1"2"0,0 4 0,0 5 0,0 5 0,-6 9 0,0 9 0,0 12 0,4 8 0,0 5 0,1 4 0,-3 0 0,19 0 0,-3 0 0,3-1 0,4 1 0,5-6 0,9-7 0,5-6 0,2-4 0,0-7 0,-1-5 0,7-5 0,-6-5 0,-2-7 0,-2-5 0,-2-6 0,-1-4 0,-5-7 0,-3 0 0,-8-1 0,0-5 0,0 0 0,0 2 0,-8 1 0,-3 3 0,-5 0 0,-1 1 0,0 5 0,-8 3 0,6 9 0,-4 5 0,4 3 0,9 16 0,3 2 0</inkml:trace>
  <inkml:trace contextRef="#ctx0" brushRef="#br0" timeOffset="24">30339 12706 8912,'-19'-29'0,"-2"4"0,-2 6 0,-2 0 0,4 13 0,-2 2 0,-6 3 0,6 1 0,2 7 0,10 5 0,-3 11 0,9 7 0,1 8 0,2 8 0,2 4 0,0 3 0,0 5 0,0 3 0,0 8 0,0 1-745,0 5 745,0-5 0,0 7 0,0-8 0,0-2 0,0-4 0,0-12 0,0-13 0,0-7 0,6-6 0,-1-8 0,1-2 0,2-3 0,-6-12 0,5-10 0</inkml:trace>
  <inkml:trace contextRef="#ctx0" brushRef="#br0" timeOffset="25">29926 13307 8912,'-10'0'0,"3"0"0,22 0 0,14-7 0,22-7 0,10-7 0,8 2 0,4-5 0,2 1 0,-3 0 0,-1-8 0,-2 4 0</inkml:trace>
  <inkml:trace contextRef="#ctx0" brushRef="#br0" timeOffset="26">27517 14889 8912,'-2'-9'0,"-4"1"0,-5 2 0,-7 1 0,-5 1 0,-5 2 0,1 10 0,-2 5 0,1 10 0,1 11 0,-4 16 0,8 13 0,4 6 0,6 5 0,5 10 0,10 10 0,4-1 0,7-5 0,8-15 0,8-10 0,11-29 0,4-11 0,10-17 0,3-4 0,-5-17 0,1-8 0,-5-8 0,-10-19 0,4 3 0,-7-16 0,-9 0 0,-3-6 0,-11 0 0,-6 2 0,-5 4 0,-8-11 0,-5 16 0,-13-8 0,-7 6 0,-8 9 0,-4 3 0,-2 17 0,2 1 0,4 18 0,3 7 0,5 10 0,3 7 0,4 3 0,10 10 0,4 4 0,5 3 0,4 4 0,2 1 0,0-1 0,0-4 0,0-9 0,0 2 0</inkml:trace>
  <inkml:trace contextRef="#ctx0" brushRef="#br0" timeOffset="27">27327 15336 8912,'-17'10'0,"0"-1"0,0-3 0,0-2 0,-1 7 0,9-5 0,3 6 0,4-9 0,17 5 0,8-8 0,10-2 0,7-4 0,6-3 0,9-8 0,3-1 0,7 1 0,-14 0 0,3 0 0,-8 0 0,-4 0 0,2 5 0,-8 2 0,-3 3 0,-18-7 0,8 5 0,-14-8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6T02:53:23.374"/>
    </inkml:context>
    <inkml:brush xml:id="br0">
      <inkml:brushProperty name="width" value="0.05292" units="cm"/>
      <inkml:brushProperty name="height" value="0.05292" units="cm"/>
      <inkml:brushProperty name="color" value="#3165BB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8071 4367 8912,'-10'-8'0,"5"-3"0,-3 1 0,2-1 0,-1 5 0,3-5 0,-2-3 0,2-1 0,2 4 0,2-1 0,-5 6 0,-1-5 0,0 7 0,6-3 0,0 14 0,0 5 0,0 5 0,0 6 0,-8 3 0,5 17 0,-7 2 0,2 5 0,-5 2 0,11 1 0,-6 2 0,1 3 0,5 5 0,-4-4 0,4 0 0,2 1 0,0 12 0,0-15 0,2 10 0,4-6 0,-4 4 0,13-4 0,-5 6 0,-1-4 0,6-3 0,-11-9 0,6 1 0,-2-1 0,3-9 0,-3-5 0,-1-9 0,1-3 0,3-2 0,-5-6 0,0-5 0,-6-1 0,8-7 0,-7 11 0,5-3 0,-4 3 0,4-3 0,0-1 0,-1-7 0,-5 11 0,0-13 0,0 6 0,0-8 0,0 0 0,6 2 0,0 3 0,7-3 0,-1 6 0,3-2 0,2-1 0,0 9 0,2-11 0,4 9 0,6-3 0,11 3 0,2 3 0,4-3 0,6-3 0,-1 3 0,3-3 0,7 5 0,-2-3 0,6-7 0,-11 4 0,3-8 0,-3 0 0,-2 0 0,5 0 0,0 0 0,1 0 0,-7 0 0,3 0 0,3 0 0,-3 0 0,3 0 0,-3 0 0,-5 0 0,-3 0 0,4 0 0,-6 0 0,0 0 0,-4 0 0,4 0 0,-6 0 0,8 0 0,2 0 0,-4-6 0,2 0 0,0 0 0,-2 4 0,-4-3 0,2 1 0,-2-6 0,-2 3 0,-1-1 0,-3 4 0,0-3 0,1-3 0,-1-1 0,-5-1 0,0 1 0,1-3 0,10 7 0,-1-9 0,6 5 0,-1 3 0,2 3 0,4-3 0,-6 2 0,0 2 0,-8 2 0,-9 2 0,-2 0 0,-4 0 0,-2 0 0,-2 0 0,1 0 0,-1 0 0,-8 0 0,7 0 0,-5 0 0,-1 0 0,1 0 0,1 0 0,5 0 0,-6 0 0,1 0 0,-7 0 0,7 0 0,1 0 0,-3-1 0,1-5 0,-5 4 0,6-4 0,-7 4 0,7 2 0,-6 0 0,5 0 0,-5 0 0,5 0 0,-5 0 0,5 0 0,-5 0 0,6 0 0,1 0 0,2 0 0,3 0 0,-1 0 0,0 0 0,0 0 0,0 0 0,1 0 0,-1 0 0,8 0 0,-12 0 0,4 0 0,-1 0 0,-1 0 0,2 0 0,0 0 0,0 0 0,1 0 0,-1 0 0,0 0 0,2 0 0,4 0 0,-4 0 0,4 0 0,-4 0 0,-1 0 0,6 0 0,-10 0 0,3 0 0,-2 0 0,1 0 0,1 0 0,0 0 0,0 0 0,-5 0 0,-1 0 0,1 0 0,5 0 0,-8 0 0,7 0 0,-14 0 0,7 0 0,-3 0 0,-4 0 0,7 0 0,-3 0 0,-4 0 0,6 0 0,-6 0 0,3 0 0,-3-7 0,6 5 0,0-14 0,-7 13 0,5-9 0,-4 6 0,-2-5 0,0-1 0,2-5 0,4 0 0,-4 0 0,5-2 0,1-4 0,-6 2 0,4-8 0,1 2 0,-1-1 0,0-5 0,-6 5 0,5-5 0,1-1 0,-2-1 0,-2 9 0,-2-11 0,0 7 0,0-1 0,0 1 0,0-5 0,0 1 0,0 0 0,0-1 0,0 1 0,0-1 0,0 1 0,0 0 0,0-1 0,0-1 0,0-4 0,0 3 0,0-3 0,-8 4 0,6-4 0,-3 0 0,3 2 0,2 1 0,0 9 0,0-1 0,-6 0 0,0-5 0,2 0 0,2 1 0,1 3 0,-3 3 0,-2 2 0,-7-6 0,11 12 0,-4-4 0,2 4 0,0 2 0,-1 0 0,-9 7 0,12-5 0,-3 4 0,1 1 0,-2-1 0,4 7 0,-6-12 0,1 7 0,-5-8 0,5 7 0,-3 1 0,4 3 0,-1 2 0,-5-7 0,-3 7 0,3-2 0,-3-2 0,-2 1 0,0-3 0,-6 6 0,0-1 0,-8 1 0,3 0 0,-5-2 0,-1 2 0,-1 3 0,-5-1 0,0-4 0,-8 4 0,2-4 0,-3 4 0,-3 2 0,0 0 0,1 0 0,3 0 0,0 0 0,0 0 0,6 0 0,4 0 0,4 0 0,-1 0 0,1 0 0,1 0 0,5 0 0,-5 6 0,4 0 0,-5 0 0,-4-6 0,-2 0 0,-1 0 0,5 5 0,-2 1 0,-2-2 0,-8 5 0,10-5 0,-6 8 0,2-1 0,3-1 0,1 3 0,-2-7 0,4 5 0,-5-5 0,7 2 0,5-3 0,-5-3 0,0 4 0,5-2 0,-6 2 0,5-5 0,-5 7 0,1-2 0,0 0 0,5 1 0,0-1 0,2-4 0,-1 6 0,5-1 0,-4-5 0,2 8 0,-3-7 0,5 3 0,-2 2 0,0-4 0,-2 1 0,0 1 0,-1-6 0,-3 2 0,8 4 0,-8-4 0,3 3 0,1-3 0,-2-2 0,6 0 0,-3 0 0,-1 0 0,0 0 0,-2 0 0,-5 0 0,5 0 0,1 0 0,-3 0 0,-1 0 0,3-5 0,0-1 0,-1 2 0,-1 2 0,0 2 0,3 0 0,1 0 0,-2 0 0,3 0 0,3 0 0,2 0 0,-8 0 0,2 0 0,-4 0 0,3 0 0,7 0 0,-4 0 0,2 0 0,0 0 0,0 0 0,6 6 0,0 0 0,-1-1 0,1-5 0,0 0 0,0 0 0,0 0 0,-1 0 0,1 0 0,-2 0 0,-4 0 0,4 0 0,-6 0 0,8 0 0,-6 0 0,2 2 0,6 4 0,-3-4 0,7 4 0,-4-5 0,-3-1 0,9 0 0,1 0 0,8 8 0,0-6 0,0 6 0,0-6 0,0 3 0,0-1 0,0 8 0,0-1 0,0 6 0,0 6 0,0 2 0,0 2 0,2 1 0,4 7 0,-2 5 0,7 0 0,-3 10 0,9 1 0,-4 1 0,12 7 0,-7-7 0</inkml:trace>
  <inkml:trace contextRef="#ctx0" brushRef="#br0" timeOffset="1">2699 7006 8912,'0'-17'0,"0"2"0,0-4 0,0-2 0,0 4 0,0 1 0,0 3 0,0 1 0,0 6 0,0 2 0,1 8 0,3 4 0,4 2 0,2 7 0,2 4 0,0 5 0,4-1 0,1 4 0,0-2 0,0 1 0,4-1 0,-4-3 0,4-2 0,-2-2 0,1 2 0,3-14 0,2 0 0,3-6 0,2-10 0,8-10 0,6-17 0,-17 10 0,1-3 0,6-5 0,0-2 0,6-5 0,2-2-417,1-3 0,0 0 0,0-1 0,-1 0 417,-2 1 0,-1 0 0,0 2 0,0 1 0,-3 3 0,-1 3 0,-4 6 0,0 3 0,16-13 0,-16 19 0,-11 14 0,-11 4 0,-4 8 0,-5 3 0,0 3 0,5 0 0,3 1 0,3-4 333,0 0 1,1-2 0,1 3-1,2-2 1,2-2-334,1-2 0,-3-12 0,2-4 0</inkml:trace>
  <inkml:trace contextRef="#ctx0" brushRef="#br0" timeOffset="2">10158 6817 8912,'11'-5'0,"-3"-3"0,-3-1 0,-1 0 0,0 1 0,-2-1 0,0-1 0,-2 2 0,0 0 0,0-1 0,-2 2 0,-2-1 0,3 4 0,-3-3 0,3-3 0,1 5 0,-1 0 0,-3 5 0,-3 1 0,-5 3 0,-5 8 0,0 6 0,-4 6 0,2-1 0,3 1 0,-2 1 0,2 1 0,5 1 0,0-4 0,9-1 0,-2-3 0,3 4 0,1-5 0,1-1 0,3-5 0,4 0 0,8-6 0,-2 3 0,6-5 0,-2 0 0,3-4 0,-1 0 0,1 0 0,1 0 0,-4 0 0,-1 0 0,-5 0 0,-4 1 0,0 3 0,-7 3 0,-1 5 0,-5 1 0,-7 1 0,-1 3 0,-3 1 0,3-3 0,-4 2 0,6-5 0,-1-1 0,0 1 0,0-1 0,0-4 0,6-1 0,-1-6 0,5-3 0,-2-5 0,0-5 0,4-10 0</inkml:trace>
  <inkml:trace contextRef="#ctx0" brushRef="#br0" timeOffset="3">10418 6935 8912,'11'-4'0,"1"0"0,-5-5 0,-2 8 0,-5-3 0,0 8 0,0 4 0,0 2 0,0 2 0,-1 1 0,-3 3 0,2-3 0,-3 8 0,5-6 0,-1 5 0,-3-4 0,3 1 0,-3-2 0,2 5 0,-2-3 0,-1-3 0,-1-4 0,-2 0 0,-4-3 0</inkml:trace>
  <inkml:trace contextRef="#ctx0" brushRef="#br0" timeOffset="4">10429 6888 8912,'0'-17'0,"0"0"0,0-3 0,2 2 0,2 2 0,-3 7 0,4-1 0,0 3 0,2 3 0,5 4 0,0 0 0,-1 2 0,1 2 0,5-3 0,1 4 0</inkml:trace>
  <inkml:trace contextRef="#ctx0" brushRef="#br0" timeOffset="5">10665 6982 8912,'0'-6'0,"0"0"0,0 6 0,-4 2 0,0 2 0,0 4 0,3 6 0,-2 2 0,-1-2 0,0-1 0,4-1 0,0 0 0,0-1 0,0 1 0,0 0 0,0-5 0,4-4 0,0-6 0,6-9 0,-4-3 0,6-4 0,0-2 0,-1 4 0,3-5 0,0 2 0,2-2 0,-1 3 0,-3 4 0,0 2 0,0 1 0,-1 5 0,1 3 0,-4 3 0,0 1 0,0 11 0,-2-2 0,0 10 0,-1 2 0,-4 1 0,6-2 0,-3 0 0,-2-2 0,6 2 0,-4 1 0,4-6 0,0 1 0,4-6 0,-1-2 0,1-4 0,1-2 0,3-2 0,-3 0 0,8-2 0,-5-2 0,1-2 0,-4-6 0,-1 0 0,2-1 0,-6-1 0,2-2 0,2 2 0,-5 1 0,-3 1 0,-3 0 0,-1 0 0,0 0 0,0 1 0,0-1 0,0 0 0,0 4 0,0 0 0,-1 6 0,-3-2 0,1 3 0,-5 1 0,0 1 0,-3 3 0,-1 4 0,5 2 0,-2 3 0,5 2 0,1 0 0,2 5 0,1-4 0,0 3 0,0-3 0,4 0 0,0-5 0,5 1 0,-1 0 0,3 0 0,4-4 0,1-1 0,5-4 0,-1 1 0,2-4 0,1-4 0,1-4 0,0-1 0,-1 1 0,1-2 0,-5 3 0,0-5 0,-2 1 0,-2 0 0,-3 3 0,0-2 0,-6 3 0,0-4 0,-6 4 0,-2 0 0,-2 4 0,-2 1 0,-5-3 0,4 0 0,-4 3 0,8-3 0,-4 5 0,4 0 0,-2 0 0,5 0 0,5 0 0,-4 0 0,6 0 0,-3 0 0,-3 0 0,6 4 0,-3 0 0,2 0 0,6-9 0,0-2 0</inkml:trace>
  <inkml:trace contextRef="#ctx0" brushRef="#br0" timeOffset="6">11360 7100 8912,'0'12'0,"-1"-2"0,-3-2 0,3 3 0,-4-10 0,5 3 0,0-8 0,1-4 0,3-2 0,6-4 0,6-1 0,0 2 0,-5-8 0,3 4 0,1-2 0,-2 1 0,2-3 0,-5 3 0,-2 1 0,0-4 0,-1 8 0,-4-4 0,-1 0 0,-2 4 0,-2 0 0,-1 6 0,-5 2 0,-3 1 0,-2 4 0,-3 0 0,2 5 0,-4 4 0,-1 6 0,2 4 0,0 4 0,3 5 0,6 4 0,-1 0 0,5 0 0,0 2 0,9-5 0,4 1 0,6-7 0,4-4 0,9-8 0,2-3 0,5-1 0,-1-3 0,-2-6 0,2-3 0,-5-8 0,2-3 0,-2 2 0,-5-6 0,-1-4 0,1-7 0</inkml:trace>
  <inkml:trace contextRef="#ctx0" brushRef="#br0" timeOffset="7">12409 6853 8912,'0'-8'0,"-1"0"0,-3-1 0,3-2 0,-5 4 0,6-1 0,0-1 0,0-2 0,0-1 0,0 1 0,0-1 0,0-1 0,2-2 0,2 0 0,-3-1 0,3 4 0,-3 0 0,4 6 0,-3 1 0,7 10 0,-5 4 0,0 5 0,0 6 0,0 2 0,0 7 0,-1-3 0,1 6 0,0-1 0,-4 4 0,0 1 0,0-1 0,0 0 0,0 1 0,0-1 0,-5-10 0,-1 2 0,-6-8 0</inkml:trace>
  <inkml:trace contextRef="#ctx0" brushRef="#br0" timeOffset="8">12221 6970 8912,'1'7'0,"3"-3"0,-3-3 0,10-1 0,-5 0 0,6 0 0,0 0 0,6-5 0,6-3 0,10-4 0,9-3 0,3-4 0,0-3 0,-3 2 0,-3-2 0,-6 4 0,-2 0 0,-9-5 0,-7 10 0,-8-2 0,-4 2 0,-4-2 0,-4 3 0,-3-2 0,-4 6 0,3 3 0,0 1 0,0-3 0,-4 0 0,1 1 0,0 1 0,3 0 0,3 4 0,5-5 0,0 12 0,0 1 0,0 4 0,1 6 0,2 3 0,2 3 0,2 5 0,-5-4 0,5 10 0,-3-2 0,-3 2 0,4 0 0,1-3 0,-5 2 0,3-6 0,1 3 0,-1-6 0,0-3 0,-3-11 0,2 0 0,1-3 0,0-4 0,-3 0 0,3-11 0,-3 0 0,8-14 0,-3 2 0,0-2 0,2 0 0,-1 2 0,3 2 0,-2 2 0,1 7 0,-1-3 0,2 8 0,-3-1 0,5 5 0,0 0 0,3 1 0,1 3 0,4 0 0,-3 7 0,0 2 0,0 0 0,2-2 0,-3-3 0,4 3 0,-5-3 0,1-3 0,0 0 0,-1-5 0,0 0 0,-2 0 0,-5-5 0,-2-3 0,0-2 0,1-6 0,-3 0 0,0-1 0,-4 1 0,-1 3 0,-3-2 0,-2 2 0,-2 1 0,0 1 0,-1 3 0,-2 3 0,-1 5 0,1 2 0,-1 1 0,0 9 0,0 8 0,2 2 0,2 2 0,4-1 0,3 1 0,1-6 0,2 4 0,6-3 0,8-1 0,6-1 0,6-5 0,2-6 0,5-2 0,0-2 0,1-2 0,-1-6 0,1 0 0</inkml:trace>
  <inkml:trace contextRef="#ctx0" brushRef="#br0" timeOffset="9">13906 6829 8912,'-29'-1'0,"-1"-2"0,0-1 0,1 2 0,0 0 0,4 2 0,-1 2 0,5 2 0,0 6 0,5 6 0,2 5 0,6-2 0,-1 4 0,5 0 0,0 1 0,6-2 0,1-2 0,3 0 0,2-4 0,2 0 0,-3-10 0,4-2 0,0-4 0,-3-4 0,2-3 0,-2-9 0,2-2 0,2-6 0,0-5 0,0-1 0,0 0 0,-1-8 0,1 3 0,-4-3 0,0 3 0,-2-2 0,2-2 0,1 3 0,-5 1 0,0 6 0,-4 10 0,0 4 0,0 11 0,0 11 0,-5 16 0,-3 9 0,3 7 0,0 3 0,1 1 0,0 0 0,1-5 0,7 1 0,0-2 0,7-3 0,2-3 0,8-6 0,2-5 0,2-11 0,7-1 0,-1-5 0,0-5 0,-2-3 0,-4-7 0,1 0 0,-13-10 0,3 3 0,-4-4 0,-4 0 0,-3-1 0,-5 1 0,0-1 0,-1 2 0,-3 2 0,1 3 0,-5 6 0,0 4 0,-3 2 0,-1 6 0,0 3 0,0 3 0,2 6 0,2 2 0,-3 2 0,5 4 0,-1-1 0,2-6 0,5 7 0,0-5 0,0 0 0,0-5 0,0 1 0,0-4 0,0 0 0,1-6 0,3 2 0,3-4 0,5-4 0,-1-2 0,1-6 0,0 0 0,0 1 0,0-5 0,-1 0 0,-3 0 0,0 5 0,-1-1 0,0 0 0,0 2 0,-3 2 0,-3 3 0,10 5 0,-10 0 0,8 5 0,-4 3 0,2 2 0,1 2 0,4 0 0,-1-1 0,1-3 0,0 0 0,0-5 0,0 1 0,-1-3 0,1-1 0,1-1 0,3-3 0,-3-3 0,4-6 0,0-3 0,1-7 0,6-7 0</inkml:trace>
  <inkml:trace contextRef="#ctx0" brushRef="#br0" timeOffset="10">14471 6488 8912,'-7'0'0,"-1"0"0,0 0 0,1 1 0,3 3 0,3 3 0,1 11 0,0 4 0,0 4 0,0 8 0,0 0 0,1 5 0,3 3 0,3-9 0,3 6 0,-2-7 0,1 0 0,-5 0 0,4 1 0,-4-6 0,-1 0 0,-7-4 0,-4-4 0,-8 4 0,-2-12 0,-7 1 0,-2-7 0,0-5 0,-4-4 0,5-7 0,-2-9 0,5-2 0,3-3 0,4-1 0,3-2 0,5 0 0,1 0 0,4 8 0,-2-6 0,5 11 0,2-1 0,6 4 0,0 2 0,8 2 0,6 3 0,3 3 0,4-2 0,7 3 0,8-3 0,-4 3 0,5 1 0,-5 0 0,2 0 0,-3-4 0,5 0 0,-12-4 0,0 4 0,-7-4 0,-6 4 0,-3-1 0,-8 1 0,-8 3 0,-8-3 0,-6 8 0,-2 4 0,-4 2 0,5 2 0,-1 0 0,4 0 0,0-1 0,0 5 0,1 0 0,4-1 0,3-3 0,-1 0 0,1 0 0,0-1 0,4 1 0,5-5 0,2-3 0,5-8 0,-1-3 0,1-5 0,-5 1 0,3-2 0,-2-2 0,3 0 0,0-1 0,1 4 0,0 0 0,0 2 0,0 2 0,-5 3 0,1 5 0,-5 0 0,6 1 0,-4 3 0,2 4 0,-5 2 0,9 2 0,-3 0 0,-2 0 0,2-1 0,0 0 0,4-3 0,0 1 0,-1-5 0,1-2 0,1 0 0,2-4 0,0-2 0,1-2 0,-4-6 0,-6-5 0,5 4 0,-5-4 0,1 0 0,3 4 0,-8-4 0,2 5 0,-3 0 0,-1 1 0,0 3 0,0 3 0,0 3 0,0 10 0,0 5 0,4 9 0,1-2 0,2 2 0,-1 2 0,2-1 0,3 1 0,-4-1 0,3 1 0,-3 0 0,3-1 0,-6 1 0,-1-6 0,-3-2 0,0-3 0,0-1 0,0-5 0,-1 0 0,-3-2 0,-4-2 0,-2-2 0,-2-2 0,0-3 0,1-4 0,-1-2 0,0-7 0,0-2 0</inkml:trace>
  <inkml:trace contextRef="#ctx0" brushRef="#br0" timeOffset="11">15226 6817 8912,'-7'0'0,"2"0"0,4 0 0,-3 0 0,2-5 0,-3 4 0,6-4 0,3 5 0,4 0 0,3 0 0,4-4 0,1 0 0,-1 1 0,-2-3 0,2 0 0,1-3 0,-2 1 0,-2 1 0,-4-5 0,1 4 0,-5 0 0,0 0 0,-5-4 0,-3 2 0,-4 2 0,-2 4 0,-6 3 0,0 1 0,-5 5 0,7 3 0,-5 6 0,2 2 0,2 6 0,3 2 0,5-1 0,-2 7 0,5-2 0,2-3 0,6 2 0,3-2 0,9-1 0,6-6 0,7-4 0,1-4 0,3-7 0,1-1 0,3-9 0,2-5 0,-4-5 0,1-6 0,-6-5 0,-7 1 0,1-6 0,-6 4 0,-2-3 0,-3 0 0,-6 1 0,-2-4 0,-5-2 0,0-2 0,0-3 0,0 0 0,-1 3 0,-3 2 0,2 12 0,-3 3 0,4 12 0,-2 3 0,-1 7 0,2 7 0,-5 14 0,5 1 0,-6 13 0,4 3 0,-3 9 0,2 0 0,-4 0 0,7-3 0,-1-3 0,1 0 0,2-2 0,0-4 0,5 0 0,3-4 0,3-2 0,1-7 0,-1-4 0,1-6 0,0-2 0,0-6 0,-4 0 0,-1-4 0,-4-10 0,4-1 0,-3-12 0,-3-3 0,4-10 0</inkml:trace>
  <inkml:trace contextRef="#ctx0" brushRef="#br0" timeOffset="12">15626 6688 8912,'-18'0'0,"2"0"0,3 0 0,1 0 0,6 5 0,1-4 0,15 9 0,6-6 0,10-2 0,5-6 0,7 2 0,2-6 0,6 0 0,1-4 0,-5-5 0,3-1 0</inkml:trace>
  <inkml:trace contextRef="#ctx0" brushRef="#br0" timeOffset="13">16628 6700 8912,'-12'-6'0,"0"4"0,2-6 0,1 0 0,1 2 0,5 0 0,-2 12 0,5 1 0,0 4 0,0 6 0,1-3 0,3 5 0,3-2 0,-1-3 0,4 3 0,-6-1 0,5-2 0,-3-5 0,2-2 0,0-2 0,0-1 0,4-4 0,-1 0 0,-4 0 0,3-5 0,-2-3 0,3-4 0,1-4 0,-1-2 0,1-5 0,0-1 0,0 6 0,-4-5 0,-1 5 0,3 0 0,-5 1 0,0 9 0,-4 1 0,3 2 0,-2 1 0,4 11 0,-3 5 0,1 6 0,1 4 0,-1 2 0,4-1 0,2 1 0,2-1 0,-4 1 0,0-2 0,1-2 0,-4 2 0,0-9 0,-5 3 0,-2-3 0,-6-1 0,-3-2 0,-11-1 0,-3-1 0,-6-5 0,6 2 0,-4-6 0,0-3 0,4-3 0,-2-6 0,6-4 0,1-7 0,6 1 0,-3-16 0,5 2 0</inkml:trace>
  <inkml:trace contextRef="#ctx0" brushRef="#br0" timeOffset="14">16569 6299 8912,'-23'12'0,"-1"-5"0,6 3 0,2-2 0,3 2 0,6 7 0,1-2 0,3 3 0,-1-1 0,0-1 0,10-4 0,1-1 0,4-3 0,2-1 0,1-2 0,2-4 0,-2-3 0,0-5 0,-3-5 0,0-1 0,-3-2 0,-3 2 0,-5-8 0,0 5 0,-1-4 0,-3 5 0,-3-1 0,-6 4 0,-3 0 0,3 6 0,-5 1 0,4 5 0,-2 0 0,-4 1 0,6 4 0,3 7 0,6 6 0,4 4 0,2 2 0,3 0 0,13-1 0,8 1 0</inkml:trace>
  <inkml:trace contextRef="#ctx0" brushRef="#br0" timeOffset="15">17630 6653 8912,'-11'-16'0,"2"0"0,1 2 0,-1-1 0,-1 0 0,2 6 0,0-3 0,-1 3 0,-2 2 0,-1 2 0,1 5 0,-2 0 0,-2 2 0,-2 5 0,-1 5 0,2 7 0,-4 1 0,6 2 0,-2 2 0,3-1 0,3 1 0,1-1 0,1 1 0,5-6 0,-1-2 0,3-3 0,1-1 0,5-6 0,2 4 0,6-8 0,3-3 0,2-4 0,5-8 0,1-3 0,0-4 0,-1-2 0,-1 2 0,-2 2 0,-4 1 0,-3 3 0,-1 1 0,-2 1 0,-2 0 0,2 5 0,-4 4 0,3 8 0,-1 7 0,-4 5 0,3 6 0,-4 1 0,8-1 0,-4 1 0,9-2 0,2-1 0,1-1 0,3-11 0,2 1 0,6-10 0</inkml:trace>
  <inkml:trace contextRef="#ctx0" brushRef="#br0" timeOffset="16">18360 6605 8912,'-15'-3'0,"-1"-3"0,0 1 0,1 0 0,-1 2 0,1 3 0,2 4 0,2 4 0,-1 8 0,1 3 0,3 4 0,3 0 0,5 1 0,0-1 0,0 1 0,2-2 0,1-1 0,7-4 0,4-4 0,0 0 0,6-9 0,1-1 0,1-2 0,2-2 0,-1-3 0,1-4 0,0-3 0,2-4 0,-3-1 0,-4 2 0,-2-1 0,-4 1 0,-4-2 0,-3 2 0,4 1 0,-9 1 0,3 1 0,-8 4 0,-3-3 0,-4 6 0,-1 1 0,4 4 0,0 3 0,5 2 0,-2 6 0,5 0 0,0 0 0,0-1 0,0 1 0,5 4 0,3 0 0,3-2 0,1-5 0,-1-1 0,5-1 0,0 0 0,1-1 0,-3-8 0,2-2 0,0-3 0,-5-9 0,0 1 0,-3-4 0,-3-1 0,-6 1 0,-3 0 0,-4 2 0,-3-4 0,-6 8 0,-2-2 0,-3 3 0,-2 4 0,2 4 0,1 3 0,1 1 0,11 0 0,-5 1 0,10 3 0,2 2 0,10 6 0,0-5 0,20 3 0,-4-3 0</inkml:trace>
  <inkml:trace contextRef="#ctx0" brushRef="#br0" timeOffset="17">18796 6441 8912,'0'-16'0,"0"0"0,0 2 0,0 1 0,0 1 0,-1 4 0,-3 0 0,3 6 0,-8 2 0,5 8 0,0 12 0,4 8 0,0 5 0,0 2 0,0 4 0,0 0 0,0 1 0,0-6 0,1-3 0,3-3 0,-1-4 0,5 0 0,-1-6 0,5-2 0,0-8 0,0-4 0,1-4 0,3-4 0,-2-8 0,6-8 0,-5-7 0,5-4 0,-4-5 0,3-3 0,-8-3 0,1-5 0,-5 0 0,1 0 0,-4 0 0,-2 5 0,-2 3 0,0 9 0,0 6 0,-2 11 0,-2 9 0,-2 4 0,-1 4 0,-3 8 0,8 11 0,-3 9 0,0 2 0,4 6 0,-5 1 0,6 2 0,4 1 0,0-4 0,5-1 0,-1-4 0,4-1 0,4-2 0,-2-9 0,5-7 0,-1-4 0,0-4 0,-2-3 0,4-5 0,-6-2 0,2-1 0,-2-8 0,2-5 0,-3-5 0,3 2 0,-7-3 0,-1-2 0,-2 0 0,2 1 0,-3-1 0,-5 1 0,0 1 0,0 2 0,-1-1 0,-3 5 0,-3 2 0,-4 6 0,-1 5 0,0 7 0,0 8 0,1 5 0,-1 7 0,0-1 0,5 2 0,3 3 0,3-4 0,1 4 0,0-3 0,0-2 0,7-4 0,5-4 0,5-2 0,6-1 0,2-5 0,2-3 0,4-8 0,4-4 0,0-3 0,1-11 0,-1-3 0</inkml:trace>
  <inkml:trace contextRef="#ctx0" brushRef="#br0" timeOffset="18">19586 6464 8912,'-24'0'0,"5"0"0,-1 0 0,2 4 0,-2 0 0,-1 6 0,6 2 0,-1 0 0,4 4 0,5 2 0,4 2 0,1 2 0,2 1 0,2-3 0,1-2 0,7-1 0,4-2 0,-1-2 0,3-1 0,2-6 0,2-2 0,1-3 0,-2-1 0,2-1 0,-5-3 0,5-2 0,-1-6 0,2-5 0,1-1 0</inkml:trace>
  <inkml:trace contextRef="#ctx0" brushRef="#br0" timeOffset="19">19739 6205 8912,'-12'1'0,"1"3"0,4 3 0,1 9 0,2-1 0,2 10 0,-2-1 0,3 7 0,1 1 0,1 2 0,3 1 0,-1-4 0,5-1 0,0-1 0,-2-3 0,5-2 0,-3-5 0,-3-2 0,-1-5 0,2-5 0,-4-2 0,3-10 0,-5-2 0</inkml:trace>
  <inkml:trace contextRef="#ctx0" brushRef="#br0" timeOffset="20">19727 6570 8912,'-11'-12'0,"-1"1"0,0-1 0,-1 0 0,-3 0 0,3 2 0,-3 2 0,3-3 0,2 4 0,4 1 0,2-4 0,7 9 0,6-3 0,1 2 0,11 2 0,1 0 0,1 0 0,2 0 0,1 0 0,2 0 0,-7 0 0,7-1 0,-7-3 0,-2 3 0,2-3 0,-6 3 0,2 1 0,-4 1 0,-4 3 0,1 2 0,-5 6 0,0 4 0,-4 1 0,0 0 0,0 1 0,0 1 0,0-5 0,0 4 0,0-2 0,0-7 0,0 3 0,-4-3 0,-1 1 0,-2-2 0,-1-2 0,0-6 0,0 0 0,1-6 0,-5-2 0,0-3 0,0-5 0,4-6 0,1-7 0,-1-1 0,1-1 0,3 0 0,-2 3 0,4 0 0,-2 1 0,3-5 0,1 5 0,0 1 0,1 6 0,3 4 0,3 3 0,5 7 0,-1 2 0,1 2 0,0 2 0,1 6 0,3 2 0,-2 6 0,6 2 0,0 5 0,3-3 0</inkml:trace>
  <inkml:trace contextRef="#ctx0" brushRef="#br0" timeOffset="21">20163 6429 8912,'0'12'0,"-1"-1"0,-1 1 0,-2 0 0,-6 0 0,4 0 0,-5-1 0,4 1 0,-3 4 0,6-1 0,-5 1 0,8-3 0,-3 2 0,4 0 0,4 0 0,3-7 0,0-3 0,1-5 0,0-4 0,4 0 0,0-7 0,-2 1 0,-2-4 0,2-2 0,-7-1 0,4-1 0,-2-2 0,-3 0 0,0 5 0,-2-5 0,-2 6 0,-1-2 0,1 3 0,-3 1 0,5 6 0,0-5 0,0 5 0</inkml:trace>
  <inkml:trace contextRef="#ctx0" brushRef="#br0" timeOffset="22">20399 6511 8912,'-10'-1'0,"2"-3"0,-3 3 0,5-4 0,-6 5 0,2 5 0,2 3 0,4 2 0,2 2 0,2 0 0,0 3 0,0 1 0,0 0 0,0-5 0,4-3 0,0 0 0,0 0 0,-4 0 0,0 0 0,5-6 0,-3-3 0,2-11 0,2-1 0,1-6 0,1-1 0,-1 2 0,1-5 0,4 10 0,0-2 0,0 2 0,-1 1 0,3 1 0,0 3 0,2 4 0,-1 3 0,1 6 0,0 3 0,-2 3 0,-1 6 0,-1-3 0,-1 6 0,-2-1 0,-1 0 0,-2 2 0,2-6 0,1 1 0,-5-4 0,5 0 0,-2-1 0</inkml:trace>
  <inkml:trace contextRef="#ctx0" brushRef="#br0" timeOffset="23">21448 6358 8912,'-8'0'0,"0"0"0,-1 0 0,-1 0 0,-2 2 0,1 3 0,2 7 0,1 6 0,6 4 0,-2 3 0,2 2 0,2 5 0,7-3 0,3-3 0,5-5 0,5-4 0,-5-6 0,2 0 0,-2-5 0,0-6 0,0-5 0,-6-8 0,-1-3 0,-6-7 0,2-3 0,-8-4 0,-5 1 0,-5 3 0,-3-2 0,-4 3 0,1 3 0,1 6 0,-1 1 0,0 7 0,6 3 0,-2 5 0,8 0 0,3 0 0,16 5 0,2 1 0</inkml:trace>
  <inkml:trace contextRef="#ctx0" brushRef="#br0" timeOffset="24">21955 6087 8912,'10'-43'0,"-2"1"0,-4 2 0,-3 7 0,-1 10 0,0 4 0,0 7 0,-5 6 0,-3 7 0,-6 11 0,-2 6 0,0 10 0,1 3 0,-1 8 0,0-1 0,4 6 0,1 0 0,4 2 0,-2 0 0,5-3 0,-4 1 0,4-4 0,2-3 0,0 1 0,2-1 0,0-2 0,0-5 0,0-9 0,0 2 0,2-12 0,2 1 0,-3-7 0,3-9 0,-3-2 0,-6-6 0,-2-10 0,-4-3 0</inkml:trace>
  <inkml:trace contextRef="#ctx0" brushRef="#br0" timeOffset="25">21695 6311 8912,'-11'7'0,"-1"-3"0,0-3 0,0-1 0,6 0 0,6 0 0,12 0 0,10 0 0,8 0 0,7-5 0,11-2 0,2-1 0,1 0 0,5 1 0,-3-3-563,2-1 0,-3 1 0,-5-7 1</inkml:trace>
  <inkml:trace contextRef="#ctx0" brushRef="#br0" timeOffset="26">22509 6252 8912,'11'-5'0,"-4"2"0,-3-4 0,1 3 0,-1-4 0,0 5 0,-8-1 0,0 9 0,0 7 0,-1 7 0,4 3 0,-9 5 0,7 2 0,0 1 0,0 3 0,-1 1 0,3-4 0,-3-3 0,3 2 0,1-1 0,0-6 0,0-6 0,0-3 0,0-2 0,0-4 0,0-7 0,0-8 0,0-2 0,0-13 0,0-1 0</inkml:trace>
  <inkml:trace contextRef="#ctx0" brushRef="#br0" timeOffset="27">22473 6076 8912,'0'-12'0,"0"0"0,0 0 0,-5 1 0,4 4 0,-5 3 0,6 8 0,0 4 0,0-3 0,0 2 0,0-3 0,0 2 0,0 1 0,6-2 0,2-5 0,-3-5 0,-1-3 0,-3 1 0,-1-1 0,0 1 0,0-5 0,0 0 0,0 5 0,0 2 0,-5 5 0,3 2 0,-1 1 0,1 5 0,-3-2 0,4 9 0,-5-2 0</inkml:trace>
  <inkml:trace contextRef="#ctx0" brushRef="#br0" timeOffset="28">22886 6288 8912,'0'11'0,"0"1"0,0 0 0,-2 1 0,-2 3 0,3-2 0,-3 6 0,2 1 0,-2 1 0,2-3 0,-3 0 0,1-2 0,0-3 0,-1-1 0,2-1 0,-1 0 0,2 0 0,1-6 0,1-6 0,0-12 0,0-6 0</inkml:trace>
  <inkml:trace contextRef="#ctx0" brushRef="#br0" timeOffset="29">22921 6017 8912,'-12'1'0,"0"3"0,1 1 0,-1 3 0,1 3 0,2-4 0,1 4 0,2 1 0,-2-1 0,4 1 0,3 0 0,2 0 0,3-2 0,4-2 0,6-3 0,2-5 0,-2 0 0,-1-5 0,-1-3 0,0-2 0,0-2 0,-6-1 0,-2-3 0,-2 3 0,-2-3 0,0 3 0,-6 2 0,-1-1 0,-4 1 0,-1 3 0,0 3 0,1 5 0,-1 0 0,4 0 0,0 0 0,4 2 0,-4 1 0,6 4 0,-2 5 0,3 0 0,2-1 0,3 1 0,2 0 0,11 0 0,2-1 0</inkml:trace>
  <inkml:trace contextRef="#ctx0" brushRef="#br0" timeOffset="30">23357 6323 8912,'8'0'0,"0"0"0,-6-1 0,2-3 0,-1-3 0,0-5 0,0 1 0,1-1 0,-4 0 0,2 2 0,2 2 0,-3-3 0,3 3 0,-3-2 0,-6-2 0,2 2 0,-5 2 0,-1 3 0,-5 5 0,-2 0 0,-5 0 0,2 1 0,-4 2 0,0 0 0,-5 11 0,1-3 0,-1 9 0,5 0 0,3 0 0,0 0 0,6 2 0,-2-2 0,8 2 0,3 0 0,5-2 0,0-3 0,2-5 0,1 0 0,8-2 0,5-2 0,1-3 0,-2-5 0,4-1 0,-1-3 0,4-3 0,-3-8 0,3-2 0,-2-2 0,2 0 0,-5-2 0,4-1 0,-3-3 0,-1 0 0,-2 0 0,-2-4 0,-6-2 0,0-7 0,-2-1 0,3-6 0,-4 3 0,-1-1 0,-2 0 0,-6 5 0,2 3 0,-5 10 0,-1 8 0,-1 12 0,-2 19 0,1 13 0,4 11 0,-4 7 0,6 7 0,-4 2 0,1 0 0,5 3 0,-2-9 0,5 2 0,0-4 0,0-4 0,0-2 0,0-6 0,5-2 0,3-7 0,2-3 0,2-8 0,0-2 0,0-7 0,0-3 0,-1-2 0,1-6 0,5-5 0,2-8 0</inkml:trace>
  <inkml:trace contextRef="#ctx0" brushRef="#br0" timeOffset="31">19268 7253 8912,'0'-16'0,"0"-1"0,-1 0 0,-2 0 0,-2 3 0,-2 1 0,3 6 0,-4 3 0,-1 3 0,-1 1 0,-2 0 0,0 12 0,-1 7 0,-1 12 0,-2 6 0,-4 7 0,5 7 0,-1 2 0,4 6 0,0 0 0,6 0 0,2 0 0,2-7 0,5-6 0,5-9 0,0-7 0,14-12 0,-2-4 0,2-5 0,0-3 0,-1-6 0,-2-2 0,-2-2 0,3-7 0,-5-4 0,5-4 0,-1-6 0,5-5 0</inkml:trace>
  <inkml:trace contextRef="#ctx0" brushRef="#br0" timeOffset="32">19433 7371 8912,'0'-7'0,"0"1"0,0 2 0,1-3 0,3-5 0,3 5 0,4 0 0,1 2 0,1 1 0,3 4 0,2 0 0,6 0 0,-2 1 0,-2 3 0,1 3 0,-6 4 0,1 5 0,-4 0 0,-2 3 0,-2-2 0,-4 2 0,-3 2 0,-6-4 0,-5 5 0,-7-4 0,-2 1 0,4 2 0,-5-6 0,2 1 0,-3-6 0,2-2 0,2-4 0,7 3 0,1-7 0,5 0 0,1-7 0,2-9 0,1-2 0</inkml:trace>
  <inkml:trace contextRef="#ctx0" brushRef="#br0" timeOffset="33">19692 7253 8912,'-5'-12'0,"-2"6"0,-5 2 0,1 2 0,-2 12 0,-2 3 0,-1 4 0,1 2 0,7 9 0,1 1 0,2 1 0,1 0 0,4 1 0,2 2 0,1-6 0,5 0 0,3-3 0,2-5 0,3-4 0,-2-5 0,6-3 0,-6-4 0,7 2 0,-5-5 0,3-1 0,-3-3 0,-2-4 0,0-4 0,-3-3 0,1-2 0,0-3 0,0-2 0,-4 5 0,-1-3 0,1-1 0,4 6 0,0 0 0,0 3 0,-1 5 0,-3-3 0,0 6 0,-5-5 0,2 8 0,-5 1 0,0 8 0,0 8 0,0 3 0,0 3 0,0 2 0,0 0 0,0-1 0,0 1 0,0-1 0,0-3 0,0-1 0,0-3 0,0 4 0,0-6 0,0 3 0,0-10 0,5-7 0,2-7 0</inkml:trace>
  <inkml:trace contextRef="#ctx0" brushRef="#br0" timeOffset="34">19940 7159 8912,'-16'0'0,"-1"0"0,0 0 0,0 0 0,1 0 0,4 0 0,0 0 0,1 0 0,4 0 0,3 0 0,8 0 0,4 0 0,4 0 0,3 0 0,-1-4 0,1 0 0,0 0 0,0 4 0,-1 0 0,3 0 0,-6 0 0,-4 0 0,3 11 0,-3 2 0</inkml:trace>
  <inkml:trace contextRef="#ctx0" brushRef="#br0" timeOffset="35">20234 7477 8912,'12'0'0,"-6"0"0,5 0 0,-10 0 0,5 5 0,-6 4 0,0 6 0,-2 3 0,-2 5 0,-2 5 0,-6 1 0,0-1 0,0 1 0,5-1 0,-1-5 0,1 1 0,-1-1 0,3-4 0,5-8 0,-5 0 0,-2-5 0</inkml:trace>
  <inkml:trace contextRef="#ctx0" brushRef="#br0" timeOffset="36">20706 7182 8912,'-12'0'0,"0"6"0,0 0 0,6 6 0,2 0 0,2-1 0,2 1 0,0 0 0,0 0 0,6 0 0,-2-1 0,6 1 0,3-1 0,0-4 0,0-1 0,0-6 0,3 0 0,-1-6 0,4-1 0,-4-4 0,0-1 0,4-5 0,-6 3 0,2-6 0,-1 5 0,-3-5 0,0 6 0,-3-2 0,-4 3 0,2 1 0,-5 7 0,3 5 0,-8 10 0,3 10 0,-3 7 0,3 0 0,1 4 0,0 2 0,0 1 0,0 1 0,0 0 0,1-1 0,2-2 0,1-5 0,0-2 0,-4-1 0,-2-6 0,-2-2 0,-2-7 0,-6-1 0,-5-4 0,-3 3 0,-2-4 0,-1 2 0,-1-5 0,0 0 0,1 0 0,1 0 0,2-1 0,4-3 0,3-3 0,1-4 0,6-1 0,1-5 0,5-1 0</inkml:trace>
  <inkml:trace contextRef="#ctx0" brushRef="#br0" timeOffset="37">21153 7406 8912,'-8'7'0,"2"-2"0,1 0 0,-3 2 0,4 4 0,-5 1 0,7 1 0,-3 2 0,0 0 0,4 6 0,-3-2 0,2 0 0,2 1 0,0-6 0,2 3 0,2-5 0,-2 0 0,6 0 0,-4-6 0,4-2 0,0-3 0,4-1 0,-1 0 0</inkml:trace>
  <inkml:trace contextRef="#ctx0" brushRef="#br0" timeOffset="38">21130 7206 8912,'-20'4'0,"2"0"0,-1 0 0,1 1 0,4 1 0,-2 6 0,8 0 0,-1 0 0,6 0 0,5-1 0,3-4 0,8-3 0,3-3 0,-3-1 0,8-1 0,-6-3 0,0-4 0,-2-2 0,-1-2 0,-6 0 0,-2 0 0,-2 0 0,-2 1 0,-6 4 0,-2 3 0,-3 3 0,-4 1 0,0 0 0,-1 4 0,4 0 0,2 5 0,2-1 0,3 2 0,5 2 0,0 0 0</inkml:trace>
  <inkml:trace contextRef="#ctx0" brushRef="#br0" timeOffset="39">21189 6853 8912,'-8'-6'0,"0"-1"0,5 1 0,3 1 0,12 13 0,8 9 0,2 14 0,0 15 0,-2 12 0,-8-24 0,-2 1 0,-3 4 0,-1 1-189,3 2 1,-2 2 0,-2 0 0,-2 1 0,-1 2 0,-2 0 188,0 1 0,-2-2 0,0-3 0,-3-2 0,-4-2 0,-3-2 0,0-5 0,-2-1 0,-2-1 0,-1 0 0,1 2 0,0 0 0,-4 1 0,-1-1 0,-1 4 0,0-1 0,-2 0 0,0 1 0,0-1 0,-1 0 0</inkml:trace>
  <inkml:trace contextRef="#ctx0" brushRef="#br0" timeOffset="40">14485 9685 8912,'-7'-7'0,"6"-6"0,-4 4 0,-1 1 0,1-1 0,1-2 0,-3-1 0,-2-2 0,1 0 0,-1 1 0,-2 2 0,-1 2 0,-2 6 0,-5-3 0,1 6 0,-7 12 0,1 7 0,-3 7 0,-6 7 0,-1 10 0,-5 15 0,2 10-293,21-31 0,1 2 0,-5 9 1,1 3 292,2 4 0,1 2 0,1-2 0,1 1 0,4 5 0,1-1 0,0-3 0,1-1 0,5-1 0,1-3 0,0-4 0,1-3 0,3-4 0,1-2 0,6 29 0,8-17 0,2-23 0,7-6 0,2-9 0,0-6 0,5-7 0,-10-7 0,-3-6 0</inkml:trace>
  <inkml:trace contextRef="#ctx0" brushRef="#br0" timeOffset="41">14959 10076 8912,'-13'-8'0,"-1"2"0,0 2 0,0-1 0,0 2 0,-2 0 0,-2-2 0,0 3 0,-3-1 0,-1 6 0,0 7 0,-1 2 0,-5 4 0,0 2 0,5 4 0,1 6 0,2 1 0,3 4 0,8-4 0,4 4 0,3-5 0,2-5 0,8 2 0,5-8 0,4-5 0,7 1 0,1-9 0,5 0 0,2-3 0,7-1 0,-9 0 0,2 0 0,-2 0 0,4 0 0,-9 0 0,1 0 0,-6 2 0,-7 2 0,-9 6 0,-13 8 0,-7-2 0,-13 9 0,-4-7 0,-2 5 0,-7-4 0,0 4 0,2-4 0,2-2 0,-2-2 0,12-1 0,-1 0 0,4 0 0,9-8 0,2-7 0,8-11 0,11-9 0,2-7 0</inkml:trace>
  <inkml:trace contextRef="#ctx0" brushRef="#br0" timeOffset="42">15169 10285 8912,'-9'0'0,"-1"0"0,6 0 0,-6 0 0,7 7 0,-9 0 0,4 7 0,0 0 0,2 2 0,6 1 0,0 1 0,0 1 0,2-10 0,2 1 0,4-3 0,6 3 0,2-4 0,1-6 0,1 0 0,-1-2 0,-1-2 0,-2-4 0,-2-3 0,-2-1 0,-6-4 0,-2-1 0,-2 3 0,0 0 0,-6 0 0,-2 0 0,0 0 0,-11 7 0,15-4 0,-10 6 0,1 2 0,1 1 0,-2 2 0,6 0 0,2-6 0,6-1 0</inkml:trace>
  <inkml:trace contextRef="#ctx0" brushRef="#br0" timeOffset="43">15546 10216 8912,'-22'0'0,"4"0"0,7-5 0,2 0 0,6 1 0,-4 4 0,7 0 0,0 6 0,0 3 0,0 4 0,0 1 0,0 0 0,0-1 0,0 1 0,2 5 0,3 0 0,-4-1 0,4-4 0,-4 2 0,-1 2 0,0-2 0,-4 4 0,-1-6 0,0-6 0,1-4 0,-1-8 0,2-6 0,1-2 0,4-7 0,1-1 0,2-1 0,6-3 0,-8-2 0,6 1 0,2 2 0,-5 6 0,6-3 0,-2 6 0,-3 0 0,3 0 0,-1 6 0,5 3 0,0 4 0,-2 9 0,-2 6 0,1 1 0,-7 8 0,1 1 0,-3 3 0,2 1 0,-2-6 0,4 3 0,-6-7 0,1 0 0,4-9 0,-2 2 0,7-7 0,-7 1 0,8-13 0,-5-6 0,1-7 0,-2-6 0,4-2 0,1-2 0,-2-2 0,4 7 0,-11 1 0,6 6 0,-1 2 0,-5 8 0,6 3 0,-6 6 0,4 0 0,-4 11 0,6 4 0,-1 5 0,0-3 0,5 4 0,-2-3 0,2 1 0,2-1 0,5-8 0,1-1 0,4-6 0,-4 2 0,5-4 0,0-1 0,2-6 0,1-3 0,-4-4 0,-3-7 0,-6-3 0,0 3 0,-6-7 0,-4 6 0,-2-1 0,-8-4 0,-2 10 0,-8-1 0,-2 6 0,1 5 0,-5 6 0,2 2 0,3 2 0,1 10 0,2 8 0,2 7 0,3 4 0,-4-4 0,12 6 0,-4-8 0,10 3 0,4 2 0,9-7 0,9 2 0,9-6 0,2-4 0,15-7 0,1-6 0,1-2 0,-2-8 0,-12-8 0,1-8 0</inkml:trace>
  <inkml:trace contextRef="#ctx0" brushRef="#br0" timeOffset="44">16692 10048 8912,'-24'10'0,"3"-3"0,0 1 0,4 0 0,2 1 0,1 5 0,6 0 0,3 0 0,4 0 0,1 0 0,1 0 0,4 0 0,3 0 0,10-2 0,1-3 0,-2-4 0,5 3 0,-2-7 0,3 4 0,-1-8 0,-3-2 0,1-6 0,5 2 0,-2-3 0,-6-4 0,2-1 0,-2-1 0,1 0 0,-8-3 0,7 5 0,-11-2 0,2 2 0,-5 2 0,3 5 0,-6 0 0,0 5 0,0 11 0,0 11 0,0 9 0,0 4 0,0 3 0,0 1 0,0 3 0,0 8 0,0 1 0,0-2 0,0-8 0,0 2 0,0-7 0,0-1 0,0-8 0,-2 2 0,-2-6 0,-6-2 0,-8-8 0,1 2 0,-5-6 0,2-2 0,-5-2 0,3-1 0,-1-1 0,0-4 0,6-3 0,1-10 0,8-2 0,2-2 0,8-1 0,5-5 0</inkml:trace>
  <inkml:trace contextRef="#ctx0" brushRef="#br0" timeOffset="45">17152 10355 8912,'0'10'0,"-1"-3"0,-4-1 0,2 5 0,-6-1 0,6 2 0,-10 2 0,12 0 0,-4 0 0,4 0 0,1-5 0,0 0 0,0 2 0,0 2 0,0 1 0,4-5 0,2-1 0,2-2 0,1 5 0,1-10 0,-1 4 0,0-10 0,5-2 0</inkml:trace>
  <inkml:trace contextRef="#ctx0" brushRef="#br0" timeOffset="46">17236 10132 8912,'-14'0'0,"0"0"0,0 0 0,0 0 0,-6 0 0,5 6 0,-4-3 0,8 5 0,2-2 0,6 5 0,0-3 0,6 0 0,5-2 0,6-6 0,-1 0 0,1 0 0,-1-6 0,-2-2 0,-4-2 0,0 1 0,-3 0 0,-4-5 0,-1 2 0,-4 2 0,2 4 0,-6 6 0,-1 0 0,-4 0 0,0 2 0,1 2 0,5-2 0,2 10 0,6-10 0,0 4 0</inkml:trace>
  <inkml:trace contextRef="#ctx0" brushRef="#br0" timeOffset="47">17571 9895 8912,'8'-7'0,"0"1"0,-3-3 0,-4-3 0,5 8 0,-6-5 0,0 8 0,0 1 0,0 12 0,-4 10 0,-2 6 0,-2 0 0,5 6 0,-5-3 0,5 6 0,-2 2 0,1 1 0,4-4 0,0 4 0,0-4 0</inkml:trace>
  <inkml:trace contextRef="#ctx0" brushRef="#br0" timeOffset="48">17907 10062 8912,'-20'6'0,"4"-4"0,-3 3 0,-1-9 0,2 0 0,1 1 0,1 1 0,2 2 0,0 0 0,0 0 0,0 2 0,2 4 0,2 8 0,0 0 0,5 4 0,0 3 0,5-3 0,0 1 0,6-1 0,4 1 0,2-2 0,2-1 0,5 1 0,-1-3 0,1 6 0,-5-11 0,5 7 0,-1-9 0,-1 1 0,-1 4 0,-2-5 0,0 2 0,-7 3 0,0-9 0,-7 7 0,0 1 0,-2-4 0,-3 3 0,-8-3 0,-11 3 0,-2 2 0,-2-3 0,0 4 0,0-5 0,0 2 0,0-5 0,0-2 0,7-1 0,0-2 0</inkml:trace>
  <inkml:trace contextRef="#ctx0" brushRef="#br0" timeOffset="49">18465 10118 8912,'-28'-14'0,"2"0"0,3 0 0,3 6 0,7 4 0,2 8 0,2 6 0,6 4 0,-2 3 0,4 1 0,1 7 0,0-8 0,0 6 0,1 1 0,4-3 0,4-2 0,-3 3 0,7-7 0,-4 4 0,4-8 0,1-4 0,0 0 0,0-3 0,1-4 0,4 0 0,-2-1 0,6-4 0,-4-3 0,2-6 0,0 0 0,-3-6 0,-4 5 0,0-4 0,-5 4 0,-1 1 0,-2 0 0,-3 0 0,-1 6 0,-2 2 0,0 17 0,2 3 0,2 1 0,-2 1 0,12-4 0,0-3 0,0 4 0,6-6 0,0 1 0,-4-2 0,4-6 0,-6 0 0,0 0 0,-2-1 0,-3-4 0,4-3 0,-12-2 0,4-4 0,-3-3 0,-9-5 0,0 3 0,-1 4 0,-5 1 0,7 0 0,-5 1 0,2 4 0,6-3 0,-2 2 0,4-2 0,7-2 0,2 0 0</inkml:trace>
  <inkml:trace contextRef="#ctx0" brushRef="#br0" timeOffset="50">19052 10132 8912,'-8'0'0,"-4"6"0,6-3 0,-4 7 0,4-6 0,6 5 0,0 1 0,0 4 0,0 0 0,0 0 0,2 6 0,2 3 0,-2-9 0,4 5 0,-6-10 0,0-1 0,0 1 0,0-6 0,0 2 0,0-10 0,-6-3 0,-2-6 0</inkml:trace>
  <inkml:trace contextRef="#ctx0" brushRef="#br0" timeOffset="51">18954 10034 8912,'-6'-14'0,"5"5"0,-6 0 0,1-2 0,5-2 0,-6-1 0,7 5 0,0 0 0,0 6 0,7-3 0,2 6 0,3 0 0,2 0 0,6 0 0,2 0 0</inkml:trace>
  <inkml:trace contextRef="#ctx0" brushRef="#br0" timeOffset="52">19248 9923 8912,'-5'-10'0,"-1"3"0,-2 0 0,5-4 0,-8 11 0,6 0 0,-5 13 0,6 10 0,-3 10 0,0 5 0,4 7 0,2-1 0,1 2 0,0-2 0,0-2 0,6 3 0,3-4 0,4-6 0,2-14 0,4-1 0,-4-7 0,10-7 0,-6-6 0,1-6 0,-3-5 0,2-6 0,-1-9 0,-4-9 0,0 0 0,0-4 0,0-1 0,-6-7 0,-2-1 0,0-1 0,-4 4 0,4-3 0,-6 7 0,0 4 0,-1 4 0,-3 10 0,0 5 0,-7 8 0,9 12 0,-2 12 0,-2 6 0,1 8 0,-6 6 0,3 3 0,0 3 0,-2 7 0,5 0 0,2-3 0,1 0 0,2-2 0,0-5 0,0 0 0,7-6 0,2 2 0,8-10 0,2-4 0,7-4 0,0-2 0,5-4 0,8-15 0,-3-10 0</inkml:trace>
  <inkml:trace contextRef="#ctx0" brushRef="#br0" timeOffset="53">20142 9923 8912,'-22'-7'0,"2"-7"0,6-1 0,0-5 0,4 12 0,1 3 0,6 5 0,-2 7 0,4 7 0,1 7 0,0 7 0,0 3 0,0 2 0,6 5 0,-3-2 0,5 4 0,-2-2 0,-1-4 0,-1-6 0,1 0 0,-2 0 0,-1-1 0,-2-5 0,0-3 0,1-10 0,4-4 0,3-4 0,6-7 0,1-5 0,4-6 0,-2 2 0,6-4 0,-6-1 0,2 1 0,-4 2 0,-1 6 0,0 2 0,0-2 0,0 5 0,-4 0 0,-1 6 0,2 0 0,1 0 0,-3 0 0,1 0 0,-6 6 0,6 3 0,-7 4 0,1 1 0,-4 1 0,-4 4 0,-6-4 0,-7 4 0,-1-4 0,-7-1 0,3 0 0,-6 0 0,0 0 0,0-6 0,7 3 0,2-7 0,4 1 0,1-5 0,12-12 0,4-4 0</inkml:trace>
  <inkml:trace contextRef="#ctx0" brushRef="#br0" timeOffset="54">20519 10062 8912,'-7'8'0,"0"3"0,-7-7 0,0 7 0,4-3 0,3 6 0,1 0 0,1 0 0,6-5 0,4-1 0,4-2 0,4 5 0,5-9 0,1 2 0,-2-2 0,5-2 0,-5-2 0,5-1 0,-1-3 0,1-2 0,-5 0 0,2-2 0,-4 0 0,-5 1 0,-1-5 0,-6-5 0,2 1 0,-4-1 0,-1 5 0,-6 0 0,-3 0 0,-4 0 0,-1 7 0,0 2 0,-4 3 0,-1 2 0,-4 2 0,3 4 0,-2 8 0,5 6 0,-8 8 0,6 0 0,2 5 0,8-1 0,4 1 0,4-1 0,1 1 0,6-1 0,3-5 0,10-4 0,3-3 0,6-6 0,1-1 0,4-4 0,4-4 0,3-4 0,2-2 0,2-4 0,1-6 0,1-6 0,7-5 0,-3-6 0</inkml:trace>
  <inkml:trace contextRef="#ctx0" brushRef="#br0" timeOffset="55">21441 9909 8912,'-14'0'0,"0"0"0,4 0 0,1 0 0,6 1 0,-2 4 0,4 3 0,1 6 0,4 7 0,3 7 0,0 9 0,4 8 0,-5 5 0,2 6 0,-5 1 0,2 4 0,0-10 0,-5 9 0,0-12 0,0-3 0,0 2 0,0-19 0,0 0 0,12-13 0,3-9 0</inkml:trace>
  <inkml:trace contextRef="#ctx0" brushRef="#br0" timeOffset="56">22726 10104 8912,'4'-14'0,"1"0"0,-2 0 0,-1 0 0,-2 0 0,0 0 0,0 0 0,0 0 0,-5 0 0,-1 0 0,-2-1 0,-3-4 0,-1 9 0,-2-4 0,0 3 0,0 3 0,-2 2 0,-1 9 0,-1 6 0,0 10 0,-2 12 0,2 8 0,1 5 0,7 1 0,6 5 0,2-2 0,2-3 0,0-8 0,8-3 0,4-7 0,5-4 0,14-3 0,-6-12 0,12-5 0,2-6 0,-3-9 0,0-10 0,-2-3 0,-3-4 0,-2-9 0,-9 9 0,-6-4 0,-1-1 0,-8 2 0,-1-6 0,-4 7 0,0 5 0,-6 4 0,3 10 0,-6 3 0,5 4 0,0 10 0,2 4 0,2 10 0,0 2 0,0 7 0,5 2 0,0 2 0,4-7 0,-4 3 0,4-3 0,-5 3 0,6-7 0,-6-2 0,3-5 0,-3-5 0,-2-3 0,4-7 0,-6-4 0,0-3 0,0-5 0,-1-1 0,-4 0 0,3-7 0,-4 6 0,6-4 0,0 4 0,0-4 0,0 1 0,0 1 0,0 1 0,0 2 0,2 5 0,2 0 0,-1-1 0,7-4 0,-1 5 0,5 0 0,-5 6 0,1-2 0,-1 3 0,5 2 0,-2 2 0,-2 3 0,2 2 0,-3 7 0,4 0 0,1 6 0,-5-4 0,0 2 0,2-2 0,3-4 0,3-1 0,2-3 0,-2-2 0,5-1 0,-7-5 0,4 0 0,1-6 0,-1-4 0,-2-2 0,-2-4 0,-1-2 0,0 2 0,-6-5 0,-2 4 0,0-2 0,-4-4 0,1 4 0,-5 2 0,-2 2 0,-7 1 0,3 6 0,-6 3 0,-4 4 0,-1 1 0,-6 6 0,2 3 0,1 10 0,0 4 0,2 3 0,2 2 0,4 0 0,0 0 0,1 0 0,4 0 0,4 0 0,4-6 0,1 2 0,0-5 0,6-7 0,3-5 0,10-7 0,4 0 0,4-13 0,0-2 0,1-13 0,-4 0 0,-3-2 0,1-2 0,-3-4 0,-4 0 0,2-4 0,-14 4 0,7-5 0,-7-3 0,2-2 0,-10 7 0,-3-1 0,0 4 0,-4 3 0,9 12 0,-6 2 0,5 11 0,0 8 0,2 10 0,2 7 0,0 11 0,2 7 0,2 7 0,6 0 0,-4 0 0,6 4 0,-2 1 0,2-2 0,8-2 0,-4-6 0,4 1 0,0 0 0,2-3 0,4-4 0,-2-7 0,2-3 0,-4-8 0</inkml:trace>
  <inkml:trace contextRef="#ctx0" brushRef="#br0" timeOffset="57">24178 9895 8912,'-14'7'0,"0"-2"0,0-3 0,-1-1 0,-2 2 0,-2 4 0,2 0 0,-3 3 0,1 4 0,1 6 0,4 3 0,6 8 0,3 2 0,4-2 0,2-2 0,4-3 0,4-2 0,4-4 0,2-8 0,4-3 0,-2-2 0,5-9 0,-1-3 0,-1-5 0,1-7 0,3-5 0,-6-8 0,3-1 0,-1-1 0,-7-1 0,-2 5 0,-7 0 0,0 1 0,-9-1 0,-3 4 0,-6 1 0,-6 12 0,-3 2 0,-4 6 0,-2 3 0,-4 0 0,10 6 0,0 3 0,7 4 0,7 1 0,3 0 0,12-5 0,5-1 0,6-2 0,4-1 0,7-5 0</inkml:trace>
  <inkml:trace contextRef="#ctx0" brushRef="#br0" timeOffset="58">24639 9699 8912,'-8'-18'0,"4"-1"0,-2 5 0,1 5 0,0 6 0,5-3 0,0 7 0,0 4 0,-4 10 0,-1 12 0,2 4 0,1 7 0,2-2 0,0 1 0,0 0 0,6-6 0,-2 10 0,3-6 0,0 1 0,-3-2 0,-2-6 0,1-1 0,2-4 0,-1 3 0,-4-17 0,0 10 0,0-11 0</inkml:trace>
  <inkml:trace contextRef="#ctx0" brushRef="#br0" timeOffset="59">24430 10006 8912,'-10'0'0,"1"0"0,-2 0 0,-1-6 0,4-2 0,2-1 0,6 0 0,0-2 0,6-1 0,10-2 0,11 0 0,8 0 0,7 0 0,-1 0 0,1 0 0,0 0 0,-1 0 0,-3 0 0,-2-2 0,-2-2 0,-1 2 0,-11-9 0,-4 7 0,-2-5 0,-2 4 0,-2 0 0,-3 5 0,-2 1 0,-7-1 0,-5 7 0,-1 7 0,-2 8 0,5 11 0,-3 2 0,6 9 0,0 2 0,-7-2 0,6 6 0,-4-5 0,4 1 0,-6 1 0,6-5 0,-4 0 0,4-5 0,1 0 0,-5-6 0,0 2 0,2-4 0,2-1 0,1-12 0,6-5 0,3-16 0,5-3 0,5-6 0,3 0 0,-1 2 0,-2 3 0,3-4 0,-7 12 0,4-4 0,-4 4 0,-1 7 0,0-3 0,0 7 0,-4-1 0,-1 5 0,0 0 0,5 0 0,-5 0 0,1 0 0,-6 5 0,4 1 0,-2 2 0,5-5 0,-9 3 0,4-6 0,-6 0 0,-6 0 0,3 0 0,-7 0 0,1 0 0,-5 6 0,2 2 0,2 6 0,-1-5 0,7 2 0,1 4 0,1-1 0,2 7 0,6-4 0,4-2 0,2-2 0,4-3 0,2-2 0,-2-2 0,10-6 0,-3 0 0,4 0 0,-5-6 0,2-2 0,-3-6 0,0 0 0,-4 1 0,4-6 0,-7-1 0,-1-2 0,-5 5 0,3-8 0,-6 5 0,-2 0 0,-2 0 0,4 1 0,0 5 0,-1 5 0,-4 0 0,0 7 0,0 2 0,0 6 0,0 13 0,2 1 0,3 2 0,-2-1 0,4 4 0,1-2 0,0 2 0,1-5 0,4 5 0,-2-6 0,-2-2 0,-6-2 0,8-1 0,-7 0 0,0 0 0,-3-6 0,-1-2 0,0-6 0,-6 0 0,-3 0 0,-4 0 0,-1 0 0,-4-4 0,-1-1 0,0-4 0,5 4 0,0-4 0,0 4 0,1-6 0,-1 2 0,0-4 0,0-1 0</inkml:trace>
  <inkml:trace contextRef="#ctx0" brushRef="#br0" timeOffset="60">26120 9839 8912,'0'-9'0,"-2"1"0,-1 0 0,-3 2 0,-2 0 0,3 3 0,-2 9 0,1 8 0,1 1 0,5 7 0,0-2 0,0-3 0,0 3 0,0-1 0,0-2 0,0-2 0,6-1 0,3 0 0,4-6 0,1-3 0,0-4 0,0-1 0,1 0 0,4 0 0,-4-6 0,6-2 0,-7-6 0,-1 0 0,-5-6 0,3 5 0,-5-4 0,2 4 0,-5 1 0,2 0 0,3 6 0,-7 2 0,7 6 0,-5 1 0,2 4 0,6 3 0,-4 1 0,7-1 0,0-2 0,0-1 0,0-5 0,0 0 0,0 0 0,0 0 0,0-7 0,-6 4 0,-4-6 0,-2-2 0,-4-1 0,-2-2 0,-4 0 0,-1 0 0,-1 0 0,3 0 0,-4 0 0,1 0 0,7 0 0,3 6 0,8 2 0,6 6 0</inkml:trace>
  <inkml:trace contextRef="#ctx0" brushRef="#br0" timeOffset="61">26623 9853 8912,'-2'-8'0,"-3"3"0,4 5 0,-4 5 0,4 3 0,1 6 0,-5 0 0,0 0 0,1 0 0,4 0 0,0 0 0,0 0 0,0-1 0,0 1 0,0-6 0,0-2 0,0-7 0,0-4 0,0-7 0,0-8 0,0-2 0,0-4 0,0-5 0,0-5 0,-5-4 0,-1 1 0,0 2 0,-2-1 0,0 3 0,5 1 0,-5 12 0,4 3 0,2 10 0,-4 3 0,7 7 0,4 6 0,4 6 0,4 1 0,2 5 0,4-3 0,-4 4 0,6 1 0</inkml:trace>
  <inkml:trace contextRef="#ctx0" brushRef="#br0" timeOffset="62">26958 9602 8912,'-14'-7'0,"0"0"0,0-6 0,0 4 0,2 4 0,2 10 0,-1 9 0,7 9 0,-6 5 0,6 3 0,1 3 0,1 2 0,2 0 0,0 1 0,2-3 0,2-6 0,-1 0 0,7 0 0,-1-7 0,5-2 0,0-10 0,5-3 0,1-6 0,1 0 0,-3-6 0,2-6 0,-6-7 0,4-6 0,1 1 0,-2-6 0,-1-2 0,-7-3 0,0 3 0,-4-4 0,3-7 0,-2-4 0,-2 4 0,-4-7 0,0 5 0,0-1 0,0 5 0,0 10 0,-1 8 0,-4 9 0,4 6 0,-7 12 0,5 6 0,-2 14 0,-6 8 0,8 15 0,-6 1 0,-2 1 0,3 3 0,1 3 0,0 0 0,4-4 0,2-3 0,1-12 0,0-2 0,0 0 0,0-11 0,6 3 0,5-13 0,6-4 0,-2-3 0,12-6 0,-6-18 0,7-5 0</inkml:trace>
  <inkml:trace contextRef="#ctx0" brushRef="#br0" timeOffset="63">27684 9406 8912,'-9'-1'0,"1"-4"0,0-3 0,1 1 0,3 0 0,-6 15 0,5 6 0,2 8 0,1 10 0,2 6 0,0 2 0,0 2 0,0 0 0,0-1 0,0 1 0,0-1 0,0-6 0,0-5 0,0-5 0,0-8 0,0 3 0,0-12 0,0-2 0,2-19 0,3-5 0,-2-2 0,6-4 0,0 7 0,1-4 0,-1 3 0,2 0 0,1-1 0,2 10 0,0 1 0,0 2 0,2 3 0,2 1 0,-2 2 0,4 2 0,-6 3 0,0 4 0,-2 5 0,-2 3 0,-6 3 0,-2 2 0,-2-5 0,-2 5 0,-2-5 0,-7 1 0,-5-2 0,-2-5 0,-1 1 0,5-4 0,6-1 0,2-7 0,6-9 0,6-3 0,3-2 0,4-6 0,1-2 0</inkml:trace>
  <inkml:trace contextRef="#ctx0" brushRef="#br0" timeOffset="64">27977 9671 8912,'8'7'0,"-2"-6"0,-6 7 0,2-5 0,3 2 0,-4-1 0,5-4 0,1 0 0,2 0 0,3 0 0,4 0 0,2 0 0,9-1 0,5-4 0,7-3 0,-5-7 0,4-4 0,0 2 0,-5-5 0,-3 1 0,-6-1 0,-5-3 0,-10-1 0,-2 0 0,-7 1 0,-4 3 0,-5 2 0,-8 3 0,-14 8 0,-2 4 0,-5 5 0,0 5 0,-2 13 0,-2 10 0,2 9 0,2 0 0,3 8 0,5 3 0,4 1 0,9-1 0,8-2 0,9-4 0,6 0 0,9-6 0,13-4 0,0-9 0,6-4 0,0-4 0,-4-1 0,3 0 0,-10-6 0,-5-3 0,-8-10 0,-4-3 0,-6-6 0</inkml:trace>
  <inkml:trace contextRef="#ctx0" brushRef="#br0" timeOffset="65">27279 10397 8912,'-9'-9'0,"-1"-1"0,0 1 0,-3 1 0,-1 4 0,0 2 0,0 4 0,0 2 0,0 6 0,0 7 0,0 3 0,2 2 0,3 2 0,2 3 0,7 2 0,0 4 0,2-8 0,3 3 0,4-10 0,10 1 0,5-5 0,7-5 0,-1-3 0,3-7 0,-4-4 0,-1-3 0,0-7 0,-2-4 0,-2-4 0,-10 3 0,-4-8 0,-5 0 0,-2 0 0,-7-5 0,-6 4 0,-2 1 0,-2 0 0,-5 2 0,1 3 0,-7-4 0,14 13 0,-3 0 0,3-6 0,-3 5 0</inkml:trace>
  <inkml:trace contextRef="#ctx0" brushRef="#br0" timeOffset="66">28355 8639 8912,'4'9'0,"2"-1"0,2-2 0,-3 5 0,3-2 0,-1 4 0,1 1 0,1 13 0,5 12 0,2 17 0,3 17 0,-8-31 0,1 3 0,3 8 0,1 2 0,1 6 0,0 1 0,2 5 0,-2 2 0,-3 7 0,-2 2 0,-3-25 0,-1 1 0,0 0 0,2 25 0,-3-1-476,-1-6 0,-4-2 0,-6-6 0,-5-2 476,-3-3 0,-4-2 0,-2-5 0,-5-3 0,-6-2 0,-3-3 0,0-2 0,-1-1 0,-3-3 0,-1 0-55,0-3 1,-1-1-1,-2 3 1,-2 1-1,1 0 1,-2 0 54,-2 1 0,-1-1 0,1-3 0,0-2 0,0 2 0,1-1 0,3-2 0,0-1 0,4-1 0,0-1 0,-1-3 0,1-1 0,3 2 0,1 1 0,-2-3 0,0 1 0,2 1 0,0 0 0</inkml:trace>
  <inkml:trace contextRef="#ctx0" brushRef="#br0" timeOffset="67">12752 15525 8912,'2'18'0,"3"-1"0,-3-6 0,4 1 0,-6-8 0,-6 1 0,-5-3 0,1-2 0,-1 0 0,5 0 0,-6 0 0,9 0 0,-5 0 0,6 0 0,-4 0 0,4 0 0,-7 0 0,3 0 0,4 8 0,-5-6 0,-1 5 0,6-5 0,-4 4 0,4-4 0,2 6 0,0-8 0,0 0 0,0 7 0,0-5 0,-7 6 0,5-8 0,-6 0 0,8 0 0,-2 0 0,-3 0 0,3 0 0,-6-8 0,2 4 0,0-7 0,1-6 0,5-6 0,0-8 0,0 2 0,5-11 0,1-5 0,2-3 0,-2 2 0,-4-4 0,11 8 0,-7-4 0,1-1 0,-3 8 0,2 7 0,-2 7 0,-2 6 0,-2 9 0,0-5 0,0 13 0,0-3 0,0 10 0,0-1 0,0 8 0,1-7 0,5 7 0,-4-1 0,4 6 0,-4-7 0,-2 5 0,0-5 0</inkml:trace>
  <inkml:trace contextRef="#ctx0" brushRef="#br0" timeOffset="68">12425 15250 8912,'-29'-2'0,"2"-3"0,2-7 0,8 3 0,8-3 0,1-1 0,2 3 0,6-1 0,0-3 0,2-8 0,4-7 0,5-4 0,12-1 0,-2-2 0,8-3 0,2-1 0,1-7 0,2 3 0,-1-6 0,-4 4 0,-4 12 0,-8 11 0,0 6 0,0 5 0,-7 5 0,-3 10 0,-7 9 0,0 7 0,0 17 0,0 4 0,6 4 0,2 8 0,1-1 0,3-7 0,5 8 0,-2-4 0,-3 1 0,3 7 0,-13-20 0,6 6 0,-8-7 0</inkml:trace>
  <inkml:trace contextRef="#ctx0" brushRef="#br0" timeOffset="69">10222 11777 8912,'-10'-17'0,"3"0"0,7 0 0,0 0 0,0 7 0,0 10 0,0 11 0,0 5 0,5 7 0,1 0 0,-2-2 0,-2-2 0,0 4 0,2 0 0,1-2 0,-1 0 0,-2 1 0,-2-2 0,0 6 0,0-5 0,0 4 0,0 2 0,0 3 0,0 3 0,0 3 0,0 2 0,0 3 0,-7 6 0,3 7 0,-8 13 0,-1 5 0,3 10 0,1-1 0,-1 3 0,1 2 0,5-8 0,-4 2-155,8-11 1,0 6 154,0-7 0,6 1 0,2 6 0,1-5 0,-5-1 0,2 0 0,-4 11 0,-2 0 0,-2 1 0,-2-11 0,-6 3 0,-5 1 0,2 8 0,-12-17 0,7 4 0,7-17 0,0-1 0,1-11 0,-1-1 0,5-9 0,4-5 0,2-8 0,0 0 0,0 1 0,2-7 0,4 1 0,-3-1 0,9 6 0,-8 0 154,1 1 1,-1-3-155,2-4 0,-4 5 0,4-5 0,1-1 0,-1 1 0,7-7 0,-9 9 0,8-7 0,1-2 0,4-2 0,6-2 0,-2 0 0,8 0 0,0 0 0,7 0 0,4 0 0,6 0 0,11 0 0,6 0 0,14 0 0,9 0 0,2 0-45,9 0 1,-47-3 0,0 0-1,4-1 1,1 0 0,2 0 0,1-1 44,1-2 0,0 0 0,1 0 0,1-1-188,-1 0 1,0-1 0,-3 0-1,-1 1 188,-2-1 0,1 1 0,1-1 0,1 0 0,-5 3 0,1 1 0,1 0 0,1 0 0,-2 1 0,-1 1 0,0 0 0,-1 0 0,1-1 0,-1 0 0,5 3 0,-1 0 0,-5-3 0,0 1 0,2 3 0,1 2 0,0 0 0,1 1 0,0 2 0,1 0 0,2 3 0,1 1 0,0 0 0,0-1 0,-3 1 0,-1 0 0,-3-1 0,0 1 0,-1-1 0,1 1 0,-2 0 0,0-1 0,4 1 0,3-1 0,1 1 0,0 0 0,-1-1 0,-1-1 0,1-1 0,-1-1 0,0-1 0,1-2 0,1-1 0,1 0 0,4-1 0,2 0 0,2 0 0,0 0 0,-6 0 0,-2 0 0,-3 0 0,-1 0 0,2 0 0,-1 0 0,-3 0 0,0 0 0,7 0 0,2 0 0,-1 0 0,0 0 0,2 0 0,-1 0 0,-3 0 0,-1 0 0,-3 0 0,1 0 0,1 0 0,0 0 0,1 1 0,-1 0 0,0 1 0,-1 0 0,-3 0 0,-1 1 0,2 0 0,-2 0 0,31 3 0,4 0 0,-4 5-202,4-5 1,0 0 201,0-6 0,2 5 0,4 1 0,-6 0 0,0-6 0,-2 0 0,-9 0 0,7 0 0,0 0 0,4 0 0,0 0 0,-7 0 0,1 0 0,-7 0 0,7 0 0,0 0 0,6 0 0,6 0 0,0 0 0,-43 0 0,1 0 0,48 0 0,-48 0 0,1 0 0,45-6 0,-5 0 0,-1 2 0,2 3 0,-41 1 0,1 0 0,1-3 0,0 0 0,1 0 0,1 0 0,-6-3 0,-1 1 0,44-1 0,3-2 0,-45 6 0,0 0 0,3 0 0,1-1 0,-5-4 0,-1 0 0,6 5 0,0 0 0,39-7 0,3 1 0,-48 5 0,1 1 0,5-1 0,1 0 0,0 0 0,-1 0 0,-2 0 0,0 0 0,43 3 0,-3 0 0,-4 0 0,0 0 0,-14 0 0,18 0 0,-12 0 0,-1 6 0,1 0 0,-3 0 0,-3-6 0,-5 1-8,-12 5 1,5-4-1,8 4 8,5-4 0,-2-2 0,7 0 0,0 0 0,-1 0 0,-3 0 0,-7 0 0,0 0 0,-2 0 0,-4 0 0,6 0 0,-2 0 0,5 0 0,3 0 0,-12 0 0,0 0 0,-8 0 0,3-2 137,-5-4 0,-1 4-137,0-4 0,-1 5 0,3 1 0,3 0 184,6 0 0,-4-6 0,-1 0 1,-5 0-185,-1-1 0,7 5 0,-13-6 0,2 8 0,-4 0 0,0 0 0,8-6 0,-1 1 0,1 1 0,-1-6 0,1 8 0,0-3 0,-1 3 0,9-6 0,-5 6 0,6-3 112,-2 3 0,-5 0 0,-4-2 0,1-2-112,-3 2 0,4 2 0,-10 2 13,4 0 1,3 0-14,-3 0 0,-2 0 0,0 0 0,-2 0 0,-9 0 0,-1 0 0,-5 0 0,0 0 0,-2-5 0,-8-1 0,0 2 0,0 2 0,1 2 0,-1-6 0,0 1 0,0-1 0,0 6 0,1 0 0,-1 0 0,-6 0 0,1 0 0,-6 0 0,5 0 0,-5-6 0,5 1 0,1-1 0,7-2 0,2-1 0,4-5 0,3-1 0,9-4 0,-3-2 0,10 4 0,-4-1 0,4-6 0,8-5 0,-8 2 0,-4-1 0,-4-3 0,-9-1 0,4-10 0,-8-4 0,0 2 0,-6-2 0,-2-6 0,-3-5 0,3-2 0,-4 1 0,3-3 0,-1-2 0,-1 0 0,-1 8 0,1-14 0,-1 0 0,-7 2 0,2-1 0,-5-1 0,-1 8 0,0 0 0,0-6 0,-7 13 0,-5-3 0,-11 2 0,-5-3 0,-5 3 0,1-6 0,3 1 0,-3-3 0,5 6 0,-2 2 0,0 1 0,1 10 0,-5-2 0,3 10 0,1 4 0,0 1 0,-11-1 0,0 3 0,-2-2 0,2 9 0,1-9 0,-8 2 0,-7-3 0,3-4 0,-7-3 0,3-1 0,-3 2 0,5-6 0,-12 8 0,7-2 0,3 7 0,1-1 0,3 12 0,-3-3 0,-3 4 0,11 2 0,-11 6 0,11-1 0,-6 3 0,-5-3 0,-6-1 0,-12 7 0,-9 0 0,-12-1 0,47 3 0,-1 0 0,-6-2 0,-1-1 0,1 0 0,1 2-65,4 3 0,1 0 1,-44-7-1,8 5 65,0-2 0,-2-1 0,0 3 0,4-2 0,11 2 0,10 2 0,10 2 0,-3-1 0,-1-5 0,-8 4 0,4-6 0,-8 8 0,-6 0 0,1 0 0,-12-5 0,5-3 0,5-2 0,-4 7 0,7-7 0,-7 4 0,-3-5 0,1 3 0,0 0 0,4 3 0,1-1 0,3 0 0,7 6 0,4 0 0,3 0 0,9 0 0,-3 0 0,-3 0 0,-6 0 0,-4 0 0,0 0 0,4 0 0,-4 0 0,4 0 0,-10 0 0,-2 2 0,3 4 0,-7-4 0,-1 4 0,-4-3 0,-2 3 0,8-4 0,-1 8-181,5-5 0,1-3 181,-7 4 0,-1-2 0,-5 2 0,0-5 0,0 5 0,0-4 0,0-2 0,2 0 0,2 0 0,1 2 0,-3 2 0,-6 2 0,-1-1 0,-1-5 0,2 6 0,15 0 0,-5-1 0,6-5 0,-1 8 0,6-6 0,0 4 0,2-4-79,4-2 0,-4 5 79,4 1 0,4 2 0,2-4 61,3 1 0,1 3 1,-5-4-1,-3 3-61,0 3 0,-4-6 0,7 1 0,-7 3 0,2-2 0,2 0 0,-2-6 0,15 7 0,-9-5 0,11 4 0,0-4 0,-2-2 0,-1 0 183,1 0 0,-2 0-183,-7 0 0,1 0 0,-3 0 0,4 0 0,5 0 0,0 0 0,0 0 0,5 0 0,-1 0 0,-2 0 0,-2 0 0,-2 0 84,1 0 0,-3 0-84,-3 0 0,2 6 0,-9-1 0,7 1 0,-6-6 0,-2 0 0,-2 6 0,-2-1 0,0 1 0,-1-6 0,-5 0 0,0 0 0,-11 0 0,4 0-86,-10 0 1,6 0 0,4 0 85,2 0 0,-8 0 0,0 0 0,-4 0 0,4 0 0,10-2 0,3-3 0,1 3 0,3-4 0,4 4 0,0 2 0,0 0 0,-6 0 0,-5 0 0,-8 0 0,-4-8 0,6 6 0,2-3 0,2 3 0,-5 2 0,-1 0 0,-2 0 0,12 0 0,-1 0 0,1 0 0,1 0 0,7 0 0,6 7 0,1-5 0,4 4 0,3 2 0,-3-3 0,5 3 0,6-4 0,6 2 0,4-1 0,3-5 0,5 0 0,3 0 0,8 0 0,5 0 0,1 0 128,7 0 0,-11 0-128,3 0 0,-3 0 0,-2 0 0,-1 2 0,1 4 0,0-4 0,-6 6 0,0-8 0,-7 0 0,1 0 0,-4 0 0,-1 0 0,-1 0 0,1 0 0,-8 0 0,-4 0 0,-4 1 0,-1 5 0,-1-4 0,1 4 0,-1-4 0,8-2 0,6 0 0,5 2 0,4 3 0,16-3 0,-10 6 0,21-8 0,-7 0 0,3 0 0,4 0 0,-6 0 0,1 0 0,-5 0 0,3 0 0,-3 0 0,1 0 0,-6 0 0,-3 8 0,-3 3 0,-3-1 0,-9 1 0,-7 6 0,-4 6 0,-3 0 0,-3 0 0,0 0 0,8 0 0,6-6 0,8 0 0,5-5 0,9-1 0,5 3 0,3-7 0,16 8 0,-6-3 0,4 13 0,-5 9 0,-1 16 0,-3 21 0,-9 14 0,4-35 0,-3 2 0,-6 4 0,0 0 0</inkml:trace>
  <inkml:trace contextRef="#ctx0" brushRef="#br0" timeOffset="70">13285 15646 8912,'17'-8'0,"-1"-3"0,-5-5 0,-3-1 0,-3 0 0,1 0 0,-2 7 0,-10 5 0,2 3 0,-7 2 0,5 2 0,-3 3 0,1 7 0,-3 3 0,5 2 0,-2 0 0,4 2 0,-1 2 0,1 2 0,-6 16 0,6-9 0,-7 18 0,-1 5 0,3 9 0,-6 14 0,3 10 0,-3 9 0,7-45 0,1 0-128,0-1 1,2-1-1,-3 44 128,8-12 0,0-11 0,2-12 0,4-13 0,6-9 0,10-11 0,7-12 0,6-4 0,5-8 0,4-8 0,7-4 0,3-11 0,1-5 0,3-5 0,-1-7 0,-7-2 0,-4-2 0,-4 6 0,-16-12 0,-3 5 0,-3-5 0,-5-9 0,-4-4 0,-3-6-416,-8-6 416,0 5 0,-8-16 0,-3 4 0,-4-3 0,-3 11 0,1 19 0,-2 9-41,-4 11 41,-4 9 0,-15 18 0,-6 12 0,-7 17 0,-12 15 0,-7 21 0,34-26 0,1 1-595,4 5 1,1 1 594,0 0 0,3 2 0,-5 48 0,7 2 0,8 2 0,15-43 0,3 1 0,-1-1 0,2-1 0,1 3 0,0 0 0</inkml:trace>
  <inkml:trace contextRef="#ctx0" brushRef="#br0" timeOffset="71">1979 17675 8912,'-17'0'0,"0"0"0,-1 0 0,9 0 0,-6 0 0,5-2 0,-2-2 0,1-4 0,-2-1 0,3 3 0,-1-6 0,5 7 0,-6-7 0,1 8 0,1-3 0,1 14 0,3 5 0,-5 3 0,1 12 0,-1 5 0,-3 7 0,7 8 0,-7-1 0,6 10 0,-1 1 0,5 8 0,-4-12 0,8 3 0,0-8 0,2-1 0,4-9 0,7-5 0,9-8 0,-3-6 0,11-10 0,-7-3 0,8-19 0,-4-6 0</inkml:trace>
  <inkml:trace contextRef="#ctx0" brushRef="#br0" timeOffset="72">2134 17881 8912,'0'9'0,"-2"5"0,-4-8 0,2 5 0,-7-5 0,7 7 0,-9-3 0,7 7 0,-2 0 0,5 0 0,-3 0 0,2 1 0,2-1 0,2 0 0,2 0 0,4 0 0,-4 1 0,5-7 0,-7 0 0,8 1 0,-6-2 0,5-3 0,-8-14 0,-3-5 0,-2-5 0,0-6 0,1-8 0,-1-7 0,-8 2 0,12-12 0,-3 8 0,3 2 0,2-6 0,0 8 0,0-5 0,0 5 0,6 7 0,1 3 0,3 1 0,1 10 0,6 1 0,1 9 0,-3 6 0,-4 11 0,5 9 0,-5 2 0,-3 7 0,5-9 0,-7 6 0,-2-2 0,3 6 0,1-5 0,0 3 0,-1 0 0,-1-8 0,-4 5 0,2-5 0,2 2 0,-1-7 0,3-1 0,2-7 0,7 3 0,-6-5 0,1-10 0,1-2 0,2-7 0,3-3 0,-1-6 0,-2-1 0,-3-2 0,-3 6 0,-3-4 0,-4-2 0,4 2 0,-6-6 0,-6 8 0,-6 6 0,-3-2 0,4 15 0,-1-4 0,-1 4 0,-3 2 0,-1 2 0,0 4 0,0 5 0,7 10 0,4 2 0,5 0 0,1 2 0,0-6 0,0 6 0,0-8 0,7 0 0,5 1 0,3-7 0,4-1 0,4-3 0,-4-1 0,14-6 0,-5 0 0,5 0 0,-6-8 0,3-1 0,-7-8 0,0-8 0,-6-2 0</inkml:trace>
  <inkml:trace contextRef="#ctx0" brushRef="#br0" timeOffset="73">2685 17726 8912,'-8'10'0,"4"-3"0,-7-7 0,-3 0 0,7 8 0,-1 2 0,2 1 0,0 0 0,3 3 0,1-7 0,2 9 0,2-3 0,3 8 0,-1-2 0,6 4 0,-3-4 0,-1-2 0,0 1 0,0-1 0,-1-8 0,-3 5 0,4-9 0,-4 1 0,6-6 0,-8-2 0,0-3 0,0-7 0,0-3 0,0-2 0,1-2 0,5-4 0,-4 4 0,6-3 0,-3 7 0,1 4 0,8 7 0,-11-9 0,9 7 0,-1-8 0,1 13 0,-1-5 0,1 4 0,-1 8 0,-1 1 0,-3 3 0,7 1 0,-10 1 0,5-1 0,-1 3 0,5 1 0,-9-4 0,8 1 0,-9-8 0,13 3 0,-7-7 0,8 0 0,-7-7 0,3 3 0,-5-6 0,2 3 0,-7-7 0,13 10 0,-5-7 0,-1 7 0,1-2 0,-7 4 0,6 2 0,-5 0 0,-3 0 0,8 0 0,-6 2 0,1 4 0,9-4 0,-3 4 0,5-4 0,-5-2 0,1 0 0,1 0 0,-5 0 0,7 0 0,-6 0 0,9 0 0,-1 0 0,-8 2 0,-1 1 0,0 3 0,-6 0 0,7-6 0,-3 0 0,-4 0 0,5 0 0,-7 0 0,0-2 0,0-4 0,0-5 0,0-5 0,0-3 0,0-2 0,0-2 0,0 1 0,0 4 0,0 1 0,0 0 0,0 7 0,0-5 0,0 4 0,0 1 0,0-1 0,0 7 0,8-4 0,4 8 0,3 0 0,4 6 0,2 0 0,2-3 0,0 7 0,-6-8 0,2 6 0,4-1 0,-4-5 0,6 8 0,-8-7 0,1 3 0,-9 0 0,1 0 0,-5-1 0,-3 3 0,4-2 0,-4 5 0,-2-3 0,0 1 0,0-3 0,0 6 0,0-5 0,0 9 0,0-5 0,0 4 0,0-5 0,2 5 0,4-3 0,-3-5 0,9-1 0,1-4 0,3-2 0,1-2 0,0-4 0,0-5 0,-7-5 0,5-3 0,-3-4 0,-3 4 0,3-4 0,-9 2 0,5 0 0,0-2 0,-6 1 0,1 4 0,-6 1 0,-7 8 0,-7 1 0,0 8 0,-1 0 0,1 8 0,0 1 0,2 8 0,3 1 0,-3-1 0,13 0 0,-4 0 0,4 0 0,2 1 0,0-7 0,2-1 0,4-3 0,4-1 0,7-6 0,0 0 0,0 0 0,2-8 0,2-5 0,2-8 0,0 2 0,-6-12 0,1 6 0,-1-1 0,0-3 0,0-7 0,-1-3 0,-5-1 0,2 2 0,-7 9 0,6 5 0,-7 6 0,1 1 0,-6 8 0,0 1 0,0 10 0,0 6 0,-2 9 0,-2 10 0,-1 5 0,-1 2 0,6 3 0,0 3 0,0-4 0,0 6 0,0-7 0,0-1 0,0 0 0,6-7 0,-1-4 0,9-4 0,-5-2 0,3-1 0,-1-5 0,3-5 0,1-4 0,2-2 0,0-2 0,1-4 0,-9-4 0,5-7 0,-9 0 0,7-2 0,-5-2 0,3-2 0,-6-6 0,2 6 0,-5 2 0,-1 2 0,0 2 0,0 0 0,0 7 0,0 3 0,-5 9 0,-3 3 0,-1 7 0,5 3 0,-2 2 0,4 1 0,2-1 0,0 0 0,0 6 0,0 0 0,6 0 0,0-6 0,5 0 0,-5 0 0,7 0 0,-11-7 0,6-2 0</inkml:trace>
  <inkml:trace contextRef="#ctx0" brushRef="#br0" timeOffset="74">4113 17193 8912,'0'-9'0,"0"3"0,0 12 0,6 5 0,-1 12 0,9 13 0,-3 18 0,4 13 0,1 19 0,-10-35 0,-1 3 0,-1 4 0,-2 2 0,-1 4 0,-2 2-489,0 5 1,-4 1-1,-6 8 1,-5 1 488,-3 4 0,-7 2-272,2-26 1,-3 1-1,-3-2 1,-16 24-1,-5-2 1,11-25-1,-1 0 1,1-1-1</inkml:trace>
  <inkml:trace contextRef="#ctx0" brushRef="#br0" timeOffset="75">25159 1324 8912,'0'11'0,"-2"-1"0,-4-1 0,-5 1 0,-4 1 0,-3-1 0,7 5 0,0-3 0,-3 3 0,6-4 0,5-1 0,6-2 0,9-4 0,11-3 0,6-2 0,5-5 0,6-6 0,6-5 0,9-4 0,5-4 0,1-1 0,-6-5 0,3-7 0,-7-4 0,-5-2 0,-6-2 0,-13-6 0,-10 1 0,-9-1 0,-10 6 0,-9 1 0,-5 1 0,-16-2 0,-4 8 0,-1 9 0,1 12 0,-6 7 0,5 10 0,-1 4 0,8 7 0,-3 8 0,14 31 0,-2 9 0,8 12 0,-3 7 0,14 8 0,-3 0 0,12-5 0,11-3 0,8-2 0,9-5 0,5-6 0,4-13 0,7-12 0,1-12 0,-4-3 0,-6-10 0,-8-3 0,-11-4 0,2-24 0,-8-3 0</inkml:trace>
  <inkml:trace contextRef="#ctx0" brushRef="#br0" timeOffset="76">24402 1289 8912,'-17'0'0,"-1"0"0,1 0 0,0 0 0,8 0 0,24 0 0,12 0 0,18 0 0,5 0 0,-4-1 0,4-5 0,1 2 0,-1-6 0,-4 1 0,-6 1 0,-4-1 0,-1-1 0,-8 6 0,-8-3 0,-10 5 0,-1-4 0,-4 4 0,-10-4 0,-3-3 0,-9-1 0</inkml:trace>
  <inkml:trace contextRef="#ctx0" brushRef="#br0" timeOffset="77">26415 808 8912,'0'-17'0,"0"0"0,-2 1 0,-1 3 0,-5 2 0,-2-3 0,-3-1 0,-2 5 0,-3 5 0,1 3 0,0 4 0,-2 3 0,-2 11 0,-2 10 0,-8 11 0,5 18 0,-3 6 0,2 10 0,2 5 0,4 3 0,10 1 0,5-4 0,4 1 0,2-7 0,8 3 0,5-14 0,8-11 0,8-10 0,3-2 0,3-13 0,-1-7 0,-1-13 0,-5-6 0,5-15 0,-6-8 0</inkml:trace>
  <inkml:trace contextRef="#ctx0" brushRef="#br0" timeOffset="78">26691 1049 8912,'-25'0'0,"6"0"0,-4 0 0,4 0 0,1 0 0,-5 7 0,1 5 0,-1 11 0,5 5 0,9 5 0,3 1 0,4 1 0,4 7 0,4 4 0,3-2 0,9-1 0,1-2 0,4-9 0,3 2 0,9-16 0,-1-1 0,1-8 0,-1-9 0,0-2 0,1-3 0,5-12 0,0-12 0,0-5 0,-7-5 0,-4-1 0,3-15 0,-13 9 0,4-11 0,-11 3 0,-7 3 0,-3-1 0,-9-7 0,-5 13 0,-11 0 0,-9 10 0,-8 7 0,-8 6 0,2 12 0,-2 5 0,2 12 0,6 11 0,9 12 0,3 3 0,7 4 0,0 3 0,7 1 0,9-2 0,3-2 0,7-3 0,1-5 0,7 5 0,-3-6 0</inkml:trace>
  <inkml:trace contextRef="#ctx0" brushRef="#br0" timeOffset="79">26501 1410 8912,'-28'6'0,"1"1"0,2 1 0,4-1 0,10-1 0,3-6 0,10 0 0,5 0 0,11 0 0,8 0 0,7-7 0,9-5 0,4-9 0,4-2 0,3 0 0,5 6 0,1 0 0,4 0 0,-6-1 0,-3 1 0,-10 0 0,-2 8 0,-8 3 0,-15 4 0,-3 2 0,-16 0 0,-4 0 0,-6 0 0,-7 0 0,-4 0 0,4 0 0,5 0 0,1 0 0,5 0 0,-5 0 0,5 0 0,-6 0 0,1 0 0,-6 0 0</inkml:trace>
  <inkml:trace contextRef="#ctx0" brushRef="#br0" timeOffset="80">27035 653 8912,'-8'-23'0,"-1"0"0,-3 2 0,1 2 0,7 2 0,-4 8 0,18 3 0,7 12 0,10 5 0,5 8 0,3 10 0,-1 1 0,-1 16 0,-1 2 0,3 2 0,-13 9 0,17-4 0,-14 8 0,1 2 0,-12-5 0,7 10 0,-16-7 0,-1 2 0,-9-11 0,-7-3 0,-11 5 0,-6-10 0,-3-4 0,-2-6 0,1-9 0,4-3 0,4-1 0,8-13 0,0-4 0,8-20 0,1-5 0</inkml:trace>
  <inkml:trace contextRef="#ctx0" brushRef="#br0" timeOffset="81">28463 911 8912,'-2'10'0,"-4"-4"0,-5-5 0,3 7 0,3 5 0,3 8 0,2 0 0,0 6 0,0-2 0,7 6 0,5-3 0,3 3 0,2-3 0,1-5 0,-1 2 0,0-4 0,0-5 0,0-7 0,1-9 0,1 0 0,4 0 0,-4-9 0,4-9 0,-4-8 0,-4-9 0,-3-5 0,3 2 0,-4-8 0,-3 6 0,-2-6 0,3 8 0,-7-4 0,4 7 0,-4 9 0,-2 3 0,0 11 0,0 5 0,6 22 0,-1 8 0,9 7 0,-3 5 0,5 7 0,1 4 0,0-2 0,0 2 0,0-8 0,1 2 0,-3-4 0,-4-1 0,3-9 0,-9-3 0,1-9 0,-8-3 0,-5 0 0,-11-1 0,-1-2 0,-9-8 0,-3 0 0,-1-8 0,-3-3 0,8-5 0,-5-9 0,13-1 0,-6-9 0</inkml:trace>
  <inkml:trace contextRef="#ctx0" brushRef="#br0" timeOffset="82">28584 516 8912,'-35'0'0,"8"2"0,4 3 0,4-3 0,2 4 0,0 4 0,0 1 0,7 4 0,4 4 0,5 4 0,1-3 0,1 4 0,7-8 0,9-5 0,0-3 0,14-8 0,-8 0 0,6 0 0,-6 0 0,0-8 0,-8-3 0,-4-5 0,-1-7 0,-4 0 0,-6 1 0,0 4 0,-8 1 0,-9 2 0,-2 3 0,-4 7 0,-6 3 0,2 2 0,-1 0 0,7 7 0,-2 5 0,5 5 0,7 6 0,5 6 0,12-4 0,11 7 0,18-5 0,9 7 0</inkml:trace>
  <inkml:trace contextRef="#ctx0" brushRef="#br0" timeOffset="83">29633 894 8912,'18'0'0,"-1"8"0,0 5 0,0 8 0,0 8 0,3 5 0,2 6 0,-2 4 0,1 6 0,-8-2 0,-7-3 0,-4-6 0,-2 1 0,-2-6 0,-4-5 0,-4-6 0,-7-12 0,0-5 0,2-12 0,3-5 0,5-18 0,7-5 0,2-12 0,3 0 0,5-6 0,7-3 0,2-2 0,4 1 0,2 5 0,4 5 0,3-2 0,-3 8 0,3 6 0,3 5 0,-7 10 0,1 2 0,0-1 0,5 9 0</inkml:trace>
  <inkml:trace contextRef="#ctx0" brushRef="#br0" timeOffset="84">30218 1049 8912,'0'9'0,"-1"5"0,-5-9 0,4 1 0,-6-6 0,8 0 0,0-7 0,0-5 0,8-3 0,3-2 0,7-6 0,3 0 0,2 0 0,-2-2 0,-2 6 0,-2-4 0,-8 4 0,-3 2 0,-4-1 0,-2 1 0,0 0 0,0 8 0,-8 1 0,-3 8 0,-4 0 0,-3 0 0,-4 15 0,-1 8 0,2 8 0,1 3 0,3 8 0,2 2 0,3 0 0,5 6 0,7-14 0,4 4 0,7-4 0,1-9 0,20-4 0,-3-12 0,3-5 0,3-4 0,7-4 0,4-4 0,1-5 0,-1-12 0,4-11 0,-6-10 0</inkml:trace>
  <inkml:trace contextRef="#ctx0" brushRef="#br0" timeOffset="85">30907 516 8912,'-27'-17'0,"4"-1"0,4 7 0,2 1 0,0 3 0,-1 1 0,1 6 0,0 0 0,7 8 0,3 9 0,7 12 0,0 3 0,0 2 0,0 8 0,0 4 0,2 6 0,3 5 0,-1-1 0,6 5 0,-3-2 0,-1 6 0,0-12 0,0 5 0,-1-7 0,-5-5 0,0-6 0,0-11 0,0-6 0,0-4 0,-15-10 0,-4-1 0</inkml:trace>
  <inkml:trace contextRef="#ctx0" brushRef="#br0" timeOffset="86">30631 1014 8912,'-17'-17'0,"2"0"0,3 0 0,7 0 0,3-1 0,4 1 0,3 0 0,7 6 0,11-1 0,4 3 0,7-3 0,0-3 0,1 3 0,5 3 0,0-1 0,-2 3 0,3-7 0,-7 3 0,4-12 0,-11-4 0</inkml:trace>
  <inkml:trace contextRef="#ctx0" brushRef="#br0" timeOffset="87">31096 516 8912,'-17'0'0,"0"0"0,5 2 0,3 3 0,1 7 0,2 11 0,1 4 0,-1 7 0,0 2 0,6 4 0,0 4 0,0 8 0,0-1 0,0 1 0,0 0 0,8-8 0,1-2 0,8-10 0,1-3 0,1-6 0,2-12 0,2-5 0,-2-4 0,-2-2 0,4-8 0,2-5 0,1-8 0,-4-6 0,8-7 0,-7-1 0,0-1 0,-6-4 0,-2 3 0,-3-3 0,-6 4 0,-4 2 0,-4 7 0,-4 4 0,-6 6 0,-3 5 0,-8 5 0,0 7 0,-5 13 0,3 8 0,-2 10 0,6-1 0,-2 10 0,12 4 0,3-7 0,8 5 0,0 0 0,8-6 0,9-2 0,11-11 0,7-4 0,5-1 0,4-9 0,8-5 0,-1-8 0,-7-7 0,-2-12 0,-3-6 0,-5-3 0,4-3 0,-19 3 0,2 1 0,-7 3 0,1-1 0,-13-4 0,4 5 0,-4-3 0,-2 8 0,-8 0 0,-4 6 0,-3 2 0,-2 3 0,0 7 0,0 10 0,-1 5 0,1 9 0,0 6 0,2 7 0,3 7 0,-3 8 0,13-8 0,-4 6 0,4-1 0,2 2 0,2-4 0,4-7 0,9-7 0,8 1 0,6-14 0,-4 0 0,1-5 0,-3-6 0,4-12 0,-2-9 0,6-8 0,-5-9 0</inkml:trace>
  <inkml:trace contextRef="#ctx0" brushRef="#br0" timeOffset="88">31922 533 8912,'-17'0'0,"5"6"0,1-1 0,-1 15 0,-5-3 0,0 17 0,2 2 0,3 6 0,5 4 0,7 6 0,0-2 0,0-5 0,2 3 0,1-6 0,5-2 0,2-3 0,1-7 0,1-15 0,-1-3 0,2-6 0,-5-4 0,7-2 0,-5-2 0,-1-4 0,7-4 0,-7-13 0,9-1 0,-1-3 0,0-2 0,0 1 0,0 1 0,1 2 0,-1 4 0,0 2 0,0 2 0,-5 1 0,-1 5 0,-5-2 0,5 7 0,-7 0 0,4 8 0,-8 4 0,0 3 0,0 8 0,0 1 0,0-1 0,0 8 0,0-6 0,0 4 0,0-4 0,7-2 0,-5 0 0,4 0 0,2 1 0,-3-1 0,9 0 0,-6-6 0,3 1 0,4-8 0,-3 1 0,-3-3 0,3-2 0,-1 0 0,-1-15 0,-3-4 0</inkml:trace>
  <inkml:trace contextRef="#ctx0" brushRef="#br0" timeOffset="89">32197 585 8912,'-19'-18'0,"-4"1"0,12 0 0,-1 0 0,9 7 0,3 3 0,7 7 0,5 0 0,3 0 0,10 7 0,-8 5 0,0 11 0,0-2 0,-5 7 0,-4-7 0,7 12 0,-6-6 0</inkml:trace>
  <inkml:trace contextRef="#ctx0" brushRef="#br0" timeOffset="90">31733 963 8912,'21'-19'0,"8"-4"0,9 4 0,19-4 0,12-4 0,13 0 0,8 1 0,-2-7 0,6 6 0</inkml:trace>
  <inkml:trace contextRef="#ctx0" brushRef="#br0" timeOffset="91">32559 808 8912,'-27'0'0,"4"0"0,4 0 0,2 0 0,0 6 0,-1 0 0,1 7 0,0-4 0,7 9 0,5-1 0,3-6 0,2 1 0,7-8 0,5 1 0,3-3 0,2-2 0,1 0 0,-1 0 0,0 0 0,-6 0 0,1 0 0,-1 0 0,1-5 0,-1-1 0,-7 0 0,4 6 0,-1 0 0,-5 0 0,6 0 0,-6 0 0,2-2 0,1-4 0,3 4 0,-2-5 0,5-1 0,-3 6 0,2-5 0,-5 5 0,7-4 0,-5 4 0,9-6 0,-5 8 0,10 0 0,2 0 0,8 2 0,-3 4 0,5 6 0,1-5 0,-5 8 0,0-3 0,1 3 0,-5-5 0,8 5 0,-7-5 0</inkml:trace>
  <inkml:trace contextRef="#ctx0" brushRef="#br0" timeOffset="92">26828 2871 8912,'-34'17'0,"-1"3"0,1 4 0,2 11 0,1 9 0,6 5 0,6 1 0,9-4 0,7 2 0,6-10 0,9-6 0,7-7 0,17-13 0,3-7 0,1-3 0,11-6 0,-3-5 0,-2-12 0,-2-10 0,0-1 0,-10-14 0,3 2 0,-14-4 0,-4 2 0,-6 1 0,-7 1 0,-12-6 0,-11 14 0,-14-4 0,-7 3 0,-6 11 0,-9 3 0,-5 11 0,5 5 0,-5 7 0,7 9 0,5 8 0,8 12 0,7 9 0,8-2 0,12 5 0,3-5 0,8-2 0,8-7 0,1-2 0</inkml:trace>
  <inkml:trace contextRef="#ctx0" brushRef="#br0" timeOffset="93">27672 2390 8912,'-20'-12'0,"-1"1"0,-2-1 0,1 3 0,-3 3 0,6 4 0,-4 2 0,11 8 0,-1 3 0,7 12 0,0 12 0,6 11 0,0 11 0,2 6 0,4 4 0,-2 2 0,5 1 0,-1 5 0,3-7 0,-5 1 0,8-2 0,-3-10 0,-3 1 0,-3-7 0,-3-7 0,-2-4 0,-2-11 0,-3-6 0,-13-12 0,-8-3 0,-9-8 0</inkml:trace>
  <inkml:trace contextRef="#ctx0" brushRef="#br0" timeOffset="94">27293 2974 8912,'-17'0'0,"7"0"0,3-7 0,8 5 0,5-4 0,13 2 0,16-1 0,9-7 0,13-3 0,6-2 0,4-1 0,2 7 0,0 0 0,-2 1 0,-4-1 0,-4-5 0,-7 7 0,-1-9 0</inkml:trace>
  <inkml:trace contextRef="#ctx0" brushRef="#br0" timeOffset="95">28343 3267 8912,'0'11'0,"0"1"0,0-9 0,2 5 0,3-8 0,5-2 0,7-2 0,0-1 0,1-7 0,1 5 0,4-3 0,-2-3 0,5-10 0,-1-6 0,4 2 0,-6-1 0,6-3 0,-7-9 0,1 4 0,-5-6 0,-3 0 0,-4-4 0,-3-4 0,-8-2 0,-8 1 0,-3-1 0,-4 8 0,-3 4 0,-1 8 0,-2 7 0,-2 8 0,0 11 0,6 0 0,0 12 0,0 11 0,0 12 0,5 11 0,1 6 0,7 5 0,-2 5 0,4 3 0,2 2 0,2-4 0,4 7 0,3-9 0,10 2 0,4-3 0,-3-10 0,12-4 0,-3-12 0,3-5 0,3-11 0,-1-5 0,0-7 0,-7-15 0,6-4 0,-6-15 0</inkml:trace>
  <inkml:trace contextRef="#ctx0" brushRef="#br0" timeOffset="96">29410 2252 8912,'-35'0'0,"1"-2"0,-1-1 0,1-3 0,7 0 0,-3 14 0,7 5 0,2 8 0,1 8 0,3 17 0,2 7 0,4 6 0,3 12 0,8 0 0,0 3 0,0-3 0,0-2 0,2-6 0,4-4 0,5-6 0,4-12 0,2-11 0,1-7 0,-1-2 0,6-4 0,2-7 0,0-10 0,-1-10 0,7-13 0,-4-3 0</inkml:trace>
  <inkml:trace contextRef="#ctx0" brushRef="#br0" timeOffset="97">29616 2562 8912,'-25'-10'0,"6"3"0,-8 5 0,6-2 0,-2-2 0,0 8 0,6 8 0,0 7 0,2 10 0,1 5 0,5 8 0,1 4 0,4 4 0,2 1 0,4 3 0,4 0 0,4-8 0,7-4 0,6-12 0,2-5 0,1-4 0,3-9 0,-2-4 0,-4-12 0,2-4 0,0-9 0,-1-4 0,1-5 0,-4-5 0,-2-1 0,-1-1 0,-1 1 0,-8-6 0,-3 0 0,2-6 0,-3 6 0,-1 2 0,-9 1 0,-5-1 0,-7 4 0,0 7 0,-8 14 0,6 5 0,-4 8 0,4 2 0,1 4 0,3 3 0,4 8 0,-3 6 0,8 0 0,-7 0 0,4-6 0</inkml:trace>
  <inkml:trace contextRef="#ctx0" brushRef="#br0" timeOffset="98">29461 2802 8912,'-17'0'0,"0"0"0,0 0 0,5 0 0,1 0 0,7 0 0,-2-1 0,12-5 0,3 4 0,9-4 0,1 2 0,4 1 0,5-3 0,5-8 0,7 11 0,0-9 0,0 1 0,-5-6 0,-1 5 0,1 1 0,-9-1 0,7-5 0,-6 0 0</inkml:trace>
  <inkml:trace contextRef="#ctx0" brushRef="#br0" timeOffset="99">29668 2149 8912,'-17'0'0,"7"0"0,4 0 0,12 0 0,4 0 0,20 0 0,6 2 0,5 4 0,1 5 0,4 12 0,-6 8 0,-2 7 0,-2 14 0,-11 9 0,-8 7 0,-7 9 0,-10 3 0,-2-4 0,-6-1 0,-9-6 0,-10-6 0,-11-4 0,-2-7 0,0-10 0,5-8 0,1-7 0,0-10 0,-1 0 0</inkml:trace>
  <inkml:trace contextRef="#ctx0" brushRef="#br0" timeOffset="100">30735 2510 8912,'-27'-15'0,"4"3"0,4-3 0,0 4 0,-2-5 0,-2 1 0,2 4 0,2 5 0,1 4 0,-1 4 0,-2 6 0,-2 9 0,0 10 0,6 11 0,0 4 0,2 2 0,3 3 0,5 7 0,7-1 0,0-3 0,0-12 0,1-3 0,5-10 0,6-6 0,3-4 0,2-4 0,0-5 0,2-14 0,3-7 0,0-6 0,1-4 0,-7 2 0,-5-5 0,4-5 0,-3-1 0,1 0 0,-1-1 0,1 1 0,-7-1 0,7 9 0,-9-5 0,8 8 0,-7 2 0,7 10 0,-8 5 0,3 12 0,-1 7 0,0 8 0,-1 13 0,1 3 0,2 3 0,1-4 0,3-1 0,3-9 0,-3-3 0,3-4 0,-4-2 0,10-7 0,2-4 0,0-4 0,-5-10 0,-1-2 0</inkml:trace>
  <inkml:trace contextRef="#ctx0" brushRef="#br0" timeOffset="101">31010 2287 8912,'-6'23'0,"1"0"0,-9-1 0,7-2 0,-5 2 0,-1 5 0,5 10 0,-2 3 0,7-4 0,-7 8 0,6-6 0,-1 2 0,-1 0 0,6-1 0,0-3 0,0-4 0,0-9 0,0 0 0,2-6 0,3-5 0,-3-5 0,6-7 0,-2-1 0,-1-5 0,9-9 0,-3-8 0,-1-2 0,1 4 0,3-2 0,-5-6 0,3 6 0,-1 0 0,6 6 0,1 0 0,-1 0 0,0 0 0,0 7 0,0 4 0,1 4 0,-1 2 0,0 0 0,-7 8 0,-5 3 0,-3 5 0,-2 1 0,-2 6 0,-3 0 0,-7-2 0,-9 4 0,-2-2 0,-7-1 0,5-4 0,-6 1 0,3 4 0,1-10 0,-2 4 0,4-11 0,8 0 0,0-4 0,0-2 0,7-8 0,2-2 0,8-7 0,8-8 0,2-1 0,7-9 0</inkml:trace>
  <inkml:trace contextRef="#ctx0" brushRef="#br0" timeOffset="102">31354 2545 8912,'-17'7'0,"0"5"0,0-5 0,-6 14 0,0-3 0,2 1 0,2 2 0,1 2 0,1 3 0,0 9 0,7-9 0,-3 1 0,7-6 0,2 2 0,10-6 0,6-7 0,5-2 0,6-5 0,-4-1 0,15-9 0,-1-7 0,5-7 0,2 2 0,-7-13 0,-3 3 0,-1-3 0,-8-3 0,2 1 0,-12-1 0,-5 1 0,-4 7 0,-2 4 0,0-3 0,-13 12 0,-5-3 0,-10 11 0,-1 1 0,-3 3 0,5 2 0,2 7 0,10 5 0,3 3 0,5-4 0,7 1 0,7-8 0,10 3 0,12-7 0,11 0 0,4 0 0</inkml:trace>
  <inkml:trace contextRef="#ctx0" brushRef="#br0" timeOffset="103">31630 2476 8912,'9'0'0,"-1"0"0,-1 0 0,-5 2 0,4 3 0,-4 5 0,-8 9 0,0 4 0,-5 4 0,5 7 0,1 1 0,3-3 0,-4-3 0,4 3 0,-6-13 0,10 4 0,4-4 0,-2-3 0,7-5 0,3-5 0,1-12 0,-4-4 0,1-9 0,1-4 0,3-3 0,-5-9 0,-1 1 0,-3 0 0,7-1 0,-11 1 0,9-1 0,-8 3 0,2 3 0,3 4 0,-7 8 0,6 10 0,-8 7 0,0 15 0,0 14 0,0 3 0,0 2 0,0 1 0,0-1 0,0 1 0,2-3 0,3-3 0,-3 3 0,13-15 0,-5 2 0,0-5 0,5-10 0,-6 3 0,11-7 0,3 0 0,-4-15 0,7 2 0,-3-18 0,6-5 0,-4 1 0,5-14 0,-5 3 0,2-4 0,-6-7 0,2 0 0,-4-6 0,-2 5 0,-1 9 0,-5 10 0,-5 9 0,-4 7 0,-2 11 0,0 7 0,0 10 0,0 7 0,0 18 0,-8 7 0,-1 14 0,-1 1 0,-5 7 0,5-3 0,-5 5 0,3-2 0,5-2 0,7-13 0,0-4 0,0-3 0,0-11 0,2-3 0,3-11 0,7-7 0,11-5 0,4-5 0,1-9 0,1-7 0,-8-13 0,4-10 0</inkml:trace>
  <inkml:trace contextRef="#ctx0" brushRef="#br0" timeOffset="104">32232 2373 8912,'-50'17'0,"6"-2"0,10-3 0,15 3 0,11-6 0,23 1 0,6-4 0,21-12 0,10-5 0,0-5 0,13-7 0,-8 0 0,0-1 0,-5 1 0,0-4 0,-1-8 0</inkml:trace>
  <inkml:trace contextRef="#ctx0" brushRef="#br0" timeOffset="105">27844 4659 8912,'-18'0'0,"-1"0"0,-4-2 0,-3-3 0,-1-7 0,10 3 0,11-3 0,6 8 0,8-3 0,7 1 0,6 0 0,9 1 0,-1 5 0,4 0 0,1 0 0,-1 1 0,-3 5 0,-3 6 0,-2 3 0,-2 2 0,-6 2 0,-2 2 0,-3 2 0,3 8 0,-13-4 0,4 7 0,-8 0 0,-8 1 0,-7-1 0,-4 0 0,-4 1 0,-2-1 0,-9 1 0,-2-3 0,-2-3 0,-1-4 0,1-8 0,0-2 0,2-4 0,2-18 0,1-12 0</inkml:trace>
  <inkml:trace contextRef="#ctx0" brushRef="#br0" timeOffset="106">28050 4419 8912,'0'17'0,"0"0"0,-6-6 0,-1 1 0,-3 1 0,-1 5 0,-6 4 0,5 5 0,1 8 0,7 7 0,-2 3 0,4 5 0,2 2 0,0-1 0,8 1 0,3-2 0,5-5 0,1-3 0,0-15 0,0-4 0,0-4 0,8-9 0,-6-3 0,4-7 0,2-3 0,-2-9 0,0-7 0,-6-15 0,-7-8 0,-3-2 0</inkml:trace>
  <inkml:trace contextRef="#ctx0" brushRef="#br0" timeOffset="107">28446 4642 8912,'0'12'0,"0"-1"0,0 1 0,2-1 0,4 0 0,3-7 0,8 2 0,2-4 0,3-2 0,0 0 0,9-8 0,-4 4 0,7-7 0,1-2 0,-9-3 0,-1-3 0,-8-4 0,8-3 0,2-9 0</inkml:trace>
  <inkml:trace contextRef="#ctx0" brushRef="#br0" timeOffset="108">29324 4470 8912,'-18'-2'0,"1"-2"0,0-1 0,0 1 0,0 2 0,-6 4 0,0 4 0,-6 9 0,4 10 0,-2 3 0,-3 9 0,5-1 0,2 10 0,11-8 0,7 2 0,3-3 0,2-5 0,0-3 0,2-5 0,3-8 0,7-5 0,3-3 0,8-10 0,0-4 0,2-5 0,-4-10 0,2-2 0,8-8 0,-7 5 0,5-11 0,-6-3 0,-4 4 0,-2-2 0,1 5 0,-1 4 0,0 8 0,-2-3 0,-3 6 0,3 9 0,-13 5 0,4 16 0,-2 7 0,-1 17 0,3 2 0,-2 2 0,5 0 0,-5-5 0,8-1 0,-3-1 0,3-5 0,3 3 0,-3-10 0,3-6 0,-6 2 0,5-17 0,-8 0 0,7-7 0,-3-11 0</inkml:trace>
  <inkml:trace contextRef="#ctx0" brushRef="#br0" timeOffset="109">29582 4419 8912,'5'11'0,"1"1"0,2-7 0,-2 7 0,-5-8 0,15 3 0,-5-7 0,5 2 0,3 2 0,4 2 0,3 1 0,9-3 0,-1 4 0,1 1 0,-3-3 0,-3 6 0,-4 7 0,-10 0 0,-4 4 0,-5 3 0,-13 3 0,-11 4 0,-8 7 0,-15 0 0,-1-2 0,-4-9 0,-3-5 0,14-6 0,1-3 0,9-4 0,-2 5 0,14-16 0,-4 0 0,11-10 0,0-13 0,4-11 0,2-10 0</inkml:trace>
  <inkml:trace contextRef="#ctx0" brushRef="#br0" timeOffset="110">28016 4848 8912,'0'-11'0,"2"1"0,1 1 0,3-1 0,-2-3 0,-2-2 0,-8-2 0,-1 1 0,-3 5 0,0-5 0,-3 7 0,2-1 0,-3 3 0,-1-1 0,-2 6 0,-1-4 0,1 5 0,0 10 0,0 8 0,2 12 0,3 9 0,-3 6 0,13 15 0,-4 4 0,4 4 0,8 8 0,2-1 0,3-1 0,8-3 0,-2-8 0,16-13 0,-4-14 0,3-10 0,3-14 0,-1-19 0,0-18 0,1-16 0,-1-12 0,1-15 0,-3-1 0,-3-5 0,-4 4 0,-14-11 0,1 8 0,-11-6 0,-1 7 0,-9 6 0,-16 6 0,-9 9 0,-3 14 0,-9 4 0,8 20 0,0 9 0,7 12 0,1 24 0,7 9 0,-4 8 0,10 3 0,-2 1 0,13 0 0,2-1 0,2 1 0,4-3 0,4-3 0,3-11 0,7-13 0,-5-2 0,12-3 0,-4 0 0</inkml:trace>
  <inkml:trace contextRef="#ctx0" brushRef="#br0" timeOffset="111">27878 5089 8912,'-17'33'0,"2"-5"0,1-7 0,3-7 0,7-7 0,-4-7 0,16-2 0,3-3 0,12-5 0,4-13 0,9-2 0,5-1 0,1-3 0,3-5 0,3 1 0,-8 4 0,3-1 0,-3 7 0,-4-6 0,4 6 0,-4 6 0,-1 6 0,-8-1 0,-2-5 0</inkml:trace>
  <inkml:trace contextRef="#ctx0" brushRef="#br0" timeOffset="112">30132 4384 8912,'-11'10'0,"-1"-4"0,-1-3 0,-2 3 0,-2-2 0,-1 7 0,3 5 0,4 5 0,-5 5 0,5 9 0,-3-1 0,3 1 0,5-1 0,4 0 0,4 1 0,4-3 0,5-3 0,5-6 0,3-12 0,4-5 0,4-4 0,7-6 0,0-7 0,1-8 0,-1-24 0,1 0 0</inkml:trace>
  <inkml:trace contextRef="#ctx0" brushRef="#br0" timeOffset="113">30511 4264 8912,'-15'-2'0,"3"-4"0,5 4 0,7 2 0,0 12 0,0 11 0,0 5 0,1 5 0,5 1 0,4 6 0,7 0 0,0 8 0,0-6 0,1-2 0,-1-5 0,0-8 0,0-5 0,6-1 0,0-15 0,2-2 0,-2-10 0,-2-13 0,8-15 0,-3-3 0,3-8 0,-2 1 0,-4-2 0,-4-4 0,4 4 0,-4-3 0,-4 5 0,-3 4 0,1 5 0,-7 7 0,5 3 0,-5 8 0,0 7 0,-4 12 0,2 15 0,3 8 0,3 2 0,-6 5 0,11-3 0,-6 9 0,1 2 0,5 0 0,-7-5 0,5-3 0,-3-1 0,-2-3 0,-3-1 0,-5 2 0,0-4 0,0-8 0,-7 0 0,-5 0 0,-3 0 0,-8-5 0,0-1 0,-6-7 0,6 2 0,-7-12 0,3-11 0,-7-10 0</inkml:trace>
  <inkml:trace contextRef="#ctx0" brushRef="#br0" timeOffset="114">30545 3645 8912,'-44'44'0,"-1"-2"0,10-8 0,-1 8 0,13 4 0,2 2 0,9-4 0,7-10 0,12-1 0,9-12 0,5-6 0,3 0 0,-1-9 0,-2-2 0,8-10 0,-8-3 0,2-11 0,-11-2 0,1 1 0,-7-6 0,-3 2 0,-3-4 0,-5 6 0,-5 0 0,-7 6 0,-2 2 0,-4 4 0,4 3 0,-6 8 0,8 8 0,0 3 0,-1 12 0,1 4 0</inkml:trace>
  <inkml:trace contextRef="#ctx0" brushRef="#br0" timeOffset="115">27396 12035 8912,'-11'-6'0,"-1"1"0,1-7 0,-6 5 0,-1-1 0,1 0 0,0 3 0,-2 5 0,-4 2 0,-6 3 0,2 12 0,-1 16 0,-3 11 0,4 9 0,1 20 0,1 9 0,14-34 0,1 2 0,0 7 0,1 4 0,0 6 0,2 2 0,1 1 0,1 1 0,0 3 0,2 1 0,3-4 0,2-1 0,0-1 0,2-2-729,1-2 1,1-2 728,1-4 0,2-3 0,15 31 0,5-20 0,4-15 0,1-18 0,2-11 0,1-6 0,-3-5 0,-3-12 0,-6-10 0,1-7 0</inkml:trace>
  <inkml:trace contextRef="#ctx0" brushRef="#br0" timeOffset="116">27775 12775 8912,'-17'-6'0,"-1"0"0,7 0 0,-1 6 0,9-7 0,-13 7 0,7 0 0,-1 9 0,3 14 0,7 8 0,0 7 0,0-2 0,0 14 0,0-6 0,0 0 0,0 5 0,5-12 0,1 3 0,-2-4 0,3-9 0,1-6 0,2-8 0,-6-5 0,3-10 0,-5-6 0,4-9 0,-4-15 0,7-7 0,-5-6 0,2-3 0,7-2 0,-9 4 0,6 2 0,-1 0 0,1 1 0,1 10 0,5 1 0,-5 5 0,4 4 0,-5 13 0,7 5 0,0 5 0,0 5 0,-1 7 0,-5 11 0,5 9 0,-5 8 0,2 0 0,1-7 0,-3-4 0,3 1 0,7-5 0,4-2 0,1-4 0,-5-6 0,10-13 0,-6 0 0,2 0 0,-6-7 0,11-10 0,-5-10 0</inkml:trace>
  <inkml:trace contextRef="#ctx0" brushRef="#br0" timeOffset="117">28394 12706 8912,'-11'-10'0,"-1"4"0,1 5 0,-6 1 0,7 15 0,-5-4 0,3 14 0,-3 0 0,6 2 0,-5 1 0,8-1 0,3-2 0,6 4 0,7-6 0,3-4 0,6-6 0,10-5 0,-8-8 0,6 0 0,-2 0 0,3-2 0,-5-4 0,0-4 0,-7-12 0,-3-3 0,-1-2 0,-9 4 0,3-6 0,-12 8 0,-3-3 0,-8 6 0,-3 3 0,-3 4 0,2-3 0,-7 8 0,7 1 0,-2 5 0,4 0 0,1 0 0,9 7 0,1 3 0,16-1 0,3-3 0,12-4 0,4-2 0</inkml:trace>
  <inkml:trace contextRef="#ctx0" brushRef="#br0" timeOffset="118">28859 12310 8912,'10'-26'0,"-1"-1"0,-5 4 0,2-6 0,-1 4 0,-5 2 0,0 4 0,-7 10 0,5 1 0,-8 18 0,6 9 0,-1 13 0,1 12 0,2 8 0,2 5 0,0 2 0,0 4 0,2 2 0,2-7 0,1-3 0,9 6 0,-10-7 0,5 1 0,-1-7 0,-2 0 0,-8-8 0,-4-2 0,-4-9 0,-7-5 0</inkml:trace>
  <inkml:trace contextRef="#ctx0" brushRef="#br0" timeOffset="119">28738 12740 8912,'0'-11'0,"0"-1"0,8 8 0,-2-9 0,9 5 0,4-1 0,18-3 0,-5-11 0,20-1 0,7-3 0,14-2-201,5-5 1,-28 13 0,1 0 0,2-1 0,0 0-1</inkml:trace>
  <inkml:trace contextRef="#ctx0" brushRef="#br0" timeOffset="120">29960 12207 8912,'-17'10'0,"-6"-1"0,0-3 0,-7-2 0,1 7 0,2-5 0,-2 5 0,3 1 0,-3 5 0,4 0 0,10 2 0,3 2 0,5 4 0,-1 2 0,6 2 0,-2 3 0,8-3 0,6 3 0,7-13 0,0 4 0,0-6 0,3-5 0,1-6 0,1-4 0,1-10 0,-5-9 0,-1-12 0,0-3 0,0-3 0,6-5 0,0 0 0,-2 2 0,-2 1 0,-1 3 0,-1 2 0,0 3 0,0 4 0,-5 8 0,-1 0 0,-5 7 0,5 4 0,1 6 0,5 6 0,0 11 0,0 8 0,1 6 0,-1-3 0,2 1 0,2 4 0,2-3 0,-2-1 0,-2-1 0,-2-1 0,0 6 0,1-7 0</inkml:trace>
  <inkml:trace contextRef="#ctx0" brushRef="#br0" timeOffset="121">28618 13669 8912,'0'-12'0,"0"1"0,0-3 0,0-1 0,0-2 0,-2 0 0,-4-1 0,4 1 0,-3 0 0,-5 6 0,-1 1 0,-5 2 0,-1 8 0,0 10 0,-2 3 0,-4 6 0,2 8 0,-6-2 0,0 2 0,1 3 0,5 3 0,-2 1 0,3 1 0,9-7 0,1 1 0,3-1 0,3-1 0,10-2 0,5-8 0,12 0 0,6 1 0,3-3 0,3-2 0,1-3 0,4-3 0,-11-1 0,11 2 0,-13 3 0,0 5 0,-4-5 0,-12 1 0,-3 1 0,-8 10 0,0-4 0,-8 11 0,-3-7 0,-14 8 0,-8-4 0,-5 1 0,-2 1 0,-2 2 0,5-7 0,-5-1 0,8-11 0,-1-5 0,1-7 0,7-7 0,2-3 0</inkml:trace>
  <inkml:trace contextRef="#ctx0" brushRef="#br0" timeOffset="122">28738 13840 8912,'0'10'0,"0"0"0,0-5 0,0 7 0,0-5 0,2 9 0,2-5 0,4 4 0,1 3 0,-3-7 0,6 1 0,1 1 0,2-5 0,3-3 0,-1-3 0,0-2 0,0 0 0,0 0 0,1 0 0,-1-7 0,0-7 0,-2-5 0,-1-4 0,-3 2 0,-7 2 0,4 2 0,-8 0 0,0-1 0,7 1 0,-5 6 0,4-1 0,-4 9 0,-2-5 0,0 10 0,2 4 0,3 5 0,-1 4 0,8 2 0,1 1 0,2-3 0,3-2 0,-1-1 0,0-1 0,6-1 0,0-4 0,-2-5 0,6-1 0,0 0 0,7 0 0</inkml:trace>
  <inkml:trace contextRef="#ctx0" brushRef="#br0" timeOffset="123">29392 13703 8912,'-9'-8'0,"-1"1"0,6-7 0,-1 3 0,-1 7 0,-2-4 0,6 8 0,-5 0 0,7 2 0,0 4 0,0 5 0,0 5 0,0 1 0,0 0 0,7 8 0,-5-6 0,4 6 0,-4 0 0,-2-6 0,6 6 0,-1-8 0,1 0 0,-4-2 0,4-3 0,-2-5 0,5-8 0,-1-5 0,0-9 0,-3-8 0,-1-6 0,8 6 0,-9-8 0,7 7 0,-6-5 0,2 6 0,1 2 0,-3 0 0,2-2 0,7 8 0,-9 7 0,7 8 0,-7 0 0,10 8 0,-9 3 0,-1 5 0,6 8 0,-8-5 0,3 4 0,-3-3 0,-2 2 0,0 1 0,0-2 0,0-9 0,2 1 0,4-7 0,-4 0 0,6-16 0,-8-7 0,7 0 0,-3-14 0,6 6 0,-3-1 0,7 3 0,-5-4 0,1 2 0,5 2 0,-4 6 0,5 0 0,1 0 0,0 7 0,0 2 0,1 8 0,-1 0 0,-8 8 0,7 2 0,-5 7 0,4 0 0,3 2 0,-1 2 0,0 0 0,0-6 0,0 3 0,1-11 0,-1 5 0,8 3 0,2-5 0</inkml:trace>
  <inkml:trace contextRef="#ctx0" brushRef="#br0" timeOffset="124">30270 13050 8912,'10'17'0,"-5"0"0,-3 0 0,-2 2 0,0 4 0,0 4 0,0 9 0,0 2 0,0 3 0,2 4 0,2-3 0,4 0 0,1 1 0,5-5 0,-5-4 0,3-3 0,1-5 0,2-1 0,-5 4 0,-4-6 0,-4-2 0,-2-2 0,0-2 0</inkml:trace>
  <inkml:trace contextRef="#ctx0" brushRef="#br0" timeOffset="125">30391 13909 8912,'0'17'0,"-8"-7"0,6-2 0,-6-8 0,8-8 0,2-2 0,4-7 0,5 2 0,5 2 0,1 1 0,0 1 0,0-7 0,1 1 0,-1 0 0,-8 8 0,7-14 0,-7 4 0</inkml:trace>
  <inkml:trace contextRef="#ctx0" brushRef="#br0" timeOffset="126">30545 11055 8912,'12'0'0,"-3"-2"0,1-5 0,0-9 0,3-7 0,2-3 0,10 7 0,4 1 0,5 11 0,6 5 0,4 21 0,6 19 0,-2 29 0,-25-21 0,0 4 0,1 6 0,0 4 0,2 15 0,-1 5 0,3 9 0,0 3 0,-9-25 0,0 0 0,0 2 0,0 2 0,-1 0 0,0 1 0,1 0 0,-1-1 0,-1 2 0,0-1 0,-1 1 0,-1-1 0,-1-3 0,-1 0 0,-2-2-451,2 26 0,-3-1 0,-4-6 0,-4-4 451,-6-12 0,-4-2 0,-3 1 0,-5-1 0,-6 2 0,-5 0 0,-3 2 0,-2-1 0,2-3 0,-3 0 0,-4 2 0,0 1 0,1-1 0,1 1 0,0 3 0,1-1 0,0-1 0,-1 0 0,-2 2 0,-2 1 0,0-3 0,-2-1 0,-4-3 0,-2 0 0,0 1 0,-2-1 0,-2-2 0,-1-2 0,0 0 0</inkml:trace>
  <inkml:trace contextRef="#ctx0" brushRef="#br1" timeOffset="127">11667 15130 8912,'-17'0'0,"0"0"0,0 0 0,0 0 0,-1 6 0,1-1 0,6 1 0,-1-6 0,8 0 0,-3 8 0,7-6 0,2 5 0,5-7 0,9 0 0,5 0 0,7-5 0,-5-1 0,2-6 0,-2 7 0,-9-7 0,3 5 0,-2-3 0,-2 4 0,-1-5 0,-4 5 0,-8-5 0,0 5 0,0-6 0,-2 7 0,-4-7 0,-4 8 0,-7-9 0,-2 7 0,-4 3 0,-6 1 0,5 2 0,-1 0 0,0 0 0,13 0 0,-11 0 0,14 2 0,-1 3 0,3-3 0,16 6 0,8-8 0,8 0 0,10 0 0</inkml:trace>
  <inkml:trace contextRef="#ctx0" brushRef="#br1" timeOffset="128">11943 15010 8912,'-29'0'0,"0"0"0,1 0 0,1 0 0,-5 0 0,12 2 0,-3 3 0,4-3 0,10 13 0,3-3 0,4 3 0,2 2 0,8 1 0,3-1 0,5 0 0,1 0 0,0 0 0,2 1 0,4-1 0,-4-8 0,4-1 0,-4 0 0,-2-7 0,1 5 0,-7-4 0,1-2 0,-9-8 0,5-1 0,-8-8 0,0 5 0,0 1 0,0-3 0,-8-8 0,-1-5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6T02:53:23.534"/>
    </inkml:context>
    <inkml:brush xml:id="br0">
      <inkml:brushProperty name="width" value="0.05292" units="cm"/>
      <inkml:brushProperty name="height" value="0.05292" units="cm"/>
      <inkml:brushProperty name="color" value="#3165BB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1772 4092 8912,'18'-10'0,"-1"3"0,0-1 0,0 4 0,-1-7 0,-3-3 0,-3-1 0,-3-2 0,-1 0 0,-6 0 0,-2 5 0,-4 1 0,4 7 0,-5-6 0,7 5 0,0 3 0,0-6 0,0 8 0,0 0 0,7 0 0,5 0 0,3 0 0,8 0 0,0 0 0,-2 0 0,6 0 0,-6 0 0,6 0 0,-2 0 0,-3 0 0,1 0 0,0 0 0,-2 0 0,-1 0 0,-3 0 0,2 0 0,2 0 0,2 0 0,2 6 0,-2-1 0,-2 1 0,7-6 0,3 6 0,9 0 0,4-1 0,8-5 0,-1 0 0,1 0 0,0 0 0,-1 0 0,1 0 0,-1 0 0,-5 0 0,-2 0 0,0 0 0,-2 2 0,0 4 0,6-4 0,-11 6 0,3-6 0,-4 3 0,6-3 0,2 12 0,8-9 0,-3 7 0,-3-7 0,2 9 0,-8-3 0,6 5 0,-6 1 0,-1 0 0,-3 0 0,-2 0 0,1 1 0,5-7 0,0 0 0,0-1 0,-5 1 0,5-3 0,2-6 0,2 4 0,-6-4 0,4 5 0,-9-7 0,-5 0 0,3 0 0,-6 0 0,1 0 0,5 0 0,2 8 0,1-6 0,2 4 0,4-4 0,4-2 0,2 0 0,2 0 0,6 0 0,-3 0 0,14 0 0,-7-2 0,-3-4 0,3 4 0,-5-4 0,-3 4 0,-1 2 0,-6 0 0,-3 0 0,-4 0 0,-2 0 0,1 0 0,-1 2 0,1 4 0,1-4 0,4 6 0,8-3 0,6 1 0,3-2 0,8 5 0,-4-7 0,8 4 0,2-4-132,3-2 0,-3 0 132,4 0 0,-3 0 0,3 0 0,5 0 0,12 0 0,-4 6 0,4-1 0,-4-1 0,0-2 0,7-2 0,-41 0 0,1 0 0,-2 0 0,1 0 0,5 0 0,1 0-635,-4 0 1,1 0 634,-3 0 0,1 0 0,-5 0 0,-1 0 0,1-1 0,-1 0 0,1-2 0,0 0 0,3 3 0,-1-1 0,42-13 0,-46 11 0,1 0-2,43 0 1,-4 1-1,-4 2 1,0 0 1,2 0 0,-2 0 0,14 0 0,-4 7-1175,-3 5 1175,1 3 0,-12 0 0,14-1 0,-43-8 0,1-1 0,7 1 0,1 0 0,0 1 0,0 1 0,1-1 0,-1-1 0,-5 1 0,1-2 0,0-3 0,1 0 0,1 1 0,2-1 0,2 0 0,0-2-108,1 0 1,1 0-1,0 0 1,0 0 107,-9 0 0,-1 0 0,4 0 0,0 0 0,3 0 0,1 0 0,4 0 0,2 0 0,-1 1 0,1-2 0,-1-1 0,-2-1 0,-7 0 0,-1 0 0,3 0 0,0 0 0,0 3 0,1 0 0,7 0 0,2 0 0,1 0 0,1 0 0,-2 0 0,0 0 0,-9 0 0,0 0 0,2 0 0,0 0 0,3 0 0,0 0 0,1 0 0,0 0 0,-1 0 0,0 0 0,-4 3 0,-2 0 0,-2 0 0,-1 0 0,4 0 0,0-1 0,5-2 0,0 0 0,1 3 0,0 0 0,-1 0 0,0 0 0,-4 1 0,-2-1 0,-2-1 0,-1 0 0,1 2 0,1 0 0,0 1 0,0-1 0,3-1 0,1-2 0,-3 2 0,0 0 0,0 1 0,-1 0 0,-5-2 0,1 1 0,4 1 0,2 0 0,4-1 0,2 0 0,3-2 0,0 0 0,-1 1 0,-1 1 0,-3-1 0,-2 0 0,-4 0 0,-1 0 0,2 1 0,0 0 0,2-2 0,1 2 0,4 1 0,0 1 0,-10-3 0,0 0 0,2 2 0,-1 1 0,-2-1 0,1 0 0,-1-1 0,1 0 0,8 0 0,1 0 0,1-1 0,-2 1 0,-1 0 0,-1 0 0,-7-3 0,0 0 0,1 0 0,-1 0 0,0 0 0,1 0 0,1 0 0,1 0 0,-4 0 0,1 0 0,-2 0 0,1 0 0,-5 0 0,-1 0 0,48 0 0,1 0 0,-43 0 0,1 0 0,1 0 0,1 0 0,1 0 0,0 0 0,2 0 0,1 0 0,1 0 0,0 0 0,0 0 0,0 0 0,6 0 0,0 0 0,-3 0 0,1 0 0,4 0 0,0 0 0,-4 0 0,0 0 0,-4 0 0,0 0 0,2 0 0,0 0 0,2-2 0,0-2 0,3 1 0,-1-1 0,0-1 0,-2 0 0,-3-1 0,-2 1 0,3-1 0,-1 0 0,-2 1 0,0 1 0,4 0 0,0 0 0,-5 0 0,0 0 0,2 1 0,0 1 0,-5 1 0,-1 0 0,-3-2 0,-1 0 0,4 2 0,1 0 0,5 1 0,0 0 0,-1 0 0,0 0 0,-1 0 0,-1 0 0,0 0 0,0 0 0,-6 0 0,-1 0 0,5 1 0,1 0 0,2 2 0,0 0 0,-1-2 0,1 0 0,2 1 0,0 1 0,-5-1 0,-1 0 0,-2 0 0,1 0 0,-1 1 0,0 0 0,4 0 0,1-1 0,2-1 0,0-2 0,-2 1 0,-1 0 0,1 0 0,0 0 0,-2 0 0,-1 0 0,3 0 0,1 0 0,1 0 0,2 0 0,0 0 0,2 0 0,2 1 0,-1-2 0,0 1 0,-2-1 0,-1-2 0,-1 0 0,1 2 0,2 0 0,1-3 0,1 0 0,4 4 0,0 0 0,-1 1 0,-1-2 0,-2-1 0,0-2 0,1 2 0,0-1 0,1 0 0,1 0 0,6 3 0,1 0 0,-4-1 0,-1 0 0,-1-1 0,0 0 0,-2-1 0,1 1 0,1-1 0,0 2 0,1 0 0,1 0 0,3 1 0,1 0 0,-4 0 0,-1 0-287,-1 0 1,-1 0 286,3 0 0,0 0 0,2 0 0,1 0 0,3 1 0,0 0 0,-2 0 0,-1 2 0,-4-1 0,-1 1 0,4 3 0,-1 0 0,-4-3 0,0-1-213,1 0 0,1 0 0,4 2 0,1 0 213,0-1 0,-1 0 0,-2 0 0,-1-1 0,4-1 0,-1-2 0,-6 1 0,0 0 0,-3 0 0,1 0 0,0 0 0,0 0 0,-4 0 0,0 0 0,0 0 0,0 0 82,-2 0 0,0 0 0,-2 0 0,-1 0-82,-3 0 0,0 0 0,6 0 0,0 0 0,-6 0 0,-1 0 0,4 0 0,1 0 0,-2 0 0,0 0 0,-5 0 0,-1 0 0,-1 0 0,0 0 0,45 0 0,-3 0 0,-2 0 0,-1-5 0,1-3 0,-2-2 0,-4 5 172,-6-7 1,-5 7-173,-12-7 0,4 8 0,-4-11 0,8 5 0,-2-1 520,-8 0 1,-6-1-1,-5-5-520,-4 0 0,4-2 597,-4-4 1,3 4-598,3-4 0,1-4 0,5 0 0,3-2 0,0 1 0,-2-1 0,-1 1 0,-1-1 0,-1-2 0,-3-9 0,-9 2 0,-4-6 211,-3 2 0,-5-4 1,-1 4-1,-5 0-211,-1 0 0,-2 2 147,-6 6 1,1-1-148,-1 1 0,-8-6 0,-3 0 0,-4-1 0,-2 7 0,0 0 0,-8-1 0,-3 1 0,-4 0 0,-4-1 0,-4 1 0,-10-3 0,-7-3 0,-10 4 0,-1-4 0,-5 4 0,-13 1 0,-3 1 0,-16-1 0,-2 1 0,44 17 0,0 0 0,-3-1 0,-1 1-173,1 0 1,0 0 0,-1 0-1,-1 0 173,0-1 0,-1 1 0,-8 0 0,1 0 0,5 0 0,-1-1 0,-5 0 0,0 0 0,0-2 0,1 0 0,-1 2 0,0 0 0,-3-2 0,-1 0 0,-3-1 0,-1 1 0,-4 2 0,0 0 0,1 2 0,-1 0 0,-1-1 0,0 1 0,0 1 0,-1 0 0,-3 0 0,-1 1 0,-4-2 0,-2 1-1136,1 3 1,0 1 1135,-1 0 0,1 0 0,1 1 0,0 0 0,-3 0 0,0-1 0,-5-1 0,0 0 0,-2-1 0,-2 1 0,-1-1 0,-1 1 0,0 0 0,-1 1 0,32 3 0,0 1 0,0-1 0,-1 0 0,0 1 0,-1-1 0,-1 1 0,0 0 0,0 0 0,-1-1 0,0 0 0,0-1-245,-1 2 0,-1-1 1,0 0-1,-1-1 1,1-1-1,0 1 245,2 1 0,0 0 0,0 1 0,0-1 0,0-1 0,-1 1 0,-2 0 0,-1 0 0,0 1 0,1 0 0,0 0 0,0 0 0,-1-2 0,1-1 0,-1 0 0,0 3 0,0 0 0,1 0 0,0-1 0,0 0 0,0 0 0,-2 0 0,-1 0 0,0 1 0,0-1 0,-1 0 0,1 1 0,3-1 0,-1 0 0,0 1 0,0 1 0,-2 0 0,2 1 0,0-1 0,1 0 0,1 0 0,-1 1 0,0-1 0,0 0 0,-4 0 0,-1 1 0,0-1 0,1 0 0,-1 0 0,1 1 0,0 1 0,0 0 0,0 0-221,-2 0 1,-1 0-1,1 1 1,3 1 0,0 0-1,-1 0 221,-3-2 0,-2 0 0,0 1 0,2 0 0,-1 2 0,0-1 0,1-1 0,-1 0 0,0-1 0,2 1 0,0 0 0,1 0 0,3-1 0,0 1 0,0 0 0,1 2 0,0 0 0,-1-1 0,0 1 0,-1-1 0,1 0 0,-2-1 0,0-1 0,0 1 0,1 2 0,0 1 0,-1-1 0,0-1 0,-1 0 0,1 1 0,1 0 0,1 0 0,-1 1 0,1 0 0,-1 0 0,1 0 0,2-2 0,0 0 0,0 0 0,-4 0 0,-1 0 0,0 0 0,0 1 0,-1-1 0,2 1 0,6 0 0,2 1 0,-1-1 0,-6 1 0,-2 0 0,2 0 0,6 0 0,2 0 0,0 0 0,-2 0 0,-1 0 0,1 0 0,-2 0 0,0 0 0,0 0 0,-1 0 0,-1 0 0,0 0 0,2 0 0,1 0 0,-1 0 0,1 0 0,0 0 0,0 0 0,3 3 0,0 0 0,0-1 0,-2-1 0,0-1 0,1 1 0,-1 1 0,0 1 0,0 0 0,-3-1 0,0 1 0,0-1 0,4-1 0,1-1 0,-1 1 0,1 1 0,0 1 0,1 0 0,-1-1 0,1 0 0,0 0 0,0-1 0,0 1 0,1 0 0,-1 0 0,1 0 0,-1 0 0,-1 0 0,0 0 0,0 0 0,1 0 0,-1 1 0,1-1 0,-30 3 0,1 0 0,-1-3 0,1 0 0,0 2 0,0 1 0,29-2 0,-1-2 0,0 1 0,-31 0 0,1 0 0,1 2 0,0 1 0,3-1 0,1 0 0,1-1 0,0 0 0,3 1 0,0-1 0,-4-2 0,-1 0 0,4 6 0,0 0 0,-5-4 0,-1-1 0,3 4 0,2 0 0,4-2 0,0 0-137,-3 0 1,-2 1 0,-2-2-1,-1 0 137,29 0 0,0 1 0,0 0 0,-27 2 0,0 0 0,-2-1 0,1 1 0,7 0 0,2 0 0,0-1 0,1 1 0,3-1 0,0 0 0,-3 2 0,0-1 0,1-3 0,1 0 0,2-2 0,1 2 0,5 1 0,1 1 0,-5-4 0,-1 0 0,0 3 0,-1 0 0,-6 0 0,0-1 0,5-2 0,1 0 0,-2 2 0,0 0 0,1-2 0,-1 0 0,-1-1 0,0 0 0,1 3 0,-1 2 0,-2-4 0,0 1 0,3 3 0,-1 0 0,0-2 0,0 2 0,3 1 0,-1 1 125,0-1 0,0-1 1,3 0-1,1 0-125,-2 1 0,1-1 0,2-2 0,1 0 0,-4 2 0,1 2 0,4-2 0,2 1 0,4-1 0,1 0 0,-2 3 0,0-1 0,-3-5 0,0 0 0,-2 3 0,-1 1 0,4 1 0,1 0 0,1-3 0,2 1 135,3 1 0,-1 0 0,-2-4 1,-1 1-136,-2 3 0,0 0 0,-3 0 0,2-1 0,12 0 0,0 0 0,-2-1 0,-1-1 0,1 0 0,0 0 0,-2 0 0,0 0 0,4 2 0,1 1 0,-1-2 0,1 0 0,3 1 0,1 0 0,2-4 0,-1 1 0,-3 6 0,-1 0 0,-1-2 0,-1-1 0,-1 0 0,0 0 0,-1 0 0,1 1 0,1 1 0,1-1 0,3 2 0,-1 0 268,3 1 0,-1-1 0,2-2 0,-1-1-268,1 1 0,-1 0 0,-3-1 0,1 1 0,-1 3 0,1 0 0,3-2 0,2 1 0,-37 3 0,2 5 0,10-5 0,-1 4 0,4 2 0,-3-1 0,-7-5 0,-7 10 0,2-4 0,-2 4 0,14-1 403,1 2 1,-5 0 0,-2 4-404,-5-1 0,-4 4 0,2-6 0,0 1 298,12-1 0,-3 2 0,9 6 0,8-4-298,5-3 0,4 7 0,-1-10 0,-3 6 0,-1-2 0,0-3 0,11 1 0,2 0 0,2-2 0,2 6 0,5-2 0,1 5 0,1-1 0,3 2 493,1 1 1,0 8-494,-5 0 0,7 1 309,4-7 0,4 0-309,2 1 0,5-3 0,3-1 0,1-5 176,4-1-176,2 6 0,8-10 0,2 6 0,1-3 0,1-1 0,1-5 0,5-1 0,-5 0 0,5 0 0,1 0 0,0-1 0,0-3 0,0-2 0,6-1 0,0 3 0,-2-1 0,6-8 0,-6 9 0,8-5 0,1 1 0,3 3 0,3 3 0,4-2 0,6-1 0,4-6 0,2 5 0,14-7 0,-8 9 0,11-7 0,-2-2 0,0-2 0,1-2 0,-5 0 0,1 0 0,-1 0 0,5 0 0,3 0 0,0 0 0,0 0 0,-4 0 0,-4 0 0,0 0 0,-2 2 0,-4 3 0,-1 5 0,7 7 0,2 2-280,10 4 1,7 4 279,-34-11 0,1 2 0,-1 2 0,0 0 0,7 2 0,1 0 0,0 2 0,1 2 0,-1 2 0,0-1 0</inkml:trace>
  <inkml:trace contextRef="#ctx0" brushRef="#br0" timeOffset="1">11805 6155 8912,'-7'10'0,"-5"-5"0,-1-5 0,1-5 0,5-5 0,7-7 0,0 0 0,0 0 0,0-1 0,1 1 0,3 0 0,2 0 0,0 0 0,-6-1 0,2 1 0,1 0 0,3 0 0,0 0 0,-6-1 0,0 1 0,0 0 0,-6 6 0,0-1 0,-7 8 0,11-11 0,-5 13 0,7-13 0,0 5 0,0-7 0,0 8 0,0-1 0,0 4 0,0 4 0,0-7 0,0 3 0,0 4 0,0-5 0,1 7 0,5 0 0,-4 0 0,6 0 0,-6 0 0,3 0 0,7 0 0,3 0 0,-3 0 0,-1 1 0,2 5 0,3-2 0,1 7 0,6-5 0,0 6 0,7-9 0,-5 11 0,6-7 0,0 1 0,3 0 0,4-4 0,2 5 0,0-7 0,1 4 0,6-2 0,-1-1 0,4 3 0,-6 0 0,4-6 0,-6 0 0,2 0 0,0 6 0,4-1 0,-4-1 0,-2-2 0,-2-2 0,-4 0 0,2 0 0,3 0 0,-9-8 0,-1 7 0,-8-5 0,1 4 0,-1 2 0,-9 0 0,1-2 0,-5-4 0,-5 4 0,-5-5 0,0 7 0,0 0 0,-7 0 0,-3 0 0,-9 0 0,-2 0 0,-2 0 0,-15 0 0,9 0 0,-11 0 0,4 0 0,-6 7 0,5-5 0,-3 4 0,2 2 0,0-3 0,-3 1 0,1 0 0,-2 0 0,6 7 0,-14-11 0,4 5 0,-3 1 0,-3-6 0,0 4 0,1-4 0,-1-2 0,-5 0 0,-1 0 0,9 0 0,9 0 0,3 0 0,10 0 0,4 0 0,12 0 0,3 0 0,10 0 0,4 0 0,4 0 0,7 0 0,0 0 0,8 0 0,4 0 0,5 0 0,6 0 0,4 0 0,8-6 0,1 0 0,5 2 0,-5-5 0,14 7 0,-6-6 0,0 1 0,-1 5 0,-1-6 0,6 8 0,6 0 0,3 0 0,3 0 0,-3 0 0,-5 0 0,0 0 0,-2 0 0,-10 0 0,-7 0 0,-10 0 0,-3 0 0,-5 0 0,-3 0 0,-4 0 0,-8 0 0,-8 0 0,-9 0 0,-9 0 0,-8 0 0,-3 2 0,-3 2 0,-5 2 0,-7-1 0,-5-5 0,-6 0 0,-3 0 0,-3 0 0,-5 0 0,-3 0 0,-1 0 0,6 6 0,-3 0 0,-1-1 0,2-5 0,-8 8 0,5-6 0,-3 4 0,6-4 0,3 0 0,1 1 0,-1 3 0,3-2 0,-5-2 0,12-2 0,-7 0 0,5 0 0,0 0 0,15 0 0,3 0 0,16 0 0,12 0 0,8 0 0,1 0 0,7 0 0,-7 0 0,8 0 0,3 0 0,3 0 0,5 0 0,5 0 0,9 0 0,2-2 0,7-2 0,1-2 0,7 1 0,1-1 0,5 0 0,-2 2 0,0-5 0,7 7 0,5-6 0,3 3 0,1-1 0,-8 0 0,-10 6 0,-2 0 0,-2 0 0,-18 2 0,-7 4 0,-5 5 0,-12 4 0,-15-5 0,-9-2 0</inkml:trace>
  <inkml:trace contextRef="#ctx0" brushRef="#br0" timeOffset="2">26691 10883 8912,'0'33'0,"0"-5"0,-2-7 0,-2-5 0,-4-7 0,-1-1 0,-3-2 0,3-6 0,1-8 0,8 6 0,0-7 0,0 3 0,0 4 0,0-8 0,0 5 0,0-5 0,0-7 0,2 0 0,4-1 0,-3-6 0,9-5 0,-2 0 0,1-5 0,10 1 0,-4-12 0,4-1 0,-2-6 0,2-1 0,2-5 0,8-1 0,-2-4 0,-3-2 0,3 8 0,-8 0 0,2 5 0,2 2 0,-4 3 0,-4 3 0,-3 2 0,-1-4 0,10 6 0,-4-12 0,4 6 0,-4-13 0,-2 7 0,-5-9 0,-1 4 0,1-6 0,5 6 0,0-1 0,-5 7 0,-3 1 0,-1 4 0,5-2 0,-1 8 0,-3-6 0,3 6 0,-1-7 0,6-1 0,1-6 0,-1-3 0,0 0 0,8-1 0,4 1 0,3-6 0,2 6 0,1 1 0,-6 10 0,-1 6 0,3 4 0,1 2 0,-3 1 0,0 5 0,-8 1 0,2 4 0,-4 4 0,-2-4 0,0-2 0,0 2 0,1-6 0,-1 7 0,6-9 0,0 2 0,5-3 0,-5-3 0,0 3 0,-5 3 0,4-1 0,1 7 0,0-4 0,-5 10 0,-1-4 0,0 9 0,0 3 0,0-1 0,1 1 0,-1-1 0,8 6 0,-6-3 0,4 7 0,-2 0 0,0 0 0,2 0 0,7 0 0,-1 0 0,4 0 0,1 0 0,-2 7 0,-1 5 0,-2 3 0,1 2 0,-3 2 0,2 4 0,-6 4 0,5 7 0,-5 3 0,6 3 0,-8-2 0,2 8 0,2 0 0,-2 5 0,0 1 0,-6 0 0,6 1 0,0 4 0,2-9 0,-4 4 0,2-5 0,-2-3 0,5 6 0,-1-8 0,6 6 0,-2-2 0,-6-8 0,5 2 0,-5 4 0,4 2 0,-2 3 0,-4 3 0,6-8 0,-8 6 0,6-3 0,-1 9 0,-4-3 0,4 6 0,-6-7 0,-1 0 0,2-1 0,4 1 0,-4-1 0,4 1 0,-6-6 0,-5 0 0,3 0 0,-4 5 0,5 1 0,1-1 0,-2-1 0,-3-4 0,3 3 0,-4-3 0,3 2 0,-3-2 0,3 2 0,-9-8 0,7 8 0,-6-3 0,5-1 0,-5 2 0,2-8 0,-3 2 0,-3-3 0,4-3 0,3-7 0,-7-2 0,4-8 0,-4 0 0,-2 0 0,0-7 0,0-2 0,0-24 0,0 12 0,0-19 0,0 12 0,0-4 0,-15-2 0,-4-1 0</inkml:trace>
  <inkml:trace contextRef="#ctx0" brushRef="#br0" timeOffset="3">28239 6533 8912,'23'0'0,"0"0"0,-2 0 0,-11-2 0,-10-1 0,-10-3 0,-5 0 0,-2 6 0,0 0 0,-1 0 0,1 0 0,8 0 0,3 0 0,10 2 0,3 2 0,3 2 0,1 7 0,1-3 0,-1 7 0,1 8 0,3 3 0,-1 7 0,-5 5 0,-1 6 0,-3 11 0,-5 12 0,-1 11 0,-5 4-125,-4 10 1,0-45 0,-3 1 0,2 7 0,-1 2 124,2 7 0,-1 0-146,1 2 0,1 0 0,1 5 0,1 1 0,1-2 0,0 1 146,3 4 0,1 1 0,0 3 0,2 0 0,0 3 0,0 0 0,0-3 0,2-1 0,0-5 0,1-1 0,2 1 0,0-1 0,1-2 0,-1 1 0,1 3 0,-2 1 0,0 1 0,0-1 0,-1-6 0,-1 1-942,-1 2 0,-2 1 942,2 0 0,-2-1 0,-2-4 0,-1-1 0,-2 3 0,0 0 0,-1 3 0,-1 1 0,0-2 0,-1 1-49,1-3 1,-1 1-1,-2-2 1,-1-1-1,0-2 1,1 0-1,-1-1 1,1 0 48,-2-1 0,1-1 0,6-6 0,0-1 0,-4 0 0,-1-2 0,6 34 0,1-15 0,2-12 209,2-12 0,0-9-209,0-7 230,0-1 0,0-1 0,2 9-230,4 2 0,-3 0 0,7 3 0,0-3 1040,-1-2 1,-5 4-1041,2-6 0,-3 4 580,3-9-580,-4 3 0,6-13 0,-8 3 0,0-3 0,0-15 0,0-3 0,-16-7 0,-3-15 0,-15-4 0</inkml:trace>
  <inkml:trace contextRef="#ctx0" brushRef="#br0" timeOffset="4">25452 12190 8912,'-42'-15'0,"7"-3"0,1-10 0,11 5 0,9 4 0,7 2 0,7-1 0,0 1 0,2 0 0,5 0 0,9-2 0,5-4 0,11 4 0,1-2 0,5 5 0,0 5 0,6 5 0,2-3 0,6 1 0,5 4 0,6-3 0,14 1 0,9 2 0,-35 3 0,3 0 0,8 1 0,4 0 0,6 0 0,3 0-1236,5 0 0,3 0 1236,4 1 0,3-2 0,-25-1 0,1 0 0,0-2 0,4 1 0,1-1 0,1 0 0,4 0 0,1 0 0,1 1 0,2-2 0,0 1 0,1-1 0,0 0 0,0 0 0,0 0 0,-2 0 0,-1 1 0,0-1-282,-1 0 1,-1 0 0,0 0-1,-1 1 1,-1-1 0,1 1 281,1 0 0,1 0 0,0 0 0,0-1 0,2 0 0,-2 0 0,-4 1 0,0 1 0,-1-1 0,-2-3 0,1-1 0,-2 0 0,-3 1 0,0 1 0,-1 0 0,32-6 0,-1-1 0,-29 4 0,1 1 0,-2 0 0,26-4 0,0-1 0,2-2 0,-1 0 0,-5 0 0,-2 1-199,-1-2 1,-2 1-1,-3 3 1,-3-1 198,-7 2 0,-2 0 0,-10-2 0,-2 1-61,-6 0 1,-2 1 0,34-12 60,-7 6 0,-20 1 1625,-9 5-1625,-23-4 934,-8 13 0,-17-6-934,-3 8 0,-13 0 0,-14 2 0,-12 4 0,-19 9 0,-23 10 0,38-12 0,0 1 0,0-1 0,1 0 0,-2 1 0,0 1 0,0 5 0,1 0 0,-4-2 0,0 0 0</inkml:trace>
  <inkml:trace contextRef="#ctx0" brushRef="#br0" timeOffset="5">31664 10969 8912,'-8'25'0,"6"-6"0,-3 4 0,5-4 0,5-2 0,9-5 0,13-1 0,9 3 0,6 1 0,6 8 0,5 2 0,1 1 0,-4 5 0,-5-4 0,-1 1 0,-9 3 0,-10 1 0,-8 3 0,-6-1 0,-3-7 0,-8-4 0,-15 2 0,-8-2 0,-10 0 0,-7 1 0,-12-3 0,-11 8 0,-4 2 0,-1 9 0,1-2-109,4 8 0,11 0 109,12 5-209,11 1 1,-3-1 0,5 1 0</inkml:trace>
  <inkml:trace contextRef="#ctx0" brushRef="#br0" timeOffset="6">31526 12620 8912,'-17'-10'0,"0"-3"0,0 7 0,1 10 0,5 13 0,-4 2 0,5 12 0,0 3 0,5 4 0,3 8 0,2-6 0,4 6 0,7-6 0,3 0 0,14-5 0,-7-1 0,12-7 0,-5-6 0,5-8 0,-1-5 0,-1-10 0,-2-6 0,1-9 0,3-8 0,-1-17 0,-1-3 0,-2-5 0,-8-7 0,2-1 0,-4 1 0,-10 0 0,-3-1 0,-6 1 0,-6 5 0,-5 1 0,-12 15 0,-6 7 0,-3 17 0,-3 12 0,1 8 0,-1 9 0,1 0 0,0 1 0</inkml:trace>
  <inkml:trace contextRef="#ctx0" brushRef="#br0" timeOffset="7">31440 12946 8912,'0'-17'0,"0"-6"0,0 0 0,0-1 0,2 3 0,4-2 0,5 2 0,12-4 0,6 2 0,11-6 0,6 6 0,8-7 0,9 1 0,7-3-1331,16-3 1331,1-7 0,-1-2 0,-43 18 0,0 1 0</inkml:trace>
  <inkml:trace contextRef="#ctx0" brushRef="#br0" timeOffset="8">28412 6533 8912,'22'-7'0,"-1"-5"0,-5-3 0,-9-2 0,-5 0 0,-2-1 0,-2 9 0,-3 3 0,-9 4 0,-7 2 0,0 0 0,-7 0 0,-3 2 0,-2 4 0,-1 3 0,0 9 0,-1 1 0,1 4 0,-1 3 0,1 11 0,0 3 0,-1 4 0,3 7 0,1 1 0,2-1 0,8 1 0,-2 0 0,6 3 0,6-3 0,5-14 0,12-21 0,3-15 0,8-12 0</inkml:trace>
  <inkml:trace contextRef="#ctx0" brushRef="#br0" timeOffset="9">28412 6430 8912,'15'17'0,"-4"1"0,3-1 0,-9 0 0,3 0 0,-4 2 0,2 4 0,-1-4 0,3 12 0,2-6 0,-1 1 0,6 3 0,-1 7 0,5 3 0,4 1 0,7 0 0,-9-6 0,8 1 0,-2-1 0,2 0 0,3-7 0,-5-2 0,7-8 0</inkml:trace>
  <inkml:trace contextRef="#ctx0" brushRef="#br0" timeOffset="10">29633 5983 8912,'0'12'0,"0"1"0,0 6 0,-2 8 0,-1 7 0,-3 6 0,0-1 0,6 6 0,0 3 0,2 2 0,4 1 0,5-1 0,5-4 0,8-12 0,5-11 0,4-4 0,1-1 0,8-9 0,2-5 0,2-10 0,0-11 0,-2-2 0,2-10 0,-6-1 0,-4 3 0,-3 0 0,-3 0 0,-1 1 0,-14 3 0,2-6 0,4 0 0,6-5 0</inkml:trace>
  <inkml:trace contextRef="#ctx0" brushRef="#br0" timeOffset="11">29358 6774 8912,'-2'15'0,"-2"-1"0,-3-5 0,-1 1 0,-2-3 0,1 1 0,-5-4 0,5-2 0,-3-2 0,9 0 0,-9 0 0,12 0 0,-2-2 0,14-4 0,3-5 0,6-5 0,0-3 0,6-4 0,-2-5 0,3 1 0,-3-2 0,0 1 0,0 1 0,-2-5 0,-4 5 0,2-8 0,2 1 0,0-8 0,-8 6 0,-1-6 0,-3 0 0,-5-2 0,3-8 0,-1 1 0,-4-1 0,-2 0 0,-2 7 0,0-1 0,-6 2 0,-2 0 0,-1 9 0,3 3 0,-5 9 0,7 0 0,-10 0 0,9 0 0,-9 8 0,5 7 0,-3 16 0,3 3 0,1 5 0,-5 9 0,1 3 0,3 12 0,-3 6 0,8 4 0,-9 3 0,7 3 0,2 1 0,-3 0 0,1-5 0,2-2 0,2-5 0,10 5 0,1-14 0,9 5 0,8-7 0,9-5 0,7-12 0,10-12 0,7-10 0,2-5 0</inkml:trace>
  <inkml:trace contextRef="#ctx0" brushRef="#br0" timeOffset="12">30821 5708 8912,'-19'-17'0,"-1"0"0,1 0 0,4-1 0,2 7 0,-5 1 0,1 3 0,6-5 0,1 8 0,1 6 0,-1 8 0,4 15 0,-3 9 0,-1 12 0,1 9 0,3 12 0,-4 10 0,3 1 0,1 0 0,8 4 0,4-3 0,5-3 0,12-9 0,-2-10 0,8-11 0,1-6 0,3-13 0,1-10 0,1-7 0,-1-10 0,1-8 0,-1-17 0,0-11 0</inkml:trace>
  <inkml:trace contextRef="#ctx0" brushRef="#br0" timeOffset="13">31268 5674 8912,'-36'15'0,"-2"-2"0,-3-3 0,3-2 0,4 5 0,5-2 0,2 5 0,4 1 0,12 8 0,-4 3 0,15 13 0,0-3 0,2 8 0,3 1 0,7-1 0,11-4 0,3-7 0,1-3 0,6-7 0,-3-2 0,7-12 0,-5-5 0,-1-4 0,3-10 0,1-3 0,-1-12 0,-2-8 0,-3-7 0,0 0 0,-12-8 0,2 0 0,-13-5 0,-2-1 0,-2 0 0,-10 1 0,-3 7 0,-12 4 0,-6 4 0,-11 9 0,2 10 0,-8 11 0,-2 4 0,6 10 0,-4 3 0,11 12 0,9 6 0,7 3 0,7 3 0,4-1 0,1 0 0,5 1 0,-6-1 0</inkml:trace>
  <inkml:trace contextRef="#ctx0" brushRef="#br0" timeOffset="14">31010 6138 8912,'-17'10'0,"0"-5"0,-1-3 0,1-2 0,0 0 0,7-7 0,3-3 0,7-7 0,0 0 0,15-6 0,8 0 0,8 2 0,11-6 0,7 6 0,11-6 0,1 2 0,10-5 0,-6 11 0,3-6 0,-1 0 0,-9 4 0,-7-8 0,1 1 0,-8-7 0</inkml:trace>
  <inkml:trace contextRef="#ctx0" brushRef="#br0" timeOffset="15">31440 5124 8912,'-9'0'0,"1"-2"0,8-4 0,15 4 0,1-6 0,16 8 0,4 2 0,1 4 0,-1 13 0,-3 17 0,-5 14 0,5 17 0,-16 21 0,-8-37 0,-1 1-44,-3 4 1,-2 1-1,-2 3 1,0 2-1,-2-1 1,0 0-1,-1-1 1,-2-1 43,-1 0 0,-1 0 0,2 1 0,0-1 0,-3-3 0,-1 0 0,2-3 0,0-1 0,-9 42 0,-2-10 0,0-23 0,-1-4 0,5-5 0,0-10 0,-1-13 0,3-12 0</inkml:trace>
  <inkml:trace contextRef="#ctx0" brushRef="#br0" timeOffset="16">28171 7806 8912,'0'9'0,"-2"-1"0,-4-8 0,4 0 0,-4 0 0,12 0 0,-2-6 0,7 0 0,5 3 0,3-1 0,4-2 0,7-2 0,-3-5 0,2 2 0,-1-3 0,1 7 0,6-9 0,-3 7 0,-3-1 0,-4-3 0,-8 5 0,0 1 0,0-1 0,-7 2 0,3 4 0,-7-3 0,0 3 0,-14-6 0,-4 8 0,-3 0 0,-2 0 0,-8 0 0,-5 0 0,-9 0 0,3 8 0,-8-5 0,6 9 0,-2 1 0,-1 3 0,7-1 0,0-2 0,-1-1 0,8-1 0,3 6 0,6 0 0,1-7 0,0 5 0,7-13 0,5 6 0,10-8 0,7 0 0,9 0 0,4 0 0,2 0 0,3 0 0,3 0 0,9-6 0,2-1 0,0-3 0,13-2 0,-11-5 0,11 0 0,-3 0 0,-3-8 0,-7 6 0,-5-2 0,-9 8 0,-5-3 0,-8 5 0,-7 3 0,-10 1 0,-14 7 0,-7 0 0,-13 0 0,-10 0 0,-8 0 0,1 0 0,-9 1 0,-1 5 0,0 4 0,4-1 0,-4 7 0,7-7 0,-3 8 0,3 1 0,10-1 0,8 6 0,7 0 0,16-1 0,-6-10 0,19-1 0,3-7 0,17 2 0,3-4 0,5-2 0,-3 0 0,8-6 0,-5 0 0,5-1 0,1 1 0,1 4 0,-1-6 0,0 1 0,1 5 0,-1-6 0,3 6 0,3-3 0,-4 1 0,4-6 0,-3 1 0,-3-1 0,0 6 0,-7-9 0,-4 7 0,-10 1 0,-1 5 0,-8-8 0,-4 6 0,-12-4 0,-11 4 0,-5 2 0,-7 0 0,-5 2 0,-6 4 0,-3 4 0,-3-1 0,0 6 0,3-5 0,3 7 0,-2 0 0,8 0 0,0 1 0,7-1 0,4 0 0,5 0 0,6 0 0,9-5 0,3-1 0,12-7 0,7 2 0,8-4 0,6-2 0,7 0 0,1-2 0,-1-4 0,8 4 0,-4-13 0,8 4 0,-7-3 0,1 3 0,-4-5 0,-1 5 0,-1 1 0,0-1 0,-7 5 0,-4-5 0,-10 7 0,-3-4 0,-2 1 0,-10 5 0,-10-12 0,-11 9 0,2-1 0,-7 6 0,-1-2 0,-5-4 0,-7 4 0,1-3 0,0 3 0,6 4 0,-1 3 0,1-3 0,-1 6 0,3-2 0,3-1 0,4 9 0,8-10 0,0 7 0,7-7 0,3 3 0,9-1 0,3 0 0,5 0 0,9-6 0,4 0 0,-2 0 0,8 0 0,3 0 0,6 0 0,-1 0 0,3 0 0,2-2 0,-2-4 0,0-2 0,-5-3 0,-9 3 0,5 3 0,-8-1 0,-6-6 0,-7 5 0,-3-3 0,-10 6 0,-15-1 0,1 3 0,-21-4 0,2 0 0,-5 2 0,-1 3 0,-3 2 0,2 3 0,-1 2 0,6 0 0,-4 1 0,10 3 0,3-1 0,-2 7 0,8-7 0,4 3 0,6-1 0,5-7 0,8 11 0,0-3 0,0-5 0,8 3 0,3-4 0,10-4 0,4 3 0,2-3 0,2-2 0,5 0 0,1 0 0,-1 0 0,6-5 0,0-1 0,0-8 0,-5 7 0,-3-7 0,-3 3 0,-4 1 0,-8-1 0,0 5 0,-7-3 0,-4 7 0,-12-4 0,-6 4 0,-11 2 0,-5 2 0,-10 2 0,-3 2 0,-1 7 0,4-2 0,-2 5 0,2 1 0,9 0 0,-2-5 0,9-1 0,-1-1 0,5 1 0,9-3 0,1-8 0,12 0 0,7 0 0,14 0 0,12 0 0,9-10 0,11-7 0,2-2 0,6-8 0,-2 2 0,-7-5 0,3 3 0</inkml:trace>
  <inkml:trace contextRef="#ctx0" brushRef="#br0" timeOffset="17">27345 7307 8912,'1'-9'0,"3"1"0,4 2 0,0-1 0,1-1 0,1 0 0,-5-3 0,7 5 0,-8-2 0,2 3 0,-5 3 0,-1-6 0,0 8 0,0 0 0,0 8 0,0 1 0,0 9 0,0 4 0,0 5 0,0 4 0,0 7 0,0 4 0,0 4 0,0 5 0,0 1 0,6 0 0,0-1 0,0-7 0,-6-4 0,2-5 0,1-7 0,3-5 0,0-11 0,-6-5 0,0-9 0,0-5 0,0-10 0,-2-3 0,-2-8 0,-2-3 0,-1-1 0,1-3 0,2-5 0,-7 0 0,5 0 0,-4 4 0,3-4 0,1 3 0,0-10 0,1 6 0,1 3 0,2 2 0,2 9 0,0 4 0,0-2 0,0 2 0,0 8 0,0 15 0,0 12 0,0 5 0,0 6 0,7-4 0,-5 19 0,4-2 0,-4 6 0,-2 4 0,6 0 0,-1 0 0,1 0 0,-6 3 0,0-3 0,0-4 0,0-7 0,0-1 0,0-1 0,0-5 0,0-5 0,0-11 0,0-5 0,0-7 0,0-7 0,0-9 0,0-7 0,0-7 0,0 1 0,0-3 0,6-3 0,0 1 0,-1-6 0,-5 0 0,0 0 0,0 5 0,0 1 0,0-1 0,-1 3 0,-5 3 0,4 4 0,-4 8 0,2 2 0,0 2 0,-1 1 0,-1 8 0,6-3 0,0 14 0,0-3 0,0 8 0,0 1 0,0 10 0,0 4 0,0 9 0,0 4 0,6-4 0,-1 6 0,-1-1 0,-2-1 0,0 0 0,4-6 0,-4-7 0,5 3 0,-7-7 0,0-2 0,0-2 0,8-9 0,-6-2 0,6-8 0,-8-8 0,0-5 0,0-8 0,0-8 0,0-9 0,0-4 0,0-2 0,0 0 0,0-2 0,-2-2 0,-4 8 0,4 0 0,-4 6 0,4 5 0,2 0 0,-7 16 0,5-10 0,-6 21 0,8 2 0,0 17 0,0 12 0,0 5 0,0 6 0,0 6 0,0 2 0,0 0 0,0-2 0,0-8 0,0 2 0,0-4 0,0-1 0,0-9 0,0-3 0,6-4 0,0-1 0,-1-1 0,3-8 0,2-1 0,7-8 0,0-15 0,0-4 0</inkml:trace>
  <inkml:trace contextRef="#ctx0" brushRef="#br0" timeOffset="18">27844 12482 8912,'-8'-17'0,"-3"0"0,-5 0 0,-1-1 0,0 1 0,0 0 0,-1 0 0,1 0 0,0 5 0,0 3 0,0 1 0,-1 4 0,1 4 0,0 8 0,0 9 0,-2 10 0,-2 13 0,-2 8 0,2 7 0,1 0 0,5 7 0,4-3 0,-3-2 0,9-7 0,1-4 0,2-6 0,2-12 0,2-3 0,3-9 0,7-5 0,9-5 0,2-12 0,8-11 0,1-10 0,8-7 0,-2-3 0,-3-1 0,-6-2 0,-5 0 0,-6 6 0,-1-1 0,0 1 0,-6 7 0,1 4 0,-8 4 0,3 9 0,-7 20 0,0 19 0,0 13 0,0 9 0,0 7 0,0 5 0,0 3 0,0-2 0,0-1 0,0 2 0,0-6 0,0 0 0,0-9 0,0-5 0,-1-3 0,-5-7 0,-6-6 0,-11-1 0,2-13 0,-5 3 0,-1-5 0,0-3 0,-2-3 0,-5-7 0,1-2 0,5-3 0,1-7 0,4-11 0,10 0 0,-5-11 0,13 3 0,-3-11 0,12 6 0,7-4 0,8-4 0,16-8 0</inkml:trace>
  <inkml:trace contextRef="#ctx0" brushRef="#br0" timeOffset="19">28343 12809 8912,'0'-27'0,"0"2"0,0 8 0,5 6 0,1-1 0,8 8 0,-11-1 0,9 12 0,1 10 0,-3 8 0,1 8 0,3-3 0,1-1 0,-6 0 0,7 5 0,-7-1 0,1-5 0,5 5 0,-11-16 0,6 2 0,-3-6 0,7-1 0,-5-3 0,8-3 0,-1-12 0,-3-7 0,-1-6 0,1-4 0,-5-8 0,5 7 0,-7-5 0,-2 6 0,5-4 0,-7 14 0,4-4 0,-4 11 0,-2-2 0,0 10 0,0 4 0,0 5 0,0 5 0,0 1 0,0 0 0,2 0 0,1 2 0,3 4 0,0-11 0,-6 11 0,0-12 0,0 4 0,0 3 0,0-7 0,0 1 0,0-9 0,0-3 0,0-11 0,2-10 0,4-2 0,-5-8 0,9 5 0,-4-9 0,5 1 0,-3 7 0,5-3 0,-7 7 0,7 0 0,-1 7 0,3 5 0,2 5 0,-5 4 0,-1 2 0,-1 2 0,3 4 0,-1 5 0,-8 5 0,9 7 0,-7 0 0,-3-2 0,-1-2 0,-2-2 0,0 0 0,0 0 0,0 0 0</inkml:trace>
  <inkml:trace contextRef="#ctx0" brushRef="#br0" timeOffset="20">28670 12620 8912,'-6'-27'0,"0"4"0,0 4 0,6 2 0,0 0 0,0-1 0,2 3 0,4 4 0,11 3 0,4 8 0,8 0 0,2 0 0,1 0 0,3-2 0,-1-4 0,8 4 0,2-5 0</inkml:trace>
  <inkml:trace contextRef="#ctx0" brushRef="#br0" timeOffset="21">29186 12551 8912,'-19'29'0,"-2"-3"0,-2-1 0,6 4 0,5-4 0,-1 1 0,5-5 0,0 6 0,8-6 0,2 2 0,4-2 0,6-2 0,3-9 0,8 3 0,0-7 0,5 0 0,-5-6 0,6 0 0,-6 0 0,2 0 0,-2 0 0,-4-8 0,2-5 0,-8-8 0,3 2 0,-7-14 0,8 6 0</inkml:trace>
  <inkml:trace contextRef="#ctx0" brushRef="#br0" timeOffset="22">29461 12551 8912,'0'10'0,"-5"5"0,-1-4 0,0 5 0,6 1 0,0 0 0,0 0 0,8 0 0,-1 2 0,5 4 0,3-2 0,-3 8 0,-3-2 0,1 1 0,-1-5 0,1-4 0,-6-1 0,1-1 0,-3-8 0,-2-5 0,0-15 0,0-8 0,0-18 0,0-3 0,0-6 0,8-3 0,-4-3 0,7 1 0,3 1 0,1 4 0,2 6 0,0 6 0,1 5 0,-1-4 0,0 16 0,0 0 0,0 9 0,1 6 0,-1 2 0,0 0 0</inkml:trace>
  <inkml:trace contextRef="#ctx0" brushRef="#br0" timeOffset="23">28308 13600 8912,'-17'0'0,"6"0"0,-1 0 0,-1 0 0,-3 0 0,7 9 0,1 9 0,2 10 0,1 10 0,-1 16 0,8 18 0,4 18 0,-2-38 0,1 1 0,3 11 0,1 2 0,0 5 0,0 2 0,-1 5 0,1 2 0,-1 4 0,-1 0 0,-1 1 0,0 0 0,-3-1 0,-1-2-132,0-1 0,-2-1 0,0 2 1,0 0-1,0 0 0,0 0 1,0 0-1,-2-1 132,0-4 0,-1 1 0,-1 3 0,-2 0-121,-2-1 1,-1 0 0,0 8 0,1 0 0,-1 1 0,0 0 120,0-4 0,1 0 0,2 0 0,1-2 0,0-9 0,0-1 0,1 1 0,1-1 0,-1-7 0,2-2 0,1-2 0,0-2 0,-2-7 0,0-3 0,1 44 0,-3-18 0,3-5 0,2-8-228,0-2 228,0-15 0,0-2 0,0-17 0,0-2 0,0-2 699,0-6-699,0-8 514,0-1 0,-8-16-514,-4-3 0,-5-6 0,-6-6 0,-3-12 0,-9-1 0,1-6 0</inkml:trace>
  <inkml:trace contextRef="#ctx0" brushRef="#br0" timeOffset="24">26708 16987 8912,'-17'6'0,"-2"-1"0,-3-1 0,-2-2 0,-1-2 0,0 0 0,2 0 0,6 0 0,0 0 0,7 0 0,12 0 0,17 0 0,15 0 0,16 0 0,25-2 0,17-2 0,-42 1 0,3-1 0,4-1 0,0 0-119,4 0 1,1-1-1,12-3 1,3-1 0,5-1-1,2-1 1,10-3-1,2-1 119,-29 4 0,2-1 0,1 0 0,6-1 0,2 0 0,-1 0 0,3-2 0,1 0 0,-1 0-973,0 1 0,-1-1 1,-1 1 972,0 0 0,-1 0 0,-2-1 0,-8 1 0,-1 0 0,0 0 0,-1-1 0,-1 1 0,0 0 0,29-9 0,-1 0 0,-4-1 0,-2 0 0,-7 1 0,-3-1 0,-7 1 0,-2 0-486,-6 1 0,-2 0 486,-5 4 0,-4 0 0,22-16-141,-14 12 141,-32 12 537,-3 3-537,-23 8 885,0 0 0,-9-2 0,-6-5-885,-6-10 0,-10-24 0,4-12 0</inkml:trace>
  <inkml:trace contextRef="#ctx0" brushRef="#br0" timeOffset="25">30322 13909 8912,'-10'-2'0,"2"-1"0,1-3 0,3-8 0,-7 5 0,-3-1 0,5-3 0,-3 7 0,-1 2 0,-3 2 0,-1 4 0,0 4 0,2 4 0,3 7 0,-1 6 0,5 2 0,1-1 0,-1 1 0,2 4 0,6-6 0,0 0 0,2-6 0,4 0 0,3-7 0,9-5 0,-1-3 0,-2-4 0,-3-3 0,3-5 0,-4-7 0,3 0 0,-3 0 0,3-1 0,-9 1 0,9 8 0,-12-7 0,5 22 0,-1-2 0,0 19 0,-2 6 0,-3 9 0,-1 2 0,2 10 0,4 1 0,-4 1 0,4 5 0,-4-5 0,-2-7 0,0 5 0,-2-16 0,-4 1 0,-4-3 0,-7-9 0,0 0 0,0-6 0,0 1 0,-2-9 0,-4-3 0,3-4 0,-6-2 0,3 0 0,4-8 0,-4-3 0,4-5 0,3-8 0,5-5 0,5-4 0,4-1 0,2 0 0,0-1 0</inkml:trace>
  <inkml:trace contextRef="#ctx0" brushRef="#br0" timeOffset="26">30976 13823 8912,'-16'-2'0,"3"-1"0,1-3 0,1 0 0,1-2 0,-5 7 0,4-5 0,-5 4 0,-1 2 0,-2 8 0,-4 3 0,4 14 0,-4 9 0,6 12 0,5 9 0,-3 9 0,4 10 0,3-1 0,2 7 0,4-8 0,4 1 0,6-6 0,9-4 0,0-8 0,10-5 0,-6-16 0,2-9 0,8-6 0,-5-1 0</inkml:trace>
  <inkml:trace contextRef="#ctx0" brushRef="#br0" timeOffset="27">30958 14339 8912,'-5'12'0,"-3"-1"0,-2 2 0,7-5 0,-5 7 0,8-11 0,2 6 0,4-3 0,9-1 0,8-6 0,0 0 0,-6 0 0,0 0 0,6-8 0,2-3 0,2-4 0,-6-4 0,2-4 0,-4 4 0,-2-14 0,0 4 0,-1-5 0,-3-4 0,-2-2 0,-7 0 0,2 3 0,-4 1 0,-2 2 0,-6-3 0,0 14 0,-7 8 0,2 9 0,1 4 0,-1 2 0,-1 16 0,-5 7 0,7 15 0,-3 0 0,7 8 0,2 2 0,2 1 0,2-3 0,0-2 0,0-2 0,2 4 0,4-8 0,6-5 0,3 1 0,2-5 0,8-4 0,4-4 0,3-8 0,3-5 0,-1-8 0,0-16 0,1-3 0</inkml:trace>
  <inkml:trace contextRef="#ctx0" brushRef="#br0" timeOffset="28">31595 13806 8912,'-17'0'0,"5"0"0,1 0 0,-1 0 0,-5 0 0,0 0 0,6 0 0,-1 0 0,6 10 0,-5 7 0,7 8 0,-5 17 0,5 5 0,-2 9 0,0 5 0,6 8 0,0 0 0,0-1 0,6-8 0,2-7 0,1-7 0,5-4 0,1-12 0,2-12 0,6-9 0,0-9 0,8-7 0,-5-3 0</inkml:trace>
  <inkml:trace contextRef="#ctx0" brushRef="#br0" timeOffset="29">31802 13995 8912,'-10'8'0,"-5"1"0,11 3 0,-8-1 0,-1 3 0,4 7 0,-1 4 0,0 1 0,1 5 0,5 1 0,-4-3 0,8 0 0,0-1 0,2 5 0,4-3 0,5-1 0,5-16 0,1 8 0,0-15 0,2 0 0,2-6 0,2 0 0,6-2 0,-4-4 0,2-5 0,-4-12 0,5-6 0,-7-3 0,4-3 0,-10 1 0,-3 0 0,-4-1 0,-8 1 0,0 1 0,-2 5 0,-4 5 0,-6 4 0,-3 7 0,-2 1 0,-6 7 0,0-2 0,-8 12 0,5 3 0</inkml:trace>
  <inkml:trace contextRef="#ctx0" brushRef="#br0" timeOffset="30">31733 14253 8912,'-17'10'0,"7"-3"0,2-14 0,8-5 0,8-3 0,3-2 0,18-8 0,6-4 0,9-3 0,-4-3 0,8 7 0,-3-1 0,5 6 0,2-6 0,-8 8 0,-4-1 0,-4-5 0,-1 0 0</inkml:trace>
  <inkml:trace contextRef="#ctx0" brushRef="#br0" timeOffset="31">31974 13514 8912,'-10'17'0,"3"-6"0,7 1 0,9-1 0,8 7 0,10-1 0,6 0 0,9 8 0,4 3 0,1 5 0,-1 1 0,4 16 0,-14 0 0,4 18 0,-11-3 0,-8 10 0,-8-4 0,-7-3 0,-4 1 0,-10 0 0,-3 0 0,1-10 0,-1-8-103,0-7 1,-7-9 0,1-1 0</inkml:trace>
  <inkml:trace contextRef="#ctx0" brushRef="#br1" timeOffset="32">26673 10952 8912,'12'0'0,"-1"0"0,3 0 0,1 0 0,-5 0 0,-5 0 0,-10 0 0,-7 0 0,3-2 0,-3-4 0,8 3 0,-1-9 0,1 6 0,-2-5 0,4 5 0,-4-5 0,4-3 0,2 7 0,-7-9 0,5 15 0,-6-9 0,8 4 0,-2 4 0,-3-3 0,3 3 0,-14 2 0,5 0 0,-4 0 0,-3 7 0,1-1 0,0 11 0,0-3 0,0 9 0,-1 1 0,1-1 0,0 2 0,0-2 0,5-4 0,3 4 0,1-4 0,-3 4 0,5 0 0,2-2 0,2-2 0,2-2 0,0 1 0,8-7 0,3 0 0,5 1 0,1 3 0,0-3 0,0 1 0,0-5 0,1-1 0,-1 1 0,8-2 0,-6-6 0,4 0 0,-2 0 0,2 0 0,-4-8 0,4-3 0,-4-5 0,-2-1 0,-2-2 0,-1-2 0,-3-2 0,3 2 0,-5-6 0,3-1 0,-9 3 0,3 2 0,-4 2 0,-2-2 0,0 4 0,0-4 0,-2 4 0,-4 2 0,-1 5 0,-5 1 0,-1-1 0,5-3 0,-1 4 0,-3-5 0,1 12 0,-1-7 0,-1-2 0,3 5 0,-1 2 0,5 4 0,-5 2 0,5 0 0,-6 0 0,7 0 0,-7 0 0,1 0 0,-6 2 0,-1 2 0,1 4 0,2 1 0,3 5 0,-3-7 0,6 9 0,-7-5 0,5 4 0,-5-3 0,7-1 0,-3 3 0,1 1 0,7 2 0,-9 0 0,7 0 0,0 1 0,6-1 0,-5 6 0,-1 2 0,2 1 0,2-5 0,2 2 0,0-2 0,0 2 0,8-4 0,-6 6 0,5-10 0,1-3 0,2 3 0,7-3 0,0-5 0,0-1 0,0-4 0,1-2 0,-1 0 0,0-2 0,0-4 0,0 2 0,1-7 0,-1 5 0,0-5 0,0 1 0,0-3 0,1 1 0,-1-1 0,-8 5 0,1-7 0,-4 4 0,-4-5 0,3-1 0,-3 0 0,-2 0 0,0-8 0,-2 6 0,-3-4 0,1-2 0,-8 2 0,3-2 0,-3 2 0,-3 4 0,4-4 0,-5 4 0,-1 2 0,0 0 0,0 5 0,-1 3 0,1 1 0,8 2 0,-7 6 0,5 0 0,3 0 0,-5 8 0,7 4 0,2 3 0,2 2 0,2 0 0,0 2 0,2 2 0,4 2 0,-4 0 0,6-6 0,-8 1 0</inkml:trace>
  <inkml:trace contextRef="#ctx0" brushRef="#br1" timeOffset="33">27259 14975 8912,'-2'10'0,"-4"-4"0,4 3 0,-6-5 0,8 7 0,0-7 0,0 11 0,0-11 0,0 8 0,0-8 0,0 3 0,0-5 0,0 4 0,0-2 0,0 7 0,-7-7 0,5 4 0,-6-1 0,8-5 0,0 6 0,0-6 0,0 3 0,0-3 0,0 6 0,0-8 0,0 0 0,-8 0 0,7 0 0,-7 0 0,8 0 0,0 0 0,-8 0 0,6 0 0,-5 0 0,7 0 0,0-2 0,0-4 0,-2 4 0,-4-3 0,4 3 0,-6 2 0,8 0 0,0 0 0,-7 0 0,5 0 0,-6 0 0,8 0 0,0 0 0,0 7 0,0-5 0,0 6 0</inkml:trace>
  <inkml:trace contextRef="#ctx0" brushRef="#br1" timeOffset="34">27241 15078 8912,'0'10'0,"0"-2"0,0-8 0,0 0 0,-7 0 0,5 0 0,-6 0 0,8 0 0,0 0 0,-8 0 0,7 0 0,-9-2 0,4-4 0,4 4 0,-5-6 0,-1 1 0,6 5 0,-6-6 0,7 8 0,-5 0 0,4 0 0,-6 0 0,8 0 0,0-7 0,0-5 0,0-3 0,6 3 0,0 1 0,-1 7 0,1-5 0,0 3 0,0 4 0,-6-6 0,0 10 0,0 4 0,0-4 0,-2 11 0,-2-5 0,-2 1 0,0 3 0,5-1 0,-5 1 0,4-8 0,-6 3 0,10-14 0,4-5 0,2-3 0,3-2 0,2-1 0,-5 1 0,2 0 0,-7 0 0,13 0 0,-14 7 0,5 2 0,-14 16 0,-5 4 0,5 3 0,-1-6 0,8-1 0,0-16 0,0-1 0</inkml:trace>
  <inkml:trace contextRef="#ctx0" brushRef="#br0" timeOffset="35">28343 11984 8912,'0'-12'0,"0"1"0,0 7 0,2-6 0,3 5 0,-3 3 0,6-6 0,-8 8 0,0 0 0,0-8 0,0 6 0,-2-5 0,-4 7 0,4 0 0,-5 0 0,7 0 0,0 0 0,7 0 0,-3-6 0,8 0 0,1 1 0,2-3 0,-3 6 0,-1-4 0,1 4 0,5-3 0,0-1 0,-5 0 0,-1 6 0,-7 0 0,11 0 0,-11 0 0,8 0 0,-9-2 0,3-3 0,-4 3 0,-2-6 0,-2 8 0,-4 0 0,-3 0 0,-8 2 0,-1 2 0,-1 2 0,-2-1 0,-2 3 0,-7-6 0,9 7 0,-6-5 0,2 2 0,-6 7 0,12-9 0,-4 8 0,-2-9 0,3 3 0,-1 2 0,7-1 0,5 3 0,1-6 0,5 2 0,3-5 0,-6-1 0,8 0 0,8 0 0,3 0 0,4 0 0,3 0 0,1 0 0,4 0 0,-4 0 0,8 0 0,-5 0 0,7 0 0,4 0 0,-5-5 0,1-1 0,2 2 0,-5 0 0,3-1 0,-2 3 0,2-4 0,-5 2 0,-6 0 0,-1-1 0,0-1 0,-7 4 0,-5-4 0,-3 4 0,-4-5 0,-3 7 0,-7 0 0,-3 0 0,-2 0 0,-6 2 0,-2 1 0,-2 3 0,-4-2 0,-1 4 0,-2-3 0,-1-1 0,1 6 0,-1-6 0,3 5 0,3-1 0,-2-1 0,9-3 0,1 4 0,1 1 0,3-5 0,8 4 0,1-1 0,10-5 0,6 4 0,9-4 0,0-2 0,8 0 0,0 0 0,1-8 0,3 6 0,-2-5 0,-2-1 0,5 6 0,-3-5 0,2 1 0,-1 0 0,-7 0 0,10 1 0,-8-1 0,-2 2 0,-2 0 0,-2 1 0,1-3 0,-9 0 0,-1 6 0,-8 0 0,-2 0 0,-4 0 0,-5 0 0,-5 0 0,-3 2 0,-2 2 0,-2 2 0,-7-1 0,3 1 0,-7 2 0,-1 1 0,6-3 0,3 3 0,-1 1 0,0 0 0,6-7 0,-4 11 0,8-9 0,0 1 0,7 2 0,5-6 0,10 3 0,7-3 0,3-2 0,2 0 0,2-2 0,2-1 0,2-3 0,8 0 0,-10-1 0,6-3 0,-2 0 0,-4 5 0,-2-3 0,-2 0 0,0-1 0,-7 5 0,5-4 0,-5 8 0,-1-1 0,-5-3 0,-8-2 0,0 0 0,-7 6 0,-1 2 0,-5 4 0,0-2 0,0 5 0,0-1 0,-1 3 0,1-3 0,0 2 0,0 1 0,7-1 0,-5-3 0,15-7 0,0 0 0,9 0 0,7 0 0,9 0 0,3 0 0,12 0 0,4 0 0</inkml:trace>
  <inkml:trace contextRef="#ctx0" brushRef="#br0" timeOffset="36">27207 15182 8912,'-10'-2'0,"5"-4"0,-3 2 0,2-7 0,0 7 0,6-11 0,0 3 0,0 3 0,0-3 0,0 8 0,0-5 0,0 3 0,0 2 0,0-7 0,0-3 0,0 7 0,0-9 0,0 5 0,8 3 0,-6-7 0,6 11 0,-8-7 0,0-3 0,0-1 0,7-2 0,-5 0 0,6-1 0,0 1 0,-7 0 0,7-6 0,-6 0 0,4 2 0,-4-6 0,5 6 0,-7-7 0,6-1 0,0-5 0,-2-1 0,-2 7 0,-2-1 0,1 0 0,5-5 0,-4 2 0,4 3 0,-2-4 0,1 5 0,-3 1 0,4-2 0,2 3 0,-1-5 0,1 4 0,0 2 0,-3-5 0,1 3 0,0-7 0,1 1 0,-1 5 0,-2-5 0,8 5 0,-7-5 0,5 1 0,-3 3 0,7-4 0,-10 12 0,5-5 0,1 1 0,-1 2 0,5-2 0,-7 6 0,7-6 0,-7 8 0,3 0 0,1 0 0,7-6 0,-1 0 0,-6-2 0,1 4 0,1-2 0,3-8 0,1 3 0,0-5 0,0-1 0,0-1 0,1 1 0,-1-8 0,-2 8 0,-3-1 0,3 1 0,-4 5 0,-1 2 0,1-1 0,-5 7 0,6-2 0,-7 4 0,5 2 0,-3-1 0,5 1 0,-6 0 0,5 0 0,-3 0 0,1-1 0,-3-1 0,4-2 0,-3-2 0,7 0 0,-10-1 0,7-5 0,-1 2 0,1-1 0,2 1 0,-5-4 0,2 3 0,1 7 0,1-10 0,-3 6 0,-1-2 0,5 6 0,-11-9 0,6 7 0,-1 2 0,-3-4 0,6 0 0,-1 0 0,1 1 0,-6 1 0,9 4 0,-5-1 0,1 3 0,-5-4 0,11 12 0,-3-8 0,3-1 0,2 1 0,1 0 0,-1 0 0,0-6 0,0 0 0,2 0 0,2 6 0,2 0 0,0-1 0,-6 1 0,1 0 0,-1 0 0,0 2 0,0 3 0,1-1 0,-1 7 0,0-7 0,0 11 0,0-4 0,-5 2 0,-1-2 0,-7 4 0,11-5 0,-5 7 0,7 0 0,0 0 0,1 0 0,-1 0 0,0 0 0,0 0 0,0 0 0,1 0 0,-1 0 0,0 0 0,0 0 0,0 0 0,1 0 0,-1 7 0,0 3 0,0 9 0,1 4 0,-3-2 0,-2 8 0,-1 1 0,-1 3 0,6 1 0,1 1 0,-1-1 0,-4 6 0,1 2 0,-1 2 0,6-4 0,-7 6 0,3-6 0,2 6 0,0-2 0,0 2 0,-5 1 0,-3-4 0,-1 0 0,6-4 0,-7 7 0,5-12 0,3 4 0,-6-9 0,3 1 0,-1 1 0,3-2 0,1-1 0,2 7 0,-5-1 0,-1 0 0,1 1 0,3-1 0,-3 1 0,3 5 0,-4 0 0,-1 0 0,1-6 0,-1 6 0,3 1 0,-3-3 0,-1-2 0,1-2 0,-6 1 0,5-1 0,-5 1 0,2-1 0,0 0 0,-1 1 0,1-1 0,2 0 0,-3 1 0,-3-1 0,4 1 0,2 5 0,-2 0 0,-1-2 0,1-2 0,0-1 0,-1-1 0,-3 6 0,2 0 0,2-1 0,0-3 0,-4-2 0,3 1 0,-3-1 0,4 0 0,-4-5 0,0-2 0,4-2 0,-5 5 0,7-9 0,-8 8 0,0 1 0,6-3 0,0 2 0,-1 0 0,-5 5 0,6 0 0,0 3 0,0 1 0,1 2 0,-3 2 0,7-2 0,-5-4 0,6 4 0,-9-3 0,11-9 0,-6-1 0,1-2 0,-5-2 0,5-6 0,-5 0 0,2 1 0,0-7 0,-6 0 0,0 3 0,0 1 0,5-3 0,1-1 0,0 0 0,-6 7 0,0-1 0,0-6 0,0 1 0,0 1 0,0-5 0,0 1 0,0-3 0,0-4 0,0 6 0,0-8 0,0 0 0,0-8 0,0 6 0,0-6 0,0 8 0,-2 0 0,-4 0 0,-3-7 0,-8-3 0</inkml:trace>
  <inkml:trace contextRef="#ctx0" brushRef="#br0" timeOffset="37">28584 11812 8912,'-10'0'0,"0"0"0,5 0 0,3 7 0,-6-3 0,8 8 0,-6-7 0,1 7 0,-3-3 0,2 3 0,4-3 0,-3-3 0,3-2 0,2 7 0,-8-7 0,6 4 0,-5-1 0,5-3 0,-4 8 0,4-1 0,-6 6 0,3 1 0,-1-1 0,0 0 0,0 2 0,-1 2 0,-3 2 0,6 8 0,-9-5 0,7 9 0,2-1 0,-5 1 0,7-1 0,-4 2 0,4 4 0,2-3 0,0 3 0,0-4 0,0-2 0,0 8 0,-5-5 0,-1 3 0,2-4 0,2-1 0,0-1 0,-4 0 0,5-1 0,-5-3 0,4-1 0,0-6 0,-2 4 0,-2-2 0,1-1 0,3-3 0,-4 2 0,4 0 0,-6 0 0,7 0 0,-5-2 0,4-2 0,-8 4 0,7 2 0,-3 2 0,0-1 0,6 3 0,0-4 0,0 0 0,0-6 0,0 11 0,0-7 0,0-2 0,-8 6 0,7-8 0,-5 4 0,4-4 0,2-2 0,-2 1 0,-2 1 0,-2 4 0,1-4 0,5 7 0,0-3 0,-6-3 0,0 4 0,2 1 0,2-6 0,1 12 0,-5-8 0,4 5 0,-4-3 0,4 2 0,-4-4 0,1 6 0,1-1 0,2-1 0,-6 5 0,6-7 0,-3 4 0,1 2 0,-2-9 0,4 7 0,-3-6 0,3 0 0,2-13 0,0-3 0,0-7 0,0 8 0,-8-6 0,-2 5 0</inkml:trace>
  <inkml:trace contextRef="#ctx0" brushRef="#br0" timeOffset="38">28222 16901 8912,'0'-12'0,"0"1"0,0-2 0,-2 3 0,-3-1 0,-7-3 0,4 7 0,-1-3 0,3 4 0,4 4 0,-13-5 0,13 7 0,-6 0 0,8 7 0,0 5 0,2-3 0,2 3 0,2 1 0,7 2 0,-9-3 0,8-3 0,1-1 0,2-2 0,-3 0 0,-1-1 0,1 1 0,5-6 0,0 0 0,0-2 0,0-4 0,-1 3 0,-3-9 0,-1-1 0,-9-3 0,5 5 0,-8 0 0,0-3 0,0-1 0,-8-2 0,-3 0 0,-4-1 0,-3 3 0,-1 4 0,-2 3 0,-2 0 0,0 6 0,0-5 0,1 7 0,1 0 0,1 2 0,3 3 0,6-1 0,-1 8 0,8-1 0,-9 6 0,7 1 0,2-1 0,3 0 0,2 0 0,5-2 0,6-3 0,3 3 0,2-7 0,0 5 0,1-1 0,5-9 0,-1 3 0,9-4 0,-2-2 0,-4 0 0,-1-2 0,-1-4 0,0-5 0,0-4 0,-5-3 0,-3 1 0,-4 0 0,5-8 0,-15 6 0,5-4 0,-4 4 0,-4 0 0,-4-2 0,-5 0 0,-4 6 0,-10-2 0,4 9 0,-8-4 0,-1 7 0,3 3 0,-2 2 0,8 0 0,-10 2 0,9 3 0,-1 5 0,7 7 0,3 0 0,1 1 0,9 4 0,-3 1 0,4-2 0,2-1 0,2-3 0,2 0 0,1 0 0,15 0 0,-3 0 0,4-5 0,-4-1 0,6-7 0,2 2 0,0-4 0,0-2 0,-3 0 0,1-8 0,0-3 0,-2-5 0,-1-1 0,-3 0 0,0 0 0,-8 0 0,-3-2 0,-4-4 0,-2 4 0,0-4 0,-2 4 0,-5 1 0,-9 1 0,-5 0 0,-9 0 0,5 5 0,-6 3 0,3 1 0,6 2 0,0 6 0,2 2 0,3 4 0,2 5 0,3 14 0,7 8 0,3 5 0,2 2 0,2-5 0,3-1 0,7 0 0,5-7 0,6-4 0,-4-6 0,4-5 0,2-5 0,-2-7 0,-2-4 0,-2-7 0,-2-8 0,-1-16 0,-5 1 0,-5 0 0,-4-1 0,-2-1 0,-2 0 0,-4 1 0,-3-3 0,-14 19 0,-2-4 0,-2 4 0,0 9 0,-3 5 0,3 3 0,2 2 0,4 7 0,9 5 0,-1 11 0,7 5 0,1 5 0,5 1 0,0 1 0,7-1 0,7-1 0,5-5 0,4-5 0,7-11 0,-1-7 0,3-3 0,3-6 0,-1-7 0,1-8 0,-9-15 0,-1-9 0,-7 0 0</inkml:trace>
  <inkml:trace contextRef="#ctx0" brushRef="#br0" timeOffset="39">28859 17176 8912,'-19'0'0,"-2"0"0,-2 0 0,2 0 0,2 0 0,11 0 0,8 0 0,15 6 0,16 3 0,7 5 0,8 5 0,6 2 0,3-4 0,4 0 0,3 0 0,-7 0 0,2 1 0,-3-1 0,-4 0 0,-4 0 0,-6-1 0,-6-3 0,-5-2 0,-4 1 0,-14-1 0,1 1 0,-9-1 0,3 5 0,-12-5 0,-3 2 0,-8-7 0,-2-2 0,-4-2 0,-4-2 0,-8 0 0</inkml:trace>
  <inkml:trace contextRef="#ctx0" brushRef="#br0" timeOffset="40">28876 17073 8912,'-19'0'0,"-2"0"0,-4 0 0,-2 0 0,6 0 0,2 2 0,10 3 0,1 7 0,-3 11 0,5 5 0,2 5 0,2 1 0,2 8 0,2-5 0,2 3 0,2-4 0,7-3 0,-2-5 0,-3-3 0,7-10 0,-3-3 0,-5-12 0,1-25 0,-8-11 0</inkml:trace>
  <inkml:trace contextRef="#ctx0" brushRef="#br0" timeOffset="41">28825 17021 8912,'-10'0'0,"25"0"0,6-6 0,19 1 0,4-9 0,2 3 0,4-4 0,4-4 0,1-2 0,2-2 0,1-8 0,-7-3 0,1-10 0</inkml:trace>
  <inkml:trace contextRef="#ctx0" brushRef="#br0" timeOffset="42">29496 18053 8912,'-16'-2'0,"5"-4"0,-2-3 0,5-7 0,0 3 0,-1 1 0,1-1 0,0-2 0,3 3 0,3 3 0,-4 1 0,4 2 0,2 8 0,10 4 0,-1 6 0,5 9 0,-7 3 0,1 3 0,0 4 0,-3-5 0,-5 1 0,0-2 0,0 6 0,0-5 0,0 1 0,0-4 0,0-4 0,0-2 0,0 1 0,0-7 0,0 0 0,-2-9 0,-3-2 0,1-9 0,-6-14 0,1-8 0,-1-7 0,6-4 0,-1-4 0,3-2 0,2 8 0,0-2 0,0 2 0,0 12 0,2-1 0,3 8 0,-3 4 0,13 7 0,-3 4 0,3 6 0,2 6 0,3 6 0,3 11 0,-4 3 0,4 9 0,-2-1 0,-2 0 0,-2 1 0,4-8 0,-11 3 0,7-7 0,-6 0 0,1-6 0,-8 0 0,1 1 0,-3-9 0,-2-3 0,0-12 0,0-5 0,0-12 0,-2-6 0,-3-3 0,3-10 0,-6 5 0,8-3 0,0 0 0,0 6 0,0-3 0,0 14 0,2 0 0,4 6 0,-1 6 0,11 1 0,3 3 0,2 7 0,-2 9 0,2 5 0,2 5 0,0 2 0,0-4 0,0 0 0,0 0 0,-6 0 0,0 1 0,0-1 0,1-6 0,-1 1 0,0-3 0,0 5 0,0-3 0,1 1 0,-1 5 0,0-8 0,0-1 0,0-8 0,1 0 0</inkml:trace>
  <inkml:trace contextRef="#ctx0" brushRef="#br0" timeOffset="43">30322 17743 8912,'-29'18'0,"0"-1"0,8 0 0,-2 0 0,-2 0 0,3 2 0,1 4 0,9-4 0,2 6 0,5-8 0,3-5 0,-4-1 0,4 3 0,2 1 0,6-4 0,0 1 0,7-8 0,-1 2 0,-3-5 0,3-1 0,-3-1 0,4-5 0,-1-6 0,-1-3 0,5-2 0,-5 0 0,-1-6 0,-6 0 0,3 2 0,1 2 0,0 1 0,-3 1 0,-5 0 0,8 0 0,-4 2 0,7 3 0,-7 5 0,11 8 0,-3 5 0,-5 4 0,9 7 0,-5 0 0,5 0 0,1 0 0,-2 1 0,-2-3 0,-1-4 0,-8-3 0,11-8 0,-5 0 0,7 0 0</inkml:trace>
  <inkml:trace contextRef="#ctx0" brushRef="#br0" timeOffset="44">30528 17623 8912,'12'6'0,"-1"1"0,4 1 0,5 2 0,2-1 0,9-3 0,-2 5 0,3 3 0,-3-1 0,-2 0 0,-1-1 0,1 1 0,-6-3 0,2 1 0,-4-7 0,-1 2 0,-9-4 0,-1-10 0,-8-1 0</inkml:trace>
  <inkml:trace contextRef="#ctx0" brushRef="#br0" timeOffset="45">30804 17520 8912,'-10'0'0,"-5"0"0,7 7 0,-3 5 0,-3 5 0,7 6 0,-3 6 0,-2 5 0,-5 6 0,0 6 0,-2 9 0,-4 3 0,4 3 0,-4-10 0,6 3 0,5-14 0,5 0 0,7-13 0,7-14 0,5-18 0,9-15 0,2-20 0,5 2 0,-5-8 0,8 0 0,-4-5 0</inkml:trace>
  <inkml:trace contextRef="#ctx0" brushRef="#br0" timeOffset="46">30924 17675 8912,'-10'0'0,"3"0"0,7 0 0,0 0 0,0 7 0,2 5 0,2 9 0,1 2 0,9 0 0,-5-6 0,1 0 0,5 0 0,-3 0 0,-5 0 0,1-1 0,-1-5 0,-5-3 0,6-8 0</inkml:trace>
  <inkml:trace contextRef="#ctx0" brushRef="#br0" timeOffset="47">30941 17313 8912,'-32'33'0,"3"-4"0,6-6 0,12-10 0,5-2 0,4-5 0,2 6 0,0-9 0,8 5 0,3-8 0,4 0 0,3 0 0,-3-8 0,-4-3 0,5-4 0,-5-3 0,-1 1 0,1 0 0,-7 0 0,2 0 0,-4-1 0,-2 1 0,-8 0 0,-2 8 0,-7 3 0,0 4 0,7 10 0,-3-5 0,7 9 0,-7-1 0,3 6 0</inkml:trace>
  <inkml:trace contextRef="#ctx0" brushRef="#br0" timeOffset="48">31285 17468 8912,'0'10'0,"-7"-3"0,-3-7 0,1 2 0,3 4 0,4 4 0,2 7 0,0 0 0,6 2 0,-1 4 0,7 2 0,-6 4 0,-1 1 0,-5-7 0,6 6 0,0-4 0,-2 1 0,-2-5 0,-4-2 0,-4-7 0,2-3 0,-7 3 0,7-12 0,-4-12 0,8-11 0,0-5 0,0-12 0,2 1 0,4-6 0,-2 6 0,7-1 0,-1 4 0,1 2 0,3 7 0,-9 4 0,9 4 0,-3 2 0,-1 7 0,1 4 0,1 6 0,-1 6 0,1 6 0,-1 3 0,6 8 0,0 0 0,-5 5 0,-1-5 0,-1 0 0,1-6 0,5 1 0,-5-1 0,-1-6 0,1 1 0,-7-8 0,11 3 0,-3-7 0,-3-7 0,3-5 0,-8-3 0,1-2 0,-1-1 0,2 1 0,-4 0 0,4 0 0,-4 0 0,-2-1 0,0 1 0,5 6 0,1-1 0,0 7 0,-6-7 0,7 8 0,-5-5 0,4 3 0,4 2 0,-1-7 0,1-3 0,5 7 0,-11-7 0,7 9 0,-5-7 0,6 6 0,-9 1 0,13-3 0,-13 6 0,7-2 0,-2 8 0,-3 6 0,1 13 0,0 0 0,2-1 0,-3-4 0,-1 5 0,8 0 0,-3 1 0,3-1 0,1-4 0,-7 4 0,5-9 0,-5-3 0,0-7 0,-14-4 0,-2-10 0</inkml:trace>
  <inkml:trace contextRef="#ctx0" brushRef="#br0" timeOffset="49">31750 17210 8912,'-10'-2'0,"5"-3"0,3 3 0,2-6 0,7 6 0,5-3 0,5 1 0,6-6 0,6 2 0,3 5 0,3-5 0,-1 2 0,1 2 0,-9 3 0,5-5 0,-8 0 0,0 0 0,-6 6 0,-2 2 0,-3 4 0,-5 4 0,-7 1 0,0 0 0,0-7 0,0 12 0,0-13 0,0 9 0,0-6 0,0 5 0,0-7 0,8 11 0,2-11 0,7 7 0,-6-5 0,1 6 0,-3-1 0,5 6 0,-3 0 0,1 1 0,-3-1 0,-3 0 0,2-5 0,-3-1 0,7-5 0,-6 5 0,1-5 0,-1 5 0,-4 1 0,4 5 0,-5-5 0,-1-1 0,0 4 0,0 4 0,0 4 0,-7 0 0,-1-6 0,-3 1 0,-5-1 0,5 0 0,-4 0 0,-3 0 0,7-1 0,-1-3 0,-1-2 0,5-7 0,1 2 0,7-12 0,7-3 0,5-8 0,3-1 0,2 1 0,8-2 0,4-4 0,-2-2 0,1-5 0,1 3 0,-2 2 0,3-3 0,-7 5 0,0 0 0,-5 5 0,-7 1 0,-1 0 0,-3 0 0,-3 0 0,-2 5 0,-2 1 0,-2 5 0,-4-5 0,3 7 0,-9-2 0,-1 4 0,-3 2 0,-1 0 0,0 0 0,0 0 0,7 8 0,-3 1 0,7 8 0,-5 3 0,5 3 0,0-4 0,6 4 0,0 1 0,0-1 0,8 0 0,3-6 0,6 1 0,6-1 0,4-6 0,8-1 0,-1-3 0,8-1 0,4-8 0,4-3 0,1-7 0,-7-18 0,6-7 0,-6-14 0</inkml:trace>
  <inkml:trace contextRef="#ctx0" brushRef="#br0" timeOffset="50">28584 11399 8912,'-18'10'0,"9"-3"0,3-7 0,12 0 0,3-2 0,11-3 0,2-5 0,7 1 0,4-7 0,3 3 0,4-8 0,0 0 0,12-8 0,-2 1 0,13-9 0,2-3 0,2-4 0,1 0 0,-8-2 0,-11 12 0,-12 9 0,-12 10 0,-14 7 0,-5 10 0,-12 4 0,-5 11 0,-12 12 0,2 3 0,-8 3 0,-2-1 0,-1-2 0,-3-3 0,1-4 0,0-8 0</inkml:trace>
  <inkml:trace contextRef="#ctx0" brushRef="#br0" timeOffset="51">28721 11038 8912,'0'-11'0,"0"-1"0,0 1 0,-2 1 0,-3 4 0,1 4 0,-8 2 0,1 10 0,-6 7 0,-2 8 0,-3 11 0,0 4 0,-9 4 0,2 8 0,-3 0 0,-3 1 0,1 2 0,0 3 0,7-7 0,4-5 0,6-8 0,5 2 0,4-11 0,16-6 0,6-11 0,7-7 0,7-5 0,12-5 0,12-5 0,3-13 0,9 0 0,-3-7 0,4 1 0,-2-4-311,0-1 1,-22 10 0,2-2 0,1 0 0,0-1 0</inkml:trace>
  <inkml:trace contextRef="#ctx0" brushRef="#br0" timeOffset="52">29909 10918 8912,'-12'0'0,"1"0"0,-1-2 0,3-4 0,-7 2 0,5-5 0,-4 1 0,5 2 0,2 6 0,8 8 0,0 3 0,6 5 0,0 1 0,-2 0 0,-2 6 0,-2 0 0,2-2 0,1-6 0,3 0 0,-2 5 0,-2 1 0,-2-10 0,0 1 0,0-7 0,0 7 0,0-8 0,0 1 0,0-10 0,0-5 0,0-7 0,0-6 0,0 0 0,0-8 0,0 3 0,0-5 0,2 5 0,3-1 0,7-2 0,1 7 0,-1 1 0,3 3 0,-3 3 0,3 6 0,2-1 0,0 9 0,1-3 0,-1 6 0,0 6 0,-6 3 0,1 8 0,-6 0 0,5 1 0,-7 5 0,2 0 0,-4-2 0,-2-2 0,0-2 0,0-6 0,0 1 0,0-7 0,0 7 0,0-10 0,0-2 0,0-10 0,0-5 0,0-2 0,0-8 0,0-4 0,1 5 0,5 1 0,-2-2 0,6 2 0,-3 2 0,7 2 0,-7 7 0,5 1 0,3 7 0,-3-2 0,-3 6 0,3 6 0,1 5 0,2 5 0,1 3 0,-3 2 0,-2 2 0,8 0 0,1-8 0,3-4 0,1 3 0,-1-8 0,8-1 0,-2-5 0,3-2 0,3-3 0,-1-7 0,0-11 0,1-4 0,-3-7 0,-3 2 0,-6 1 0,-4 2 0,-2 1 0,-7-5 0,-4 5 0,-12 3 0,-8 10 0,-7 3 0,-5 4 0,-3 8 0,0 0 0,6 0 0,-5 0 0,7 2 0,0 4 0,7 6 0,-1 3 0,5 2 0,1 0 0,3 0 0,-4 1 0,9-1 0,-5 0 0,4 0 0,2 0 0,0-7 0,0 5 0,6-11 0,-1 7 0,9-7 0,-3 2 0,12-12 0,-4 2 0,4-7 0,-2 1 0,2-1 0,-4-4 0,4 3 0,-4 3 0,-1-3 0,-1 8 0,0-1 0,0 3 0,0 2 0,1 0 0,-1 0 0,0 0 0,0 0 0,-1 2 0,-5 3 0,2-1 0,-7 8 0,8-9 0,-5 5 0,8-8 0</inkml:trace>
  <inkml:trace contextRef="#ctx0" brushRef="#br0" timeOffset="53">30855 10402 8912,'0'-10'0,"-2"-5"0,-3 4 0,3 1 0,-4-1 0,4-3 0,4 1 0,4 1 0,3 3 0,8 3 0,1 4 0,-1-4 0,0 4 0,0 2 0,0 6 0,1 0 0,-3 7 0,-4-1 0,3 5 0,-8 6 0,-3 6 0,-1-3 0,-2 1 0,0-2 0,0 4 0,-2-5 0,-3 3 0,3-6 0,-14 10 0,5-8 0,1-6 0,-1-6 0,-1 1 0,-5 5 0</inkml:trace>
  <inkml:trace contextRef="#ctx0" brushRef="#br0" timeOffset="54">31165 10247 8912,'11'-11'0,"1"-1"0,-8 6 0,1-5 0,-3 5 0,-2-5 0,0 7 0,-2-4 0,-1 10 0,-3 4 0,-2 11 0,2 12 0,5-2 0,-5 1 0,4 1 0,2 5 0,0 1 0,0-1 0,0-5 0,0-1 0,0-7 0,0 2 0,8-6 0,3-5 0,6 1 0,6-7 0,-2-8 0,8-9 0,1-5 0,3-8 0,-1-9 0,-1-7 0,-2 2 0,-8-4 0,2 2 0,-4 1 0,-2 3 0,-7 2 0,-3 7 0,-7 4 0,0 10 0,-2 3 0,-3 2 0,1 3 0,-8 5 0,9 2 0,-3 3 0,4 5 0,2 7 0,0 2 0,0 4 0,0-2 0,2 6 0,4-2 0,-3 3 0,9-5 0,-3 6 0,5-6 0,-5-2 0,-1-2 0,5-2 0,-9-5 0,8-1 0,-1-7 0,6 4 0,1-8 0</inkml:trace>
  <inkml:trace contextRef="#ctx0" brushRef="#br0" timeOffset="55">31526 9886 8912,'-17'0'0,"-6"0"0,0 0 0,2 0 0,2 8 0,2-4 0,0 7 0,-1 2 0,9-3 0,3 1 0,4-5 0,2 6 0,0-9 0,8 5 0,3-8 0,5 0 0,1 0 0,-6 0 0,1 0 0,-8 0 0,3-8 0,-7-3 0,0 1 0,0-1 0,0 7 0,0-11 0,0 13 0,0-6 0</inkml:trace>
  <inkml:trace contextRef="#ctx0" brushRef="#br0" timeOffset="56">31716 10092 8912,'17'0'0,"0"0"0,-6 0 0,1 0 0,-8-7 0,5 5 0,-3-4 0,-4 4 0,6 2 0,-8 8 0,0 3 0,0 5 0,0 1 0,0 2 0,0 2 0,0 2 0,-6 0 0,0-6 0,2 0 0,2 0 0,-5-7 0,5-3 0,-6-7 0,8-7 0,0-5 0,0-3 0,0-2 0,0-8 0,0-2 0,0-1 0,0 1 0,0 2 0,0 2 0,2 0 0,4 0 0,-4 6 0,4 6 0,3-1 0,1 3 0,7 1 0,-2 10 0,-3 4 0,1 3 0,-7 8 0,-2 1 0,5-1 0,-7 0 0,4 0 0,1 0 0,-1 1 0,0-7 0,-6 0 0,0-7 0,8 4 0,-7-8 0,9-2 0,-6-4 0,3-5 0,3-4 0,-4-3 0,5 1 0,-1-6 0,3 2 0,-1 6 0,-9-2 0,13 7 0,-7-7 0,3 7 0,-1 5 0,-7 5 0,2 5 0,1-1 0,-1 8 0,6-7 0,-5 5 0,1 0 0,0-1 0,5-5 0,-1 2 0,-5-4 0,8-2 0,-3 0 0,3 0 0,2 0 0,-5 0 0,-1-2 0,3-4 0,-7-4 0,9-7 0,-14 0 0,5 0 0,1 0 0,-6 7 0,5-5 0,-5 13 0,4-4 0,-2 4 0,6 4 0,-3 4 0,-1-4 0,0 13 0,-1-3 0,1 9 0,-6 1 0,6 1 0,0-5 0,-1-1 0,-5 2 0,0 4 0,0-10 0,0 4 0,0-3 0,0 3 0</inkml:trace>
  <inkml:trace contextRef="#ctx0" brushRef="#br0" timeOffset="57">32094 9645 8912,'-9'0'0,"1"-2"0,8-3 0,0-7 0,0 5 0,2-9 0,4 7 0,5-3 0,4 1 0,3 7 0,-1-2 0,0-3 0,0-1 0</inkml:trace>
  <inkml:trace contextRef="#ctx0" brushRef="#br0" timeOffset="58">32370 9869 8912,'0'-17'0,"0"-1"0,0 1 0,0 8 0,1 1 0,5 8 0,-2-6 0,7 1 0,-5-1 0,4 8 0,-3 4 0,1-5 0,-2 5 0,-4 4 0,13-8 0,-13 7 0,4-3 0,-4-4 0,3 7 0,1-3 0,7-4 0,-1 4 0,-3 1 0,3-1 0,-1 8 0,1-11 0,-1 9 0,1-6 0,5 5 0,-6-1 0,1 1 0,-6 4 0,3-1 0,-1 7 0,-2-2 0,-6 4 0,-2 3 0,-4 1 0,-5 2 0,-5-1 0,-1 1 0,-2 4 0,-2-3 0,-2-1 0,0-8 0,6 9 0,0-7 0,1-5 0,5-7 0,-5-7 0,7 3 0,1-16 0,8-8 0,8 0 0,9-16 0,0 4 0,2 3 0,3-3 0,2-2 0,3-1 0,4-2 0,-6-8 0,13 5 0,-4-3 0,6-4 0,1-2 0,-5 4 0,4 0 0,-4 0 0,-9 12 0,-4-5 0,-6 12 0,-5 0 0,-7 12 0,-10 5 0,-5 6 0,-7 6 0,-6 11 0,0 12 0,-6 3 0,6 3 0,1-1 0,4 0 0,1 1 0,2-3 0,3-1 0,5-4 0,-1-3 0,6 7 0,-6-12 0,8 4 0,8-11 0,4-7 0,3-3 0,2-2 0,8-2 0,4-3 0,5-7 0,6-11 0,-2-4 0,8-7 0,-7-6 0,1 0 0,-4 2 0,-3 1 0,-3 3 0,-5 1 0,-6 5 0,2-5 0,-17 20 0,7-4 0,-7 11 0,4-2 0,-8 10 0,0 4 0,0 5 0,0 5 0,0 1 0,2 0 0,4 0 0,3 1 0,8-1 0,1-6 0,-1 1 0,2-3 0,2 5 0,2-3 0,7-7 0,-10 3 0,20-7 0,-4 0 0</inkml:trace>
  <inkml:trace contextRef="#ctx0" brushRef="#br0" timeOffset="59">13388 8545 8912,'2'11'0,"4"1"0,-4-8 0,6-4 0,-7-10 0,5 1 0,-2-7 0,8 5 0,-7-2 0,7 1 0,-8 3 0,3 5 0,1-2 0,-6 0 0,5 4 0,-7-3 0,2 3 0,4-4 0,-4 4 0,6 2 0,-8 0 0,7 0 0,-5 2 0,6 2 0,-1 1 0,-5 1 0,8-4 0,-4 4 0,-3-4 0,9 4 0,-6-3 0,5 1 0,3 2 0,1 7 0,2-11 0,0 4 0,0-4 0,1 4 0,-1-1 0,2-1 0,4-2 0,-4 6 0,6-6 0,-8 3 0,0-3 0,1 6 0,-1-6 0,0 3 0,0-3 0,0-2 0,1 0 0,1 2 0,2 2 0,2 2 0,0 0 0,-6-6 0,0 0 0,0 0 0,2 0 0,2 0 0,2 0 0,0 0 0,-4 0 0,2-2 0,2-4 0,8 4 0,-12-6 0,4 8 0,-4 0 0,-2 0 0,1 0 0,-1-5 0,0-1 0,0 2 0,0 2 0,1 2 0,-1 0 0,0 0 0,0 0 0,0 0 0,1 0 0,-1 0 0,0 0 0,2 0 0,4 0 0,-4 0 0,6-6 0,-8 1 0,1 1 0,5 2 0,-1 2 0,0 0 0,-3 0 0,-2-8 0,0 6 0,0-3 0,0 3 0,1 2 0,-1 0 0,0 0 0,0 0 0,-5 0 0,-1 0 0,1 0 0,5 0 0,0 0 0,-5 0 0,-1 0 0,1 0 0,-1 0 0,0 0 0,-5 0 0,6 0 0,-1 0 0,6 0 0,1 0 0,-1 0 0,0 0 0,0 0 0,0 0 0,1 0 0,-1 0 0,0 0 0,0 0 0,0 0 0,-5 0 0,-1 0 0,3 0 0,1 0 0,2 0 0,-7 0 0,5-8 0,-5 6 0,1-5 0,1 7 0,-7 0 0,7 0 0,-6 0 0,5 0 0,1-6 0,5 0 0,0 0 0,-7 6 0,5 0 0,-13 0 0,5 0 0,-7 0 0,0 0 0,-7 0 0,5 8 0,-6 4 0,1 3 0,-11 2 0,-8 0 0</inkml:trace>
  <inkml:trace contextRef="#ctx0" brushRef="#br0" timeOffset="60">22836 8769 8912,'-12'0'0,"1"0"0,5 0 0,-5 0 0,7 0 0,-11 0 0,11 0 0,-8 0 0,9-2 0,-3-4 0,2 4 0,-2-4 0,4 2 0,-3-1 0,3 3 0,2-6 0,7 8 0,-3 0 0,8 0 0,1 0 0,4 0 0,6 0 0,4 0 0,7 0 0,6 0 0,4 0 0,6 0 0,9 0 0,6 0 0,4 0 0,0 0 0,0 0 0,-8 0 0,2-6 0,-9 1 0,-5 1 0,-8 2 0,-7 2 0,-9 0 0,0 0 0,-14 0 0,12 0 0,-11 0 0,3 0 0,2 0 0,-5 0 0,-1 0 0,-7 0 0,2 0 0,-12 0 0,4 0 0,-13 0 0,3 0 0,-3 0 0,-2 0 0,0-6 0,-3 0 0,-3 3 0,4 1 0,-4 2 0,-3 0 0,-1 0 0,-8 0 0,-1 0 0,-2 0 0,-2 0 0,-8 0 0,2 0 0,-9 5 0,-3 1 0,-7 8 0,10-11 0,-8 9 0,7-8 0,-1 1 0,7 3 0,8-2 0,10-2 0,5-2 0,4-2 0,6 0 0,7 0 0,4 0 0,12 0 0,-2 0 0,7 0 0,1 0 0,5 0 0,2 0 0,4 0 0,4 0 0,7 0 0,8 0 0,4 0 0,10 0 0,3 0 0,2-2 0,4-4 0,-4 4 0,2-4 0,4-1 0,2 1 0,-2-6 0,-9 7 0,-11-7 0,5 6 0,-12-1 0,0 1 0,-11 4 0,-6-5 0,-4 1 0,-2 0 0,-7 0 0,-4 6 0,-12 0 0,-4-7 0,-9 5 0,-2-4 0,-2 4 0,-7 2 0,1 0 0,2 0 0,-2 0 0,8 0 0,-5 0 0,5 0 0,-2 0 0,0 6 0,5 0 0,-1-3 0,-4-1 0,4-2 0,-4 0 0,2 6 0,-2 0 0,4 0 0,-4-6 0,-2 5 0,2 1 0,-7 7 0,9-9 0,-8 6 0,-1-1 0,-3 1 0,1-4 0,3 3 0,6 1 0,4-3 0,2 1 0,1 0 0,5-3 0,3-3 0,18 6 0,5-8 0,6 0 0,2 0 0,0 0 0,2 0 0,2 0 0,1 0 0,7 0 0,-1-2 0,1-4 0,-1 4 0,0-5 0,1 7 0,-1 0 0,1 0 0,-1-6 0,0 0 0,-1 2 0,-2 3 0,-3 1 0,-7 0 0,4 0 0,-10 1 0,-5 5 0,-10 6 0,-15 3 0,-12 2 0</inkml:trace>
  <inkml:trace contextRef="#ctx0" brushRef="#br0" timeOffset="61">13354 11244 8912,'17'0'0,"-5"-2"0,-1-3 0,-7-5 0,4-5 0,-3 1 0,1 3 0,2 5 0,-3-5 0,5 5 0,7-5 0,0 7 0,-5-4 0,-1 8 0,1 0 0,5 0 0,0 0 0,0 0 0,1 0 0,-1 0 0,0 0 0,2-2 0,2-2 0,2-1 0,8-1 0,-4 6 0,9-2 0,4-4 0,-4 4 0,6-5 0,-7 7 0,-1 0 0,1 0 0,-1 0 0,0 2 0,1 3 0,-6-1 0,-3 6 0,1-1 0,0 1 0,-6-6 0,10 9 0,-9-7 0,7 0 0,-6-6 0,8 0 0,-3 0 0,5 0 0,1 0 0,1-2 0,-1-2 0,1-2 0,-3-2 0,-1 5 0,-5-3 0,-1 2 0,6 2 0,-6 2 0,3-2 0,-5-3 0,4 3 0,-6-6 0,8 8 0,1 0 0,3 0 0,1-2 0,1-2 0,-1-1 0,1-1 0,-1 0 0,0 0 0,1 1 0,-1-3 0,-5 6 0,0-4 0,1 4 0,3 2 0,-7 0 0,-3 0 0,2 0 0,0 0 0,0 0 0,0 0 0,-4 0 0,-2 0 0,-2 0 0,2 0 0,4 0 0,-4 0 0,6 0 0,-8 0 0,1 0 0,-1 0 0,6 0 0,0 0 0,0 0 0,-6 0 0,0 0 0,2 0 0,4 0 0,-4 0 0,6 0 0,-8 0 0,6 0 0,0 0 0,0 0 0,-6 0 0,3 0 0,3 0 0,-4-2 0,4-1 0,-4-3 0,-2 0 0,0 6 0,0 0 0,1 0 0,-1 0 0,0 0 0,0 0 0,0 0 0,1-7 0,5 5 0,-1-4 0,1 4 0,-5 2 0,1 0 0,4 0 0,-4-2 0,4-4 0,2 4 0,-1-3 0,1 3 0,0 2 0,4-2 0,-4-2 0,1-2 0,-4 1 0,8 5 0,-7 0 0,-2 0 0,6 0 0,-8-2 0,4-2 0,-4-2 0,-2 2 0,2 2 0,4 2 0,-4 0 0,4 0 0,-3 0 0,-7 0 0,4 0 0,-4 0 0,12 0 0,-7 0 0,-1 0 0,0 0 0,0 0 0,0 0 0,-7 0 0,5 0 0,-3 0 0,3 0 0,2 0 0,0 0 0,1 0 0,-1 0 0,0 0 0,0 0 0,0 0 0,1 0 0,7 0 0,-6 0 0,4 0 0,-4 0 0,-2 0 0,0 0 0,0 0 0,1 0 0,-1-1 0,0-3 0,0-2 0,0 2 0,8 2 0,-6 2 0,4 0 0,-4 0 0,-1 0 0,-1 0 0,0 0 0,0 0 0,-7 0 0,5 0 0,-11 0 0,7 0 0,-7 0 0,4 0 0,-8 0 0,8 0 0,-5 0 0,9 0 0,-6 0 0,5 0 0,-5 0 0,5 0 0,-7 0 0,6-2 0,-5-3 0,-3 3 0,6-6 0,-8 8 0,0 0 0,-8 8 0,-1 1 0,-8 8 0</inkml:trace>
  <inkml:trace contextRef="#ctx0" brushRef="#br0" timeOffset="62">18947 11141 8912,'-12'6'0,"1"0"0,-3-3 0,7 1 0,1 2 0,4-4 0,10 4 0,3-12 0,3 2 0,-1-5 0,-2 1 0,-5-5 0,6 1 0,-1-3 0,4-2 0,-3-1 0,3 9 0,-13-6 0,8 13 0,-5-4 0,-3 2 0,4-2 0,-4 4 0,-2-5 0,0 7 0,0 0 0,8 0 0,-6 0 0,7 0 0,-3 0 0,-2 0 0,7 0 0,3 0 0,1 0 0,2 0 0,0 0 0,2 0 0,4 0 0,-4 6 0,4-1 0,4 1 0,2-6 0,1 6 0,-1-1 0,4 1 0,-5-6 0,5 0 0,1 0 0,1 0 0,-1 0 0,0 0 0,1 0 0,-1 0 0,1 0 0,-1-2 0,1-3 0,-7 3 0,1-4 0,-6 4 0,4 2 0,-3 0 0,-1 0 0,-5 0 0,-1 0 0,0 0 0,0 2 0,0 2 0,3 1 0,3-1 0,-4-2 0,7 0 0,-3 2 0,6 2 0,-4-1 0,7-5 0,-3 0 0,4 0 0,1 0 0,0 0 0,3 0 0,3 0 0,-4 0 0,4 0 0,-3 0 0,-3 0 0,1 0 0,-3 0 0,-1 0 0,-3 0 0,1 0 0,-2 0 0,-4 0 0,-4 0 0,6 0 0,-4 0 0,6 0 0,-3 0 0,7-2 0,-2-1 0,3-3 0,3 0 0,-1 6 0,2-6 0,4 1 0,-3-3 0,3 2 0,2 3 0,-2-9 0,-2 6 0,-9-5 0,4 5 0,-7-3 0,1 1 0,6 2 0,-14 0 0,4-1 0,-4-1 0,-2 1 0,0-1 0,0 4 0,1-2 0,1-7 0,4 2 0,0 1 0,11-1 0,-3-1 0,13-7 0,-6-2 0,2-2 0,8 0 0,-4 6 0,0-2 0,-4-4 0,-4 4 0,-3-6 0,-3 6 0,-1-4 0,-8 4 0,4-6 0,-10 8 0,-3 0 0,3-1 0,-11 1 0,7 0 0,-7 0 0,4-2 0,-2-2 0,-1-2 0,3-6 0,-2 6 0,-3-7 0,9 1 0,-6-4 0,5-1 0,-7 0 0,2-1 0,-4 1 0,5 0 0,-5-1 0,4-1 0,-4-4 0,-2 3 0,0-5 0,0 8 0,0-2 0,0-4 0,-2 1 0,-2-5 0,-2 2 0,1 2 0,-1 0 0,0 0 0,-7 0 0,1 6 0,1-1 0,-4 3 0,-5 1 0,1 3 0,-6 7 0,3-2 0,0 3 0,3 3 0,-4 0 0,0 0 0,2 0 0,2 7 0,2-5 0,0 3 0,0-3 0,-1-2 0,1 2 0,0 3 0,-8-3 0,6 5 0,-4-7 0,-4 0 0,-1 0 0,-5 0 0,-1-1 0,-1 1 0,1 0 0,0 2 0,1 1 0,4 3 0,-3-1 0,13 1 0,-4 1 0,4 3 0,1-7 0,1 11 0,0-7 0,0 2 0,0 1 0,-1 3 0,1-2 0,8 0 0,-12 5 0,3-5 0,-3 4 0,4-4 0,-6 2 0,-2 1 0,-1-3 0,3 0 0,-4 6 0,0 0 0,0 0 0,6-8 0,-11 7 0,5-5 0,0 4 0,-5 2 0,11-2 0,-8-2 0,-2-2 0,-1 1 0,3 5 0,2-2 0,3-4 0,-7 4 0,4-5 0,-7 7 0,5 0 0,2 0 0,1 0 0,-1 0 0,-4 0 0,-1 0 0,5 0 0,4 0 0,4 0 0,-6 0 0,6 0 0,-4 0 0,4 0 0,2 0 0,-1 0 0,1 0 0,0 0 0,0 0 0,0 0 0,-1 0 0,1 0 0,-6 5 0,0 1 0,-2 0 0,2-6 0,2 2 0,-5 1 0,1 3 0,-6 0 0,12-4 0,-6 2 0,0 1 0,6 3 0,-4-4 0,4 2 0,2-3 0,-8-1 0,6 4 0,-4 0 0,4-2 0,2-3 0,0-1 0,-1 6 0,1 0 0,0 0 0,-6-4 0,-2 1 0,-2 3 0,6 0 0,-9 0 0,3 1 0,-4 1 0,-5 0 0,-2 3 0,3-5 0,1 7 0,0-1 0,-1-3 0,3 1 0,3-3 0,-4 7 0,14-11 0,-4 7 0,4-2 0,2 3 0,0-5 0,0 0 0,-1 1 0,1-5 0,0 12 0,0-9 0,0 9 0,-1-12 0,3 5 0,4 1 0,-5-6 0,12 5 0,-7-7 0,7 0 0,-5 6 0,3 0 0,2 1 0,-7-1 0,5-2 0,-6 7 0,1-7 0,-6 12 0,-1-5 0,1 4 0,0 3 0,-2-1 0,-4 0 0,4 0 0,-6-2 0,0-3 0,8 3 0,0-3 0,0-5 0,13 7 0,-8-9 0,8 3 0,-1-2 0,3-4 0,-6 13 0,6-13 0,-5 13 0,5-3 0,-4 3 0,4 2 0,-8 0 0,5 0 0,3 1 0,-6-1 0,8 0 0,0 0 0,-7 8 0,5-4 0,-4 6 0,4-2 0,2-2 0,0 1 0,-2 3 0,-4 0 0,4 0 0,-3-6 0,3 3 0,2 3 0,0-6 0,0 10 0,0-8 0,0 0 0,0-6 0,0 0 0,0 0 0,0 0 0,0 1 0,0-1 0,0 0 0,0 0 0,0 0 0,0 1 0,0-1 0,0 0 0,5 0 0,1 2 0,-2 2 0,-2 2 0,-2 0 0,0 0 0,0 0 0,0 8 0,0-3 0,0-1 0,0 0 0,0-2 0,0 5 0,0-9 0,0 8 0,0-8 0,0 2 0,0-4 0,0-2 0,0 0 0,0 0 0,0-5 0,0-1 0,0 1 0,6-1 0,-1 1 0,1-1 0,0 6 0,0 1 0,-1-1 0,-3 0 0,4 0 0,-4 0 0,7 0 0,-3 1 0,4-1 0,1 0 0,1 0 0,-8-5 0,1-1 0,5-7 0,-6 9 0,7-5 0,3 2 0,-7-7 0,3 5 0,-5-8 0,-3 0 0,8 0 0,-4 0 0,-4 8 0,13-6 0,-4 3 0,5-3 0,-5 0 0,1 2 0,1 2 0,2-1 0,2-3 0,1 2 0,-1 2 0,0 0 0,0-6 0,1 2 0,-1 3 0,0-3 0,0 6 0,0-8 0,1 0 0,-9 7 0,6-5 0,-3 4 0,3-4 0,2-2 0,-5 0 0,-1 0 0,3 0 0,1 0 0,2 0 0,-7 0 0,5 0 0,-11 0 0,7 0 0,-7 0 0,12 8 0,-15-6 0,15 5 0,-14-7 0,7 0 0,-3 0 0,-4 0 0,6 0 0,-8 0 0,0 0 0,7 0 0,-5 0 0,6 0 0,-8 0 0,0 0 0,7 0 0,-5 0 0,6 0 0,-8 0 0,0 0 0,0 8 0,-8 1 0,-1 9 0,-8-1 0</inkml:trace>
  <inkml:trace contextRef="#ctx0" brushRef="#br0" timeOffset="63">13354 10024 8912,'0'-12'0,"0"1"0,-2-1 0,-4 3 0,4-1 0,-5 6 0,1-3 0,0-3 0,-7 4 0,1-5 0,3 7 0,-3-2 0,1 4 0,-6 2 0,-1 0 0,1 0 0,6 0 0,-1 0 0,1 2 0,-6 4 0,5-2 0,1 7 0,-1-7 0,-5 2 0,6-4 0,-1-2 0,-1 0 0,5 0 0,-7 0 0,13 0 0,-6 0 0,8-2 0,0-4 0,0-3 0,0-9 0</inkml:trace>
  <inkml:trace contextRef="#ctx0" brushRef="#br1" timeOffset="64">13147 9783 8912,'-11'-12'0,"-2"3"0,-1-1 0,1 1 0,3-5 0,3-3 0,1-4 0,0-2 0,0 0 0,6 6 0,0 0 0,0 0 0,2-6 0,2 0 0,2 2 0,-2 2 0,-2 2 0,-2-1 0,0 1 0,-8 0 0,0 0 0,-3 0 0,3-1 0,8 1 0,0 0 0,0 6 0,0-1 0,0 8 0,0-3 0,0 7 0,0 7 0,-6 3 0,1 7 0,1 0 0,-4 0 0,2 3 0,3 1 0,1 1 0,-6 1 0,6 2 0,-5-13 0,7 3 0</inkml:trace>
  <inkml:trace contextRef="#ctx0" brushRef="#br1" timeOffset="65">12993 9663 8912,'-8'34'0,"4"8"0,-7 4 0,-1 3 0,-5 3 0,0 2 0,0 3 0,1-6 0,3 3 0,3-8 0,3-4 0,1 6 0,0-10 0,0 6 0,3-2 0,1-2 0,2-6 0,-6 8 0,0 4 0,-7-4 0,11 2 0,-4-6 0,4 2 0,-3 6 0,-1-6 0,2-3 0,2-7 0,2-5 0,0-8 0,0 0 0,0 1 0,0-7 0,0 1 0,0-9 0,0 13 0,0-14 0,6 7 0,0-3 0,-1-4 0,-5 5 0,8 1 0,-4-6 0,7 4 0,1 3 0,-1-5 0,1 8 0,-1-9 0,6 5 0</inkml:trace>
  <inkml:trace contextRef="#ctx0" brushRef="#br1" timeOffset="66">12975 11072 8912,'19'6'0,"4"0"0,4 7 0,6-11 0,-3 6 0,-1-1 0,-2-5 0,1 4 0,5-4 0,-6-2 0,7-2 0,1-2 0,-1-1 0,0 1 0,-5-4 0,0 2 0,-3 1 0,3 5 0,4 0 0,-5 0 0,5 0 0,1 0 0,3 0 0,1 1 0,4 3 0,2 2 0,-6 0 0,10 0 0,-8-1 0,-2-1 0,4-2 0,-1-2 0,1 0 0,-2 0 0,-4 0 0,4 0 0,-2 0 0,3 0 0,-3 0 0,8 0 0,0 0 0,-2 0 0,5 0 0,-10 0 0,5 0 0,-2 0 0,-2 0 0,-6 0 0,1 0 0,-1 0 0,6 0 0,0 0 0,2-6 0,-1 1 0,-3-3 0,8 4 0,0-2 0,-2 2 0,-18-5 0,-10-1 0</inkml:trace>
  <inkml:trace contextRef="#ctx0" brushRef="#br1" timeOffset="67">15419 11055 8912,'19'0'0,"4"0"0,4 0 0,7 0 0,-5 0 0,0 0 0,-1 0 0,9 0 0,1 0 0,2 0 0,2-2 0,-2-3 0,4 3 0,8-4 0,-1 4 0,1 2 0,-2-2 0,-2-2 0,-4-1 0,-2 1 0,-2 2 0,-8-4 0,-3 0 0,-6 3 0,-4 1 0,-2 2 0,0 0 0,1 0 0,-1 0 0,0 0 0,2 0 0,4 0 0,6 0 0,3 0 0,3 0 0,-1 0 0,2 0 0,5 0 0,-5 0 0,12 0 0,-8 0 0,-4 0 0,-3 0 0,-5 0 0,1 0 0,6 0 0,-9 0 0,-3 0 0,-2-2 0,2-4 0,-2 4 0,8-4 0,-8-3 0,10 7 0,-8-6 0,-2 1 0,-2 5 0,-2-4 0,0 4 0,0 2 0,1-8 0,-1 6 0,0-3 0,0 3 0,-5 2 0,-1 0 0,1-2 0,5-4 0,-8 4 0,7-5 0,-5 7 0,4 0 0,3 0 0,-3-2 0,-4-4 0,5 4 0,-13-6 0,9 8 0,-6 0 0,5 0 0,1-7 0,5 5 0,0-4 0,-2 2 0,-1 1 0,-3-3 0,3 2 0,1-4 0,2 3 0,0-3 0,1 2 0,-1 4 0,0-3 0,0-3 0,0 2 0,6 0 0,0 6 0,0-5 0,-6-1 0,1 2 0,-1 2 0,0-5 0,0 5 0,0-4 0,1-4 0,5 9 0,0-7 0,-2 0 0,-2 6 0,-2-7 0,0 5 0,0-2 0,1 2 0,-1 3 0,0 1 0,-6-6 0,1 0 0,-1 0 0,-1 4 0,-4-3 0,3 3 0,-7-8 0,4 4 0,-4 5 0,-2-9 0,0 4 0,0 4 0,6-7 0,-1 3 0,-1-5 0,-2-5 0,-2-1 0,0 0 0,6-6 0,-1 0 0,-1 2 0,0-4 0,0 0 0,2-1 0,-3-5 0,-1-1 0,4-3 0,0 1 0,-2-1 0,-2 1 0,0 0 0,1 1 0,3 5 0,0-5 0,-6 12 0,0-6 0,0 3 0,0 1 0,0 5 0,0 1 0,-6 0 0,0 0 0,1-6 0,5 0 0,-6 0 0,0 6 0,0 0 0,6-2 0,0-4 0,0 4 0,0-6 0,0 8 0,0-1 0,0 1 0,0-2 0,0-2 0,0-2 0,0 0 0,0 4 0,0-2 0,0-2 0,0 0 0,-2 6 0,-1 0 0,-3 0 0,0-1 0,4 3 0,-3 4 0,1-3 0,-8 9 0,7-7 0,-7 6 0,1-7 0,-7 11 0,1-4 0,0 4 0,0 2 0,-2 0 0,-2-1 0,-2-5 0,-8 4 0,10-6 0,-8 8 0,-1 0 0,-3 0 0,5 0 0,-1 0 0,0 0 0,-5 0 0,-1 0 0,1 0 0,0 0 0,-1 0 0,-7 0 0,-4 0 0,-4 0 0,-1 0 0,-7 0 0,-1 0 0,-2 0 0,-2 0 0,-4 0 0,4 0 0,4 0 0,7 0 0,4 6 0,-3 0 0,8-1 0,-8-5 0,3 0 0,-4 0 0,1 0 0,-8 0 0,3 0 0,-5 0 0,0 0 0,0 0 0,3 0 0,-5 0 0,8 0 0,-3 0 0,7 0 0,3 0 0,2 0 0,8 0 0,-2 0 0,3 0 0,3 0 0,-1 0 0,7 0 0,-1 0 0,-2 0 0,7-7 0,-9 5 0,4-4 0,-3 4 0,-3 2 0,1 0 0,0 0 0,-1 0 0,1 0 0,-3 0 0,-3 0 0,2 0 0,-8 0 0,6 0 0,-6 0 0,-2 0 0,1 0 0,-1 0 0,4 0 0,2 0 0,2 0 0,-1 0 0,1 0 0,2 0 0,9 0 0,-1 0 0,5 0 0,-2 0 0,6 0 0,-10 0 0,8 0 0,2 0 0,-5 0 0,-3 0 0,-4 0 0,-1 6 0,0 0 0,-1-1 0,1-5 0,-1 0 0,7 0 0,-1 0 0,8 0 0,-4 0 0,8 0 0,-6 0 0,0 0 0,2 0 0,2 0 0,2 0 0,-1 0 0,1 0 0,0 0 0,-2 0 0,-4 0 0,2 0 0,-8 0 0,1 2 0,-7 2 0,1 2 0,7 0 0,-4-1 0,7 1 0,-3-2 0,6 4 0,-2-3 0,4-1 0,1-2 0,1-2 0,-8 0 0,1 6 0,-5-1 0,4 1 0,8-6 0,-2 0 0,-2 0 0,-2 0 0,2 2 0,2 4 0,1-4 0,-5 5 0,0-7 0,1 8 0,4-6 0,1 4 0,6-4 0,-1-2 0,6 2 0,-5 3 0,-1-3 0,-5 4 0,0-4 0,0 5 0,5-5 0,1 4 0,-8 4 0,-4-7 0,-2 7 0,8-2 0,3 5 0,-3-11 0,0 4 0,5 1 0,1-1 0,7 0 0,-3-6 0,7 0 0,0 0 0,7 0 0,-5 0 0,6 0 0,-8 0 0,0 7 0,0-5 0,0 6 0,0-8 0,0 0 0</inkml:trace>
  <inkml:trace contextRef="#ctx0" brushRef="#br1" timeOffset="68">13010 9645 8912,'0'18'0,"0"-1"0,-2 2 0,-2 2 0,-2 2 0,1 7 0,-3 3 0,-4 11 0,-5 7 0,-6 14 0,-3 12 0,9-32 0,-1 1 0,-6 5 0,-2 2 0,0 3 0,-1 0 0</inkml:trace>
  <inkml:trace contextRef="#ctx0" brushRef="#br1" timeOffset="69">1033 9955 8912,'-12'-21'0,"1"4"0,-1 1 0,1 3 0,1 0 0,2 1 0,-3 10 0,5 2 0,2 10 0,2 5 0,2 10 0,0 2 0,0 1 0,0 1 0,0 2 0,8 1 0,0 0 0,5-1 0,-1-4 0,1-2 0,-3-2 0,-1-6 0,-1 0 0,3 0 0,-3-2 0,1-3 0,-5-5 0,12-7 0,-7-1 0,8-5 0,-5 0 0,-1-11 0,5 9 0,1-9 0,4 4 0,-10-3 0,5 5 0,1 5 0,0 4 0,0 2 0,0 0 0,-7 8 0,5 3 0,-5 10 0,-1 2 0,7 0 0,-9-6 0,7 1 0,-3-1 0,1-2 0,5-3 0,0-7 0,0-3 0,-1-9 0,-3-7 0,-2-7 0,1 2 0,-1-13 0,1 3 0,-8-3 0,1-3 0,-3 1 0,-2 1 0,0 5 0,0 5 0,-7 6 0,-5 5 0,-3 4 0,0 10 0,3 4 0,6 6 0,5 3 0,1 2 0,0 0 0,0 0 0,7 1 0,3-1 0,15 0 0,1 0 0</inkml:trace>
  <inkml:trace contextRef="#ctx0" brushRef="#br1" timeOffset="70">1927 10127 8912,'-9'-8'0,"-6"6"0,3-5 0,-11 7 0,4 0 0,-4 0 0,-2 0 0,2 0 0,2 0 0,2 0 0,8 1 0,1 5 0,2 6 0,3 3 0,5-4 0,0 1 0,2-6 0,3 3 0,7-1 0,3-2 0,4-6 0,2 0 0,2 0 0,0-2 0,-6-4 0,1-4 0,-1 1 0,-8-6 0,7 11 0,-5-8 0,-1 3 0,1-3 0,-5-1 0,5 7 0,-7-7 0,11 3 0,-13 1 0,6 1 0,-6 8 0,4 0 0,-3 6 0,9-1 0,-8 1 0,11-6 0,-3 0 0,-5 0 0,8 0 0,-3 0 0,3 0 0,2 0 0,-5 0 0,-1 0 0,1-2 0,-3-3 0,7 3 0,-5-4 0,-3 2 0,-2-2 0,3 4 0,-7-5 0,8 7 0,-5 0 0,-3 2 0,4 3 0,-2 5 0,2 7 0,-5-5 0,7-3 0,0-1 0,-6-2 0,7-1 0,-3 1 0,4 0 0,7-6 0,0-2 0,0-4 0,-7-3 0,5-9 0,-5-1 0,-1-4 0,5-1 0,-9-9 0,-1 1 0,-2-5 0,-2-1 0,0 4 0,0-1 0,0 3 0,0 3 0,0 4 0,0 8 0,0 0 0,0 7 0,0 7 0,0 12 0,0 8 0,0 18 0,0-1 0,0 4 0,0 4 0,0-3 0,0 4 0,0-1 0,0-1 0,0-7 0,0 0 0,0 1 0,8-8 0,-6 3 0,3-7 0,-3-8 0,-9-7 0,-3-8 0</inkml:trace>
  <inkml:trace contextRef="#ctx0" brushRef="#br1" timeOffset="71">2323 10006 8912,'-17'0'0,"0"0"0,0 0 0,7 0 0,2 0 0,8 0 0,10 0 0,9 0 0,14 0 0,9-7 0,11 3 0,3-6 0,1 3 0,8-7 0,-4-3 0,8-10 0</inkml:trace>
  <inkml:trace contextRef="#ctx0" brushRef="#br1" timeOffset="72">3442 9491 8912,'-17'0'0,"-1"0"0,9-8 0,-7 6 0,15-6 0,-7 18 0,8 7 0,6 2 0,1 10 0,3 0 0,3-3 0,-5 7 0,5-6 0,-7 7 0,-2 0 0,5 8 0,-7-5 0,4 3 0,-8-4 0,-9-2 0,-3 1 0,-14-3 0,-3-3 0,0-6 0,1-12 0,1-5 0,-1-4 0,-3-2 0,6-2 0,4-4 0,12-9 0,5-8 0,4-2 0,2 4 0,0-2 0,8-5 0,3 3 0,5-2 0,7 4 0,-1-5 0,7 5 0,-4-4 0,2 2 0,1 2 0,1 6 0,0 0 0,-2 5 0,1 1 0,5 7 0,-5-2 0,5 4 0,1 2 0,-7-5 0,-2-1 0,-2 2 0,0 2 0,-2 4 0,-10 4 0,-3-4 0,-8 7 0,0-3 0,0 5 0,-8 5 0,1 1 0,-7 0 0,3 0 0,-2 1 0,5-1 0,-5 0 0,7 0 0,0 0 0,6-5 0,2-3 0,4-1 0,3-10 0,3-2 0,-1-7 0,1-6 0,5-6 0,-2-2 0,-3 2 0,1 4 0,-7-4 0,5 4 0,-5 2 0,0 7 0,-14 2 0,6 10 0,-4 4 0,4-4 0,10 6 0,2-8 0</inkml:trace>
  <inkml:trace contextRef="#ctx0" brushRef="#br1" timeOffset="73">4285 9559 8912,'-25'10'0,"-2"-2"0,-7-8 0,7 0 0,4 0 0,4 0 0,2 1 0,0 5 0,-1 6 0,9 3 0,1 4 0,8 4 0,0-2 0,0 8 0,2-8 0,4 4 0,5-1 0,5-5 0,1 4 0,0-4 0,0-1 0,0-1 0,1-6 0,-1 1 0,0-8 0,0 11 0,-5-13 0,-1 4 0,-7-5 0,2 1 0,-12 4 0,-5-4 0,-12 4 0,2 1 0,-8-1 0,6 2 0,-6-3 0,6-1 0,-5 8 0,12-8 0,1-1 0,7-5 0,10-3 0,14-16 0,10 2 0</inkml:trace>
  <inkml:trace contextRef="#ctx0" brushRef="#br1" timeOffset="74">4491 9697 8912,'-17'17'0,"0"-5"0,0-1 0,5 1 0,1 5 0,5 2 0,-5 4 0,7-4 0,-2 4 0,4-2 0,2 2 0,2-8 0,4 4 0,5-4 0,5-7 0,1 2 0,0-5 0,0 1 0,0-6 0,1-8 0,-1-3 0,-2-4 0,-3-3 0,-5 1 0,-7 0 0,0-2 0,0-4 0,-2 4 0,-3-4 0,-7 4 0,-9 7 0,-2 1 0,2 0 0,2 1 0,2 2 0,0 3 0,-1-1 0,1 2 0,8 2 0,1 2 0,8 0 0,0-8 0,0-1 0</inkml:trace>
  <inkml:trace contextRef="#ctx0" brushRef="#br1" timeOffset="75">4939 9439 8912,'-12'0'0,"1"0"0,-2 0 0,-3-8 0,-1 6 0,0-3 0,2 5 0,1 7 0,3 11 0,1 6 0,-1 13 0,5 3 0,4 6 0,2-4 0,0 7 0,0-3 0,2 8 0,4-3 0,-3 3 0,9-14 0,-2-2 0,3-9 0,-2-6 0,1-12 0,5-11 0,0-9 0</inkml:trace>
  <inkml:trace contextRef="#ctx0" brushRef="#br1" timeOffset="76">5042 9645 8912,'0'-9'0,"0"1"0,0 8 0,0 2 0,0 4 0,0 5 0,0 5 0,2 6 0,4 1 0,-2 8 0,7-2 0,2 1 0,1 1 0,-3-3 0,5-7 0,-9 4 0,5-8 0,3-1 0,-3-5 0,-3-3 0,3-8 0,-9-8 0,5-5 0,-2-8 0,-1-8 0,9-3 0,-10-3 0,5 1 0,-1 0 0,5-1 0,-3 1 0,7-8 0,0-2 0</inkml:trace>
  <inkml:trace contextRef="#ctx0" brushRef="#br1" timeOffset="77">5438 9714 8912,'-8'17'0,"6"1"0,-13-9 0,13 6 0,-13-13 0,13 6 0,-4-8 0,12 2 0,5 2 0,5 1 0,1-1 0,8-2 0,2-4 0,7-4 0,0-5 0,1 3 0,-1-7 0,1 4 0,-7-7 0,1-5 0,-14 4 0,1-4 0,-7 4 0,-5 2 0,-10 6 0,-5-1 0,-12 8 0,-6-1 0,-3 9 0,-3 1 0,-1 14 0,-4-1 0,5 10 0,-1 1 0,5 3 0,8 5 0,-3 3 0,3 4 0,7 0 0,7 5 0,18-12 0,9 3 0,8-4 0,22-9 0,6-4 0,17-12 0,3-5 0,-11-4 0,19-18 0,-11-3 0</inkml:trace>
  <inkml:trace contextRef="#ctx0" brushRef="#br1" timeOffset="78">2495 10591 8912,'-7'10'0,"-3"-3"0,-7-7 0,0 0 0,7-2 0,6-3 0,8-7 0,0 3 0,9-3 0,6-1 0,8-3 0,2-1 0,3-2 0,7-2 0,3-2 0,-2-2 0,6 2 0,0 4 0,3-2 0,-3 8 0,-4 5 0,-9 8 0,-5 0 0,-3 0 0,-9 14 0,-5 5 0,-5 6 0,-6 11 0,-6 10 0,-5 3 0,-5 3 0,-9 0 0,6 5 0,-4 0 0,-1 6 0,1-5 0,0-7 0,5-5 0,1 2 0,0-14 0,6 10 0,-1-15 0,8-1 0,-3-26 0,9-4 0,3-17 0,7-4 0,-5-3 0,3-9 0,-4 1 0,-4-1 0,5-7 0,-7-2 0</inkml:trace>
  <inkml:trace contextRef="#ctx0" brushRef="#br1" timeOffset="79">2547 10539 8912,'-17'-17'0,"7"8"0,1-5 0,3 9 0,4-1 0,-6 6 0,16 7 0,1 5 0,11 11 0,1 5 0,3 5 0,1 1 0,0 1 0,6-1 0,-10 6 0,7 0 0,-5 2 0,6-1 0,-8-3 0,2 8 0,-4-6 0,-2 4 0,-1-2 0,-5-4 0,4-9 0,-13-5 0,6-6 0</inkml:trace>
  <inkml:trace contextRef="#ctx0" brushRef="#br1" timeOffset="80">3476 10918 8912,'0'-12'0,"-2"3"0,-3 1 0,3 0 0,-6 5 0,0-3 0,4 0 0,-7 8 0,-2 4 0,5 3 0,2 8 0,4 1 0,2 1 0,0 2 0,0 2 0,0-2 0,0-2 0,2-2 0,4 0 0,-2-2 0,7-3 0,3-6 0,1 1 0,2-1 0,0 0 0,1-8 0,-1-4 0,8 4 0,-8-15 0,2 2 0,-6-6 0,-7-4 0,4 4 0,-3-4 0,-3-2 0,-2-1 0,-4-1 0,-4 0 0,-3 6 0,-8-5 0,-1 7 0,1-2 0,0 4 0,0 9 0,0-3 0,-1 7 0,3 2 0,4 10 0,5 5 0,4 5 0,2 1 0,2-2 0,4-3 0,3 11 0,8-4 0</inkml:trace>
  <inkml:trace contextRef="#ctx0" brushRef="#br1" timeOffset="81">3442 10918 8912,'-17'0'0,"-1"0"0,1-2 0,0-4 0,7 4 0,-5-6 0,4 8 0,-3 8 0,3 4 0,5 3 0,4 2 0,10-7 0,9 3 0,14-5 0,7 1 0,-2-5 0,14 2 0,-4-12 0,1 2 0,-1-7 0,-4-1 0,-9-5 0,-4 0 0,3-8 0,-5-2 0</inkml:trace>
  <inkml:trace contextRef="#ctx0" brushRef="#br1" timeOffset="82">4113 10367 8912,'6'-11'0,"-1"0"0,-1-3 0,-2 7 0,-2 1 0,0 12 0,0 5 0,0 6 0,-2 8 0,-2 7 0,-1 7 0,-3 8 0,4-1 0,-2 4 0,-5 2 0,5-3 0,2-1 0,2-2 0,2-8 0,0 2 0,0-11 0,0-6 0,0-4 0,14-10 0,3-3 0,6-6 0,0-6 0,-2-3 0,8-8 0,-1-2 0,-1-4 0,-2 4 0,-8-4 0,0 3 0,1 3 0,-9 6 0,-3-1 0,-4 7 0,-2-7 0,0-1 0,-8-2 0,-1-3 0</inkml:trace>
  <inkml:trace contextRef="#ctx0" brushRef="#br1" timeOffset="83">4750 10316 8912,'0'-17'0,"0"-1"0,0 1 0,0-6 0,0 0 0,0 2 0,-2 4 0,-4 6 0,-4 3 0,-7 8 0,0 4 0,0 7 0,-2 10 0,-4 20 0,2 4 0,-8 13 0,8 3 0,-2 8 0,4-8 0,7 4 0,3-8 0,1-2 0,4-3 0,2-6 0,2-4 0,10-15 0,7-4 0,2-12 0,10-5 0,-6-6 0,6-6 0,-1-11 0,7-10 0</inkml:trace>
  <inkml:trace contextRef="#ctx0" brushRef="#br1" timeOffset="84">4922 10419 8912,'-18'-8'0,"1"6"0,0-3 0,7 10 0,-3 7 0,7 11 0,3 4 0,1 1 0,2 1 0,7 0 0,-3-1 0,8-1 0,1-2 0,2-2 0,2-6 0,1 0 0,-1-2 0,0-3 0,0-4 0,1-8 0,-1 0 0,0 0 0,-6-8 0,1-4 0,-3-11 0,3-3 0,-6-3 0,-4 0 0,-2 1 0,0-7 0,-2 1 0,-2 2 0,-2 3 0,-7 4 0,5 8 0,-5 2 0,1 3 0,1 4 0,-6 8 0,-1 0 0,1 6 0,0 0 0,0 7 0,-1 4 0,1 10 0</inkml:trace>
  <inkml:trace contextRef="#ctx0" brushRef="#br1" timeOffset="85">4767 10660 8912,'0'-17'0,"0"-1"0,0 1 0,9-2 0,9-4 0,6 4 0,11-4 0,-1 4 0,1 2 0,-1 0 0,-1-1 0,-3 3 0,-3 2 0,-2 1 0,-2-7 0,-6-8 0</inkml:trace>
  <inkml:trace contextRef="#ctx0" brushRef="#br1" timeOffset="86">5059 10161 8912,'18'2'0,"-1"4"0,0 9 0,0 8 0,-2 8 0,-3-3 0,3 12 0,-7-1 0,3 6 0,-5 3 0,-4 2 0,-2 1 0,0 1 0,-2-6 0,-2-2 0,-1-2 0,-9-2 0,7-13 0,-7-4 0,3-4 0,7-10 0,-4-1 0,8-8 0,0-15 0,0-5 0</inkml:trace>
  <inkml:trace contextRef="#ctx0" brushRef="#br1" timeOffset="87">5472 10419 8912,'0'-10'0,"0"-5"0,0 13 0,2-5 0,4 7 0,5 0 0,12 0 0,2 2 0,8 1 0,-1 3 0,5-2 0,1-2 0,-2 0 0,4 3 0,-9-3 0,3 4 0,-11-4 0,2 6 0,-8 1 0</inkml:trace>
  <inkml:trace contextRef="#ctx0" brushRef="#br1" timeOffset="88">5576 10729 8912,'-18'17'0,"7"-6"0,-1 1 0,9-9 0,-3 3 0,14-10 0,9-1 0,8-11 0,9-1 0,8 0 0,2-6 0,0 4 0,6-6 0,-8 4 0,6-6 0,-2 3 0,-8 1 0,11-2 0,-5-2 0</inkml:trace>
  <inkml:trace contextRef="#ctx0" brushRef="#br1" timeOffset="89">6281 10333 8912,'-32'0'0,"1"0"0,2 0 0,6 6 0,-5 0 0,7 7 0,-2-2 0,11 12 0,5-2 0,7 8 0,0-6 0,0 6 0,7-7 0,5 5 0,3-2 0,10-8 0,4-7 0,3-3 0,3-3 0,-1-2 0,0-2 0,1-7 0,-1-3 0,1-7 0,-9-6 0,-3-2 0,-4-2 0,-9-1 0,-2-12 0,-8-1 0,-2 1 0,-4 6 0,-5 1 0,-14 3 0,-8 5 0,-5 4 0,0 6 0,-6 9 0,5 6 0,-6 15 0,-3 12 0,-2 2 0,6 13 0,2-8 0</inkml:trace>
  <inkml:trace contextRef="#ctx0" brushRef="#br1" timeOffset="90">6849 18104 8912,'0'18'0,"2"-3"0,4-4 0,-4-3 0,7-8 0,-3 0 0,3-2 0,9-2 0,-1-3 0,0-3 0,2-7 0,4-6 0,4-8 0,7 1 0,1-8 0,-1-3 0,1-8 0,-1-7 0,0-3 0,-7-6 0,-4-9 0,-6 3 0,-5-3 0,-5 10 0,-7 9 0,0 7 0,0 14 0,0 15 0,-1 9 0,-5 3 0,2 1 0,-6 8 0,1 5 0,-1 11 0,6 6 0,-9 15 0,7 7 0,-5-1 0,5 13 0,2-5 0,2 1 0,2 3 0,0-4 0,0 5 0,0-12 0,0-6 0,0-4 0,0-2 0,6 1 0,0-1 0,7-7 0,-9-4 0,6-10 0,-3-1 0,7-8 0,-3 1 0,-3-18 0,-1-6 0</inkml:trace>
  <inkml:trace contextRef="#ctx0" brushRef="#br1" timeOffset="91">7950 17279 8912,'-23'-15'0,"1"1"0,-1 5 0,0-1 0,0 3 0,2-1 0,-4 2 0,0 6 0,-2 0 0,6 10 0,-2 7 0,4 12 0,2 9 0,0 8 0,7 11 0,-3 6 0,7 12 0,-6 1 0,7 4 0,1-5 0,2-6 0,2-6 0,0-6 0,0-4 0,2-9 0,4-4 0,-3-7 0,9-10 0,-8-8 0,11-7 0,-5 1 0</inkml:trace>
  <inkml:trace contextRef="#ctx0" brushRef="#br1" timeOffset="92">8105 17623 8912,'-23'0'0,"0"0"0,2 2 0,2 4 0,2 1 0,2 9 0,1-1 0,3 4 0,7 10 0,-2-1 0,6 7 0,6 5 0,-2-4 0,7 4 0,1-9 0,5-5 0,0 1 0,0 0 0,1-12 0,-1 2 0,0-11 0,0 0 0,0-4 0,1-4 0,-1-4 0,0-5 0,2-6 0,4-6 0,-4-4 0,12-8 0,-8 1 0,0-2 0,-6-2 0,0-3 0,-7-6 0,3 5 0,-7-4 0,-2 6 0,-16 3 0,-5 3 0,-12 7 0,1 4 0,-5 12 0,-1 5 0,-1 12 0,3 7 0,1 8 0,3 8 0,7-4 0,3 7 0,3-5 0,5 7 0</inkml:trace>
  <inkml:trace contextRef="#ctx0" brushRef="#br1" timeOffset="93">8002 17829 8912,'-17'0'0,"0"8"0,-1-6 0,3 5 0,4 1 0,1-4 0,4 7 0,4-7 0,2 10 0,12-9 0,5 1 0,6-6 0,4 0 0,5 0 0,-3 0 0,4-6 0,-5-1 0,5-3 0,-1-1 0,-3-7 0,3 1 0,-12-8 0,4-1 0</inkml:trace>
  <inkml:trace contextRef="#ctx0" brushRef="#br1" timeOffset="94">8243 17262 8912,'11'0'0,"1"0"0,-6 0 0,5 0 0,1 0 0,7 0 0,4 0 0,5 0 0,-3 8 0,8 1 0,-5 8 0,5 8 0,-1 6 0,-3 7 0,-6 8 0,-12 11 0,-5 8 0,-4 8 0,-10-3 0,-7 7 0,-12-9 0,-5 1 0,1-4 0,-9-7 0,10-3 0,3-15 0,2-6 0,4-9 0,2-2 0,2-29 0,-1 5 0</inkml:trace>
  <inkml:trace contextRef="#ctx0" brushRef="#br1" timeOffset="95">8983 17606 8912,'0'-10'0,"0"1"0,0 3 0,8 4 0,3-6 0,4 1 0,8 3 0,0-8 0,8 7 0,-2-5 0,3 3 0,8-1 0,-2 4 0,-3-2 0,-5 3 0,-9 1 0,2 4 0,-9 1 0,-3 3 0,-7 7 0,4-3 0</inkml:trace>
  <inkml:trace contextRef="#ctx0" brushRef="#br1" timeOffset="96">9017 17898 8912,'-11'0'0,"-1"0"0,9 0 0,-3 0 0,12 0 0,7 0 0,16 0 0,1-2 0,16-4 0,0-3 0,4-6 0,-2 1 0,-3 3 0,-6 7 0,1-2 0,-4 4 0,-9 2 0,-2 0 0</inkml:trace>
  <inkml:trace contextRef="#ctx0" brushRef="#br1" timeOffset="97">10687 17038 8912,'0'-11'0,"0"-1"0,-2 1 0,-2 0 0,-2-1 0,0 8 0,4-9 0,-1 9 0,-3 6 0,0 13 0,6 14 0,0 5 0,0 6 0,0 1 0,0 10 0,0-3 0,0 9 0,0-3 0,0-3 0,0 1 0,0 3 0,0-3 0,0 1 0,0-13 0,0-5 0,0-8 0,0-3 0,0-1 0,0-13 0,0-10 0,0-10 0,0-7 0,-7-15 0,-3-5 0</inkml:trace>
  <inkml:trace contextRef="#ctx0" brushRef="#br1" timeOffset="98">10962 17056 8912,'-17'0'0,"5"0"0,1 0 0,7 0 0,-4 7 0,8 5 0,0 11 0,0 5 0,0 5 0,2 3 0,2 2 0,2 2 0,5 8 0,-3-2 0,1 4 0,-5-6 0,2-4 0,-4 2 0,-2-2 0,0 0 0,0-8 0,0-3 0,-8-4 0,-1-16 0,-8-9 0,-1-9 0</inkml:trace>
  <inkml:trace contextRef="#ctx0" brushRef="#br1" timeOffset="99">10239 17038 8912,'-17'0'0,"0"0"0,7 0 0,3 0 0,8 0 0,9-2 0,13-3 0,15-7 0,18-5 0,11-6 0,11-5 0,10-5 0,-33 16 0,3 0 0,1-1 0,0 1-814,3 0 0,1 0 814,0-1 0,0 2 0,-2 1 0,0 1 0,-4 1 0,-1 1 0,38-7 0,-20 9 0,-22 7 0,-18 3 0,-15 0 0,-19 5 0,-11 1 0,3 7 0,-13-3 0,4 7 0,-4 2 0,4 4 0,-6-2 0,-2 6 814,-2-2 0,4-2-814,-5-6 0,7 0 0,-4 0 0</inkml:trace>
  <inkml:trace contextRef="#ctx0" brushRef="#br1" timeOffset="100">9947 18139 8912,'-12'9'0,"1"-3"0,7 4 0,-6-8 0,5 3 0,3-1 0,-4 2 0,4 5 0,2 5 0,0 1 0,0 0 0,0 2 0,0 4 0,0 6 0,0-3 0,0 1 0,0-2 0,0 4 0,2-6 0,4-2 0,-4 5 0,5-7 0,-7 4 0,0-4 0,8-9 0,-6-10 0,5-10 0</inkml:trace>
  <inkml:trace contextRef="#ctx0" brushRef="#br1" timeOffset="101">9861 17932 8912,'-16'12'0,"5"-1"0,3-7 0,1 4 0,5-8 0,-6 0 0,8 0 0,0 0 0,8 0 0,-6 0 0,5-2 0,-7-4 0,0 4 0,0-13 0,0 13 0,0-7 0,0 3 0,0 4 0,0-6 0,0 8 0,-7 0 0,-3 0 0</inkml:trace>
  <inkml:trace contextRef="#ctx0" brushRef="#br1" timeOffset="102">10256 18259 8912,'-11'0'0,"-1"0"0,1 0 0,1 0 0,3 0 0,7 0 0,0 2 0,0 4 0,0-4 0,0 5 0,0-7 0,0 8 0,0-6 0,0 13 0,0-5 0,0 7 0</inkml:trace>
  <inkml:trace contextRef="#ctx0" brushRef="#br1" timeOffset="103">10274 18517 8912,'-10'0'0,"2"0"0,6 0 0,-3 0 0,3 0 0,-6 0 0,8 0 0,0 0 0,-7 0 0,-3 0 0</inkml:trace>
  <inkml:trace contextRef="#ctx0" brushRef="#br1" timeOffset="104">10497 18242 8912,'10'0'0,"-3"0"0,-7 0 0,0 2 0,0 4 0,0-3 0,0 9 0,0 1 0,0 3 0,0 1 0,2 0 0,4 0 0,-2-2 0,7-3 0,-5 1 0,6-7 0,1-2 0,-3-2 0,1-2 0,2 0 0,3 0 0,1-2 0,-2-4 0,-3-5 0,3-5 0,-5-1 0,-1 0 0,5 0 0,-9 0 0,7-1 0,-7 1 0,1 0 0,-4 7 0,4 5 0,-4 3 0,5 9 0,-7 7 0,0 7 0,0 7 0,0 11 0,0 1 0,0-2 0,0 6 0,6-8 0,0 4 0,-2-3 0,-2-5 0,-2-3 0,0 3 0,0-13 0,0 4 0,-2-6 0,-6-3 0,-7-5 0,-6-1 0,-4-2 0,2-6 0,2 0 0,-8 0 0,6 0 0,-5 0 0,7-2 0,-2-4 0,3-5 0,3-5 0,2-3 0,4-4 0,3 4 0,0-13 0,-1 5 0</inkml:trace>
  <inkml:trace contextRef="#ctx0" brushRef="#br1" timeOffset="105">10962 18517 8912,'-17'0'0,"0"0"0,7-8 0,-3 14 0,7 0 0,0 1 0,6 7 0,0 5 0,6-2 0,0 6 0,-3-4 0,-1 6 0,4-6 0,0 4 0,-2-4 0,3-2 0,-1 1 0,-2-1 0,5-8 0,-5-1 0,8-8 0,-1-8 0,6-1 0</inkml:trace>
  <inkml:trace contextRef="#ctx0" brushRef="#br1" timeOffset="106">11048 18276 8912,'-17'16'0,"1"-3"0,5-2 0,-2 1 0,7 5 0,-8-7 0,13-3 0,-7-5 0,10 2 0,4 2 0,3-1 0,3-12 0,-1-5 0,-7-3 0,4-2 0,-8 0 0,0 0 0,0-1 0,0 1 0,0 0 0,0 0 0,0 0 0,0 7 0,-2 2 0,-4 8 0,4 0 0,-11 8 0,7 3 0,0-1 0,6 1 0,0 1 0,0 5 0,0 0 0,0 1 0</inkml:trace>
  <inkml:trace contextRef="#ctx0" brushRef="#br1" timeOffset="107">11168 18345 8912,'0'17'0,"0"0"0,0 1 0,0-9 0,8-1 0,4-8 0,-3-2 0,3-4 0,-1 2 0,6-5 0,0 1 0,1-3 0,-1 5 0,0-7 0,0 11 0,1-4 0,-1 4 0,-8 2 0,-1 0 0,-8 0 0,0 0 0</inkml:trace>
  <inkml:trace contextRef="#ctx0" brushRef="#br1" timeOffset="108">11151 18655 8912,'-9'0'0,"1"0"0,8 0 0,10-6 0,7-2 0,10-1 0,5-3 0,2-5 0,3 2 0,3 3 0,-4-3 0,4 5 0,-5 1 0,-6 3 0,-5-3 0,-6 7 0,-1-4 0,0-2 0,0 3 0,-7-9 0,-3 5 0</inkml:trace>
  <inkml:trace contextRef="#ctx0" brushRef="#br1" timeOffset="109">11719 18122 8912,'-9'0'0,"-1"0"0,4 0 0,4 1 0,-3 5 0,3 6 0,2 11 0,0 3 0,2 9 0,1 1 0,3 4 0,8 4 0,-11 8 0,7-3 0,-2-3 0,5 4 0,-11-14 0,4 4 0,-4-3 0,-2-3 0,0-5 0,0-1 0,-8-7 0,-2 4 0</inkml:trace>
  <inkml:trace contextRef="#ctx0" brushRef="#br1" timeOffset="110">12098 17021 8912,'9'0'0,"1"0"0,-4 0 0,-5 2 0,5 4 0,-4 5 0,-2 5 0,-2 1 0,-2 2 0,-1 4 0,-1 4 0,6 7 0,0 0 0,0 6 0,0 1 0,0-3 0,0 4 0,0-2 0,0 0 0,0-7 0,0-5 0,0 5 0,0-14 0,0 4 0,-2-4 0,-4-2 0,4-6 0,-3 1 0,-5-8 0,8 1 0,-4-10 0,-3-5 0,-1-7 0</inkml:trace>
  <inkml:trace contextRef="#ctx0" brushRef="#br1" timeOffset="111">12270 17142 8912,'-10'-12'0,"4"1"0,3 7 0,-3-2 0,4-3 0,-6 7 0,8-4 0,2 14 0,2 9 0,2 9 0,5 7 0,-3 1 0,2 3 0,3 3 0,-5 4 0,5 2 0,-7-3 0,-3 0 0,7 4 0,-8-5 0,4 4 0,-4-6 0,-2-3 0,0-11 0,-2-3 0,-4-4 0,-11-9 0,-10-2 0</inkml:trace>
  <inkml:trace contextRef="#ctx0" brushRef="#br1" timeOffset="112">12046 17090 8912,'-15'-2'0,"3"-4"0,5-3 0,9-3 0,3 1 0,9-1 0,7 3 0,7-6 0,11 3 0,1-3 0,8-2 0,-4 5 0,7 3 0,-1 1 0,-4 4 0,2 4 0,-10 6 0,-6 5 0,-5 5 0,-12 3 0,-3 4 0,-6 5 0,-4 5 0,-2 1 0,-10-5 0,-7-1 0,-8 1 0,-10 4 0,1-5 0,0 3 0,-1-8 0,-5 5 0,0-5 0,2-2 0,9-3 0,6-7 0,4-3 0,9-16 0,5-3 0,10-20 0,5-5 0</inkml:trace>
  <inkml:trace contextRef="#ctx0" brushRef="#br1" timeOffset="113">13165 16815 8912,'-12'0'0,"1"0"0,-3 0 0,-1-2 0,-2-4 0,0 4 0,-1-3 0,1 3 0,-2 9 0,-4 7 0,-4 7 0,-1 7 0,-1 5 0,0 11 0,-5 7 0,1 11 0,5 4 0,-1 5 0,10 2 0,4 3 0,-1 2 0,9-1 0,1-3 0,4-1 0,2-18 0,2-3 0,4-4 0,3-10 0,3-4 0,1-11 0,4-4 0,4-2 0,12 1 0,-1-3 0,7-4 0,1-11 0,-6-9 0</inkml:trace>
  <inkml:trace contextRef="#ctx0" brushRef="#br1" timeOffset="114">13182 17056 8912,'-17'2'0,"-1"3"0,1-3 0,8 6 0,1-6 0,8 3 0,0 5 0,0 7 0,2-2 0,2-1 0,1-3 0,7-5 0,-4 5 0,1 3 0,3 1 0,5 2 0,-6-5 0,1-3 0,1-1 0,2 5 0,-3-11 0,-1 4 0,1-4 0,5-2 0,0 0 0</inkml:trace>
  <inkml:trace contextRef="#ctx0" brushRef="#br1" timeOffset="115">13560 17021 8912,'10'-7'0,"-2"5"0,-8-6 0,0 8 0,-2 0 0,-4 2 0,-5 4 0,-5 3 0,-1 8 0,0 1 0,0-1 0,-6 0 0,0 0 0,2 0 0,-4 2 0,2 2 0,0 2 0,-2-2 0,14-1 0,-12-9 0,11-1 0,-3-3 0,-2 7 0,-1-5 0</inkml:trace>
  <inkml:trace contextRef="#ctx0" brushRef="#br1" timeOffset="116">13320 17228 8912,'9'0'0,"-1"0"0,-8 7 0,0 10 0,0 2 0,0 6 0,0 0 0,0 4 0,0 3 0,0 5 0,0 3 0,0-4 0,0 6 0,0-8 0,0 1 0,0-8 0,2 5 0,1-5 0,3-1 0,0-8 0,-6-3 0,0-13 0,0 6 0</inkml:trace>
  <inkml:trace contextRef="#ctx0" brushRef="#br1" timeOffset="117">13715 17279 8912,'-17'0'0,"0"0"0,0 0 0,7 0 0,2 0 0,10 0 0,4-2 0,6-2 0,3-1 0,4-7 0,4 6 0,-2-5 0,6 3 0,0 1 0,-3-3 0,1 1 0,-2 5 0,-6-2 0,1 4 0,-1 2 0,0 0 0,0 0 0,0 0 0,1 0 0</inkml:trace>
  <inkml:trace contextRef="#ctx0" brushRef="#br1" timeOffset="118">13819 17434 8912,'-33'6'0,"4"-1"0,6-1 0,4-2 0,10-2 0,9 0 0,9-6 0,9-1 0,-1-3 0,0 6 0,6-11 0,2 5 0,2 1 0,3 3 0,-3-1 0,2 1 0,-8-8 0,3 5 0,-6-8 0</inkml:trace>
  <inkml:trace contextRef="#ctx0" brushRef="#br1" timeOffset="119">14300 17021 8912,'-7'-9'0,"3"1"0,-6 6 0,3-4 0,-1 4 0,2-3 0,4 3 0,-5 9 0,7 5 0,-2 5 0,-4 6 0,4-2 0,-4 8 0,-1-1 0,1 7 0,2-1 0,-3-1 0,1-3 0,2-1 0,2-1 0,2 1 0,0-2 0,0-2 0,0-10 0,0 0 0,0-3 0,0 3 0,8-5 0,1-3 0,9-7 0</inkml:trace>
  <inkml:trace contextRef="#ctx0" brushRef="#br1" timeOffset="120">14627 16815 8912,'-11'0'0,"1"-2"0,3-4 0,-1 4 0,2-3 0,4 5 0,-3 5 0,3 7 0,2 3 0,0 10 0,0 5 0,-2 9 0,-2 7 0,-2 3 0,-1 5 0,1 3 0,4-2 0,-6 8 0,1 2 0,5-5 0,-6-5 0,0-7 0,7 1 0,-7-12 0,8 1 0,0-7 0,0-7 0,0-6 0,2-9 0,4-3 0,-3-4 0,9-2 0,7-8 0,8-1 0</inkml:trace>
  <inkml:trace contextRef="#ctx0" brushRef="#br1" timeOffset="121">14834 17090 8912,'0'-11'0,"0"-1"0,0-1 0,2 5 0,2 0 0,1 1 0,9 5 0,-3-6 0,5 2 0,1 1 0,0 1 0,0 8 0,0 1 0,1 7 0,-1-6 0,-6 7 0,-1-1 0,-3 3 0,5 2 0,-6 0 0,-3 0 0,-1 1 0,-2-1 0,-2 2 0,-3 4 0,-5-4 0,-7 6 0,0-8 0,0 0 0,-3 0 0,-1-1 0,-2-3 0,2-2 0,2 1 0,8-3 0,-1-3 0,-1-4 0,5-10 0,1-1 0</inkml:trace>
  <inkml:trace contextRef="#ctx0" brushRef="#br1" timeOffset="122">15178 17004 8912,'-8'-10'0,"5"1"0,-9 3 0,1 4 0,-7 2 0,1 12 0,2 5 0,2 6 0,1 6 0,-1 3 0,5 2 0,-5 1 0,7-1 0,0 1 0,6-1 0,2-2 0,2-1 0,2-2 0,7-16 0,-1 10 0,9-14 0,1 1 0,7-2 0,-4-10 0,0-4 0,0-5 0,5-5 0,-3-9 0,8-1 0</inkml:trace>
  <inkml:trace contextRef="#ctx0" brushRef="#br1" timeOffset="123">15419 17176 8912,'-17'10'0,"0"-5"0,5 3 0,1 0 0,-3 1 0,7-5 0,-7 11 0,8-3 0,1 5 0,5 6 0,0-4 0,2 4 0,3-4 0,-1 4 0,8 0 0,1-2 0,-3-2 0,-1-2 0,-1 0 0,5-5 0,-1-1 0,-5-7 0,9 4 0,-7-8 0,8 0 0</inkml:trace>
  <inkml:trace contextRef="#ctx0" brushRef="#br1" timeOffset="124">15539 16884 8912,'-17'0'0,"0"0"0,0 0 0,0 0 0,5 2 0,1 3 0,7-3 0,-4 8 0,8-4 0,0-5 0,2 7 0,4-8 0,3 0 0,9 0 0,-9-2 0,-3-4 0,-4 5 0,-2-15 0,0 14 0,-8-5 0,6 7 0,-5 0 0,7 0 0,0 0 0,0 0 0</inkml:trace>
  <inkml:trace contextRef="#ctx0" brushRef="#br1" timeOffset="125">15625 16488 8912,'-7'-9'0,"5"1"0,-4 8 0,12 0 0,-4 0 0,13 10 0,-1 7 0,5 10 0,4 9 0,-2 10 0,0 3 0,2 20 0,-6-2-320,0 13 0,-2 6 320,-9 6 0,-2-42 0,-2-1 0,-12 37 0,-7 2 0,-10-6 0,-11-9 0,-4 1 0,0-5 0,0-6 0,2-11 0,5-5 0,3-8 153,3-7-153,4 3 0,8-16 0,2 4 0,3-12 0,5-3 0</inkml:trace>
  <inkml:trace contextRef="#ctx0" brushRef="#br1" timeOffset="126">16692 17107 8912,'-17'0'0,"0"0"0,0-2 0,0-2 0,-1-1 0,1 1 0,0 2 0,0 2 0,0 0 0,5 2 0,3 4 0,1 5 0,2-1 0,6 1 0,2-1 0,4 1 0,-4-3 0,7-8 0,-3 0 0,4 0 0,7 0 0,0-8 0,-2 4 0,-3-7 0,3-1 0,-11-5 0,7 0 0,-9 6 0,-2-1 0,0 8 0,-15-3 0,3 7 0,-3 7 0,4-3 0,-1 8 0,3-7 0,-3 7 0,3-7 0,3 7 0,4-6 0,-4 5 0,4-7 0,10 4 0,3-8 0,5 0 0,-7 0 0,7 0 0,-5 0 0,-1 0 0,1 0 0,-7-8 0,9 4 0,-7-7 0,0 7 0,-6-4 0,0 8 0,0 0 0,-8 0 0,-1 2 0,-1 4 0,2-4 0,8 5 0,-5-5 0,-1 4 0,0-4 0,6 6 0,0-8 0,0 0 0,8-8 0,-6 6 0,5-6 0,-7 8 0,0 0 0,-7-7 0,-3-3 0</inkml:trace>
  <inkml:trace contextRef="#ctx0" brushRef="#br1" timeOffset="127">17518 17004 8912,'6'-17'0,"0"0"0,-2-1 0,-2 1 0,-2 0 0,0 6 0,0-1 0,0 10 0,0 2 0,0 10 0,-2 11 0,-2 6 0,-2 5 0,0-1 0,5 11 0,-3 0 0,-2 3 0,0-2 0,6-3 0,0-4 0,0-2 0,0 1 0,0-1 0,0 0 0,0-7 0,0 4 0,2-8 0,4-2 0,-4-2 0,13-10 0,2-1 0,10-8 0</inkml:trace>
  <inkml:trace contextRef="#ctx0" brushRef="#br1" timeOffset="128">17777 16952 8912,'0'-9'0,"0"1"0,-2 24 0,-2 6 0,-2 9 0,0 3 0,6 1 0,0 5 0,0 2 0,0 2 0,0-4 0,0 4 0,0-2 0,0 2 0,0-8 0,0-3 0,0-1 0,-7-7 0,3 0 0,-8-8 0,1 0 0,-6 0 0</inkml:trace>
  <inkml:trace contextRef="#ctx0" brushRef="#br1" timeOffset="129">17054 16935 8912,'-17'-11'0,"-1"-1"0,1-1 0,6 5 0,1 1 0,2-1 0,3 6 0,7-6 0,3 10 0,9 2 0,7 2 0,6 0 0,17-4 0,7 1 0,10 3 0,14 0 0,9-6 0,10-2-1214,1-4 1214,-46 2 0,0-1 0,6-3 0,1-2 0,1 2 0,1-1 0,1 1 0,0-1 0,-3 0 0,-1 1 0,-3 0 0,-3 1 0,35-5-369,-19 6 369,-13 5 0,-18 1 0,-14 0 0,-7 0 0,-19 0 0,-5 0 0,-5 7 0,-1 1 0,0 5 582,0-1 0,0-1-582,-1 6 419,9-7-419,-6 5 0,5-13 0,-7 6 0</inkml:trace>
  <inkml:trace contextRef="#ctx0" brushRef="#br1" timeOffset="130">16865 18070 8912,'-12'2'0,"1"4"0,7-4 0,-4 7 0,6-3 0,-4 5 0,5 10 0,-7 2 0,2 0 0,0 2 0,1 0 0,5 5 0,0-1 0,0 2 0,0-7 0,0-1 0,0-4 0,0-1 0,0-1 0,0 0 0,0-7 0,7-3 0,5-7 0,3 0 0,2-2 0,1-3 0,-1-7 0,0-11 0,0-4 0</inkml:trace>
  <inkml:trace contextRef="#ctx0" brushRef="#br1" timeOffset="131">16899 17778 8912,'-17'-8'0,"0"-3"0,-1 1 0,1 1 0,0 1 0,5 2 0,1 6 0,-1 8 0,-5 3 0,8-3 0,-5 13 0,9-4 0,1 2 0,2 0 0,2-7 0,0-1 0,0 3 0,0-7 0,2 7 0,3-9 0,7-1 0,-2-2 0,1-2 0,-5-2 0,5-4 0,-1-3 0,1-8 0,-5-1 0,-4 1 0,-2 0 0,0 0 0,0 0 0,-2 5 0,-4 3 0,-5 1 0,-5 2 0,-1 6 0,0 0 0,7 8 0,3-4 0,7 7 0,15 1 0,4 5 0</inkml:trace>
  <inkml:trace contextRef="#ctx0" brushRef="#br1" timeOffset="132">17174 18087 8912,'10'8'0,"-3"-6"0,-14 13 0,5-11 0,-4 7 0,4-7 0,2 4 0,0-8 0,0-2 0,0-4 0,0 4 0,0-7 0,0 3 0,0 4 0,0-6 0,0 8 0,0 0 0,0 0 0</inkml:trace>
  <inkml:trace contextRef="#ctx0" brushRef="#br1" timeOffset="133">17226 18414 8912,'-17'0'0,"-1"0"0,1 0 0,0 0 0,0 0 0,0 0 0,5 0 0,1 0 0,7 7 0,-4-5 0,8 8 0,0-4 0,0-4 0,0 13 0,0-13 0,8 5 0,-6-7 0,7-1 0,-3-5 0,-4 2 0,4-7 0,-4 7 0,-2-4 0,0 0 0,0 8 0,0 0 0,0 0 0,0 10 0,0-4 0,0-4 0,0 13 0,0-13 0,7 5 0,-5-7 0,6 0 0,-1 0 0,-5 0 0,6 0 0</inkml:trace>
  <inkml:trace contextRef="#ctx0" brushRef="#br1" timeOffset="134">17553 18087 8912,'-6'-11'0,"0"-1"0,3-1 0,1 3 0,0 1 0,-4 1 0,4 2 0,-6 6 0,8 2 0,0 4 0,0 6 0,0 3 0,0 2 0,0-6 0,0 1 0,2-3 0,4 3 0,-2 1 0,7-7 0,3-2 0,1-2 0,2-2 0,0 0 0,1 0 0,-1 0 0,0 0 0,0 0 0,-1-2 0,-5-4 0,4-3 0,-11-3 0,6 1 0,-3-3 0,-1 5 0,-6-3 0,0 1 0,0-6 0,0 7 0,0 4 0,0 12 0,0 6 0,0 10 0,-2 7 0,-2 4 0,-1 1 0,-1 8 0,6-6 0,0 6 0,0 0 0,0-5 0,-6 5 0,0-8 0,1-1 0,-1-5 0,0-5 0,-7 4 0,3-10 0,-7 2 0,0-5 0,-6-5 0,0 3 0,-6-5 0,4-7 0,1 0 0,-1 0 0,2 0 0,6-2 0,-1-3 0,3-5 0,4-7 0,3 0 0,8-3 0,0-2 0,8 2 0,-3-2 0,13 10 0,-5-3 0,10 5 0,-4-1 0,-2-1 0,8 1 0,2-6 0</inkml:trace>
  <inkml:trace contextRef="#ctx0" brushRef="#br1" timeOffset="135">17880 18328 8912,'9'-2'0,"-3"-4"0,4 4 0,-8-5 0,5 7 0,-7 2 0,-2 3 0,-3 7 0,3 5 0,-4 6 0,-2-2 0,3 8 0,-7-6 0,6 5 0,-1-5 0,1 6 0,4-8 0,-4 2 0,4-4 0,2-2 0,0 0 0,0 0 0,8-7 0,-4-2 0,7-10 0,3-4 0,1-11 0,2-10 0</inkml:trace>
  <inkml:trace contextRef="#ctx0" brushRef="#br1" timeOffset="136">18035 18036 8912,'-18'17'0,"1"-6"0,0 1 0,0-8 0,7 11 0,5-13 0,10 3 0,5-3 0,1-2 0,1-2 0,1-3 0,-3 1 0,1-8 0,-7 1 0,4-6 0,-8 0 0,0 7 0,-6 1 0,0 3 0,-7 4 0,1-4 0,5 4 0,-1 4 0,8 4 0,0-4 0,0 5 0,15 1 0,4 2 0</inkml:trace>
  <inkml:trace contextRef="#ctx0" brushRef="#br1" timeOffset="137">18276 18311 8912,'-18'0'0,"1"0"0,0 0 0,0 0 0,0 0 0,-1 0 0,11 0 0,7 0 0,15 0 0,4 0 0,4 0 0,2-6 0,0-2 0,0 1 0,0-1 0,-3 0 0,-4 3 0,-1 3 0,0-4 0,0 4 0,0-6 0,1 7 0,-1-5 0,0 4 0,-7 2 0,5 0 0,-5 0 0</inkml:trace>
  <inkml:trace contextRef="#ctx0" brushRef="#br1" timeOffset="138">18258 18551 8912,'-24'10'0,"4"-2"0,-4-8 0,6 2 0,1 3 0,8-3 0,1 6 0,10-8 0,6-2 0,9-4 0,9-3 0,15-9 0,-3 1 0,6 0 0,0 0 0,0 0 0,-6-1 0,-2 1 0,-7 0 0,2 0 0,-6 7 0,-8-5 0,-2 5 0,-5-7 0</inkml:trace>
  <inkml:trace contextRef="#ctx0" brushRef="#br1" timeOffset="139">18947 18190 8912,'-2'-17'0,"-4"0"0,2 7 0,-7 5 0,7 3 0,-11 2 0,3 0 0,-3 0 0,-2 2 0,-1 3 0,1 7 0,0 11 0,0 5 0,0 5 0,-1 1 0,3 1 0,4-1 0,-3 0 0,9 1 0,-1-3 0,6-3 0,7 2 0,5-9 0,3-4 0,2-7 0,8-7 0,4 2 0,3-6 0,3-6 0,-1-6 0,1-10 0,-5 1 0,5-8 0,-10 0 0,9-5 0,-11-1 0,0 3 0,-4 1 0,-2 3 0,-7-1 0,-3-3 0,-8 1 0,-5 2 0,-6 8 0,-11-2 0,2 10 0,-7 4 0,-3 1 0,-1 4 0,-5 4 0,-3 6 0,4 9 0,-4 8 0,5 8 0,7-3 0,1 5 0,4 1 0,11 1 0,-11-9 0,14-1 0</inkml:trace>
  <inkml:trace contextRef="#ctx0" brushRef="#br1" timeOffset="140">19170 16832 8912,'0'-11'0,"0"-1"0,0-1 0,0-2 0,0-3 0,0 1 0,0 6 0,0-1 0,0 8 0,0-3 0,0 9 0,0 5 0,-1 10 0,-3 10 0,-2 8 0,2 5 0,2 4 0,-3 2 0,-1-1 0,2 3 0,-6 2 0,8-4 0,-5-2 0,-1-2 0,6-2 0,-3-6 0,-3 0 0,2-1 0,2-4 0,2-6 0,4-6 0,4-6 0,-4-3 0,13-10 0,-3-4 0,3-3 0,10-24 0,2-3 0</inkml:trace>
  <inkml:trace contextRef="#ctx0" brushRef="#br1" timeOffset="141">19394 16763 8912,'10'8'0,"3"-4"0,-7 7 0,0 1 0,-6 13 0,-2-4 0,-2 7 0,-2 3 0,-5 9 0,3 4 0,-2 2 0,-3 0 0,5-1 0,-1 7 0,5-2 0,-2-5 0,1-3 0,5-7 0,0-1 0,0-1 0,0-5 0,0-5 0,-8-11 0,6-5 0,-13-14 0,5-3 0</inkml:trace>
  <inkml:trace contextRef="#ctx0" brushRef="#br1" timeOffset="142">19119 16849 8912,'-12'0'0,"1"0"0,-2 0 0,5-2 0,2-3 0,4-7 0,4 3 0,4-3 0,5 1 0,12-6 0,4 1 0,7 5 0,1 3 0,1 8 0,4 0 0,-3 2 0,3 4 0,-4 3 0,-1 10 0,-1 4 0,-1 2 0,-7 6 0,-9-3 0,-7 1 0,-10 4 0,-2-3 0,-4-1 0,-11-8 0,-10 4 0,-5-8 0,3 0 0,-3 0 0,13-2 0,-4-3 0,4-6 0,1-4 0,1-2 0,0 0 0,5 0 0,1 0 0,7-8 0,-3-2 0,7-7 0</inkml:trace>
  <inkml:trace contextRef="#ctx0" brushRef="#br1" timeOffset="143">20306 16763 8912,'0'-11'0,"0"-1"0,0-1 0,0-2 0,-2-1 0,-3 3 0,-7 2 0,-3 7 0,-4-4 0,-2 8 0,-2 0 0,-2 2 0,2 6 0,-4 7 0,0 6 0,-5 11 0,3 3 0,-3 9 0,-3 7 0,1 7 0,5 10 0,2 13 0,3 1 0,3-2 0,3 4 0,7-6 0,5 1 0,12 1 0,5-11 0,12-12 0,6-17 0,3-11 0,5-6 0,1-12 0,2-5 0,0-4 0,-5-4 0,-1-4 0,1-5 0,-1-4 0,0-10 0,1-2 0</inkml:trace>
  <inkml:trace contextRef="#ctx0" brushRef="#br1" timeOffset="144">20478 16866 8912,'-11'-5'0,"1"-3"0,3-1 0,-5 3 0,5-4 0,-3 3 0,6-1 0,-2 2 0,4 6 0,2 0 0,8 8 0,0 11 0,5 2 0,-1 2 0,-1 6 0,6-5 0,1 1 0,-1 0 0,0-2 0,0-6 0,0 0 0,1 1 0,-1-1 0,0-2 0,0-3 0,0-5 0,1-7 0,-1 0 0,8 0 0,1 0 0</inkml:trace>
  <inkml:trace contextRef="#ctx0" brushRef="#br1" timeOffset="145">20995 16763 8912,'-10'0'0,"-3"2"0,7 4 0,-7-4 0,9 13 0,-8-1 0,-1 5 0,-2 4 0,-5 7 0,-1-1 0,-2 3 0,0 3 0,4-1 0,-2 0 0,-2 1 0,0-1 0,8-5 0,4-1 0,-5-12 0,5 1 0,-4-11 0,-3 1 0</inkml:trace>
  <inkml:trace contextRef="#ctx0" brushRef="#br1" timeOffset="146">20685 17124 8912,'-17'0'0,"-1"0"0,9 8 0,3 3 0,-2 10 0,3 2 0,-1 8 0,6-4 0,0 7 0,0 0 0,0 9 0,0-5 0,2 6 0,4-2 0,-4-8 0,3-5 0,-3-1 0,-2-1 0,8-2 0,-6-8 0,13-7 0,-13-3 0,6-10 0,-8-9 0,7 1 0,3-14 0</inkml:trace>
  <inkml:trace contextRef="#ctx0" brushRef="#br1" timeOffset="147">21304 17107 8912,'-7'10'0,"-5"-5"0,-3-3 0,3-2 0,1 0 0,17 0 0,5 0 0,4-2 0,10-1 0,-2-3 0,0 2 0,8-4 0,-4 1 0,-1-3 0,1 5 0,-6-5 0,2 2 0,-2 5 0,4-5 0,-2 2 0,-8 0 0,-1 8 0,-9 4 0,-7 4 0,-7 14 0,-8 3 0</inkml:trace>
  <inkml:trace contextRef="#ctx0" brushRef="#br1" timeOffset="148">21304 17417 8912,'-9'9'0,"1"-1"0,8-8 0,2 0 0,4 0 0,5-2 0,12-4 0,0-3 0,12-9 0,-12 9 0,20-6 0,-12 3 0,0-3 0,-1 5 0,-3-3 0,-4 5 0,-4 1 0,-2-1 0,1 4 0,-9 2 0,-1 2 0,-8 0 0,0-7 0,0-3 0</inkml:trace>
  <inkml:trace contextRef="#ctx0" brushRef="#br1" timeOffset="149">22148 17021 8912,'0'-11'0,"0"-1"0,0 8 0,-2-3 0,-4 7 0,-4 7 0,-7 7 0,0 5 0,0 4 0,1 7 0,3-1 0,3 4 0,3 1 0,1-2 0,6-3 0,0 2 0,0-7 0,2-1 0,2-2 0,2-5 0,13-11 0,-2 1 0,6-4 0,0-2 0,-4-8 0,12-1 0,-7-10 0,3-4 0,-6-2 0,2-4 0,-10-3 0,-3 5 0,-2 0 0,-4-3 0,-10 7 0,-4-6 0,-7 6 0,-6 0 0,-2 6 0,-2 0 0,6 7 0,-9 3 0,5 7 0,-2 0 0,6 7 0,-2 3 0,10 7 0,1 0 0,9 1 0,-5-1 0,10 0 0,4 0 0,11-7 0,10-3 0</inkml:trace>
  <inkml:trace contextRef="#ctx0" brushRef="#br1" timeOffset="150">22647 16781 8912,'-27'-12'0,"4"2"0,4 3 0,2 3 0,5 4 0,1 6 0,5 5 0,-6 12 0,9 6 0,-3 11 0,2 6 0,-2 3 0,4 11 0,-11-5 0,5 8 0,-1 2 0,3 0 0,-5-2 0,1-4 0,-1-7 0,3-1 0,8-1 0,0-4 0,0-6 0,0-11 0,0-4 0,0-8 0,0-10 0,2-7 0,4-9 0,11-14 0,10-4 0</inkml:trace>
  <inkml:trace contextRef="#ctx0" brushRef="#br1" timeOffset="151">22836 16952 8912,'0'-17'0,"0"0"0,0 8 0,8 1 0,1 8 0,8 2 0,1 4 0,-1 3 0,0 8 0,0 6 0,0 0 0,-1 8 0,-5-3 0,3-1 0,-9 2 0,-1 1 0,-2 1 0,-2-2 0,-8-3 0,-3-5 0,-4 2 0,-10 8 0,4-12 0,-6 2 0,2-8 0,-6 3 0,12-9 0,-4 5 0,4 1 0,2-7 0,8-8 0,-7-15 0,7-10 0</inkml:trace>
  <inkml:trace contextRef="#ctx0" brushRef="#br1" timeOffset="152">23197 16987 8912,'-26'-25'0,"1"8"0,7-2 0,1 5 0,8 11 0,-7-3 0,5 10 0,-4 1 0,3 14 0,1 1 0,-1 4 0,3 7 0,-7 1 0,14 3 0,-3-1 0,3 1 0,2-1 0,0 0 0,0 1 0,0-1 0,7-7 0,5-4 0,3-4 0,2-2 0,1-7 0,1-3 0,2-7 0,2 0 0,7-15 0,-3-4 0</inkml:trace>
  <inkml:trace contextRef="#ctx0" brushRef="#br1" timeOffset="153">23421 17193 8912,'-17'10'0,"0"3"0,1-5 0,5 1 0,-4 3 0,3 5 0,-1 2 0,1 4 0,5-4 0,7 4 0,0 2 0,0 0 0,0-1 0,0 1 0,0-2 0,7-7 0,5-5 0,3-3 0,2-8 0,0 0 0</inkml:trace>
  <inkml:trace contextRef="#ctx0" brushRef="#br1" timeOffset="154">23490 16952 8912,'-25'8'0,"6"-6"0,-4 6 0,4-1 0,7-5 0,1 4 0,7-4 0,-4 0 0,8 3 0,2-3 0,4 4 0,6-4 0,5-4 0,4-2 0,2-3 0,-2-3 0,-2-1 0,-4-1 0,-1 1 0,-3-3 0,-7 7 0,3-9 0,-14 7 0,-3-1 0,-7 5 0,0 5 0,0 5 0,-1-1 0,1 8 0,0 1 0,0 2 0,7 2 0,5 1 0,-5-1 0,0 0 0</inkml:trace>
  <inkml:trace contextRef="#ctx0" brushRef="#br1" timeOffset="155">23645 16505 8912,'-8'18'0,"6"-7"0,-4 1 0,-1-7 0,1 7 0,2 1 0,2 10 0,10 4 0,3 7 0,5 1 0,1 8 0,0 9 0,-7 9 0,-3 12 0,1 1 0,-6 7 0,2-5 0,-8 2 0,-6-13 0,-13 8 0,-1-14 0,-3 2 0,6-5 0,-12 7 0,5-10 0,-5-3 0,-1-10 0,-1 2 0</inkml:trace>
  <inkml:trace contextRef="#ctx0" brushRef="#br1" timeOffset="156">19532 17692 8912,'11'-2'0,"1"-4"0,-6 2 0,5-7 0,-7-1 0,3 1 0,-7-1 0,0 1 0,-1 1 0,-5 5 0,-6 3 0,5 2 0,-9 7 0,7 5 0,-3 3 0,1 2 0,1 2 0,-3 2 0,1 2 0,9 0 0,-11 0 0,9 2 0,1 0 0,2 0 0,2-2 0,0-6 0,0 0 0,0 0 0,7-7 0,5-3 0,3 1 0,2-6 0,8 6 0,4-8 0,-2-8 0,1-3 0,1-7 0,0-3 0,-1-2 0,-7-7 0,4 9 0,-7-8 0,-9 8 0,-3-2 0,-4-4 0,-4 8 0,-4-2 0,-5 8 0,-5 7 0,-1 4 0,0 2 0,5 0 0,1 0 0,7 0 0,-3 8 0,7 2 0,0 7 0,0 0 0</inkml:trace>
  <inkml:trace contextRef="#ctx0" brushRef="#br1" timeOffset="157">19532 17778 8912,'-17'15'0,"-1"-4"0,1-5 0,8 4 0,1-8 0,8 5 0,8-7 0,5 0 0,8-2 0,8-3 0,3 3 0,5-6 0,3 0 0,-4 7 0,6-7 0,-7 0 0,-1-1 0</inkml:trace>
  <inkml:trace contextRef="#ctx0" brushRef="#br1" timeOffset="158">12425 17898 8912,'-8'10'0,"4"5"0,-5-2 0,1 6 0,2 6 0,-1 2 0,5-4 0,-4 6 0,4 1 0,2 1 0,0-1 0,0-1 0,6-8 0,1 0 0,3-6 0,3-3 0,5-9 0,3 1 0,2-8 0,-2-7 0,-2-4 0,-2-4 0,0-4 0,0-4 0,1-7 0,-1-1 0,-2 1 0,-3-1 0,-7 1 0,-3 0 0,-2 5 0,0 2 0,0 2 0,-9 2 0,-9 6 0,1 8 0,-10 1 0,6 10 0,-2 4 0,2 5 0,2 4 0,2 3 0,6 5 0,-1 0 0,8-1 0,-3-4 0,7-1 0</inkml:trace>
  <inkml:trace contextRef="#ctx0" brushRef="#br1" timeOffset="159">12425 18070 8912,'-18'17'0,"1"-2"0,0-3 0,7-4 0,3-8 0,9 0 0,5 0 0,9-2 0,5-4 0,9 4 0,-3-13 0,7 5 0,1 1 0,-1-7 0,-1 13 0,-3-7 0,-1 2 0,-8-13 0,4 2 0</inkml:trace>
  <inkml:trace contextRef="#ctx0" brushRef="#br1" timeOffset="160">11048 14683 8912,'6'-29'0,"-1"1"0,1 5 0,-6-4 0,-2 2 0,-2 4 0,-3 4 0,-3 5 0,-1-1 0,-6 5 0,-1 1 0,1-1 0,0 4 0,0 2 0,0 2 0,-1 0 0,-5 2 0,0 4 0,2 6 0,-5 9 0,-3 1 0,2 17 0,-2 1 0,-1 9 0,-1 7 0,3 1 0,3 8 0,8-6 0,-1 4 0,9-3 0,3-9 0,4 1 0,6-10 0,7-8 0,9-1 0,16-12 0,4-6 0,6-7 0,2-6 0,-2-2 0,3 0 0,-12-8 0,3-4 0,-4-18 0,-1-6 0</inkml:trace>
  <inkml:trace contextRef="#ctx0" brushRef="#br1" timeOffset="161">11134 14631 8912,'-2'-32'0,"-4"3"0,4 4 0,-5 10 0,-1 4 0,6 3 0,-5 8 0,7 10 0,0 7 0,0 10 0,0 13 0,0-4 0,0 14 0,0-5 0,0 5 0,0 0 0,0-4 0,7 3 0,-5-11 0,4 8 0,-4-2 0,-2 2 0,0-6 0,-2-9 0,-2-4 0,-2-3 0,3-3 0,1-1 0,2-11 0,0-1 0,2-27 0,1-4 0,3 0 0,7-6 0,-3 8 0,7-8 0,0 8 0,1-2 0,-1 1 0,0 2 0,0 7 0,-1 2 0,-5 1 0,4 6 0,-13-3 0,8 9 0,-6 3 0,1 7 0,1 3 0,-6 2 0,0 2 0,0 4 0,0-4 0,0 4 0,2-4 0,4-1 0,-4 6 0,13-10 0,-4 1 0,5-5 0,1 3 0,0-11 0,8-2 0,2-10 0</inkml:trace>
  <inkml:trace contextRef="#ctx0" brushRef="#br1" timeOffset="162">11736 15010 8912,'-11'0'0,"-1"0"0,-1 0 0,-2 0 0,-3 0 0,1 0 0,0 0 0,0 0 0,5 0 0,1 2 0,-2 3 0,-1 5 0,3 7 0,5 0 0,4 0 0,2 1 0,0-1 0,0 0 0,2 0 0,4-2 0,5-3 0,4 3 0,3-3 0,-1-5 0,0 1 0,0-8 0,0 0 0,1 0 0,-1 0 0,6-2 0,0-4 0,-2-5 0,-2-4 0,-2-10 0,-2 6 0,-3-4 0,-3-2 0,-3 2 0,-4-6 0,2 6 0,-8 2 0,-5 4 0,-11 6 0,-1 5 0,-2 4 0,-1 2 0,1 0 0,5 8 0,1 3 0,0 4 0,15-3 0,-4-1 0,4 1 0,2 5 0</inkml:trace>
  <inkml:trace contextRef="#ctx0" brushRef="#br1" timeOffset="163">12201 14941 8912,'-8'-17'0,"4"5"0,-7 1 0,7-1 0,-11 1 0,3-1 0,-3 9 0,-10-3 0,0 12 0,4 5 0,-2 10 0,14 2 0,-1-2 0,3 6 0,7-8 0,0 4 0,0-4 0,0-2 0,7 0 0,3 0 0,-1 1 0,12-9 0,-3-3 0,3-4 0,4-2 0,-6 0 0,7-2 0,-5-4 0,2-5 0,0-5 0,-7-1 0,-5 0 0,3 0 0,-9 0 0,-1-1 0,-4 3 0,-6 4 0,-11-5 0,-8 14 0,-5-3 0,1 3 0,0 2 0,3 0 0,3 2 0,3 3 0,3-3 0,8 6 0,1-8 0</inkml:trace>
  <inkml:trace contextRef="#ctx0" brushRef="#br1" timeOffset="164">12614 14683 8912,'-15'-2'0,"3"-4"0,-3 2 0,3-7 0,-3 7 0,-2-2 0,0 5 0,-1 1 0,1 0 0,0 0 0,0 0 0,0 0 0,1 7 0,5 5 0,5 3 0,4 2 0,2 6 0,2 0 0,4-2 0,3 4 0,9-2 0,-1 0 0,0-6 0,0 0 0,2 2 0,4 4 0,-4-4 0,3 4 0,-9-4 0,2-9 0,-13 5 0,4-3 0,-4 3 0,-2 2 0,0 0 0,-8-7 0,-1 5 0,-9-4 0,-5-1 0,0 2 0,-5-3 0,3 4 0,-2-1 0,6-8 0,-2 1 0,4-3 0,8-2 0,-1 0 0,8-7 0,-3-10 0,7-10 0</inkml:trace>
  <inkml:trace contextRef="#ctx0" brushRef="#br1" timeOffset="165">12803 14872 8912,'8'10'0,"1"-3"0,1-7 0,-2 0 0,-1 0 0,-5 0 0,14 0 0,-5 0 0,4 0 0,4 0 0,2-2 0,2-3 0,8-5 0,-4-5 0,5 1 0,-3 3 0,-4-1 0,-2-5 0,-2 0 0,-6 0 0,0 0 0,-13 0 0,-9-1 0,-3 9 0,-28 1 0,3 8 0,-10 2 0,-1 4 0,-4 9 0,-2 8 0,3 8 0,3-3 0,6 5 0,5 1 0,6 0 0,12 1 0,11-1 0,8 1 0,10-1 0,15 0 0,19-7 0,11-4 0,10-6 0,7-5 0,-1-7 0,-2-3 0,-2-2 0,-8-15 0,-2-4 0,-7-15 0</inkml:trace>
  <inkml:trace contextRef="#ctx0" brushRef="#br1" timeOffset="166">14042 14408 8912,'-7'-10'0,"3"-5"0,-8 4 0,7 5 0,-7 6 0,8 7 0,-1 11 0,-3 6 0,2 7 0,2 7 0,-3 0 0,1 6 0,2 0 0,2 0 0,-5-6 0,5 10 0,-4-8 0,4-1 0,2-3 0,0-2 0,0 1 0,0-3 0,2-5 0,2-8 0,3-8 0,3-3 0,1-10 0,7-7 0</inkml:trace>
  <inkml:trace contextRef="#ctx0" brushRef="#br1" timeOffset="167">13956 14631 8912,'16'-11'0,"-3"-1"0,-4-1 0,1-2 0,-2-2 0,-1-1 0,-1 1 0,-8 2 0,-4 3 0,3-3 0,-9 6 0,-1-3 0,-3 1 0,-1 1 0,0-3 0,0 3 0,0 3 0,-1-5 0,1 6 0,0 3 0,0 1 0,0 2 0,-1 0 0,1 7 0,0 7 0,0 7 0,0 5 0,-1 9 0,3 5 0,2 2 0,3 0 0,2 0 0,3-2 0,7-5 0,3-1 0,5-7 0,9-4 0,4-4 0,-2-10 0,8-3 0,-6-6 0,3-6 0,1-5 0,0-5 0,-6-8 0,4 3 0,-10-8 0,-3-2 0,3 5 0,-4-3 0,-3 8 0,-2-2 0,-4 4 0,-2 9 0,0 12 0,0 16 0,0 8 0,-6 14 0,0 6 0,-1 6 0,1 5 0,4-1 0,-4 7 0,4-8 0,2 10 0,-2-10 0,-2-3 0,-1-4 0,-7-10 0,7 2 0,-9-6 0,3-5 0,-5-6 0,-8-4 0,3-9 0,-8-5 0,-2-3 0,-1-2 0,-1 0 0,3-2 0,1-3 0,0-13 0,2-1 0,6-4 0,8 4 0,5-6 0,8 4 0,2-7 0,4-3 0,11-1 0,12 3 0,11 0 0,4-7 0,8-8 0</inkml:trace>
  <inkml:trace contextRef="#ctx0" brushRef="#br1" timeOffset="168">14335 14786 8912,'-10'-8'0,"1"5"0,3-9 0,4 6 0,-4-5 0,4 7 0,12-5 0,7 5 0,10-4 0,5-1 0,11 3 0,0-4 0,1 3 0,6 1 0,-13 0 0,3 0 0,-4 3 0,-3 1 0,-5 2 0,-3 0 0,-8 0 0,0 0 0</inkml:trace>
  <inkml:trace contextRef="#ctx0" brushRef="#br1" timeOffset="169">14455 15061 8912,'-26'10'0,"3"-5"0,3-3 0,11-2 0,1 0 0,8 0 0,10 0 0,7 0 0,12-2 0,7-1 0,4-3 0,8-7 0,-6 11 0,4-6 0,-6 0 0,12-9 0,1-10 0</inkml:trace>
  <inkml:trace contextRef="#ctx0" brushRef="#br1" timeOffset="170">15539 14202 8912,'10'1'0,"-6"5"0,-6 6 0,-6 5 0,-3 8 0,-8 9 0,1 14 0,-4 13 0,2 6 0,5 3 0,2 13 0,3-3 0,2 2 0,3-7 0,5-7 0,2-10 0,3-11 0,5-5 0,9-9 0,2-6 0,2-10 0,0-10 0,-6-12 0,0-12 0,1-10 0</inkml:trace>
  <inkml:trace contextRef="#ctx0" brushRef="#br1" timeOffset="171">15884 14683 8912,'-27'0'0,"-4"0"0,8 0 0,-5 4 0,5 7 0,0 1 0,6 18 0,1-7 0,5-2 0,3 6 0,8-6 0,4 6 0,5-2 0,9-4 0,16-10 0,1-5 0,9-4 0,-6-2 0,-6 0 0,3-2 0,-7-4 0,-3-4 0,-4-7 0,-7 0 0,-9 0 0,-3 0 0,-4-6 0,-5 0 0,-10 2 0,-1 2 0,-12 3 0,7 5 0,0-4 0,8 5 0,5-5 0,10 3 0,15 3 0,16 5 0,7-2 0,6 1 0,8 5 0,-1-2 0,1-2 0,0-2 0,5-2 0,0 5 0,-1-3 0,-10 0 0,-6 6 0,-13-2 0,-10-3 0,-10 3 0,-14-4 0,-12 6 0,-14 6 0,-1 3 0,-16 10 0,4 4 0,4 2 0,4 6 0,7-3 0,-1 1 0,13 3 0,-4-3 0,5 2 0,7-8 0,5-2 0,12-4 0,5-6 0,5-5 0,9-4 0,1-10 0,9-3 0,-1-5 0,6-6 0,1-3 0,-3-2 0,-2-4 0,-2 7 0,-1-9 0,-4 6 0,-6 1 0,-6 1 0,-6 8 0,5 7 0,-14 2 0,5 10 0,-7 4 0,-7 11 0,-5 12 0,-3 9 0,-2 4 0,-1 2 0,1 4 0,6 1 0,-1 3 0,-1 0 0,5-8 0,-5 3 0,7-7 0,2-1 0,-3-5 0,1-5 0,2-6 0,2-4 0,2-10 0,0 7 0,0-15 0,0 7 0,8-23 0,1-4 0</inkml:trace>
  <inkml:trace contextRef="#ctx0" brushRef="#br1" timeOffset="172">16985 13961 8912,'34'-50'0,"1"8"0,-1 13 0,-7 22 0,-4 24 0,-4 10 0,-9 15 0,-5 9 0,-3 14 0,-2 10 0,0 9 0,0 2 0,-2 9 0,0-45 0,-1 2-138,-1 6 0,-2 2 0,-3-2 1,-1 1-1,-1 5 0,-1 2 138,-2-3 0,-1 1-108,0 3 0,-2 0 0,-4-1 0,-2 0 0,-2 4 0,-2 1 108,-1 2 0,-5-2-1306,-9-2 0,-6-3 1306,-2-4 0,-5-3 0,-7-3 0,-4-2 0,-5-1 0,-2-2 0,-2 0 0</inkml:trace>
  <inkml:trace contextRef="#ctx0" brushRef="#br1" timeOffset="173">10084 14408 8912,'-59'-10'0,"7"5"0,12 6 0,12 15 0,10 22 0,11 29 0,5 26 0,2-32 0,2 3 0,2 7 0,3 3 0,5 4 0,5 0 0,3 5 0,6-1 0,10 3 0,6 0 0,2-2 0,2-2-385,3-2 1,3-3 0,8-4 0,5-3 0,-1-5 0,4-4 384,3-3 0,3-3 0,2 4 0,1-3 0,0-11 0,1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6T02:53:23.7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10101 3370 8912,'-9'-10'0,"-6"3"0,11 7 0,-8 0 0,7-6 0,-7 0 0,-1 2 0,5 1 0,0-1 0,1-2 0,5 0 0,-6 6 0,16 0 0,3 0 0,5 0 0,3-2 0,4-3 0,3 1 0,11-8 0,3-1 0,-4 5 0,16-7 0,0 4 0,1 1 0,10-1 0,0 7 0,8-4 0,4 0 0,-3 7 0,7-5 0,-3 2 0,-3-2 0,-2 4 0,-3-13 0,1 6 0,0-1 0,0-5 0,5 11 0,5-6-546,5 3 546,-2 1 0,6 8 0,-9 2 0,-3 1 0,6 9 0,12-7 0,-40-1 0,3 0 0,4-3 0,0 0 0,1-2 0,1 0-555,2-1 1,1 0 554,4-4 0,0 0 0,3 0 0,1 0 0,4-1 0,-1-1 0,-6-1 0,-2 0 0,-3 4 0,0 1 0,-7-1 0,-2 2 0,0 3 0,-1 2 0,1 0 0,1 1 0,1 1 0,0 0 0,0-1 0,-1 1 0,2 0 0,0 0 0,-2-1 0,-1 1 0,5 0 0,2-1 0,6 1 0,2 0 0,2 2 0,1 1 0,0 0 0,-1-1 0,-4 1 0,0 1 0,1 2 0,1-1 0,1-1 0,1-1 0,5 6 0,-1 1 0,-3-4 0,-1-1 0,-5 1 0,-2 1 0,-9-2 0,-1 1 0,1 1 0,0 2 0,2 1 0,-1 1 0,0 1 0,-1 0 0,-4 1 0,-1 0 0,-6 1 0,-3 0 0,35 19 0,-8-3-172,-3-2 1,7 6 171,0 1 0,-1-5 0,-5-2 0,-8-3 0,-3 11 0,-5 0 0,-9-6 0,0 12 0,-6-6 0,2 2 0,8 2 0,4 5 0,9-1 0,0-4 0,6 4 0,-4-5 0,2 5 0,-2 2 0,-3-1 0,-11 3 122,-3 3 1,2-4-123,-8 5 0,6-5 0,-6-3 0,-2-4 0,6 3 0,-5-12 0,5 3 0,-2-4 0,-2-1 0,-8-1 0,-1 0 1052,-2 1-1052,-8 7 0,4-4 0,-8 6 99,0-2 0,0 4 1,-2-4-1,-1 2-99,-3 3 0,-7-4 0,10 4 0,-9-7 0,-1-1 128,-2 5 1,-2-8-129,0 4 0,6-4 0,0-1 47,-3-1-47,-1 0 0,-2-7 0,2-4 0,2-10 0,2-1 0,-1-8 0,-5 3 0,0-7 0,0 0 0,0-7 0,0 3 0,0-8 0,0 9 0,0-13 0,0 7 0,0-8 0,0-1 0,-7-6 0,-3-3 0</inkml:trace>
  <inkml:trace contextRef="#ctx0" brushRef="#br0" timeOffset="1">17811 5880 8912,'10'8'0,"-1"-4"0,-3 7 0,-2-5 0,5 5 0,1 1 0,-1-3 0,-3 6 0,6-3 0,-1 5 0,8 4 0,2 2 0,2-2 0,-2-2 0,4-2 0,-2 1 0,8-1 0,-5 0 0,1 0 0,-4 0 0,4-7 0,-8 3 0,4-5 0,-4 1 0,-8-5 0,1 2 0,-3-2 0,5 0 0,-3 1 0,-7 1 0,4-6 0,-8-2 0,0-4 0,-8-11 0,-1-9 0</inkml:trace>
  <inkml:trace contextRef="#ctx0" brushRef="#br0" timeOffset="2">18654 5588 8912,'-7'17'0,"-5"0"0,-3 0 0,-2 1 0,5-3 0,1-2 0,-3-1 0,-1 1 0,-2 2 0,0 3 0,-1-1 0,1 0 0,0 6 0,0 0 0,-6 7 0,0 1 0,0 7 0,-2 8 0,6 4 0,-14 7 0,5 0 0,-5-1 0,-1-3 0,-3-3 0,-3-4 0,-4-12 0,-7-9 0</inkml:trace>
  <inkml:trace contextRef="#ctx0" brushRef="#br0" timeOffset="3">17863 3731 8912,'11'-2'0,"-1"-4"0,-3-5 0,-3-4 0,-2-3 0,-2 1 0,-2 2 0,-4 1 0,-5 5 0,-4 1 0,-8 3 0,0 5 0,2 1 0,2 5 0,1 6 0,1 11 0,0-2 0,0 9 0,0 6 0,7-1 0,2 7 0,3-2 0,-1 0 0,0-2 0,6-9 0,0-2 0,0-4 0,8-12 0,3 1 0,5-9 0,1-3 0,8-7 0,-4-10 0,5-12 0,-1-4 0,-2-7 0,-6 0 0,1-6 0,-1 4 0,-2 0 0,-3 0 0,-5 10 0,-7 1 0,0 8 0,0 6 0,0 6 0,2 7 0,2 0 0,2 8 0,1 11 0,-1 10 0,6 2 0,3 1 0,2 7 0,0-1 0,0 0 0,8-7 0,4-4 0,-2 0 0,1-6 0,1 4 0,6-9 0,-3-7 0,-3-5 0,-4-7 0,-1-18 0,3-2 0</inkml:trace>
  <inkml:trace contextRef="#ctx0" brushRef="#br0" timeOffset="4">18379 3542 8912,'0'17'0,"0"0"0,0-5 0,0-1 0,0 1 0,0 5 0,0 2 0,0 4 0,0-2 0,0 7 0,6 3 0,-1 7 0,-1 4 0,-2 2 0,6-6 0,-1 6 0,7-5 0,-3 1 0,-5 0 0,5-6 0,-1-7 0,1-4 0,-3-4 0,-8-10 0,0-9 0,0-9 0</inkml:trace>
  <inkml:trace contextRef="#ctx0" brushRef="#br0" timeOffset="5">18362 3576 8912,'17'0'0,"0"0"0,2 0 0,4 0 0,-4 0 0,12 0 0,-6 2 0,0 4 0,-1 5 0,-3 5 0,-7 1 0,-3 0 0,-7 8 0,2 3 0,-6 5 0,-6 1 0,-3 1 0,-9-1 0,1-1 0,0-5 0,0-3 0,0-10 0,-1-3 0,1-5 0,0-7 0</inkml:trace>
  <inkml:trace contextRef="#ctx0" brushRef="#br0" timeOffset="6">18930 3576 8912,'9'8'0,"-3"3"0,-4 10 0,-2 2 0,5 14 0,1-3 0,0 12 0,-4-2 0,2 2 0,1-1 0,9 1 0,-10 4 0,5-4 0,-1-6 0,-2-11 0,-1-3 0,1-3 0,2-11 0,-3-1 0,-3-7 0,6-4 0</inkml:trace>
  <inkml:trace contextRef="#ctx0" brushRef="#br0" timeOffset="7">18964 3559 8912,'0'-10'0,"0"3"0,2 7 0,4 0 0,3 0 0,8 2 0,1 3 0,1 5 0,4 0 0,-4 5 0,4-4 0,-10 6 0,-1 6 0,1 6 0,-5-4 0,-1 7 0,-7-3 0,0 3 0,-7 11 0,-3-7 0,-5 2 0,3-7 0,-3-7 0,4-6 0,-5-1 0,-1 0 0</inkml:trace>
  <inkml:trace contextRef="#ctx0" brushRef="#br0" timeOffset="8">19343 3335 8912,'-6'12'0,"0"-1"0,0 1 0,6 5 0,0 6 0,0 0 0,2 6 0,4-7 0,4 9 0,7-12 0,0 4 0,2-4 0,4-2 0,-2-1 0,6-5 0,-2-5 0,5-4 0,-5-2 0,6 0 0,-3 0 0,-7-2 0,2-4 0,-11-3 0,1-9 0,-7 1 0,7 0 0,-11 0 0,4 0 0,-4-1 0,-2 9 0,0-6 0,0 13 0,0-4 0,0 12 0,0-3 0,0 9 0,0 1 0,0 3 0,2 1 0,4 0 0,-3 0 0,9 0 0,-6-1 0,5-3 0,2-3 0,3-3 0,-7 7 0,7-13 0,-7 7 0,8-8 0,-7 8 0,-2-6 0,-1 13 0,-5-5 0,4 7 0,-4 0 0,-2 6 0,0 0 0,0 7 0,0-9 0,0 8 0,0-2 0,0 3 0,0-1 0,0-8 0,0 10 0,0-9 0,0-1 0,0-1 0,-2-5 0,-4-4 0,-3-3 0,-9-8 0</inkml:trace>
  <inkml:trace contextRef="#ctx0" brushRef="#br0" timeOffset="9">20582 3164 8912,'9'-23'0,"-3"0"0,-4 2 0,-2 2 0,0 1 0,0 1 0,0 10 0,0 8 0,0 15 0,0 10 0,0 15 0,0 3 0,0 7 0,0 1 0,2 1 0,2 1 0,1-1 0,-1-3 0,4-10 0,-3 0 0,9-2 0,-3 2 0,-1-11 0,1 0 0,3-8 0,9-12 0,3-1 0</inkml:trace>
  <inkml:trace contextRef="#ctx0" brushRef="#br0" timeOffset="10">20943 3232 8912,'-10'35'0,"-13"-9"0,18 13 0,-11-3 0,7 6 0,-3-2 0,7 4 0,1-2 0,2-4 0,10-9 0,3-6 0,6-6 0,6-6 0,6-5 0,5-4 0,5-2 0,1 0 0,0-15 0,-6 3 0,1-11 0,-3-3 0,-3-3 0,-10-1 0,-9-1 0,-3 2 0,-1 1 0,-8-5 0,-4 3 0,-5 1 0,-12 8 0,2-2 0,-6 10 0,2 3 0,4 2 0,2-5 0,4 13 0,3 0 0,12 2 0,12 9 0,11 1 0,3 5 0</inkml:trace>
  <inkml:trace contextRef="#ctx0" brushRef="#br0" timeOffset="11">21562 3301 8912,'0'-19'0,"0"-4"0,0 4 0,-1-4 0,-5 4 0,4 2 0,-19 7 0,4 4 0,-2 5 0,-8 1 0,6 1 0,-8 5 0,14 6 0,-2 11 0,5-4 0,1 6 0,5-1 0,4 3 0,2 0 0,0-4 0,0-4 0,8-2 0,-5-2 0,9-1 0,1-5 0,3-1 0,-5-2 0,1-6 0,-1 0 0,6 0 0,0-2 0,1-4 0,-9 4 0,6-11 0,-3 7 0,-4 0 0,7 6 0,-4 0 0,5 0 0,-3 10 0,4 7 0,-3 8 0,11 17 0,-8 6 0,0 7 0,0 10 0,0 8 0,-7 5 0,-2 2 0,-10-2-502,-4-1 502,-4-3 0,-13-14 0,0-9 0,-7-9 0,1-13 0,-3-10 0,-1-10 0,4-1 0,5-4 0,6-12 0,1-9 0,0-10 0,0-5 0,7-8 0,4-4 0,5-6 0,1 2 0,7-18 0,5 3 0,5-4 0,6-2 0,11 0 0,12 0-810,4 1 810,9-9 0,2 12 0,-25 31 0,1-1 0,2 2 0,2 0 0,3-1 0,0 1 0</inkml:trace>
  <inkml:trace contextRef="#ctx0" brushRef="#br0" timeOffset="12">25262 3335 8912,'-11'0'0,"1"-1"0,1-3 0,-1-2 0,-3 2 0,3-3 0,-1 1 0,-3 2 0,7 2 0,-1 6 0,8 5 0,0 9 0,0 10 0,0 3 0,0 7 0,0 14 0,0 11 0,0 4 0,0 1 0,0 1 0,0 0 0,0 0 0,0-8 0,0-4 0,0-11 0,0-12 0,0-11 0,6-9 0,0-3 0,-1-15 0,-5 8 0,0-15 0,0-3 0,0 7 0,0-9 0,0 5 0,0-4 0,0-10 0,0 6 0,-7-21 0,-3 3 0</inkml:trace>
  <inkml:trace contextRef="#ctx0" brushRef="#br0" timeOffset="13">25813 3456 8912,'-10'7'0,"-5"-5"0,4 4 0,1-2 0,-1 0 0,-3 1 0,7 1 0,-1-6 0,10 0 0,6-2 0,9-3 0,10-7 0,13-3 0,4-4 0,7-2 0,1-2 0,7 0 0,-5 0 0,1 0 0,-7 2 0,-6 4 0,-8 3 0,-1 5 0,-4 1 0,-5 3 0,-14 5 0,-2 0 0,-10 7 0,-4 5 0,-4 3 0,-7 2 0,0 0 0,-2 2 0,-4 4 0,4-4 0,-14 6 0,7-8 0,-9 1 0</inkml:trace>
  <inkml:trace contextRef="#ctx0" brushRef="#br0" timeOffset="14">25933 3851 8912,'-5'17'0,"-3"1"0,-1-1 0,-3-8 0,4-1 0,8-8 0,16-8 0,5-1 0,7-8 0,3-1 0,9 9 0,-4-6 0,5 3 0,1-1 0,-2 1 0,0-3 0,-6 5 0,1 1 0,-8-4 0,-4 7 0,-6 0 0,-6-2 0,-3 7 0,0-7 0,-7 8 0,5 0 0,-12 0 0,-3 0 0,-3-8 0,1-3 0,-1-4 0,-5-3 0</inkml:trace>
  <inkml:trace contextRef="#ctx0" brushRef="#br0" timeOffset="15">26863 3284 8912,'-10'9'0,"3"1"0,7-4 0,0-2 0,1 5 0,5-1 0,6-4 0,9-3 0,2-1 0,0 0 0,1 0 0,-3 0 0,6-1 0,-2-3 0,-4-2 0,4-7 0,-2 1 0,-2-3 0,-2-2 0,-9 0 0,5-1 0,-6-1 0,1-2 0,-4-2 0,-4-2 0,-2 4 0,0-2 0,-8-7 0,-2 13 0,-7-2 0,0 5 0,-6 5 0,-2-3 0,-1 7 0,3 5 0,-6 5 0,6 7 0,-4 11 0,2 5 0,-5 12 0,13 4 0,-1 8 0,9 5 0,9 1 0,0 5 0,0-6 0,7 6 0,7-8 0,5-5 0,6-8 0,2-6 0,1-1 0,7-10 0,-1-8 0,0-10 0,1-5 0,-1-2 0,1 0 0,-7-7 0,-1-7 0,-2-7 0,-2-5 0,-6-9 0,-7-7 0,5-2 0,-5-7 0</inkml:trace>
  <inkml:trace contextRef="#ctx0" brushRef="#br0" timeOffset="16">27362 3078 8912,'0'9'0,"0"-1"0,0-6 0,0 3 0,0-3 0,2 14 0,3-5 0,7 4 0,3 3 0,2 1 0,1 4 0,6-4 0,5 4 0,6 1 0,5-1 0,-4 0 0,4-6 0,-3 1 0,-5-3 0,-3-4 0,-4 3 0,-8-8 0,0-3 0,0-1 0,0-2 0,-1-2 0,-5-3 0,4-13 0,-5-8 0,7-9 0</inkml:trace>
  <inkml:trace contextRef="#ctx0" brushRef="#br0" timeOffset="17">27844 2974 8912,'-25'0'0,"6"0"0,-4 0 0,4 0 0,1 0 0,1 0 0,-2 0 0,-4 0 0,4 8 0,-4 4 0,4 12 0,2 11 0,-6 9 0,0 11 0,2 4 0,2 2 0,1 2 0,7 6 0,0 0 0,5-8 0,-6-4 0,8-11 0,-1-7 0,3-9 0,2-5 0,2-10 0,3-3 0,5-12 0,7-14 0,0-7 0,8-13 0,2-10 0</inkml:trace>
  <inkml:trace contextRef="#ctx0" brushRef="#br0" timeOffset="18">27981 3060 8912,'0'18'0,"0"-1"0,0 0 0,0 2 0,0 4 0,0 6 0,6 9 0,2 4 0,-1 2 0,1 4 0,5 1 0,-11 1 0,4-2 0,-4-2 0,4-8 0,-1 2 0,1-6 0,-6-5 0,0-4 0,0-8 0,-8-15 0,-1-4 0</inkml:trace>
  <inkml:trace contextRef="#ctx0" brushRef="#br0" timeOffset="19">27930 3078 8912,'-18'0'0,"7"0"0,0 0 0,7 0 0,-4-8 0,10-4 0,4-1 0,5 2 0,10-5 0,4 7 0,2-1 0,-6-5 0,11 13 0,-5-4 0,0 4 0,-2 2 0,-6 0 0,0 2 0,-2 4 0,4 4 0,-19 7 0,4 0 0,-4 8 0,-2 3 0,-8-1 0,-3 2 0,-7 0 0,-4 5 0,2 0 0,-3 1 0,-1-9 0,1-3 0,2-4 0,2-3 0,1-5 0,1-3 0,0-8 0</inkml:trace>
  <inkml:trace contextRef="#ctx0" brushRef="#br0" timeOffset="20">28670 2390 8912,'0'-12'0,"0"1"0,0-2 0,0-3 0,0-1 0,0 0 0,0 0 0,0-1 0,0 1 0,0 6 0,-2 1 0,-4 5 0,-5 6 0,-5 15 0,-1 16 0,-2 12 0,-4 13 0,4 18 0,-6 11 0,13-39 0,1 1 0,-1 3 0,1 0-214,-1 4 0,1 1 0,5 0 0,1 2 214,-1 5 0,0 0 0,1 2 0,1 0 0,-2 1 0,0 0 0,3-6 0,0-2 0,3 40 0,6-18 0,4-25 0,7-5 0,0-19 0,0-8 0,6-2 0,0-16 0,8 1 0,-2-6 0,3 0 0,2-8 0,-1-7 0,-4-12 0,3-9 0,-5-15 0</inkml:trace>
  <inkml:trace contextRef="#ctx0" brushRef="#br0" timeOffset="21">28962 2854 8912,'0'-11'0,"0"-1"0,0 1 0,-7 1 0,3-3 0,-8 7 0,1 0 0,-5 8 0,3 4 0,2 5 0,1 7 0,-3 6 0,1 11 0,-1 9 0,5 5 0,-5 5 0,7 1 0,2 3 0,2-3 0,2-1 0,0-3 0,2-13 0,4-3 0,9-14 0,10-4 0,2-9 0,3-7 0,3-16 0,3-8 0,4-7 0,-3-12 0,11-8 0,-8-7 0,-2 1 0,-7-3 0,-5 2 0,-3 1 0,-7 3 0,-7 9 0,-16 2 0,-5 7 0,-11 3 0,-6 3 0,-3 6 0,-8 12 0,0 5 0,-8 4 0,10 10 0,-5 3 0,7 5 0,-2 1 0,19 6 0,-4 0 0,4-2 0,9 6 0,3-8 0,7 4 0,0-4 0,7-10 0,5-3 0,11 3 0,3 1 0</inkml:trace>
  <inkml:trace contextRef="#ctx0" brushRef="#br0" timeOffset="22">29461 2923 8912,'10'7'0,"-3"3"0,1 0 0,-6-3 0,6-7 0,-8 2 0,0 4 0,0-4 0,0 5 0,0-7 0,0 2 0,0 4 0,0-4 0,2 6 0,1-10 0,5-2 0,2-2 0,-7-7 0,11 9 0,-8-8 0,-1 1 0,-3-4 0,4 3 0,-4-3 0,6 13 0,-8-6 0,-6 10 0,0 4 0,-7-4 0,9 13 0,-8-3 0,9 3 0,-5-5 0,0 5 0,6-13 0,-5 5 0,14-7 0,-3-7 0,8-5 0,-9-3 0,5 4 0,-8-1 0,0 8 0,0-11 0,0 13 0,-2-6 0,-2 10 0,-1 4 0,-1-2 0,4 5 0,-4-1 0,4 5 0,-5-11 0,9 6 0,3-8 0,5 0 0,7 0 0</inkml:trace>
  <inkml:trace contextRef="#ctx0" brushRef="#br0" timeOffset="23">30115 2820 8912,'-9'0'0,"1"-8"0,8-2 0</inkml:trace>
  <inkml:trace contextRef="#ctx0" brushRef="#br0" timeOffset="24">30304 2768 8912,'-5'12'0,"-3"-3"0,-1-1 0,-5-4 0,-1-3 0,3-1 0,1 0 0,7 0 0,4-7 0,12-3 0,3 1 0,4-7 0,4 7 0,6-3 0,3 1 0,10-8 0,2-8 0</inkml:trace>
  <inkml:trace contextRef="#ctx0" brushRef="#br0" timeOffset="25">30735 2631 8912,'-18'0'0,"1"0"0,0 0 0,6 0 0,-1 0 0,-1 0 0,5 0 0,-7 0 0,13 0 0,2 0 0,9-6 0,11 0 0,1 2 0,2 2 0,5 2 0,-3-2 0,0-1 0,0-3 0,0-2 0,-2 3 0,-4 3 0,6-6 0,-8 6 0,0-4 0,0 4 0,-5-5 0,-1 7 0,-7 0 0,2 0 0,-12 0 0,4 0 0,-6 0 0,8 0 0,0 0 0,8-8 0,2-1 0,7-9 0</inkml:trace>
  <inkml:trace contextRef="#ctx0" brushRef="#br0" timeOffset="26">30872 1341 8912,'-2'-19'0,"-1"-2"0,-3-2 0,2 2 0,2 2 0,4 7 0,6 3 0,9 3 0,10 8 0,15 8 0,11 14 0,16 13 0,-27-14 0,0 3 0,6 8 0,0 3 0,5 8 0,-1 4 0,1 6 0,-3 4 0,-1 9 0,-4 4 0,0 8 0,-6 4-154,-9 1 0,-6 4 1,-11-20-1,-2 2 1,-5 1-1,-4-1 0,-4-1 1,-2 1-1,-1 1 1,-2 0-1,-2 0 154,-1-1 0,-3 0 0,-2-1 0,-2 0 0,-1-1 0,-2-2 0,-11 27 0,-1-4 0,-2-8 0,-1-4 0,-2-10 0,-1-2 0,-1-1 0,-2 0 0,-1-1 0,0 2 0,-1 3 0,0-1 0,4-10 0,-1-1 0,-1 4 0,0 0 0,4-9 0,0-1 0,-1 3 0,1-1 0</inkml:trace>
  <inkml:trace contextRef="#ctx0" brushRef="#br0" timeOffset="27">25813 6551 8912,'11'0'0,"1"0"0,-6 0 0,3-2 0,-1-4 0,-4-2 0,-10-3 0,2-3 0,-7 9 0,5-1 0,-6 6 0,9 0 0,-13 0 0,5 0 0,1 0 0,-1 0 0,-1 0 0,-5 0 0,0 0 0,7 0 0,-5 0 0,4 0 0,-5 0 0,-3 2 0,-2 2 0,-4 3 0,-1 3 0,5 1 0,-12 1 0,4-1 0,-3 3 0,-3 1 0,7 2 0,1 0 0,2 1 0,2 6 0,6-5 0,0 4 0,0-3 0,-1-3 0,7 8 0,1 1 0,3 1 0,-5 6 0,6-5 0,3 5 0,1 1 0,2 8 0,0-6 0,0 3 0,0-9 0,5 3 0,1-5 0,8 5 0,-5-7 0,8-1 0,-7-7 0,5 6 0,-5-5 0,7 4 0,0-4 0,0-1 0,1-1 0,-1-8 0,6 12 0,0-3 0,0 1 0,-6-8 0,0 4 0,2-3 0,4 3 0,-4 2 0,8-7 0,-6-4 0,2-4 0,6 0 0,-6 3 0,5-3 0,-5 4 0,2-6 0,-2-6 0,-4 4 0,8-7 0,-4 3 0,-4 2 0,4-7 0,-4-1 0,-2 3 0,6-7 0,-2 5 0,-5-4 0,1 5 0,-8-11 0,10 4 0,4-2 0,-4 0 0,6 1 0,-7-1 0,-1-4 0,0 2 0,0-7 0,0 7 0,-7-4 0,5 0 0,-5-2 0,-1-7 0,-3 0 0,-4-1 0,-2 1 0,0-1 0,0 1 0,0 0 0,0-6 0,0-1 0,0 3 0,0 2 0,0 2 0,0-3 0,0-3 0,-8 6 0,-3-3 0,-4 9 0,-3 3 0,1-6 0,-8 12 0,-1-6 0,-1 8 0,-6 0 0,5 2 0,-13 3 0,3-1 0,-8 7 0,6 0 0,-6 6 0,2 2 0,-4 4 0,6 6 0,4 3 0,6 2 0,9 0 0,-2-1 0,10-3 0,3-2 0,4 1 0,8-1 0,0 1 0,0-8 0,2 3 0,4-7 0,6 0 0,3-7 0,2-3 0</inkml:trace>
  <inkml:trace contextRef="#ctx0" brushRef="#br0" timeOffset="28">26381 6069 8912,'-12'0'0,"1"0"0,7 0 0,-11 0 0,13 0 0,-6-2 0,10-3 0,4-7 0,3 3 0,9-3 0,1 1 0,2-7 0,2 1 0,2 0 0,-2 0 0,-4 0 0,4-1 0,2 3 0,-3 2 0,-1 3 0,-1 3 0,-3-7 0,-8 14 0,-3 0 0,-12 8 0,-3 9 0,-8 0 0</inkml:trace>
  <inkml:trace contextRef="#ctx0" brushRef="#br0" timeOffset="29">26484 6275 8912,'-6'18'0,"1"-1"0,-1-6 0,6 1 0,0-8 0,0 1 0,0-10 0,8-5 0,7-9 0,8-4 0,6 4 0,-7-4 0,7-2 0,-4 2 0,2 2 0,0 2 0,1 2 0,-3 2 0,-8 3 0,-7-3 0,5 13 0,-3-4 0,-5 4 0,-1 2 0,-12 0 0,-3 8 0,-9 2 0</inkml:trace>
  <inkml:trace contextRef="#ctx0" brushRef="#br0" timeOffset="30">27224 5691 8912,'10'2'0,"-5"4"0,-1-5 0,2 5 0,-2-4 0,7-2 0,-5 0 0,5 0 0,3 0 0,1-2 0,2-2 0,1-1 0,-7-9 0,1 3 0,-1-4 0,4-3 0,-1 1 0,-5 0 0,-1 0 0,-2 0 0,-6-1 0,0 7 0,-2-1 0,-4 1 0,-5 1 0,-5 1 0,-1 3 0,0 4 0,0-3 0,-6 10 0,0 7 0,0 11 0,6 1 0,-1 9 0,1 1 0,0-3 0,7 13 0,5-6 0,3 2 0,2 0 0,0-2 0,4-1 0,5-7 0,8-5 0,2-10 0,8 3 0,-2-16 0,6 3 0,-5-3 0,1-4 0,0-3 0,-6-13 0,4-1 0,-8-21 0,0 4 0</inkml:trace>
  <inkml:trace contextRef="#ctx0" brushRef="#br0" timeOffset="31">27637 5588 8912,'10'-10'0,"-3"3"0,1 7 0,2 0 0,1 0 0,0 1 0,3 5 0,1 4 0,2 7 0,6 2 0,0 4 0,0-4 0,-4 4 0,2-2 0,2 2 0,0-12 0,0 12 0,0-13 0,-2-1 0,-2 5 0,-1-8 0,-9-1 0,1-5 0,-7-2 0,3-3 0,0-13 0,-6-8 0</inkml:trace>
  <inkml:trace contextRef="#ctx0" brushRef="#br0" timeOffset="32">27999 5502 8912,'-18'0'0,"1"0"0,6 2 0,-1 3 0,3 7 0,-3 11 0,-3 0 0,3 9 0,-3 5 0,-2 8 0,0 1 0,-1 2 0,1-2 0,8-4 0,3-8 0,4-1 0,2-5 0,0-3 0,2-15 0,4-5 0,3-18 0,16-6 0,2-15 0</inkml:trace>
  <inkml:trace contextRef="#ctx0" brushRef="#br0" timeOffset="33">28205 5467 8912,'10'0'0,"5"0"0,-13 0 0,5 0 0,-7 8 0,0 4 0,0 5 0,0 6 0,0 5 0,0 5 0,0 1 0,2 1 0,4-1 0,-2 6 0,7 0 0,-7 0 0,2-5 0,2 1 0,-3 4 0,1-6 0,-6 3 0,0-7 0,0-9 0,-2-2 0,-4-7 0,-3-8 0,-1-12 0,3-11 0</inkml:trace>
  <inkml:trace contextRef="#ctx0" brushRef="#br0" timeOffset="34">28153 5502 8912,'10'-8'0,"5"6"0,-11-11 0,8 7 0,-1-5 0,6 5 0,0-6 0,1 7 0,1 1 0,4 2 0,-2 2 0,6 0 0,-3 0 0,-3 0 0,-1 8 0,-3-5 0,0 11 0,-2 3 0,-3 4 0,-7 0 0,-5 6 0,-5 1 0,-7-1 0,-11 2 0,4 0 0,-13-1 0,3-1 0,-4-2 0,5-2 0,-1-6 0,8-8 0,-4 5 0,8-8 0,0-3 0,0-8 0,7-5 0,-5-7 0,5 0 0</inkml:trace>
  <inkml:trace contextRef="#ctx0" brushRef="#br0" timeOffset="35">28859 5055 8912,'-2'9'0,"-4"-3"0,-3 2 0,-8-3 0,5 9 0,1-1 0,-3 8 0,-1 8 0,-8 13 0,0 9 0,2 13 0,2 8 0,4 1 0,3 7 0,-1-2 0,7 2 0,2-5 0,2-12 0,4-6 0,4-5 0,5-6 0,5-12 0,1-3 0,0-8 0,0-2 0,2-10 0,4-5 0,-2-4 0,8-2 0,-8-4 0,2-8 0,4-7 0,0-15 0</inkml:trace>
  <inkml:trace contextRef="#ctx0" brushRef="#br0" timeOffset="36">29065 5364 8912,'-1'-9'0,"-5"3"0,4 6 0,-4 6 0,4 9 0,2 8 0,2 0 0,4 2 0,-2 0 0,7 3 0,-7 5 0,11-12 0,-5 5 0,-1-1 0,7-4 0,-5-7 0,4-5 0,3-1 0,-1-2 0,0-8 0,0-6 0,1-9 0,-1-2 0,0-10 0,0-2 0,0-1 0,-5-2 0,-1-1 0,-7 1 0,2-1 0,2 9 0,-3 3 0,1 9 0,-6 3 0,0 7 0,0-4 0,-6 10 0,1 6 0,1 9 0,-4 8 0,2 9 0,2 1 0,3-1 0,1 1 0,1-1 0,3 2 0,4 1 0,2-3 0,-5 4 0,7-9 0,-8-4 0,3 1 0,-7-3 0,0-4 0,0 4 0,0-4 0,-7-7 0,-5-1 0,-5 1 0,-6-3 0,4-1 0,-14-2 0,5 0 0,-5 1 0,-1-3 0,-1 2 0,7-1 0,1-6 0,2-5 0,4-6 0,2-3 0,9-2 0,3-8 0,7-2 0</inkml:trace>
  <inkml:trace contextRef="#ctx0" brushRef="#br0" timeOffset="37">29547 5657 8912,'10'-2'0,"-4"-4"0,-4 4 0,-2-6 0,0 8 0,0 0 0,1 6 0,5 0 0,-4 7 0,4-1 0,-4 5 0,-2 6 0,0-4 0,0 6 0,0-2 0,0 0 0,0 7 0,0-11 0,2 4 0,3-4 0,-3-7 0,4-1 0,4-7 0,-3 2 0,5-12 0,3-11 0,-5-10 0</inkml:trace>
  <inkml:trace contextRef="#ctx0" brushRef="#br0" timeOffset="38">29651 5433 8912,'0'-11'0,"0"-1"0,0 8 0,-2-9 0,-4 7 0,4 0 0,-6 14 0,8 4 0,0 3 0,-5 2 0,-1 0 0,0-7 0,6-3 0,0-7 0,0 0 0,0-7 0,0 3 0,0-8 0,0 9 0,-8-13 0,-1 14 0,-3-5 0,1 7 0,7 7 0,-11 3 0,13 0 0,-13 5 0,5-6 0</inkml:trace>
  <inkml:trace contextRef="#ctx0" brushRef="#br0" timeOffset="39">30218 5141 8912,'10'-8'0,"-2"4"0,-8-7 0,0 5 0,0-5 0,-2 7 0,-4-2 0,-5 4 0,-5 10 0,1 3 0,3 5 0,-3 8 0,4 5 0,-5 4 0,-1 1 0,6 6 0,1 2 0,2 2 0,3-4 0,5 4 0,0-2 0,0-4 0,0-1 0,0-9 0,0 1 0,2-8 0,3 2 0,-3-4 0,4-2 0,-4 0 0,-2 1 0,8-1 0,-6-8 0,5 1 0,-7-4 0,0-5 0,0 7 0,0-16 0,0-1 0,0-8 0,0 0 0</inkml:trace>
  <inkml:trace contextRef="#ctx0" brushRef="#br0" timeOffset="40">29960 5588 8912,'-11'0'0,"-1"0"0,-1 0 0,5-8 0,1 6 0,9-7 0,3 3 0,5 4 0,15-11 0,3 5 0,5-2 0,-6 7 0,5-11 0,-5 7 0,0-3 0,-2 6 0,-2-3 0,-1 5 0,0-4 0,-9 4 0,-2-4 0,-5 4 0,6 2 0,-9 0 0,5 0 0,-8 0 0,0-7 0,0-3 0</inkml:trace>
  <inkml:trace contextRef="#ctx0" brushRef="#br0" timeOffset="41">30442 5674 8912,'10'-2'0,"-5"-4"0,-3 4 0,-2-5 0,-5 8 0,-3 5 0,-2 8 0,-3 7 0,-2-2 0,-1 6 0,3-1 0,2 5 0,1 3 0,-3 3 0,1-1 0,8 1 0,-1-1 0,3 0 0,2 1 0,0-1 0,0-7 0,0-4 0,0-4 0,7-4 0,5-3 0,3-7 0,2-3 0,8-2 0,-4-7 0,8-5 0,1-3 0,3-2 0,-1-8 0,-1-4 0,-2-3 0,-8-3 0,4 3 0,-10 1 0,-4 3 0,-3 1 0,-8-2 0,0-1 0,0 7 0,-9 0 0,-7 6 0,-5 0 0,0-1 0,2 9 0,2-5 0,0 9 0,-1-1 0,1 6 0,0 0 0,0 0 0,0 0 0,1 2 0,3 2 0,1 1 0,-1-1 0,5-2 0,-7 6 0,6 1 0</inkml:trace>
  <inkml:trace contextRef="#ctx0" brushRef="#br0" timeOffset="42">30339 5914 8912,'0'27'0,"0"-4"0,0-4 0,-2-4 0,-4-3 0,4-4 0,-5-8 0,9 0 0,3 0 0,7 0 0,3-8 0,2 4 0,2-5 0,4 1 0,-4-5 0,8 5 0,-4-4 0,-4-1 0,4 7 0,-9-1 0,-3 3 0,3-2 0,-7 0 0,3 1 0,-6-3 0,1-1 0,1 5 0,-6-12 0,0 7 0</inkml:trace>
  <inkml:trace contextRef="#ctx0" brushRef="#br0" timeOffset="43">30907 5158 8912,'-12'0'0,"1"0"0,-3 2 0,-1 4 0,4 11 0,1 11 0,2 5 0,-5 9 0,4 4 0,-1 5 0,2 5 0,1 1 0,5-2 0,-4-7 0,4-4 0,2-2 0,0-2 0,0-13 0,2-6 0,4-6 0,5-3 0,-1-8 0,1 1 0,1-10 0,5-7 0,8-3 0,2-2 0</inkml:trace>
  <inkml:trace contextRef="#ctx0" brushRef="#br0" timeOffset="44">30976 5364 8912,'9'0'0,"6"0"0,-13 0 0,14 0 0,-7 0 0,8 0 0,1 2 0,-1 4 0,-8-4 0,7 13 0,-5-3 0,4 3 0,3 2 0,-7 0 0,-1 0 0,-3 1 0,7 6 0,-12-4 0,3 2 0,-3-2 0,-2-3 0,-4 0 0,-5 0 0,-8 0 0,-12 1 0,8-1 0,-8-2 0,-1-4 0,5 3 0,2-8 0,4-3 0,2-1 0,7-9 0,2-5 0,8-11 0,0 4 0,8-21 0,2 4 0</inkml:trace>
  <inkml:trace contextRef="#ctx0" brushRef="#br0" timeOffset="45">31337 5261 8912,'-8'-9'0,"-1"-7"0,-3 14 0,1-3 0,-1 3 0,-3 4 0,4 3 0,-3 11 0,7 8 0,-1 3 0,0 4 0,-3 1 0,5 3 0,0-1 0,6 0 0,0 1 0,0-7 0,0-1 0,0-2 0,8-2 0,2-8 0,9-1 0,4-3 0,-2-7 0,7 2 0,1-6 0,-2-6 0,5-4 0,-7-7 0,4 0 0,1 2 0,-7 3 0,0-9 0,-6 4 0,1-2 0,-1 0 0,0 2 0,-2-1 0,-3 1 0,-4 8 0,-8-7 0,0 14 0,0 2 0,-6 10 0,0 7 0,2 0 0,2 1 0,2-1 0,0 0 0,0 0 0,0 2 0,0 2 0,0 2 0,0-2 0,0-2 0,0-1 0,0-1 0,2-8 0,4-3 0,4-4 0,7-10 0,0-1 0</inkml:trace>
  <inkml:trace contextRef="#ctx0" brushRef="#br0" timeOffset="46">31698 5106 8912,'-26'0'0,"3"0"0,4 0 0,1 2 0,1 4 0,8-2 0,1 5 0,0-1 0,6 5 0,-5-9 0,7 8 0,0-9 0,7 5 0,5-8 0,3 0 0,-3 0 0,-1 0 0,-7-8 0,5-1 0,-3-8 0,-4 7 0,6-5 0,-16 13 0,6-6 0,-13 8 0,13 0 0,-6-7 0,8-3 0</inkml:trace>
  <inkml:trace contextRef="#ctx0" brushRef="#br0" timeOffset="47">31819 4573 8912,'17'10'0,"0"-2"0,-5-8 0,-1 0 0,1 0 0,5 1 0,0 5 0,2 6 0,4 13 0,6 9 0,3 10 0,10 13 0,-7 10 0,1 9 0,-5 3-372,-10 9 0,2 1 372,-16-40 0,-3 0 0,0 41 0,-14 1 0,-11-3 0,-7-4 0,-9-4 0,-16-3 0,7-1 0,18-36 0,-1 1 0,-2 4 0,0 1 0,0 3 0,-1 0 0,2 1 0,-1 1 0,0 2 0,-1 1 0,0 3 0,-1 1 0,0 3 0</inkml:trace>
  <inkml:trace contextRef="#ctx0" brushRef="#br0" timeOffset="48">29203 6808 8912,'-27'-17'0,"1"6"0,5-1 0,-2 1 0,2 1 0,1 5 0,3 3 0,0 2 0,4 0 0,-3 4 0,-3 5 0,0 10 0,0 6 0,2 4 0,0 5 0,-1 2 0,1 4 0,0 6 0,0 4 0,5 2 0,1-1 0,1 6 0,-1 3 0,3-1 0,0 0 0,7 4 0,-5-6 0,4 1 0,4-16 0,4-8 0,7-11 0,6-9 0,4-9 0,8-18 0,-5-14 0,16-32 0,2-12 0</inkml:trace>
  <inkml:trace contextRef="#ctx0" brushRef="#br0" timeOffset="49">29358 6998 8912,'-17'2'0,"0"1"0,-1 3 0,9 0 0,-1 0 0,5-1 0,3 1 0,-6-6 0,16 0 0,3 0 0,4 0 0,4 0 0,3 0 0,0 0 0,1-8 0,2-9 0,2-10 0</inkml:trace>
  <inkml:trace contextRef="#ctx0" brushRef="#br0" timeOffset="50">29788 6894 8912,'0'-9'0,"0"1"0,0 8 0,0 0 0,8 8 0,1 1 0</inkml:trace>
  <inkml:trace contextRef="#ctx0" brushRef="#br0" timeOffset="51">29719 7307 8912,'-5'44'0,"-3"-8"0,-2-9 0,-3-10 0,3-11 0,-1 0 0,7-4 0,-3-4 0,7-4 0,0 4 0,7-13 0,5 3 0,3-3 0,2-2 0,0 0 0</inkml:trace>
  <inkml:trace contextRef="#ctx0" brushRef="#br0" timeOffset="52">30132 7118 8912,'-11'0'0,"-1"0"0,-1 0 0,0 2 0,1 4 0,5-3 0,7 9 0,0 1 0,0 3 0,1 1 0,5 2 0,6 4 0,3-4 0,2 4 0,0-4 0,1-2 0,-1-2 0,0-3 0,0-5 0,0-7 0,1 0 0,-1 0 0,0 0 0,0-7 0,-1-5 0,-5-11 0,2 4 0,-7-4 0,6-1 0,-7 1 0,-1 2 0,-2 2 0,-2 7 0,0 1 0,0 7 0,0-2 0,0 12 0,0 5 0,2 14 0,2 8 0,2 5 0,-1 10 0,1-3 0,0 11 0,-2 1 0,3 0 0,-1-5 0,0-6 0,-6 0 0,0-8 0,-10 4 0,-7-8 0,-6-5 0,-8-2 0,3-2 0,-1-4 0,-3-10 0,1-5 0,2-4 0,8-2 0,2-8 0,10-5 0,1-8 0,2 2 0,8-8 0,4 6 0,5-2 0,7-6 0,4 6 0,5-7 0,8 3 0</inkml:trace>
  <inkml:trace contextRef="#ctx0" brushRef="#br0" timeOffset="53">30649 7548 8912,'9'0'0,"-1"0"0,-8 0 0,0 0 0,0 7 0,0 3 0,0 7 0,2 0 0,2 2 0,1 2 0,-1 2 0,4 6 0,-2-6 0,7 0 0,-9-6 0,7 0 0,-5-7 0,5-4 0,9-5 0,6-1 0</inkml:trace>
  <inkml:trace contextRef="#ctx0" brushRef="#br0" timeOffset="54">30786 7135 8912,'-34'8'0,"1"-1"0,5 5 0,-5 1 0,5-7 0,3 2 0,2-5 0,4 3 0,9 0 0,2-6 0,10 0 0,4 0 0,4 0 0,7-6 0,0 0 0,0-7 0,0 2 0,1 3 0,-1 2 0,0-1 0,0 1 0,-5 0 0,-1 6 0,-1-2 0,1-3 0,12 3 0,-4-6 0</inkml:trace>
  <inkml:trace contextRef="#ctx0" brushRef="#br0" timeOffset="55">30976 7256 8912,'-8'9'0,"6"-1"0,-6-8 0,10 0 0,4 0 0,6 0 0,10 0 0,-2 0 0,10 0 0,-5 0 0,2 0 0,-4 0 0,4 0 0,-3 0 0,-1 7 0,-13 3 0,-2 7 0</inkml:trace>
  <inkml:trace contextRef="#ctx0" brushRef="#br0" timeOffset="56">30993 7668 8912,'17'-17'0,"6"0"0,0 0 0,13-8 0,1-4 0,5-3 0,-2-3 0,6 1 0,0-8 0,5 5 0,1-5 0</inkml:trace>
  <inkml:trace contextRef="#ctx0" brushRef="#br0" timeOffset="57">31630 7152 8912,'-23'18'0,"0"-1"0,0-2 0,5-4 0,-4 5 0,-1-3 0,2 6 0,1 4 0,5 2 0,4-2 0,3 2 0,8 3 0,0 5 0,2-6 0,4-1 0,5-3 0,4-4 0,8-9 0,2-4 0,0-4 0,2-4 0,0-4 0,-6-4 0,4-14 0,-8-5 0,0-4 0,-2 1 0,-3 3 0,-5-3 0,-7 3 0,0-3 0,0-3 0,0 1 0,0 0 0,0 7 0,-7-6 0,-3 7 0,1-1 0,-7-6 0,7 14 0,-8-4 0,7 4 0,-5 2 0,5 0 0</inkml:trace>
  <inkml:trace contextRef="#ctx0" brushRef="#br0" timeOffset="58">31647 6619 8912,'0'-9'0,"0"-6"0,0 3 0,0 4 0,7 8 0,5 12 0,11 18 0,2 14 0,5 23 0,-1 12 0,0 8 0,-15-32 0,-2 1-265,0 1 0,-1 1 0,-1 4 1,-1 2 264,1 2 0,-2 0 0,-3-3 0,-1 0 0,0-2 0,-2 0 0,-2-4 0,-2-1 0,-2-2 0,-3-1 0,-3-2 0,-3-1 0,-26 34 0,-5 0 0</inkml:trace>
  <inkml:trace contextRef="#ctx0" brushRef="#br0" timeOffset="59">15505 6447 8912,'0'-11'0,"0"0"0,0 7 0,0-4 0,2 8 0,4 0 0,-3 8 0,9 3 0,1 4 0,-3-1 0,1-1 0,1 4 0,-3 2 0,7-3 0,-5 7 0,4 2 0,3-1 0,-1 3 0,4-4 0,-4 6 0,4-8 0,-9 2 0,1-4 0,-2-2 0,-3-8 0,0-1 0,1-8 0</inkml:trace>
  <inkml:trace contextRef="#ctx0" brushRef="#br0" timeOffset="60">15712 6379 8912,'15'-12'0,"-2"1"0,-1-3 0,-1 7 0,6-1 0,1 12 0,1 5 0,4 9 0,-4 10 0,4 1 0,2 3 0,-1 3 0,1-1 0,0 1 0,-2-1 0,-6 0 0,0-1 0,1-5 0,-9 5 0,-1-22 0,-8 5 0</inkml:trace>
  <inkml:trace contextRef="#ctx0" brushRef="#br0" timeOffset="61">13991 6172 8912,'-12'6'0,"1"0"0,7 0 0,-4-6 0,10 0 0,4 0 0,-2-2 0,5-4 0,1-4 0,-1 1 0,-3-6 0,6 3 0,-3-3 0,5-2 0,-5-1 0,-1 1 0,-3 0 0,-5 0 0,0 0 0,0-1 0,0 1 0,-7 8 0,-5 3 0,-3 4 0,-2 2 0,0 0 0,-1 13 0,1 6 0,0 6 0,2 4 0,3 5 0,-1 6 0,7 1 0,0-1 0,6-6 0,2 0 0,4 1 0,4-1 0,7 1 0,6-14 0,0-4 0,7-11 0,-1-1 0,9-3 0,2-2 0,-5-9 0,-7-9 0,-6-6 0,2-26 0,-6-4 0</inkml:trace>
  <inkml:trace contextRef="#ctx0" brushRef="#br0" timeOffset="62">14369 5897 8912,'17'17'0,"-5"-5"0,-1-1 0,-5-7 0,6 2 0,1-4 0,2 4 0,2-1 0,1 7 0,-1-5 0,0 1 0,0 0 0,6 3 0,2-3 0,2 1 0,-6-5 0,4 10 0,-8-9 0,0-1 0,0 6 0,-5-7 0,-1 9 0,-7-8 0,4 3 0,-8-14 0,0-3 0</inkml:trace>
  <inkml:trace contextRef="#ctx0" brushRef="#br0" timeOffset="63">14662 5828 8912,'0'18'0,"0"-7"0,0 1 0,0-7 0,0 7 0,-8-1 0,4 6 0,-7 1 0,5 1 0,-5 4 0,5-2 0,-6 7 0,-1 3 0,3 1 0,-1 3 0,5-3 0,-5-3 0,7 1 0,-2-7 0,4-2 0,2-2 0,0-9 0,0-2 0,0-8 0</inkml:trace>
  <inkml:trace contextRef="#ctx0" brushRef="#br0" timeOffset="64">14817 5846 8912,'11'11'0,"1"1"0,-9-9 0,5 5 0,-8 0 0,0-4 0,0 7 0,0 2 0,0 3 0,2 7 0,2 1 0,2 3 0,-3 4 0,5 1 0,0 3 0,1-1 0,-5-7 0,9 5 0,-7-3 0,0-4 0,-6-2 0,0-4 0,0-10 0,-8-9 0,-1-9 0</inkml:trace>
  <inkml:trace contextRef="#ctx0" brushRef="#br0" timeOffset="65">14799 5846 8912,'12'0'0,"-1"0"0,-5 0 0,6 0 0,-1 0 0,1 0 0,-1 0 0,1 0 0,5 0 0,0 0 0,0 0 0,0 0 0,1 0 0,-1 0 0,0 0 0,-6 0 0,1 0 0,-8 2 0,1 3 0,-3 7 0,-2-5 0,-7 14 0,-5-3 0,-5 5 0,-6-1 0,2 3 0,-6 4 0,2-6 0,-5-4 0,11-2 0,-4 0 0,-4 1 0,0-1 0</inkml:trace>
  <inkml:trace contextRef="#ctx0" brushRef="#br0" timeOffset="66">15316 5691 8912,'-17'9'0,"5"-1"0,1-8 0,-1 0 0,-5 0 0,5 0 0,1 0 0,7 0 0,-4 8 0,8 3 0,0 12 0,0 6 0,0 13 0,0 8 0,0 5 0,0 10 0,0-2 0,8 8 0,4-3 0,3-7 0,4-7 0,2-10 0,2-10 0,0-7 0,2-25 0,2-4 0</inkml:trace>
  <inkml:trace contextRef="#ctx0" brushRef="#br0" timeOffset="67">15522 5743 8912,'0'11'0,"0"0"0,0 3 0,0-5 0,0 3 0,0-6 0,0 5 0,0 2 0,0 3 0,0 1 0,8-6 0,3 1 0,-1-8 0,1 1 0,3-3 0,-1-4 0,1-1 0,-3-3 0,-1-8 0,1 3 0,4-4 0,-3-3 0,-3 1 0,3 0 0,-8 6 0,1-1 0,-1 1 0,2-6 0,-4 7 0,6 2 0,-8 10 0,0 4 0,0 5 0,5 5 0,1 1 0,2 2 0,-3 4 0,-1 4 0,8 7 0,-9-5 0,5-1 0,0 3 0,-6-4 0,3 1 0,-5-7 0,-5 2 0,-7-4 0,-3-1 0,-2-1 0,-6-2 0,0-3 0,-8 3 0,10-13 0,-7 3 0,6-3 0,0-2 0,2-5 0,3-5 0,2-3 0,3-6 0,7-1 0,3-6 0,2-1 0,0-7 0</inkml:trace>
  <inkml:trace contextRef="#ctx0" brushRef="#br0" timeOffset="68">15935 5880 8912,'10'8'0,"-1"-1"0,-3 5 0,-4-5 0,6 1 0,-8-6 0,5 13 0,1-3 0,0-5 0,-6 9 0,0-5 0,2-1 0,4 1 0,-5 1 0,5 5 0,-4 0 0,-2 0 0,0-7 0,0-3 0,8-22 0,1-4 0</inkml:trace>
  <inkml:trace contextRef="#ctx0" brushRef="#br0" timeOffset="69">15970 5691 8912,'-10'0'0,"-5"0"0,5 8 0,-7 1 0,0 8 0,7-5 0,5-1 0,3-7 0,4 4 0,3-8 0,-1 0 0,8 0 0,1 0 0,-5 0 0,5-2 0,-7-4 0,-1 4 0,-5-13 0,0 11 0,0-7 0,-1 7 0,-5-2 0,-4 4 0,-1 2 0,-1 0 0,8-8 0,-3-1 0</inkml:trace>
  <inkml:trace contextRef="#ctx0" brushRef="#br0" timeOffset="70">16486 5605 8912,'11'-11'0,"1"-1"0,-8 1 0,1-7 0,-3 7 0,-2-1 0,0-1 0,-2-2 0,-3 0 0,-7 1 0,-3 3 0,-2 1 0,-1-1 0,9 3 0,-6 2 0,3 1 0,-3-1 0,-2 8 0,-1 3 0,3 11 0,2 11 0,1 5 0,8-1 0,-3 16 0,7-7 0,0 14 0,0-3 0,0 3 0,2-1 0,3-1 0,5 0 0,7-1 0,0-5 0,1 0 0,-1-8 0,-8 2 0,-3-11 0,-4-6 0,-2-12 0,-8 5 0,-1-7 0</inkml:trace>
  <inkml:trace contextRef="#ctx0" brushRef="#br0" timeOffset="71">16211 5914 8912,'-2'12'0,"-4"-1"0,4-7 0,-6 4 0,16-8 0,3-8 0,12-1 0,6-3 0,4 1 0,3-3 0,4-1 0,-4-2 0,12-6 0,-8 0 0,1 0 0,1 6 0,2 0 0</inkml:trace>
  <inkml:trace contextRef="#ctx0" brushRef="#br0" timeOffset="72">16727 5811 8912,'-8'10'0,"4"3"0,-5-5 0,1 1 0,-3-3 0,5 6 0,-2-7 0,3 7 0,3 7 0,-6 0 0,8 4 0,0 4 0,0 1 0,0 5 0,2 1 0,4 1 0,5-3 0,4-3 0,3 3 0,-7-13 0,1 4 0,-1-11 0,6-7 0,0-3 0,1-2 0,-1-7 0,0-5 0,-2-11 0,-3-5 0,1-5 0,-5-1 0,0-1 0,-1 1 0,-1 0 0,-6-1 0,0 3 0,0 3 0,-6 4 0,0 8 0,-7 2 0,2 3 0,-5 5 0,5 7 0,-1 0 0,3 2 0,-3 3 0,-3-3 0,5 14 0,-7-7 0</inkml:trace>
  <inkml:trace contextRef="#ctx0" brushRef="#br0" timeOffset="73">16692 6104 8912,'-9'9'0,"-6"1"0,3-5 0,4-3 0,1 6 0,7-10 0,0-4 0,0-5 0,15-6 0,8-6 0,2-2 0,4-6 0,1 3 0,3 1 0,-1-4 0,-3 3 0,3 5 0,-3-6 0,-4 6 0,-2-5 0,-4 7 0,-2-12 0,0 6 0</inkml:trace>
  <inkml:trace contextRef="#ctx0" brushRef="#br0" timeOffset="74">17054 5433 8912,'-17'2'0,"-1"4"0,9 3 0,-5 8 0,9 1 0,1-1 0,-6 8 0,8 1 0,-3 9 0,3-1 0,2 2 0,0 1 0,2-1 0,3-3 0,-3-3 0,8-1 0,-4-1 0,3-14 0,1 1 0,5-23 0,-5-1 0</inkml:trace>
  <inkml:trace contextRef="#ctx0" brushRef="#br0" timeOffset="75">17088 5485 8912,'10'0'0,"-1"0"0,-3 0 0,-2 0 0,7 0 0,-7 0 0,4 0 0,-1 0 0,3 0 0,7 7 0,0 1 0,1 3 0,-7 5 0,-1-5 0,-3 4 0,-3 3 0,-2-1 0,-2 0 0,0 6 0,0 0 0,-2 0 0,-4-6 0,-3 0 0,-8 0 0,5-5 0,1-1 0,-1-7 0,-5 4 0,0-8 0</inkml:trace>
  <inkml:trace contextRef="#ctx0" brushRef="#br0" timeOffset="76">17364 5399 8912,'9'9'0,"-3"1"0,-12-5 0,-3 5 0,-3 7 0,3 0 0,1 1 0,2-1 0,6 6 0,0 0 0,0-2 0,0-2 0,2-2 0,4 0 0,5 0 0,-3 1 0,7-3 0,-3-4 0,3-3 0,2-16 0,0-1 0</inkml:trace>
  <inkml:trace contextRef="#ctx0" brushRef="#br0" timeOffset="77">17329 5227 8912,'17'17'0,"1"-6"0,-1 1 0,0 1 0,6 2 0,2 5 0,2 3 0,-6 3 0,2 9 0,-4-1 0,-10 0 0,5 7 0,-9-1 0,1 6 0,-6-6 0,0-2 0,0-2 0,0-1 0,0-1 0,-6-2 0,1-3 0,-9-10 0,3-7 0,-5-9 0,-1 5 0</inkml:trace>
  <inkml:trace contextRef="#ctx0" brushRef="#br0" timeOffset="78">17364 5089 8912,'9'0'0,"-1"0"0,-1 0 0,3 0 0,7 0 0,0 0 0,8 2 0,2 4 0,0 5 0,5 14 0,-1 11 0,7 14 0,-7 13 0,3 17 0,-11 2-279,-11-33 0,-1 0 279,0 41 0,-3 5 0,-10-5 0,-4 2 0,-5-4 0,-4-6-3207,-2-13 3207,-8-10 0,6-15 0,-6-2 0</inkml:trace>
  <inkml:trace contextRef="#ctx0" brushRef="#br0" timeOffset="79">18585 5261 8912,'10'12'0,"-4"-1"0,-4-7 0,-2 3 0,0-8 0,0-5 0,-2 4 0,-4-4 0,4 4 0,-6 2 0,8 2 0,0 4 0,0-4 0,8 5 0,2-7 0</inkml:trace>
  <inkml:trace contextRef="#ctx0" brushRef="#br0" timeOffset="80">18998 5175 8912,'-7'10'0,"5"-3"0,-6-7 0,8 0 0,0 0 0,8 0 0,-4 6 0,5 2 0,-1 1 0,-2 3 0,-6 5 0</inkml:trace>
  <inkml:trace contextRef="#ctx0" brushRef="#br0" timeOffset="81">18878 5674 8912,'-17'15'0,"-1"-4"0,7 3 0,0-8 0,7-1 0,-4-5 0,8-7 0,2-1 0,4-5 0,5 1 0,4 1 0,3-6 0,-1-1 0,0 1 0,8 0 0,2 0 0</inkml:trace>
  <inkml:trace contextRef="#ctx0" brushRef="#br0" timeOffset="82">19377 5227 8912,'11'0'0,"1"0"0,-8-2 0,1-4 0,-3 4 0,-2-5 0,2 8 0,2 5 0,2 6 0,0 11 0,-4-2 0,3 7 0,7 3 0,3-4 0,2-1 0,0-1 0,1-2 0,-1-6 0,0-1 0,0-5 0,0-3 0,1-10 0,-1-4 0,-2-4 0,-3-7 0,-3-6 0,-3 0 0,-4-7 0,4 1 0,-4-3 0,-2-1 0,0 5 0,-2 3 0,-2 8 0,-2-1 0,0 9 0,6 1 0,0 16 0,6 9 0,2 12 0,1 5 0,5 6 0,-1 4 0,-2 8 0,5-7 0,-5 1 0,-3 0 0,1-2 0,-5-4 0,2-3 0,-2-3 0,-10-2 0,-5-3 0,-5-4 0,-1-8 0,-6-7 0,0-5 0,-7 3 0,1-2 0,4-1 0,2-5 0,-2-1 0,2-5 0,0-4 0,6-7 0,6-2 0,-1-4 0,8-4 0,-3-7 0</inkml:trace>
  <inkml:trace contextRef="#ctx0" brushRef="#br0" timeOffset="83">19928 5502 8912,'9'9'0,"5"7"0,-9-5 0,1 4 0,-6 3 0,0-1 0,0 0 0,0 2 0,0 2 0,-2 2 0,-4-2 0,5 6 0,-7-6 0,8 6 0,0-3 0,0-1 0,0-6 0,2-1 0,4-5 0,-3-3 0,9-8 0,-8-8 0,11-9 0,-6-10 0</inkml:trace>
  <inkml:trace contextRef="#ctx0" brushRef="#br0" timeOffset="84">19928 5158 8912,'-10'34'0,"-5"-7"0,3-4 0,-1-4 0,1-2 0,-3 0 0,6 1 0,-1-1 0,2 0 0,8-5 0,0-1 0,0-7 0,0 3 0,2-7 0,4-1 0,4-5 0,-1-6 0,5-3 0,-9-2 0,3 0 0,-2-1 0,-4 7 0,3 0 0,-3-1 0,-2-5 0,0 5 0,0 1 0,0 7 0,0-11 0,0 5 0</inkml:trace>
  <inkml:trace contextRef="#ctx0" brushRef="#br0" timeOffset="85">20203 5450 8912,'8'10'0,"-6"-3"0,7-7 0,-3 0 0,-2-7 0,7-5 0,1 3 0,5-3 0,0-1 0,0 0 0,0 1 0,1-3 0,-1 13 0,0-4 0,0 4 0,0 2 0,-5 0 0,-2 2 0,-3 4 0,-1 3 0,-6 11 0,0 2 0,0-2 0,0 3 0,-6-4 0,-1-2 0,-3 0 0,-2 6 0,-5 0 0,0 0 0,0-4 0,0 4 0,-1-4 0,1 4 0,6-4 0,-1-2 0,7-2 0,-5-1 0,2-3 0,3-7 0,7 4 0,3-8 0,7-2 0,11-4 0,5-5 0,5-5 0,1-1 0,1-2 0,-1-4 0,1 2 0,-1-8 0,-7 8 0,5-19 0,-5 4 0</inkml:trace>
  <inkml:trace contextRef="#ctx0" brushRef="#br0" timeOffset="86">20719 5055 8912,'0'36'0,"0"-5"0,0-5 0,2-5 0,4 8 0,-4 5 0,4 8 0,-5 2 0,7 2 0,-6 8 0,4 3 0,-4 6 0,5-4 0,-3 1 0,8-9 0,-7 1 0,5-3 0,-2-3 0,5-4 0,-4-7 0</inkml:trace>
  <inkml:trace contextRef="#ctx0" brushRef="#br0" timeOffset="87">10497 8511 8912,'12'0'0,"-1"0"0,3 0 0,-1-2 0,0-2 0,-1-2 0,-6 0 0,5 6 0,2 0 0,3 0 0,1 0 0,0 0 0,0 0 0,1 0 0,-7 0 0,1 0 0,1 0 0,2 0 0,2 0 0,-5 0 0,-1 0 0,-5 0 0,6-1 0,1-5 0,-3 4 0,1-4 0,0-2 0,5 1 0,-5-3 0,-3 6 0,0-11 0,-7 13 0,7-5 0,-8 7 0,0 0 0,-8 0 0,7 0 0,-15 0 0,7 0 0,-16 0 0,-6 2 0,-7 3 0,-8 5 0,-11 7 0,-10 6 0,-8 0 0,-15 7-324,-1-1 0,37-12 0,-1 0 324,-5 3 0,-1 1 0,1-3 0,0 2 0,-4 2 0,1 2 0,3-1 0,0 1 0,2 1 0,1 0 0,6-2 0,1 0-698,-36 23 698,0-8 0,15-2 0,-3-7 0,18-10 0,10 0 0,8-5 0,4-11 0,13 11 0,3-9 899,13 1-899,-3-6 771,8 0-771,0 0 0,0-7 0,-8-11 0,-1-8 0</inkml:trace>
  <inkml:trace contextRef="#ctx0" brushRef="#br0" timeOffset="88">8862 8923 8912,'-5'-11'0,"-1"-1"0,-7 8 0,3-3 0,-7 11 0,-2 7 0,-4 12 0,-6 11 0,-9 10 0,-2 8 0,0 11 0,-1 0 0,1 10 0,2 1 0,11 1 0,10-7 0,9-6 0,14-5 0,13-6 0,16-7 0,11-9 0,9-10 0,6-14 0,8-5-491,0-12 1,0-19 0,0-11 0</inkml:trace>
  <inkml:trace contextRef="#ctx0" brushRef="#br0" timeOffset="89">740 10281 8912,'-17'0'0,"7"0"0,3-7 0,10-5 0,9-3 0,7-8 0,17-2 0,4 1 0,6-1 0,4 2 0,-6 6 0,-6 1 0,-7 5 0,1-4 0,-5 5 0</inkml:trace>
  <inkml:trace contextRef="#ctx0" brushRef="#br0" timeOffset="90">878 10694 8912,'-12'2'0,"1"4"0,7-12 0,-2 10 0,14-18 0,9-3 0,10-6 0,5-3 0,3-3 0,7-5 0,4-1 0,3 1 0,3-2 0,0-5 0,-1-3 0,1-7 0</inkml:trace>
  <inkml:trace contextRef="#ctx0" brushRef="#br0" timeOffset="91">1962 9611 8912,'11'-34'0,"1"-1"0,1 3 0,2 1 0,3 2 0,-3 14 0,-4-2 0,5 11 0,-14 1 0,1 10 0,-6 7 0,-15 3 0,-8 10 0,-11 5 0,-3 7 0,-6 5 0,-3 2 0,5-6 0,-4 10 0,6-6 0,-2 2 0,5 0 0,-1 1 0,4 3 0,2-8 0,5 2 0,0-2 0,8-5 0,-2-1 0,12-7 0,5-10 0,12-7 0,3-3 0,9-7 0,6-2 0,5-3 0,4-7 0,7-3 0,0-4 0,0-2 0,2-2 0,-6 0 0,5 6 0,-5 0 0,-2-1 0,-7 9 0,4-5 0,-8 9 0,-8-1 0,-7 8 0,-8 4 0,-10 11 0,-7 13 0,-10 9 0,-13 5 0,2 9 0,-8 4 0,8-1 0,-3 5 0,5-2 0,11 2 0,8-9 0,7-4 0,10-16 0,2-5 0,4-10 0,11 0 0,12-15 0,11 4 0,10-12 0,7-5 0,8-7 0,-2-4 0,-3 2 0,-5-2 0,-5 2 0,-8 3 0,-6 0 0,2 7 0,-19 3 0,4 7 0,-11 13 0,-8 6 0,-8 6 0,-8 6 0,-11 9 0,-3 4 0</inkml:trace>
  <inkml:trace contextRef="#ctx0" brushRef="#br0" timeOffset="92">1153 11588 8912,'-11'0'0,"-1"0"0,1-6 0,-7 1 0,7-1 0,1 4 0,1-2 0,-1-1 0,-1-1 0,1 13 0,4 5 0,-1 11 0,1 5 0,2 5 0,2 1 0,2 3 0,2 1 0,4 2 0,2 0 0,3-6 0,4-1 0,-3-4 0,3 3 0,2-13 0,1 4 0,-9-11 0,-1-20 0,-8-11 0</inkml:trace>
  <inkml:trace contextRef="#ctx0" brushRef="#br0" timeOffset="93">981 11468 8912,'-17'-2'0,"-1"-2"0,1-2 0,0 1 0,6 5 0,-1 0 0,8 0 0,-3-2 0,7-4 0,0 4 0,0-6 0,7 3 0,3-3 0,-1-1 0,7 5 0,-5-4 0,4 0 0,3-1 0,-1-8 0</inkml:trace>
  <inkml:trace contextRef="#ctx0" brushRef="#br0" timeOffset="94">1342 11519 8912,'0'-17'0,"0"0"0,0 6 0,0-1 0,0 8 0,0-11 0,2 13 0,4-4 0,3 4 0,9 2 0,-1 0 0,-8 0 0,7-7 0,-7-3 0</inkml:trace>
  <inkml:trace contextRef="#ctx0" brushRef="#br0" timeOffset="95">1394 11898 8912,'-10'9'0,"-5"5"0,4-9 0,3 1 0,0-6 0,8-2 0,2-6 0,4-7 0,5-6 0,7-9 0,5 1 0,-2-4 0,7-1 0,-7 0 0,2-1 0,-4 1 0,-1 0 0,6-1 0,3 1 0</inkml:trace>
  <inkml:trace contextRef="#ctx0" brushRef="#br0" timeOffset="96">1652 11296 8912,'0'-10'0,"0"3"0,0 26 0,0 6 0,0 3 0,0 3 0,0 3 0,6 6 0,1 2 0,3 0 0,3 0 0,-5 6 0,5-6 0,-5 4 0,2-6 0,-7-4 0,5-1 0</inkml:trace>
  <inkml:trace contextRef="#ctx0" brushRef="#br0" timeOffset="97">2065 11313 8912,'-11'0'0,"-1"2"0,-1 2 0,-3 2 0,7-1 0,3-5 0,12 0 0,3 8 0,9-6 0,-1 13 0,0-5 0</inkml:trace>
  <inkml:trace contextRef="#ctx0" brushRef="#br0" timeOffset="98">2099 11657 8912,'-11'-2'0,"0"-4"0,5 2 0,-6-7 0,8 5 0,-1-5 0,3-3 0,2 7 0,2-7 0,3 9 0,-1-9 0,8 3 0,7-12 0,8-4 0</inkml:trace>
  <inkml:trace contextRef="#ctx0" brushRef="#br0" timeOffset="99">2237 11227 8912,'0'12'0,"0"-1"0,0-5 0,0 5 0,0-5 0,0 5 0,0-5 0,0 6 0,0 1 0,2-3 0,4 1 0,3-7 0,9 2 0,-1-5 0,0-1 0,0 0 0,0 0 0,1 0 0,-1 0 0,6-7 0,0-5 0,-4-3 0,-6-2 0,2 0 0,-11-6 0,6-2 0,-2-2 0,-3 6 0,-5-4 0,0 8 0,0 0 0,0 6 0,0-1 0,0 8 0,0-2 0,0 12 0,2 10 0,4 6 0,3 11 0,9 1 0,5 3 0,1 7 0,3-2 0,-6 3 0,2-3 0,-4 2 0,-1-5 0,-1 1 0,-8-4 0,-1-4 0,-8-3 0,-8-4 0,-5-6 0,-8 4 0,2-12 0,-14 10 0,7-15 0,-1-2 0,-6-2 0,12-4 0,-4-4 0,6-5 0,-9-12 0,8-4 0</inkml:trace>
  <inkml:trace contextRef="#ctx0" brushRef="#br0" timeOffset="100">2857 11347 8912,'0'10'0,"0"5"0,0-5 0,0 7 0,0-7 0,0 5 0,0-4 0,0 5 0,0 1 0,0 0 0,0 0 0,0 0 0,0 1 0,5-1 0,1 0 0,2-2 0,-3-3 0,-3 3 0,6-13 0,0 13 0,1-5 0</inkml:trace>
  <inkml:trace contextRef="#ctx0" brushRef="#br0" timeOffset="101">2822 11227 8912,'-25'-17'0,"8"5"0,-2 1 0,6-2 0,9 5 0,-4 0 0,8 1 0,8 5 0,7-6 0,8 8 0,6 0 0,-6 0 0,7 0 0,-3-7 0,7-3 0</inkml:trace>
  <inkml:trace contextRef="#ctx0" brushRef="#br0" timeOffset="102">3063 11176 8912,'10'0'0,"-3"0"0,-5-2 0,4-4 0,-4 2 0,6-5 0,-1 1 0,-5-5 0,12 9 0,-7-6 0,3 3 0,3 3 0,2 2 0,3 2 0,-1 0 0,-8 7 0,-1 3 0,0 7 0,1 0 0</inkml:trace>
  <inkml:trace contextRef="#ctx0" brushRef="#br0" timeOffset="103">3149 11382 8912,'0'17'0,"0"0"0,0-5 0,0-1 0,0 1 0,0-3 0,0-1 0,2-10 0,4-4 0,3-3 0,9-9 0,-1 1 0,2-2 0,4-4 0,-4 4 0,14-11 0,-7 5 0,1-2 0,6 6 0,-14-12 0,13 7 0,-5-9 0</inkml:trace>
  <inkml:trace contextRef="#ctx0" brushRef="#br0" timeOffset="104">3511 10729 8912,'-12'26'0,"1"-3"0,7-4 0,-2-2 0,4 3 0,2 3 0,0-4 0,6 13 0,0-3 0,5 9 0,-5 2 0,5 2 0,-3-4 0,0 4 0,-1 2 0,7-7 0,-5-1 0,1-6 0,5-1 0,-7 4 0,3-5 0,4-3 0,-5-8 0</inkml:trace>
  <inkml:trace contextRef="#ctx0" brushRef="#br0" timeOffset="105">2874 9112 8912,'-12'21'0,"1"-3"0,-2-3 0,-3 0 0,7-5 0,9-3 0,11-7 0,4 0 0,3-7 0,-1-5 0,2-3 0,4-2 0,-6 0 0,2-1 0,-5 1 0,-11 0 0,3 0 0,-4 0 0,-2-1 0,0 1 0,-8 2 0,-3 3 0,-4 7 0,-3 5 0,1 5 0,0 13 0,-4 8 0,2 9 0,4-1 0,3 8 0,1 4 0,5 4 0,4 1 0,2 1 0,2-8 0,4-4 0,5-4 0,12-9 0,-4 2 0,4-12 0,2 2 0,-2-13 0,8-3 0,-5-10 0,1-10 0,6-16 0,-7-11 0</inkml:trace>
  <inkml:trace contextRef="#ctx0" brushRef="#br0" timeOffset="106">3132 9044 8912,'10'0'0,"-1"5"0,-3 1 0,-4 2 0,3-3 0,5-1 0,2 8 0,3-1 0,2 6 0,8 1 0,4-1 0,3 0 0,2 0 0,1 0 0,-1 1 0,-1-7 0,-3-1 0,-3-3 0,-2-3 0,-8-2 0,-5-2 0,-8 0 0,3 0 0</inkml:trace>
  <inkml:trace contextRef="#ctx0" brushRef="#br0" timeOffset="107">3373 8992 8912,'-10'0'0,"-5"0"0,13 0 0,-7 8 0,5 3 0,-2 4 0,-7 10 0,9 10 0,-8 10 0,7 3 0,-7-2 0,8 4 0,-1-4 0,3 1 0,2-1 0,0-6 0,0-11 0,0-12 0,15-9 0,4-8 0</inkml:trace>
  <inkml:trace contextRef="#ctx0" brushRef="#br0" timeOffset="108">3700 8889 8912,'-17'0'0,"-1"0"0,1 0 0,2 2 0,3 3 0,5-3 0,7 16 0,0-3 0,0 6 0,0 9 0,0-3 0,0 8 0,2-1 0,3 0 0,5 3 0,7 3 0,-1-6 0,-5 1 0,4-1 0,-3-5 0,-3-3 0,3 3 0,-8-8 0,1 2 0,-3-12 0,-2-3 0</inkml:trace>
  <inkml:trace contextRef="#ctx0" brushRef="#br0" timeOffset="109">3528 8958 8912,'9'-8'0,"7"-2"0,-7-7 0,8 0 0,1 0 0,-1 0 0,0-1 0,6 3 0,2 2 0,2 3 0,3 3 0,-5 1 0,-2 6 0,-4 2 0,-2 4 0,-1 5 0,-5 12 0,-3 4 0,-8 7 0,-2 0 0,-4 1 0,-3-1 0,-9 1 0,1-1 0,0 0 0,0 1 0,-1-3 0,1-3 0,0-6 0,0-4 0,7-10 0,3-1 0</inkml:trace>
  <inkml:trace contextRef="#ctx0" brushRef="#br0" timeOffset="110">4027 8476 8912,'-8'17'0,"-3"1"0,1-3 0,-1-4 0,-1 7 0,-3-3 0,3 6 0,-1 9 0,7-1 0,2 4 0,3 1 0,1 8 0,9-4 0,6 8 0,6 2 0,10-6 0,-10 0 0,8-8 0,-6 1 0,5-1 0,-5-9 0,6-8 0,-8 0 0,4-7 0</inkml:trace>
  <inkml:trace contextRef="#ctx0" brushRef="#br0" timeOffset="111">4182 8597 8912,'-10'7'0,"4"5"0,4 3 0,2 2 0,0 0 0,0 1 0,0-1 0,8 0 0,-4 0 0,7 0 0,1 1 0,5-3 0,0-2 0,1-1 0,-1-9 0,0 3 0,0-4 0,0-2 0,1-8 0,-1-3 0,-6-6 0,1-6 0,-8 4 0,1-6 0,-3 0 0,-2 4 0,0-8 0,0 8 0,0-2 0,0 4 0,0 2 0,0 6 0,0-1 0,0 8 0,8 4 0,-4 10 0,7 9 0,3 4 0,1 6 0,-6 3 0,7 8 0,-5 0 0,4 2 0,3-1 0,-9 1 0,-3 3 0,-4-4 0,-2-5 0,0-2 0,0 1 0,-8-9 0,-3-3 0,-5-4 0,-1-1 0,0-9 0,0-3 0,0-4 0,-1-2 0,9-8 0,1-1 0</inkml:trace>
  <inkml:trace contextRef="#ctx0" brushRef="#br0" timeOffset="112">4543 8769 8912,'12'17'0,"-1"0"0,1-6 0,5-1 0,0-2 0,0 5 0,-5-9 0,-1 7 0,-1 1 0,1 5 0,2 0 0,-7 0 0,-2 0 0,-2 1 0,-2-1 0,0 0 0,0 0 0,0 0 0,-2-1 0,-4-5 0,4-3 0,-13-8 0,6 0 0</inkml:trace>
  <inkml:trace contextRef="#ctx0" brushRef="#br0" timeOffset="113">4491 8579 8912,'-17'-34'0,"0"7"0,2 4 0,3 4 0,5 2 0,7 0 0,0 0 0,0 7 0,7 2 0,5 8 0,3 0 0,10 0 0,0 0 0,3 0 0,13-7 0,-5-3 0</inkml:trace>
  <inkml:trace contextRef="#ctx0" brushRef="#br0" timeOffset="114">5266 8236 8912,'-10'-8'0,"-5"6"0,4-4 0,-5 4 0,-1 2 0,0 0 0,0 0 0,-1 0 0,1 8 0,-4 3 0,4 12 0,-4 4 0,11 9 0,1 3 0,3 1 0,4 7 0,2-1 0,8 4 0,3 2 0,-1-3 0,1-3 0,1-2 0,5-4 0,-2-4 0,-3 3 0,-7-9 0,-3 3 0,-2-7 0</inkml:trace>
  <inkml:trace contextRef="#ctx0" brushRef="#br0" timeOffset="115">4904 8854 8912,'-11'-15'0,"0"4"0,1-5 0,-2 5 0,5-4 0,7-2 0,7-1 0,3 3 0,7 4 0,0 5 0,8-4 0,0 8 0,4-3 0,7 1 0,-7-2 0,9 4 0,-5-5 0,5-1 0,2 4 0,-7-5 0,-3-1 0,-1 0 0,-8-1 0,9-4 0,-7 3 0,0-1 0,-5 7 0,-1-7 0,0 11 0,-7-6 0,-5 8 0,-10 0 0,-5 8 0,-5 3 0,1 5 0,3 1 0,-1 2 0,-5 4 0,2-2 0,3 7 0,3 1 0,3 6 0,4-1 0,-4 0 0,4-5 0,2 0 0,0 1 0,6-5 0,2-2 0,1-6 0,5-5 0,9-5 0,-2-7 0,7 0 0,-5-13 0,6-4 0,-6-12 0,4-2 0,-2-7 0,-8 2 0,-6-4 0,-7 4 0,4 1 0,-8 1 0,0 5 0,0 0 0,-10 14 0,-5-2 0,-8 4 0,-4 3 0,6 2 0,-2 8 0,4 8 0,2 3 0,0-1 0,0 1 0,-1 1 0,1 5 0</inkml:trace>
  <inkml:trace contextRef="#ctx0" brushRef="#br0" timeOffset="116">5317 8854 8912,'0'18'0,"0"-1"0,0-8 0,0-1 0,0-8 0,8-8 0,6-5 0,7-8 0,5 2 0,11-8 0,3 4 0,-2-2 0,6-5 0,-2 1 0,6-7 0,-4-8 0</inkml:trace>
  <inkml:trace contextRef="#ctx0" brushRef="#br0" timeOffset="117">5765 8150 8912,'-17'5'0,"-1"1"0,1 0 0,0-1 0,0 3 0,0 2 0,7 1 0,-3 14 0,7 4 0,2 3 0,2 10 0,2 0 0,0 6 0,0-2 0,8 0 0,1-1 0,9-1 0,-1-2 0,0-7 0,0-8 0,0-3 0,1-3 0,7-9 0,-6-4 0,4-8 0,-4 0 0,-2-16 0,0-3 0</inkml:trace>
  <inkml:trace contextRef="#ctx0" brushRef="#br0" timeOffset="118">5817 8373 8912,'0'-9'0,"1"-5"0,5 8 0,4 1 0,7 5 0,0 2 0,-2 3 0,-1 7 0,-5 5 0,-1 6 0,-2-4 0,-6 12 0,0-7 0,0 3 0,0-6 0,0 10 0,0-8 0,0 0 0,0-6 0,0-8 0,0 7 0,0-7 0</inkml:trace>
  <inkml:trace contextRef="#ctx0" brushRef="#br0" timeOffset="119">6023 8339 8912,'0'17'0,"0"0"0,0 0 0,0 0 0,0 1 0,0-1 0,0 0 0,0 0 0,0 0 0,0 1 0,0 5 0,0-1 0,8 9 0,-1-18 0,7 3 0,-3-7 0,-5-3 0,5-6 0,1-8 0,5-1 0</inkml:trace>
  <inkml:trace contextRef="#ctx0" brushRef="#br0" timeOffset="120">5971 8132 8912,'18'18'0,"-3"-1"0,-2-2 0,-1-4 0,5 11 0,6-5 0,8 11 0,-10-7 0,7 8 0,-5 5 0,4 8 0,-2 2 0,-4 4 0,-2 2 0,-9-6 0,-3 3 0,-7-6 0,0 4 0,0-4 0,-7-3 0,-5-10 0,-11-3 0,-4-8 0</inkml:trace>
  <inkml:trace contextRef="#ctx0" brushRef="#br0" timeOffset="121">6126 7703 8912,'10'0'0,"-3"0"0,-5 0 0,4 0 0,11 9 0,12 10 0,5 16 0,7 14 0,8 20 0,-21-26 0,0 2 0,-2 4 0,-1 3 0,1 4 0,-4 1 0,-5 1 0,-3 0 0,0 0 0,-1-1 0,-5-3 0,-1-1 0,-3-3 0,-2-1 0,-10 39 0,-9-9 0,-10-3 0,-6-3 0,-1-3 0,0-16 0,-1-5 0</inkml:trace>
  <inkml:trace contextRef="#ctx0" brushRef="#br0" timeOffset="122">2994 10127 8912,'-17'2'0,"0"1"0,0 3 0,-1-2 0,1-2 0,0-2 0,0 0 0,0 0 0,-1 0 0,7 0 0,-1 0 0,9-2 0,-3-4 0,4 4 0,4-5 0,4 7 0,3 0 0,8 0 0,10-6 0,10-2 0,14-1 0,18-5 0,15-1 0,-31 7 0,3-1 0,7-4 0,2-1 0,14-3 0,3-2-793,-21 4 0,2-2 0,2-1 793,9-3 0,2-1 0,2-2 0,9-1 0,4-2 0,0-1 0,-18 6 0,0-1 0,1-1 0,-1 1 0,21-5 0,-1-1 0,-1 1 0,-2-1 0,0 0 0,-2 1 0,-7 2 0,-2 0 0,0 1 0,-7 2 0,0 0 0,-2 0 0,-4 2 0,0 1 0,-1-2-145,-2 0 1,0-1-1,-2 1 1,16-2-1,-3 1 1,-2-3 0,-2 0 144,-4 1 0,0 0-59,-6 4 1,-2 0 0,-6 0 0,-2 0 0,30-11 58,-21 3 0,-19 10 0,-28 8 0,-5 7 0,-14-4 992,-5 8 1,-11 8-993,-5 3 0,-13 5 631,-4 1 0,-5 2-631,-2 4 0,8-4 144,4 4 1,4 4 0,5-1-145,8 1 0,0-2 0,14-8 0</inkml:trace>
  <inkml:trace contextRef="#ctx0" brushRef="#br0" timeOffset="123">2203 9920 8912,'2'18'0,"1"-1"0,3 2 0,0 4 0,0 6 0,-1 3 0,9-3 0,-5-1 0,3 3 0,-1 1 0,-1 1 0,3-3 0,-1-1 0,-1-8 0,6-4 0,1-9 0</inkml:trace>
  <inkml:trace contextRef="#ctx0" brushRef="#br0" timeOffset="124">2358 10092 8912,'9'0'0,"1"6"0,-5 0 0,-3 7 0,6-9 0,-8 7 0,2 3 0,4 1 0,-3 2 0,7 1 0,-2-1 0,5 0 0,-3 0 0,7-2 0,0-3 0,0-5 0,0-7 0,1 0 0,-3-1 0,-4-5 0,-5-6 0,4-3 0,-8-8 0,1 0 0,-6 2 0,-7 2 0,-7-4 0,0 0 0,-1 2 0,7 8 0,0 3 0,-1 1 0,2-1 0,-5 6 0,13-3 0,-5-1 0,14 6 0,5-3 0,3 3 0,2 2 0,6 0 0,0 0 0,8 0 0,-3 0 0,-1 0 0,0 0 0,-2 0 0,-8 0 0,-6 0 0,-7 0 0,2-6 0,-12 0 0,-3 0 0,-14 6 0,0 0 0,2 0 0,9 0 0,-3 6 0,6 2 0,-1 1 0,2-5 0,3 6 0,-1-5 0,0-3 0,6 14 0,2-13 0,4 9 0,3-8 0,3 3 0,-1-7 0,1 0 0,5 0 0,0 0 0,0 0 0,-1 2 0,-5 4 0,4-2 0,-3 7 0,-3 1 0,1 5 0,0 0 0,-1 0 0,-5 6 0,4 2 0,-1 2 0,-5 1 0,4 7 0,-4-8 0,-2-1 0,0-3 0,0-4 0,-15 6 0,-5-8 0</inkml:trace>
  <inkml:trace contextRef="#ctx0" brushRef="#br0" timeOffset="125">2805 8803 8912,'-29'0'0,"3"0"0,1 0 0,-4 8 0,6 3 0,8 6 0,9 6 0,4 13 0,4 16 0,6 11 0,9 10 0,8 13 0,-8-37 0,0 1 0,1 2 0,-1 3-280,0 8 1,0 2 0,0 0 0,0 2 279,1 4 0,-1 1 0,-3-6 0,1 0 0,-1-3 0,0 0 0,1-5 0,1-1-143,3-2 0,2-2 0,0-7 0,2-2 143,29 36 0,1-17 0,4-11 0,7-8-119,2-2 0,1-11 119,-3 3 0,-7-3 0,-11 3 0,2-9 0,-8-8 0,6 2 0,-6-6 0,-2 3 0,-2-3 0</inkml:trace>
  <inkml:trace contextRef="#ctx0" brushRef="#br0" timeOffset="126">3683 10178 8912,'-6'-11'0,"-2"1"0,1 1 0,-1-1 0,0 6 0,3-1 0,3 5 0,-4 5 0,4 13 0,4 12 0,2 6 0,3 6 0,3 2 0,1 2 0,7 6 0,-1-2 0,2-5 0,4-5 0,-2 1 0,8-7 0,-8-3 0,4-14 0,-8 0 0</inkml:trace>
  <inkml:trace contextRef="#ctx0" brushRef="#br0" timeOffset="127">4027 10006 8912,'11'0'0,"1"0"0,-8 2 0,1 4 0,3-2 0,-2 7 0,-1 5 0,3 5 0,-6-2 0,11 13 0,-5-1 0,2 7 0,-1 4 0,5 6 0,-3-2 0,2 1 0,3 1 0,1-2 0,0-4 0,-2-10 0,-3-3 0,3-4 0,-5-8 0</inkml:trace>
  <inkml:trace contextRef="#ctx0" brushRef="#br0" timeOffset="128">4027 10367 8912,'-10'0'0,"3"0"0,7 0 0,9-1 0,8-5 0,10-4 0,13-7 0,6-2 0,4-4 0,2-4 0,-1-7 0</inkml:trace>
  <inkml:trace contextRef="#ctx0" brushRef="#br0" timeOffset="129">4681 10161 8912,'-2'15'0,"-2"-1"0,-2-3 0,-7-7 0,11 4 0,-6-8 0,8 0 0,0 0 0,16-8 0,7-3 0,9-5 0,8-1 0,4-8 0,8-1 0</inkml:trace>
  <inkml:trace contextRef="#ctx0" brushRef="#br0" timeOffset="130">5249 10058 8912,'0'11'0,"-2"-1"0,-4-2 0,4-3 0,-6 3 0,8-6 0,2 4 0,4-12 0,4-2 0,7-3 0,0-4 0,16-3 0,3-8 0</inkml:trace>
  <inkml:trace contextRef="#ctx0" brushRef="#br0" timeOffset="131">5627 9989 8912,'-2'12'0,"-3"-1"0,-5-7 0,-7 4 0,5-8 0,1 0 0,-1 0 0,3 0 0,1-8 0,16-2 0,1-14 0,9-3 0</inkml:trace>
  <inkml:trace contextRef="#ctx0" brushRef="#br0" timeOffset="132">5989 7015 8912,'2'-10'0,"7"5"0,14 6 0,15 11 0,25 7 0,14 19 0,-34-15 0,2 2 0,4 6 0,-1 3 0,4 5 0,-2 4 0,2 13 0,-3 6 0,0 9 0,-2 4-733,-2 6 1,-4 4 0,-16-24-1,-2 1 1,-3 2 732,0 2 0,-3 1 0,-2 1 0,-3-1 0,-3 1 0,-1-1 0,-3 1 0,-2-1 0,-2 1 0,0-1 0,-2-1 0,-1 1 0,0 1 0,-2 0 0,-1-1 0,-5 30 0,-3-1-72,0-4 1,-3-1 0,-2-4 0,-2-2 0,0-7 0,-2-1 71,0 0 0,0 1 0,-1-4 0,-2 1 0,-3-1 0,-1 1 0,2-5 0,-2 1 0,-2 1 0,-1-1 0,4-4 0,-1 0 0,-2-1 0,-1 0 0,0 0 0,-1 1 0</inkml:trace>
  <inkml:trace contextRef="#ctx0" brushRef="#br0" timeOffset="133">2099 12895 8912,'-17'0'0,"0"2"0,0 2 0,0 1 0,-1-1 0,1-2 0,0-2 0,0 0 0,7 0 0,3 0 0,8 0 0,7 0 0,7-2 0,6-4 0,10-1 0,-2-5 0,3-3 0,3 4 0,-3-5 0,-1-1 0,-4 0 0,-3 0 0,-1 0 0,0-1 0,0 1 0,-6 6 0,-5-1 0,-1 1 0,7-6 0,-9-1 0,-3 1 0,-4 0 0,-2 0 0</inkml:trace>
  <inkml:trace contextRef="#ctx0" brushRef="#br0" timeOffset="134">2151 12517 8912,'-9'-8'0,"1"6"0,8-2 0,0 16 0,8 1 0,3 16 0,4-1 0,4 9 0,2 1 0,2 2 0,0 8 0,-5-10 0,-1 6 0,0-2 0,0 6 0,-7-12 0,5 14 0,-5-6 0</inkml:trace>
  <inkml:trace contextRef="#ctx0" brushRef="#br0" timeOffset="135">1084 13411 8912,'15'-2'0,"-1"-2"0,-5-4 0,-1-1 0,-4-5 0,-2-1 0,0 4 0,2-1 0,1-1 0,1 3 0,-6-1 0,0 7 0,-8 6 0,-5 15 0,-8 12 0,-8 9 0,-3-2 0,-5 14 0,-3-4 0,4-2 0,-4 2 0,3 1 0,3 3 0,5 0 0,3-3 0,1-1 0,2 0 0,2 4 0,4-6 0,7-10 0,6-7 0,6-12 0,4-3 0,11-5 0,4-9 0,8-3 0,-3-5 0,3-7 0,4 0 0,-7-1 0,1 1 0,0 6 0,-6 1 0,2 3 0,0 1 0,-8 8 0,-3 3 0,-5 5 0,-7 15 0,0 4 0,-4 9 0,-7 2 0,0 13 0,-12 1 0,3 1 0,3-1 0,6-1 0,1-11 0,3 2 0,1-13 0,8 7 0,3-15 0,7-8 0,11-9 0,4-4 0,7-2 0,14-14 0,4-7 0,1-9 0,8-3 0,0-11 0,3 0 0,-1 1 0,-8 12 0,-3-7 0,-12 15 0,-4 6 0,-1 5 0,-1 8 0,-7-3 0,-2 7 0</inkml:trace>
  <inkml:trace contextRef="#ctx0" brushRef="#br0" timeOffset="136">1015 15285 8912,'0'42'0,"-2"-6"0,-3-5 0,-7-1 0,3-3 0,-3 0 0,1-1 0,1 1 0,-3 0 0,7 2 0,2-7 0,2-2 0,2-3 0,2 6 0,4 0 0,5-2 0,3-8 0,-3-2 0,5-7 0,-5 2 0,4-4 0,-5-10 0,-2-9 0,-8-10 0</inkml:trace>
  <inkml:trace contextRef="#ctx0" brushRef="#br0" timeOffset="137">757 15285 8912,'-9'-10'0,"-7"-5"0,14 5 0,-5-1 0,9-1 0,3-1 0,5-2 0,7-2 0,0-1 0,8 1 0,4 0 0,-2 0 0,-1 0 0,-1-1 0,6 9 0,-12-14 0,6 4 0</inkml:trace>
  <inkml:trace contextRef="#ctx0" brushRef="#br0" timeOffset="138">1359 15216 8912,'-7'9'0,"5"1"0,-6-6 0,1 2 0,5-1 0,-4-7 0,12-3 0,5-7 0,6-3 0,6-2 0,-2 0 0,6 1 0,-2 5 0,-2-4 0,2 5 0,2-7 0</inkml:trace>
  <inkml:trace contextRef="#ctx0" brushRef="#br0" timeOffset="139">1480 15508 8912,'0'17'0,"0"1"0,0-9 0,0-1 0,0-29 0,0-8 0,8-7 0,7-4 0,10-2 0,2-2 0,1 6 0,5-6 0,-5 5 0,-5-1 0,4 0 0,0 6 0</inkml:trace>
  <inkml:trace contextRef="#ctx0" brushRef="#br0" timeOffset="140">1876 14958 8912,'-17'0'0,"7"8"0,4 3 0,4 4 0,2 3 0,2 5 0,4 1 0,5 3 0,10-4 0,4 4 0,2-2 0,-6 5 0,10-11 0,-6 4 0,1-4 0,-5-9 0,4 5 0,-8-5 0</inkml:trace>
  <inkml:trace contextRef="#ctx0" brushRef="#br0" timeOffset="141">1273 9147 8912,'-17'5'0,"0"3"0,2 2 0,3 3 0,7 2 0,3 4 0,2 4 0,0-2 0,2 6 0,3-2 0,-3 4 0,6-6 0,-2-2 0,-1-2 0,1-2 0,-6 0 0,8-7 0,-6-5 0,3-10 0,-3-7 0,-8-5 0,1-6 0,-7-2 0,5-5 0,-3 1 0,6 0 0,-3 1 0,7 1 0,0 2 0,0 2 0,0 6 0,0 0 0,7 0 0,9 7 0,8 6 0,3 8 0,2 6 0,7 9 0,2 4 0,3 5 0,6 12 0,-3-1 0,8 6 0,0-4 0,-1 4 0,1-14 0,-1 1 0</inkml:trace>
  <inkml:trace contextRef="#ctx0" brushRef="#br0" timeOffset="142">620 13084 8912,'-18'0'0,"1"0"0,0 0 0,0 0 0,7 13 0,4 8 0,4 10 0,2-1 0,2 13 0,2-3 0,2 0 0,5 6 0,-5-6 0,0-2 0,2-2 0,-7-9 0,5-4 0,-2-6 0,0-4 0,2-1 0,-1-8 0,-5 1 0,0-12 0,-2-8 0,-3-6 0,3-10 0,-12 2 0,9-11 0,1-6 0,-6 4 0,8-5 0,-3 6 0,3 7 0,2 5 0,2 8 0,3-2 0,7 4 0,5 10 0,4 3 0,4 6 0,2 6 0,9 3 0,2 9 0,8-1 0,0-2 0,6-4 0,7 5 0,2-7 0</inkml:trace>
  <inkml:trace contextRef="#ctx0" brushRef="#br0" timeOffset="143">2237 14649 8912,'0'17'0,"0"0"0,0-8 0,0-1 0,0-10 0,0-4 0,8-1 0,3-7 0,3 3 0,-3-2 0,4 5 0,-5-7 0,7 5 0</inkml:trace>
  <inkml:trace contextRef="#ctx0" brushRef="#br0" timeOffset="144">2409 15027 8912,'0'17'0,"0"0"0,-2-7 0,-3-5 0,3-3 0,-6-2 0,2-7 0,1-5 0,-1-3 0,8-4 0,3-4 0,3 4 0,5-4 0,-1 2 0,1-2 0,3-4 0,1-7 0</inkml:trace>
  <inkml:trace contextRef="#ctx0" brushRef="#br0" timeOffset="145">2581 14408 8912,'0'27'0,"0"-8"0,0-8 0,-2-7 0,-1 4 0,-3-1 0,0-5 0,6 6 0,8-8 0,1 0 0,9 0 0,-1 0 0,0 0 0,6-6 0,0-2 0,-2-1 0,-2-4 0,4-3 0,-2-1 0,-6 0 0,2 0 0,-9-1 0,4 1 0,-7 0 0,-3 0 0,4 5 0,0 1 0,-1 7 0,-5-3 0,0 8 0,0 5 0,0 6 0,2 5 0,2 6 0,2 5 0,7 12 0,-3-1 0,7 7 0,0-1 0,0 7 0,1-6 0,-3-2 0,-4-2 0,5-2 0,-14-11 0,3-3 0,-3-1 0,-9-2 0,-3-6 0,-7-1 0,-2-5 0,-4-5 0,4-4 0,-4-2 0,-2 0 0,2 0 0,0-8 0,6-3 0,2-5 0,3-1 0,-3-8 0,5-2 0</inkml:trace>
  <inkml:trace contextRef="#ctx0" brushRef="#br0" timeOffset="146">3132 14511 8912,'17'34'0,"-7"-13"0,-5-3 0,-3-3 0,-2-7 0,0 7 0,0-4 0,0 5 0,0 1 0,0 0 0,0-6 0,0 1 0,0-8 0,0 3 0,8-7 0,-6 0 0,6-7 0,-8-3 0</inkml:trace>
  <inkml:trace contextRef="#ctx0" brushRef="#br0" timeOffset="147">3046 14339 8912,'0'-17'0,"0"0"0,0 0 0,0-1 0,0 7 0,0-1 0,9 1 0,7-4 0,5 3 0,17-11 0,-2 4 0</inkml:trace>
  <inkml:trace contextRef="#ctx0" brushRef="#br0" timeOffset="148">3545 14133 8912,'-27'9'0,"4"-3"0,4-4 0,10-10 0,1-1 0,8-8 0,0-1 0,2 7 0,4-1 0,5 1 0,12-6 0,-2 0 0,8-1 0,-1 9 0,7-6 0,-1 5 0</inkml:trace>
  <inkml:trace contextRef="#ctx0" brushRef="#br0" timeOffset="149">3700 14356 8912,'-17'10'0,"-1"5"0,1-13 0,0 4 0,7-4 0,3-10 0,7-3 0,2-5 0,3-1 0,5-6 0,9-2 0,4-1 0,-2-3 0,8-5 0,1-1 0,3 8 0,1-13 0,1 4 0</inkml:trace>
  <inkml:trace contextRef="#ctx0" brushRef="#br0" timeOffset="150">4027 13840 8912,'-17'35'0,"-1"-1"0,1-1 0,0-5 0,7-3 0,3-2 0,7 0 0,0 0 0,2-6 0,3 0 0,-1-7 0,8-2 0,3-3 0,6 1 0,-2 0 0,8-8 0,-6-4 0,2-5 0,8-12 0,-18 2 0,4-6 0,-2 2 0,-7-5 0,0 1 0,-8-7 0,0 1 0,-14-3 0,-7 9 0,-7-1 0,-9 1 0,-9-3 0,10 18 0,-4-1 0,4 5 0,1 5 0,1 5 0,1 9 0,5 8 0,3 1 0,7 7 0,1-8 0</inkml:trace>
  <inkml:trace contextRef="#ctx0" brushRef="#br0" timeOffset="151">3769 12585 8912,'5'12'0,"1"-1"0,-2 3 0,-2 3 0,-2 6 0,0-2 0,0 7 0,0 3 0,0 2 0,2 1 0,2 0 0,1 1 0,9 3 0,-3-2 0,5-5 0,1-5 0,0-3 0,2-5 0,2-1 0,2 0 0,0-7 0,2-10 0,2-10 0</inkml:trace>
  <inkml:trace contextRef="#ctx0" brushRef="#br0" timeOffset="152">4147 12775 8912,'0'17'0,"-2"0"0,-3 0 0,-7 0 0,5 8 0,-7-6 0,8 4 0,1-4 0,5-2 0,0 1 0,0-1 0,0 0 0,7-2 0,5-3 0,5-7 0,6-3 0,-4-2 0,8-7 0,-4-5 0,-4-3 0,4-2 0,-10-6 0,-1 0 0,-8-6 0,1 6 0,-3-1 0,-2 1 0,-2 2 0,-3-6 0,-7 2 0,-3 6 0,-2 6 0,7-3 0,-5 12 0,3-7 0,5 7 0,-1-3 0,8 8 0,0 5 0,8 2 0,3 3 0,12 5 0,4-7 0</inkml:trace>
  <inkml:trace contextRef="#ctx0" brushRef="#br0" timeOffset="153">4526 12637 8912,'0'-12'0,"0"1"0,0 7 0,-8-9 0,-3 7 0,-5 2 0,-1 2 0,0 10 0,0 3 0,0 5 0,7 1 0,-5 6 0,3 0 0,5 0 0,1-6 0,4 0 0,2 0 0,0 1 0,0-7 0,2-1 0,4-3 0,3-1 0,8-6 0,-1-2 0,-5-4 0,4-3 0,-7-14 0,6 0 0,-3 2 0,-7 2 0,9 2 0,-7-1 0,5 1 0,-3 2 0,0 1 0,1 5 0,1 1 0,1 3 0,8 8 0,4 9 0,-2 3 0,8 20 0,-2-3 0,3 14 0,-1 2 0,-8 9 0,4-2 0,-8 8 0,-1-7 0,-5 1 0,-7-5 0,-8-5 0,-7-1 0,-12-8 0,3-3 0,-2-12 0,-5-6 0,-2-6 0,4-3 0,-7-23 0,5-4 0</inkml:trace>
  <inkml:trace contextRef="#ctx0" brushRef="#br0" timeOffset="154">5094 11674 8912,'-12'-17'0,"1"0"0,-1 0 0,1-1 0,-1 1 0,1 0 0,1 0 0,1 5 0,3 1 0,-3 11 0,-7 6 0,5 15 0,-3 26 0,9 16 0,1 18 0,2 16 0,1-40 0,2 1 0,2 0 0,2 2 0,-1 12 0,3 1 0,3 1 0,3 1 0,1 6 0,1 1-189,0 3 1,2 0 0,0-10 0,1-1 0,-1-5 0,2-3 188,0-4 0,2-3 0,0-6 0,2-3 0,4-6 0,3-4 0,30 25 0,1-17-108,4-18 0,2-11 108,2-7 0,-2 1 0,-4-7 0,-8 0 0,-15-6 0,6-6 0,-11 0 0,3 0 0</inkml:trace>
  <inkml:trace contextRef="#ctx0" brushRef="#br0" timeOffset="155">5249 12001 8912,'-12'0'0,"1"0"0,7 0 0,-6 0 0,6 2 0,-1 3 0,1-3 0,10 4 0,1-6 0,7-4 0,-5-3 0,-1-3 0,3-1 0,-5-8 0,-2-2 0,-2-2 0,-2 2 0,0 1 0,0 3 0,-6 0 0,-2 2 0,-1 3 0,-4 7 0,-3 3 0,5 2 0,-1 0 0,1 15 0,-6 8 0,7 7 0,4 5 0,4 1 0,2 2 0,0 2 0,0-3 0,0-7 0,16 3 0,-5-14 0,14 4 0,0-4 0,-6-2 0,12-7 0,-8-5 0,7-3 0,-3-17 0,7-4 0</inkml:trace>
  <inkml:trace contextRef="#ctx0" brushRef="#br0" timeOffset="156">5386 11777 8912,'12'10'0,"-1"-4"0,-7-5 0,11 5 0,-3 0 0,-3 5 0,3-5 0,1 8 0,8-3 0,2 4 0,2 2 0,-4 1 0,4-1 0,2 0 0,-6 0 0,9-5 0,-7-3 0,-2-1 0,-9-2 0,3-6 0,-5 0 0,7 0 0</inkml:trace>
  <inkml:trace contextRef="#ctx0" brushRef="#br0" timeOffset="157">5610 11691 8912,'0'18'0,"0"-7"0,0 0 0,0 3 0,0 1 0,0 2 0,0 0 0,0 8 0,0 4 0,0-2 0,0 3 0,0 7 0,0-5 0,0 4 0,2-5 0,4-1 0,-4-5 0,13 0 0,-4-10 0,5-3 0,1-4 0,0-8 0,8-8 0,2-2 0</inkml:trace>
  <inkml:trace contextRef="#ctx0" brushRef="#br0" timeOffset="158">5868 11623 8912,'0'9'0,"0"-1"0,-2-1 0,-3 5 0,3 3 0,-4 2 0,4 8 0,2 4 0,0 3 0,6 3 0,-1-1 0,3 0 0,-2 1 0,1-1 0,7-1 0,-3-5 0,1-3 0,-1-8 0,1-1 0,1-5 0,-5-5 0,-3-12 0,-3-11 0,-2-4 0,-2-10 0,-3-5 0,-5 2 0,-7-8 0,0 2 0,0-1 0,-1-6 0,1 10 0,0-3 0,5 6 0,1 5 0,1 4 0,-3 6 0,2-4 0,7 12 0,-4-6 0,8 11 0,8 4 0,1-6 0,9 8 0,-1 0 0,6 8 0,2 2 0,1 1 0,5 1 0,-6-1 0,5 6 0,-7 0 0,-2 1 0,-2-1 0,-7 2 0,-3 2 0,-1 2 0,-2 0 0,-6 2 0,-2 1 0,-4 1 0,-3 6 0,-10-12 0,-4 7 0,3-7 0,-2 2 0,-3-6 0,2-3 0,2-3 0,2-7 0,1-4 0,1-10 0</inkml:trace>
  <inkml:trace contextRef="#ctx0" brushRef="#br0" timeOffset="159">6367 11296 8912,'-17'-17'0,"0"0"0,0 1 0,-1 5 0,1-5 0,6 15 0,-1-5 0,1 17 0,-5 10 0,3 8 0,4 9 0,1 4 0,2 4 0,6 6 0,2-1 0,4 1 0,3 7 0,9-5 0,-1 1 0,0-7 0,2-1 0,4-6 0,-4-3 0,4-10 0,-4-3 0,-2-9 0,1-3 0,-1-2 0,0-7 0,8-4 0,2-9 0</inkml:trace>
  <inkml:trace contextRef="#ctx0" brushRef="#br0" timeOffset="160">6419 11382 8912,'-6'11'0,"0"1"0,1-1 0,5 6 0,0 1 0,2-1 0,3 0 0,7 0 0,3 0 0,-3-5 0,-1-3 0,2-1 0,3 5 0,1-11 0,0 4 0,0-4 0,-1-4 0,-3-4 0,-2-5 0,-1-10 0,1-2 0,-3-2 0,-8 4 0,0-2 0,0-7 0,6 5 0,0-4 0,-3 6 0,-1 12 0,-2-5 0,0 15 0,0-7 0,0 17 0,2 9 0,2 10 0,4 9 0,1 5 0,5 2 0,1-6 0,-4 10 0,1-8 0,-1 5 0,7-4 0,-9-3 0,-3-10 0,-4-5 0,-2-4 0,0-1 0,-8-9 0,-1-1 0,-9-10 0,1-4 0,0-3 0,0-10 0,0-4 0,-1-4 0,1-7 0</inkml:trace>
  <inkml:trace contextRef="#ctx0" brushRef="#br0" timeOffset="161">6763 11468 8912,'17'11'0,"0"1"0,1-8 0,-1 1 0,-8 5 0,7-6 0,-5 7 0,4 3 0,-5 1 0,-2 2 0,-8 0 0,0 0 0,0 1 0,0-1 0,0 0 0,0 0 0,0-7 0,-8-10 0,-2-10 0</inkml:trace>
  <inkml:trace contextRef="#ctx0" brushRef="#br0" timeOffset="162">6729 11124 8912,'-12'-11'0,"1"-1"0,7 8 0,-4-11 0,8 15 0,0 0 0,2 2 0,2 9 0,2 3 0,7 1 0,-1 2 0,3-2 0,2-3 0,8 3 0,2-5 0</inkml:trace>
  <inkml:trace contextRef="#ctx0" brushRef="#br0" timeOffset="163">7262 11141 8912,'0'-11'0,"0"-1"0,0-1 0,0-2 0,-2-1 0,-2 3 0,-3 3 0,-3 3 0,-1 1 0,-7 6 0,7-2 0,-1-4 0,1 4 0,-6-3 0,5 1 0,1-2 0,7 4 0,-9-7 0,7 3 0,-6 2 0,5-5 0,-3 1 0,5 2 0,-7 6 0,8 0 0,-11 2 0,3 4 0,-3 5 0,-2 7 0,0 4 0,1 5 0,5 8 0,-2 1 0,7 4 0,2 4 0,2 0 0,4 6 0,4-5 0,3 3 0,9-2 0,-1 2 0,0-8 0,2-2 0,4-9 0,-4 1 0,2-7 0,-6-4 0,-3-5 0,-1 1 0,1-13 0,-1 4 0,1-12 0,5-4 0</inkml:trace>
  <inkml:trace contextRef="#ctx0" brushRef="#br0" timeOffset="164">6832 11468 8912,'-2'9'0,"-4"-3"0,4 4 0,-5-8 0,7 5 0,9-14 0,8-5 0,4 3 0,14-3 0,-5 1 0,20-5 0,-6 3 0,0 2 0,6 1 0,-6-1 0,0 5 0,-2-4 0,0 1 0,2-9 0</inkml:trace>
  <inkml:trace contextRef="#ctx0" brushRef="#br0" timeOffset="165">7348 11365 8912,'-17'0'0,"5"0"0,1 0 0,-1 7 0,1-3 0,1 8 0,3 1 0,3 2 0,2 2 0,2 8 0,0-4 0,0 6 0,0-2 0,0 5 0,8-10 0,3 2 0,4-2 0,3-11 0,-7 4 0,1-7 0,-1 0 0,4-8 0,-3-4 0,1-3 0,-7-8 0,5-1 0,-5-1 0,-2-4 0,-2-3 0,-2-7 0,0 3 0,0 1 0,0-2 0,-2 1 0,-4 1 0,2 4 0,-5 8 0,1 0 0,-5 7 0,1 5 0,-3 3 0,4 4 0,1 3 0,2 7 0,3 11 0,-3-4 0,-2 6 0</inkml:trace>
  <inkml:trace contextRef="#ctx0" brushRef="#br0" timeOffset="166">7331 11623 8912,'-10'-8'0,"-5"6"0,13-8 0,-4 5 0,4 1 0,2-8 0,2 7 0,4-7 0,4 1 0,13-6 0,1 1 0,3 5 0,-4-10 0,6 4 0,-2 1 0,1 5 0,-3-2 0,-8-10 0,8 4 0,2-6 0</inkml:trace>
  <inkml:trace contextRef="#ctx0" brushRef="#br0" timeOffset="167">7658 10969 8912,'-12'19'0,"1"4"0,-1-4 0,-7 6 0,0-8 0,0 2 0,4 3 0,-1 0 0,7 7 0,-3-6 0,9 8 0,-3-3 0,6 5 0,6 1 0,3-7 0,8 3 0,1-7 0,1 0 0,4-6 0,-4-1 0,4-5 0,-2-3 0,0-2 0,2-1 0,-8 1 0,0-8 0,-3-4 0,3-11 0,2-10 0</inkml:trace>
  <inkml:trace contextRef="#ctx0" brushRef="#br0" timeOffset="168">7675 11038 8912,'12'10'0,"-1"-5"0,0-3 0,7-2 0,-1 6 0,0 0 0,0-1 0,2 1 0,2 2 0,2 1 0,6-3 0,-6 6 0,0-1 0,-6 6 0,-2 0 0,-3 1 0,3-1 0,-13 2 0,4 2 0,-4 2 0,-10 2 0,-3-2 0,-5-4 0,-1 4 0,6-4 0,-1-4 0,-1-2 0,-2-1 0,5-8 0,2 1 0,8-10 0,0-5 0,0-7 0,0-16 0,0-3 0</inkml:trace>
  <inkml:trace contextRef="#ctx0" brushRef="#br0" timeOffset="169">7950 11055 8912,'0'17'0,"-7"-7"0,5 5 0,-6-5 0,1-1 0,5 7 0,-12-7 0,9 10 0,1 4 0,-6-4 0,8 6 0,-4-8 0,5 1 0,1-1 0,0 0 0,7 0 0,-3-2 0,8-1 0,1-3 0,2-7 0,2 4 0,1-8 0,-1 0 0,-8-8 0,7-2 0,-7-14 0,8-3 0</inkml:trace>
  <inkml:trace contextRef="#ctx0" brushRef="#br0" timeOffset="170">7916 10729 8912,'11'28'0,"1"-1"0,1-2 0,3-4 0,1 6 0,0-8 0,2 5 0,4 1 0,-4 2 0,4 7 0,-4 1 0,-2-1 0,-1 2 0,-5 5 0,5-5 0,-15 0 0,5-9 0,-4 0 0,-4-2 0,-4-1 0,-3-1 0,-3-7 0,1-3 0,-2-2 0,5-7 0,-7 10 0,3-9 0,-3-7 0,-2-7 0</inkml:trace>
  <inkml:trace contextRef="#ctx0" brushRef="#br0" timeOffset="171">8105 10453 8912,'-9'-7'0,"-1"5"0,4-4 0,5 0 0,-5 6 0,6 6 0,7 19 0,11 9 0,8 10 0,9 14 0,5 7 0,6 7 0,4 8 0,-24-34 0,1 0 0,1 2 0,0 0 0,1-1 0,-1 1 0,-3-2 0,-2 0 0,9 34 0,-13-5 0,-11-5 0,-6-9 0,-14-9 0,-10-12 0,-17-4 0,-9-1 0,-11-8 0,-2-3 0</inkml:trace>
  <inkml:trace contextRef="#ctx0" brushRef="#br0" timeOffset="172">5799 12585 8912,'-17'0'0,"-2"0"0,-2 0 0,-2 0 0,2 0 0,2 0 0,2 0 0,-1 0 0,1 0 0,0 0 0,0 0 0,0 0 0,-1 0 0,7 6 0,-1 2 0,-1 1 0,5 3 0,1-1 0,9-1 0,3-3 0,7-1 0,11-6 0,7 0 0,16 0 0,10-9 0,18-9 0,-27 6 0,2-2-212,7-6 1,3 0 0,7-3-1,3 0 1,10-5 0,1-2 211,7-1 0,2-1 0,-27 10 0,1-1 0,1 1 0,3 1 0,2 1 0,-2 0 0,-2 1 0,-1 1 0,-2 0 0,24-6 0,-4 2 0,-9 4 0,-4 2 0,-16 2 0,-5 1 0,15-4 0,-26 7 0,-32 3 0,-10 7 0,-5 0 0,-1 0 0,-1 1 0,-1 5 0,-2-4 0,-10 13 0,-4-3 1268,-3 3-1268,-3 2 0,3 6 0,3 0 0,-11 8 0,3-4 0</inkml:trace>
  <inkml:trace contextRef="#ctx0" brushRef="#br0" timeOffset="173">5885 12860 8912,'-17'-9'0,"2"-1"0,3 5 0,5 3 0,-1-6 0,6 10 0,-4 4 0,5 5 0,1 4 0,7 10 0,-3-4 0,7 8 0,3 2 0,-6 1 0,7 2 0,-4 1 0,5-1 0,1 8 0,-6-7 0,-1 1 0,-3-6 0,7-1 0,-10-2 0,5-4 0,-1-4 0,-4-2 0,-2 0 0,5-7 0,-5-3 0,13-14 0,-5-3 0</inkml:trace>
  <inkml:trace contextRef="#ctx0" brushRef="#br0" timeOffset="174">6402 12809 8912,'0'-12'0,"0"1"0,0-2 0,0-3 0,0 5 0,0-1 0,-8 3 0,-3-3 0,1 7 0,0 10 0,3 7 0,1 5 0,6 6 0,0 6 0,0 3 0,8 2 0,-5 7 0,9-1 0,1-2 0,3-2 0,1-1 0,0-1 0,-2 0 0,-3 1 0,3-3 0,-5-3 0,-1-6 0,1-4 0,-6-2 0,1 0 0,1-7 0,-6-3 0</inkml:trace>
  <inkml:trace contextRef="#ctx0" brushRef="#br0" timeOffset="175">6230 12981 8912,'-2'17'0,"-4"0"0,4-7 0,-6-3 0,8-7 0,4-7 0,8-5 0,-1-3 0,24 0 0,-3 1 0,6 3 0,18-1 0,-10-12 0,13 4 0,-7-4 0</inkml:trace>
  <inkml:trace contextRef="#ctx0" brushRef="#br0" timeOffset="176">6952 12809 8912,'0'17'0,"-2"-7"0,-3-5 0,3-3 0,-6-2 0,8 0 0,0 0 0,0-7 0,0-5 0,8 5 0,9-16 0,10 4 0</inkml:trace>
  <inkml:trace contextRef="#ctx0" brushRef="#br0" timeOffset="177">7314 12706 8912,'-8'9'0,"4"-1"0,-7-8 0,7 0 0,-4 0 0,10 0 0,4 0 0,-4-8 0,21-1 0,-4-8 0</inkml:trace>
  <inkml:trace contextRef="#ctx0" brushRef="#br0" timeOffset="178">7589 12671 8912,'-17'0'0,"5"0"0,1 0 0,7 0 0,-11 0 0,13-2 0,-4-3 0,4-5 0,6-9 0,7-4 0,9-4 0,14-7 0</inkml:trace>
  <inkml:trace contextRef="#ctx0" brushRef="#br0" timeOffset="179">8105 9542 8912,'4'-9'0,"8"7"0,11 11 0,15 18 0,11 23 0,13 15 0,-26-24 0,2 4 0,6 5 0,0 5 0,4 11 0,-2 5 0,1 7 0,0 3 0,-16-23 0,1 2 0,-2 1-146,2 4 1,-1 2-1,-2 0 1,-2 1-1,-2 0 1,0 0-1,-1 3 1,-1 0-1,-2-1 1,0 0 0,-2 1-1,-1-1 146,-1-1 0,-1 0 0,-1 1 0,-2 2 0,-2 2 0,-1 0 0,-2 0 0,-1 0 0,-1 1-536,0 1 0,-1-1 1,-3-1 535,-4-5 0,-3-1 0,-3-2 0,-7 29 0,-6-3 0,-8-10 0,-5-3 0,-2-7 0,-3-3-125,-1-2 0,0-2 0,1-3 0,-1 0 1,1-2-1,0 0 125,1 1 0,-1-1 0,-5 0 0,-1 0 0,1 0 0,0 0 0,-7 2 0,-2-1 0,2 1 0,-1 2 0,1 1 0</inkml:trace>
  <inkml:trace contextRef="#ctx0" brushRef="#br0" timeOffset="180">9482 11605 8912,'-11'0'0,"-1"2"0,-1 4 0,5-4 0,0 6 0,8-8 0,8 0 0,-4 0 0,7 0 0,-7 0 0,6 0 0,-5 0 0,-3 7 0,8-5 0,-4 4 0,-3 1 0,7 1 0,-2 2 0,5-6 0,-9 5 0,7-3 0,-5-2 0,6 5 0,1-1 0,-4 3 0,3-5 0,-1 5 0,7-5 0,-1 0 0,0-6 0,2 0 0,4 0 0,-4 0 0,12 0 0,-6-2 0,1-4 0,1-3 0,2-8 0,3-1 0,-5 1 0,8-2 0,-1-4 0,6 2 0,0-8 0,0 8 0,-5-9 0,-1 7 0,-5 0 0,-2 6 0,-2 0 0,5-1 0,-9-3 0,6 2 0,-2 4 0,-2 0 0,2-1 0,1-1 0,11-6 0,3 0 0,6 2 0,4 2 0,1-4 0,3-1 0,1-1 0,3 0 0,-3 4 0,-1 2 0,-12 3 0,-8 5 0,-2-4 0,-9 5 0,-2 1 0,-1-5 0,-3 7 0,0-1 0,0 0 0,8-5 0,-6 3 0,4-7 0,4 6 0,2-1 0,9-5 0,4-6 0,2 2 0,-6 2 0,2 2 0,4 0 0,-9 5 0,1 3 0,-7 1 0,-4 4 0,-8-3 0,-6 1 0,-7 0 0,4 6 0,-8 0 0,-2 0 0,-4 0 0,4 0 0,-6 0 0,8 0 0,0 0 0,-7 0 0,5 0 0,-6 2 0,8 4 0,0-4 0,0 5 0,-7-7 0,-3 0 0</inkml:trace>
  <inkml:trace contextRef="#ctx0" brushRef="#br0" timeOffset="181">11478 10367 8912,'-27'0'0,"4"-1"0,4-5 0,2 2 0,0-7 0,7 7 0,3-12 0,7 15 0,9-13 0,8 8 0,8 3 0,10 8 0,7 13 0,2 12 0,0 8 0,6 8 0,-7 10 0,1 1-154,-1 15 1,-15-5 0,-1 19 153,-2 8 0,-16-42 0,-3 1-374,-2 1 0,-2 1 374,0 3 0,-2 0 0,-4-5 0,-2-1 0,-2 3 0,-1-1 0,0 0 0,-3-1 0,-5 2 0,0-1 0,2-4 0,-1 0 0,-5 1 0,-2 1 0,0-1 0,-2-1 0,-2 1 0,1-1 0</inkml:trace>
  <inkml:trace contextRef="#ctx0" brushRef="#br0" timeOffset="182">20272 10213 8912,'-17'9'0,"-1"-3"0,1-4 0,6-2 0,-1 0 0,-1 0 0,5 0 0,4 0 0,14 0 0,9-2 0,6-4 0,6-5 0,1 3 0,4-7 0,3 5 0,1-1 0,-2 1 0,-2 3 0,-9-7 0,-2 12 0,-8-3 0,0 3 0,1-6 0,-1 6 0,-8-4 0,-3 12 0,-4 4 0,-2 7 0</inkml:trace>
  <inkml:trace contextRef="#ctx0" brushRef="#br0" timeOffset="183">20289 10539 8912,'-10'8'0,"5"4"0,3-5 0,9 1 0,5-10 0,11-4 0,6-5 0,3-5 0,2-1 0,1 0 0,-1 0 0,-5 2 0,-2 1 0,-2 5 0,-4 1 0,2 0 0,-6 3 0,4 3 0,-10-4 0,5 4 0,1 2 0</inkml:trace>
  <inkml:trace contextRef="#ctx0" brushRef="#br0" timeOffset="184">21941 9577 8912,'12'-2'0,"-3"-4"0,-1-6 0,3-3 0,-3 0 0,0 2 0,1 1 0,1-1 0,-7 3 0,3-1 0,-4 7 0,-4-2 0,-4 12 0,-5 7 0,-6 8 0,-6 8 0,-10 3 0,-7 3 0,-6-1 0,4 1 0,-2-1 0,-4 0 0,-1 6 0,-1 1 0,2-3 0,2-2 0,10-7 0,0-3 0,9-1 0,8-4 0,5-9 0,14-5 0,4-7 0,6 0 0,9 0 0,6 0 0,5 0 0,10-2 0,6-3 0,-2-5 0,0-5 0,0 3 0,0 7 0,-5 1 0,1-2 0,-12 4 0,-5-3 0,-11 10 0,-6 7 0,-5 11 0,-1 5 0,-15 5 0,-8 1 0,-15 8 0,0 2 0,-8 8 0,-2-1 0,0-1 0,2-4 0,4-4 0,15-4 0,5-4 0,4 3 0,7-14 0,5-2 0,14-10 0,9-5 0,0-4 0,21-2 0,-1-2 0,5-4 0,4-3 0,7-9 0,3 1 0,1 0 0,-3 0 0,-7 0 0,-5 7 0,-9-3 0,-4 9 0,-8 6 0,-8 7 0,-21 14 0,-11 4 0</inkml:trace>
  <inkml:trace contextRef="#ctx0" brushRef="#br0" timeOffset="185">21322 11124 8912,'-16'17'0,"3"0"0,1 1 0,1-1 0,-4 0 0,1 0 0,5 2 0,1 4 0,-3-2 0,5 8 0,0-2 0,6 3 0,0-3 0,0-2 0,0-2 0,0-6 0,0 0 0,0 0 0,8 0 0,-4-7 0,7-4 0,-7-4 0,4-10 0,-8-2 0</inkml:trace>
  <inkml:trace contextRef="#ctx0" brushRef="#br0" timeOffset="186">21184 10952 8912,'-17'0'0,"-1"0"0,1 0 0,2-8 0,3-3 0,12-4 0,14-1 0,5 3 0,4 2 0,8-1 0,-7 1 0,5-1 0,4 3 0,-7-3 0,1 4 0,-4 1 0,4 5 0,-8-13 0,6 5 0</inkml:trace>
  <inkml:trace contextRef="#ctx0" brushRef="#br0" timeOffset="187">21562 10935 8912,'10'0'0,"-2"0"0,-3-2 0,1-4 0,8 2 0,-3-7 0,-3 7 0,7-9 0,-2 7 0,8 2 0,-2-5 0,6 7 0,-7-4 0,-9 4 0,6 2 0,-5 0 0</inkml:trace>
  <inkml:trace contextRef="#ctx0" brushRef="#br0" timeOffset="188">21614 11347 8912,'0'12'0,"2"-3"0,4-1 0,-2-2 0,7-6 0,-5-2 0,5-4 0,1-3 0,11-9 0,2 1 0,1 0 0,3-6 0,5 0 0,1 0 0,-1-2 0,1-1 0,-1-9 0</inkml:trace>
  <inkml:trace contextRef="#ctx0" brushRef="#br0" timeOffset="189">22148 10900 8912,'9'8'0,"6"-6"0,-3 4 0,-4 3 0,-1 1 0,-7 7 0,0 0 0,0 6 0,0 2 0,0 2 0,0 1 0,-2 13 0,-2-1 0,-1-2 0,-1-2 0,6-1 0,0-7 0,0-1 0,0-2 0,-8-2 0,-1-6 0</inkml:trace>
  <inkml:trace contextRef="#ctx0" brushRef="#br0" timeOffset="190">21442 9370 8912,'0'-11'0,"0"-1"0,0-1 0,0-2 0,0 3 0,0 1 0,0-3 0,0-1 0,-8-2 0,6 7 0,-5 5 0,7 12 0,0 10 0,0 1 0,0 6 0,0 1 0,0 2 0,0 2 0,0-3 0,0-1 0,0-2 0,0-6 0,0 1 0,0-1 0,0 0 0,0 0 0,0-7 0,0-10 0,0-12 0,0-11 0,0-5 0,6-5 0,-1-1 0,1-1 0,-6 1 0,6 2 0,-1 3 0,3-2 0,-4 8 0,2 2 0,7 10 0,-3 3 0,7 8 0,-2 2 0,0 6 0,3 9 0,-5 2 0,10 10 0,-4-1 0,4 5 0,0-4 0,8 3 0,-3-5 0,5 0 0,1-3 0,1-6 0,-1-1 0,0 0 0</inkml:trace>
  <inkml:trace contextRef="#ctx0" brushRef="#br0" timeOffset="191">22750 9800 8912,'-8'-17'0,"6"0"0,-3 0 0,1-1 0,0 1 0,-2 0 0,2 0 0,2 0 0,2 7 0,0 4 0,0 14 0,0 9 0,0 10 0,0 7 0,0 4 0,0 4 0,0 2 0,0 2 0,0-2 0,0-2 0,0 0 0,0-5 0,6 5 0,0-8 0,-2-2 0,-2-1 0,-2-2 0,0-8 0,0 2 0,0-12 0,0-3 0</inkml:trace>
  <inkml:trace contextRef="#ctx0" brushRef="#br0" timeOffset="192">22939 9972 8912,'10'17'0,"-5"0"0,-3 1 0,-2-1 0,-7 0 0,3 6 0,-8 0 0,3 7 0,-3-3 0,7 0 0,-3 3 0,2-7 0,2-2 0,3-2 0,8-1 0,3-9 0,7-3 0,0-4 0,0-2 0,6-2 0,0-6 0,-2-9 0,4-6 0,-2-5 0,-2-5 0,-9 4 0,-7-3 0,-3-2 0,-2 7 0,-2-4 0,-3 8 0,-3 0 0,-5 8 0,1 4 0,-1 5 0,-3 4 0,7 2 0,-6 0 0,5 0 0,0 0 0,10 8 0,10 1 0</inkml:trace>
  <inkml:trace contextRef="#ctx0" brushRef="#br0" timeOffset="193">23369 10024 8912,'-24'9'0,"4"-1"0,-3-8 0,-1 6 0,1-1 0,0 3 0,6-4 0,-1 1 0,1 1 0,6 0 0,-1 0 0,8 7 0,-1-11 0,10 4 0,-1-4 0,8-2 0,1 0 0,2 0 0,4 0 0,2 0 0,2 0 0,0 0 0,-5 0 0,-1 0 0,0 0 0,-7 0 0,5-6 0,-4 0 0,-1 0 0,1 6 0,3 0 0,-7 8 0,7-4 0,-7 7 0,3 3 0,-6 9 0,5-2 0,-5 7 0,2 3 0,-2 1 0,-2 3 0,-2 1 0,0 4 0,0-11 0,-8 11 0,-3-13 0,-5-1 0,-1 7 0,-6-14 0,0 2 0,0-8 0,-2-7 0,6-4 0,-4-2 0,4-15 0,2-4 0</inkml:trace>
  <inkml:trace contextRef="#ctx0" brushRef="#br0" timeOffset="194">23903 9422 8912,'0'-17'0,"-8"7"0,-3 4 0,-10 6 0,-2 6 0,-8 13 0,2 16 0,-3 12 0,-2 14 0,-1 10 0,20-24 0,1 2 0,1 2 0,0 1-43,0 4 0,1 1 1,0 1-1,3 0 0,2 0 1,2 1-1,2-4 0,1 0 43,0-2 0,2-1 0,2 3 0,3-3 0,7 21 0,9-6 0,2-16 0,7-16 0,-9-10 0,8-8 85,2 0-85,-6-7 0,7-3 0,-5-7 0</inkml:trace>
  <inkml:trace contextRef="#ctx0" brushRef="#br0" timeOffset="195">23937 10006 8912,'-17'0'0,"0"0"0,0 0 0,-1 0 0,1 0 0,6 0 0,-1 0 0,8 0 0,-3 2 0,9 2 0,3 2 0,7-2 0,3-2 0,2-2 0,1 0 0,1 0 0,2 0 0,2 0 0,-2 0 0,-2 0 0,-2 0 0,0 0 0,-1-2 0,-3-2 0,-2-2 0,-7-7 0,2 1 0,-4-3 0,-2 4 0,0-1 0,0-1 0,-8-3 0,-1 1 0,-8 4 0,-1-5 0,-5 15 0,0-3 0,2 8 0,2 11 0,2 10 0,2 1 0,3 5 0,-3 9 0,13-2 0,-4 8 0,4-6 0,2 6 0,8-8 0,4 2 0,5-11 0,4-4 0,4-4 0,1-4 0,5-7 0,2-7 0,1-12 0,0-8 0,1-16 0,-1-11 0</inkml:trace>
  <inkml:trace contextRef="#ctx0" brushRef="#br0" timeOffset="196">24264 9834 8912,'-17'6'0,"0"0"0,7 7 0,5-1 0,3 5 0,2 6 0,0 6 0,0 11 0,2-2 0,3 8 0,3-8 0,3 2 0,5-4 0,-5-1 0,4-1 0,3 0 0,-1-7 0,0-2 0,0-8 0,0 0 0,-7-7 0,5-18 0,-5-11 0</inkml:trace>
  <inkml:trace contextRef="#ctx0" brushRef="#br0" timeOffset="197">24436 9938 8912,'0'-10'0,"0"-5"0,0 13 0,-7 4 0,-5 15 0,-3 2 0,-2 10 0,-1 7 0,1 2 0,0 8 0,0 2 0,0 2 0,1 1 0,5 1 0,-3-1 0,9 1 0,-3-8 0,4-4 0,-1-4 0,-1-9 0,13-10 0,11-17 0,8-9 0</inkml:trace>
  <inkml:trace contextRef="#ctx0" brushRef="#br0" timeOffset="198">24694 9972 8912,'-17'0'0,"0"0"0,6 2 0,1 4 0,2 5 0,-5 4 0,11 5 0,-4 2 0,4 5 0,2 9 0,0 3 0,0 3 0,0 2 0,8-6 0,-4 10 0,7-8 0,3-2 0,1-2 0,-3-3 0,-1-3 0,2-1 0,-5-8 0,-2 2 0,-4-4 0,-2-9 0,0-5 0,0-10 0,0-13 0,0-8 0</inkml:trace>
  <inkml:trace contextRef="#ctx0" brushRef="#br0" timeOffset="199">24660 9955 8912,'17'0'0,"0"2"0,1 3 0,1 5 0,4 5 0,3 1 0,1 1 0,4-4 0,-8 10 0,0-4 0,-8-2 0,-2 1 0,-3-1 0,-2 0 0,-3 8 0,-14-6 0,-6 4 0,-7-4 0,0-2 0,2-7 0,-3-5 0,4-3 0,-6-2 0</inkml:trace>
  <inkml:trace contextRef="#ctx0" brushRef="#br0" timeOffset="200">25366 9559 8912,'5'-11'0,"1"-1"0,-2-1 0,-2-2 0,-2 5 0,-2-3 0,-6 7 0,-7 2 0,-6 2 0,-10 18 0,3 7 0,-5 15 0,-1 8 0,5 11 0,0 6 0,8 6 0,-2 3 0,6 5 0,4-1 0,1 1 0,8-10 0,-3-3 0,7-6 0,0-3 0,0-9 0,6-6 0,-1-11 0,9-4 0,-3-8 0,4-8 0,10-1 0,2-8 0</inkml:trace>
  <inkml:trace contextRef="#ctx0" brushRef="#br0" timeOffset="201">25469 9920 8912,'-17'-17'0,"-1"8"0,9-7 0,1 15 0,10 1 0,4 11 0,5 4 0,-1 2 0,1 1 0,1-1 0,5-2 0,-2-2 0,-1-3 0,-3-2 0,1-3 0,5 1 0,0 0 0,0-2 0,-7-2 0,5-2 0,-3 0 0,1-2 0,0-4 0,-1-6 0,-8 5 0,3-8 0,-7 3 0,0 4 0,2 1 0,4 7 0,-4 2 0,4 3 0,-3 7 0,3 3 0,-4 10 0,6 4 0,-8 11 0,0-4 0,0 4 0,0 4 0,0 2 0,-8-4 0,-1-2 0,-5-4 0,-1-3 0,-4-4 0,-2-5 0,4-6 0,-1-1 0,1-8 0,0-3 0,0-4 0,-1-4 0,1-4 0,8-5 0,3-10 0,4-4 0,2-2 0,8-1 0,1-14 0,16 5 0,2-5 0</inkml:trace>
  <inkml:trace contextRef="#ctx0" brushRef="#br0" timeOffset="202">25847 10178 8912,'10'0'0,"5"8"0,-11-4 0,8 7 0,-9 1 0,3 5 0,-4 2 0,-2 4 0,0-4 0,0 8 0,0-6 0,0 2 0,0 5 0,-2-5 0,-2-2 0,-1-2 0,-1-1 0,6-9 0,-8 6 0,-1-5 0</inkml:trace>
  <inkml:trace contextRef="#ctx0" brushRef="#br0" timeOffset="203">25882 10041 8912,'-2'-23'0,"-4"0"0,4 0 0,-3 6 0,3 5 0,2 1 0,0 7 0,0-4 0,0 8 0,7 0 0,5 2 0,3 4 0,2-4 0,0 4 0,8-4 0,2-2 0</inkml:trace>
  <inkml:trace contextRef="#ctx0" brushRef="#br0" timeOffset="204">26519 9663 8912,'-18'0'0,"1"0"0,0 1 0,0 5 0,0 4 0,1 15 0,3 5 0,1 8 0,-1 8 0,5 4 0,3 1 0,3 1 0,2 0 0,0-1 0,0-1 0,0-4 0,0-4 0,0-4 0,0-2 0,0-3 0,0-5 0,0 1 0,0-6 0,0-4 0,0-9 0,-8-3 0,-2 1 0,-7 1 0</inkml:trace>
  <inkml:trace contextRef="#ctx0" brushRef="#br0" timeOffset="205">26123 10196 8912,'0'9'0,"2"-1"0,3-8 0,5 0 0,7 0 0,2-6 0,4 0 0,12 1 0,3-1 0,8-2 0,2-1 0,-6-3 0,7-5 0,-5 0 0</inkml:trace>
  <inkml:trace contextRef="#ctx0" brushRef="#br0" timeOffset="206">26691 10196 8912,'0'26'0,"0"-1"0,-2-8 0,-4 0 0,4 1 0,-13 7 0,3 3 0,-3 5 0,-2 1 0,0 0 0,-1 1 0,3-1 0,4 1 0,3-3 0,8-3 0,0-6 0,0-12 0,8 2 0,3-7 0,4-2 0,10-2 0,2-12 0,7-5 0,1-6 0,-1-9 0,6 3 0,-1-8 0,-5 1 0,-3 0 0,-10-1 0,2 1 0,-4-1 0,-10 1 0,-1 7 0,-8 4 0,0 4 0,-8 2 0,-7 8 0,-10 3 0,-2 4 0,-1 2 0,1 0 0,-6 8 0,7 1 0,-9 8 0</inkml:trace>
  <inkml:trace contextRef="#ctx0" brushRef="#br0" timeOffset="207">26656 10557 8912,'8'9'0,"-6"-1"0,7-8 0,-3 0 0,-2-2 0,7-4 0,1 2 0,5-7 0,6-1 0,2-5 0,2 0 0,3 0 0,3 0 0,3-8 0,4-4 0,-3-3 0,12-10 0,-5-2 0</inkml:trace>
  <inkml:trace contextRef="#ctx0" brushRef="#br0" timeOffset="208">27327 9731 8912,'-7'-15'0,"-5"4"0,5-5 0,-9 14 0,5-3 0,-4 3 0,3 11 0,1 8 0,-3 10 0,7 6 0,-7 11 0,8 5 0,1 5 0,-1-1 0,0 1 0,0-12 0,6 9 0,0-3 0,0 2 0,0-6 0,0-10 0,8 1 0,2-16 0,7 2 0,0-8 0,0-5 0,-5-12 0,-1-8 0,8-7 0,8-15 0</inkml:trace>
  <inkml:trace contextRef="#ctx0" brushRef="#br0" timeOffset="209">27379 9869 8912,'8'-17'0,"-6"5"0,5 3 0,1 1 0,1 2 0,9 6 0,-1 0 0,0 0 0,-5 10 0,-1 5 0,2 8 0,3 4 0,-7 1 0,5 1 0,-9 0 0,3-3 0,-2 3 0,-4 2 0,3-8 0,-3 5 0,-2-5 0,-5 0 0,-3-6 0,-2 1 0,-3-1 0,-2-2 0,-3-2 0,1-1 0,0-8 0,-6 5 0,0-3 0,0-4 0,6 4 0,6-10 0,-1-2 0,1-15 0,-7 2 0</inkml:trace>
  <inkml:trace contextRef="#ctx0" brushRef="#br0" timeOffset="210">27637 9869 8912,'-17'0'0,"0"6"0,0-1 0,-1-1 0,1 6 0,6-1 0,-1 8 0,-1 1 0,5 6 0,-5 3 0,7 8 0,2-1 0,2 0 0,2 1 0,0-1 0,0 1 0,0-9 0,10-1 0,5-8 0,6 0 0,10-7 0,-4-4 0,7-12 0,0-5 0,8-12 0,2-4 0</inkml:trace>
  <inkml:trace contextRef="#ctx0" brushRef="#br0" timeOffset="211">27964 10058 8912,'-9'11'0,"3"1"0,-4-1 0,6 5 0,-5-3 0,1-2 0,1 3 0,1 9 0,4-4 0,-6 6 0,8-8 0,0 0 0,0 0 0,0 0 0,0 1 0,0-1 0,8-8 0,3-3 0,5-12 0,1-3 0</inkml:trace>
  <inkml:trace contextRef="#ctx0" brushRef="#br0" timeOffset="212">28016 9817 8912,'-17'-26'0,"5"3"0,1 11 0,7-3 0,-4 13 0,8-6 0,0 8 0,2 8 0,4 2 0,5 1 0,5-1 0,1-3 0,0 7 0,0-5 0</inkml:trace>
  <inkml:trace contextRef="#ctx0" brushRef="#br0" timeOffset="213">28102 9473 8912,'7'18'0,"-3"-5"0,8 4 0,1 6 0,10 17 0,2 4 0,5 10 0,-3 3 0,-2 6 0,-4 4 0,-2 2 0,-9-3 0,-4-2 0,-5-7 0,-8-11 0,-5 1 0,-9-6 0,-2-3 0,-5-4 0,5-3 0,2-3 0,2-7 0,1 2 0,1-11 0,2-8 0,3-16 0,12-15 0,10-17 0</inkml:trace>
  <inkml:trace contextRef="#ctx0" brushRef="#br0" timeOffset="214">28239 8975 8912,'18'0'0,"6"0"0,5 9 0,11 9 0,10 14 0,9 18 0,3 11 0,-7 13 0,-26-26 0,-3 4 0,-1 4 0,-4 2-1322,-2 5 1,-3 2 1321,-1 3 0,-4 0 0,-4 0 0,-4 0 0,0-2 0,0-1 0,-1-1 0,-2-2 57,-3-7 1,-2-3-1,1 3 1,-2-3-1,-13 40-57,-4-2 0,-3-2 0,-9-6 0,1-6 0,-1-7 0,-7-4 0,6 2 0,-4-4 0,-4 0 0,-2-11 0,-2 5 0,-2-9 0,3 1 0,-1-5 0,2-6 0</inkml:trace>
  <inkml:trace contextRef="#ctx0" brushRef="#br0" timeOffset="215">29238 10230 8912,'-29'17'0,"0"-2"0,-1-3 0,-1-6 0,2-5 0,6-1 0,12 0 0,3-1 0,8-5 0,8 4 0,3-4 0,7 2 0,5-1 0,3 1 0,9-6 0,-1 1 0,1-1 0,-1 4 0,-2-3 0,-3 1 0,2-3 0,-8 5 0,-2 2 0,-2 2 0,-8-3 0,1-1 0,-8 0 0,1 6 0,-10 0 0,-5 6 0,-9 2 0,-2-1 0,-4 3 0,-2-1 0,6-5 0,-11 11 0,5-3 0,0 3 0,-5-5 0,11 5 0,-6-4 0,2 5 0,2-1 0,8-2 0,3-1 0,5-16 0,7 2 0</inkml:trace>
  <inkml:trace contextRef="#ctx0" brushRef="#br0" timeOffset="216">29719 9491 8912,'-9'7'0,"-1"-5"0,6 6 0,-3-1 0,-3 5 0,-1 3 0,-1 6 0,1 8 0,-1 1 0,-5 16 0,0 2 0,0 4 0,1 3 0,3 2 0,3-1 0,3-3 0,-5-7 0,7-4 0,1-6 0,2 3 0,10-28 0,1-3 0,8-18 0</inkml:trace>
  <inkml:trace contextRef="#ctx0" brushRef="#br0" timeOffset="217">29909 9852 8912,'-12'11'0,"1"1"0,-6-7 0,-6 7 0,0-1 0,5 8 0,1 4 0,0-4 0,2 14 0,3-4 0,5 1 0,7-1 0,2 1 0,3-7 0,5 0 0,9-8 0,4-3 0,4-6 0,-1-4 0,7-2 0,-8-8 0,3-4 0,-3-5 0,-7-6 0,-1 2 0,0-7 0,0-3 0,-7 6 0,-3-5 0,-9 7 0,-3 2 0,1 4 0,-8 3 0,-1 3 0,-2 7 0,-2-2 0,5 4 0,1 2 0,7 0 0,-4 0 0,16 8 0,1 1 0</inkml:trace>
  <inkml:trace contextRef="#ctx0" brushRef="#br0" timeOffset="218">30218 9920 8912,'-9'10'0,"-6"-2"0,3-8 0,-3 0 0,-2 7 0,-1-3 0,1 8 0,0 1 0,0 2 0,0-3 0,-1-1 0,7-1 0,1 3 0,3-1 0,3 1 0,2-5 0,10-1 0,3-7 0,-1 0 0,1 0 0,1 0 0,5 0 0,0-6 0,0 1 0,0-3 0,1 2 0,-1 4 0,-2-1 0,-2 8 0,-1 13 0,-8-1 0,9 17 0,-7 1 0,0 1 0,-6 10 0,0 5 0,0 7 0,0-1 0,0-6 0,-8-7 0,-3-4 0,1-3 0,-2-3 0,1-7 0,-6-6 0,0-6 0,-1-3 0,-1-9 0,0 1 0,2-8 0,-4-13 0,11-9 0,-7-9 0</inkml:trace>
  <inkml:trace contextRef="#ctx0" brushRef="#br0" timeOffset="219">30563 9422 8912,'-12'0'0,"1"0"0,-3 0 0,-1 0 0,-2 0 0,0 0 0,7 0 0,-3 2 0,5 5 0,-2 11 0,7 6 0,-5 26 0,8 9 0,0 12 0,0 9 0,-2 10 0,-4 2 0,4 5-133,-3-5 1,3-2 0,0-8 132,-4-2 0,4-9 0,-4-4 0,3-16 0,-3-15 0,4-9 0,-6-17 0,1-18 0,-3-11 0</inkml:trace>
  <inkml:trace contextRef="#ctx0" brushRef="#br0" timeOffset="220">30735 9680 8912,'-12'-2'0,"1"-4"0,7 4 0,-9-7 0,7 3 0,0 8 0,6 2 0,0 13 0,0 8 0,0 11 0,0 8 0,0 7 0,0 1 0,0 0 0,0 5 0,0 0 0,0-5 0,0-8 0,0-4 0,0-8 0,0-7 0,0-13 0,8-5 0,1-7 0</inkml:trace>
  <inkml:trace contextRef="#ctx0" brushRef="#br0" timeOffset="221">30976 9697 8912,'0'17'0,"0"-5"0,0-1 0,0-5 0,0 5 0,0 3 0,0 1 0,0 8 0,-2 2 0,-4 1 0,4-3 0,-6 6 0,3 2 0,-1 1 0,0 2 0,6 1 0,0-1 0,0-5 0,0-1 0,0-6 0,0 0 0,0-2 0,0-3 0,-7-8 0,-3-1 0</inkml:trace>
  <inkml:trace contextRef="#ctx0" brushRef="#br0" timeOffset="222">30872 10006 8912,'18'0'0,"-1"-2"0,0-3 0,8 1 0,2-6 0,-1 3 0,7 1 0,-6-2 0,7-1 0</inkml:trace>
  <inkml:trace contextRef="#ctx0" brushRef="#br0" timeOffset="223">31406 9852 8912,'-12'0'0,"1"0"0,-3 0 0,-1 0 0,-2 0 0,6 5 0,-1 1 0,10 8 0,2-3 0,8-3 0,3-1 0,1-7 0,1 0 0,2 0 0,-3 0 0,-1 0 0,1-7 0,3 3 0,-3-8 0,-7-1 0,-3-2 0,-2 3 0,0 1 0,0-1 0,-7-3 0,-5 4 0,-3 5 0,-2 4 0,-2 4 0,-4 4 0,-6 5 0,4 12 0,-6 4 0,8 9 0,2 4 0,10-4 0,5 6 0,4-1 0,2-1 0,8 0 0,3-13 0,12-5 0,4-10 0,8-6 0,-1-4 0,0-2 0</inkml:trace>
  <inkml:trace contextRef="#ctx0" brushRef="#br0" timeOffset="224">31578 9834 8912,'-10'12'0,"3"-3"0,-1-1 0,6 6 0,-4-3 0,4 4 0,2 2 0,2 3 0,4 2 0,4-2 0,7 2 0,-2 0 0,-3 0 0,3-2 0,-5 2 0,7-10 0,0 3 0,0-3 0,-7-5 0,5 1 0,-5-8 0</inkml:trace>
  <inkml:trace contextRef="#ctx0" brushRef="#br0" timeOffset="225">31733 9834 8912,'0'12'0,"0"-1"0,-2-5 0,-4 6 0,2-1 0,-5 6 0,1 0 0,-5 6 0,1 4 0,-1 4 0,1 5 0,-3 2 0,11-3 0,-7-1 0,7-5 0,-2-1 0,4-1 0,2 2 0,2-6 0,4-12 0,5-5 0,5-20 0,1-5 0</inkml:trace>
  <inkml:trace contextRef="#ctx0" brushRef="#br0" timeOffset="226">32111 9766 8912,'-7'9'0,"-3"7"0,-5-5 0,3 4 0,-3 2 0,7 3 0,-5 3 0,2 5 0,7 5 0,-4 1 0,8 0 0,0 1 0,0-1 0,0 2 0,0 3 0,0 1 0,0-8 0,0-1 0,0-8 0,6 2 0,0-2 0,-1-4 0,-5-2 0,0-17 0,-7-10 0,-3-7 0</inkml:trace>
  <inkml:trace contextRef="#ctx0" brushRef="#br0" timeOffset="227">31974 9817 8912,'17'0'0,"-6"0"0,1 0 0,-6-5 0,5-1 0,2 2 0,3 2 0,3 2 0,4 0 0,-4 0 0,4 0 0,-4 2 0,-2 4 0,-5 3 0,-3 8 0,-1 1 0,-2 7 0,-6-6 0,0 4 0,-8-2 0,-3 0 0,-5 1 0,-3 1 0,-4-5 0,4-1 0,-13 0 0,5 0 0,-2-2 0,0-3 0,-1-6 0,5-4 0,-8-2 0,7 0 0</inkml:trace>
  <inkml:trace contextRef="#ctx0" brushRef="#br0" timeOffset="228">32576 9456 8912,'0'-11'0,"0"-1"0,0-1 0,-2 0 0,-4 1 0,-5 6 0,-4 4 0,-8 10 0,-2 7 0,-2 12 0,-2 11 0,-5 22 0,0 10 0,-1 14 0,15-34 0,0 2 0,-1 5 0,0 2 0,-1 3 0,0 0 0,2 2 0,2 0 0,-2 1 0,1 0-183,3-4 0,2-2 0,3-2 0,3-3 183,1-4 0,2-2 0,1 32 0,1-17 0,6-11 0,9-14 0,3-19 0,2-2 0,3-11 0,2 0 0,5-12 0,8-4 0</inkml:trace>
  <inkml:trace contextRef="#ctx0" brushRef="#br0" timeOffset="229">32679 9989 8912,'8'-17'0,"-6"0"0,5 0 0,1-1 0,-6 1 0,4-2 0,-4-2 0,-2-2 0,5-5 0,1 5 0,-2 2 0,-2 2 0,-4 1 0,-4 1 0,2 2 0,-7 3 0,-2 7 0,-3 3 0,-1 9 0,0 5 0,-2 16 0,-2 9 0,-2 5 0,0 7 0,-2 7 0,6 5 0,-4 8 0,11 0 0,-3-1 0,6 1 0,-1 0 0,-5-8 0,13-2 0,-4-7 0,-2-8 0,3-4 0,1-4 0,-6-9 0,1-10 0,-8-9 0</inkml:trace>
  <inkml:trace contextRef="#ctx0" brushRef="#br0" timeOffset="230">32301 10333 8912,'-10'-17'0,"2"7"0,10-3 0,4 7 0,6 2 0,5-3 0,6 1 0,5 2 0,11 2 0,1 2 0,-2 0 0,-2 0 0,-1 0 0,7-7 0,2-3 0</inkml:trace>
  <inkml:trace contextRef="#ctx0" brushRef="#br0" timeOffset="231">32679 10316 8912,'-17'27'0,"0"-4"0,0 1 0,-1-1 0,1 2 0,0-2 0,0 4 0,2 7 0,1-1 0,5-3 0,1-1 0,2 0 0,6-1 0,2-3 0,4-6 0,-4 2 0,13-13 0,-3 3 0,3-3 0,2-8 0,0-2 0,0-4 0,1-5 0,-1-12 0,-6 4 0,-1-6 0,-1 2 0,1 0 0,-6-6 0,2 7 0,-5-7 0,-1 6 0,-1 2 0,-3 0 0,-2-2 0,0 4 0,1 0 0,-1 7 0,-8 8 0,3-1 0,-4-5 0,-3 1 0</inkml:trace>
  <inkml:trace contextRef="#ctx0" brushRef="#br0" timeOffset="232">32507 10677 8912,'0'11'0,"0"1"0,0-8 0,2 3 0,4-7 0,3-7 0,9-5 0,-1-3 0,0-2 0,8 0 0,4-1 0,3 1 0,2 0 0,7-6 0,-1 0 0,8-15 0,-4 2 0</inkml:trace>
  <inkml:trace contextRef="#ctx0" brushRef="#br0" timeOffset="233">33075 9817 8912,'-25'17'0,"4"-3"0,-7 3 0,1-2 0,-2 14 0,4 0 0,8 5 0,0 8 0,1 4 0,5 4 0,3 1 0,8-1 0,0-2 0,0-3 0,0-4 0,0 1 0,2-6 0,4-9 0,4-6 0,1-12 0,1-3 0,-1-4 0,6-2 0,0-15 0,1-5 0</inkml:trace>
  <inkml:trace contextRef="#ctx0" brushRef="#br0" timeOffset="234">33041 10075 8912,'0'17'0,"0"1"0,0-1 0,0-8 0,0 1 0,2-6 0,3 1 0,3 9 0,3-3 0,5-3 0,-12 7 0,7-3 0,-7 3 0,2 2 0,-5 0 0,-1 0 0,0 1 0,0-1 0,0 0 0,0 0 0,-7 0 0,3-1 0,-7-5 0,7-3 0,-12-8 0,7 0 0</inkml:trace>
  <inkml:trace contextRef="#ctx0" brushRef="#br0" timeOffset="235">33196 10058 8912,'-18'0'0,"9"8"0,-5 1 0,9 8 0,-1 2 0,6 4 0,0 2 0,0 6 0,0-3 0,0 1 0,2 4 0,4-3 0,5-1 0,4-8 0,-3 4 0,-1-8 0,1-8 0,5-1 0,0-8 0</inkml:trace>
  <inkml:trace contextRef="#ctx0" brushRef="#br0" timeOffset="236">33368 10230 8912,'0'23'0,"0"0"0,0 0 0,0-6 0,0 0 0,0 0 0,0 0 0,0 1 0,0-1 0,-2 0 0,-4 0 0,4 0 0,-6-5 0,8-1 0,0-7 0,-7 4 0,5-8 0,-6 0 0</inkml:trace>
  <inkml:trace contextRef="#ctx0" brushRef="#br0" timeOffset="237">33350 10041 8912,'0'-12'0,"0"1"0,0 7 0,0-6 0,0 5 0,2 3 0,4-4 0,-4 4 0,11 0 0,-7-3 0,15 3 0,-2-6 0</inkml:trace>
  <inkml:trace contextRef="#ctx0" brushRef="#br0" timeOffset="238">33488 9628 8912,'-9'10'0,"3"3"0,12-3 0,5 5 0,4 8 0,2 17 0,1 8 0,-1 15 0,-2 2 0,-1 17 0,-3 6 0,-7 5 0,-1-41 0,0-1 0,-3 39-191,-6-4 0,-4-13 191,-7-4 0,-2-4 0,-2-14 0,-4-9 0,0-9 0,0-10 0,-13-4 0,2-2 0</inkml:trace>
  <inkml:trace contextRef="#ctx0" brushRef="#br0" timeOffset="239">33368 9130 8912,'34'0'0,"2"1"0,5 7 0,4 9 0,13 23 0,1 25 0,-27-20 0,-3 4 0,-2 7 0,-4 5 0,-3 7 0,-4 3-1831,-2 7 0,-3 3 1831,-3 6 0,-4 1 0,-4-4 0,-2-2 0,-5 2 0,-4-1 0,0-4 0,-4 0 0,-4-1 0,-2-1 0,-1-2 0,-2-1 0,-3 0 0,-2 1 0,0 1 0,-1 1-163,0 2 1,-1 0 0,-3 2 0,-1 1 162,-2 0 0,-1 2 0,11-25 0,-1 0 0,1 1 0,-9 25 0,1 2 0,11-27 0,-1 2 0,0-1 0</inkml:trace>
  <inkml:trace contextRef="#ctx0" brushRef="#br0" timeOffset="240">22612 9989 8912,'-23'-6'0,"0"-1"0,2-1 0,4-1 0,6-1 0,-3 4 0,8-5 0,3 7 0,8-4 0,7 3 0,3-1 0,4-2 0,4 5 0,6-3 0,3 0 0,5 6 0,3 0 0,4 0 0,7 0 0,9 0 0,3 0 0,11 8 0,12 3 0,-37-3 0,0 1 0,6 2 0,1 1 0,1 2 0,1 1-152,0 4 1,0 2 0,2 0-1,1 2 1,1 3 0,0 1 151,4 2 0,0 0 0,-8-3 0,1 1 0,4 3 0,0-1 0,-12-3 0,-1-2 0,-1-1 0,0 0 0,-3-1 0,1-2 0,45 7 0,0-4 0,-8-6 0,-9-6 0,-12 3 0,-10-7 0,-11 1 0,-13 0 0,-14 3 0,-3-5 0,-8 0 0,3-6 0,-9 0 0,-3 0 454,-5 0 0,-1 0-454,-1 0 0,1 0 0,-14-8 0,-2-2 0</inkml:trace>
  <inkml:trace contextRef="#ctx0" brushRef="#br0" timeOffset="241">25297 11021 8912,'0'11'0,"0"1"0,0-8 0,0 3 0,-2-7 0,-4 0 0,-3 8 0,-9 1 0</inkml:trace>
  <inkml:trace contextRef="#ctx0" brushRef="#br0" timeOffset="242">25142 11072 8912,'-27'14'0,"-7"3"0,-1-7 0,-5 12 0,-4-6 0,-2 7 0,-5-4 0,-7-2 0,3 0 0,-8-2 0,-2-1 0,-2-3 0,-2 1 0,0 5-134,0-8 0,4 7 134,-4-5 0,1 4 0,-18 3 0,-8-1-93,43-9 1,-1 1 0,-2 2 0,1 1 0,4 0-1,0 1 93,-1 0 0,-1 1 0,-2-3 0,-1 0 0,-2 3 0,-1-1 0,-3 1 0,-1-1 0,0 1 0,0-1 0,-1-3 0,2 1 0,2 4 0,1 2-202,0-2 1,-1-1 0,1 1 0,-1 0 201,-2 0 0,0-1 0,1 0 0,-1-1 0,1-2 0,0 1 0,-1 2 0,-1 0 0,-1 3 0,0-1 0</inkml:trace>
  <inkml:trace contextRef="#ctx0" brushRef="#br0" timeOffset="243">22148 11812 8912,'-52'12'0,"0"1"0,1 1 0,-1 0 0,-4 0 0,-1-1 0,-3 1 0,0 1 0,1-2 0,-1 0-351,0 1 1,0 1 0,4 0-1,1 1 351,6-5 0,0 0 0,-44 12 0,-1-5 0,-2-1 0,48-9 0,-1 1 0,-45 8 0,6 0 0,6 1 0,13-7 0,-4 0 0,-7 1 0,-10-1 0,-3 1 0,42-7 0,0 1 0,-42 12 0,43-9 0,0 1 0,2 1 0,-1 1 0,-4 0 0,0 2 0,1 2 0,-1 1 0,-1-2 0,-1 0 0,3 0 0,-1-1 0,1 0 0,1 1 0,2-1 0,0 0 0,1 1 0,-1-1 0,-1 1 0,0 1 0,0 0 0,-1 0 0</inkml:trace>
  <inkml:trace contextRef="#ctx0" brushRef="#br0" timeOffset="244">19033 12534 8912,'-84'25'0,"3"1"0,32-12 0,-1-1 0,-42 10 0,0-4 0,16-2 0,5-1 0,6-5 0,8 4 0,-6-3 0,0-3 0,-6 3 0,2-8 0,2 3 0,6-1 0,5 0 0,-1 0 0,18-1 0,-1 1 0,7-2 0,7 3 0,6-1 0,1 0 0,0-6 0,0 0 0,5 0 0,1 0 0,-1 0 0,-5 0 0,0 0 0,0 0 0,-1 0 0,9 0 0,-6 0 0,3 0 0,-3 0 0,3 0 0,1 0 0,7 0 0,-4 0 0,8 0 0,0 0 0,8 0 0,-6 0 0,6 0 0,-3 2 0,1 4 0,0-5 0,-6 7 0</inkml:trace>
  <inkml:trace contextRef="#ctx0" brushRef="#br0" timeOffset="245">17536 12448 8912,'-16'-2'0,"3"-4"0,1-5 0,7 1 0,-5-1 0,3-3 0,1 5 0,6-3 0,0 9 0,0-9 0,0 12 0,-2 8 0,-4 20 0,-5 12 0,-12 16 0,-6 7 0,-3 9 0,-3 3 0,3 7 0,3-4 0,6 1 0,12-10 0,7-14 0,8-5 0,7-5 0,12-16 0,6-6 0,13-11 0,9-12 0,11-8 0,12-4 0,4-11-229,9-5 0,-41 11 0,1-1 229,2-1 0,0-2 0,-2 0 0,-1-2 0,5-1 0,0-1 0,-4 1 0,-1 2 0,0 1 0,-2 2 0,40-18 0</inkml:trace>
  <inkml:trace contextRef="#ctx0" brushRef="#br0" timeOffset="246">19119 15061 8912,'-19'0'0,"-4"0"0,4 0 0,-4 0 0,4 0 0,7 0 0,4 0 0,7 0 0,8 0 0,8 0 0,10-2 0,10-3 0,9-7 0,7-3 0,7-2 0,5-1 0,4 1 0,-6 2 0,-4 2 0,-3 1 0,-3-1 0,-7-3 0,-9 7 0,-12 3 0,-6 2 0,-6-1 0,-3 3 0,-16-6 0,5 8 0,-9 0 0,8 0 0,-11 0 0,13 2 0,-4 4 0,5-4 0,1 5 0</inkml:trace>
  <inkml:trace contextRef="#ctx0" brushRef="#br0" timeOffset="247">20100 14408 8912,'9'-8'0,"1"4"0,-4-7 0,-5-1 0,5-5 0,4 8 0,-8 5 0,3 15 0,-3 10 0,-2 19 0,-7 12 0,-5 11 0,-3 4 0,-2 2 0,1 1 0,5 5 0,-2-4 0,7 1 0,2-7 0,2-8 0,10-3 0,-3-12 0,13-8 0,-5-3 0,10-14 0,4-3 0,1-14 0,5 0 0,1-8 0,7-4 0,-1-11 0,2 2 0,-2-7 0,-4 5 0,4-4 0,-5 2 0,-6 4 0,-5 2 0,-6 2 0,-1 0 0,0-8 0,0-2 0</inkml:trace>
  <inkml:trace contextRef="#ctx0" brushRef="#br0" timeOffset="248">21046 14373 8912,'6'-11'0,"0"0"0,-2-3 0,-3-1 0,-1-2 0,-7 5 0,-5 1 0,-5 9 0,-4 2 0,-4 11 0,0 10 0,0 8 0,-3 13 0,3 10 0,0 9 0,0 6 0,2 3 0,8 3 0,4 1 0,5-1 0,4-2 0,4-10 0,4-6 0,7-7 0,8-8 0,0-11 0,8-8 0,1-8 0,3-5 0,1-8 0,1 0 0,-1-8 0,0-1 0</inkml:trace>
  <inkml:trace contextRef="#ctx0" brushRef="#br0" timeOffset="249">21356 14666 8912,'-17'-2'0,"0"-4"0,7 4 0,-3-4 0,5 12 0,-2 6 0,1 11 0,-3 5 0,5 5 0,7 1 0,0 6 0,0 2 0,0 2 0,0 4 0,7-6 0,9-2 0,7-11 0,5-4 0,-5-8 0,8-8 0,-2-3 0,-3-6 0,3-6 0,-2-11 0,1-12 0,5-5 0,-6-4 0,-1-4 0,-3-2 0,-11-2 0,-6-6 0,1-5 0,-1 0 0,-2 1 0,-10 3 0,-3 9 0,-9 4 0,-5 11 0,0 6 0,-5 12 0,5 5 0,2 4 0,0 4 0,2 6 0,-1 7 0,5 6 0,2 10 0,3-7 0,3 5 0,-1-6 0,6 4 0,-6 0 0</inkml:trace>
  <inkml:trace contextRef="#ctx0" brushRef="#br0" timeOffset="250">21304 14924 8912,'-17'0'0,"6"0"0,-1 0 0,8 0 0,-11 0 0,13 0 0,2 0 0,14 0 0,7 0 0,13-8 0,4-2 0,8-7 0,-2 0 0,2 0 0,2 2 0,-8 3 0,-2-3 0,-9 3 0,1 3 0,-7-1 0,-2 3 0,-9 1 0,-4 6 0,-8-8 0,0-1 0</inkml:trace>
  <inkml:trace contextRef="#ctx0" brushRef="#br0" timeOffset="251">21614 14167 8912,'0'-11'0,"0"-1"0,-8 8 0,7-11 0,1 13 0,13-2 0,8 8 0,8 8 0,11 3 0,2 10 0,6 3 0,-2 5 0,-8 9 0,4 2 0,-10 9 0,-3 5 0,-6 5 0,-12 11 0,-5 6 0,-4 5 0,-10-7 0,-9 4 0,-11-8 0,-5-1 0,-1-2 0,-7-12 0,1-7 0,0-5 0,6-12 0,-8 3 0,-2-11 0</inkml:trace>
  <inkml:trace contextRef="#ctx0" brushRef="#br0" timeOffset="252">22647 14580 8912,'-23'15'0,"0"-3"0,2-7 0,2-3 0,9-2 0,4-2 0,12-2 0,7-3 0,8-3 0,6 5 0,8-7 0,-1 1 0,0 1 0,-1-3 0,-2 7 0,-3 2 0,3 2 0,-6-4 0,-2 1 0,-4-9 0,-2 5 0</inkml:trace>
  <inkml:trace contextRef="#ctx0" brushRef="#br0" timeOffset="253">22715 14941 8912,'-15'11'0,"4"1"0,-5-8 0,14 3 0,2-7 0,10-7 0,9-7 0,4-7 0,4 2 0,7-11 0,1 5 0,-1-2 0,8-2 0,2-20 0,8-5 0</inkml:trace>
  <inkml:trace contextRef="#ctx0" brushRef="#br0" timeOffset="254">23972 13703 8912,'-12'-2'0,"3"-4"0,1-5 0,4-4 0,2-3 0,2 1 0,0 6 0,0-1 0,-5 10 0,-5 4 0,-5 14 0,-6 8 0,-16 13 0,-1 3 0,-2 6 0,-8 3 0,2 5 0,-3 3 0,3-2 0,2 5 0,2-7 0,1 1 0,7-14 0,7 0 0,4-6 0,4-7 0,10-10 0,3-9 0,12-8 0,5 0 0,12-2 0,6-4 0,3-5 0,5-4 0,3-3 0,6 1 0,1-6 0,-1 0 0,2 0 0,-8 6 0,6 0 0,-6 0 0,-1 7 0,-11 4 0,-5 6 0,-11 6 0,-5 11 0,-9 12 0,-3 4 0,-20 16 0,-12-1 0,-14 15 0,-1 2-136,1 9 1,-1 3 0,2 5 135,4-2 0,4-9 0,8 0 0,1-10 0,5-8 0,3-5 0,15-16 0,5-3 0,3-10 0,2-7 0,7-8 0,5 1 0,3-3 0,10-9 0,2-3 0,7-7 0,0 0 0,9-1 0,-5-1 0,6-2 101,-2-2 1,-2 0-1,-6 6 1,1 0-102,-1 0 0,8 7 0,-5 1 0,3 5 0,-4-2 0,-1-7 0,-1 3 0,0-7 0</inkml:trace>
  <inkml:trace contextRef="#ctx0" brushRef="#br0" timeOffset="255">24660 14253 8912,'0'10'0,"0"-3"0,13-9 0,5-3 0,10-3 0,1-5 0,3 1 0,3-1 0,-6-2 0,-3-3 0,-1 1 0,4 6 0,-4-1 0,0 1 0,-1 1 0,-6 3 0,-7 7 0,3 0 0,1 0 0,-4 0 0,1 0 0,-1 7 0,6 3 0</inkml:trace>
  <inkml:trace contextRef="#ctx0" brushRef="#br0" timeOffset="256">25348 13840 8912,'0'-17'0,"-2"0"0,-3 0 0,3 7 0,-6 10 0,8 14 0,0 7 0,2-2 0,4 6 0,5-2 0,6 0 0,6-2 0,-3-2 0,6-2 0,-3 0 0,-4-7 0,4-5 0,-2-3 0,0-2 0,2 0 0,0-2 0,-5-3 0,-1-7 0,0-11 0,-2 2 0,-3-7 0,-3 7 0,-3-2 0,-4 3 0,6 3 0,-8 0 0,0 8 0,0 9 0,0 11 0,0 12 0,1 7 0,5 9 0,6 7 0,-5-4 0,11 7 0,-3-3 0,6 4 0,2-6 0,-8-2 0,-2-8 0,-1 1 0,-8-1 0,3-7 0,-7-4 0,-9-6 0,-8-6 0,-8 4 0,-12-13 0,-3 4 0,2-4 0,-6-2 0,2 0 0,2-2 0,5-4 0,7-5 0,-1-12 0,16 2 0,1-6 0,8 1 0,4-1 0,16-2 0,3-5 0,23-8 0,2-2 0</inkml:trace>
  <inkml:trace contextRef="#ctx0" brushRef="#br0" timeOffset="257">26020 14081 8912,'17'10'0,"0"5"0,-8-5 0,-1 7 0,-8 0 0,0 0 0,0 0 0,0 1 0,0-1 0,0 0 0,0 0 0,-8 0 0,7 1 0,-5-1 0,2-2 0,0-2 0,-2-1 0,-1-3 0,1 3 0,-3 3 0,-9-5 0</inkml:trace>
  <inkml:trace contextRef="#ctx0" brushRef="#br0" timeOffset="258">25865 13926 8912,'0'-17'0,"0"0"0,0 0 0,5 0 0,1-1 0,0 1 0,1 6 0,5-1 0,3-1 0,2 5 0,8-1 0,4 5 0,4-2 0,16-15 0,5 2 0</inkml:trace>
  <inkml:trace contextRef="#ctx0" brushRef="#br0" timeOffset="259">26639 13462 8912,'-17'-17'0,"0"0"0,-1 2 0,1 3 0,0-3 0,0 13 0,0-4 0,-1 4 0,1 10 0,0 7 0,0 8 0,7 13 0,4-1 0,-1 9 0,1-4 0,0 8 0,6-3 0,0 5 0,6 4 0,0 3 0,7-4 0,-3 3 0,1-7 0,1-3 0,-1-7 0,1 8 0,-3-7 0,-1-1 0,-2-11 0,-6-3 0,-2-10 0,-4-3 0,-4-4 0,-7-8 0</inkml:trace>
  <inkml:trace contextRef="#ctx0" brushRef="#br0" timeOffset="260">26209 14116 8912,'-10'-18'0,"-3"1"0,7 0 0,0 0 0,8 5 0,4 1 0,6 1 0,10-3 0,7 1 0,6 7 0,5-7 0,4 8 0,7-3 0,1 1 0,0 0 0,-8-7-59,5 3 0,-5-14 0,8-3 1</inkml:trace>
  <inkml:trace contextRef="#ctx0" brushRef="#br0" timeOffset="261">26846 13944 8912,'-25'26'0,"6"-1"0,-12-8 0,8 3 0,2 2 0,2 5 0,2 8 0,1-7 0,5 1 0,3 0 0,8 5 0,2-2 0,4-3 0,9 0 0,8-12 0,6 2 0,-6-13 0,5-1 0,-3-5 0,0 0 0,0 0 0,-2-7 0,-6-5 0,-2-3 0,-3-2 0,3-8 0,-13 0 0,4-3 0,-4-5 0,-2 4 0,0 3 0,0-3 0,-2 2 0,-4-1 0,2 5 0,-7 11 0,5-3 0,-5 5 0,-3 1 0,-1 1 0,-2 8 0,0 0 0,-1 0 0</inkml:trace>
  <inkml:trace contextRef="#ctx0" brushRef="#br0" timeOffset="262">26673 14339 8912,'-7'12'0,"-5"-1"0,3-7 0,-3 2 0,8-5 0,-3-10 0,7-8 0,0 0 0,15-16 0,8 4 0,8-3 0,5 3 0,4 1 0,-2 5 0,8-6 0,0 0 0,6-5 0,-1 0 0,1-1 0,0 1 0</inkml:trace>
  <inkml:trace contextRef="#ctx0" brushRef="#br0" timeOffset="263">27345 13359 8912,'-23'0'0,"0"0"0,-6 0 0,6 2 0,2 4 0,2 5 0,2 12 0,-1 11 0,7 10 0,0 8 0,7 0 0,-2-1 0,6 3 0,6 3 0,5-4 0,10 3 0,2-8 0,2-6 0,-4-10 0,4-1 0,2-3 0,-14-14 0,10 1 0,-12-15 0,-3-8 0,7-16 0,-5-13 0</inkml:trace>
  <inkml:trace contextRef="#ctx0" brushRef="#br0" timeOffset="264">27396 13531 8912,'8'-10'0,"-4"-3"0,7 7 0,1 1 0,5 5 0,2 0 0,4 0 0,2 2 0,3 3 0,5 5 0,-6 7 0,1 2 0,1 4 0,-8-2 0,2 8 0,-11-1 0,-5 1 0,-7 0 0,0-1 0,-2 5 0,-3-5 0,-11 3 0,-7-8 0,2-2 0,2-2 0,2-9 0,0-5 0,7-3 0,3-9 0,7-5 0,7-18 0,3-7 0</inkml:trace>
  <inkml:trace contextRef="#ctx0" brushRef="#br0" timeOffset="265">27844 13479 8912,'-10'-1'0,"4"-5"0,-3 4 0,5-6 0,-8 8 0,7 10 0,-7 5 0,-1 6 0,3 10 0,-1-3 0,5 11 0,-5 1 0,7 0 0,-2-6 0,4 1 0,4-1 0,4 0 0,5 1 0,10-3 0,2-3 0,8-6 0,-2-12 0,-3-3 0,1-8 0,0 0 0,0 0 0,-6-15 0,4-5 0,-1-14 0,3 0 0</inkml:trace>
  <inkml:trace contextRef="#ctx0" brushRef="#br0" timeOffset="266">28102 13737 8912,'0'10'0,"-2"-2"0,-4-8 0,4 7 0,-5 3 0,7 7 0,0 0 0,0 0 0,5 6 0,1 0 0,7 8 0,-3-3 0,0 5 0,5-6 0,-11 5 0,5-5 0,-1 0 0,-4-5 0,5-2 0,1-3 0</inkml:trace>
  <inkml:trace contextRef="#ctx0" brushRef="#br0" timeOffset="267">28153 13376 8912,'-23'-5'0,"1"-1"0,0 2 0,3 2 0,2 2 0,2 2 0,3 4 0,3-2 0,5 7 0,-2 2 0,1-5 0,5 2 0,0-5 0,1-3 0,5 4 0,-2-4 0,7-2 0,-7-2 0,2-4 0,2 2 0,-3-7 0,-7 7 0,-1-4 0,-9 8 0,8 0 0,-5 0 0,3 0 0,4 0 0,-5 8 0,7 2 0</inkml:trace>
  <inkml:trace contextRef="#ctx0" brushRef="#br0" timeOffset="268">28119 13067 8912,'0'-17'0,"0"-1"0,0 7 0,0-1 0,8 9 0,3-5 0,12 8 0,8 0 0,7 0 0,8 10 0,11 7 0,2 17 0,4 18 0,-5 13 0,-7 11 0,-5 10 0,-11 4 0,-12-4 0,-12 0-1021,-5 0 1021,-4 0 0,-4-8 0,-6-3 0,-9-5 0,-2-7-609,-10 0 609,1 0 0,-9-7 0,-3-5 0,4-18 0,-6 1 0,3-15 0,-3-2 0,-3-7 0,-1-6 0</inkml:trace>
  <inkml:trace contextRef="#ctx0" brushRef="#br0" timeOffset="269">29048 13669 8912,'-27'5'0,"5"1"0,0-2 0,1-2 0,-1-2 0,0 0 0,3 0 0,8 0 0,-1 0 0,11 0 0,1 0 0,9 0 0,8-2 0,8-2 0,10-4 0,9 1 0,5-1 0,3-3 0,-1 3 0,1-2 0,-8 5 0,-4-5 0,-2 1 0,-1 1 0,-3 0 0,4-3 0,-9 5 0,-4-7 0,0 9 0,-10-8 0,-3-1 0,-7-2 0,-5-2 0,-5-1 0,-5-6 0,-7-3 0</inkml:trace>
  <inkml:trace contextRef="#ctx0" brushRef="#br0" timeOffset="270">29238 13290 8912,'-10'-7'0,"-5"5"0,11-14 0,-8 5 0,9 3 0,-5 1 0,8 9 0,0 5 0,0 10 0,0 10 0,6 13 0,-1 6 0,7 10 0,-4 3 0,-1 0 0,1 0 0,-2 6 0,-1-9 0,1 7 0,2-8 0,-5 0 0,3-7 0,6-8 0,-7-11 0,9-6 0,-3-12 0,-3-3 0,15-31 0,-4-6 0</inkml:trace>
  <inkml:trace contextRef="#ctx0" brushRef="#br0" timeOffset="271">29513 13050 8912,'-8'-10'0,"4"-3"0,-7 7 0,7 4 0,-2 13 0,4 9 0,2 18 0,0 6 0,0 7 0,6 5 0,0-5 0,5 1 0,-3 1 0,2 1 0,3-3 0,-3 3 0,1-14 0,1-7 0,5-1 0,0-13 0,0-9 0,0-12 0</inkml:trace>
  <inkml:trace contextRef="#ctx0" brushRef="#br0" timeOffset="272">29857 13273 8912,'-27'17'0,"-3"0"0,5 3 0,-2 3 0,6 3 0,2 3 0,9-2 0,3-2 0,1-1 0,6-1 0,8-9 0,3 3 0,12-11 0,6-1 0,3-3 0,3-2 0,-1 0 0,0-7 0,1-7 0,-1-7 0,-5 2 0,0-4 0,-16 4 0,8 0 0,-15-2 0,-2-2 0,-2 0 0,-10 12 0,-4 1 0,-3 2 0,-2 1 0,0 1 0,5 4 0,1-4 0,7 4 0,-4 2 0,16-5 0,3-1 0,12-7 0,4 3 0</inkml:trace>
  <inkml:trace contextRef="#ctx0" brushRef="#br0" timeOffset="273">30201 13256 8912,'-23'6'0,"-2"-1"0,-1-1 0,-1 6 0,-2 1 0,-1 3 0,7-3 0,0 4 0,6-3 0,-1 3 0,3 2 0,4 0 0,3-7 0,16 3 0,3-7 0,6 0 0,6-6 0,-2 0 0,6-2 0,-2-4 0,3-1 0,-5-5 0,0-3 0,-5 3 0,-7-1 0,1 2 0,-1-5 0,0 14 0,1-3 0,-6 3 0,3 4 0,-1 3 0,-2 5 0,-4 15 0,1 5 0,3 8 0,2 6 0,-3 8 0,-3-8 0,12 6 0,-8-5 0,-3 5 0,-1-6 0,-2-4 0,0-4 0,0-1 0,-9-3 0,-9-3 0,-1 2 0,-9-9 0,5 0 0,-4-11 0,2-5 0,4-4 0,2-10 0,-6-9 0,-2-10 0</inkml:trace>
  <inkml:trace contextRef="#ctx0" brushRef="#br0" timeOffset="274">30511 12964 8912,'-17'-8'0,"-8"6"0,6-6 0,-4 8 0,4 0 0,2 4 0,1 8 0,3 11 0,3 11 0,3 12 0,-1 7 0,2 16 0,4 8 0,-5 1 0,7 8-191,0 0 0,0-8 191,0-3 0,2-8 0,3-10 0,3-8 0,3-14 0,5-8 0,-7-3 0,7-18 0,-5-12 0,2-13 0,-7-21 0,15-4 0,-2-7 0</inkml:trace>
  <inkml:trace contextRef="#ctx0" brushRef="#br0" timeOffset="275">30666 13153 8912,'-17'9'0,"-1"-3"0,1-4 0,0 6 0,7-5 0,5 9 0,-3 1 0,2 10 0,1 0 0,5 11 0,2-1 0,3 11 0,7-2 0,-3 4 0,3-6 0,-1 0 0,6-6 0,-1 1 0,-5-1 0,5-9 0,-5-8 0,-3-7 0,15-10 0,-4 0 0</inkml:trace>
  <inkml:trace contextRef="#ctx0" brushRef="#br0" timeOffset="276">30958 13101 8912,'-2'12'0,"-3"-1"0,3 1 0,-8 7 0,6 4 0,-1 5 0,-9 10 0,3 3 0,3 6 0,2-1 0,-3 4 0,7-6 0,-4-4 0,4-4 0,2-1 0,2-5 0,4-7 0,-2-2 0,7-15 0,-7 0 0,4-6 0</inkml:trace>
  <inkml:trace contextRef="#ctx0" brushRef="#br0" timeOffset="277">30821 13445 8912,'-12'-11'0,"1"-1"0,7 8 0,-4-3 0,16 1 0,3 0 0,12 0 0,6 6 0,4-1 0,1-5 0,0-4 0,1-7 0,-1 0 0</inkml:trace>
  <inkml:trace contextRef="#ctx0" brushRef="#br0" timeOffset="278">31165 13359 8912,'0'10'0,"0"5"0,-2-7 0,-4 3 0,4-3 0,-5-8 0,7 0 0,0 0 0,7-2 0,5-4 0,3-5 0,10-5 0,2-3 0,0-4 0,3 4 0,-7-4 0,0-2 0,-6 2 0,-5 1 0,-1 4 0,-7 1 0,2 0 0,-6 5 0,-6 3 0,-6 1 0,-3 3 0,-2 6 0,0 5 0,-6 6 0,0 11 0,2 5 0,2 5 0,7 1 0,3 0 0,1 1 0,2-1 0,6 1 0,2-3 0,6-1 0,7-5 0,6-1 0,10-2 0,-10-11 0,8-1 0,-1-7 0,7 2 0,-7-8 0,1-10 0,0 1 0,5-22 0,0 7 0</inkml:trace>
  <inkml:trace contextRef="#ctx0" brushRef="#br0" timeOffset="279">31595 13153 8912,'0'17'0,"0"0"0,2-5 0,4-1 0,-4-7 0,7 11 0,-3-3 0,5 3 0,5 2 0,-3 0 0,4 0 0,-3 3 0,9 3 0,-2-4 0,0 4 0,2-4 0,0-2 0,-6 0 0,0-7 0,0-5 0,-7-3 0,-3-2 0,1-15 0,2-4 0</inkml:trace>
  <inkml:trace contextRef="#ctx0" brushRef="#br0" timeOffset="280">31784 13136 8912,'-1'17'0,"-5"0"0,4 0 0,-4 0 0,-3 2 0,-3 4 0,3 4 0,-3 7 0,1 9 0,-5-7 0,3 4 0,1-4 0,9 1 0,-3 3 0,4-10 0,2 5 0,8-12 0,3-1 0,1-10 0,5-6 0,-12-4 0,26-10 0,-12-2 0</inkml:trace>
  <inkml:trace contextRef="#ctx0" brushRef="#br0" timeOffset="281">32077 13170 8912,'-8'9'0,"6"7"0,-5-5 0,-1 5 0,6 8 0,-4 5 0,5-4 0,1 7 0,0-3 0,0 3 0,0 3 0,0-1 0,1 1 0,5-1 0,-4-5 0,4-1 0,3-7 0,-7 4 0,4-8 0,-4 1 0,-2-9 0,0-9 0,-2-11 0,-4-12 0,-5-6 0,-4-3 0,5-3 0,-13-7 0,4-2 0</inkml:trace>
  <inkml:trace contextRef="#ctx0" brushRef="#br0" timeOffset="282">31991 13136 8912,'9'0'0,"1"0"0,-4 0 0,-2 0 0,7 0 0,-7 0 0,11 1 0,-3 3 0,3 2 0,2 7 0,0-3 0,1 7 0,-3 0 0,-4 1 0,5 1 0,-7 2 0,1 2 0,-3 7 0,-8-9 0,-5 6 0,-6-2 0,-3 3 0,-2-5 0,0-4 0,-1-5 0,1-7 0,-8 1 0,-1 2 0</inkml:trace>
  <inkml:trace contextRef="#ctx0" brushRef="#br0" timeOffset="283">32456 13514 8912,'0'-17'0,"-2"-1"0,-2 1 0,-2 0 0,0 0 0,8 7 0,4 5 0,5 3 0,5 2 0,3 0 0,4 0 0,4 0 0,7 0 0</inkml:trace>
  <inkml:trace contextRef="#ctx0" brushRef="#br0" timeOffset="284">32765 13479 8912,'0'10'0,"0"-2"0,0-8 0,0 0 0,8 0 0,9 0 0,2-8 0,6-2 0</inkml:trace>
  <inkml:trace contextRef="#ctx0" brushRef="#br0" timeOffset="285">32955 12310 8912,'24'2'0,"5"4"0,6 21 0,5 19 0,-4 26 0,-11-24 0,0 3 0,-2 12 0,0 2 0,0 9 0,0 1-404,-2 9 1,-2 1 0,-1 1 0,-4 1 0,-5 4 0,-3 0 403,1-1 0,-2-1 0,0 0 0,-2 0 0,-3 0 0,-2 0 0,-1-1 0,-2 0 0,-2-1 0,-3-1 0,-2 1 0,-3 0 0,-4 1 0,-2 0 0,6-24 0,0 1 0,-1-1 0,-2-1 0,-1 0 0,-1 0 0</inkml:trace>
  <inkml:trace contextRef="#ctx0" brushRef="#br0" timeOffset="286">27293 15353 8912,'-15'-17'0,"1"0"0,5 0 0,1 0 0,2 7 0,6 6 0,2 16 0,4 13 0,7 11 0,8 12 0,8 5 0,4 4 0,9 10 0,4 0 0,5 10 0,-23-37 0,2 2 0,1 2 0,1 0-242,1 0 0,1 1 1,-1 1-1,0 0 242,-1 0 0,0 0 0,-3-1 0,-1 0 0,16 33 0,-10-9 116,-9-10 1,-13-13-117,-7-6 0,-3-10 0,-2-1 0,0-8 0,0 2 0,0-10 0,0-1 0,0-8 0,-2-6 0,-3-15 183,-7-10 1,-11-13-1,-4-4 1</inkml:trace>
  <inkml:trace contextRef="#ctx0" brushRef="#br0" timeOffset="287">27293 15078 8912,'-17'-2'0,"0"-3"0,-1-7 0,1 5 0,0 1 0,0 4 0,5 4 0,1 4 0,-1 5 0,-5 12 0,0 11 0,0 12 0,-1 12 0,1 5 0,0 3 0,6 3 0,1 0 0,2 0 0,5-10 0,8-7 0,5-8 0,13-25 0,0-8 0,5-9 0,-5-8 0,0-26 0,-6-14 0</inkml:trace>
  <inkml:trace contextRef="#ctx0" brushRef="#br0" timeOffset="288">27293 14941 8912,'2'-10'0,"4"5"0,3 3 0,8 2 0,1 2 0,-1 3 0,10 5 0,7 7 0,2 6 0,10 0 0,8 7 0,1-5 0,8 4 0,-2 3 0,3-7 0,-7-4 0,4 2 0,0-13 0</inkml:trace>
  <inkml:trace contextRef="#ctx0" brushRef="#br0" timeOffset="289">24901 17210 8912,'-19'-32'0,"-2"1"0,-4 5 0,-2 1 0,-3 6 0,-3 5 0,-9 14 0,-4 16 0,-6 10 0,-5 16 0,-6 12 0,4 7 0,28-23 0,2 2 0,4 2 0,1 0 0,0 2 0,2 2 0,-2 6 0,2 1 0,3-2 0,2-1 0,1 1 0,1 0 0,1-1 0,1-1 0,-2 41 0,9 1 0,4-5 0,2-5 0,2-5 0,4-7 0,9-8 0,8-4 0,10-13 0,1-9 0,2-11 0,10-16 0,0-16 0,-2-18 0,6-22 0,-6-13 0</inkml:trace>
  <inkml:trace contextRef="#ctx0" brushRef="#br0" timeOffset="290">25159 17537 8912,'0'-34'0,"0"1"0,0 4 0,-6-3 0,1 3 0,1-3 0,-6 7 0,-1 8 0,1 2 0,-1 9 0,-3 2 0,-7 10 0,-2 5 0,-7 12 0,3 6 0,-2 5 0,1 6 0,7 4 0,-4 2 0,8 0 0,1-8 0,5 2 0,5-3 0,4 1 0,2-4 0,8-1 0,3-10 0,5-4 0,3 0 0,4-10 0,5-1 0,5 5 0,-5-11 0,1 4 0,2-4 0,1-2 0,3 0 0,-9-2 0,-3-4 0,-4 4 0,-1-5 0,-1 7 0,-9 2 0,-8 3 0,-10 5 0,-13 7 0,-4 2 0,-7 4 0,-1-2 0,1 8 0,-6-6 0,0 5 0,0-7 0,5 2 0,8-6 0,4-5 0,4-4 0,2-8 0,8-2 0,3-4 0,13-6 0,11-10 0,-1-5 0,15-8 0,-5 1 0</inkml:trace>
  <inkml:trace contextRef="#ctx0" brushRef="#br0" timeOffset="291">25538 17743 8912,'-12'-11'0,"1"-1"0,-1 3 0,-5-3 0,0 5 0,0 7 0,-1 0 0,-5 0 0,1 0 0,-1 13 0,5 6 0,1 8 0,0 9 0,5 1 0,1 8 0,7-1 0,-2 2 0,5-2 0,4-8 0,9-1 0,-1 3 0,22-19 0,-3 2 0,9-7 0,-3-7 0,12-11 0,-8-7 0,0-3 0,-5-14 0,-1-3 0,-5-1 0,-1-3 0,-7 1 0,2 0 0,-4-1 0,-7-5 0,-3 0 0,-1 2 0,4 2 0,-7 1 0,1 8 0,-6 4 0,0 4 0,0 2 0,0 8 0,0 1 0,0 29 0,0 10 0,0 9 0,0-2 0,2 6 0,4-4 0,-4-4 0,5 4 0,1-3 0,0-5 0,3-3 0,2-4 0,-7-8 0,7-8 0,-3-9 0,7-9 0</inkml:trace>
  <inkml:trace contextRef="#ctx0" brushRef="#br0" timeOffset="292">25779 17331 8912,'-18'9'0,"1"-1"0,0-8 0,0 0 0,7 8 0,3-7 0,14 7 0,5-8 0,3 0 0,2 0 0,8-8 0,2-1 0</inkml:trace>
  <inkml:trace contextRef="#ctx0" brushRef="#br0" timeOffset="293">26054 17193 8912,'-10'8'0,"3"3"0,-1 5 0,4 16 0,-7 8 0,5 10 0,-5 7 0,7 12 0,-4 3-155,8 9 1,2-14 154,4 1 0,5-10 0,10-3 0,2-7 0,8-6 0,-6-23 19,3-8 0,5-14 0,-6-7 0</inkml:trace>
  <inkml:trace contextRef="#ctx0" brushRef="#br0" timeOffset="294">26484 17331 8912,'-17'-6'0,"0"0"0,0 0 0,-1 6 0,1 0 0,0 0 0,-2 2 0,-4 4 0,2 4 0,-8 7 0,8 8 0,-6 1 0,4 9 0,6-1 0,0 1 0,0 1 0,5 4 0,5-4 0,1 4 0,4-3 0,2-11 0,2 5 0,4-8 0,5-2 0,-1-10 0,1-5 0,6-4 0,6-2 0,2-2 0,-2-4 0,-2-3 0,8-8 0,-6-6 0,5 0 0,-7-6 0,2 6 0,-2-5 0,-1 5 0,1 2 0,0 2 0,-12 1 0,8 1 0,-11 8 0,8-1 0,-9 4 0,1 4 0,-6-3 0,0 10 0,0 11 0,0 9 0,0 1 0,0 3 0,6 0 0,-1-3 0,-1-1 0,-2 6 0,-2-3 0,2-3 0,4-2 0,-4-4 0,3-2 0,5-7 0,-8-2 0,6-16 0,-8-2 0</inkml:trace>
  <inkml:trace contextRef="#ctx0" brushRef="#br0" timeOffset="295">26605 17073 8912,'-10'17'0,"-5"-7"0,5 5 0,-5-4 0,2 5 0,1 1 0,6-2 0,-5-3 0,7 3 0,-2-4 0,4 5 0,2-7 0,2-1 0,4-8 0,-4-2 0,4-4 0,3-3 0,-7-9 0,4 1 0,-4 0 0,-2 0 0,0 5 0,0 1 0,0 7 0,-8-4 0,4 10 0,-7 4 0,7 4 0,-2 7 0,4 0 0,10 0 0,2 0 0</inkml:trace>
  <inkml:trace contextRef="#ctx0" brushRef="#br0" timeOffset="296">26914 17073 8912,'-2'-10'0,"-3"5"0,3 3 0,-8 9 0,5 5 0,3 13 0,-6 11 0,0 14 0,6 9 0,-3 9 0,3 9 0,9 1 0,7 8-1023,7 0 1023,-2-8 0,13-1 0,-5-10 0,0-4 0,-2-12 0,-10-16 0,-3-12 0,-5-4 0,-14-10 0,-3-1 0</inkml:trace>
  <inkml:trace contextRef="#ctx0" brushRef="#br0" timeOffset="297">26811 17692 8912,'0'-17'0,"0"-1"0,0 1 0,0 8 0,8-7 0,9 14 0,12-3 0,3 3 0,10 2 0,2 0 0,8 0 0,-1 0 0,1 0 0,0-8 0,-1-9 0,1-10 0</inkml:trace>
  <inkml:trace contextRef="#ctx0" brushRef="#br0" timeOffset="298">27534 17399 8912,'0'18'0,"0"5"0,0 0 0,6 1 0,-1-1 0,9 4 0,-5 2 0,9-3 0,-1-1 0,8-2 0,-6-11 0,6-3 0,-1-1 0,-4-2 0,4-6 0,-6 0 0,-1-10 0,0-7 0,-6-2 0,-1-10 0,-2-2 0,-3 7 0,-5-1 0,0 8 0,0-1 0,0 1 0,0 0 0,0 7 0,6 5 0,2 10 0,1 7 0,3 3 0,5 2 0,0 1 0,0-1 0,1 0 0,-1 0 0,0-2 0,0-3 0,1 3 0,-1-13 0,0 4 0,0-12 0,-5-3 0,-3-11 0,-1-2 0,-2-5 0,-1-2 0,1 2 0,-2 3 0,-2-7 0,-2 12 0,0-4 0,2 6 0,3 5 0,7 7 0,-4 3 0,7 9 0,-4 5 0,5 3 0,1 10 0,0 4 0,0 9 0,0 2 0,-7 0 0,3 0 0,-7 0 0,-2-2 0,-2-1 0,-4-3 0,-4-1 0,-5-5 0,-5 5 0,-7-20 0,1 2 0,1-5 0,1-4 0,3-14 0,0-9 0,7-18 0,3-8 0</inkml:trace>
  <inkml:trace contextRef="#ctx0" brushRef="#br0" timeOffset="299">28308 17485 8912,'0'18'0,"0"-7"0,0 1 0,0-9 0,0 5 0,2-8 0,4 0 0,3 0 0,9 0 0,7-2 0,3-4 0,5-3 0,1-8 0,1-6 0,-1 0 0,-2-6 0,-3 6 0,2-5 0,-10 5 0,-6 2 0,2-6 0,-15 8 0,4-4 0,-12 4 0,-3 9 0,-9 4 0,1 5 0,-6 2 0,0 5 0,0 6 0,-1 3 0,12 10 0,-11 1 0,14 9 0,-1-1 0,-5 1 0,13-1 0,-4 0 0,4 1 0,2-1 0,8-7 0,3-4 0,5-6 0,1-5 0,6-5 0,2-7 0,1 0 0,-3-7 0,4-7 0,-2-7 0,-4-8 0,6 5 0,-8-9 0,4 5 0,-4-5 0,-10-1 0,5 7 0,-8 4 0,-3 4 0,7 2 0,-8-1 0,6 7 0,-8 0 0,0 7 0,0-2 0,0 12 0,0 5 0,1 4 0,5 5 0,6 3 0,-3-2 0,1 5 0,-1 1 0,1 0 0,-6 1 0,9 1 0,-7-2 0,-2-2 0,-2 5 0,-8-9 0,0 8 0,-9-8 0,-2 2 0,-1-4 0,-5-2 0,4-2 0,2-3 0,-6 1 0,0-7 0,0 0 0,6-6 0</inkml:trace>
  <inkml:trace contextRef="#ctx0" brushRef="#br0" timeOffset="300">29324 16815 8912,'0'-25'0,"5"4"0,1-8 0,7 10 0,-1 2 0,-3 11 0,3 18 0,-6 9 0,5 19 0,1 4 0,-1 9 0,1 3 0,-1 3 0,-1 2 0,3-5 0,-7 1 0,1-4 0,-1-1 0,-4-1 0,4 1 0,-4 0 0,-10-1 0,-2-1 0,-7-4 0,0-6 0,0-11 0,0 3 0,-8-21 0,-2 5 0</inkml:trace>
  <inkml:trace contextRef="#ctx0" brushRef="#br0" timeOffset="301">29272 17296 8912,'-10'-17'0,"-3"0"0,7 0 0,1 0 0,5 7 0,1 2 0,5 8 0,11 0 0,12 0 0,4-2 0,1-3 0,6 1 0,0-6 0,-1 3 0,3-7 0,-2 3 0,0-12 0,-6-4 0</inkml:trace>
  <inkml:trace contextRef="#ctx0" brushRef="#br0" timeOffset="302">29668 16798 8912,'0'17'0,"0"2"0,0 4 0,2 6 0,3 11 0,-3-4 0,14 19 0,-7-3 0,1 1 0,5 1 0,-11-8 0,5-2 0,-1-2 0,-2-2 0,-6-8 0,0-3 0,0-6 0,0-12 0,0-3 0,0-12 0,0-7 0,2-12 0,3-8 0,5-3 0,7-1 0,0-5 0,1 0 0,-9 0 0,6 8 0,-5 3 0,0 6 0,5 4 0,-11 4 0,7 3 0,-7 7 0,4 10 0,-3 7 0,1 3 0,8 10 0,-11 0 0,7 5 0,-2-1 0,5-8 0,-5 9 0,5-7 0,-2-2 0,1-2 0,5-1 0,0-1 0,1-8 0,-1-5 0,0-8 0,0-5 0,-2-8 0,-1-2 0,-3-4 0,-7 4 0,10-6 0,-9 8 0,1-1 0,2 1 0,-6 8 0,5 1 0,-7 10 0,2 2 0,2 3 0,2 3 0,7-6 0,-9 9 0,7-7 0,3-2 0,1 5 0,2-7 0,0 4 0,1-4 0,-1-2 0,-2-2 0,-3-4 0,1 2 0,-5-7 0,1-3 0,-5 7 0,4-8 0,-8 5 0,7 0 0,3 3 0,1 14 0,1 5 0,1 3 0,3 2 0,-1 2 0,-2 2 0,-1 2 0,-1 8 0,-1-6 0,-5 5 0,-3-1 0,-2-8 0,-3 10 0,-7-8 0,-7-2 0,-12-10 0,8-3 0,-8-8 0,-7-8 0,-8-2 0</inkml:trace>
  <inkml:trace contextRef="#ctx0" brushRef="#br0" timeOffset="303">30029 16781 8912,'-44'9'0,"4"-3"0,11-4 0,12-2 0,11 0 0,12 0 0,6 0 0,11 0 0,-2 0 0,7 0 0,1-6 0,5 0 0,3-1 0,1 1 0,2-6 0,0-3 0,2-2 0,2 0 0</inkml:trace>
  <inkml:trace contextRef="#ctx0" brushRef="#br0" timeOffset="304">30442 15904 8912,'-15'-8'0,"3"-3"0,10 1 0,14 10 0,17 17 0,18 29 0,17 21 0,-30-25 0,-2 4 0,1 5 0,-2 5 0,-1 10 0,-1 3 0,-1 9 0,-3 3 0,-1 10 0,-4 3 0,-8-25 0,-3 1 0,-1 1 0,-1 6 0,-1 0 0,-2 1 0,0-2 0,-2 1 0,0-1-155,-1-1 1,0 0 0,-1 0 0,-2-1 0,-2-1 0,0 0-1,-1-3 1,0-1 0,-2 0 0,-1 2 0,-1-1 0,-1 1 154,0 2 0,-1-1 0,0 1 0,-1 0 0,0 0 0,-1 1 0,1-2 0,-2 1 0,0-1 0,-1 3 0,-1 1 0,10-48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6T02:53:24.0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20134 4315 8912,'0'-24'0,"0"-5"0,0-3 0,0-3 0,-8 8 0,-1 4 0,-3 4 0,-1 4 0,-4 4 0,-8 7 0,-7 8 0,1 20 0,-19 9 0,4 18 0,-1 9 0,-1 7 0,2 7 0,2 4 0,-2 8 0,0 0-272,12 0 0,-3-2 272,14-3 0,2 1 0,10-8 0,-3 6 0,9-5 0,1-10 0,10-13 0,7-10 0,8-6 0,12-17 0,7-8 0,2-16 0,-2-13 0,-4-14 0,12-10 0,-8-4 0,0 4 0</inkml:trace>
  <inkml:trace contextRef="#ctx0" brushRef="#br0" timeOffset="1">20272 4694 8912,'0'-17'0,"0"-1"0,0 1 0,-8 0 0,4 7 0,-7 5 0,-3 3 0,-1 2 0,-2 0 0,0 0 0,1 2 0,5 3 0,1 3 0,5 4 0,3 3 0,-4-4 0,4 5 0,2 1 0,0 0 0,0 0 0,2 0 0,4 1 0,-2-1 0,7 0 0,1-6 0,5 1 0,8-1 0,-6 6 0,4 1 0,-4-1 0,4-6 0,0 1 0,-2-1 0,-2-1 0,-2 5 0,-2-11 0,-3 7 0,-6 3 0,-5-5 0,-1 3 0,-1-1 0,-5 6 0,-6 1 0,-11-1 0,-3 0 0,-9 0 0,1 0 0,-1-1 0,3-3 0,3-2 0,4-7 0,0-4 0,-1-9 0</inkml:trace>
  <inkml:trace contextRef="#ctx0" brushRef="#br0" timeOffset="2">20530 4763 8912,'0'11'0,"0"0"0,0 1 0,0 5 0,-2-2 0,-4-3 0,4 3 0,-3-3 0,3 3 0,2 2 0,0 0 0,0 0 0,0 1 0,5-1 0,1 0 0,8-7 0,-5-3 0</inkml:trace>
  <inkml:trace contextRef="#ctx0" brushRef="#br0" timeOffset="3">20547 4505 8912,'10'0'0,"-3"0"0,-5 0 0,4 0 0,-2 0 0,7 0 0,-5 0 0,6 0 0,1 0 0,4 0 0,4 2 0,2 3 0,2-1 0,-2 8 0,-2-1 0,8 6 0,-6 6 0,5 0 0,-7 2 0,2-2 0,-9-2 0,-5 6 0,1-3 0,-1-3 0,-5 6 0,4-8 0,-8 4 0,0-4 0,-2-2 0,-4 1 0,2-1 0,-7 0 0,5-2 0,-3-1 0,1-3 0,2-7 0,6 4 0,0-8 0,0 0 0,0-8 0,0-3 0,0-5 0,6-3 0,2-2 0,1-4 0,4-1 0,-3 5 0,1-2 0,1-2 0,5 2 0,-5 2 0,-1 7 0,2 3 0,-5 0 0,7 1 0,-3 4 0,3 4 0,2 2 0,1 0 0,-9 0 0,1 6 0,-5 0 0,-1 5 0,8-5 0,-6 5 0,5-5 0,-5 0 0,5-6 0,3 0 0,-7 0 0,9 0 0,-7 0 0,8 0 0,1-6 0,-1 0 0,0-7 0,-6 11 0,1-4 0,1 5 0,3 1 0,1 0 0,0 0 0,-6 1 0,1 5 0,-6-4 0,5 4 0,1-4 0,5-2 0,0 0 0,-2-2 0,-1-4 0,-3-5 0,1-5 0,-1 1 0,1 4 0,-9-5 0,3 5 0,-2-3 0,2 3 0,-4-4 0,5 13 0,-7 2 0,0 11 0,0 6 0,0 6 0,0-2 0,0 8 0,2 0 0,4 5 0,-4-5 0,4-1 0,-3 1 0,3-2 0,-4 3 0,6-7 0,-1-2 0,-5 6 0,12-8 0,-9 4 0,1-11 0,2-5 0,-6-7 0,5 0 0</inkml:trace>
  <inkml:trace contextRef="#ctx0" brushRef="#br0" timeOffset="4">21562 4453 8912,'0'10'0,"0"5"0,8-13 0,-6 5 0,11-8 0,-3-3 0,3-2 0,6 2 0,4 2 0,-2 0 0,2-3 0,8 3 0,-12-6 0,4 8 0,-4 6 0,-4 1 0,-3 3 0,-6 5 0,-4 6 0,-2-2 0,0 4 0,-8 4 0,-4-2 0,-10 4 0,2 1 0,-3-7 0,4-2 0,-6-2 0,6-2 0,-5-7 0,6-2 0</inkml:trace>
  <inkml:trace contextRef="#ctx0" brushRef="#br0" timeOffset="5">22027 4281 8912,'0'-17'0,"0"0"0,0 0 0,0-1 0,0 1 0,0 0 0,0 7 0,0-5 0,0 21 0,0 1 0,0 13 0,0 8 0,0 12 0,0 6 0,0 4 0,0 1 0,2 1 0,4 0 0,5-1 0,-3 1 0,7-8 0,-3-4 0,3-6 0,2-5 0,0-6 0,1-6 0,-1-6 0,0-3 0,6-12 0,0-7 0,2-3 0,-2-14 0,-6-7 0,2-5 0,-6 2 0,-9 2 0,2 1 0,-4 1 0,-2 7 0,0 4 0,-2 6 0,-4 6 0,-3 3 0,-9 12 0,1 7 0,0 12 0,7 8 0,-3 5 0,7 2 0,3 2 0,1 8 0,2-12 0,0 5 0,9-11 0,8-3 0,12-4 0,9-8 0,6-5 0,8-10 0,0 0 0,7-23 0,2-6 0</inkml:trace>
  <inkml:trace contextRef="#ctx0" brushRef="#br0" timeOffset="6">23541 4298 8912,'-1'-11'0,"-5"1"0,-4 1 0,-1 1 0,-1-1 0,-1 1 0,-2 0 0,-8 3 0,0 5 0,2 0 0,-6 9 0,0 6 0,-2 8 0,1 4 0,5 9 0,-4 10 0,2 4 0,4 1 0,10 7 0,5-3 0,4-5 0,12-1 0,7-10 0,10-7 0,5-7 0,10-14 0,2-3 0,6-10 0,-4-4 0,3-3 0,-10-10 0,5-6 0,-2-9 0,-2-1 0,-13-22 0,-2 3 0</inkml:trace>
  <inkml:trace contextRef="#ctx0" brushRef="#br0" timeOffset="7">23834 4195 8912,'0'-34'0,"0"-1"0,0 9 0,0 1 0,0 8 0,0 7 0,0 6 0,0 16 0,-6 7 0,-1 17 0,-3 4 0,-3 8 0,-3 7 0,7-1 0,-5 7 0,9-6 0,1 3 0,2 7 0,4-14 0,4 1 0,5-1 0,12-5 0,-2-11 0,8-7 0,1-7 0,3-11 0,1-3 0,1-7 0</inkml:trace>
  <inkml:trace contextRef="#ctx0" brushRef="#br0" timeOffset="8">24264 4436 8912,'-23'-10'0,"-2"5"0,-1 3 0,-5 2 0,-3 15 0,-7 8 0,5 7 0,-14 11 0,5-1 0,4 5 0,7-4 0,7-1 0,12-6 0,3-1 0,7-5 0,10-5 0,7-11 0,5-5 0,6-7 0,6 0 0,11 0 0,-4-7 0,4-5 0,-3-11 0,-3-5 0,1-5 0,-1-3 0,-2-2 0,-3-3 0,-6 3 0,-4-6 0,-3 8 0,-5-4 0,2 6 0,-7 5 0,0 4 0,-8 10 0,-4 3 0,4 5 0,-13 10 0,4 9 0,-5 11 0,1 9 0,3 8 0,7 4 0,3 0 0,2 6 0,0-14 0,0 4 0,0-3 0,0-3 0,7-7 0,5-4 0,3-12 0,2-5 0,1-4 0,-1-2 0,0 0 0,-5-8 0,-1-5 0,2-8 0,3-8 0,1 4 0,-2-7 0,-1 3 0,-3-3 0,-7-3 0,9 7 0,-7 1 0,-2 2 0,5 2 0,-7 6 0,4 0 0,-4 7 0,6 10 0,-5 10 0,7 7 0,-2 0 0,5 0 0,-3 6 0,5 2 0,-4 2 0,5-6 0,-7 9 0,8-7 0,-1 6 0,-3-4 0,-3 0 0,-3 0 0,-3-4 0,-2-2 0,-2 0 0,0 4 0,-8-4 0,-3 4 0,-6-6 0,-4-4 0,-2-1 0,-8-8 0,10 9 0,-6-7 0,2-2 0,3-10 0,4-4 0</inkml:trace>
  <inkml:trace contextRef="#ctx0" brushRef="#br0" timeOffset="9">24987 4350 8912,'-34'15'0,"-1"-1"0,1-5 0,-1-1 0,9 5 0,1-11 0,9 6 0,5-1 0,3-3 0,8 8 0,0-7 0,0 7 0,6-7 0,0 7 0,7-1 0,-1 7 0,-3-1 0,3 0 0,-7 6 0,7 0 0,-6 2 0,5-2 0,-5-4 0,5 4 0,-5-2 0,4 0 0,-3 2 0,-3-2 0,4-2 0,-3-2 0,3 0 0,-4 0 0,2 0 0,-1 1 0,-5-1 0,0 0 0,0 0 0,-2 0 0,-3 1 0,1-7 0,-8 1 0,3-7 0,-3 7 0,-3-8 0,7 1 0,-3-10 0,3-5 0,8-7 0</inkml:trace>
  <inkml:trace contextRef="#ctx0" brushRef="#br0" timeOffset="10">25107 4539 8912,'0'11'0,"0"1"0,0-1 0,0 7 0,0-1 0,0 2 0,0 4 0,0 5 0,0-3 0,0 8 0,0-5 0,0 5 0,0 1 0,6-1 0,0-5 0,-2-5 0,-2 4 0,3-8 0,1 4 0,0-13 0,-6-10 0,8-8 0,1-9 0</inkml:trace>
  <inkml:trace contextRef="#ctx0" brushRef="#br0" timeOffset="11">25125 4367 8912,'0'-29'0,"0"1"0,0 7 0,0-2 0,0 11 0,0 5 0,0 7 0,7 5 0,5 1 0,11 6 0,5-7 0,5-1 0,9-2 0,2-2 0</inkml:trace>
  <inkml:trace contextRef="#ctx0" brushRef="#br0" timeOffset="12">26020 4230 8912,'-33'-2'0,"4"-4"0,-3-4 0,7-1 0,-6 1 0,3 3 0,7 1 0,-4 6 0,8 0 0,-1 0 0,3 9 0,4 7 0,5 7 0,4 3 0,2 11 0,0 7 0,0 7 0,0 1 0,8-1 0,-5 3 0,9 1 0,1 3 0,-3-1 0,1-5 0,-7-9 0,10 5 0,-9-8 0,-1-1 0,-2-5 0,-2-5 0,0-12 0,-8-2 0,-1-5 0</inkml:trace>
  <inkml:trace contextRef="#ctx0" brushRef="#br0" timeOffset="13">25538 4866 8912,'-8'-18'0,"6"1"0,-4 0 0,4 0 0,4 2 0,4 3 0,4-3 0,15 11 0,3-7 0,5-3 0,9 5 0,4-3 0,0 6 0,3-5 0,5-2 0,1-3 0,-3-1 0,0 0 0,-9 7 0,-2-3 0,-13 7 0,-5 2 0,-4 3 0,-9 10 0,-2 6 0,-3 8 0,1 4 0,0-4 0,-6 6 0,0-8 0,0 11 0,0-3 0,0-2 0,0 1 0,0-7 0,0 2 0,-2-4 0,-2-2 0,-2 1 0,1-9 0,5-1 0,0-8 0,0-8 0,0-1 0</inkml:trace>
  <inkml:trace contextRef="#ctx0" brushRef="#br0" timeOffset="14">26278 4333 8912,'-18'11'0,"1"-1"0,0-3 0,0-3 0,0-2 0,5 0 0,1 4 0,7-4 0,-4 5 0,10-7 0,4 0 0,3 0 0,3 0 0,-1 0 0,-7 0 0,11 0 0,-13 0 0,6 0 0,-16-7 0,-1-3 0</inkml:trace>
  <inkml:trace contextRef="#ctx0" brushRef="#br0" timeOffset="15">26777 4470 8912,'-18'-13'0,"1"-4"0,-2-2 0,-4 7 0,2 4 0,-8 8 0,-1 0 0,3 4 0,0 6 0,3 9 0,2 6 0,3 3 0,-2 13 0,4 1 0,8 1 0,-1 1 0,4 4 0,2-4 0,3-2 0,8-2 0,3-7 0,7-5 0,8-3 0,3-8 0,5-7 0,1-4 0,7-6 0,-1-6 0,6-5 0,-6-12 0,15-4 0,-1-8 0</inkml:trace>
  <inkml:trace contextRef="#ctx0" brushRef="#br0" timeOffset="16">27086 4573 8912,'-22'10'0,"-1"-4"0,-6-4 0,6-2 0,2 0 0,-6 7 0,2-3 0,-5 7 0,1 3 0,8 1 0,-4 2 0,8 1 0,7 6 0,3-5 0,7 4 0,2-3 0,5-5 0,10-4 0,1-3 0,5-8 0,1 0 0,1-2 0,2-4 0,-6-3 0,4-3 0,-8 1 0,0-3 0,-7-1 0,5-2 0,-5 2 0,5 1 0,-3 3 0,-5 7 0,1-4 0,-6 8 0,13 0 0,-11 6 0,5 2 0,-1 1 0,6 3 0,-11 5 0,9 0 0,1 0 0,1-5 0,-3-1 0,10-7 0,-4 2 0,12-4 0,-2-2 0</inkml:trace>
  <inkml:trace contextRef="#ctx0" brushRef="#br0" timeOffset="17">27465 4195 8912,'6'-32'0,"0"3"0,-1 4 0,-5 8 0,2 2 0,4 3 0,-2 8 0,5 14 0,1 9 0,-1 6 0,-5 11 0,12 2 0,-5 8 0,-1-6 0,1 6 0,-7-6 0,4 4 0,-1-2 0,-5-2 0,6-3 0,-8 3 0,0-6 0,0 1 0,-2-1 0,-4-7 0,-5-1 0,-5 5 0,-1-10 0,0-6 0,0-7 0,-1-6 0,1-2 0,0 0 0,0 0 0,7 0 0,1-8 0,5-5 0,-2-8 0,0 2 0,6-12 0,0 8 0,2-5 0,4 5 0,6 2 0,3 2 0,2 1 0,0 9 0,0-6 0,1 3 0,7 3 0,3-3 0,-1 3 0,2-3 0,1 6 0,3 4 0,-5 2 0,1 0 0,-8 6 0,2 2 0,-4 1 0,-3 9 0,-3 4 0,-2-1 0,-7 0 0,2 2 0,-4-3 0,-2 2 0,0-2 0,0-3 0,0 0 0,-2-6 0,-4-1 0,-5-2 0,3-3 0,0-5 0,8-15 0,0-8 0,0-7 0,0-5 0,-5-1 0,-1-4 0,-2 3 0,3-3 0,1-2 0,-6 2 0,3 2 0,3 4 0,2 5 0,2-4 0,0 14 0,0-4 0,0 12 0,9-2 0,9 7 0,-1 0 0,6 6 0,2 8 0,-2 3 0,5 3 0,-3-1 0,0-3 0,0-3 0,5 7 0,-3-5 0</inkml:trace>
  <inkml:trace contextRef="#ctx0" brushRef="#br0" timeOffset="18">28085 4419 8912,'-18'0'0,"1"2"0,0 3 0,5 5 0,1 7 0,0 2 0,-7 2 0,3 4 0,4 2 0,5 3 0,4 3 0,2-1 0,0-3 0,2-4 0,4-8 0,3-2 0,8-3 0,1-7 0,-1-3 0,0-2 0,0-7 0,0-3 0,1-7 0,-7-2 0,-1-2 0,-3-2 0,-1-2 0,-4 4 0,2-2 0,1 2 0,1-6 0,-6 8 0,0-4 0,0 4 0,0 10 0,0-7 0,0 5 0,0-4 0,0-3 0</inkml:trace>
  <inkml:trace contextRef="#ctx0" brushRef="#br0" timeOffset="19">28343 4487 8912,'5'12'0,"1"-1"0,0-7 0,-6 6 0,2-6 0,4 1 0,-5 3 0,5-2 0,-4-3 0,-2 9 0,0-6 0,0 5 0,0 1 0,0 5 0,0 0 0,0 0 0,0 0 0,0-5 0,0-1 0,0 3 0,0 1 0,0-6 0,0-1 0,0-10 0,0-4 0,0-5 0,8-12 0,3-6 0,5-9 0,1-2 0,0 0 0,0 6 0,0 1 0,1 4 0,-1 5 0,0 6 0,6 3 0,0 4 0,0 3 0,-6 8 0,0 2 0,0 4 0,1 3 0,-3 16 0,-4 4 0,5-3 0,-7 1 0,1-2 0,3 4 0,-7-6 0,7 0 0,-3-6 0,1-2 0,1-3 0,-8-5 0,11-14 0,-5-3 0</inkml:trace>
  <inkml:trace contextRef="#ctx0" brushRef="#br0" timeOffset="20">28842 3748 8912,'25'8'0,"1"9"0,9 12 0,7 13 0,4 9 0,3 10 0,1 14 0,-4 5 0,-8 4 0,-7 2 0,-6-6 0,-8 1 0,-6-5-1148,1-2 1148,-8 1 0,3-16 0,-5 6 0,4-2 0,-4-7 0,4 1 0,-4-4 0,-2-16 0,0-5 0</inkml:trace>
  <inkml:trace contextRef="#ctx0" brushRef="#br0" timeOffset="21">15660 12946 8912,'0'18'0,"-2"-3"0,-4-4 0,2 3 0,-7-7 0,-2 3 0,5-6 0,2 3 0,14-7 0,9 0 0,8 0 0,11-2 0,4-3 0,6-7 0,4 3 0,2-1 0,-3 1 0,-3-1 0,2 4 0,-8-5 0,0 7 0,-7-4 0,-4 3 0,-7-1 0,-10 0 0,1 8 0,-7 4 0,0 3 0,-22 9 0,-3-1 0</inkml:trace>
  <inkml:trace contextRef="#ctx0" brushRef="#br0" timeOffset="22">15815 13428 8912,'-17'0'0,"-1"0"0,1 0 0,0 0 0,7 0 0,3 0 0,22-8 0,8-3 0,9-5 0,9-1 0,3 0 0,7 2 0,1 1 0,-1 3 0,1 1 0,0-1 0,-8 3 0,-4 8 0,-4-7 0,-1-3 0</inkml:trace>
  <inkml:trace contextRef="#ctx0" brushRef="#br0" timeOffset="23">17140 12878 8912,'0'-12'0,"0"1"0,0-3 0,-6 5 0,-2-1 0,-1 3 0,3 1 0,-5 6 0,-3 0 0,-1 0 0,4 2 0,-1 4 0,-1 5 0,-3 10 0,1 4 0,4 2 0,-5 9 0,5 10 0,-3 5 0,3 7 0,3 1 0,8 4 0,0 4 0,2-12 0,4 4 0,7-5 0,8-12 0,8-10 0,4-7 0,3-10 0,2-5 0,2-10 0,0-8 0,3-16 0,1-5 0,-1-4 0,7-9 0,-13-2 0,1-7 0,-8-1 0,-5 1 0,-9-1 0,-5 1 0,-5-1 0,-4 0 0,-6 1 0,-6-1 0,-7 1 0,-12 7 0,5 9 0,-7 12 0,2 4 0,1 10 0,-5-5 0,4 9 0,-1 7 0,7 9 0,-2 4 0,4 3 0,0 1 0,4 2 0,3 2 0,10 5 0,-1-5 0,3 0 0,2-6 0,0 0 0</inkml:trace>
  <inkml:trace contextRef="#ctx0" brushRef="#br0" timeOffset="24">16899 13222 8912,'-17'0'0,"0"0"0,-1 0 0,1-8 0,9 6 0,8-4 0,14-1 0,11-1 0,1-2 0,11-1 0,7-6 0,7 0 0,1-1 0,0 1 0,-6 6 0,-3-1 0,0-1 0,4 5 0,-10-1 0,1 5 0,-7-2 0,-1 0 0,-7 6 0,-2 0 0,-2 0 0,-2 0 0</inkml:trace>
  <inkml:trace contextRef="#ctx0" brushRef="#br0" timeOffset="25">17828 12706 8912,'0'-17'0,"0"-1"0,0 1 0,-2 2 0,-2 1 0,-1 3 0,-1 7 0,6-2 0,0 12 0,0 9 0,0 10 0,0 2 0,0 4 0,0 1 0,2-3 0,2-1 0,1 3 0,1 1 0,0-3 0,0 0 0,1-2 0,-1 1 0,-4 3 0,4-8 0,-4-2 0,-2 5 0,0 1 0</inkml:trace>
  <inkml:trace contextRef="#ctx0" brushRef="#br0" timeOffset="26">17656 12740 8912,'-17'0'0,"0"0"0,-1 0 0,9 0 0,1 0 0,12-8 0,8-3 0,9-4 0,19-2 0,0-6 0,10 0 0,3 2 0,1 2 0,1 7 0,3 1-75,-5 7 1,6-19-1,-7 4 1</inkml:trace>
  <inkml:trace contextRef="#ctx0" brushRef="#br0" timeOffset="27">18310 13015 8912,'-17'0'0,"0"0"0,-1 0 0,9-7 0,3-5 0,12-1 0,5-1 0,7 5 0,4 1 0,0 2 0,4 6 0,-1 0 0,4 6 0,-6 0 0,5 13 0,-5-2 0,-4 2 0,-5 0 0,-1 6 0,-5 4 0,1 3 0,-5 3 0,4-1 0,-10 1 0,-4-1 0,-11 0 0,-4 1 0,-8-1 0,1-1 0,-7-5 0,1 3 0,-1-8 0,1-2 0,5-4 0,1-6 0,12-3 0,-1-8 0,11-8 0,-1-9 0,22-10 0,4-7 0</inkml:trace>
  <inkml:trace contextRef="#ctx0" brushRef="#br0" timeOffset="28">18861 12895 8912,'-18'-17'0,"1"7"0,0-3 0,0 7 0,0 0 0,-1 6 0,-1 0 0,-2 2 0,-4 4 0,1 7 0,-1 8 0,2 14 0,6 9 0,1 7 0,5 1 0,3 7 0,8-4 0,0 8 0,8-7 0,3 1 0,10-11 0,4-8 0,2-7 0,2 1 0,5-13 0,-1 4 0,-5-4 0,3-9 0,-8-4 0,7-4 0,-3-2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6T02:53:24.042"/>
    </inkml:context>
    <inkml:brush xml:id="br0">
      <inkml:brushProperty name="width" value="0.05292" units="cm"/>
      <inkml:brushProperty name="height" value="0.05292" units="cm"/>
      <inkml:brushProperty name="color" value="#57D200"/>
    </inkml:brush>
    <inkml:brush xml:id="br1">
      <inkml:brushProperty name="width" value="0.05292" units="cm"/>
      <inkml:brushProperty name="height" value="0.05292" units="cm"/>
    </inkml:brush>
    <inkml:brush xml:id="br2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22044 6723 8912,'-17'1'0,"0"5"0,5-4 0,1 4 0,5-4 0,-5-2 0,7 0 0,-2 0 0,12 0 0,5 0 0,5 5 0,3 1 0,2 0 0,2 2 0,7-7 0,-1 5 0,4-4 0,1-2 0,8 0 0,4 0 0,6 0 0,5 0 0,12-2 0,11-4 0,4-5-135,10-12 1,-46 10 0,1-1 0,5-3 0,1 0 134,2 0 0,1 0-245,9-1 0,0 1 0,-5 0 0,0 0 245,4-1 0,0 1 0,-7 4 0,-1 0 0,-4 0 0,1 3 0,-1 2 0,1 2-35,2 0 0,1 1 0,-1 0 1,0 0-1,6-1 0,0-1 1,0 1-1,-1 1 0,1-2 0,2 0 35,3 0 0,2-1 0,-2-4 0,1-1 0,7 3 0,-1-1 0,-3-2 0,0-1-712,-2 2 1,1-1 711,2-2 0,1 0 0,1 2 0,-1-1 0,1-3 0,0 0 0,-4 0 0,-3 1 36,-9 2 1,-3 0 0,-4 1 0,-1 1 0,41-7-37,-4-4 0,-10 11 0,-3-11 0,-12 14 0,-6-1 0,-5-5 0,-8 5 0,-10 1 799,-9 3-799,-6-3 329,-9 7-329,-2-6 1698,-8 8-1698,0 0 0,-10 0 0,-5 2 412,-6 4-412,-18 3 0,1 14 0,-21 2 0,-10 2 0,-23 1 0,41-17 0,-3-3 0,-6 0 0,0 0 0</inkml:trace>
  <inkml:trace contextRef="#ctx0" brushRef="#br0" timeOffset="1">22216 6396 8912,'0'-17'0,"0"-1"0,0 1 0,0 0 0,0 0 0,0 5 0,0 1 0,0-2 0,0-3 0,0-1 0,0 0 0,8 2 0,4 3 0,-3-3 0,3 5 0,1 1 0,0-1 0,-1 5 0,1 1 0,-5-6 0,1 2 0,-5 3 0,6 5 0,-4 0 0,-5 0 0,7 0 0,-21 13 0,-8 8 0,-10 10 0,-3 7 0,-16 15 0,-4 5 0,-11 3 0,31-26 0,0 1 0,-4 0 0,-1 2 0,0 2 0,0 0-159,-4-2 0,2 1 1,5 2-1,3 0 159,-2-3 0,1-2 0,-25 31 0,13-9 0,11-9 0,12-9 0,12-7 0,5-16 0,4 0 0,12-7 0,7-5 0,10 3 0,13-2 0,12 0 0,13-6 0,7 0 0,9 0 0,3 0 0,-6 0 0,8-2 82,0-4 0,-7 4-82,1-4 0,-8 4 0,-3 2 0,0 0 0,0 0 0,-15 8 0,-9 2 0,-6-1 0,-5 14 0,-7-12 0,-4 12 0,-4-3 0,-10-11 0,14 6 0,-3-5 0</inkml:trace>
  <inkml:trace contextRef="#ctx0" brushRef="#br0" timeOffset="2">26897 5227 8912,'-19'-17'0,"-2"-1"0,-2 1 0,4 0 0,4 0 0,3 0 0,8 5 0,-3 3 0,1-1 0,0 0 0,0 7 0,6-3 0,0 12 0,0 7 0,0 8 0,0 6 0,0 17 0,0 7 0,0 10 0,0 6 0,0 2 0,0 0 0,0 0 0,0-1 0,2-1 0,4-4 0,4-11 0,7-14 0,0-5 0,2-9 0,4-5 0,-4-5 0,14-16 0,-5-4 0,11-3 0,1-9 0,6-6 0,-4-5 0,2-4 0,-6-1 0,4 5 0,-9 1 0,-5-3 0,3 6 0,-8 2 0,0 4 0,-6 2 0,0 0 0,-1 0 0,-5 0 0,-11-1 0,-10 1 0</inkml:trace>
  <inkml:trace contextRef="#ctx0" brushRef="#br0" timeOffset="3">27534 5313 8912,'-12'0'0,"1"0"0,-1 0 0,-5 2 0,0 3 0,-2 13 0,-4 10 0,4 10 0,-2 4 0,6 2 0,3 4 0,8-6 0,-2-2 0,6-3 0,6-3 0,4-7 0,13-8 0,2-10 0,1-1 0,3-2 0,5-16 0,1-7 0,-1-10 0,1-5 0,-1-3 0,-1 1 0,-5 0 0,-3-3 0,-10-1 0,-1-2 0,-3 2 0,-7 1 0,-4 5 0,-11 3 0,-5 6 0,-8 12 0,2 3 0,-6 10 0,-3 4 0,6 3 0,1 9 0,6-1 0,9 0 0,3 0 0,4-7 0,10 5 0,1-5 0</inkml:trace>
  <inkml:trace contextRef="#ctx0" brushRef="#br0" timeOffset="4">28239 4969 8912,'-19'0'0,"-4"0"0,2 0 0,-7 0 0,7 0 0,-4 2 0,2 5 0,0 11 0,0-1 0,6 13 0,0-5 0,-1 2 0,9 2 0,1-1 0,8 1 0,0 1 0,6-5 0,3-2 0,5-4 0,5-2 0,2-7 0,2 3 0,0-7 0,7 0 0,-3-4 0,0 4 0,4-5 0,-9 5 0,1-4 0,-5 0 0,-1 4 0,0-4 0,0 3 0,-7 5 0,5-8 0,-15 13 0,0-3 0,-13 3 0,-12 2 0,-2 0 0,4 0 0,-6 1 0,-1-1 0,3 0 0,0-2 0,3-3 0,1 1 0,5-7 0,7 0 0,-1-6 0,9 0 0,-3-10 0,12-7 0,3-8 0,16-17 0,2-2 0</inkml:trace>
  <inkml:trace contextRef="#ctx0" brushRef="#br0" timeOffset="5">28842 4814 8912,'17'-51'0,"0"7"0,-7 9 0,-5 12 0,-3 4 0,-5 10 0,-7 5 0,-7 8 0,-12 7 0,0 12 0,-5 4 0,-6 7 0,4 1 0,-5 5 0,13 0 0,-3 0 0,8-6 0,8 1 0,7-3 0,1-3 0,5 3 0,-6-7 0,10 4 0,4-6 0,9-4 0,10-2 0,2-2 0,3-3 0,-5 3 0,6-7 0,-8 3 0,5 4 0,-5-3 0,0 3 0,-8 2 0,-3 0 0,-4 1 0,-8 1 0,0 4 0,-8-2 0,-4 7 0,-16 1 0,-7 5 0,-11 1 0,1-1 0,-5 1 0,-2-7 0,1 1 0,-1-8 0,0 9 0,1-9 0,-1-5 0,0 1 0,1-7 0</inkml:trace>
  <inkml:trace contextRef="#ctx0" brushRef="#br0" timeOffset="6">27465 7084 8912,'0'-18'0,"0"-6"0,-2-3 0,-2-2 0,-1 0 0,-1 3 0,4-5 0,-4 1 0,-5-7 0,1 3 0,-3-6 0,-4 4 0,-4 1 0,-4 3 0,2 1 0,-6 6 0,-3 6 0,3 6 0,0 13 0,6 0 0,-4 4 0,3 7 0,1 10 0,4 19 0,-4 6 0,11 11 0,-9 10 0,15 8 0,3-3 0,1-1 0,2-2 0,2 0 0,3-1 0,12-7 0,5-1 0,6-9 0,-5-1 0,6-4 0,-2 2 0,3-8 0,-1-2 0,-16-9 0,10 1 0,-13-5 0,-1 2 0,-1-6 0,-12 2 0,-7-12 0,-1-3 0,-20-1 0,5 3 0</inkml:trace>
  <inkml:trace contextRef="#ctx0" brushRef="#br0" timeOffset="7">26742 7668 8912,'-7'-9'0,"-3"1"0,-7 0 0,7 4 0,5-7 0,12 5 0,10-5 0,10-3 0,6-1 0,7-2 0,0 0 0,8 0 0,-6-1 0,4 1 0,3-2 0,-3-2 0,4-2 0,-6 0 0,4 6 0,-8-2 0,-2-4 0,-9 4 0,-4-6 0,0 0 0,1-1 0</inkml:trace>
  <inkml:trace contextRef="#ctx0" brushRef="#br0" timeOffset="8">27499 7238 8912,'0'12'0,"0"-1"0,-1-7 0,-5 2 0,4 3 0,-6-5 0,8 8 0,0-9 0,0 13 0,0-5 0,0-3 0,0 7 0,2-7 0,4 3 0,5-5 0,5 2 0,1-3 0,0 1 0,2-6 0,2 0 0,2 0 0,6-8 0,-6-1 0,-2-3 0,-2 1 0,-2-8 0,0-2 0,1-8 0,-7 6 0,-1-5 0,-3-3 0,-1 4 0,-6-1 0,8 7 0,-6-4 0,3 8 0,-3-1 0,-2 9 0,0-6 0,0 13 0,0-4 0,0 12 0,0 3 0,0 8 0,2-5 0,4-1 0,-2-1 0,7 1 0,-5 3 0,3-7 0,-1 3 0,5-6 0,-9 3 0,6-5 0,-2 4 0,5-2 0,-2 7 0,-3-7 0,7 4 0,-5-8 0,1 5 0,1 1 0,-8 0 0,3-6 0,-7 0 0,0 0 0,0-8 0,0-3 0,0 1 0,0-1 0,0-3 0,6-1 0,0-2 0,-2 0 0,5 0 0,-7-1 0,13 9 0,-5-5 0,7 9 0,0-1 0,1 6 0,-1 0 0,0 0 0,0 6 0,0-1 0,1 7 0,-1-6 0,2 5 0,4-5 0,4-2 0,-1-2 0,7-2 0,-4 0 0,3 0 0,3-16 0,-1-3 0</inkml:trace>
  <inkml:trace contextRef="#ctx0" brushRef="#br0" timeOffset="9">28635 6705 8912,'-17'-7'0,"0"-3"0,0-7 0,-1 7 0,1 5 0,6 3 0,-1 2 0,8 7 0,-9 9 0,5 9 0,-1 1 0,5 5 0,-2 9 0,6-4 0,6 4 0,5-3 0,5-3 0,1 0 0,2 1 0,4-3 0,6-3 0,3-4 0,3-14 0,-1 1 0,-5-8 0,-1 1 0,3-5 0,0-7 0,-3-11 0,-3 1 0,0-23 0,2 4 0,7-16 0</inkml:trace>
  <inkml:trace contextRef="#ctx0" brushRef="#br0" timeOffset="10">29031 6275 8912,'-17'-9'0,"2"-1"0,3 5 0,2 3 0,5-4 0,3 6 0,-4 6 0,4 5 0,2 10 0,0 2 0,2 10 0,4-3 0,5 3 0,3 11 0,-3-10 0,4 4 0,-3-2 0,3 3 0,2 1 0,1 0 0,-1-8 0,-2-1 0,-3-2 0,-3-1 0,-3 7 0,-4-9 0,4-3 0,-5-11 0,-1 3 0,0-5 0</inkml:trace>
  <inkml:trace contextRef="#ctx0" brushRef="#br0" timeOffset="11">28979 6826 8912,'-26'0'0,"1"0"0,13-6 0,3-2 0,1-1 0,2 5 0,8-11 0,4 3 0,5-3 0,5-2 0,14-2 0,5-4 0,11 2 0,0-8 0,3 6 0,3-6 0,-6 8 0,0-2 0,-8 6 0,2 6 0,-5 3 0,-7 8 0,-9 0 0,-7 0 0,-8 10 0,1 7 0,-3 2 0,-2 10 0,0-8 0,0 5 0,0-5 0,0 2 0,0 0 0,0-5 0,-7 6 0,5-5 0,-4 4 0,4-4 0,2-1 0,0-9 0,0-1 0,0-12 0,0-7 0,0-9 0,0-14 0,0-2 0,0-4 0,0-4 0,0-2 0,-2 0 0,-4-2 0,-3 4 0,-8-1 0,-1 6 0,3-8 0,4 6 0,-5 7 0,7 5 0,-1-1 0,3 5 0,7 2 0,0 12 0,1 3 0,7 10 0,9 4 0,1 3 0,12 8 0,-7 1 0,8-3 0,-3-4 0,5 5 0,1-7 0</inkml:trace>
  <inkml:trace contextRef="#ctx0" brushRef="#br0" timeOffset="12">29702 6465 8912,'-17'17'0,"0"2"0,1 2 0,5 2 0,-4 7 0,13-5 0,-4 4 0,4-6 0,4-4 0,4-2 0,9-2 0,8-3 0,6-4 0,-4-8 0,1 0 0,3-8 0,5-4 0,-5-5 0,-2-4 0,-2-2 0,-2-5 0,-8 3 0,-4-2 0,-3 4 0,-8-6 0,-2 8 0,-4-1 0,-3-1 0,-10 2 0,-4 0 0,4 13 0,-6-13 0,8 15 0,1-1 0,5 1 0,-4 4 0,13-6 0,-4 8 0,12 0 0,11-7 0,10-3 0</inkml:trace>
  <inkml:trace contextRef="#ctx0" brushRef="#br0" timeOffset="13">30098 6327 8912,'-10'0'0,"3"0"0,9 2 0,3 4 0,-3-2 0,4 7 0,-2 0 0,0 7 0,1-1 0,7 0 0,-6 0 0,-1-5 0,-5-1 0,0-7 0,2 11 0,4-3 0,-4-5 0,6 9 0,-8-14 0,0-2 0,0-12 0,0-5 0,0-6 0,0 2 0,0-8 0,2 1 0,3-7 0,-3 9 0,13-5 0,-3 8 0,-1 0 0,7 6 0,-3 2 0,14 3 0,-6 5 0,5 7 0,3 0 0,1 13 0,3 4 0,-1 4 0,1 4 0,-7-4 0,1 8 0,-6-8 0,6 2 0,-7-4 0,7-2 0,-6-8 0,6-3 0,-1-12 0,7-3 0</inkml:trace>
  <inkml:trace contextRef="#ctx0" brushRef="#br0" timeOffset="14">27362 9284 8912,'-12'-13'0,"1"-2"0,-3-4 0,1-1 0,0-1 0,3-2 0,2-5 0,3-5 0,5-1 0,0 0 0,-2 1 0,-2 3 0,-2 1 0,2-2 0,3 6 0,1 3 0,0 2 0,0 11 0,0 3 0,0 14 0,0 9 0,0 15 0,0 9 0,1 6 0,5 1 0,2 6 0,3-9 0,5-3 0,-5-1 0,4-5 0,3-4 0,-1-3 0,0-6 0,0-4 0,0-4 0,1-3 0,-7-5 0,1-7 0,-1-3 0,6-7 0,0-7 0,1-10 0,-1 4 0,0-7 0,0 1 0,1-2 0,-1 3 0,0-1 0,0 10 0,0 6 0,1 3 0,-5 4 0,4 6 0,-3 0 0,8 0 0,-2 8 0,-3 3 0,2 5 0,0 1 0,0-2 0,-4-3 0,-1-5 0,3-7 0,0 0 0,0-7 0,-5-5 0,-1-11 0,-7-5 0,2-11 0,-4-1 0,-4-7 0,-4 1 0,-3 4 0,-9 2 0,-1 3 0,-4 3 0,4 7 0,-6 4 0,8 12 0,0-3 0,0 9 0,2 7 0,3 9 0,4 10 0,10 2 0,4-4 0,6-6 0,3-5 0,10 0 0,1 1 0</inkml:trace>
  <inkml:trace contextRef="#ctx0" brushRef="#br0" timeOffset="15">28050 8769 8912,'0'-18'0,"-6"1"0,1 0 0,-1 7 0,8 3 0,4 7 0,9 7 0,8 5 0,2 9 0,-2 2 0,-4 7 0,11-5 0,-7 6 0,-2-3 0,-2 1 0,-1 5 0,-1 1 0,-6-8 0,-1-3 0,-2 1 0,-3-6 0,-5 6 0,-7-15 0,-5-5 0,-9-5 0,-2-5 0,-2-7 0,2-11 0,4-3 0,-4-9 0,6-7 0,6-4 0,-3 2 0,8-1 0,1 4 0,5-4 0,0 6 0,0 1 0,0 8 0,7 5 0,5 8 0,3-1 0,10 9 0,2 1 0,9 8 0,4 0 0,-1 2 0,6 4 0,1-4 0,0 5 0,0-7 0,0 0 0,6 0 0</inkml:trace>
  <inkml:trace contextRef="#ctx0" brushRef="#br0" timeOffset="16">28687 8339 8912,'-10'-35'0,"-5"7"0,4-1 0,3 8 0,2-2 0,4 4 0,2 9 0,0 3 0,0 28 0,0 9 0,0 12 0,0 12 0,0-3 0,0 11 0,2-9 0,4-1 0,-2 1 0,7-13 0,-5 0 0,5-5 0,1-1 0,3-1 0,-1-5 0,-3-5 0,0-9 0,7-3 0,-1-7 0,0 2 0,0-6 0,1-6 0,-1-11 0,-8-10 0,-3-9 0,-4-5 0,-2 5 0,0-6 0</inkml:trace>
  <inkml:trace contextRef="#ctx0" brushRef="#br0" timeOffset="17">28704 8493 8912,'-17'0'0,"0"0"0,-1 0 0,7 0 0,-1 0 0,11 0 0,1 0 0,9-7 0,14-5 0,12-11 0,5 2 0,11-7 0,-1 1 0,13-4 0,2 3 0,2-1 0,2-5-1428,0-1 1428,7-7 0,-5-2 0,5-7 0</inkml:trace>
  <inkml:trace contextRef="#ctx0" brushRef="#br0" timeOffset="18">29840 7685 8912,'-19'-15'0,"-2"2"0,-2 3 0,2 2 0,2 3 0,1 5 0,1 2 0,0 3 0,5 15 0,1 14 0,0 10 0,1 7 0,4 7 0,-1 5 0,1 11 0,0-3 0,8 5 0,2-7 0,2 0 0,13-8 0,-2-4 0,6-13 0,0-9 0,-2-10 0,8-14 0,-1-3 0,12-10 0,2-4 0,2-5 0,-3-14 0,4-10 0,-4-3 0,3-12 0,-2-3 0,-4-1 0,-9-7 0,-5 2 0,-6-4 0,-9-4 0,-3 4 0,-6 4 0,-6 2 0,-5 5 0,-12 6 0,-6 6 0,-3 17 0,-3 6 0,1 11 0,-1 0 0,1 12 0,0 6 0,7 9 0,4 4 0,4 1 0,1 5 0,1-6 0,8 7 0,1-5 0,0 0 0,6-3 0,-11-6 0,7-1 0,-7 0 0,3 0 0</inkml:trace>
  <inkml:trace contextRef="#ctx0" brushRef="#br0" timeOffset="19">29599 8270 8912,'-27'0'0,"-13"0"0,19 6 0,-8-1 0,16 1 0,7-6 0,12 0 0,5-9 0,16-9 0,13-8 0,14-15 0,20-2 0,7-1-79,-39 19 0,0 0 0,44-19 0,-43 19 0,0 0 79,43-21 0,-43 20 0,0-1 0,43-19 0,-15 0 0,-6 14 0,-19 3 0,-6 4 0,-11 8 0,-12 8 0,-12 1 0,-10 8 0,-5 0 0,-1 6 0,-1-1 0,8 1 395,-11-6-395,13 0 0,-5 0 0,8 6 0,5 0 0,6-3 0,3 7 0,2 0 0</inkml:trace>
  <inkml:trace contextRef="#ctx0" brushRef="#br1" timeOffset="20">8467 12981 8912,'0'-27'0,"0"2"0,0 2 0,0 0 0,0 6 0,0 6 0,0-3 0,-2 1 0,-2 0 0,-2 1 0,0 6 0,5-3 0,-5 1 0,4-5 0,-4 1 0,-3 5 0,7-1 0,-6 8 0,8 2 0,-2 4 0,-4 5 0,3 10 0,-9 2 0,6 13 0,-5-1 0,1 11 0,-1 0 0,-3 3 0,9 3 0,-1-1 0,6-5 0,0-2 0,0-2 0,0-2 0,0-7 0,0-5 0,0-5 0,8-11 0,-1-3 0,9-5 0,1 2 0,-4-8 0,14-8 0,-6-9 0,2-4 0,6-9 0,-6-8 0,0-10 0,-6-1 0,0-3 0,0-9 0,-2 2 0,-3-2 0,-4 4 0,-8 9 0,0 4 0,0 6 0,-8 11 0,-4 6 0,-9 10 0,-2 4 0,1 1 0,-3 4 0,0 8 0,-4 2 0,4 7 0,8-3 0,2 7 0,3 0 0,-1 6 0,7 0 0,0 7 0,6-1 0,0 3 0,0 5 0,0 3 0,8-6 0,4 1 0,-3-3 0,3-9 0,-3 6 0,3-6 0,3-2 0,-4-10 0,-3 4 0,7-13 0,-3 4 0,-5-6 0,1-4 0,-2-3 0,0-3 0,-1-1 0,-5-12 0,0-2 0,0-2 0,0-2 0,0-5 0,0 0 0,0 1 0,0 4 0,0 5 0,-2 6 0,-3 1 0,3 0 0,-14 8 0,5 3 0,3 12 0,-7 11 0,5 13 0,1 8 0,-6 6 0,13 6 0,-4-2 0,4-2 0,2-2 0,2 1 0,4-6 0,5-9 0,4-1 0,3-12 0,5 2 0,0-13 0,0 0 0,1-16 0,5-7 0,4-10 0,1-13 0,-5 2 0,-3-8 0,-1-2 0,-9-1 0,-3-3 0,-5 2 0,1 4 0,-5 4 0,2 16 0,-12 3 0,-5 4 0,-5 9 0,-1 4 0,-2 5 0,-4 1 0,4 0 0,-6 1 0,8 5 0,0 6 0,7 3 0,-3 8 0,7 0 0,-6 5 0,7-5 0,-1 8 0,6-4 0,0-1 0,0 7 0,0-8 0,0 5 0,0-1 0,8-8 0,-5 2 0,7-10 0,-2-1 0,5-1 0,-11-1 0,6-3 0,-1-7 0,-5-7 0,4-5 0,-4-3 0,-2-4 0,0-4 0,0-4 0,0-1 0,-2-1 0,-2-2 0,-4 1 0,-1 1 0,5-3 0,-11 12 0,5-2 0,-7 10 0,-2 4 0,-4 8 0,4 18 0,-4 10 0,-2 12 0,2 12 0,2 0 0,9-1 0,7 1 0,3-3 0,6-3 0,5-6 0,8-3 0,12-11 0,-2-8 0,9-13 0,4-3 0,-3-17 0,10 0 0,-6-18 0,-3-3 0,-2-10 0,-3 2 0,-5-7 0,-5-1 0,-5 8 0,-7 4 0,-3 4 0,-10 3 0,-4 4 0,-9 5 0,-10 8 0,-2 5 0,-2 3 0,-11 10 0,-2 4 0,0 7 0,0 8 0,-4 8 0,8 9 0,5 2 0,7 0 0,10-1 0,5-5 0,3 4 0,10-11 0,4 0 0,7-4 0,8-4 0,6-10 0,2 5 0,-1-9 0,1 1 0,6-6 0,-1 0 0,0 0 0,1 0 0,-1-8 0,1-1 0</inkml:trace>
  <inkml:trace contextRef="#ctx0" brushRef="#br1" timeOffset="21">19016 6740 8912,'-21'-23'0,"3"-2"0,3 0 0,0 2 0,-2 10 0,-1 11 0,-1 11 0,-4 16 0,-5 10 0,-7 9 0,-5 11 0,-6 6 0,-4 6 0,5 0 0,1 11 0,1-1 0,5-5 0,10-9 0,5-4 0,3 1 0,11-22 0,1 10 0,16-37 0,1 4 0,9-15 0</inkml:trace>
  <inkml:trace contextRef="#ctx0" brushRef="#br1" timeOffset="22">18517 7427 8912,'36'-36'0,"4"-4"0,4-4 0,0-2 0,-6 2 0,-7 2 0,-6-4 0,-8 6 0,-6 0 0,1 6 0,-8-1 0,3 3 0,-9 1 0,-3 3 0,-5 12 0,-7-1 0,-2 12 0,-4 1 0,-6 8 0,-3 7 0,3 6 0,0 6 0,1 11 0,-1 5 0,2 5 0,2-2 0,2 3 0,8-4 0,2-1 0,1 2 0,8-6 0,-9 6 0,7-8 0,0-5 0,6 0 0,0-8 0,0 2 0,8-12 0,4-5 0,5-8 0,6-9 0,11-9 0,4-20 0,8-2 0,2-2 0,-6-1 0,6-9 0,-8 1 0,-2 1 0,-9-3 0,-8 9 0,-8-2 0,-7 2 0,-4 12 0,-6 11 0,-7 11 0,-8 12 0,-23 19 0,-4 14 0,-4 5 0,4 10 0,2-2 0,2 3 0,4 3 0,2 0 0,9-7 0,6-1 0,7-2 0,1-2 0,7-5 0,0-3 0,6-3 0,0-12 0,8-3 0,4-9 0,3 1 0,2-14 0,2-5 0,4-8 0,2-6 0,6-7 0,-5-1 0,-1 1 0,-2-6 0,-6 0 0,1 0 0,-7 3 0,-1-1 0,-3-2 0,-1 2 0,-6 9 0,0-3 0,0 13 0,0-4 0,-8 11 0,-3 7 0,-10 10 0,-2 7 0,-6 13 0,6 9 0,0 0 0,0 8 0,2-7 0,6-1 0,0 4 0,9-3 0,-5 1 0,5-13 0,2-2 0,2-2 0,4-4 0,4-3 0,3-5 0,9-7 0,-1 0 0,10-1 0,5-5 0,6-6 0,10-11 0,-10 2 0,6-7 0,-2-3 0,-2-1 0,-13 3 0,-4 2 0,-4 2 0,-9-3 0,-4 5 0,-4 0 0,-2 6 0,-8 2 0,-4 3 0,-5 8 0,-6 8 0,-9 8 0,-8 10 0,-1 5 0,7 8 0,0-1 0,-1 0 0,3 1 0,3-1 0,4 1 0,14-3 0,1-3 0,2-6 0,3-4 0,7-4 0,3-4 0,7-5 0,11-4 0,5-4 0,5-4 0,1-5 0,1-6 0,-1-6 0,-1-4 0,-5-7 0,5-1 0,-20 3 0,3 1 0,-7 3 0,-3-1 0,-6-4 0,0 5 0,-8-3 0,-3 8 0,-12 2 0,-6 10 0,-3 5 0,-3 4 0,1 4 0,-1 4 0,1 5 0,0 12 0,1 6 0,2 3 0,3 3 0,13-1 0,-3 1 0,7-7 0,-1 1 0,5-2 0,7 1 0,0-3 0,0-8 0,0-5 0,0-1 0,2-7 0,3 2 0,7-4 0,3-2 0,2-2 0,1-4 0,4-4 0,3-7 0,2 0 0,-4-6 0,4-2 0,-2-1 0,-2 3 0,-6-4 0,0 2 0,-2-4 0,-3 6 0,3 1 0,-13 12 0,2 2 0,-16 8 0,-7 10 0,-15 7 0,-1 10 0,1 13 0,0-2 0,1 8 0,4 0 0,6-2 0,4-4 0,2-4 0,6-7 0,-1 0 0,8-8 0,1 0 0,6-8 0,7-5 0,9-8 0,6-4 0,9-8 0,3-7 0,9-15 0,-6-2 0,6-5 0,-8 5 0,2-12 0,-11 8 0,-5 0 0,-8 6 0,-5-1 0,-3 1 0,-10 1 0,-4 5 0,-9 11 0,-10 11 0,-4 4 0,-7 2 0,0 10 0,-10 7 0,6 8 0,-4 9 0,2 0 0,3 3 0,3 3 0,11-4 0,8 4 0,2-9 0,9-3 0,0 1 0,10-8 0,6-6 0,7-5 0,12-4 0,-1-8 0,12-4 0,2-5 0,4-12 0,-5-6 0,-7-4 0,-5-1 0,-6 5 0,-12 1 0,-5-1 0,-4 2 0,-18 3 0,-7 6 0,-7 1 0,-10 8 0,-2 5 0,-2 8 0,-2 5 0,-6 16 0,2 4 0,5 3 0,-5 10 0,21 4 0,0 11 0,10 4 0,8 6 0,5-4 0,19-19 0,7-11 0</inkml:trace>
  <inkml:trace contextRef="#ctx0" brushRef="#br1" timeOffset="23">7451 9611 8912,'-17'-69'0,"0"2"0,2 6 0,3 12 0,6 12 0,5 12 0,-5 16 0,0 9 0,0 7 0,-1 28 0,-5 15 0,-3 22 0,6-23 0,1 3 0,-1 11 0,0 2 0,-3 13 0,0 5 0,2-19 0,1 3 0,-1 2-136,-1 11 1,0 2-1,0 3 1,3-12 0,-1 1-1,0 3 1,1 1 0,-1 10-1,1 2 1,0 2 0,1 1-1,0-13 1,1 0 0,0 2-1,1 1 1,0 0 0,0 6-1,0 1 1,1 0 0,0 1-1,1 0 136,-1 3 0,2 1 0,-1 0 0,1 0 0,-1 0 0,1 2 0,1 0 0,-1 0 0,1-1 0,0 0-245,0-2 0,1-1 0,0 0 0,1-1 0,-1 1 0,0-3 0,0 1 0,0-2 0,0 0 0,0-1 245,0 11 0,-1-1 0,1-2 0,1 0 0,0-3 0,1 0 0,0-2 0,0-1-410,1-7 0,0-1 1,0-1-1,0 0 410,-1-3 0,-1 1 0,1-2 0,1-4 0,1 9 0,1-4 0,-1-1 0,-2-4 0,0-2 0,0-1-112,0 25 0,-1-3 1,1-7-1,-2-3 112,1-10 0,-2-1 0,-1-6 0,-1-2 0,0-13 0,0-3 550,-1 28 0,4-33-550,6-19 0,5-12 0,12-15 1962,6-7-1962,3-23 0,1-41 0,-18 23 0,-1-5 0,-1-14 0,-2-5 0,-2-17 0,-2-5 0,-3 28 0,0-2 0,-1 0 0,0-3 0,-2-1 0,-1 0 0,-2-6 0</inkml:trace>
  <inkml:trace contextRef="#ctx0" brushRef="#br1" timeOffset="24">9499 8837 8912,'0'-59'0,"0"6"0,-2 9 0,-3 15 0,3 16 0,-6 13 0,0 30 0,-3 31 0,3-14 0,-1 4 0,-3 12 0,1 6 0,-2 18 0,-1 7 0,3-21 0,-1 2 0,1 2 0,-1 7 0,0 2 0,1 2-424,2-13 0,0 2 0,0 1 0,2 2 0,-1 7 0,2 1 0,0 2 0,1 2 424,1-12 0,0 0 0,0 2 0,1 0 0,1 1 0,-1 3 0,0 0 0,1 1 0,1 0 0,0 1 0,1 1 0,1 0 0,0 1 0,1 0 0,0-1-227,0-2 0,2-1 0,-1 1 0,1-1 1,0-1-1,0-1 0,0-1 0,0 0 0,1 0 1,1-1 226,2-2 0,1 0 0,1-1 0,0 0 0,-1-2-100,1 15 0,-1 0 0,0-3 1,1-1-1,0-7 0,1-2 1,0-1-1,-1-2 0,1 14 0,0-2 1,0-3 99,-2-7 0,1-3 0,-1-2 0,4 21 0,-3-3-123,-4-7 1,0-2 0,1-5-1,1-1 123,-2-1 0,0-1 0,-2-6 0,-1-2 0,1-2 0,0 0 0,-1-7 0,0-1 603,-1-7 0,1-1-603,3 34 0,2-25 0,3-22 1040,4-20 0,10-30-1040,4-20 0,3-37 0,-11 13 0,-1-6 0,0-18 0,-2-4-98,-6 22 1,-2-2 0,0-2 97,0-8 0,-1-3 0,-1 0 0,1-3 0,-1-1 0,0-1 0,1-4 0</inkml:trace>
  <inkml:trace contextRef="#ctx0" brushRef="#br1" timeOffset="25">11874 8407 8912,'-25'2'0,"-4"4"0,5 0 0,3 11 0,7 8 0,8 5 0,5 12 0,1 12 0,1 15 0,5 15 0,0-35 0,0 3 0,0 6 0,1 2 0,0 16 0,-1 3 0,0 9 0,0 2 0,-2-25 0,-1 2 0,1 1 0,2 11 0,0 2 0,0 2 0,-1 6 0,1 1 0,0 2-1063,-2-17 0,0 1 0,0 1 0,1 1 1063,1 6 0,0 2 0,0 0 0,1 2 0,0 4 0,-1 1 0,1 1 0,2-1 0,0 3 0,1 0 0,1 1 0,1-2 0,0 0 0,0-2 0,1 1 0,1-1-176,0-3 0,1 0 0,0 0 0,0-1 0,1-2 0,0 1 0,0-2 0,0 1 176,0-4 0,0 1 0,0-1 0,-1-1 0,-2-2 0,0-1 0,0 0 0,-1-2-40,4 18 1,0-1 0,-2-2 0,-1-4-1,-2-1 1,-2-2 0,-4-12 0,-1-2-1,0-1 1,0-3 0,-1 0 0,0-1-1,1 27 1,-1-2 39,0-5 0,-2-2 0,1-9 0,-2-3 0,-2-8 0,-2-2 0,2-9 0,-1-3 0,-3 34 0,6-23 0,0-19 0,0-21 0,15-38 0,8-27 0,8-25 0,-14 13 0,-2-6 0,-1-14 0,1-3 0,5 0 0,0 0 0,-2-6 0,0 0 0</inkml:trace>
  <inkml:trace contextRef="#ctx0" brushRef="#br1" timeOffset="26">15419 6430 8912,'-17'-51'0,"7"3"0,4 8 0,5 7 0,1 16 0,7 25 0,5 15 0,-5 36 0,-1 33 0,-5-30 0,0 5 0,-1 19 0,0 4 0,0-21 0,-1 3 0,0 1-608,0 11 1,-1 2 0,-1 4-1,1-12 1,0 3 0,0 2-1,-1 2 608,0-7 0,-1 3 0,1 1 0,-1 1 0,1 0 0,-1-1 0,1 0 0</inkml:trace>
  <inkml:trace contextRef="#ctx0" brushRef="#br1" timeOffset="27">15385 9319 2192,'3'79'0,"0"1"0,1-1 0,-1 1 0,1-1 0,0 1 0,1 1 0,0 0 0,0-1 0,1-1 0,0 14 0,0-2 0,0 0 0,0-1 0,1-2 0,1 0 0,-1 0 0,0-2 0,-1-6 0,0-1 0,0-1 0,-1 0 0,2 19 0,-1 0 0,0-3 0,0-4 0,0-1 0,-1-2 0,1-6 0,-1-2 0,0 0 0,-1-4 0,0 0 0,-1-2 0,0-4 0,0-2 0,-1 0 225,-2 28 1,0-1 0,0-10 0,0-2-226,0-3 0,0-3 0,0-9 0,0-2 476,0-9 0,0-4 0,0 29-476,0-18 0,7-31 0,11-22 0,10-27 0,11-39 0,-17 9 0,-2-7 0,1-10 0,-2-4 0,-1-9 0,0-3 0,5-7 0,0-1 0,-5-3 0,0 0 0</inkml:trace>
  <inkml:trace contextRef="#ctx0" brushRef="#br1" timeOffset="28">17914 5949 8912,'0'-12'0,"0"1"0,0-1 0,0 5 0,2 11 0,4 20 0,5 26 0,-3 40 0,-4-24 0,0 7 0,-4 21 0,0 7-374,0-19 1,0 2-1,0-7 1,-4-5 0,0-5-1,-1 2 1,0 0 0</inkml:trace>
  <inkml:trace contextRef="#ctx0" brushRef="#br1" timeOffset="29">17880 7788 4458,'-4'84'0,"-1"-1"0,1 0 0,0 0 0,-1-2 0,0 0 0,1 0 0,-2 1 0,1 3 0,-1 2 0,0-1 0,1 0 0,0-6 0,2 0 0,-1-1 0,0 1-586,-1-1 0,-2 1 0,1-1 0,1-2 586,2 12 0,2-2 0,-2-2 0,-3-2 0,0-2 0,0-4 0,4 16 0,1-4 0,-2-9 0,0-2 0,1-9 0,0-4 0,1-8 0,0-3 0,1 34 1174,0-20-1174,0-14 0,6-14 1018,0-11-1018,7-12 0,-3-23 0,7-23 0,-8-22 0,7-27 0,-7-8 0</inkml:trace>
  <inkml:trace contextRef="#ctx0" brushRef="#br1" timeOffset="30">19945 5020 8912,'-44'37'0,"9"3"0,13-12 0,10 16 0,6 14 0,4 14 0,2 26 0,0-44 0,0 3 0,0 5 0,0 2 0,1 6 0,-2 3 0,-2 5 0,-1 2 0,-2 11 0,0 2-1166,1-29 0,0 1 0,0 1 1166,-1 1 0,1 0 0,-1 1 0,0 4 0,0 0 0,1 0 0,-1 0 0,0 0 0,0 0 0,0-1 0,0 0 0,-1-1 0,0-3 0,-1-1 0,0 0 0,-1 24 0,-1-1 0,-1-3 0,1-2-294,3-4 0,1-3 294,1-10 0,2-2 0,3-10 0,0-3-19,0 28 1,0-11 18,0-18 0,8-13 0,3-7 0,5-10 0,1-8 0,2-14 0,6-7 0,9-9 0,8-31 0,2-30 0,-15 30 0,0-2 0,-3-5 0,1-1 0</inkml:trace>
  <inkml:trace contextRef="#ctx0" brushRef="#br1" timeOffset="31">21063 4711 8912,'-5'-29'0,"-3"3"0,-2 1 0,7 2 0,-3 6 0,4 7 0,2 20 0,0 22 0,0 22 0,-10 33 0,3-29 0,-3 5 0,-1 13 0,-3 4 0,3-16 0,-1 2 0,-1 1 0,0 8 0,0 1 0,-1 2 0,-1 7 0,0 1 0,-1 1-1131,0 5 0,-1 2 1,0-1 1130,4-21 0,0 1 0,0-1 0,1 0 0,-4 16 0,2-1 0,0-1 0,0-3 0,2-2 0,-1 0 0,3-5 0,0 0 0,0-3 0,0-6 0,-1-1 0,1-2-660,-2 26 0,1-2 660,-1-7 0,1-4 0,6-11 0,1-4-25,1-6 1,0-3-1,1 39 1,2-16 24,0-5 0,8-6 0,1-36 0,5 5 0,3-23 0,4 1 0</inkml:trace>
  <inkml:trace contextRef="#ctx0" brushRef="#br1" timeOffset="32">8002 16076 8912,'0'-12'0,"0"1"0,0-3 0,0-1 0,0-2 0,0 0 0,0-1 0,0 1 0,0 0 0,0 0 0,0 0 0,0-1 0,0 1 0,0 0 0,-2 6 0,-4-1 0,4 8 0,-5-1 0,7 12 0,0 10 0,6 12 0,-1 17 0,9 7 0,-3 16 0,4 8 0,3-1 0,-1 4 0,0-5 0,0-5 0,8 1 0,2-6 0,2-13 0,-1-12 0,-1-10 0,4-14 0,-3-5 0,1-3 0,5-16 0,1-3 0,-1-18 0,1-5 0,5-12 0,-2 0 0,-5-4 0,-7-1 0,-16-1 0,-4 0 0,-12-7 0,-4-2 0</inkml:trace>
  <inkml:trace contextRef="#ctx0" brushRef="#br1" timeOffset="33">8140 16230 8912,'-8'10'0,"6"-2"0,-13-8 0,13 0 0,-2-2 0,16-4 0,-1-4 0,22-9 0,-5-4 0,5 2 0,1-7 0,2-1 0,3-4 0,1 5 0,-2-3 0,-9 6 0,-8 1 0,-8-1 0,-5-6 0,-8 4 0</inkml:trace>
  <inkml:trace contextRef="#ctx0" brushRef="#br1" timeOffset="34">8019 16024 8912,'-17'0'0,"0"0"0,2-8 0,3-3 0,4-4 0,8-3 0,8-1 0,4-4 0,10-3 0,7-9 0,11 1 0,6-1 0,4 3 0,2 3 0,5-3 0,0 3 0,8 4 0,-11 1 0,3 6 0,4 1 0,1 0 0</inkml:trace>
  <inkml:trace contextRef="#ctx0" brushRef="#br1" timeOffset="35">8828 15869 8912,'0'10'0,"0"7"0,0 0 0,0 10 0,0 7 0,0 6 0,0 4 0,0 16 0,2 1 0,4 0 0,-2 4 0,7-8 0,0-1 0,5-11 0,-3-4 0,-1-5 0,-1-2 0,6-15 0,-7-19 0,-2-19 0</inkml:trace>
  <inkml:trace contextRef="#ctx0" brushRef="#br1" timeOffset="36">8776 16076 8912,'-17'-18'0,"8"1"0,3 0 0,4 6 0,2-1 0,2 1 0,4 1 0,3-5 0,8 7 0,3-5 0,2 1 0,-2 8 0,3-1 0,-4 3 0,-2 2 0,0 2 0,0 3 0,1 5 0,-1 7 0,-8 0 0,5 1 0,-9-1 0,-1 0 0,6 0 0,-8 6 0,3 0 0,-3-2 0,0 4 0,4-2 0,-4 7 0,4-1 0,-4-4 0,-4 0 0,-4-8 0,-4 0 0,-7 0 0</inkml:trace>
  <inkml:trace contextRef="#ctx0" brushRef="#br1" timeOffset="37">9275 16110 8912,'0'17'0,"0"0"0,0 1 0,6-1 0,0 2 0,-2 2 0,-2 2 0,-2 7 0,5-9 0,1 6 0,-2-2 0,-2-2 0,-2-6 0,0-7 0,0 5 0,0-6 0</inkml:trace>
  <inkml:trace contextRef="#ctx0" brushRef="#br1" timeOffset="38">9224 15835 8912,'-17'-8'0,"1"4"0,5-7 0,3 7 0,8-4 0,10 14 0,7 0 0,8 5 0,11-5 0,4-2 0,-3-2 0,12-2 0,-5 0 0</inkml:trace>
  <inkml:trace contextRef="#ctx0" brushRef="#br1" timeOffset="39">9620 15904 8912,'-18'17'0,"-1"0"0,-4 0 0,6 6 0,0 0 0,-8 8 0,21-5 0,-7 9 0,1-3 0,5-3 0,-1-2 0,8-8 0,3-2 0,5 2 0,7-13 0,0-4 0,1-6 0,-1 2 0,0-15 0,0 1 0,0-5 0,1-1 0,-3 4 0,-2 1 0,-1 0 0,-8 0 0,11 7 0,-6-3 0,9 7 0,-7 2 0,1 12 0,1 9 0,0 2 0,1 12 0,-5 3 0,-1 4 0,5 10 0,-11-6 0,4 6 0,-4-2 0,-2 0 0,0-4 0,0-6 0,0-5 0,0-10 0,-8-4 0,-3-12 0,-4-10 0,-3-12 0,1-10 0</inkml:trace>
  <inkml:trace contextRef="#ctx0" brushRef="#br1" timeOffset="40">9912 15938 8912,'12'0'0,"-1"0"0,-7 0 0,6 0 0,-5 0 0,5 2 0,7 4 0,0 3 0,0 8 0,1 1 0,5 1 0,-2 2 0,-4 4 0,-4 1 0,-3 1 0,1 2 0,-3 7 0,-8-7 0,0 5 0,0-11 0,0 0 0,0-6 0,0 0 0,0-7 0,0-4 0,0-12 0,0-6 0,8-12 0,3-11 0,4-1 0,3-10 0,4 8 0,1-2 0,0 0 0,-4 3 0,4 5 0,-3 7 0,3-2 0,-4 2 0,-2 4 0,0 2 0,-2 8 0,-1 1 0,-3 3 0,-7-7 0,11 12 0,-13-5 0,6 9 0,-8 3 0,0 5 0,-6 9 0,0 2 0,3 2 0,-5 6 0,2-6 0,0-2 0,-1-2 0,5 5 0,-6-4 0,8 2 0,0-2 0,0-11 0,8-1 0,1-8 0,9-2 0,-1-4 0,0-3 0,0-11 0,2-1 0,4-1 0,-4-9 0,8 10 0,-6-6 0,2 2 0,0 2 0,-8 6 0,-1 2 0,-3 4 0,-7 3 0,4 0 0,-6 6 0,3-3 0,-3 5 0,6 3 0,0 3 0,-6 8 0,11-5 0,-5 8 0,1 2 0,5 4 0,1-2 0,2 6 0,0-2 0,0 5 0,1-3 0,-3 8 0,-4-1 0,12 0 0,-17 1 0,9-3 0,-5-3 0,3 3 0,-9-11 0,6 6 0,-3-2 0,-1-2 0,0-6 0,2-2 0,1-3 0,-5-5 0,11-7 0,-5-7 0,7-3 0</inkml:trace>
  <inkml:trace contextRef="#ctx0" brushRef="#br1" timeOffset="41">10910 15990 8912,'-23'11'0,"0"-1"0,0-3 0,1-3 0,-1-4 0,2-6 0,3 3 0,7-9 0,5-1 0,4-8 0,2-4 0,2-2 0,4-3 0,9 3 0,8 0 0,0 2 0,2 4 0,-4-2 0,6 4 0,-2 6 0,-4 3 0,-2 5 0,-2 5 0,0 0 0,0 1 0,1 5 0,-3 6 0,-4 3 0,5 2 0,-14 0 0,3 2 0,-3 4 0,-2-4 0,0 6 0,0-6 0,0 4 0,-7-4 0,-5 4 0,-3-2 0,-2 2 0,-1-4 0,-5 12 0,-1-8 0,-3-2 0,6-2 0,-10-4 0,8-3 0,2-7 0,10-10 0,-5-20 0,7-11 0</inkml:trace>
  <inkml:trace contextRef="#ctx0" brushRef="#br1" timeOffset="42">11289 15044 8912,'-8'-32'0,"-3"3"0,-5 4 0,7 15 0,1 7 0,8 16 0,0 18 0,0 16 0,0 14 0,0 14 0,6 5 0,2 10 0,1 2 0,5-3 0,1-1 0,4-9 0,2-7 0,2-7 0,0-6 0,-6-15 0,-2-5 0,-3-9 0,-4-13 0,-8-9 0,-2-8 0,-4 0 0,-6-2 0,-3-6 0,-4-7 0,-4-6 0,4-9 0,-6-5 0,10-11 0,3-3 0,5 5 0,7-2 0,0 12 0,0-3 0,0 14 0,0 0 0,9 16 0,8 7 0,8 9 0,10 14 0,7 4 0,4 7 0,3 1 0,3-1 0,0 0 0,1-7 0,5-4 0,-5-4 0,4-2 0,5-15 0,-1-4 0</inkml:trace>
  <inkml:trace contextRef="#ctx0" brushRef="#br1" timeOffset="43">8673 13015 8912,'-7'17'0,"-5"1"0,-3-3 0,-2-4 0,-1-5 0,7-4 0,1 0 0,3 4 0,-7-4 0,12 5 0,-5-7 0,7 0 0,0 0 0,7 0 0,-5 0 0,6 0 0,-6 0 0,4 0 0,-5 0 0,9 0 0,-4 0 0,5 0 0,-3 0 0,7 0 0,-3 0 0,3 0 0,2 0 0,2 0 0,2 0 0,2 0 0,8-7 0,-2-5 0,11-3 0,6-2 0,3-1 0,11-6 0,3-5 0,4-4 0,13-9 0,2-2 0,0-1 0,2-1-89,-41 20 0,-1-2 1,1 1-1,0-1 1,0-2-1,0 1 89,-1 2 0,2 0 0,2-1 0,1 1 0,-2 5 0,0 2 0,2-3 0,0 0 0,41-17 0,-39 18 0,-1 0 0,25-14 0,9-5 0,-3 3 0,1-2 0,-34 19 0,2-2 0,1-3 0,1-1 0,1-2 0,-1 0 0,5 3 0,-2-1 0,-8-6 0,-1-1 0,5 2 0,0 1 0,1-2 0,-1-1 0,2 0 0,0-1 0</inkml:trace>
  <inkml:trace contextRef="#ctx0" brushRef="#br1" timeOffset="44">11254 11709 8912,'56'-32'0,"-1"0"0,3 1 0,-1-1 0,-1 1 0,-1-1 0,0 1 0,-1-1-98,-5 1 1,0-1 0,3 2 0,1-1 0,-3 0 0,1-1 0,1 2 0,1 1 97,3-1 0,1 1 0,-2-1 0,-1-1 0,1-3 0,-1-1-215,-1 0 0,-1 1 0,-2 2 1,0 1 214,1-1 0,1 1 0,4 0 0,3-1 0,4-6 0,2-1 0,2 0 0,-1-2 0,-1 0 0,-1-2 0,-2 0 0,0 0 0,-3 0 0,0 0 0,3 3 0,1 2 0,-3 0 0,0 1 0,1 4 0,-1 1 0,-4 1 0,-1-1 0,-6 4 0,-1 1 0,0 0 0,0 1 0,-3 2 0,1 2 0,3-2 0,0 0 0,-2 3 0,0 0 0,2-4 0,-1 0 0,38-21 0,-40 23 0,0-1 0,36-26 0,-40 25 0,0-2 0,-1 0 0,1-1 0</inkml:trace>
  <inkml:trace contextRef="#ctx0" brushRef="#br1" timeOffset="45">14851 9577 8912,'77'-44'0,"-35"15"0,2 0 0,44-11 0,-42 14 0,1-1 0,-1 0 0,0 0 0,0 0 0,0-1-154,0-1 0,0 1 0,-1-1 0,1 0 0,0 0 0,0 1 154,-1 0 0,0 1 0,3 3 0,0 2 0,-4-3 0,0 0 0,2 2 0,-1 0 0,39-25 0,-9 3 0,0 1 0,-12 5 0,4-1 0,9 0 0,8 0 0,-38 19 0,0 0 0,-1-1 0,0 0 0,-1 0 0,0-2 0,-2-2 0,0-1 0,0-1 0,0-2 0,1-1 0,0-1 0,1 3 0,2-1 0,6-3 0,1 1-139,2 3 1,-1 1-1,-6 0 1,0 0 138,-2 5 0,0 1 0,36-20 0,-17 9 0,-10 4 0,-11-1 110,2 7-110,0-8 0,9 10 0,-3-7 0,4 7 0,-11-4 0,5 0 0,-4 4 0,0-6 0,0 1 0,-2-1 0,6-2 0,-14-5 0,4-1 0,-9 7 0,-3-1 0,3-1 0,1-3 0</inkml:trace>
  <inkml:trace contextRef="#ctx0" brushRef="#br1" timeOffset="46">18534 7445 8912,'17'-10'0,"0"-5"0,0 5 0,-7 1 0,3-1 0,-7 4 0,0 4 0,-6-5 0,0 7 0,0 0 0,7 0 0,-5 0 0,6 0 0,-8 0 0,2 0 0,4 0 0,-4 0 0,5-2 0,-7-4 0,0 4 0,0-5 0,0 7 0,0-2 0,0-4 0,0 4 0,0-6 0,0 8 0,0 0 0,0-7 0,0 5 0,0-4 0,0 12 0,-7 3 0,-3 9 0</inkml:trace>
  <inkml:trace contextRef="#ctx0" brushRef="#br2" timeOffset="47">17587 10144 8912,'0'17'0,"0"0"0,0-7 0,-7-2 0,-5-8 0,-3 0 0,-2 0 0,5 0 0,1 0 0,-1 0 0,-5 0 0,0 0 0,7 7 0,1-5 0,3 4 0,4-4 0,-6-2 0,10 0 0,4 0 0,4 0 0,1-6 0,1 0 0,-1 1 0,6 5 0,0 0 0,1 0 0,-1 0 0,6 0 0,0 0 0,0 0 0,-6 0 0,8-6 0,3 0 0,7 2 0,5 2 0,0-3 0,12-1 0,-3-7 0,15 1 0,4-3 0,7-2 0,0-1 0,-7 1 0,1 0 0,0 0-641,0 0 641,0-1 0,0 1 0,-1 0 0,1 0 0,8 2 0,1 1-120,1 3 0,-9-1 120,-7-5 0,-7 6 0,3 1 0,0 2 0,-5-5 0,7 11 0,-4-4 0,7 4 0,2 2 0,3 0 0,-2 0 0,-4 0 0,4 0 0,-11 0 0,7 0 0,0 6 0,6 0 0,0 2 0,-1-3 0,1-3 0,2 4 0,4-4 0,-12-2 0,0 0 0,-15 0 0,-1 0 0,-6 0 0,4 0 0,-3 0 0,2 2 0,4 2 0,2 1 0,9 1 0,2-6 0,8 0 0,-2 0 0,-4 0 0,4 0 0,-6 0 0,1 0 0,4-8 0,-6 5 0,5-7 0,-2 2 0,8-5 0,-3 11 0,1-6 156,-9 1 0,-5 5 0,0-6 1,3 3-157,-3-1 0,-1-8 0,-1 13 0,3-7 0,1 0 0,16-1 0,-12-3 0,8 1 0,-2 5 0,-10-4 0,-1 3 0,-3-7 0,-9 11 85,-4-9 0,-5 3 1,-5-3-86,-1 6 0,0-3 0,-3-1 0,-1-7 0</inkml:trace>
  <inkml:trace contextRef="#ctx0" brushRef="#br2" timeOffset="48">23163 9611 8912,'36'-8'0,"4"-3"0,2-4 0,4-3 0,4 9 0,-14-6 0,5 3 0,-5-3 0,6-2 0,-6-1 0,2 1 0,-5 2 0,-4 3 0,-1-3 0,7 4 0,-1-5 0,-7-1 0,4 6 0,-7-1 0,3-1 0,2-2 0,0-3 0,-1 1 0,3 0 0,7 0 0,4-2 0,0-2 0,0-2 0,6 0 0,-6 6 0,6-2 0,-2-4 0,0 4 0,-2-6 0,-2 8 0,0-1 0,-6-6 0,8 3 0,-6-6 0,3 2 0,-1-4 0,-6 6 0,0-5 0,1 5 0,-1-8 0,-1 5 0,-3-1 0,-1 4 0,-8 4 0,12-4 0,-7 0 0,1 2 0,-2 2 0,-2 2 0,2-1 0,2 1 0,-6 0 0,3 0 0,-6 0 0,-1-1 0,0 1 0,-2 0 0,-3 0 0,3 7 0,-11-5 0,7 4 0,-7 3 0,6-5 0,-4 7 0,-4 0 0,5 6 0,-7 0 0,0 0 0,-7 0 0,-3 6 0,-7 0 0,0-1 0,-1-5 0,-7 8 0,-1 1 0</inkml:trace>
  <inkml:trace contextRef="#ctx0" brushRef="#br2" timeOffset="49">25176 8064 8912,'10'-41'0,"-3"1"0,1 2 0,2 9 0,11 10 0,6 8 0,7-1 0,2 3 0,1-4 0,-3 7 0,0 2 0,1 2 0,-1 10 0,-1 3 0,-5 4 0,5 10 0,-6 2 0,7 9 0,1 4 0,-3 4 0,-1 8 0,-5 0 0,-1-1 0,-2 1 0,-6-1 0,1 1 0,-9-6 0,-3 0 0,-6-1 0,-6 7 0,-11 7 0,-12 4 0,-17 4-410,-5 2 1,-20-8-1,0-2 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6T02:53:24.0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11478 3404 8912,'-7'-17'0,"-3"0"0,-7 0 0,5 7 0,3 6 0,1 10 0,4 11 0,2 12 0,2 9 0,0 8 0,-5 11 0,-1 6 0,2 4 0,-4 4 0,3 1 0,-1 3 0,-2-2 0,6-5 0,-3-5 0,3-5 0,2-9 0,0-9 0,-8-7 0,-1-16 0</inkml:trace>
  <inkml:trace contextRef="#ctx0" brushRef="#br0" timeOffset="1">11667 2029 8912,'-11'7'0,"0"5"0,-3 3 0,5-5 0,-3-5 0,1-3 0,-7-2 0,1 0 0,0 0 0,-2 0 0,-2 0 0,-2 0 0,-8 2 0,3 2 0,-5 2 0,-3 0 0,-2-6 0,-3 0 0,1 0 0,6 0 0,5 0 0,2-2 0,3-4 0,1-4 0,7-7 0,5-2 0,5-4 0,4-2 0,4-5 0,6 1 0,9-1 0,8-11 0,11 3 0,4-8 0,-1 2 0,6-1 0,-1 3 0,2 7 0,-6 1 0,-3-1 0,-5 3 0,-3 3 0,-10 4 0,-7 8 0,-16 0 0,2 7 0,-17 5 0,-4 3 0,4 2 0,-6 0 0,8 0 0,-1 0 0,1 7 0,6-3 0,-1 8 0,6 1 0,-5 10 0,7-2 0,-2 10 0,5 5 0,8 6 0,5 10 0,3-1 0,4 1 0,4-1 0,-2 1 0,8-1 0,1 1 0,-5-8 0,8 4 0,-5-8 0,5-2 0,-6-2 0,1-3 0,-10-5 0,3-3 0,-10-8 0,4-7 0,3-2 0</inkml:trace>
  <inkml:trace contextRef="#ctx0" brushRef="#br0" timeOffset="2">12373 1565 8912,'-11'-12'0,"-1"1"0,1-1 0,-1 3 0,1 5 0,-3 8 0,7 7 0,1 12 0,4 6 0,-4 3 0,1 4 0,1 3 0,2 1 0,2 6 0,0-4 0,0 2 0,0-6 0,2 0 0,3-7 0,-3-7 0,4-6 0,-4-1 0,-2-8 0,0-5 0,0-15 0,0-3 0,0-14 0,0-3 0,0-1 0,0-10 0,0 3 0,0-6 0,0 1 0,0-2 0,0 4 0,0 7 0,0 1 0,0 0 0,0 1 0,0 4 0,2 10 0,4 8 0,-1 7 0,11-2 0,3 4 0,4 18 0,-2 7 0,4 7 0,1 5 0,-5 7 0,4-4 0,-8 6 0,1-2 0,-1-2 0,0 0 0,-2-2 0,-3-5 0,3 1 0,-11-15 0,7 4 0,-7-10 0,2-1 0,-4-12 0,-2-6 0,0-5 0,0-18 0,0-1 0,6-5 0,-1-5 0,1-4 0,-6-7 0,8-1 0,-6 6 0,3 2 0,-3 2 0,4 8 0,0 7 0,-2 2 0,-1 10 0,3 9 0,-4 6 0,4 6 0,2 5 0,-3 12 0,9-2 0,-3 8 0,-1 0 0,1 5 0,-1 0 0,1 1 0,4-3 0,-3-3 0,-2-4 0,1-8 0,-5 0 0,3 0 0,1-1 0,-1-5 0,3-3 0,5-8 0,0-2 0,1-4 0,-3-4 0,-2-9 0,-1-4 0,-1 4 0,4-13 0,-3 3 0,1 2 0,-7-1 0,5 5 0,-5-4 0,0 2 0,2 4 0,-6 8 0,3 1 0,-3 9 0,4 3 0,0 11 0,-1 12 0,-5 6 0,6 3 0,0 4 0,0 3 0,1 1 0,-3 2 0,8-2 0,-3-4 0,3 4 0,3-11 0,-4-6 0,5-4 0,1-2 0,0-7 0,0-5 0,0-3 0,1-2 0,-1-13 0,0-6 0,0-6 0,-1-4 0,-5 3 0,4-7 0,-3 5 0,-5-13 0,7 5 0,-8-4 0,-3 4 0,-1 9 0,-2-4 0,0 9 0,0 0 0,0 11 0,0 3 0,0 24 0,0 5 0,0 4 0,0 7 0,0-11 0,0 8 0,2-8 0,4 2 0,-4-4 0,6-2 0,-1 0 0,-5 0 0,8-1 0,-6-3 0,1-2 0,1-7 0,0 6 0,-1-4 0,9-5 0,-3 5 0,5-4 0,-7-2 0,6 0 0,-3 0 0,3 0 0,2 0 0,1 0 0</inkml:trace>
  <inkml:trace contextRef="#ctx0" brushRef="#br0" timeOffset="3">13646 1238 8912,'0'-12'0,"0"1"0,-1 0 0,-5 1 0,4 2 0,-6 10 0,8 6 0,0 11 0,0 13 0,0 12 0,2 16 0,2 6 0,2 7 0,7 9 0,-1-3 0,5-3 0,6-7 0,4 0 0,7-31 0,-2-6 0,-3-15 0,4-17 0,-7-9 0</inkml:trace>
  <inkml:trace contextRef="#ctx0" brushRef="#br0" timeOffset="4">13991 1066 8912,'0'-17'0,"0"0"0,0-1 0,0 11 0,0 9 0,0 13 0,0 12 0,-8 13 0,6 6 0,-4 11 0,4 6 0,-3 4 0,-1 2 0,2-1 0,2 1 0,2-8 0,8-1 0,3-9 0,5-1 0,1-4 0,0-12 0,0-11 0,0-12 0,1-3 0,-1-8 0,-8-15 0,1 3 0,-6-13 0,2 1 0,1-3 0,-3-6 0,2 3 0,-2 1 0,5 1 0,-7 1 0,4 4 0,1 10 0,-1 1 0,8 8 0,-5-3 0,3 14 0,-1 5 0,-5 11 0,5 5 0,-1-1 0,3 2 0,-1-1 0,1-1 0,2-2 0,3-8 0,-1 0 0,0 0 0,2-7 0,4-4 0,-4-12 0,6-4 0</inkml:trace>
  <inkml:trace contextRef="#ctx0" brushRef="#br0" timeOffset="5">14472 928 8912,'-19'33'0,"-4"-4"0,-3-3 0,-9-3 0,1 4 0,-1 7 0,9 1 0,3-1 0,4-1 0,3-3 0,5-3 0,5-2 0,14-8 0,9-6 0,4-7 0,13 2 0,-1-6 0,11-6 0,-2-5 0,-8-6 0,-7-4 0,-2-2 0,-10 0 0,-9 6 0,2-1 0,-3 1 0,-7 0 0,-9 0 0,-12 7 0,-6 4 0,-9 12 0,-2 6 0,-10 3 0,1 4 0,-7 4 0,6 4 0,1-1 0,12 15 0,-5-5 0</inkml:trace>
  <inkml:trace contextRef="#ctx0" brushRef="#br0" timeOffset="6">13853 1702 8912,'-44'52'0,"4"-12"0,11-13 0,6-16 0,12-3 0,3-12 0,12-6 0,7-9 0,12-6 0,8-3 0,11-9 0,4-3 0,-2 4 0,2-4 0,-2 4 0,4 3 0,-3 4 0,-6-3 0,10 11 0,-3-8 0,4 1 0,2-7 0</inkml:trace>
  <inkml:trace contextRef="#ctx0" brushRef="#br0" timeOffset="7">14799 1272 8912,'0'17'0,"0"1"0,0-1 0,0 2 0,-1 4 0,-5 6 0,-2 3 0,-3 2 0,-5 3 0,5 3 0,3 4 0,1 7 0,1 1 0,0 0 0,0-9 0,6 7 0,0-4 0,0-4 0,0-2 0,0-9 0,0-5 0,0-1 0,0-2 0,0-13 0,8-3 0,-6-7 0,6 0 0</inkml:trace>
  <inkml:trace contextRef="#ctx0" brushRef="#br0" timeOffset="8">14576 1393 8912,'-12'-6'0,"3"-2"0,1-1 0,2 3 0,8-5 0,4-3 0,5-1 0,12-2 0,6-1 0,9 1 0,2 0 0,1 8 0,-9 1 0,-1 8 0,-3 0 0,1 8 0,-2 1 0,-4 8 0,-4 8 0,-2 4 0,-7 3 0,-6 3 0,-8-1 0,-6 0 0,-7 3 0,0 3 0,-6-4 0,0 4 0,-6-3 0,6-5 0,2-3 0,2-4 0,8-10 0,-1-4 0,8-3 0,-3-8 0</inkml:trace>
  <inkml:trace contextRef="#ctx0" brushRef="#br0" timeOffset="9">15333 842 8912,'0'-17'0,"0"0"0,0 0 0,-2 7 0,-4 5 0,-3 20 0,-8 14 0,-1 18 0,3 16 0,2 12 0,1 5-223,8 4 1,-3 2 222,7 0 0,7-2 0,5-4 0,9-7 0,4-16 0,1-11 0,3-10 0,6-9 0,-1-10 0,0-9 0,-5-10 0,0-9 0,-1-8 0,7-16 0,-1 1 0,-5-8 0,0-2 0,1 0 0,-5-4 222,-2 8 1,-6-2-223,-5 2 0,-5 4 0,-7-7 0,-3 11 0,-9 3 0,1 5 0,-16 14 0,6 6 0,-2 8 0,-8 13 0,10 12 0,-4 9 0,6 2 0,0 8 0,11-2 0,1 2 0,-1-3 0,4 3 0,10-8 0,4 0 0,16-5 0,7-3 0,5-3 0,16-6 0,-3-12 0,12-3 0,-1-10 0,6-6 0,1-9-658,0-8 1,-8-17-1,-1-2 1</inkml:trace>
  <inkml:trace contextRef="#ctx0" brushRef="#br0" timeOffset="10">17123 516 8912,'-33'-17'0,"3"-1"0,3 3 0,0 2 0,2 3 0,0 3 0,-5 10 0,1 18 0,-5 18 0,-7 16 0,5 21 0,15-30 0,0 2 0,0 8 0,2 3 0,-2 6 0,2 3 0,1 4 0,3 2 0,3 3 0,1 0 0,2 0 0,1-1-339,2-1 1,1-1-1,1-2 1,2-3 338,3-4 0,4-3 0,12 33 0,13-30 0,9-19 0,7-17 160,3-8 1,3-14-161,0-7 0,-9-15 0,5-8 0,-8 0 0,1 8 0</inkml:trace>
  <inkml:trace contextRef="#ctx0" brushRef="#br0" timeOffset="11">17450 1238 8912,'-29'0'0,"2"0"0,2 0 0,2 0 0,6 0 0,6 0 0,1 2 0,2 4 0,5 5 0,1 4 0,2 2 0,0 3 0,0 3 0,0-4 0,0 11 0,0-7 0,0 6 0,0-6 0,0 5 0,0-5 0,0-2 0,0-2 0,0-1 0,0-9 0,0-1 0,0-22 0,0-5 0,0-6 0,0-3 0,0-12 0,0 0 0,0 1 0,0-5 0,0 8 0,0-4 0,0 4 0,7 3 0,5 3 0,3 1 0,2 10 0,1 2 0,-1 1 0,0 11 0,0-1 0,0 8 0,1 4 0,-1 11 0,0 11 0,0 5 0,0 1 0,-5 1 0,-1-1 0,-7 0 0,6-1 0,-6-2 0,1-3 0,1-7 0,-6 2 0,0-4 0,0-2 0,0 1 0,0-9 0,0-1 0,0-8 0,0-10 0,0-7 0,0-10 0,8-5 0,3-3 0,4 1 0,1 2 0,-5 3 0,5-2 0,-5 8 0,-3 1 0,7 6 0,-4 5 0,5 5 0,-7 12 0,-3 7 0,-4 8 0,4-2 0,-1 6 0,1-2 0,2 0 0,-6 0 0,3-6 0,-1-2 0,0-1 0,2-3 0,0-7 0,1 11 0,-3-13 0,8 4 0,1-4 0,0-10 0,-1-3 0,1-5 0,-7-1 0,0 0 0,1 0 0,-5-6 0,4 0 0,-4 0 0,-2 6 0,7 0 0,-5 7 0,6 3 0,-8 14 0,0 7 0,0 7 0,8 3 0,3 5 0,-3 4 0,9-14 0,-2 4 0,6-4 0,4-2 0,-4-2 0,2-3 0,6-5 0,-6-7 0,0-2 0,-6-3 0,-7-5 0,-5-7 0,-3 0 0,-2-1 0,-2-1 0,-3-4 0,-13 4 0,-8-4 0,-1 4 0,-4 4 0,6 2 0,-1 1 0,5 8 0,-2-1 0,3 3 0,5 4 0,4 3 0,3-3 0,16 6 0,9 0 0,10 1 0</inkml:trace>
  <inkml:trace contextRef="#ctx0" brushRef="#br0" timeOffset="12">18344 1221 8912,'-17'-2'0,"0"-4"0,7 2 0,5-7 0,3 7 0,4-4 0,3 8 0,5 0 0,7 0 0,0 0 0,1 10 0,1 5 0,4 6 0,-4 2 0,0 2 0,-8 4 0,-1 1 0,3 1 0,-1-3 0,-8-7 0,3 10 0,-7-8 0,0-2 0,0-2 0,0-9 0,-2-5 0,-1-10 0,-3-9 0,2-7 0,2-7 0,2-13 0,0 5 0,0-4 0,0 4 0,8 1 0,1 3 0,1 3 0,7-1 0,0 7 0,1 0 0,8 13 0,-3 4 0,-2 5 0,8 4 0,2 9 0,-1-1 0,-1 12 0,-4-4 0,-8-1 0,-6-3 0,1-4 0,-8 5 0,1-5 0,5 2 0,1-1 0,5-5 0,1-14 0,2-5 0,2-5 0,4-6 0,2-5 0,-4 1 0,5-2 0,-9 1 0,-1-7 0,-1 8 0,-15 3 0,4 6 0,-20 9 0,1 3 0,-18 14 0,-5 9 0,1 8 0,-7 15 0,8 2 0,-1 2 0,7 0 0,-1 2 0,10 1 0,0-3 0,7 2 0,5 2 0,11-2 0,13-12 0,10-7 0,13-4 0,4-6 0,7-5 0,3-5 0,3-7 0,-3 0 0,5-7 0,-9-7 0,-2-7 0,-3-8 0,1-11 0,6-4 0</inkml:trace>
  <inkml:trace contextRef="#ctx0" brushRef="#br0" timeOffset="13">19893 722 8912,'0'12'0,"0"-1"0,0 2 0,0 3 0,0 9 0,0 5 0,0 8 0,0 8 0,0 11 0,0-1 0,2 7 0,4 2 0,3-6 0,7 0 0,-3-9 0,-1-4 0,-1-6 0,-1-4 0,-3-17 0,-7 4 0,0-13 0</inkml:trace>
  <inkml:trace contextRef="#ctx0" brushRef="#br0" timeOffset="14">19773 1272 8912,'-17'-17'0,"1"0"0,5 0 0,3 0 0,12 1 0,7 5 0,3-5 0,15 5 0,1-4 0,10-2 0,-2-6 0,6-2 0,0-4 0,0-7 0,2 1 0,6-7 0</inkml:trace>
  <inkml:trace contextRef="#ctx0" brushRef="#br0" timeOffset="15">20289 756 8912,'-2'27'0,"-4"-4"0,3-9 0,-9-3 0,8 0 0,-9 7 0,7-1 0,-7 2 0,3 4 0,1 6 0,-5 9 0,9 2 0,-7 6 0,6-6 0,1 8 0,-1-12 0,0 4 0,0-4 0,6-3 0,0-5 0,-2-5 0,-3-4 0,3-1 0,-6-9 0,8-1 0,0-16 0,0-3 0,2-10 0,4-2 0,3-8 0,10 4 0,4 1 0,-2-5 0,8 8 0,2 2 0,-6 2 0,7 2 0,-3 2 0,3 3 0,3-1 0,-1 7 0,-1 0 0,-5 6 0,5 0 0,-8 2 0,3 4 0,3-2 0,-6 5 0,2-1 0,-4-2 0,5-6 0,-7 0 0,2 0 0,-4 0 0,-2 0 0,1 0 0,-9-8 0,-3-1 0,-12-9 0,-3 7 0,-9-1 0,1 9 0,-2-3 0,-4 4 0,4 2 0,-4 0 0,4 0 0,2 2 0,2 4 0,3 5 0,6 4 0,4 10 0,2-6 0,0 4 0,0-4 0,0-1 0,2-1 0,4 0 0,6 0 0,3-7 0,2 3 0,0-7 0,0-2 0,3-3 0,3-1 0,-4-7 0,11-1 0,-5-5 0,2 1 0,-6 1 0,4-6 0,-8 0 0,0 1 0,-2 3 0,-1 3 0,-3 3 0,-7 1 0,6 6 0,-5 0 0,-3 8 0,6-5 0,-8 9 0,0-1 0,0 7 0,0-7 0,0 0 0,0-7 0,0 4 0,0-8 0,2 0 0,4-2 0,3-4 0,3-5 0,-1-4 0,3-3 0,1-7 0,2 4 0,0-5 0,0 1 0,1 2 0,-1 6 0,0 5 0,0 1 0,1 7 0,-1-2 0,0 4 0,0 10 0,-2 7 0,-3 8 0,3 2 0,-5-4 0,-1 2 0,7 8 0,-13-12 0,9 4 0,-1-4 0,-1-2 0,5 0 0,-5-7 0,7-3 0,0-7 0</inkml:trace>
  <inkml:trace contextRef="#ctx0" brushRef="#br0" timeOffset="16">22079 705 8912,'-8'9'0,"4"7"0,-7-5 0,7 4 0,-4 10 0,8 6 0,0 7 0,0 8 0,-2 11 0,-1 4 0,-3 1 0,0 4 0,12-12 0,1 1 0,3-7 0,0-2 0,3-12 0,-2-7 0,1-6 0,5-4 0</inkml:trace>
  <inkml:trace contextRef="#ctx0" brushRef="#br0" timeOffset="17">23266 636 8912,'-36'-40'0,"-4"0"0,11 7 0,0 12 0,8 8 0,4 5 0,0 8 0,0 0 0,-1 0 0,1 0 0,2 16 0,2 7 0,1 7 0,2 16 0,-1 0 0,3 13 0,8-5 0,0 5 0,0 6 0,0 2 0,0 1 0,0-6 0,0-3 0,0-8 0,0 1 0,0-2 0,0-5 0,0-8 0,0-11 0,0-1 0,0-4 0,0-2 0,0-9 0,0-2 0,-7-16 0,-3-2 0</inkml:trace>
  <inkml:trace contextRef="#ctx0" brushRef="#br0" timeOffset="18">22819 1169 8912,'-16'-11'0,"3"-1"0,2-1 0,7 3 0,-2-1 0,4 5 0,2-5 0,10 5 0,7-6 0,8 9 0,11-11 0,4 9 0,0-7 0,12 6 0,-4-1 0,11 3 0,0-2 0,-3-2 0,7 3 0,-8 3 0,1-4 0,-10 4 0,-12 2 0,-7 0 0,-10 0 0,-7 0 0,-1 0 0,-3 0 0,-4-2 0,4-3 0,-5-5 0,-1-7 0,0 0 0,0-1 0,0 7 0,0 0 0,0-1 0,-1 2 0,-5 5 0,-6 3 0,-3 2 0,-2 0 0,0 9 0,-2 9 0,-4 8 0,3-1 0,-4 8 0,6-5 0,3 5 0,4 1 0,-3-5 0,8-2 0,3-3 0,1-1 0,17-2 0,8-3 0,8-5 0,5-13 0,4 0 0,4 0 0,8-10 0,-1-5 0,1-8 0,0-4 0,-1 4 0,1-5 0,-1-3 0,-7-1 0,-11 3 0,-16 2 0,-9 3 0,-6 1 0,-10 7 0,-3 5 0,-10 3 0,-2 8 0,-8 8 0,2 3 0,-1 7 0,1 4 0,4-2 0,8 2 0,0-2 0,1-3 0,5 0 0,3 0 0,8 0 0,0 1 0,0-7 0,0 0 0,0-7 0,14 4 0,3-8 0,4 0 0,-4 0 0,0-6 0,1-1 0,-1-3 0,0 6 0,0-9 0,0 7 0,1 2 0,-1 2 0,-6-3 0,1-1 0,-1 0 0,6 6 0,1 6 0,-1 0 0,0 5 0,0-5 0,1 7 0,-1-3 0,0-1 0,0 7 0,0-13 0,2 7 0,3-2 0,0-5 0,7-1 0,-6-2 0,0 0 0,2-15 0,2-4 0</inkml:trace>
  <inkml:trace contextRef="#ctx0" brushRef="#br0" timeOffset="19">24385 619 8912,'-10'0'0,"2"0"0,8 8 0,0 1 0,0 10 0,0 4 0,0 4 0,2 15 0,2 6 0,2 7 0,5-1 0,-3 3 0,2-4 0,3-1 0,-5-8 0,5-2 0,-7-8 0,-2 1 0,-2-9 0,-2-1 0,0-15 0,0-3 0</inkml:trace>
  <inkml:trace contextRef="#ctx0" brushRef="#br0" timeOffset="20">24264 1100 8912,'8'-21'0,"3"2"0,5 4 0,1 0 0,8-1 0,3-1 0,5 0 0,9 0 0,4 0 0,4-1 0,1 1 0,1 0 0,-2 0 0,-6 0 0,-10-1 0,-7 9 0,-10 3 0,0 4 0,-7 2 0,-3 8 0,-7 1 0,0 9 0,0-1 0,0 0 0,0 0 0,0 0 0,2-1 0,2-3 0,2-1 0,0-9 0,1 13 0,3-14 0,1 5 0,1-7 0,-1 0 0,6-2 0,1-3 0,-1 1 0,0-8 0,0-1 0,0-2 0,-7-3 0,5 7 0,-1 0 0,7-3 0,-10 6 0,14-1 0,-8 3 0,0 4 0,6-3 0,-4 3 0,-1 2 0,-1 0 0,-8 0 0,7 2 0,-5 3 0,5 7 0,-7-3 0,-3 3 0,3-1 0,-5 1 0,8-1 0,-8-7 0,5 9 0,-3-7 0,-4 0 0,13-6 0,-5-2 0,9-2 0,4-2 0,-2-7 0,7 2 0,3-5 0,1 5 0,3-1 0,-1 1 0,1-6 0,-1 1 0,-1 3 0,-5 2 0,-3-1 0,-4 1 0,-4-1 0,-3 8 0,-18-9 0,-7 7 0,-1-7 0,-15 11 0,4-2 0,-5 8 0,-5 7 0,1 5 0,3 1 0,-2 8 0,8 3 0,6 5 0,6 3 0,-3 4 0,7-3 0,1 10 0,12-7 0,11 6 0,12-6 0,11 1 0,6-7 0,3 0 0,3-7 0,2-6 0,1-8 0,2-7 0,-7-4 0,-8-11 0,-7-9 0,7-22 0,2-13 0</inkml:trace>
  <inkml:trace contextRef="#ctx0" brushRef="#br0" timeOffset="21">26209 138 8912,'2'19'0,"3"4"0,13 3 0,10 9 0,-1 14 0,2 9 0,-10 16 0,-2 14 0,-12-38 0,-2 1 0,-2 2 0,0 1 0,-2 5 0,0 1-761,-1 0 1,-2 2 760,-3 8 0,-3-1 0,0-10 0,-1-1 0,-3 3 0,-3-2 0,0-4 0,-2-1 0,-2-1 0,-2-1 0,-5 3 0,-1-1 0,-2 2 0,-2-1 0,0-1 0,0-1 0,-2-1 0,1-3 0,0-7 0,1-2 0,1-2 0,1-1 0,-31 37 0,5-11 0,-6 4 0,-4 2 0</inkml:trace>
  <inkml:trace contextRef="#ctx0" brushRef="#br0" timeOffset="22">8415 2768 8912,'17'0'0,"0"0"0,-1-2 0,-5-4 0,-3 3 0,-8-9 0,-2 8 0,-4-1 0,4 3 0,-5 2 0,5 0 0,-4 0 0,-4-4 0,-7-6 0,0-7 0,0-12 0,-8-7 0,-4-15 0,-5-11 0,-6-12 0,16 32 0,-2-2-48,-2-4 0,-1-1 0,-8-6 1,-1 1-1,0-3 0,-2 1 1,-4 0-1,0 1 0,-1 4 1,0 1 47,1 5 0,0 2 0,5 2 0,0 4 0,-36-17 0,12 8 0,13 23 0,16 12 0,7 7 0,10 4 0,0 0 0,-1 0 0,9 0 0,1 0 0,21-2 0,5-3 0,10-13 0,-1-8 0</inkml:trace>
  <inkml:trace contextRef="#ctx0" brushRef="#br0" timeOffset="23">7641 1496 8912,'17'17'0,"-8"-6"0,-3 1 0,-12-8 0,-5 11 0,-12-4 0,2 7 0,-6 5 0,0 7 0,3 6 0,-1 5 0,-6-1 0,12 2 0,-4 4 0,4-4 0,4-2 0,3-4 0,-3-9 0,13-2 0,-6-16 0,8-1 0</inkml:trace>
  <inkml:trace contextRef="#ctx0" brushRef="#br0" timeOffset="24">7417 1479 8912,'17'0'0,"0"0"0,-5-6 0,-1 0 0,-7 0 0,11 1 0,-3-1 0,9-6 0,2 7 0,9-3 0,3 4 0,9-1 0,5-7 0,5 6 0,3 3 0,6 1 0,4-6 0,2-9 0,0-10 0</inkml:trace>
  <inkml:trace contextRef="#ctx0" brushRef="#br0" timeOffset="25">3786 877 8912,'0'-12'0,"0"1"0,0-2 0,2-1 0,2 1 0,1 1 0,9 7 0,-3-5 0,6 2 0,6 5 0,-2 5 0,8 7 0,0 12 0,-2 10 0,-3 7 0,-6 15 0,-1 5 0,0 5 0,-7 4 0,-5 3 0,-3 5 0,-11-3 0,-9 5 0,-8-5 0,-7-5 0,-9-9 0,6-3 0,-2-13 0,7-8 0,-2-11 0,14-6 0,-4-11 0,10-12 0,2-5 0,5-14 0,-4-9 0,3-10 0,1-8 0,6-3 0,0-2 0,6 1 0,-1 10 0,9 4 0,-3 8 0,4 1 0,3 5 0,5 3 0,2 10 0,1 3 0,11 5 0,1 16 0,8 8 0,0 8 0,5 9 0,1 1 0,-2-3 0,-3-1 0,-1-2 0,-7-7 0,1 3 0,-4-6 0,-9 2 0,-2-19 0,-8 4 0,-8-12 0,7-11 0,-7-10 0</inkml:trace>
  <inkml:trace contextRef="#ctx0" brushRef="#br0" timeOffset="26">4526 636 8912,'0'35'0,"0"1"0,0 4 0,2 10 0,4 9 0,5 2 0,4 4 0,3 0 0,1-4 0,4-9 0,1-8 0,5-12 0,-6-3 0,-4-5 0,-2-6 0</inkml:trace>
  <inkml:trace contextRef="#ctx0" brushRef="#br0" timeOffset="27">5059 791 8912,'-17'0'0,"0"0"0,0 0 0,0 8 0,-1-5 0,1 9 0,0 1 0,0 2 0,5 10 0,3 4 0,1 3 0,2 3 0,1 5 0,-1 0 0,2-2 0,4-7 0,4-4 0,3-5 0,3-6 0,1 1 0,1-15 0,-1 4 0,1-4 0,5-16 0,0-5 0,1-6 0,-9-3 0,6-9 0,-3-3 0,-3 4 0,3-4 0,-8 9 0,1 4 0,-3 3 0,0 1 0,2 5 0,2 1 0,0 8 0,-6 3 0,0 12 0,7 11 0,-3 2 0,6 6 0,-3 0 0,7-6 0,-7 6 0,7-8 0,-3 0 0,1-7 0,-1 3 0,1-7 0,1-3 0,2-1 0,1-5 0,-3-7 0,-2-7 0,1-19 0,5-1 0</inkml:trace>
  <inkml:trace contextRef="#ctx0" brushRef="#br0" timeOffset="28">5283 585 8912,'8'9'0,"-6"6"0,3-3 0,-3 3 0,0 4 0,2 4 0,2 6 0,7 3 0,-9 5 0,7 3 0,-5-2 0,4 6 0,-3-2 0,-1-6 0,2-5 0,-6 1 0,7-13 0,-3 4 0,-4-13 0,4-10 0,-4-8 0,-2-17 0,0-3 0,0-5 0,0-1 0,1 1 0,3 3 0,2 1 0,7 8 0,-3-9 0,7 7 0,0 2 0,1 9 0,-1-1 0,0 7 0,0 0 0,0 6 0,4 2 0,-1 6 0,-5 9 0,-9 0 0,1 16 0,-7-5 0,-7 5 0,-5 1 0,-1-1 0,-1-3 0,3-1 0,-1 0 0,-3-8 0,4-4 0,-5-4 0,14-5 0,-3-8 0,3-15 0,9-12 0,5-10 0,3-3 0,2 4 0,6-6 0,0 8 0,-2-1 0,6 9 0,-8-5 0,4 10 0,-4 4 0,-2 3 0,-5 11 0,-1-3 0,-7 4 0,4 2 0,-8 2 0,0 4 0,0-5 0,0 7 0,0-8 0,8-6 0,1-1 0,1-3 0,-1-1 0,-3-6 0,-2 5 0,5 1 0,-1-3 0,-2 7 0,-6-9 0,0 12 0,-2-5 0,-4 3 0,-5 8 0,3-2 0,-7 17 0,3-1 0,-3 5 0,5 9 0,-3-9 0,7 8 0,2 1 0,2-5 0,2 8 0,0-7 0,0 1 0,0 4 0,2-8 0,4-2 0,6-2 0,3-2 0,2-7 0,0-5 0,2-5 0,4-5 0,-3-7 0,2-9 0,-2-2 0,4-7 0,-8-3 0,3-7 0,-4 2 0,2 0 0,-11-1 0,-2-1 0,-2 2 0,-2-6 0,0 2 0,0-4 0,-2-2 0,-4 8 0,2 0 0,-7 6 0,5 9 0,-5 8 0,7 7 0,-4 12 0,8 6 0,0 11 0,0 13 0,8 10 0,3 10 0,3 0 0,-3-1 0,4-1 0,-3-4 0,3 1 0,2-6 0,1-1 0,-1-6 0,2-9 0,2-6 0,2-8 0,-2-3 0,4-4 0,0-12 0,1-9 0,-4-8 0,2-9 0,-6-2 0,-1-5 0,0 5 0,-2-8 0,-3 6 0,-6-2 0,-3-2 0,1 6 0,2-1 0,-2 5 0,-2 9 0,-4 0 0,-4 12 0,4 3 0,-6 10 0,8 4 0,0 3 0,8 16 0,4 4 0,3 3 0,2-5 0,0 5 0,0-3 0,1 3 0,-1 3 0,-2-3 0,-1-1 0,-5-4 0,-1-3 0,-1-1 0,-1-6 0,-4 1 0,4-1 0,-10-6 0,-4-1 0,-1-2 0,-3-3 0,-5-5 0,0 0 0,0 0 0,-1 0 0,1-2 0,0-3 0,0-5 0,0-7 0</inkml:trace>
  <inkml:trace contextRef="#ctx0" brushRef="#br0" timeOffset="29">6952 499 8912,'8'17'0,"-6"0"0,6 0 0,-8 0 0,0 1 0,-8-1 0,4 2 0,-6 2 0,3 2 0,-7 7 0,13-9 0,-5 6 0,4-2 0,2-2 0,0-12 0,0 1 0,2-3 0,4 3 0,3-5 0,8-7 0,1 0 0,-1-7 0,0-5 0,0-3 0,0-2 0,1-8 0,-7 4 0,1-8 0,-9 6 0,3-5 0,-4 7 0,-2-2 0,-6 4 0,1 2 0,-9-1 0,5 1 0,-1 0 0,-5 7 0,13-5 0,-6 13 0,0-13 0,-1 5 0</inkml:trace>
  <inkml:trace contextRef="#ctx0" brushRef="#br0" timeOffset="30">7296 602 8912,'0'17'0,"0"0"0,0 0 0,2-5 0,4-1 0,-4 1 0,4 5 0,3 0 0,-7 0 0,6 0 0,0-7 0,-7 5 0,7-13 0,-8 4 0,0-12 0,0-3 0,0-14 0,0 0 0,0 2 0,0-6 0,0 8 0,0-6 0,0 0 0,8 6 0,-4-6 0,7 8 0,-5 2 0,5 3 0,-5-1 0,5 7 0,1-5 0,5 5 0,0 4 0,1 6 0,-9 6 0,6 7 0,-3 2 0,3 4 0,2-4 0,1 8 0,-3-6 0,-4 2 0,5-8 0,-14 8 0,5-4 0</inkml:trace>
  <inkml:trace contextRef="#ctx0" brushRef="#br0" timeOffset="31">7830 344 8912,'0'-17'0,"0"7"0,2 4 0,4 12 0,-3 9 0,7 10 0,-2 2 0,5 2 0,-2 5 0,5 0 0,1-5 0,0 0 0,0 1 0,1-3 0,-3 0 0,-2-4 0,-1-8 0,-6 0 0,5-9 0,-5 0 0,5-6 0,-7 0 0,6-8 0,-7-3 0,3-5 0,2-3 0,-2-4 0,-5-2 0,5-3 0,4 3 0,-8 8 0,5 0 0,-5 1 0,4 5 0,-4 3 0,7 10 0,-3 4 0,-2 3 0,6 9 0,-3-1 0,7 0 0,-3 0 0,-1 4 0,1-2 0,2-3 0,3-5 0,1 1 0,0-5 0,0-7 0,1 0 0,-1 0 0,0-7 0,0-5 0,0-3 0,1-8 0,-1 0 0,-6-2 0,1 2 0,-6 6 0,5 0 0,-7 0 0,5 15 0,-3-4 0,-4 12 0,4 5 0,1 18 0,-1 5 0,0 14 0,-6 4 0,0 9 0,0 7 0,0 5 0,-2 3 0,-4 3 0,-11-7 0,-6 5 0,-9-8-329,-5-1 329,-1-14 0,-2 1 0,-2-15 0,-2-1 0,-10-3 0,1-11 0,-7-6 0,1-6 0,-2-9 0,-15 4 0,-5-7 0,-11-2 0,44-3 0,-1 0 0,-2-1 0,1 0 0</inkml:trace>
  <inkml:trace contextRef="#ctx0" brushRef="#br0" timeOffset="32">2495 7324 8912,'0'-17'0,"-2"0"0,-3 0 0,3 5 0,-4 1 0,4 7 0,4-4 0,4 8 0,3-2 0,8-1 0,1-3 0,-5 0 0,2 6 0,6 0 0,4 0 0,4 0 0,5 0 0,3 0 0,3 0 0,11-8 0,7 5 0,11-9 0,-2 1-71,13-6 1,-6-6 0,7 0 70,1 2 0,2 2 0,-13 1 0,-8 1 0,-8 0 0,-11 7 0,0-3 0,-5 7 0,1 3 0,-8-7 0,1 8 0,-6-4 0,-1 4 0,13 1 0,-5-5 0,4 4 0,-3-4 0,7 4 0,-4 2 105,8 0 1,-8 0-106,2 0 0,-9 0 0,-3 0 0,3 0 0,-6 0 0,0 0 0,-8 0 0,0 0 0,0 0 0,1 0 0,5 0 0,0 0 0,-2 0 0,-2 0 0,-2 0 0,6 0 0,0 0 0,7 0 0,-1 0 0,4 0 0,1 0 0,6-6 0,0 1 0,0-1 0,-5 6 0,-3-6 0,-1 1 0,-2 1 0,-8 2 0,2 2 0,-4 0 0,-2 0 0,0 0 0,-5 0 0,-1 0 0,-5 0 0,5 0 0,3 0 0,-5 2 0,3 3 0,-1-3 0,1 6 0,-1-8 0,3 0 0,1 6 0,4-1 0,2-1 0,2-2 0,0-2 0,-6 6 0,0 0 0,0-2 0,1 5 0,-1-7 0,0 6 0,0-1 0,1-5 0,-7 13 0,0-3 0,1-3 0,5 3 0,-5-6 0,-1 5 0,2 2 0,3-3 0,1 1 0,0 3 0,0-6 0,-5 5 0,-3-5 0,-1 1 0,5-5 0,-11 5 0,6-5 0,0 2 0,1 7 0,1-9 0,-4 8 0,1-7 0,-1 7 0,7-6 0,-1 5 0,3 1 0,-3-1 0,-1 0 0,-7-7 0,3 4 0,-5-2 0,4-1 0,-4 1 0,6-6 0,-8 0 0,0 0 0,-8 0 0,6 0 0,-6 0 0,8 0 0,0 0 0,0 8 0,0-4 0,0 7 0,-7 0 0,-3 7 0</inkml:trace>
  <inkml:trace contextRef="#ctx0" brushRef="#br0" timeOffset="33">5713 7479 8912,'0'17'0,"0"0"0,0 1 0,0-1 0,0 0 0,0-6 0,0 1 0,0 1 0,0-3 0,0 1 0,0-5 0,0 5 0,-7 1 0,5 5 0,-6-5 0,8-1 0,0 2 0,0-5 0,0 7 0,0-3 0,-8 3 0,7 2 0,-5 0 0,4 1 0,0-7 0,-2 1 0,-2 1 0,1 2 0,3-3 0,-2-1 0,-2 3 0,0-7 0,6 8 0,-1-5 0,-5 0 0,4 5 0,-6-11 0,6 7 0,-3 3 0,3 1 0,-6-4 0,6 1 0,-4 1 0,4 2 0,-5 1 0,1-3 0,0-1 0,1-1 0,-3 6 0,6 0 0,-6 1 0</inkml:trace>
  <inkml:trace contextRef="#ctx0" brushRef="#br0" timeOffset="34">5524 8201 8912,'0'17'0,"-8"1"0,-1-1 0,-1 0 0,-3 2 0,5 2 0,-1 2 0,5 0 0,-4-6 0,2 0 0,1 0 0,-9 8 0,12-6 0,-3 4 0,-3-4 0,2-1 0,-1-1 0,3 0 0,-2 0 0,-7 0 0,9 2 0,-6 2 0,3 2 0,-7 0 0,5-5 0,-3 1 0,1 4 0,-1-4 0,-3 6 0,4-8 0,-3 6 0,8 0 0,-7-1 0,11-4 0,-6-1 0</inkml:trace>
  <inkml:trace contextRef="#ctx0" brushRef="#br0" timeOffset="35">5214 8923 8912,'0'17'0,"0"1"0,0 5 0,0-1 0,-6 3 0,-1-4 0,-3 2 0,6 0 0,-5-4 0,5 2 0,-2 2 0,-1 0 0,3-6 0,-2 1 0,-2 4 0,3 1 0,3 0 0,-4-6 0,2 1 0,-1-1 0,3 0 0,-4 0 0,4 0 0,2 1 0,-2-1 0,-2 2 0,-1 4 0,-1-4 0,6 4 0,-2-2 0,-4 2 0,4-4 0,-5 6 0,7-8 0</inkml:trace>
  <inkml:trace contextRef="#ctx0" brushRef="#br0" timeOffset="36">5077 9628 8912,'0'17'0,"0"-5"0,0-1 0,0 1 0,0-1 0,0 1 0,0-1 0,0 6 0,0 1 0,0-1 0,0-6 0,0 1 0,0-1 0,0 1 0,0-1 0,0-5 0,0 5 0,0-7 0,0 11 0,0-13 0,0 14 0,0-5 0,0-3 0,0 1 0,0-3 0,0-4 0,0 5 0,0-5 0,0 4 0,7-4 0,-5 6 0,6-8 0,-8 0 0,0 0 0,7 0 0,-5 0 0,6 0 0,-8 0 0,2 0 0,4 0 0,-4 0 0,13 0 0,-13 0 0,7 0 0,-3 0 0,-2 0 0,7 0 0,1 0 0,-1 0 0,1 0 0,1 0 0,2-8 0,5 6 0,1-6 0,2 1 0,-1 5 0,1-11 0,0 7 0,6-2 0,-4 4 0,0-1 0,0-1 0,-4-2 0,5 6 0,-6-5 0,2 7 0,-2 0 0,4 0 0,-4-6 0,3 0 0,-4 2 0,6 2 0,-4 2 0,7-1 0,3-5 0,-4 4 0,1-6 0,3 3 0,1-1 0,-3-6 0,0 7 0,-8-1 0,9 0 0,-7 0 0,-2 3 0,-2-5 0,-1 2 0,-1 1 0,0 3 0,0-4 0,0 4 0,1-4 0,-1 4 0,0 0 0,0-3 0,1 3 0,1-6 0,4 8 0,-2-6 0,7 1 0,-5-7 0,6 6 0,-2-1 0,1 1 0,3 4 0,-8-4 0,6-1 0,-6 1 0,5 0 0,-3 6 0,2 0 0,-6-5 0,4-1 0,-2 2 0,0 2 0,0 2 0,0-6 0,-1 1 0,7-1 0,-6 6 0,6-2 0,-6-4 0,5 4 0,-5-3 0,8 3 0,-2 2 0,1 0 0,1 0 0,-4 0 0,-1 0 0,1 0 0,2 0 0,3 0 0,-1 0 0,-2 0 0,-8 0 0,9 0 0,-7 0 0,8 0 0,-3 0 0,-1 0 0,0 0 0,-2 0 0,4 0 0,-5 0 0,1 0 0,0 0 0,6 0 0,-10 0 0,7 0 0,-1 0 0,2 0 0,3 0 0,-3 0 0,5-2 0,5-2 0,1-2 0,0 1 0,-6 5 0,1 0 0,-1 0 0,1 0 0,1-6 0,4 0 0,-4 0 0,5 4 0,-5-3 0,6 3 0,2-4 0,2 2 0,0-1 0,0 3 0,5-6 0,1 8 0,-2-6 0,-4 1 0,1-1 0,-5 6 0,2 0 0,-5 0 0,8 0 0,-6-2 0,-3-4 0,-2 4 0,-1-3 0,5 3 0,0 2 0,0 0 0,-6 0 0,1 0 0,-1 0 0,8 0 0,-5 0 0,1 0 0,-8 0 0,3 0 0,-6 0 0,7 0 0,1 0 0,-1 0 0,-5 0 0,-1 0 0,3 0 0,7 0 0,2 0 0,1 0 0,-7 0 0,8 7 0,4-5 0,11 4 0,6-4 0,6-2 0,4 0 0,1-2 0,-1-4 0,5 4 0,-1-5 0,7 7 0,2 0-89,-4-8 0,16 6 1,-6-4 88,-1 4 0,5 2 0,-16-5 0,12-1 0,-44 4 0,2 0 0,4-3 0,1 1 0,-5 3 0,-1 0 0,2-3 0,-1 0 0,46-4 0,-2 5 0,-3-7 0,-42 6 0,0 0 0,4-1 0,1-1 0,0 3 0,1 0 0,0-1 0,-1 1 0,-2 1 0,-1 0 0,0-1 0,2 0-85,6-4 0,0 1 0,-4 4 0,-1 2 0,6-3 0,1 0 85,-2 2 0,0 0 0,-2-2 0,-1 0-169,2 0 0,-1 1 0,-6-2 0,1 2 169,2 2 0,1 0 0,-4-1 0,1 0 0,4-1 0,1 0 0,-1-1 0,-1 0 0,-1 1 0,-1 1 0,44-1 0,-3 2 0,-8 0 0,8 5 0,-46-2 0,1 0 0,4 1 0,0 0 0,-2-2 0,-1 0 0,40 3 0,-2 1 0,-12 0 0,8 1 0,2 3 0,4-6 0,6 5 0,-6-5 0,-6 4 0,-4 1 0,0-3 0,6 4 0,1-3 0,-1 7 0,0-12 0,0 5 0,0 1 0,-8-4 0,-5 5 0,-6 1 0,-4-1 0,0-5 0,13 10 0,3-9 0,-1-1 0,-1 4-76,-9-3 0,-1 7 76,-4-6 0,-3 5 0,-9-5 0,1 0 0,2-5 0,3 3 0,4 2 0,2 0 0,0 1 0,-7-5 0,3 8 0,-7-6 115,-1 1 0,-5 7-115,0-6 0,-6 5 239,6-5 0,2 7-239,9-1 0,-3-3 179,3 3 1,2-3 0,-1 5 0,-1-5-180,2-1 0,-5 5 0,0-11 0,-11 6 88,0-1 1,-3-5-89,-6 4 0,1 2 0,-1-3 0,8 1 0,-6-4 0,5 4 0,8-4 0,3 3 0,1-1 0,1 0 0,-2 2 0,-8-1 0,3 1 0,-7 0 0,-1-2 0,-3 5 0,-2-7 0,1 6 0,-1 0 0,1-1 0,-1 5 0,6 1 0,0-7 0,8 7 0,-2-3 0,2 1 0,-2 1 0,4-1 0,-14 4 0,4-1 0,-4-3 0,-9-1 0,-4 1 0,-4 4 0,-2-3 0,4 3 0,-3 2 0,3 2 0,-10 4 0,4-2 0,5 10 0,1 5 0,2 8 0,-1 6 0,-4 3 0,-1 5 0,0 5 0,0 4 0,-7 1 0,-2-1 0,-1-4 0,-5 6 0,4 0 0,-4 7 0,-2 3 0,0-3 0,0-7 0,0 0 0,0-1 0,0-1 0,0-4 0,0-9 0,0-8 0,0-1 0,0 7 0,-6 0 0,0-1 0,-13 1 0,0-1 0,-8 1 0,-9-1 0,2 9 0,-18-7 0,0 4 0,-9-3 0,-14-2-265,-5-1 0,33-25 0,-1 0 265,-1 0 0,0-1 0,-4 1 0,1 0 0,5 2 0,0 1 0,-2 0 0,-1-1 0,1 0 0,0 0 0,-4 1 0,-3-1 0,-2-1 0,0-2 0,0-2 0,-1-2 0,0-2 0,-1 0 0,5-2 0,0 0 0,-5 1 0,1-1 0,1 0 0,-1 0 0,-3 1 0,0-2 0,1-1 0,0-1 0,-2 0 0,0 1 0,1-1 0,1 0 0,1 3 0,0 1 0,-8-1 0,0 0 0,1 0 0,0 1 0,-6-1 0,-1 0 0,1 0 0,1 0 0,2-2 0,0-1 0,1 0 0,0 1 0,-3-1 0,-1 0 0,-3 0 0,1-1 0,5 0 0,0-1 0,-1-3 0,1-1 0,5 1 0,0-1 0,-3 1 0,0-1 0,-1 1 0,0 0-252,-2-1 1,-1 1-1,3-1 1,0 1 251,6 0 0,0-1 0,2 1 0,0-1 0,-10 1 0,-2 0 0,3-1 0,1 1 0,-1 0 0,0-1 0,1-2 0,1-1 0,3 1 0,1 0 0,-4 0 0,-1 1 0,-4 1 0,-2 0 0,-1 0 0,0 1 0,5-3 0,2-1 0,3 1 0,0 0 0,-3-1 0,-2-1 0,0 2 0,-1 0 0,-2 1 0,1-1 0,1-3 0,0 0 0,3 3 0,1-1 0,5-2 0,0 0 0,-5 0 0,0 0 0,-4-2 0,0 0 0,1 2 0,1-1 0,6-1 0,2 0 0,0 2 0,1 0 0,-1-2 0,-2 0 0,-3-1 0,-2 0 0,1 0 0,-1 0 0,-2 0 0,0 0 0,8 0 0,0 0 0,-4 0 0,0 0 0,4 0 0,0 0 0,-4 0 0,0 0 0,-2 0 0,0 0 0,2 0 0,1 0 0,2 0 0,1 0 0,-3 0 0,0 0 0,5 0 0,0 0-70,-3 0 0,0 0 0,2 0 0,0 0 0,-1 0 0,-1 0 70,3 0 0,0 0 0,0 0 0,0 0 0,-2 0 0,0 0 0,-1 0 0,1 0 0,0 0 0,0 0 0,-2 0 0,0 0 0,6 0 0,0 0 0,-2 0 0,-1 0 0,0-3 0,0 0-635,-4 0 0,0 0 635,2 0 0,0 1 0,1 1 0,0 2 0,-1-1 0,0 0 0,-1 0 0,0 0 0,0 0 0,0 2 0,-1-1 0,2 1 0,2 1 0,1 0 0,3-1 0,0 0 0,0 3 0,1 0 0,-3-4 0,-1-1 0,1 3 0,0 0 0,0-2 0,-1 0 0,1 3 0,0 0 0,0-3 0,1 0 36,2 2 1,0-1 0,-5 0-1,-1-2 1,3 1 0,0-2 0,0 1-1,-1-2 1,2 1 0,0-1-37,1-1 0,1 0 0,4-4 0,-1 0 0,-5 5 0,0 1 59,1-5 1,1 0 0,-1 1-1,-1 1-59,2-2 0,-1 0 0,0-1 0,0-1 0,3 2 0,1 0 0,-5-1 0,-1-1 0,0 0 0,0-1 0,0 0 0,-1 1 0,-1-1 0,0-1 0,4 0 0,1-1 0,5 0 0,1-1 0,-39-13 23,10 2 1,-8-2 0,40 10 0,0 0-24,0 0 0,1 1 0,-45-15 0,12-5 0,5-1 0,4-5 0,-1-2 0,-9-2 0,9-1 0,-12 1 0,15 2 0,0 0 0,0 1 0,2-6 0,2-3 0,2 2 0,0 1 0,-13-5 0,-5 0 0,37 26 0,0 1 0,1-1 0,0 0 0,-1 0 0,0-1 0,-30-29 0,1-1 0,2-8 0,4 12 0,2-7 0,2 1 0,0 4 0,-6-8 0,2 0 0,4 1 0,4-12 0,9 9 0,2-13 0,3 1 0,6-5 0,-5 10 0,4-9 0,4 7 0,-4-6 0,-4-3 0,21 37 0,0 1 0,-25-35 0,0-1 0,4 9 0,2 1 0,4-4 0,2-3 0,3-2 0,4 2 0,7 1 0,10-5 0,-3 9 0,3-7 0,3 10 0,-3 1 0,8 2 280,-1 10 0,-3-8 1,2 4-1,1-3 1,-1 3-281,0 2 0,0 2 0,6 5 0,0 3 0,0 3 0,0 11 0,0 3 0,0 5 125,0 0 0,0-5-125,0 3 0,0-3 755,0-3-755,0 1 0,0-6 0,0-2 0,0 0 0,0 0 0,8-6 0,-6 10 192,4-8 0,1 2-192,-1-2 0,2 4 0,-3 8 0,-1 1 0,6 3 0,-3 3 0,-3 2 0,6-5 0,-6 10 0,5-2 0,-1 2 0,5 3 0,-5-6 0,3 0 0,3 0 0,-7 6 0,3-2 0,1-4 0,-1-5 0,5 3 0,-7-8 0,5 7 0,-1-1 0,-1-6 0,6 12 0,-1-5 0,-5 1 0,5 2 0,-7 6 0,8-1 0,1 1 0,-7 0 0,0 0 0,3 0 0,-5-1 0,3 1 0,-1 0 0,7 0 0,-1 0 0,0-8 0,-4 6 0,1-6 0,-1 0 0,6-2 0,-9-1 0,7-1 0,6 0 0,0-3 0,-2 1 0,-2 3 0,-2-3 0,1 6 0,4-5 0,1 7 0,-2 2 0,-1 2 0,-3 1 0,2 1 0,4 0 0,4 8 0,7-7 0,0 5 0,1-4 0,7-3 0,2 3 0,2 2 0,0 1 0,-8 1 0,10-5 0,-8 3 0,-2 2 0,-2 7 0,-9-10 0,-4 9 0,-4-1 0,-9 6 0,-20 10 0,-20 11 0,-18 17 0,-27 21 0,31-20 0,0 0 0</inkml:trace>
  <inkml:trace contextRef="#ctx0" brushRef="#br0" timeOffset="37">24385 14906 8912,'-23'0'0,"-2"0"0,-2 0 0,0 10 0,-3 7 0,3 10 0,0 9 0,0 10 0,-3 11 0,-3 8 0,1 17 0,3 4 0,4 6 0,10-2 0,4 2 0,-3 3 0,8-11 0,3-9 0,1-8 0,2-2 0,7-4 0,5 2 0,-1-16 0,5-1 0,5-9 0,3-9 0,5-3 0,11-15 0,0-5 0,1-18 0,-7-14 0,0-17 0</inkml:trace>
  <inkml:trace contextRef="#ctx0" brushRef="#br0" timeOffset="38">24815 15405 8912,'-17'0'0,"-1"0"0,1 0 0,8 8 0,1 3 0,0 4 0,7 5 0,-5 2 0,4 7 0,2 4 0,0 1 0,0 0 0,8 8 0,-5-5 0,9 3 0,-6-4 0,5-3 0,2-5 0,-5 3 0,-2-8 0,-4 0 0,-2-6 0,0 0 0,0 0 0</inkml:trace>
  <inkml:trace contextRef="#ctx0" brushRef="#br0" timeOffset="39">24763 15405 8912,'-26'-34'0,"1"7"0,7 4 0,3 4 0,4 2 0,3 7 0,16-3 0,3 7 0,4 2 0,10-5 0,2 7 0,7-4 0,1 4 0,-3 2 0,-3 0 0,2 2 0,-8 4 0,7 3 0,-11 9 0,4-1 0,-4 0 0,-9 2 0,-4 4 0,-4 2 0,-2 5 0,0-1 0,0 2 0,-8-7 0,4 7 0,-7-8 0,-3-2 0,-1 4 0,-2-2 0,-8 0 0,6-6 0,-4-2 0,4-3 0,9 3 0,-3-15 0,7 0 0,0-8 0,6-11 0,0-4 0,8-11 0,2-10 0</inkml:trace>
  <inkml:trace contextRef="#ctx0" brushRef="#br0" timeOffset="40">25159 15457 8912,'17'9'0,"0"6"0,1-7 0,-1 4 0,-8 3 0,5-6 0,-8 9 0,7-1 0,-11-6 0,4 1 0,-4-8 0,-2 3 0,0-7 0,0 0 0,0-7 0,1-5 0,5-3 0,-2-4 0,7-4 0,1 2 0,5-8 0,-7 8 0,5-6 0,-4 6 0,5-2 0,1 0 0,0 6 0,0 8 0,-5 1 0,-1 8 0,1 0 0,-1 0 0,1 0 0,1 0 0,-5 0 0,7 0 0,-3 0 0,3 0 0,2 0 0,0 0 0,1 0 0,-1-8 0,0 5 0,-2-9 0,-3-1 0,1-2 0,-7-3 0,-2 1 0,-2 0 0,-2 5 0,-2 3 0,-4 1 0,-4 3 0,-9 6 0,-4 5 0,2 6 0,-7 11 0,7 1 0,-2 7 0,3-2 0,11-1 0,-4 7 0,7-1 0,0-1 0,6-5 0,2-3 0,4-4 0,5-4 0,12 4 0,6-19 0,11 4 0,-2-14 0,8-9 0,-2-8 0,4-9 0,-2-1 0,0 1 0,-4 0 0,-6 1 0,-5 5 0,-10 3 0,4 4 0,-8 3 0,-8-3 0,-3 20 0,-12-5 0,4 4 0,-5 2 0,7 0 0,0 8 0,0 1 0</inkml:trace>
  <inkml:trace contextRef="#ctx0" brushRef="#br0" timeOffset="41">26192 14855 8912,'-2'-10'0,"-2"3"0,-2-1 0,0 6 0,6-2 0,0 14 0,0 9 0,0 6 0,0 7 0,0 6 0,0-1 0,0 5 0,0-2 0,0 0 0,0 6 0,2-6 0,4-2 0,-2-3 0,7-7 0,3-5 0,1-4 0,2-2 0</inkml:trace>
  <inkml:trace contextRef="#ctx0" brushRef="#br0" timeOffset="42">26106 15182 8912,'-33'0'0,"4"0"0,6 0 0,4 0 0,2 0 0,0 0 0,7 0 0,7 0 0,16-2 0,16-4 0,13-4 0,15-9 0,6-4 0,4 4-213,2-13 1,0-3 0,0-9 0</inkml:trace>
  <inkml:trace contextRef="#ctx0" brushRef="#br0" timeOffset="43">27035 14528 8912,'-17'-7'0,"5"5"0,1-4 0,7 6 0,-2 6 0,-2 5 0,3 12 0,-1 8 0,-2 7 0,6-2 0,-5 14 0,7-4 0,0 3 0,0 3 0,7-1 0,5 1 0,-3-8 0,3-4 0,-3-6 0,3-5 0,3-4 0,-5-8 0</inkml:trace>
  <inkml:trace contextRef="#ctx0" brushRef="#br0" timeOffset="44">26794 15027 8912,'17'-17'0,"0"-1"0,1 3 0,-1 4 0,0-10 0,0 3 0,8-3 0,4 4 0,9 0 0,2 0 0,6-6 0,-4 0 0,0 0 0,0-2 0,-7 6 0,-7-4 0,-7 4 0,4 10 0,-8 3 0,-7 4 0,-2 11 0,-8 9 0,-6 7 0,-2 7 0,-1-3 0,-3 3 0,-3-7 0,3 6 0,7-3 0,3-5 0,2 4 0,0-2 0,0-4 0,0-2 0,2-8 0,3-1 0,7-3 0,3-1 0,4-6 0,2-2 0,2-3 0,8-13 0,-4-1 0,7-4 0,-5-3 0,-1-3 0,1-4 0,4 1 0,-5 3 0,3-1 0,-10 7 0,-4 2 0,-4 2 0,-9 9 0,12 3 0,-14 14 0,5 12 0,-7 16 0,-6 1 0,1 10 0,-9 5 0,3 7 0,-4-3 0,-3 6 0,1-2 0,-2 6 0,-4-2 0,-2-1 0,-7 3 0,-1-4 0,-3-2 0,-2-2 0,3-13 0,1-6 0,-1-7 0,-7-6 0,-2-8 0</inkml:trace>
  <inkml:trace contextRef="#ctx0" brushRef="#br0" timeOffset="45">28549 14649 8912,'-34'-6'0,"-1"-2"0,1 1 0,0-1 0,1 4 0,2 4 0,3 6 0,1 3 0,-4 10 0,3 4 0,5 6 0,-4 9 0,4 2 0,6 0 0,3 3 0,5-5 0,-3 4 0,7-4 0,3-6 0,2-9 0,0 0 0,2-6 0,3-5 0,-1-4 0,8-8 0,1 0 0,2 0 0,3-8 0,-1-4 0,0-10 0,0-7 0,0-4 0,6-9 0,0-3 0,0-5 0,-7-2 0,-3 1 0,-3-3 0,-3-3 0,-1-4 0,-6-2 0,0 4 0,0 5 0,0 6 0,-2 16 0,-2 3 0,-2 6 0,-1 12 0,3 7 0,-2 8 0,0 13 0,6 10 0,0 7 0,2 2 0,4 4 0,4 4 0,7 8 0,0-6 0,0-2 0,1-2 0,-1-6 0,0-5 0,0 1 0,6-13 0,0 4 0,-2-4 0,6-9 0,-8-3 0,4-7 0,-4-1 0,-2-7 0,0-7 0,-1-8 0,-5-4 0,5-2 0,-15 1 0,5-1 0,-4 2 0,-2-3 0,0 1 0,0 8 0,0-2 0,-2 10 0,-4 1 0,-3 8 0,-1 4 0,3 14 0,-1 7 0,6 6 0,-4 7 0,-1 6 0,1 0 0,0-5 0,8-7 0,2 1 0,2-2 0,7-10 0,-3-4 0,7-7 0,0-2 0,0-2 0,6-16 0,0-5 0,-2-6 0,-2-5 0,4-3 0,0-1 0,-2 0 0,-4 5 0,-5 0 0,1 8 0,-7-2 0,0 10 0,-4 3 0,3 3 0,-3 9 0,6 9 0,-6 14 0,4 9 0,-4 8 0,5 10 0,-7 0 0,0-1 0,2 3 0,2 1 0,2 0 0,-3-5 0,-1 2 0,0-18 0,2 2 0,2-5 0,0-10 0,-4 2 0,3-12 0,-3-5 0,4-14 0,-4-9 0,-2-8 0,0-9 0</inkml:trace>
  <inkml:trace contextRef="#ctx0" brushRef="#br0" timeOffset="46">28893 14425 8912,'-11'0'0,"-1"0"0,9-8 0,-5 6 0,8-13 0,2 11 0,4-7 0,5-1 0,4 3 0,10 1 0,-4 3 0,8-1 0,0 0 0,5 6 0,0 0 0,1 0 0,-1 0 0,-7 8 0,0 1 0,-6 8 0,2 1 0,-6 5 0,-7 1 0,-1 3 0,1 4 0,-6-6 0,1 5 0,-10-7 0,1 6 0,-8-6 0,6 0 0,-5-6 0,0-8 0,1-1 0,2-21 0,10-7 0,4-4 0,-2-5 0,7-5 0,6 1 0,6 4 0,-2 7 0,-1-5 0,-3 10 0,0-3 0,0 7 0,0 9 0,-5-3 0,-1 7 0,3 0 0,-5 0 0,3 2 0,1 3 0,-5 5 0,1 1 0,-3-1 0,6-2 0,-5 5 0,9-11 0,-5 4 0,-1-5 0,1-1 0,-5 0 0,5 0 0,-1-7 0,3-5 0,-3-3 0,-3-2 0,-1 0 0,0-2 0,0-2 0,-3-2 0,-1 5 0,-2 7 0,0 0 0,0 1 0,-7 2 0,-5 8 0,3 10 0,-3 5 0,-1 8 0,-1 4 0,3 3 0,3 3 0,6-4 0,-1-3 0,-3-1 0,0 6 0,8-12 0,4 2 0,5-8 0,-1-5 0,1-8 0,6 0 0,6 0 0,2-4 0,-2-7 0,-2-3 0,8-15 0,-8 1 0,4-7 0,-2 1 0,0 0 0,0-1 0,-6 1 0,-2 0 0,-3-1 0,1 3 0,-7 3 0,7 4 0,-11 8 0,6 7 0,-8 10 0,2 12 0,1 3 0,3 2 0,-2 1 0,6 6 0,-7-5 0,9 4 0,1-3 0,3 4 0,-5-6 0,0 1 0,3-6 0,-7-2 0,7 7 0,-8-1 0,5 0 0,-5 0 0,-2 0 0,-2-7 0,-10 3 0,-4-7 0,-3-2 0,-2-2 0,0-2 0,0 0 0,-1 0 0,9 0 0,-7-15 0,7-5 0</inkml:trace>
  <inkml:trace contextRef="#ctx0" brushRef="#br0" timeOffset="47">30132 14150 8912,'10'-17'0,"-2"0"0,-8-1 0,0 1 0,0 0 0,0 7 0,0 3 0,0 7 0,-6 7 0,0 5 0,2 3 0,2 2 0,2 1 0,0-1 0,0 0 0,0 0 0,0 0 0,0 1 0,6-1 0,0 0 0,5 0 0,-3 0 0,2 1 0,1-1 0,6-2 0,0-4 0,1 5 0,-7-12 0,1 7 0,1 2 0,-5-5 0,5 7 0,-7-3 0,-1-3 0,-5 3 0,0-8 0,-1 11 0,-3-4 0,-4 5 0,-1 1 0,-3-8 0,-5 5 0,0-7 0,-1 3 0,1-6 0,0 3 0,0-7 0,7 0 0,3-7 0,7-10 0,0-10 0</inkml:trace>
  <inkml:trace contextRef="#ctx0" brushRef="#br0" timeOffset="48">30373 14167 8912,'27'0'0,"-2"0"0,-14-6 0,1 1 0,-8-1 0,3 8 0,-7 4 0,0 5 0,0-3 0,0 7 0,0-4 0,0 5 0,0 1 0,0 0 0,0 0 0,0 1 0,2-1 0,4 0 0,-4 0 0,7-7 0,-3-5 0,-4-3 0,8-4 0,-5-3 0,-3-5 0,8-9 0,-4-4 0,-3 4 0,9-4 0,-6 2 0,5 0 0,3-2 0,-1 0 0,0 8 0,-1 1 0,1 3 0,2 7 0,3-11 0,-1 13 0,0-4 0,2 2 0,2 1 0,2-3 0,0 0 0,-6 6 0,1 0 0,-1 0 0,0 0 0,0 0 0,0 0 0,1 0 0,-9 0 0,6-2 0,-3-3 0,-3 3 0,3-4 0,-6 2 0,5-2 0,1 4 0,-1-7 0,1 3 0,-7 4 0,7-3 0,1 3 0,-5 2 0,5 2 0,-7 3 0,-2 7 0,5 3 0,-7 2 0,6 2 0,0 4 0,-7-4 0,9 8 0,-6-6 0,2 2 0,-1 6 0,-3-6 0,2 0 0,2 1 0,-1-5 0,-5 6 0,0-8 0,0 1 0,0 6 0,0-4 0,-1 4 0,-5 1 0,2-6 0,-7 4 0,-1 4 0,-5-8 0,-2 6 0,-2-4 0,-2-2 0,2-4 0,2-9 0,7 2 0,1-10 0,-3-4 0,-1-11 0,-2-10 0,0-7 0</inkml:trace>
  <inkml:trace contextRef="#ctx0" brushRef="#br0" timeOffset="49">30356 13686 8912,'-17'0'0,"0"0"0,-1 0 0,1 0 0,6 0 0,-1 0 0,3 2 0,-3 3 0,5-3 0,9 14 0,3-5 0,7 4 0,11 3 0,3-7 0,9-1 0,-1-3 0,-5-1 0,-2-6 0,-2 0 0,-10-8 0,-7-1 0,-10-8 0,-4-1 0,-11 1 0,-10 0 0,-7 0 0,-1 0 0,1-1 0,-1 3 0,1 2 0,-1 1 0,3 8 0,3-1 0,12 3 0,2 2 0,15 6 0,0 1 0,9 3 0,14-1 0,8 3 0,7-7 0,6-3 0,8-2 0</inkml:trace>
  <inkml:trace contextRef="#ctx0" brushRef="#br0" timeOffset="50">31389 12912 8912,'11'-10'0,"2"7"0,5 8 0,5 13 0,3 8 0,9 16 0,5 10 0,2 15 0,-4 17 0,-18-37 0,-1 1 0,-2 6 0,-2 1-180,0 6 0,-3 2 0,-6 5 0,-3 2 1,1 3-1,-2 1 180,0-1 0,-2 1 0,-6 3 0,-3-1 0,-2-2 0,-3-1 0,-3 3 0,-2 1 0,-4 3 0,0 0 0,-2-3 0,0-1 0,-2 9 0,-2 0 0,0-6 0,-3-1-1163,0 2 1,-5 0 1162,7-23 0,-3 0 0,1 1 0,4 2 0,1 0 0,-2 0 0,-5 2 0,-3 1 0</inkml:trace>
  <inkml:trace contextRef="#ctx0" brushRef="#br0" timeOffset="51">27327 120 8912,'0'-9'0,"-7"-6"0,5 13 0,-6-4 0,8 12 0,0 5 0,6 12 0,2 8 0,1 7 0,4 8 0,-3 5 0,2 8 0,1 10 0,0 10 0,1 12 0,-9-42 0,-1 2 0,0 2 0,0 1 0,-2 2 0,0 2 0,-1 2 0,0 0 0,-1 2 0,0-1-72,0-1 0,0 0 0,0-5 0,0-1 0,-2 38 72,-4-4 0,-4-41 0,-7-8 0</inkml:trace>
  <inkml:trace contextRef="#ctx0" brushRef="#br0" timeOffset="52">27345 1788 8912,'-18'52'0,"-6"-1"0,-5 1 0,-6 1 0,-5 3 0,-8 1 0,-7-2 0,-20-1 0,33-28 0,-2-1-292,-6 2 0,3-2 0,-3 4 0,4-6 0</inkml:trace>
  <inkml:trace contextRef="#ctx0" brushRef="#br0" timeOffset="53">26570 2459 8912,'-51'34'0,"-1"0"0,-2-5 0,-3 0 0,2-1 0,-7 7 0,3-1 0,2 6 0,5 0 0,2 8 0,5-2 0,8 2 0,12-1 0,6-1 0,-2-7 0,19-5 0,-5-9 0</inkml:trace>
  <inkml:trace contextRef="#ctx0" brushRef="#br0" timeOffset="54">25865 3181 8912,'-6'51'0,"0"1"0,0 1 0,6 5 0,0-11 0,0 5 0,-1-4 0,-5 3 0,4 9 0,-6 6 0,8 11 0,0 1 0,0 4 0,0 2 0,0 2 0,0 0 0,0-7 0,0-5 0,0-9 0,0-2 0,8 0 0,0 6 0,5-2 0,-2-4 0,8 4 0,1-14 0,4 6 0,1 1 0,0-9 0,6 3 0,-3-8 0,3-4 0,9-2 0,4-12 0,8-1 0,-1-2 0,1-10 0,2 1 0,-1-7 0,-1 1 0,3-3 0,-5-9 0,9-1 0,2-3 0,8-6 0,6 7 0,1-1 0,-3 6 0,2 0 0,-7 2 0,-6 4 0,-3 5 0,-2 4 0,-5 2 0,1 1 0,5-1 0,11 8 0,1-6 0,5 4 0,1 2 0,-1-1 0,-4 1 0,-6 2 0,-8 0 0,-3-6 0,-1 4 0,3-8 0,1 0 0,6 6 0,-6 0 0,-1 0 0,-3 2 0,-9-6 0,0 13 0,-5-3 0,1 3 0,-8 3 0,-1-1 0,-6 0 0,1 3 0,5 3 0,-4-2 0,1 8 0,-5 0 0,6 7 0,2 5 0,1-5 0,3 4 0,-7 3 0,1-3 0,2-4 0,1-5 0,-5 2 0,3-8 0,-7 4 0,6-4 0,-6-8 0,2-5 0,-6-1 0,-2 3 0,4-6 0,-9 0 0,3-2 0,2-1 0,0 9 0,1-10 0,-1 8 0,0 1 0,0 5 0,0 5 0,1 4 0,-1 0 0,0 5 0,0 1 0,0 7 0,1 8 0,-3-4 0,-2 2 0,-1-1 0,1-3 0,3-2 0,-5-3 0,0 3 0,-5-11 0,4 1 0,-3-4 0,-1-1 0,2 1 0,-6-2 0,3 4 0,3-6 0,-2 1 0,0-4 0,-6 0 0,0 3 0,0 1 0,0 2 0,0-2 0,0 6 0,0 3 0,0 3 0,-6 0 0,-2 1 0,-1 4 0,5-3 0,-10 13 0,7-6 0,-3 0 0,-1 4 0,-6-8 0,-3 0 0,-3 3 0,4-7 0,-4 5 0,-3-5 0,1 4 0,-6 4 0,3 2 0,-3 2 0,-2-5 0,7 3 0,-9-10 0,3 6 0,-7 1 0,-1-7 0,6 4 0,1-1 0,5 1 0,-5-3 0,8 11 0,-5-8 0,1-2 0,2-1 0,-1-3 0,3 1 0,0 0 0,6-1 0,-12 1 0,8-1 0,0 1 0,6-1 0,2 7 0,1-1 0,3-2 0,7-1 0,-9-2 0,5 1 0,-1 4 0,5-3 0,-2 3 0,4-3 0,2-1 0,0 4 0,2 10 0,4 8 0,1 1 0,5-1 0,9-3 0,-2 9 0,6 1 0,-4-6 0,9 2 0,-7-5 0,-2 1 0,4 9 0,-2-7 0,-4-1 0,-5-7 0,1-10 0,-13 7 0,4-8 0,-4 0 0,-2-5 0,0-3 0,-2-1 0,-4-4 0,-6-2 0,-1-2 0,0-7 0,1-5 0,1-3 0,-14-8 0,-2 1 0</inkml:trace>
  <inkml:trace contextRef="#ctx0" brushRef="#br0" timeOffset="55">28687 739 8912,'-12'0'0,"1"-2"0,-2-3 0,3 3 0,-2-4 0,9 4 0,-5 10 0,8 5 0,0 8 0,0 10 0,0 7 0,0 6 0,6 7 0,1 3 0,1 1 0,0 3 0,-1-1 0,-1-5 0,-4-7 0,4 1 0,-4-15 0,-2-3 0,0-7 0,0-3 0,-2-9 0,-4-5 0,-5-8 0,-5-13 0,-1-10 0</inkml:trace>
  <inkml:trace contextRef="#ctx0" brushRef="#br0" timeOffset="56">28308 1100 8912,'-9'-7'0,"-5"3"0,9-8 0,-9 9 0,5-13 0,-1 13 0,4-9 0,4 8 0,2-3 0</inkml:trace>
  <inkml:trace contextRef="#ctx0" brushRef="#br0" timeOffset="57">28377 946 8912,'50'-35'0,"-4"1"0,11-1 0,-3 1 0,-3 0 0,-5 7 0,0 4 0,-8 6 0,4 3 0,-3 5 0,-5 1 0,-3 10 0,-22 10 0,-3 11 0,-12-4 0,-11 13 0,-10-5 0</inkml:trace>
  <inkml:trace contextRef="#ctx0" brushRef="#br0" timeOffset="58">28635 1427 8912,'0'17'0,"0"0"0,2-7 0,4-4 0,3-6 0,9-6 0,-1-4 0,2-9 0,4-4 0,4 2 0,7-5 0,1 1 0,-1 4 0,0-6 0,1 8 0,-1-4 0,1 4 0,-9 2 0,5 5 0,-8 3 0,-2 1 0,-8 0 0,-1 3 0,-8 3 0,3-4 0,-7 12 0,0-2 0,0 7 0,0 1 0,0 5 0,0 0 0,0 0 0,0 0 0,0 2 0,0 4 0,-7-4 0,5 6 0,-4-8 0,-4 8 0,3-6 0,-5 4 0,5-4 0,7-9 0,2-12 0,1-13 0,3-6 0,8-10 0,-3 4 0,12-7 0,-4 0 0,4-1 0,2 3 0,-2 3 0,-2 6 0,-2 4 0,4 2 0,0 2 0,-2 3 0,-2 5 0,-2 7 0,0 0 0,-5 7 0,-1 5 0,-1 3 0,3 2 0,-1 0 0,-1-1 0,6-3 0,1-2 0,-1-7 0,8 4 0,2-8 0</inkml:trace>
  <inkml:trace contextRef="#ctx0" brushRef="#br0" timeOffset="59">29926 533 8912,'0'-23'0,"0"0"0,0 2 0,-8 2 0,6 9 0,-7 12 0,5 16 0,-2 8 0,0 7 0,6 3 0,0 4 0,0-2 0,0 6 0,0-2 0,0-3 0,0-3 0,0-2 0,0-1 0,0-5 0,0 3 0,0-8 0,8 0 0,2-6 0</inkml:trace>
  <inkml:trace contextRef="#ctx0" brushRef="#br0" timeOffset="60">29943 997 8912,'8'10'0,"1"-3"0,9-7 0,-1 0 0,0 0 0,0-7 0,0-9 0,1-6 0,-3-7 0,-2 6 0,-1 0 0,1-2 0,2 6 0,-5-6 0,5 16 0,-13 1 0,6 16 0,-8 3 0,0 4 0,0 3 0,0-7 0,0 1 0,7-1 0,-5 1 0,4-1 0,-4-7 0,6 3 0,-6-14 0,5-10 0,-7-10 0</inkml:trace>
  <inkml:trace contextRef="#ctx0" brushRef="#br0" timeOffset="61">30081 533 8912,'-12'-17'0,"1"0"0,7-1 0,-4 7 0,8-1 0,0 9 0,2-5 0,4 8 0,4 2 0,7 4 0,6-3 0,2 9 0,1 1 0,-5 3 0,12-7 0,-6 14 0,7-4 0</inkml:trace>
  <inkml:trace contextRef="#ctx0" brushRef="#br0" timeOffset="62">30408 671 8912,'5'22'0,"1"1"0,0 0 0,-6-6 0,0 1 0,-8-1 0,6-8 0,-7 7 0,3-5 0,4-1 0,-4 1 0,5 1 0,8-3 0,-3-1 0,7-8 0,1 0 0,5 0 0,0-8 0,1-3 0,-1-5 0,-6 5 0,1 0 0,-1 1 0,6-1 0,1-5 0,-1 9 0,0-7 0,0 3 0,6 5 0,2-5 0,0-1 0,0 3 0,5-7 0,-11 12 0,4-7 0,2 5 0,-2-5 0,0 1 0,-6-3 0,1 1 0,-1 1 0,0-6 0,-6 5 0,-1 1 0,-2-3 0,-3 5 0,-5-3 0,0 9 0,-7-5 0,3 10 0,-8 4 0,-1 5 0,-2 4 0,-2 3 0,-1-1 0,7 6 0,1 2 0,1-1 0,-1 1 0,6-2 0,-3-6 0,7 0 0,0 1 0,0-1 0,0-6 0,2-1 0,3-2 0,5-3 0,7-7 0,0-1 0,1-3 0,6-15 0,-4 9 0,2-11 0,-2 4 0,-3-6 0,4 6 0,-4-4 0,4 4 0,-9 2 0,3 0 0,-6 7 0,-1 3 0,-6 7 0,4 0 0,-4 2 0,5 1 0,1 3 0,-4 2 0,7-4 0,3 1 0,-7 9 0,9-12 0,-5 3 0,4-3 0,-3-2 0,-1 0 0,1 0 0,3-2 0,-3-3 0,3 3 0,-11-12 0,7 9 0,1-9 0,-1 10 0,1-7 0,-1 7 0,6-2 0,0 5 0,1 1 0,6 0 0,-4 0 0,3 0 0,-4 0 0,-2 7 0,-6 1 0,-1 5 0,-2-1 0,3-7 0,-5 7 0,7-8 0,-9 3 0,7-7 0,-7-7 0,12-5 0,-5-9 0,4-2 0,3-7 0,1 5 0,2-6 0,2 3 0,5 5 0,-5-4 0,-2 2 0,-2 4 0,-1 2 0,-1 2 0</inkml:trace>
  <inkml:trace contextRef="#ctx0" brushRef="#br0" timeOffset="63">30666 1324 8912,'17'-6'0,"0"0"0,0 3 0,1 1 0,-7 2 0,1 0 0,1 0 0,2 0 0,3 7 0,-3 5 0,-2 5 0,-3 4 0,-3 2 0,5 2 0,-6-4 0,-1 2 0,3-2 0,-6-2 0,4-2 0,-4 0 0,-2 0 0,-8 1 0,6-9 0,-6-3 0,8-12 0,0-3 0,8-11 0,3-1 0,5-1 0,1-1 0,0 5 0,0 1 0,3 0 0,2 0 0,3 2 0,4 3 0,2-3 0,-8 3 0,7 3 0,-1-1 0,3 3 0,-3-5 0,-2 6 0,-2 1 0,-4-3 0,-2 6 0,-2-11 0,0 7 0,-7-7 0,5 3 0,-13-1 0,4-1 0,-4 8 0,-10-3 0,-4 7 0,-3 7 0,-2-1 0,0 9 0,0 4 0,-6 4 0,2-2 0,3 2 0,5-2 0,2-2 0,-1 4 0,1 0 0,7 0 0,-2-6 0,12 1 0,3-9 0,9-3 0,1-4 0,4-4 0,5-4 0,5-3 0,1-9 0,1 1 0,-1-6 0,0 0 0,-5-5 0,0 5 0,-10 0 0,0 6 0,-6-1 0,1 1 0,-7 8 0,3 1 0,-6 10 0,2 4 0,-1 3 0,-5 8 0,6 8 0,0 4 0,0-4 0,-1 9 0,3-1 0,0 5 0,1 2 0,1 2 0,-6-6 0,11-9 0,-6-12 0</inkml:trace>
  <inkml:trace contextRef="#ctx0" brushRef="#br0" timeOffset="64">31681 1719 8912,'0'25'0,"0"-6"0,0 6 0,-2-10 0,-2-1 0,-1-3 0,-9-1 0,3 1 0,-4-3 0,-3-8 0,1 0 0,0 0 0,0-8 0,5-5 0,3-16 0,1-11 0,-5-15 0,3-6 0</inkml:trace>
  <inkml:trace contextRef="#ctx0" brushRef="#br0" timeOffset="65">32163 1014 8912,'0'-9'0,"0"1"0</inkml:trace>
  <inkml:trace contextRef="#ctx0" brushRef="#br0" timeOffset="66">32094 997 8912,'25'0'0,"-6"0"0,21 0 0,-3 0 0</inkml:trace>
  <inkml:trace contextRef="#ctx0" brushRef="#br0" timeOffset="67">32301 1375 8912,'-44'27'0,"4"-4"0,11-6 0,6-5 0,11 3 0,5-13 0,11 6 0,7-8 0,4 0 0,20 0 0,-3-8 0,14-3 0,0-5 0,6-1 0</inkml:trace>
  <inkml:trace contextRef="#ctx0" brushRef="#br0" timeOffset="68">27706 3645 8912,'-27'0'0,"-3"2"0,5 2 0,0 3 0,0 5 0,4 7 0,2 8 0,2 13 0,1 8 0,5 9 0,5 12 0,4 7 0,2 8 0,0-4 0,8 1 0,3-11 0,7-5 0,3-6 0,2-9 0,1-16 0,-3-16 0,4-11 0,2-5 0,0-4 0,2-3 0,1-13 0,-5-12 0,2-8 0,-4-3 0,3-8 0,-1-5 0,-2-1 0,-7-4 0,-5-4 0,-5-4 0,-4-8 0,-4-1 0,-4-1 0,-5 1 0,-12 9 0,-4 8 0,-8 11 0,1 8 0,0 8 0,5 22 0,2 6 0,2 8 0,2 13 0,6 10 0,0 7 0,0 1 0,7-1 0,3 1 0,1-1 0,0 0 0,-7-7 0,3-2 0,-7-8 0,0 0 0</inkml:trace>
  <inkml:trace contextRef="#ctx0" brushRef="#br0" timeOffset="69">27224 4350 8912,'-9'0'0,"1"0"0,8 0 0,2 0 0,4-2 0,5-4 0,12-3 0,8-9 0,7-1 0,8-4 0,3 4 0,5-13 0,3 5 0,6 0 0,4-5 0,2 3 0,-8-1 0,-3 1 0,-5-11 0,-1 4 0</inkml:trace>
  <inkml:trace contextRef="#ctx0" brushRef="#br0" timeOffset="70">28102 3954 8912,'0'10'0,"0"-2"0,0-8 0,0 0 0,7 0 0,5-2 0,3-4 0,2 4 0,1-6 0</inkml:trace>
  <inkml:trace contextRef="#ctx0" brushRef="#br0" timeOffset="71">28360 3851 8912,'32'-7'0,"-3"-3"0,13-5 0,-4 1 0,-3 3 0,3-1 0,-19-5 0,6 0 0,-8 0 0</inkml:trace>
  <inkml:trace contextRef="#ctx0" brushRef="#br0" timeOffset="72">28325 4247 8912,'-28'17'0,"-1"0"0,8-7 0,4-3 0,19-9 0,15-3 0,10-7 0,13-11 0,4-2 0,8-3 0,-1-5 0,-1 8 0,-2-5 0,-2 3 0,1 2 0,-5-5 0,-1 1 0,-5-3 0,-2-3 0</inkml:trace>
  <inkml:trace contextRef="#ctx0" brushRef="#br0" timeOffset="73">29358 3335 8912,'-17'-1'0,"0"-5"0,-1-4 0,3-1 0,2 1 0,1 3 0,6 1 0,-3 4 0,1-4 0,3 4 0,5-3 0,1 8 0,7 5 0,9 2 0,2 3 0,10 8 0,2 2 0,1 7 0,3-8 0,-1 6 0,0 3 0,1 1 0,-1 3 0,1-1 0,-1 0 0,1 1 0,-3-1 0,-1-1 0,-3-5 0,-7 5 0,6-14 0,-8 4 0,-2-4 0,3-8 0,-15 1 0,9-8 0,-12 3 0,5-7 0,-7-7 0,-2-7 0,-3-7 0,-5-6 0,-15-15 0,-2-1 0</inkml:trace>
  <inkml:trace contextRef="#ctx0" brushRef="#br0" timeOffset="74">29633 3232 8912,'0'-9'0,"0"1"0,-7 31 0,-3-2 0,-9 31 0,-4-1 0,4 8 0,-4 12 0,4 4 0,2 1 0,-1 4 0,-6 4 0,10-15 0,-1 0 0,3-12 0,5-11 0,-1-12 0,2-7 0,6-17 0,0-10 0,0-12 0,6-5 0,2-6 0,-1-7 0,1-9 0,5-5 0,-3-15 0,7-2 0</inkml:trace>
  <inkml:trace contextRef="#ctx0" brushRef="#br0" timeOffset="75">29754 2871 8912,'-12'0'0,"1"0"0,7 0 0,-4 0 0,3 2 0,-1 4 0,0-2 0,6 7 0,0 3 0,2 7 0,4 1 0,1 9 0,7-2 0,-5 3 0,-1 3 0,4-1 0,-5 2 0,1 2 0,-1 3 0,-1-3 0,-6-10 0,0 3 0,0-8 0,0-2 0,0-2 0,-15-17 0,-4-4 0</inkml:trace>
  <inkml:trace contextRef="#ctx0" brushRef="#br0" timeOffset="76">29530 2957 8912,'-9'0'0,"1"-7"0,8-3 0,9-7 0,9 0 0,7-1 0,9 1 0,2 0 0,4 0 0,2 0 0,4-1 0,4 9 0,-14-4 0,5 7 0,-5 2 0,-9 2 0,-2 2 0</inkml:trace>
  <inkml:trace contextRef="#ctx0" brushRef="#br0" timeOffset="77">30115 3301 8912,'10'10'0,"-1"-3"0,-3-7 0,-2 6 0,7 0 0,-5 5 0,6-5 0,-1 7 0,8 1 0,2 5 0,2 4 0,6 5 0,-6-5 0,7 6 0,-1-6 0,-2 6 0,1-7 0,-7 1 0,2-5 0,-3-1 0,-5-6 0,-2-1 0,-1-3 0,-8-1 0,3-6 0,-7-2 0,0-4 0,0-5 0,0-4 0,-7-10 0,-3-2 0</inkml:trace>
  <inkml:trace contextRef="#ctx0" brushRef="#br0" timeOffset="78">30425 3284 8912,'0'9'0,"-2"7"0,-4-5 0,2 1 0,-7 3 0,-2 4 0,-3 12 0,-1 1 0,0 6 0,0 10 0,-1-4 0,1 8 0,2-1 0,2 1 0,1-1 0,8-7 0,-3-2 0,7-9 0,0-5 0,0-3 0,0-8 0,0-7 0,2-12 0,1-17 0,5-12 0,2-7 0,1-10 0,6 4 0</inkml:trace>
  <inkml:trace contextRef="#ctx0" brushRef="#br0" timeOffset="79">30408 2837 8912,'0'-17'0,"7"-1"0,-5 1 0,4 0 0,5 8 0,5 3 0,5 4 0,2 10 0,2 14 0,3 13 0,7 18 0,5 5 0,-10 14 0,3 8 0,-6 5 0,-4 6 0,-6 1 0,0 3 0,-2-7 0,-1-6 0,-3-3 0,-7-5 0,2-5 0,-10-2 0,-2-4 0,-15-4 0,10-13 0,-14-2 0,0-2 0,-9-10 0,-10 1 0,-8-6 0</inkml:trace>
  <inkml:trace contextRef="#ctx0" brushRef="#br0" timeOffset="80">29169 3009 8912,'-44'11'0,"4"-1"0,3-1 0,5 3 0,3 5 0,6 4 0,10 15 0,1 3 0,1 8 0,1 13 0,3 12 0,7 8 0,7 12 0,-2-43 0,0 1 0,1 4 0,1 1-281,2 5 1,-1 1 0,-1-4 0,2 0 280,4 4 0,2-1 0,-1-6 0,1-1 0,1-1 0,2-1 0,25 37 0,2-14 0,5-18 0,-4-7 0,0-16 67,2-5 0,-4-5 0,2-11 0,-1-7-67,-1-3 0,6-17 0,-12-8 0,8-23 0,-7-1 0,1-17 0,-4 0 0,-2-3 0</inkml:trace>
  <inkml:trace contextRef="#ctx0" brushRef="#br0" timeOffset="81">30631 2734 8912,'-17'9'0,"0"-3"0,0-4 0,7-4 0,6-2 0,8-2 0,13-7 0,4 4 0,8-9 0,-6 7 0,4-1 0,-2-1 0,3-2 0,-3-1 0,2 5 0,-6-2 0,0 5 0,-7-2 0,1 7 0,-8-7 0,5 4 0,3 4 0,-13 2 0,6 2 0,-14 14 0,0-5 0,1-3 0,5-1 0,0-7 0,7-7 0,3-3 0</inkml:trace>
  <inkml:trace contextRef="#ctx0" brushRef="#br0" timeOffset="82">31010 2287 8912,'10'0'0,"-3"0"0,-7 0 0,2 5 0,4 1 0,-4 8 0,5-5 0</inkml:trace>
  <inkml:trace contextRef="#ctx0" brushRef="#br0" timeOffset="83">31062 2459 8912,'2'45'0,"3"1"0,-3-7 0,12 8 0,-7-7 0,3-1 0,-6-3 0,9-2 0,-7-1 0,-1-3 0,1-3 0,0-2 0,0-2 0,-6-6 0,0-7 0,0-3 0,0-7 0</inkml:trace>
  <inkml:trace contextRef="#ctx0" brushRef="#br0" timeOffset="84">30958 2407 8912,'10'0'0,"5"0"0,-13-8 0,8 6 0,-5-3 0,-3 1 0,4-2 0,2 2 0,-2-7 0,-1 7 0,-5-5 0,0 3 0,0 4 0,0-6 0,0 8 0,0 0 0,6 2 0,0 4 0,-2 5 0,3 5 0,-1 1 0,0 6 0,-6 0 0,2 7 0,1-3 0,3 0 0,0 5 0,-6-3 0,0-4 0,0 0 0,0-1 0,0-5 0,0-1 0,0-3 0,0-5 0</inkml:trace>
  <inkml:trace contextRef="#ctx0" brushRef="#br0" timeOffset="85">31389 3215 8912,'-10'-8'0,"0"7"0,7-7 0,-3 0 0,-2 6 0,4-5 0,-1-1 0,-1 6 0,6-5 0,0 10 0,0 9 0,8 1 0,5 16 0,8 1 0,4 5 0,6 3 0,-3 2 0,1 8 0,5-10 0,-1 6 0,-5-2 0,3-2 0,-6-5 0,0-3 0,0-3 0,-2-4 0,-8-8 0,-2-2 0,-1-4 0,-8-3 0,5-8 0,-3 0 0,-4-8 0,5-3 0,-7-12 0,0-6 0,-7-3 0,-3-2 0</inkml:trace>
  <inkml:trace contextRef="#ctx0" brushRef="#br0" timeOffset="86">31716 3215 8912,'-18'0'0,"7"0"0,-1 0 0,1 0 0,-6 0 0,0 8 0,-1 1 0,1 10 0,0 4 0,0 4 0,-1 7 0,1 10 0,0 6 0,0 5 0,0 1 0,-1 5 0,1-8 0,0 5 0,2-7 0,1-5 0,3-6 0,7-3 0,-4-11 0,8-3 0,2-11 0,4-8 0,7-12 0,8-15 0,-1-4 0,12-22 0,-5-3 0,7-9 0</inkml:trace>
  <inkml:trace contextRef="#ctx0" brushRef="#br0" timeOffset="87">31819 2837 8912,'0'-17'0,"-2"1"0,-4 5 0,4-4 0,-5 15 0,7 0 0,0 9 0,0 14 0,2 4 0,3 7 0,7 1 0,-3 7 0,1 2 0,-1 1 0,1 1 0,-6-7 0,9 8 0,-7-5 0,-2 2 0,3-7 0,-1-1 0,-2-8 0,-2-3 0,-2-2 0,0-13 0,-8-3 0,-1-7 0</inkml:trace>
  <inkml:trace contextRef="#ctx0" brushRef="#br0" timeOffset="88">31716 2871 8912,'1'-11'0,"5"-1"0,6-1 0,3 3 0,2-1 0,0 7 0,8-9 0,4 7 0,9 0 0,2 6 0,8 0 0,-2 0 0,8 0 0,-3 0 0,12 8 0,-9 1 0</inkml:trace>
  <inkml:trace contextRef="#ctx0" brushRef="#br0" timeOffset="89">32387 3164 8912,'-10'17'0,"-5"0"0,13 0 0,-4 0 0,4 1 0,2-1 0,0 0 0,0 0 0,0 0 0,2-1 0,4-3 0,5-4 0,5-1 0,-7-2 0,8-6 0,1 0 0,-1 0 0,6 0 0,-4-2 0,-2-4 0,2-3 0,2-9 0,2-1 0,-2-2 0,-2-2 0,-1-7 0,-1 11 0,-2-4 0,-3 4 0,-5 9 0,1-5 0,-6 23 0,4 3 0,-5 14 0,-1 17 0,0 9 0,0 11 0,2 12 0,4 6 0,-4 12 0,6 4 0,-8-46 0,0 1-933,0 46 933,0-11 0,-2-9 0,-4-11 0,-5-3 0,-5-3 0,-7-18 0,0-8 0,2-9 0,-4-8 0,3-5 0,-1-5 0,5-7 0,1-2 0,0-5 0,0-10 0,0-10 0,-1-6 0,9-9 0,3-4 0,4-3 0,2-3 0,8-1 0,3-3 0,5-1 0,8-8 0,3 12 0,10-7 0,3 1 0,4-2 0,9-8 0,5 0 0,5 1 0,4-1 0,1 0 0</inkml:trace>
  <inkml:trace contextRef="#ctx0" brushRef="#br0" timeOffset="90">29478 5347 8912,'0'-19'0,"0"-2"0,0-2 0,0 2 0,0 2 0,0 2 0,0 0 0,0-1 0,0 1 0,2 0 0,2 0 0,2 0 0,5-1 0,-3-1 0,2-4 0,-5 4 0,5-4 0,-1 4 0,1 2 0,3 0 0,-5 0 0,0-1 0,-6 1 0,3 0 0,-3 0 0,-2 7 0,-11 5 0,-6 12 0,-6 10 0,-10 12 0,-7 17 0,-6 9 0,6 20 0,2 7 0,1 8 0,21-43 0,0 1 0,1 3 0,1 0 0,2-3 0,1 1-176,5 2 1,1-1-1,-9 38 176,9 4 0,-1-1 0,6-5 0,8-11 0,3-18 0,4-5 0,3-6 0,4-6 0,1-12 0,8-5 0,-2-11 0,-3-8 0,3-16 0,0 8 0,5-11 0</inkml:trace>
  <inkml:trace contextRef="#ctx0" brushRef="#br0" timeOffset="91">29891 5536 8912,'-26'0'0,"1"0"0,8 0 0,-1 0 0,1 0 0,0 10 0,0 7 0,2 10 0,3 5 0,-3 10 0,13-4 0,-4 6 0,4-2 0,10 6 0,1-12 0,11 5 0,2-5 0,-2-9 0,4-5 0,1-4 0,4-7 0,-4-3 0,7-8 0,-3 0 0,2-14 0,-3-3 0,-1-17 0,-6-1 0,2-1 0,8-8 0,-5 0 0</inkml:trace>
  <inkml:trace contextRef="#ctx0" brushRef="#br0" timeOffset="92">30115 5433 8912,'-9'-17'0,"-5"0"0,8-1 0,-5 7 0,5 0 0,1 7 0,5-4 0,0 16 0,0 3 0,1 12 0,3 6 0,2 3 0,2 5 0,-5 1 0,3 2 0,0 0 0,2-6 0,1 1 0,1-1 0,5 1 0,-3-1 0,-3-5 0,3-1 0,-1-7 0,6 0 0,0-7 0,-7-7 0,3-11 0,-7-7 0,7 0 0,-11-20 0,6 6 0,0-2 0,-6 6 0,5-5 0,-7 3 0,0 4 0,0-4 0,0 11 0,0 5 0,0 20 0,0 6 0,0 4 0,0 2 0,8-2 0,-4 0 0,5 0 0,-1-2 0,3-2 0,-5-2 0,8-6 0,-3 1 0,4-8 0,10 1 0,4-10 0,-2-11 0,1-7 0,-5-7 0,4 1 0,-2-3 0,-10-3 0,-9 3 0,-4 3 0,-2 6 0,-8-3 0,-3 12 0,-12-1 0,-6 5 0,-3 5 0,-3 12 0,1 5 0,-1 3 0,9 10 0,1-6 0,9 6 0,5 0 0,3-12 0,8 4 0,0-3 0,0 3 0</inkml:trace>
  <inkml:trace contextRef="#ctx0" brushRef="#br0" timeOffset="93">30890 5536 8912,'-20'-11'0,"-1"1"0,-2 3 0,1 1 0,4 6 0,1 0 0,0 0 0,0 7 0,-1 5 0,3 3 0,2 2 0,3 2 0,3 3 0,3 0 0,2 1 0,4-2 0,4-2 0,5-3 0,12-3 0,-4 4 0,6-1 0,0-5 0,-6 4 0,4-3 0,-4-3 0,-2 3 0,0 1 0,-1 2 0,-5 3 0,4-9 0,-13 7 0,4-5 0,-4 4 0,-2 2 0,-8 1 0,-3-1 0,-4 0 0,-5 2 0,-1 2 0,-2 2 0,-5-6 0,5-5 0,6-8 0,5 1 0,8-18 0,-3 0 0,7-16 0,9 0 0,7-5 0,5-1 0,2 1 0,-6 0 0,6 1 0,0 3 0,-2 3 0,-2 2 0,-2 2 0,0 8 0,0 3 0,-7 5 0,-2 7 0,-8 2 0,0 3 0,0 5 0,0 1 0,0 1 0,2-3 0,1 5 0,5-5 0,2-1 0,1-2 0,8-6 0,4 0 0,-2 0 0,8 0 0,-2 0 0,1 0 0,-3-6 0,-8-2 0,1-1 0,-1-5 0,-8 7 0,-1-9 0,-16 7 0,-7-1 0,-10 5 0,-2 3 0,6 9 0,-11 3 0,3 7 0,4 0 0,2 1 0,4-1 0,4 0 0,3 0 0,-1 0 0,7 0 0,4 1 0,6-1 0,6 0 0,15-7 0,5-5 0,9-3 0,4-2 0,7-2 0,-4-3 0,4-7 0,-4-11 0,-2 2 0,2-7 0,-16 7 0,-1-2 0,-10 4 0,-8 1 0,-7 3 0,-8 4 0,-13 3 0,-10 8 0,-7 0 0,5 2 0,1 4 0,7 3 0,-2 10 0,5 2 0,7 2 0,5-2 0,4 6 0,2-8 0,0 4 0,0-4 0,8-2 0,2-1 0,7-3 0,0-2 0,0-7 0,0 4 0,1-10 0,-1-4 0,0-11 0,6-10 0,0-9 0,-4-4 0,-6-6 0,1-4 0,-8-1 0,-3-1 0,5-7 0,-2-4 0,-2 2 0,-10-2 0,2 9 0,-6 3 0,1 11 0,-1 9 0,7 12 0,-3 7 0,-4 9 0,8 3 0,-3 11 0,3 18 0,2 9 0,0 10 0,0-1 0,7 13 0,5-7 0,3 4 0,2-1 0,0 5 0,3-2 0,3-3 0,-4 5 0,11-8 0,-7 5-172,0 3 1,-6 0-1,1 8 1</inkml:trace>
  <inkml:trace contextRef="#ctx0" brushRef="#br0" timeOffset="94">30752 7101 8912,'0'-33'0,"0"3"0,0 1 0,0-1 0,-2-3 0,-2-1 0,-2-1 0,-1 1 0,1-1 0,-4 3 0,1 3 0,-6-1 0,3 7 0,-9 6 0,-2 7 0,2 2 0,-4 5 0,0 8 0,-1 7 0,-1 13 0,-2 9 0,4 8 0,2 12 0,2 1 0,4 4 0,4 0 0,-1 1 0,7 5 0,-1-10 0,8 4 0,0-5 0,0 1 0,0-9 0,2 2 0,4-2 0,-4 3 0,11-12 0,-7 3 0,-2-4 0,-2-9 0,-2-4 0,-2-6 0,-4-6 0,-4-3 0,-7-8 0</inkml:trace>
  <inkml:trace contextRef="#ctx0" brushRef="#br0" timeOffset="95">30201 7548 8912,'12'-2'0,"-1"-4"0,3 0 0,8-11 0,5 4 0,10-14 0,3 4 0,4-4 0,9-5 0,5 3 0,-11-1 0,3 5 0,-6 2 0,-6 4 0,-17-2 0,2 19 0,-21-6 0,4 8 0,-12 0 0,-5 2 0,-5 4 0,-1 5 0,0 12 0,2 2 0,3 4 0,-3 3 0,13-5 0,-4 6 0,4-5 0,2 3 0,0-8 0,0-2 0,0-2 0,8-2 0,4-7 0,9-5 0,2-3 0,1-15 0,-1-4 0,-2-14 0,8-3 0,-8-1 0,2-7 0,-10 8 0,-1-1 0,-8 3 0,1 3 0,-3 6 0,-2 4 0,-7 2 0,-3 8 0,-7 3 0,0 4 0,0 2 0,5 2 0,1 4 0,-1 3 0,3 3 0,3-1 0,12-7 0,3 11 0,8-13 0,1 6 0,-1-3 0,0 1 0,-6 2 0,1-2 0,-8-3 0,1 9 0,5-8 0,-6 5 0,7-3 0,-7-4 0,11 5 0,-5-7 0,5 2 0,-1 2 0,-3 2 0,-1 2 0,1-3 0,4 3 0,-3 3 0,-4 5 0,7-7 0,-6 8 0</inkml:trace>
  <inkml:trace contextRef="#ctx0" brushRef="#br0" timeOffset="96">31044 7479 8912,'0'10'0,"0"-3"0,0-7 0,0-7 0,0-5 0,0-3 0,0-2 0,0-2 0,0-4 0,0 3 0,0-2 0,8 1 0,4-2 0,-3 4 0,3-4 0,5 4 0,6 1 0,7 1 0,-1 0 0,-2 0 0,1 0 0,1 7 0,4-3 0,-3 7 0,-1 2 0,-14 2 0,2 2 0,-1 0 0,-9 0 0,9 8 0,-7 1 0,1 3 0,-3-1 0,1 3 0,-6-5 0,4 3 0,3-1 0,-7 6 0,4 1 0,2-1 0,-3 0 0,1 0 0,-6 0 0,0 0 0,0-5 0,0-1 0,0-7 0,0 4 0,0-10 0,0-4 0,0 4 0,0-15 0,0 2 0,0-6 0,0-2 0,6 6 0,1 0 0,1-1 0,0 1 0,3 6 0,-5-1 0,0 8 0,1-3 0,-3 7 0,8 0 0,-9 0 0,5 0 0,0 7 0,-6-5 0,7 6 0,-3-8 0,-4 0 0,13-8 0,-7 4 0,5-7 0,-1-2 0,-7-3 0,7 1 0,-1 2 0,-1 1 0,5 3 0,-3-3 0,-3 5 0,3 7 0,-1-8 0,6 8 0,1 0 0,6 0 0,-2 15 0,6-5 0,3-1 0,1 5 0,3-9 0,-1 1 0,1 2 0,-1 1 0</inkml:trace>
  <inkml:trace contextRef="#ctx0" brushRef="#br0" timeOffset="97">31939 6018 8912,'-9'-25'0,"-7"6"0,16-4 0,0 11 0,8 5 0,9 7 0,14 17 0,3 13 0,3 18 0,-1 13 0,-7 21 0,-1 10 0,-17-38 0,-1 3-101,2 5 0,-1 2 1,-1 4-1,-2 2 1,-1 7-1,-1 2 1,-1-1-1,-1-1 101,1-2 0,-2-1 0,0-2 0,0-3-185,-3-8 1,0-1 0,0 1 0,0 0 184,0 2 0,0 0 0,-3-5 0,-2-1 0,0 1 0,-1-2 0,-10 36 0,6-44 0,-1-1 0,-10 34 0,0-5 0,-2-3 0</inkml:trace>
  <inkml:trace contextRef="#ctx0" brushRef="#br0" timeOffset="98">11840 11829 8912,'0'-12'0,"0"1"0,0-2 0,0 5 0,0 0 0,0 8 0,5 2 0,1 4 0,0-4 0,1 13 0,5-3 0,-4-3 0,-1 3 0,1 1 0,3 2 0,-1-3 0,1-1 0,1-1 0,5 1 0,0 4 0,2-7 0,2 6 0,2-3 0,8-7 0,-8 9 0,9-5 0,5 1 0,3-5 0,0 2 0,-4-4 0,12-2 0,-8 0 0,6 0 0,-6 0 0,-1 0 0,-9 0 0,-1 0 0,1 0 0,3 0 0,-4 0 0,-1 0 0,-5 0 0,6 0 0,0 2 0,5 3 0,0-3 0,1 4 0,-1-4 0,8-2 0,2 0 0,0 0 0,0 0 0,-4 0 0,-3 0 0,3 0 0,4 0 0,-10 6 0,3-1 0,-7-1 0,-1-2 0,7-2 0,3 0 0,1 0 0,7 0 0,-1 0 0,-2 0 0,2 0 0,6 0 0,5 0 0,-5 0 0,-6 0 0,0 0 0,5 0 0,1 0 0,-6 0 0,0 0 0,-6-2 0,6-3 0,0 3 0,3-4 0,-3 4 0,4 0 0,-6-2 0,0-1 0,-4 1 0,4 2 0,-8 2 0,4 0 0,-3 0 0,-3 0 0,1 0 0,-1 0 0,0 0 0,1 0 0,-1 0 0,1 0 0,7 0 0,4 0 0,3-2 0,1-2 0,-4-2 0,4 1 0,-4 5 0,3 0 0,3 0 0,-8 0 0,-4 0 0,-9 0 0,-3 0 0,1 0 0,4 5 0,-5 1 0,5 0 0,-5-6 0,5 2 0,1 2 0,1 1 0,7 1 0,-4-6 0,8 0 0,0 0 0,4 0 0,-5 0 0,3 0 0,-8 0 0,1 0 0,-5-2 0,2-2 0,2-1 0,0-1 0,-11 6 0,0 0 0,5 0 0,6 0 0,-1 0 0,-3-6 0,-2 0 0,1 1 0,-1 5 0,1 0 0,-1 0 0,0 0 0,-1 0 0,-4 0 0,7 0 0,-5 0 0,-1 0 0,-7 0 0,2 0 0,0 0 0,3 0 0,-1 0 0,2 0 0,-6 0 0,6 0 0,-1 0 0,7 0 0,-1 0 0,0 0 0,1 0 0,-1 0 0,1 0 0,5 0 0,0 0 0,0 0 0,-5 0 0,-1 0 0,-5 0 0,-1 0 0,1 0 0,-2 0 0,5 0 0,-7 0 0,6-2 0,-3-4 0,-1 4 0,2-4 0,3 4 0,-3 2 0,4-1 0,1-5 0,0 4 0,-1-6 0,-2 6 0,-3-3 0,1 3 0,5-4 0,-7 4 0,-4 2 0,2 0 0,-2-2 0,-2-2 0,-2-1 0,-9-1 0,5 6 0,-4 0 0,-1 0 0,1-2 0,3-4 0,1 4 0,2-5 0,0 1 0,1 0 0,-1-7 0,6 9 0,0-6 0,-2 3 0,-2-5 0,-2 7 0,0-9 0,1 12 0,-1-5 0</inkml:trace>
  <inkml:trace contextRef="#ctx0" brushRef="#br0" timeOffset="99">18585 11777 8912,'18'-5'0,"-1"-1"0,8-8 0,-4 11 0,7-9 0,-5 3 0,6-3 0,-6-3 0,6 3 0,-1-3 0,-1-2 0,4 0 0,-8 0 0,7 3 0,-3 1 0,0-1 0,-2-5 0,-8 8 0,0-4 0,0-3 0,0-6 0,1 4 0,-1-2 0,0 2 0,-5-2 0,-1-1 0,0-8 0,1 10 0,-3-8 0,-1-1 0,4-3 0,-7-1 0,7-2 0,-6-4 0,-1 3 0,1-11 0,0 6 0,-2-2 0,-2 4 0,-2-5 0,0 6 0,0-1 0,-2 4 0,-2 0 0,-4-1 0,-1 3 0,-3-4 0,1 13 0,-1-4 0,-1-3 0,-10 3 0,4-1 0,-4-1 0,4 2 0,0 6 0,-4-5 0,-2 1 0,-6-4 0,2 5 0,-1 1 0,-10 2 0,1 6 0,-6 0 0,-1 1 0,-6 5 0,0-3 0,1 7 0,-1-3 0,-5 4 0,-1-3 0,1-1 0,-2 1 0,-2 5 0,-10-9 0,-4 7 0,-3-2 0,-8 4 0,0-1 0,7-7-107,5 7 0,5-3 107,6 2 0,4 4 0,7-5 0,0 1 0,1 0 0,-7 0 0,1 6 0,0 0 0,-1-5 0,-1-1 0,-2 2 0,-2 2 0,-6 2 0,-2 0 0,-3 0 0,-12 0 0,36 0 0,0 0 0,-1 0 0,-1-2 0,0-1 0,1 1 0,0 1 0,2 0 0,-29-7 0,5 8 0,8 0 0,0-6 0,8 1 0,-6-3 0,5 2 0,1 2 0,5-7 0,1 1 0,-1-3 0,0 2 0,1 5 0,-3-6 0,-3-1 0,-6 5 0,-12 3 0,-9 1-298,-8-2 0,-5 4 298,5-4 0,10-1 0,13 1 0,8-2 67,9 3 0,1 3 0,-1-6-67,0 0 0,-5 7 0,0-5 0,-8-2 0,1 2 0,-8-5 0,-3 5 0,-5 1 0,2 5 0,-7 0 0,1 0-184,-13 0 0,16 0 184,7 0 0,11 0 0,13 0 0,4 0 0,6 5 0,11 1 0,-3 0 0,3-6 293,-3 0 0,-5-2-293,-3-4 0,2 4 0,-8-4 0,0 5 0,-11-5 0,-1 0 0,-5 0 0,6 6 0,1 0 0,9 0 0,1 0 0,8 0 0,-12 0 0,6 0 0,0 0 0,0 0 0,4 0 0,-4 0 0,-6 0 0,2 0 97,2 0 1,6 2 0,-4 2 0,0 4-98,0 1 0,-2 3 0,1 5 0,1-2 0,1-3 0,3 3 0,0-6 0,0 9 0,-6-1 0,6 0 0,2 0 0,-6 0 0,-2 1 0,4-7 0,2 1 0,-2-1 0,1 6 0,7-5 0,5-1 0,8-1 0,-2 1 0,4 3 0,2-9 0,6 7 0,-1-7 0,6 9 0,-3-3 0,-1 5 0,1 1 0,5-8 0,-10 9 0,7-3 0,-3 6 0,4 4 0,-5-2 0,7-4 0,-11 5 0,5-6 0</inkml:trace>
  <inkml:trace contextRef="#ctx0" brushRef="#br0" timeOffset="100">10996 10385 8912,'0'24'0,"0"5"0,-5 4 0,-1 1 0,0 0 0,6-1 0,0-3 0,0-1 0,0 0 0,0 5 0,0 1 0,0-3 0,0-1 0,0-3 0,0 3 0,0 1 0,2 3 0,4-1 0,-4 0 0,13-7 0,-5-2 0</inkml:trace>
  <inkml:trace contextRef="#ctx0" brushRef="#br0" timeOffset="101">11014 11107 8912,'0'25'0,"0"1"0,0 1 0,5 6 0,1-5 0,-2 5 0,0 1 0,1 0 0,-3-5 0,6 0 0,-2-1 0,-1-1 0,9-2 0,-10-2 0,5 0 0,-1-2 0,5-2 0,-1-2 0,3 0 0,2 1 0,0-7 0,1-1 0,-1-3 0,0 5 0,0-7 0,0 9 0,1-10 0,1 7 0,4 2 0,-4-5 0,8 7 0,-4-3 0,-12-5 0,4 1 0</inkml:trace>
  <inkml:trace contextRef="#ctx0" brushRef="#br0" timeOffset="102">11495 11794 8912,'35'18'0,"-1"-1"0,3 0 0,3 0 0,2 6 0,4 0 0,1 2 0,-6-2 0,5 9 0,-6 10 0,-2 2 0,-9-13 0,-5 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6T02:53:24.1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9723 12843 8912,'2'-26'0,"2"1"0,3 2 0,1 0 0,1 4 0,1 3 0,3 5 0,3 5 0,1-3 0,0 1 0,0 4 0,1 2 0,-1 2 0,0-5 0,0-1 0,0 0 0,-7 6 0,-2 0 0,-8 0 0,-2 0 0,-4 0 0,-6 0 0,-3 0 0,-4-2 0,-4-3 0,2 3 0,-8-4 0,1 4 0,-7 2 0,-5 0 0,0 0 0,-6 8 0,2 3 0,-4 6 0,-5 6 0,-5-2 0,1 8 0,2-6 0,-8 5 0,5-7 0,-5 2 0,10 0 0,1-6 0,2 4 0,10-9 0,2-4 0,7-1 0,4-1 0,3 0 0,-7-1 0,2-5 0,-3 0 0,-3 0 0,1 2 0,0 4 0,-7-2 0,1 7 0,-8 1 0,3 5 0,1 0 0,0 0 0,2 1 0,3-1 0,3 0 0,2 0 0,7 0 0,4 1 0,6-1 0,5 0 0,-3-8 0,13 1 0,-4-4 0,-3 3 0,-1 9 0</inkml:trace>
  <inkml:trace contextRef="#ctx0" brushRef="#br0" timeOffset="1">8088 13239 8912,'-11'7'0,"-1"5"0,6-3 0,-5 3 0,5-3 0,-5 3 0,5 3 0,-5-3 0,-3 3 0,5 0 0,-3-3 0,6 3 0,-5-4 0,5 3 0,-5-3 0,5 4 0,-6-3 0,9-4 0,-7 7 0,4-4 0,3 3 0,-7-1 0,2-1 0,3 1 0,-3 2 0,6 4 0,-4 4 0,2-2 0,-1 8 0,1 0 0,-8 5 0,7 0 0,-7 1 0,8-1 0,-9 0 0,7 1 0,1-1 0,-1-1 0,0-5 0,-5-3 0,5-8 0,0 1 0,4-3 0,-4-4 0,5 5 0,-7-13 0,6 7 0,-4-2 0,4 5 0,-5-2 0,1 5 0,0 1 0,-1 0 0,1 0 0,4 1 0,-4-1 0,-1 0 0,1 0 0,-2 0 0,2 1 0,5 6 0,-9-5 0,4 4 0,4-4 0,-3-1 0,3-1 0,2 0 0,-6 0 0,0 0 0,-1 1 0,1-1 0,4 0 0,-4 0 0,2 6 0,-1 0 0,3 0 0,-4-6 0,2 6 0,0 0 0,-1 0 0,1 2 0,2-6 0,2 4 0,0 2 0,0-2 0,0-1 0,0-4 0,0-7 0,0 1 0,0-1 0,0 6 0,2-5 0,3-1 0,-3-7 0,6 11 0,-8-11 0,2 6 0,4-3 0,-4 7 0,11-5 0,-5 8 0,1 1 0,-3-7 0,5 1 0,-7-1 0,12 6 0,-5 0 0,4 1 0,2-1 0,8 0 0,4 0 0,4 0 0,1 1 0,2-1 0,3 0 0,3 0 0,2 0 0,-4 1 0,6-1 0,-8-6 0,2 1 0,-4-7 0,-1 7 0,-5-8 0,5 1 0,-10-3 0,9-2 0,4 0 0,1 0 0,8 0 0,5 0 0,3 0 0,1 0 0,3-5 0,-2-1 0,3-8 0,-3 3 0,2-2 0,4 1 0,2-3 0,-7 3 0,7 3 0,-2-3 0,2 3 0,-2-3 0,-7 5 0,-9-1 0,3 6 0,-4-4 0,-4-1 0,-2 1 0,-2-2 0,3 3 0,-1 1 0,11-8 0,-3 1 0,9-6 0,-1 0 0,1-1 0,3-1 0,3-4 0,-4 4 0,-7-4 0,-1 4 0,1 2 0,-2 0 0,-5 0 0,3-1 0,-8 1 0,8 0 0,-2 0 0,4 0 0,1-1 0,1 1 0,0 0 0,-8-6 0,-4 0 0,0-5 0,-6 5 0,5 0 0,-11 6 0,-1-3 0,2-2 0,-2 2 0,1-2 0,3 2 0,-8 3 0,5 0 0,-5 0 0,-2 0 0,-1-1 0,-3 1 0,0 0 0,0-2 0,0-4 0,6 2 0,0-8 0,2 1 0,-2-7 0,-4-7 0,4-4 0,4-11 0,-8-6 0,4-11 0,-4-1 0,-4-7 0,-1-4 0,-5 2 0,-1 0 0,-2 4 0,-6 11 0,0 8 0,-2-6 0,-4 6 0,-5 0 0,-5 1 0,-1 11 0,0 1 0,0 2 0,-1 8 0,1-2 0,0 5 0,0 7 0,0-3 0,-1 8 0,1 0 0,0 6 0,0 0 0,0 0 0,-1 0 0,-1-1 0,-2 1 0,-2 0 0,-2 0 0,2 0 0,2-1 0,-7 1 0,-3 0 0,-1 0 0,-10 0 0,3 1 0,-7 5 0,1-4 0,-7 5 0,0 0 0,-5 3 0,0 7 0,-8 0 0,3 0 0,-6 2 0,-1 3 0,8 3 0,1 5 0,3-1 0,0 1 0,-1 3 0,7 1 0,-3 0 0,-3 0 0,-6 0 0,-12 1 0,6-1-820,0 0 820,0 0 0,10 0 0,-6 1 0,2-1 0,2 0 0,-2 0 0,5 0 0,5 1 0,9-1 0,-4-2 0,8-2 0,2-1 0,1-8 0,9 5 0,1-5 0,2 2 0,10-1 0,-1-5 0,15 2 0,-5 4 0,4 6 273,2 3 0,0 14 1,0 13-274,0 19 0,-8 13 0,-1 12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6T02:53:24.1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14782 1977 8912,'-34'0'0,"1"0"0,3 0 0,3 0 0,0 2 0,2 4 0,-1 5 0,-1 5 0,6 7 0,-2 1 0,4 3 0,1 4 0,3 7 0,4 2 0,3 8 0,8-2 0,0 1 0,0-1 0,10 2 0,7-8 0,0-7 0,10-9 0,-4-8 0,5-5 0,5 4 0,-4-15 0,1-1 0,5-15 0,3-12 0,0-11 0,6-12 0,-8-3 0,3-3 0,-9 3 0,1 1 0,-8-4 0,-8 3 0,-9-3 0,-6 5 0,-6 6 0,-11-1 0,-12 7 0,-11-1 0,4 17 0,-4 6 0,3 11 0,3 5 0,1 4 0,5 4 0,5 5 0,4 6 0,1 6 0,9 4 0,1 2 0,8-1 0,0-7 0,0 2 0,0-4 0,8 6 0,1 2 0</inkml:trace>
  <inkml:trace contextRef="#ctx0" brushRef="#br0" timeOffset="1">14472 2252 8912,'-17'17'0,"0"-7"0,8 5 0,1-13 0,8 6 0,8-16 0,9 4 0,13-9 0,9-4 0,6-6 0,5-4 0,2 6 0,-1-2 0,1 2 0,0-2 0,3 4 0,-3-4 0,3-3 0,-11-1 0</inkml:trace>
  <inkml:trace contextRef="#ctx0" brushRef="#br0" timeOffset="2">2839 6912 8912,'-23'-6'0,"1"0"0,1 0 0,1 1 0,3-1 0,0-5 0,0 3 0,0-2 0,-1 7 0,11-5 0,7 8 0,7 0 0,11 0 0,1 0 0,6 0 0,9 0 0,2 8 0,10 3 0,6 2 0,7 1 0,2-3 0,18 1 0,3 3 0,-33-8 0,1-1 0,3-1 0,1 0 0,5-1 0,1-1-774,4-1 1,2 0 773,12 3 0,3 0 0,-3-4 0,2 0 0,9 2 0,0 0 0,-2-2 0,-2 1 0,-1 1 0,-1 0 0,0-1 0,0 0 0,-3 2 0,1 1 0,-1-1 0,0 0 0,-5-1 0,-3 0-162,-10-3 0,-3 0 1,-2 0-1,-1 0 162,-4 0 0,-1 0 0,43 2-103,-8 3 1,-12-3 102,-16 4 0,-5-4 0,-17-2 0,-5 0 0,-4 0 0,-4 0 0,-12 2 1395,1 4-1395,-8-4 371,3 5 1,-9-7-372,-3 0 87,-5 0 0,-15 0 0,-4 0-87,-3 0 0,-10 0 0,-4 0 0,-17-2 0,-6-2 0,-2-1 0,-5-3 0,1 2 0,-7-3-212,2-8 0,1 5 212,-1 1 0,-2-7 0,-10-4 0,43 6 0,-1 1 0,-6 1 0,-1-1-503,-3-1 0,-1 0 503,0 2 0,-2 1 0,-1 1 0,0 1 0,-3 5 0,0 3 0,-3 1 0,-1 4 0,-1 3 0,0 5 0,1 3 0,1 3 0,5-1 0,2 2 0,3 0 0,1 0 0,2 4 0,-1 0 0,-2-2 0,0 1 0,-2 3 0,3 0 0,-30 9 0,14 2 0,31-16 0,15-1 0,16-11 0,13 1 0,13-7 0,8 0 0,10 8 0,15 3 0,15 5 0,15 1 0,16-2 0,-35-9 0,1-1 0,0 3 0,1 0-326,6-2 1,2-1 325,-2 3 0,1 0 0,4 0 0,0 1 0,1-1 0,1-1 0,3-1 0,0-1 0,0 0 0,3-2 0,9-2 0,1-2 0,4 0 0,0 0-518,3-1 1,-1-2 517,-1 1 0,-2-3 0,-2-5 0,0-3 0,-4 0 0,-2-1 0,-3 0 0,-1-2 0,-6 1 0,-3-1 0,-9 3 0,-3 0 0,35-11 0,-31 8 0,-18 0 0,-12-1 0,-15 9 0,-11 1 0,-12 8 450,4 0 1,-15 0-451,0 0 0,-8 0 0,-11 0 1107,-4 0 1,-14-2-1108,-15-3 0,-15 3 0,36-1 0,-1 0 0,-3 1 0,0 0 0,-2-1 0,-1 0-131,-1 2 0,-1 0 0,-5-2 0,-2-1 0,0 3 0,0 2 131,-1-2 0,0 2 0,-1 2 0,0 1-517,-3 2 0,1 0 517,2 1 0,2 1 0,3 4 0,3 1 0,7 1 0,3 1 0,-31 15 0,26-1 0,20-6 0,20-4 0,7-2 0,12-7 0,5 5 0,14-2 0,9 8 0,5 8 0,12 11 0,-1-4 0,13 5 0,8-13 0,9-5 0,8-4 0,-39-10 0,0-1 37,-1 1 0,1 0 1,6-4-1,-1-1-37,-5-1 0,0 0 0,4 1 0,1 0 0,-4-1 0,-1-1 0,45 2 0,-8-2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6T02:53:24.20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8363 1289 8912,'8'-17'0,"2"-2"0,-1-2 0,-3-4 0,-4-1 0,-2-5 0,0-1 0,-2-3 0,-2 1 0,-4 1 0,1 3 0,-1 1 0,-5 8 0,3-4 0,-7 10 0,0 3 0,0 7 0,-3 3 0,-1 2 0,-2 0 0,-7 7 0,9 3 0,-8 9 0,0 4 0,1 6 0,-1 3 0,0 10 0,-7 6 0,-4 15 0,-2 8 0,18-28 0,0 2-241,1 0 0,0 1 0,0 9 0,0 3 241,-3 7 0,1 2 0,2 6 0,2 3 0,-1 4 0,4 0 0,5 1 0,5-1 0,1-4 0,2 1 0,1-2 0,4-1 0,6-6 0,4-1 0,0-5 0,2-3 0,21 28 0,7-24 0,6-17-47,11-9 0,-3-13 47,3-6 0,3-9 0,-3-11 0,-2-3 0,-9-13 0,8-3 0,-8-11 0,-4-10 0,-4-10 0</inkml:trace>
  <inkml:trace contextRef="#ctx0" brushRef="#br0" timeOffset="1">8828 1410 8912,'-2'-17'0,"-2"-1"0,-1 1 0,-7 0 0,6 0 0,-5 5 0,3 3 0,1 3 0,-1 8 0,0 8 0,4 13 0,-1 7 0,1 8 0,2 6 0,2 10 0,0 1 0,2 4 0,4 1 0,5-1 0,-3-2 0,7-3 0,-3-1 0,3-1 0,-6 3 0,5-19 0,-8 4 0,5-5 0,-5-6 0,-1-12 0,-5-10 0</inkml:trace>
  <inkml:trace contextRef="#ctx0" brushRef="#br0" timeOffset="2">8604 1547 8912,'-9'-7'0,"-5"3"0,7-8 0,-3-1 0,6 4 0,-1-3 0,3-3 0,2-6 0,15 2 0,2-14 0,12 5 0,9-5 0,-3-1 0,10-1 0,1 1 0,4 0 0,4-1 0,1 3 0,2 5 0,-1 10 0,-3 7 0,-9 22 0,-3 11 0,-15 13 0,-9 21 0,-11 12 0,-17 11 0,-12 4-116,-8 2 0,12-40 1,-2 0-1,1 0 1,0 0 115,1-1 0,0-1 0,-25 37 0,9-5 0,-1-7 0,5 0 0,10-16 0,-2-9 0,6-12 0,6-9 0,3-11 0,8-6 0,0-12 0,0-4 0,0-15 0,0-3 0,8-5 0,1-1 0</inkml:trace>
  <inkml:trace contextRef="#ctx0" brushRef="#br0" timeOffset="3">9275 1633 8912,'33'-2'0,"-4"-1"0,-6-3 0,3 0 0,-7 10 0,3 6 0,-9 7 0,2 11 0,-13 1 0,4 11 0,-4 6 0,-2-4 0,0 0 0,2-2 0,3 0 0,-3 0 0,6-11 0,-6-2 0,4-2 0,-4-2 0,11-12 0,-7 0 0,-1-7 0,-5-4 0,0-9 0</inkml:trace>
  <inkml:trace contextRef="#ctx0" brushRef="#br0" timeOffset="4">9448 1324 8912,'-6'-17'0,"-2"-2"0,-1-2 0,-5-2 0,7 7 0,-9 1 0,14 6 0,-3-1 0,10 4 0,7 4 0,11 2 0,5 0 0,5 0 0,1 0 0,1 0 0,-1 0 0,1 8 0,-1 2 0</inkml:trace>
  <inkml:trace contextRef="#ctx0" brushRef="#br0" timeOffset="5">10101 1221 8912,'-17'-8'0,"-2"-1"0,-2-3 0,-2 1 0,-2-1 0,2-5 0,-3 0 0,-7 5 0,4 1 0,-1 5 0,7-5 0,0 7 0,6-2 0,0 4 0,7 10 0,4 5 0,4 8 0,2 8 0,0 11 0,6 4 0,0 7 0,7 3 0,-1 3 0,3-1 0,2 7 0,0 0 0,1 6 0,-3-1-106,-4 1 1,5 0 105,-5 0 0,2-14 0,-1-5 0,-6-6 0,-4-6 0,-2-9 0,0-7 0,0-4 0,0-7 0,0-5 0</inkml:trace>
  <inkml:trace contextRef="#ctx0" brushRef="#br0" timeOffset="6">9654 1891 8912,'0'-17'0,"0"8"0,2-5 0,4 8 0,-2-1 0,7 1 0,0-2 0,7-3 0,12-4 0,7 3 0,7-5 0,11-6 0,12-6 0,2-11 0,7-4 0</inkml:trace>
  <inkml:trace contextRef="#ctx0" brushRef="#br0" timeOffset="7">10532 1135 8912,'-6'-12'0,"0"1"0,-7 1 0,1-1 0,-9 3 0,-4 8 0,-1 0 0,5 0 0,-2 0 0,-2 8 0,2 3 0,2 12 0,9 6 0,5 3 0,7 5 0,0 3 0,0 4 0,0 7 0,2 7 0,2 1 0,3 4 0,3 8 0,1-3 0,5 3 0,-3-10 0,-2-2 0,1-1 0,-1-9 0,-1-5 0,-2-9 0,-3-1 0,-5-15 0,-7-2 0,-3-9 0,-7-8 0</inkml:trace>
  <inkml:trace contextRef="#ctx0" brushRef="#br0" timeOffset="8">10274 1943 8912,'-12'0'0,"1"0"0,7 0 0,-6 0 0,5 0 0,3 0 0,-6 0 0,16-2 0,5-2 0,8-2 0,2-7 0,11 2 0,-3-5 0,19-1 0,-4 0 0,3-6 0,3 0 0,-6-8 0,-2 5 0,-2-1 0,-2-4 0,-9 8 0,-8 2 0,-12 2 0,-7 10 0,-4-6 0,-8 13 0,-3-4 0,-10 4 0,-4 4 0,-2 4 0,-2 3 0,1 10 0,1 4 0,2 6 0,4 3 0,10 3 0,-3-1 0,8 0 0,1 1 0,5-1 0,0 1 0,0-1 0,7-7 0,11 1 0,10-10 0,-1 1 0,2-14 0,-1 7 0,7-6 0,-1-3 0,-7-8 0,4 1 0,-8-9 0,-2-7 0,3 3 0,-1-6 0,-2-3 0,-9-3 0,3 4 0,-5-7 0,7 5 0</inkml:trace>
  <inkml:trace contextRef="#ctx0" brushRef="#br0" timeOffset="9">10928 1771 8912,'-10'0'0,"2"0"0,8 0 0,0 0 0,8 8 0,-6 1 0,13 8 0,-3 0 0,3 6 0,2 0 0,-2 6 0,-1-4 0,-3 2 0,1-6 0,-1 3 0,1-6 0,-8-1 0,11 0 0,-13-9 0,5-10 0,1-14 0,-6-1 0,8-15 0,-5 3 0,-1-5 0,8-6 0,-1 3 0,6-3 0,0 4 0,1 9 0,-7 2 0,1 8 0,1 0 0,2 7 0,2 3 0,1 7 0,-1 2 0,-2 3 0,-1 7 0,-5 3 0,-1 2 0,5 8 0,-9-11 0,7 3 0,3-2 0,-7 0 0,9-5 0,-5-4 0,5-5 0,1-1 0,0-1 0,0-5 0,0-6 0,1-3 0,-1-2 0,-6-6 0,1-2 0,-1 0 0,-1 0 0,-3 3 0,-7 4 0,0 1 0,0 0 0,-7 7 0,-5 5 0,3 3 0,-3 2 0,1 7 0,-6 7 0,-1 7 0,3 0 0,4 7 0,-5-7 0,14 10 0,-3-8 0,3 0 0,2-6 0,0 0 0,7 0 0,3-5 0,9-3 0,4-1 0,4-4 0,5-8 0,-1-4 0,-2-1 0,-3-8 0,3-6 0,4 0 0,-20 4 0,4-2 0,-2-2 0,-5 2 0,0 7 0,-3 3 0,-1 7 0,-6-3 0,-8 7 0,6 7 0,-3 5 0,3 3 0,2 2 0,0 0 0,0 1 0,0-1 0,0 0 0,0 0 0,0 0 0,0-7 0,0 5 0,0-13 0,0-2 0,0-10 0,2-7 0,3 0 0,-1-8 0,8-1 0,1-1 0,-3-4 0,1 8 0,1 2 0,-3 2 0,6 2 0,-11 2 0,8 3 0,-1 5 0,6 7 0,-1 1 0,-5 5 0,4 11 0,-11 4 0,6 6 0,-2-2 0,3 6 0,-5-5 0,-1 3 0,3 0 0,2-8 0,1 2 0,1-12 0,1-5 0,10-4 0,4-2 0</inkml:trace>
  <inkml:trace contextRef="#ctx0" brushRef="#br0" timeOffset="10">12545 1032 8912,'-17'-8'0,"5"6"0,1-4 0,7 8 0,-2 10 0,4 7 0,2 15 0,0 8 0,0 4 0,0 2 0,0-2 0,8 3 0,-4-5 0,7 8 0,-5-1 0,6 1 0,-7-8 0,5-4 0,-2-4 0,-3-9 0,-5 6 0,-7-14 0,-3 6 0</inkml:trace>
  <inkml:trace contextRef="#ctx0" brushRef="#br0" timeOffset="11">12321 1651 8912,'-11'-12'0,"-1"1"0,3-1 0,-3-5 0,5 0 0,7 5 0,2 1 0,3-3 0,7-1 0,11-2 0,4 6 0,7-1 0,2 1 0,5-7 0,-5 1 0,4 0 0,2 6 0,-4 1 0,-3 0 0,-5 1 0,-1 5 0,-2-4 0,-4 8 0,-4 2 0,-4 4 0,-3 6 0,-5 3 0,-1 4 0,0 4 0,-1-4 0,-5 4 0,6 2 0,0-2 0,-2-2 0,-2-2 0,-2-2 0,0 0 0,0 0 0,0 1 0,0-1 0,0-8 0,0-1 0,0-23 0,0-4 0</inkml:trace>
  <inkml:trace contextRef="#ctx0" brushRef="#br0" timeOffset="12">12838 1186 8912,'-16'-17'0,"5"0"0,-4 0 0,3 0 0,-3-1 0,-2 1 0,-1 0 0,9 7 0,1 3 0,8 7 0,16 2 0,6 3 0,9-1 0,3 8 0,3-1 0,3 6 0,-4 1 0,6-1 0</inkml:trace>
  <inkml:trace contextRef="#ctx0" brushRef="#br0" timeOffset="13">13199 1375 8912,'-36'16'0,"-3"-3"0,-1-1 0,8-1 0,1 6 0,6 0 0,-1 1 0,6 5 0,1-2 0,8-4 0,3-4 0,3-1 0,12 5 0,8-8 0,8-3 0,8-4 0,-2-2 0,3-8 0,3-3 0,-3-4 0,-1-5 0,-3-2 0,-7 1 0,4-6 0,-4 0 0,-3 0 0,3 6 0,-10-2 0,-1 6 0,1 6 0,-7-5 0,4 7 0,-8-1 0,0 10 0,-2 12 0,-2 9 0,-2 4 0,2-1 0,2 1 0,2 6 0,0-12 0,0 4 0,0-4 0,0-2 0,0 0 0,2-1 0,4-5 0,4-3 0,7-8 0,0 0 0,0 0 0,0-8 0,1-3 0,-1-20 0,0-5 0</inkml:trace>
  <inkml:trace contextRef="#ctx0" brushRef="#br0" timeOffset="14">13560 1066 8912,'-11'0'0,"1"-2"0,1-2 0,-1-1 0,6-1 0,-3 8 0,5 3 0,-4 7 0,4 3 0,-5 4 0,7 4 0,2 4 0,1 7 0,3 1 0,6-7 0,-5 1 0,1 2 0,-1 1 0,5 1 0,-6-5 0,-1 3 0,-5-8 0,6 0 0,0-6 0,0-8 0,-6 7 0,0-14 0,2 3 0,1-10 0,5-7 0,2-3 0,3-2 0,4-1 0,6 1 0,-4 0 0,12 0 0,-8 0 0,-2-1 0,-2 9 0,-2-4 0,0 7 0,1 2 0,-1 2 0,0 2 0,-2 2 0,-3 4 0,-7 5 0,5-3 0,-8 7 0,6-5 0,-8 7 0,-8 0 0,-4 0 0,-3 0 0,-10 6 0,-3 0 0,1 2 0,-2-2 0,2-4 0,-3 4 0,3-4 0,2-2 0,2-7 0,14-2 0,-7-16 0,7-2 0</inkml:trace>
  <inkml:trace contextRef="#ctx0" brushRef="#br0" timeOffset="15">14025 877 8912,'0'-33'0,"-2"5"0,-4 5 0,5 11 0,-7 5 0,8 9 0,0 3 0,0 7 0,0 11 0,0 5 0,0 12 0,0 4 0,0 8 0,0 0 0,0-1 0,0 1 0,0-1 0,0 5 0,0-3 0,0-3 0,6-10 0,1-2 0,3-7 0,3-8 0,-5-4 0,7-10 0,-1-3 0,7-4 0,0-4 0,7-4 0,-7-11 0,10-4 0,-8-8 0,6 3 0,-7-3 0,5-3 0,-8 5 0,-3 0 0,-9 2 0,3 8 0,-2 0 0,-3 0 0,-5 7 0,-7 4 0,-5 12 0,-3 6 0,-2 12 0,-1 11 0,3 1 0,4 10 0,-5 0 0,14 0 0,-3-2 0,3-2 0,6 4 0,5-6 0,10-4 0,6-6 0,4-5 0,5-9 0,1-5 0,5-3 0,0-8 0,0-16 0,-5-7 0,-1-7 0,-2-12 0,-3-4 0,-4-11-57,-8 3 1,0-13-1,1 6 1</inkml:trace>
  <inkml:trace contextRef="#ctx0" brushRef="#br0" timeOffset="16">14352 378 8912,'-17'-15'0,"0"9"0,-1-11 0,1 11 0,10-1 0,7 9 0,9 3 0,16 13 0,9 10 0,8 12 0,10 6 0,0 4 0,-1 1 0,-5 16 0,-2 12-565,-22-34 0,-2 3 565,-2 3 0,-3 3 0,-2 9 0,-3 2 0,-4 1 0,-1 0 0,0 2 0,-2 0 0,-3 1 0,0-1 0,-1-3 0,0-2 0,-2-1 0,-2-2 0,-1-2 0,-3-1 0,-1-2 0,-1-1-407,1-3 1,-1-1 406,-2 6 0,-1-1 0,-15 37 0,10-41 0,-2 1 0,2 0 0,0 1 0,-4 1 0,0 1 0,2 1 0,0 1 0,-4-2 0,-2 0 0,-1 3 0,-3-1 0,-1 0 0,-1 1 0</inkml:trace>
  <inkml:trace contextRef="#ctx0" brushRef="#br0" timeOffset="17">6298 4986 8912,'-11'0'0,"-1"0"0,7 0 0,-7 0 0,-1 0 0,-2 0 0,-3 2 0,1 4 0,-6-1 0,0 11 0,2 7 0,2 7 0,2 10 0,0 18 0,-1 12 0,3 16 0,4 10 0,7-45 0,2 1 0,0 2 0,2 1 0,3 2 0,2 0 0,1 4 0,1-1 0,3-2 0,1-2 0,2-4 0,3-2 0,18 34 0,6-14 0,6-10 0,4-15 0,9-14 0,-3-14 0,5-11 0,-2-4 0,6-10 0,-13-9 0,-1-12 0,1-3 0,-8-3 0</inkml:trace>
  <inkml:trace contextRef="#ctx0" brushRef="#br0" timeOffset="18">7572 4848 8912,'-23'-1'0,"0"-3"0,2-2 0,17 4 0,10 14 0,7 10 0,6 22 0,2 14 0,4 12 0,2 18 0,-15-35 0,-1 1 0,2 7 0,1 2 0,-1 5 0,-1 2 0,-2 4 0,-1 1 0,-2 0 0,-1 1 0,-1-1 0,-2 1 0,-5 0 0,-2 1-436,-3-3 1,-3 1-1,-3 0 1,-5-1 435,-8-5 0,-5-1 0,0 1 0,-1-2 0,-4-5 0,-1-2 0,-1 1 0,0 0 0,-1-1 0,-1-1 0,1-4 0,0-1 0,-1 0 0,-1 1 0,3-3 0,0 1 0</inkml:trace>
  <inkml:trace contextRef="#ctx0" brushRef="#br0" timeOffset="19">6419 4367 8912,'-12'0'0,"3"2"0,-1 2 0,1 2 0,-5-3 0,7 1 0,-1 0 0,0 2 0,6 1 0,-1-3 0,6 2 0,7 0 0,7-6 0</inkml:trace>
  <inkml:trace contextRef="#ctx0" brushRef="#br0" timeOffset="20">6488 4161 8912,'-18'-8'0,"1"-3"0,2-5 0,3-1 0,-3 2 0,4 3 0,-5 7 0,5 3 0,-1 2 0,-1 0 0,-2 7 0,-2 5 0,-1 5 0,1 6 0,0 4 0,5 7 0,3 1 0,1-1 0,3 0 0,5 1 0,0-1 0,0 0 0,0 1 0,0 3 0,0-2 0,0-3 0,7-3 0,-3-3 0,7-4 0,3-4 0,1-9 0,8-3 0,0-7 0,0 0 0,-4-9 0,2-6 0,2-7 0,0-2 0,-6 3 0,0-4 0,1-2 0,-1 6 0,-6-4 0,1 8 0,-6 2 0,5 3 0,-7 5 0,11 7 0,-13 7 0,4 5 0,-4 3 0,3 8 0,1 0 0,-2-2 0,6 6 0,-9-8 0,7 4 0,0-4 0,1-2 0,9-7 0,-1-3 0,-8-14 0,-1-3 0</inkml:trace>
  <inkml:trace contextRef="#ctx0" brushRef="#br0" timeOffset="21">6763 4075 8912,'0'19'0,"0"4"0,-6-2 0,1 7 0,-1 1 0,6 6 0,0-7 0,0 1 0,0 1 0,0 3 0,0-6 0,7 3 0,5-7 0,3 0 0,2-8 0,1-3 0,-1-5 0,-8-14 0,-3-5 0,2-5 0,-2-6 0,5 4 0,-3-6 0,1 0 0,-3 6 0,5-4 0,1 4 0,-3 10 0,-1 9 0,-8 11 0,0 12 0,0-2 0,0 8 0,0-6 0,0 5 0,0-1 0,0 2 0,0 1 0,0-7 0,0-2 0,8-9 0,1 1 0,9-7 0,-1-2 0,0-2 0,0-12 0,0-7 0,1 0 0,-1-6 0,-2-2 0,-3 2 0,-5-6 0,-7 6 0,0 2 0,-2 4 0,-3 6 0,-5-5 0,-13 15 0,-2-5 0,-2 4 0,6 2 0,-3 0 0,6 0 0,1 0 0,8 0 0,-7 0 0,7 0 0</inkml:trace>
  <inkml:trace contextRef="#ctx0" brushRef="#br0" timeOffset="22">7296 4023 8912,'-1'-9'0,"-5"3"0,4 4 0,-13 2 0,13 2 0,-4 4 0,-2 5 0,3 10 0,1 4 0,2 2 0,2 3 0,0 3 0,0 1 0,0 1 0,0-7 0,0 1 0,0-6 0,0 5 0,0-7 0,0 2 0,0-9 0,0-3 0,0-7 0,2 4 0,3-8 0,-3-2 0,6-4 0,0-5 0,-6 3 0,11-7 0,-7 3 0,5-3 0,-5-2 0,7 5 0,-1 1 0,3-3 0,-5 7 0,5-7 0,-4 9 0,-1-1 0,1 6 0,-5-6 0,6 0 0,-3 3 0,3 8 0,-7 7 0,-3 3 0,-4 2 0,-3 0 0,-3 3 0,-3 3 0,-3-4 0,7 2 0,-3-8 0,6 2 0,-3-13 0,-1 13 0,-2-5 0</inkml:trace>
  <inkml:trace contextRef="#ctx0" brushRef="#br0" timeOffset="23">7606 4161 8912,'10'7'0,"-3"-5"0,-8 12 0,-5-9 0,2 3 0,-8-2 0,9-4 0,-13 11 0,7-5 0,-1 1 0,3 3 0,7-1 0,0 1 0,0-9 0,0 5 0,0-8 0,0 0 0,7 0 0,1-2 0,3-4 0,3 3 0,-9-9 0,9 1 0,-12 1 0,13 3 0,-13-1 0,13 6 0,-13-6 0,8 14 0,-4 0 0,-3 5 0,7-3 0,-1 0 0,1-1 0,0 1 0,1-2 0,4-5 0,-3 5 0,-3-4 0,3-2 0,-1 0 0,7 0 0,-1 0 0,0-8 0,-2-1 0,-1-10 0,-3-4 0,1 2 0,3-8 0,-4-1 0,-5-3 0,-4-1 0,-2-6 0,0 0 0,0-1 0,0 7 0,-2 7 0,-2 4 0,-1 4 0,-9 10 0,10 1 0,-7 8 0,1 15 0,-1 8 0,-3 15 0,9 8 0,1 4 0,2 0 0,2-3 0,0-1 0,0-2 0,0 2 0,8 2 0,3-8 0,4 0 0,3-7 0,-1-5 0,0 1 0,0-12 0,0 4 0,1-11 0</inkml:trace>
  <inkml:trace contextRef="#ctx0" brushRef="#br0" timeOffset="24">8191 4161 8912,'-9'7'0,"-7"-5"0,7 6 0,-1 0 0,-3 1 0,5 8 0,1 2 0,-1 4 0,2-2 0,6 8 0,0 0 0,0 5 0,8-5 0,3-3 0,5-1 0,1-2 0,0-6 0,0-7 0,1-4 0,-7-4 0,0-2 0,-1-8 0,2-3 0,-5-7 0,-7-5 0,0 2 0,0-7 0,0-3 0,-7 4 0,-5-1 0,2 7 0,-1-2 0,1 4 0,-1 2 0,-2-1 0,5 3 0,-2 4 0,7 3 0,-13 8 0,14 0 0,-5 0 0</inkml:trace>
  <inkml:trace contextRef="#ctx0" brushRef="#br0" timeOffset="25">8363 4212 8912,'18'0'0,"-1"8"0,0-6 0,0 4 0,-5-4 0,-1-2 0,-5 1 0,3 5 0,1 6 0,0 3 0,1 4 0,6 4 0,1 6 0,-3 3 0,-4 2 0,3 1 0,-9-1 0,1 1 0,-6-1 0,0-2 0,0-3 0,0 4 0,-8-14 0,1-4 0,-5-15 0,-1-11 0,7-18 0,2-4 0,10-18 0,4 1 0,9-13 0,4-2 0,-4-2 0,13 4 0,-3 0 0,2 2 0,1-2 0,-1 6 0,1 3 0,-1 3 0,-1 7 0,5 2 0</inkml:trace>
  <inkml:trace contextRef="#ctx0" brushRef="#br0" timeOffset="26">14954 6447 8912,'-17'10'0,"0"-2"0,0-3 0,0 3 0,-1 2 0,1-5 0,0 7 0,0 1 0,-1 2 0,3 3 0,4-1 0,-5 6 0,7 2 0,-1 1 0,3 3 0,7 7 0,0 4 0,0-3 0,0 3 0,0-4 0,0-2 0,2-5 0,3 0 0,5-1 0,1-3 0,1-8 0,1-1 0,8-9 0,2 3 0,0-6 0,-6 3 0,8-14 0,2-3 0</inkml:trace>
  <inkml:trace contextRef="#ctx0" brushRef="#br0" timeOffset="27">15195 6808 8912,'-5'18'0,"-3"-1"0,0 0 0,1 0 0,-5-5 0,6-1 0,-5 6 0,5 6 0,0 0 0,6-6 0,0 1 0,0-1 0,0 0 0,2-2 0,2-1 0,2-3 0,7-7 0,-3 4 0,7-8 0,0 0 0,0 0 0,6 0 0,0-2 0,-2-4 0,-9-4 0,3-9 0,-5-2 0,-1-2 0,-3 2 0,-4-4 0,-2 1 0,0-3 0,0 6 0,-8-4 0,-3 8 0,-4 0 0,-3-1 0,1 7 0,0 1 0,0 3 0,7-7 0,-5 13 0,3-5 0,5 4 0,-1 2 0,10 0 0,4 0 0,11-8 0,10-1 0</inkml:trace>
  <inkml:trace contextRef="#ctx0" brushRef="#br0" timeOffset="28">15539 6843 8912,'6'17'0,"0"0"0,0-5 0,-6-1 0,0-7 0,0 11 0,0-13 0,0 6 0,0-8 0,2 0 0,3 0 0,5-8 0,7-3 0,0-5 0,0-1 0,1 0 0,-1 0 0,0 0 0,-2-6 0,-3 0 0,-4 0 0,-8 6 0,0 0 0,0 7 0,0-5 0,0 3 0,-8 5 0,-4 1 0,-11 12 0,4 3 0,-6 14 0,8 4 0,0 5 0,6-1 0,1 7 0,2-5 0,5-5 0,1 1 0,2 5 0,2-1 0,3-5 0,12-3 0,5-15 0,6-5 0,3-3 0,1-2 0,3-7 0,-1-3 0</inkml:trace>
  <inkml:trace contextRef="#ctx0" brushRef="#br0" timeOffset="29">16245 6568 8912,'0'-12'0,"0"1"0,0 7 0,0-11 0,0 11 0,-2-6 0,-4 3 0,3 1 0,-9 6 0,1 0 0,-1 0 0,1 0 0,7 8 0,-10 3 0,9 10 0,1 2 0,2 15 0,2-9 0,0 13 0,0 0 0,0 0 0,0 6 0,0-2 0,0 1 0,0 3 0,0-4 0,0 0 0,0-8 0,0 2 0,0-11 0,0-6 0,-8-4 0,-1-2 0</inkml:trace>
  <inkml:trace contextRef="#ctx0" brushRef="#br0" timeOffset="30">16021 6894 8912,'-17'10'0,"0"-4"0,0-4 0,5-2 0,1 0 0,7 7 0,-2-5 0,12 4 0,5-4 0,12-4 0,6-4 0,9 2 0,4-7 0,0-2 0,0-3 0,-1-1 0,-15 8 0,14-14 0,-3 3 0</inkml:trace>
  <inkml:trace contextRef="#ctx0" brushRef="#br0" timeOffset="31">16796 6482 8912,'-18'0'0,"7"0"0,0 0 0,-1 0 0,-5-2 0,0-2 0,-1-2 0,-1 3 0,-4 1 0,4 2 0,-11 7 0,7 5 0,2 3 0,2 2 0,1 2 0,1 4 0,0 6 0,7 3 0,3 3 0,7 1 0,0 4 0,0-4 0,0 5 0,0-11 0,0-1 0,0-2 0,0 1 0,-2-5 0,-4-4 0,4-2 0,-13-7 0,5-2 0</inkml:trace>
  <inkml:trace contextRef="#ctx0" brushRef="#br0" timeOffset="32">16331 6894 8912,'12'-5'0,"-1"-1"0,-7-2 0,2 3 0,3 3 0,-5-12 0,7 9 0,3 1 0,3-4 0,6 2 0,4 1 0,7-1 0,1-2 0,-1-1 0,6 3 0,0-5 0,0 7 0,-5-10 0,-1 7 0,1-3 0,-9 6 0,-1-3 0,-7 7 0,-9 0 0,-1 2 0,-8 3 0,-2 5 0,-4 7 0,4 6 0,-4 0 0,-1 2 0,1-2 0,0-4 0,6 4 0,-5-4 0,-1-2 0,0 0 0,6 0 0,0 1 0,-2-3 0,-4-4 0,5 5 0,-7-7 0,0 1 0,-1-3 0</inkml:trace>
  <inkml:trace contextRef="#ctx0" brushRef="#br0" timeOffset="33">16865 6551 8912,'-12'-6'0,"1"0"0,7 0 0,-4 4 0,8-3 0,0 3 0,2-6 0,4 8 0,3 0 0,9 0 0,6-7 0,3-3 0</inkml:trace>
  <inkml:trace contextRef="#ctx0" brushRef="#br0" timeOffset="34">17157 6757 8912,'-11'8'0,"-1"1"0,-1 1 0,3 3 0,-1-7 0,5 7 0,-6-3 0,1 1 0,1 1 0,3-1 0,1 6 0,0 0 0,1 3 0,5 2 0,0-2 0,0 3 0,5-4 0,1-2 0,7-6 0,-1 1 0,-3-3 0,3 3 0,-1-5 0,7-7 0,-1 0 0,0 0 0,2-7 0,2-3 0,2 1 0,0-7 0,-6 3 0,1-6 0,-1-4 0,0 0 0,-2 12 0,-1-1 0,-3-1 0,-7 5 0,11 0 0,-13 1 0,6 7 0,-8 0 0,0 2 0,0 9 0,0 1 0,0 5 0,0 0 0,0 0 0,-6 0 0,0 1 0,1-1 0,5 0 0,-2-2 0,-4-3 0,4-5 0,-6-7 0,8-7 0,0-3 0</inkml:trace>
  <inkml:trace contextRef="#ctx0" brushRef="#br0" timeOffset="35">17415 6723 8912,'-6'-12'0,"1"1"0,-9-1 0,12-5 0,-5 0 0,7 5 0,0 1 0,0 7 0,0-11 0,7 5 0,3-7 0</inkml:trace>
  <inkml:trace contextRef="#ctx0" brushRef="#br0" timeOffset="36">17622 6877 8912,'0'10'0,"-8"5"0,6-11 0,-4 7 0,4-7 0,4 4 0,4-8 0,-2-2 0,7-4 0,1 2 0,5-5 0,0 1 0,1-5 0,-1 3 0,0-5 0,0 2 0,-2 1 0,-3-1 0,1 3 0,-7-1 0,0 7 0,-6-11 0,-2 13 0,-4-4 0,-3 6 0,-9 6 0,1-4 0,0 13 0,0-4 0,0 5 0,1 3 0,3 2 0,3 2 0,3-2 0,1-2 0,6-2 0,2 0 0,4 0 0,3-7 0,14-2 0,2-8 0,2 0 0,1 0 0,3-2 0,3-4 0,-3-4 0,9-7 0,-4-6 0,-1 0 0,-1 2 0,1 2 0,-9 4 0,-3 4 0,-3-3 0,-3 8 0,-8 1 0,-1 7 0,-10 1 0,-4 3 0,-3 8 0,-3-3 0,3 10 0,1 2 0,-5 0 0,9-4 0,-6 2 0,3 2 0,-7 0 0,12-6 0,-3 0 0,1 0 0,0 1 0,-2-1 0,0-8 0,6-1 0,0-8 0,6-8 0,2-5 0,1-8 0,11 2 0,-1-14 0,4 5 0,1 3 0,1 0 0,0 2 0,0 0 0,-4 2 0,-2 10 0,-2-3 0,1 9 0,-1-1 0,0 6 0,-5 0 0,-1 0 0,-7 8 0,2 3 0,1 4 0,-1 2 0,-2 1 0,-2-1 0,-2 0 0,0 0 0,0 0 0,0 1 0,0-1 0,0-8 0,0-1 0</inkml:trace>
  <inkml:trace contextRef="#ctx0" brushRef="#br0" timeOffset="37">18603 6465 8912,'0'-18'0,"0"9"0,-2-4 0,-4 7 0,4 10 0,-4 13 0,2 2 0,1 11 0,-3 7 0,0-3 0,6 6 0,0-2 0,0 3 0,0-5 0,0 4 0,0-4 0,8-1 0,-6-9 0,3-3 0,5-4 0,1-1 0,5-9 0,1-3 0,0-4 0,0-2 0,6 0 0,2-2 0,2-4 0,-6-11 0,6-2 0,-6-6 0,2 0 0,0 4 0,-6-6 0,-2 3 0,-3 3 0,3 2 0,-7 1 0,3 1 0,-5 0 0,-4 7 0,-2 5 0,0 10 0,0 5 0,0 15 0,0 3 0,0 7 0,0 3 0,0 4 0,0 0 0,0 0 0,0-2 0,0 0 0,0 0 0,0-1 0,0-11 0,0 3 0,0-8 0,0-2 0,-8-10 0,4 3 0,-7-9 0,-3-1 0,-1-2 0,-2-4 0,-2-5 0,-4-11 0,4 1 0,-6-23 0,8 4 0</inkml:trace>
  <inkml:trace contextRef="#ctx0" brushRef="#br0" timeOffset="38">18448 6843 8912,'-8'9'0,"-2"7"0,-1-14 0,0 3 0,7-3 0,11-2 0,16-7 0,23-5 0,4-9 0,17-4 0,4-1 0,9 5 0,-2-12 0,8 4 0,-7-3 0,-3-2 0</inkml:trace>
  <inkml:trace contextRef="#ctx0" brushRef="#br0" timeOffset="39">19824 6551 8912,'-11'0'0,"1"-2"0,1-2 0,-1-2 0,6 0 0,-3 8 0,7 4 0,0 7 0,0 8 0,0 8 0,0 13 0,0 8 0,0 5 0,0 10 0,0-4 0,0 2 0,0 0 0,0-7 0,0 1 0,0-13 0,0-10 0,-8-7 0,-1-10 0</inkml:trace>
  <inkml:trace contextRef="#ctx0" brushRef="#br0" timeOffset="40">19549 7015 8912,'10'0'0,"5"0"0,-6 0 0,9-2 0,1-2 0,4-2 0,0-7 0,9 2 0,5-5 0,-1-1 0,8 0 0,-8-6 0,4-2 0,-3-2 0,-3-9 0,0-8 0</inkml:trace>
  <inkml:trace contextRef="#ctx0" brushRef="#br0" timeOffset="41">20134 6585 8912,'10'17'0,"-1"-7"0,-3-5 0,-4 5 0,6-6 0,-8 7 0,-2 1 0,-4 5 0,4 8 0,-6 3 0,1 5 0,5 1 0,-14 8 0,5 4 0,-4 4 0,5 1 0,-5-1 0,3-4 0,-3 2 0,-2-8 0,5-2 0,3-9 0,1-6 0,2-4 0,6-17 0,8-6 0,4-19 0,5-4 0,6-7 0,-2-1 0,7 1 0,3 0 0,2-1 0,-1 7 0,-1 3 0,-3 6 0,-7-2 0,10 17 0,-8-8 0,6 8 0,-6-1 0,-1 5 0,1 4 0,0 1 0,0 9 0,0-11 0,0 9 0,2-8 0,-2 2 0,-4-5 0,4-1 0,-4 0 0,-2 0 0,-5-7 0,-1-5 0,-7-3 0,4-2 0,-8 0 0,0-1 0,0 1 0,-2 2 0,-4 2 0,-5 1 0,-5 8 0,-1-3 0,0 7 0,6 2 0,-1 3 0,1-1 0,-7 8 0,1 1 0,8 10 0,-7-2 0,7 6 0,-1-3 0,3-1 0,1 0 0,0 0 0,0 0 0,6-6 0,2-1 0,4-5 0,4-3 0,7-8 0,0 0 0,0-8 0,0-3 0,1-5 0,-1-1 0,0 0 0,0 0 0,-5 0 0,-1-1 0,-5 3 0,5 4 0,-5-3 0,6 9 0,-7-1 0,7 6 0,-6 6 0,5-1 0,-7 9 0,2-3 0,3-1 0,3 1 0,-3-7 0,3 2 0,-1 1 0,6-1 0,0-2 0,1-2 0,-5-8 0,4 0 0,-9-7 0,9 0 0,-2-8 0,1 0 0,1-10 0,0-5 0,-5-1 0,-1-8 0,-7-1 0,2-6 0,1 1 0,-1-1 0,0 8 0,-6 6 0,0 7 0,0 14 0,0 8 0,0 3 0,-8 19 0,6-7 0,-5 24 0,-1 7 0,6 5 0,-6 9 0,8 1 0,0 5 0,0 1 0,0-1 0,0-6 0,6-1 0,2-4 0,1-6 0,5-4 0,1-1 0,2-1 0,0-9 0,1-8 0,-1-7 0,0-10 0,-7-8 0,-3-1 0</inkml:trace>
  <inkml:trace contextRef="#ctx0" brushRef="#br0" timeOffset="42">20926 6894 8912,'0'-24'0,"0"5"0,0-6 0,0 7 0,2 1 0,3 0 0,-3 8 0,14-5 0,-3 8 0,8 3 0,6 1 0,7 2 0,1 0 0,-1 0 0,0 0 0,5 0 0,-5 0 0,4 0 0,-3 0 0,9 0 0</inkml:trace>
  <inkml:trace contextRef="#ctx0" brushRef="#br0" timeOffset="43">22062 6619 8912,'-12'10'0,"1"-4"0,-7-4 0,-5-2 0,0 0 0,6 0 0,-8 0 0,-3 0 0,-3 0 0,1 1 0,1 5 0,-2 6 0,6 3 0,2 2 0,1 0 0,4 1 0,-1 4 0,13 1 0,1 2 0,5-2 0,7-4 0,3 4 0,7-11 0,6-5 0,0-7 0,6 0 0,-6 0 0,0-7 0,-6-5 0,6 1 0,0-7 0,0 5 0,-6-10 0,0 10 0,0 1 0,0-1 0,-5 5 0,-1 3 0,1 3 0,5 4 0,-2 3 0,-3 7 0,1 13 0,-7 9 0,0 2 0,-6 10 0,0 6 0,0 5 0,0 0 0,0-5 0,-2 0 0,-4-1 0,-3-5 0,-9 0 0,1-10 0,0-2 0,0-1 0,-1-10 0,-1-2 0,-4-10 0,4-3 0,-4-8 0,4-2 0,2-4 0,0-7 0,2-6 0,3-4 0,4-8 0,3 7 0,-1-5 0,2-4 0,10 5 0,3-5 0,9-1 0,5-6 0,-1 0 0,9 3 0,-2 5 0,3-4 0,3 5 0,1-1 0,4 3 0,-4-4 0,5-1 0,-1 2 0,-6 3 0,4-2 0,-11 8 0,0 1 0,-6-1 0,-8 0 0,-5 7 0,-8 1 0,0 13 0,-8-5 0,-3 8 0,-4 5 0,-3 4 0,1 15 0,0 3 0,2 5 0,3 1 0,-1 0 0,7 1 0,2-1 0,2 6 0,2-1 0,0-5 0,0-3 0,0-10 0,14 3 0,3-6 0,12-3 0,-1-4 0,13-5 0,4-12 0,5-3 0,2-8 0,-3-8 0,-3-4 0,4-11 0,-6-4 0</inkml:trace>
  <inkml:trace contextRef="#ctx0" brushRef="#br0" timeOffset="44">22870 6138 8912,'-2'25'0,"-1"5"0,-3 9 0,0 8 0,6 14 0,0 8 0,0 11 0,0 1 0,0 3 0,0-6 0,2-5 0,2-8 0,2-8 0,7-11 0,-11-12 0,4-11 0,-4-4 0,-2-9 0,0-3 0,0-7 0</inkml:trace>
  <inkml:trace contextRef="#ctx0" brushRef="#br0" timeOffset="45">22715 6568 8912,'-17'9'0,"0"-3"0,0-4 0,7 0 0,5 4 0,3-4 0,5 5 0,9-7 0,11 0 0,15 0 0,6-2 0,10-3 0,1-7 0,2-3 0,8 3 0,-3 1 0,-1-3 0,-2-1 0,-7-2 0,-1 0 0</inkml:trace>
  <inkml:trace contextRef="#ctx0" brushRef="#br0" timeOffset="46">23886 6688 8912,'15'-2'0,"-4"-4"0,-5-5 0,-4 1 0,-2-1 0,-8 7 0,-1 2 0,-1 12 0,-3 3 0,7 16 0,-7-6 0,1 5 0,-1 3 0,0 1 0,1 3 0,1-1 0,-5-1 0,3-3 0,3-3 0,3-2 0,-1-2 0,2-6 0,4-7 0,-5-5 0,7-10 0,0-7 0,0-11 0,7-4 0,5-7 0,3 0 0,-3-6 0,-1-1 0,1 3 0,-3 2 0,6 9 0,-11 2 0,8 8 0,1 0 0,-5 7 0,7 3 0,-3 7 0,3 0 0,-6 15 0,11-2 0,-9 16 0,8 0 0,-7 5 0,-3 0 0,1 3 0,-3 3 0,7-11 0,-12 9 0,3-15 0,-3-2 0,-2-2 0,2-4 0,4-3 0,-4 3 0,6-15 0,-8 0 0,1-8 0,5-9 0,2-8 0,3-3 0,5-7 0,-5-5 0,4 4 0,1-3 0,-3 9 0,-1 7 0,-9 4 0,5 2 0,0 0 0,-6 7 0,7 2 0,-5 10 0,2 4 0,-1 5 0,-5 12 0,0 6 0,0 3 0,8 3 0,-6-3 0,6-1 0,-1-2 0,3-1 0,5-1 0,-3-4 0,9-12 0,-4-5 0,2-4 0,0-2 0,4-4 0,0-7 0,6-3 0,-6-14 0,5-1 0,-5-5 0,-6-1 0,-7 1 0,-2-1 0,5 1 0,-11 2 0,4 3 0,-4 6 0,-10 12 0,6-5 0,-11 18 0,5 2 0,-2 11 0,7 14 0,-3 0 0,4 3 0,2 2 0,0-5 0,0 0 0,0-2 0,0 1 0,6-3 0,-1-8 0,9 0 0,-3 1 0,5-9 0,1-3 0,0-4 0,0-4 0,0-4 0,-7-3 0,5-9 0,-3 1 0,-5 0 0,-1 0 0,2 0 0,-2-1 0,-3 1 0,-1 8 0,-2-7 0,0 13 0,0-9 0,0 8 0,0-1 0,0 10 0,0 7 0,0 3 0,2 4 0,4 4 0,3-4 0,9 2 0,-1-7 0,0 1 0,6-11 0,0 7 0,0-7 0,2 4 0,2-8 0</inkml:trace>
  <inkml:trace contextRef="#ctx0" brushRef="#br0" timeOffset="47">24970 6430 8912,'-12'-21'0,"1"4"0,5-4 0,-5 10 0,5 3 0,-4 4 0,3 8 0,1 5 0,0 16 0,0 4 0,3 3 0,1 10 0,2 4 0,0 4 0,0 2 0,7 7 0,-3-6 0,6 5 0,-3-5 0,7-1 0,-3-3 0,5-3 0,1-6 0,0-19 0,0 0 0,0-15 0,1-2 0,6-2 0,-4-18 0,1-8 0,-8-13 0,2-7 0,-1-13 0,3 0 0,12-16 0,-10 3 0</inkml:trace>
  <inkml:trace contextRef="#ctx0" brushRef="#br0" timeOffset="48">25262 6275 8912,'10'-17'0,"-4"12"0,-12 10 0,4 5 0,-13 24 0,5-1 0,1 5 0,-7 10 0,12-10 0,-5 8 0,1 1 0,2 3 0,6 2 0,0-1 0,0 1 0,8-8 0,4-4 0,9-11 0,2-6 0,0-4 0,-1-10 0,3-3 0,2-4 0,-4-4 0,4-4 0,-2-5 0,5-6 0,-1-6 0,-4-4 0,-2-6 0,-4 5 0,-2-5 0,-2 14 0,-3-4 0,-4 4 0,-8 2 0,0 7 0,0 10 0,0 10 0,0 9 0,0 4 0,0-2 0,0 8 0,0-1 0,0 5 0,0-3 0,0-1 0,0-8 0,0 2 0,1-4 0,5-2 0,-2-7 0,7-4 0,-5-5 0,6-1 0,-1-15 0,6-4 0</inkml:trace>
  <inkml:trace contextRef="#ctx0" brushRef="#br0" timeOffset="49">25658 6361 8912,'0'-11'0,"0"0"0,-8-1 0,7 3 0,-7 5 0,8 13 0,0 8 0,0 4 0,6-3 0,-1-1 0,9 0 0,-5 0 0</inkml:trace>
  <inkml:trace contextRef="#ctx0" brushRef="#br0" timeOffset="50">25039 6929 8912,'-27'0'0,"2"-6"0,10-2 0,3-1 0,5-3 0,7-5 0,3-2 0,9-2 0,11-2 0,15-7 0,10 1 0,7-3 0,14-3 0,4 8 0,7 3 0,2-1 0,1 6 0,-5-4 0,-9 4 0,-10 1 0,-5 1 0,-3 0 0</inkml:trace>
  <inkml:trace contextRef="#ctx0" brushRef="#br0" timeOffset="51">26071 6482 8912,'8'9'0,"-6"1"0,3-4 0,-3-3 0,-2 9 0,0-1 0,0 8 0,0 4 0,0 4 0,0 9 0,0 3 0,0 1 0,0 8 0,0-5 0,0 9 0,0 0 0,0-3 0,0-3 0,0-4 0,-2-7 0,-3-1 0,1 0 0,-8-1 0,-1-5 0,5-3 0,-7-15 0,-2-2 0,-10-8 0</inkml:trace>
  <inkml:trace contextRef="#ctx0" brushRef="#br0" timeOffset="52">25916 6551 8912,'21'-6'0,"-3"0"0,-5-7 0,4 5 0,0-3 0,1 1 0,-1 4 0,2 4 0,2-1 0,2 6 0,7 1 0,-1 8 0,-2-1 0,2 8 0,-1 2 0,-1 2 0,-2 0 0,-8 0 0,0 0 0,-7 6 0,-4-6 0,-5 5 0,-2-5 0,-5-2 0,-9-2 0,-8-2 0,0 1 0,5-3 0,1-4 0,0-3 0,0-16 0,0-1 0</inkml:trace>
  <inkml:trace contextRef="#ctx0" brushRef="#br0" timeOffset="53">26605 6258 8912,'0'-9'0,"-8"1"0,6 16 0,-4 3 0,4 4 0,2 10 0,0 4 0,0 9 0,0 2 0,2 6 0,2-4 0,4 0 0,1 2 0,5 0 0,1-6 0,2-3 0,0-12 0,1-4 0,-1-4 0,0-4 0,0-3 0,0-8 0,1-13 0,-1-4 0,0-12 0,-2 2 0,-3-7 0,1-3 0,-5 1 0,1 2 0,-5-4 0,2 9 0,-4 4 0,-2 6 0,0 8 0,0 7 0,0-4 0,0 10 0,0 4 0,0 7 0,0 6 0,0 6 0,0 2 0,0-6 0,0 2 0,0-4 0,0-2 0,0 0 0,0 0 0,8 1 0,-6-9 0,13-1 0,-6-24 0,9-3 0</inkml:trace>
  <inkml:trace contextRef="#ctx0" brushRef="#br0" timeOffset="54">26880 6396 8912,'-15'-25'0,"1"-2"0,3 1 0,-1 1 0,1 7 0,-1 1 0,9 8 0,-5 1 0,16 8 0,5 2 0,8 4 0,8 5 0,3-3 0,8 5 0,0-7 0,1 7 0,-7-3 0</inkml:trace>
  <inkml:trace contextRef="#ctx0" brushRef="#br0" timeOffset="55">27310 6465 8912,'-11'26'0,"-1"-3"0,-1-4 0,-2-9 0,-1-1 0,3-5 0,1 2 0,9 0 0,-13-6 0,16 0 0,0 0 0,8-8 0,9-3 0,2 1 0,2-1 0,2-3 0,-2-1 0,-2 5 0,-7-5 0,-1 4 0,-7 1 0,2-1 0,2-1 0,-3-5 0,-1 6 0,-10 1 0,-5 2 0,-4 5 0,-3 1 0,1 2 0,0 0 0,0 7 0,0 3 0,-1-1 0,1 7 0,8-7 0,3 8 0,4 1 0,4-1 0,4 0 0,11-7 0,11 3 0,13-7 0,-1-1 0,11-5 0,3-2 0,11-3 0,-2-7 0,0-3 0,-2-2 0,-5 0 0,-8-1 0,-8 7 0,-12 0 0,-18 7 0,-12 2 0,-15 8 0,-8 13 0,-4-2 0,-3 2 0,-3 6 0,1-2 0,7 1 0,4-1 0,4-3 0,2 2 0,7-2 0,-5-3 0,13 0 0,-4-8 0,12-3 0,6-4 0,3-2 0,2-2 0,0-4 0,1-5 0,6-12 0,-4 2 0,2-8 0,-2-1 0,-1-5 0,4-5 0,-4 0 0,4-11 0,-10 3 0,-1-9 0,-1-5 0,1 9 0,-1-4 0,-7 11 0,2 8 0,-5 7 0,-1 14 0,0 9 0,0 12 0,0 7 0,0 12 0,0 8 0,0 3 0,0 8 0,0 0 0,0 4 0,6 2 0,0-8 0,5 6 0,-5-6 0,8 0 0,-3-5 0,4-1 0,8-7 0,0-4 0,8-4 0,1-4 0,8-3 0,3-5 0,-3-7 0,4-15 0,7-4 0</inkml:trace>
  <inkml:trace contextRef="#ctx0" brushRef="#br0" timeOffset="56">29065 5828 8912,'10'-7'0,"-4"-5"0,-4-3 0,-4 6 0,-4 3 0,2 17 0,-7 6 0,5 18 0,-4 1 0,3 6 0,1 4 0,0 6 0,1-1 0,-1 1 0,6-3 0,0-3 0,0 2 0,0-8 0,0 0 0,0-7 0,0-5 0,0-5 0,0-4 0,-2-3 0,-4-5 0,-9-3 0,-8-10 0,2-4 0,-4-3 0,2-9 0,2 1 0,8-6 0,1 0 0,3-7 0,-3 1 0,-1 2 0,7 1 0,2 1 0,2 4 0,-5-6 0,5 8 0,-6-6 0,16 16 0,1 1 0,10 8 0,4 0 0,4 0 0,8 0 0,7 0 0,4 0 0,1 2 0,-1 4 0,4-4 0,-12 5 0,8-7 0,-8 0 0,2 0 0,-11 0 0,-6 0 0,-4-6 0,-2 1 0,-7 1 0,-4 10 0,-10-3 0,-2 9 0,-1-6 0,3 5 0,-2 2 0,0-5 0,6 7 0,8-13 0,-4 12 0,7-9 0,-7 1 0,6-6 0,-5 0 0,-3-8 0,6 5 0,-8-9 0,0-1 0,0-2 0,0-3 0,0 1 0,-2 2 0,-4 1 0,-7 5 0,-8 1 0,-8 4 0,-3 3 0,-1 2 0,4 5 0,-3 4 0,5 9 0,0 4 0,4-2 0,12 7 0,3-7 0,8 4 0,16-8 0,3 1 0</inkml:trace>
  <inkml:trace contextRef="#ctx0" brushRef="#br0" timeOffset="57">30442 5897 8912,'-17'-11'0,"0"1"0,1 5 0,3 6 0,2 11 0,-3 9 0,1 6 0,-1 9 0,5 2 0,1 2 0,-3 6 0,5-6 0,2-2 0,-3-1 0,1-5 0,0-3 0,0-6 0,1-4 0,-9-10 0,5-1 0</inkml:trace>
  <inkml:trace contextRef="#ctx0" brushRef="#br0" timeOffset="58">30201 5828 8912,'17'-5'0,"-1"-3"0,-5-1 0,4 5 0,-3-2 0,-2-2 0,1 3 0,2 1 0,3 2 0,1 2 0,0 2 0,2 2 0,4 1 0,-4 9 0,4-3 0,-2 3 0,2-3 0,-4 12 0,6-12 0,-8 12 0,-5-4 0,-1 1 0,3 2 0,-7-1 0,-1 8 0,-4-2 0,-2 2 0,0 3 0,-2-5 0,-4 1 0,-5 1 0,1-8 0,-1 2 0,-1-4 0,-5-2 0,8-5 0,3-1 0,-4-7 0,8 2 0,-3-12 0,3-4 0,2-7 0,7-8 0,3 4 0,7-7 0,0 1 0,1-2 0,-1 6 0,0 4 0,0 2 0,0 2 0,1 3 0,-1-1 0,0 7 0,0 1 0,0 5 0,1 0 0,-1 7 0,0 5 0,-2-3 0,-3 3 0,3-1 0,-3 6 0,3-7 0,2-4 0,0-4 0,-5-2 0,-1 0 0,1 0 0,-1-8 0,1-4 0,-7-3 0,7-2 0,-6 0 0,3 0 0,-1-1 0,-2 1 0,-6 0 0,0 7 0,0 3 0,0 28 0,0 7 0,0 7 0,0 9 0,0 0 0,0 7 0,0 1 0,-8-1 0,6 1 0,-6-2 0,1-4 0,5-4 0,-4-8 0,4 0 0,2-7 0,0-4 0,0-11 0,0-12 0,0-10 0</inkml:trace>
  <inkml:trace contextRef="#ctx0" brushRef="#br0" timeOffset="59">30700 5863 8912,'0'9'0,"14"1"0,3-4 0,12-4 0,-1 7 0,10-5 0,3 2 0,-1 7 0,-6-1 0,1 3 0,-1 2 0,-9 0 0,-6 0 0,-6 1 0,-9-1 0,2 0 0,-6 2 0,-6 2 0,-5 2 0,-5 0 0,1-6 0,4 0 0,-5-5 0,5-1 0,3-7 0,1 4 0,7-16 0,0-1 0</inkml:trace>
  <inkml:trace contextRef="#ctx0" brushRef="#br0" timeOffset="60">31217 6018 8912,'17'0'0,"-6"0"0,1 0 0,-8 0 0,5 0 0,-3 0 0,-4 7 0,5 3 0,-7 7 0,0 0 0,0 0 0,0-7 0,0 5 0,0-3 0,0-3 0,0 3 0,8-1 0,-4 1 0,7-1 0,1-7 0,5 2 0,-6-4 0,1-2 0,-1-8 0,7-4 0,-1-3 0,0-2 0,-7 0 0,5-6 0,-4-2 0,5-2 0,-7 6 0,5-4 0,-9 8 0,1 6 0,-4 1 0,4 3 0,-4 1 0,5 13 0,-7 5 0,0 3 0,0 2 0,0 6 0,0 0 0,0 2 0,0-2 0,2-10 0,4 5 0,3-7 0,9 1 0,-1-7 0,0-3 0,0-2 0,1-15 0,-1 1 0,-2-14 0,-3-3 0,3-1 0,-8-5 0,7-1 0,-3-2 0,-7-8 0,2 3 0,-2-5 0,1-2 0,-3 8 0,4 4 0,-4 6 0,-2 5 0,0 12 0,-6 11 0,1 12 0,-1 11 0,0 12 0,0 9 0,2 2 0,-3 8 0,1-2 0,0 2 0,6-3 0,0 5 0,0-4 0,2-4 0,4-2 0,4-4 0,7-1 0,-6-7 0,1 1 0,-7-16 0,7-1 0,-8-8 0,11-4 0,-5 0 0</inkml:trace>
  <inkml:trace contextRef="#ctx0" brushRef="#br0" timeOffset="61">31612 5914 8912,'-11'0'0,"-1"0"0,9 0 0,-13 0 0,14 0 0,-3 0 0,12 0 0,10 0 0,24-3 0,16-9 0,25-1 0,-34 0 0,2-3 0,7-5 0,2-2 0,6-4 0,0 1 0</inkml:trace>
  <inkml:trace contextRef="#ctx0" brushRef="#br0" timeOffset="62">24522 8029 8912,'16'-25'0,"-5"-5"0,-5-6 0,-4-7 0,-4 1 0,-4 0 0,-5 4 0,-5 2 0,-8 2 0,2-1 0,-6 3 0,-1 5 0,2 8 0,4 5 0,4 11 0,2-5 0,0 8 0,7 10 0,5 7 0,3 9 0,2 17 0,0 8 0,0 10 0,0 6 0,2 9 0,3 5-107,5 3 0,1 6 0,1-4 107,1-8 0,2-6 0,3-5 0,1-4-85,4-5 85,-4-20 0,-2 2 0,-9-29 0,-8 1 0</inkml:trace>
  <inkml:trace contextRef="#ctx0" brushRef="#br0" timeOffset="63">24230 8321 8912,'17'0'0,"6"-1"0,4-5 0,5-6 0,-1-11 0,19 2 0,-3-7 0,9-1 0,5 0 0,0 1 0,-2 7 0,-7-2 0,0 4 0,-8 2 0,-4-1 0,-11 9 0,-12-1 0,-12 5 0,-5 3 0,-5-4 0,1 4 0,-8 2 0,1-6 0,-6 1 0,0 1 0,-1 4 0,1 4 0,0 1 0,0 9 0,-1-5 0,1 8 0,6 2 0,1 3 0,3 0 0,1 9 0,6-10 0,0 6 0,0-2 0,8 5 0,1-11 0,10 4 0,4-4 0,4-2 0,7-7 0,1-4 0,1-6 0,4-6 0,-3-5 0,3-12 0,-4-4 0,-2-7 0,-5-3 0,0-3 0,-10 6 0,-2-1 0,-2 3 0,-9 9 0,-2 0 0,-10 6 0,-3 5 0,-9 3 0,1 1 0,-6 4 0,0 10 0,0 11 0,6 2 0,0 4 0,2 4 0,3 2 0,-1-3 0,7 3 0,-2-8 0,3 2 0,3-4 0,-4-2 0,4 1 0,2-1 0,2-8 0,4-3 0,3-4 0,9-2 0,-1 0 0,0-8 0,0-3 0,0-4 0,1-3 0,-5 1 0,4 0 0,-9 5 0,9 1 0,-5 5 0,1-3 0,-2 1 0,1 2 0,5 6 0,0 0 0,1 0 0,-1 2 0,0 4 0,0 2 0,0 3 0,1 4 0,-1-3 0,0-5 0,0-1 0,0-4 0,1-2 0,1 0 0,4 0 0,-10-2 0,4-4 0,-1-5 0,-1-12 0,2-4 0</inkml:trace>
  <inkml:trace contextRef="#ctx0" brushRef="#br0" timeOffset="64">25607 7737 8912,'-10'-8'0,"-3"4"0,7-7 0,-2 7 0,2-2 0,5-3 0,-7 7 0,8 4 0,0 15 0,0 8 0,0 9 0,2 3 0,4 3 0,-3-2 0,9 8 0,-6-2 0,5 2 0,-7 3 0,2-3 0,-4-2 0,-2 2 0,-2-8 0,-4 2 0,-11-5 0,-12-7 0,2-11 0,-1-11 0,-1-4 0,-6-2 0,9-2 0,5-5 0,7-11 0,7-7 0,10-3 0,9-1 0,1 1 0,16-7 0,-2 1 0,1-1 0,5 7 0,-4-1 0,3 2 0,3-1 0,5 3 0,0 8 0,0-1 0,-6 1 0,7 2 0,-1 3 0,0 5 0,-6 7 0,1 0 0,-7 0 0,1 0 0,-8 0 0,-2 0 0,-7 0 0,-9 7 0,3 5 0,-4 3 0,-2 2 0,0 1 0,0-1 0,-8 0 0,7 0 0,-9-2 0,4-3 0,4 3 0,-5-13 0,9 6 0,3-8 0,7 0 0,-3-8 0,3-3 0,1-5 0,1-1 0,-3 0 0,4 0 0,-3 2 0,3 3 0,-5-3 0,3 5 0,-7-7 0,7 7 0,-3 3 0,1 7 0,1 0 0,-3 2 0,3 3 0,3 5 0,-3 7 0,3-1 0,2-5 0,2 4 0,2-5 0,2 1 0,-2-1 0,-2-3 0,-1-1 0,-1-6 0,0 0 0,0-2 0,0-3 0,2-5 0,3-7 0,0 0 0,1-2 0,-5-4 0,-1 3 0,-8-4 0,-3 6 0,-4-1 0,-2-4 0,0 4 0,-2-4 0,-4 12 0,-5 5 0,1 4 0,-1 4 0,-3 4 0,-1 5 0,6 12 0,-5 2 0,7 6 0,-3-3 0,6 1 0,-3 4 0,7-5 0,0 3 0,0-8 0,1 0 0,5-6 0,10-2 0,8-3 0,3-7 0,4-3 0,1-15 0,3-4 0,5-12 0,0 0 0,-2-3 0,-1-3 0,-9 1 0,1 0 0,-8-6 0,2-1 0,-10 1 0,-1 6 0,-8 1 0,1 5 0,-3-3 0,-2 8 0,0 8 0,0 4 0,0 11 0,0 3 0,0 15 0,0 1 0,0 4 0,0 3 0,14 3 0,3-2 0,2-2 0,0-3 0,-2 1 0,0 0 0,1-2 0,-9-2 0,5 1 0,-9 1 0,-1 2 0,-2-1 0,-6-4 0,-7-1 0,-12 0 0,-8 0 0,-3 0 0,-3-1 0,-3-5 0,4 4 0,-14-13 0,6 6 0,-7-8 0</inkml:trace>
  <inkml:trace contextRef="#ctx0" brushRef="#br0" timeOffset="65">28498 7204 8912,'-20'-40'0,"-1"0"0,-2 1 0,1 11 0,4 5 0,1 6 0,0 5 0,0 5 0,-1 7 0,1 2 0,0 3 0,6 7 0,1 13 0,2 9 0,3 8 0,5 10 0,0 1 0,0 4 0,0 12 0,0 2 0,0 3 0,0-3 0,0-2 0,0-2 0,0-2 0,0-2 0,7-16 0,-5 3 0,4-17 0,-4-5 0,-2-11 0,-14-9 0,-3-8 0,-11-15 0,1-4 0</inkml:trace>
  <inkml:trace contextRef="#ctx0" brushRef="#br0" timeOffset="66">28033 7651 8912,'2'-23'0,"2"0"0,1 2 0,9 4 0,-3 5 0,5-3 0,8 13 0,5-3 0,-2-3 0,2 2 0,-1 0 0,7 8 0,-1 2 0,0 2 0,-1 7 0,-4-1 0,-4 3 0,-8 2 0,-6 0 0,1 1 0,-9-1 0,3 0 0,-2 0 0,0 0 0,2 1 0,-1-1 0,-3 0 0,4 0 0,4 0 0,7-7 0,0-4 0,0-5 0,-2-2 0,-1-5 0,-3-6 0,-5-5 0,4-4 0,-3-4 0,-3-1 0,-2-3 0,-2 0 0,-2 3 0,-4 1 0,-3-6 0,-10 12 0,-2-2 0,-2 8 0,-8 5 0,10 8 0,-6 0 0,2 0 0,3 0 0,12 0 0,2 0 0,8 0 0</inkml:trace>
  <inkml:trace contextRef="#ctx0" brushRef="#br0" timeOffset="67">28911 7393 8912,'0'12'0,"0"-1"0,0-7 0,0 11 0,0-3 0,0 3 0,0 10 0,0 1 0,0 9 0,0-1 0,0 6 0,0 0 0,0-1 0,0-3 0,0-2 0,0-5 0,0 0 0,0-8 0,0-4 0,0-11 0,0-14 0,0-9 0,7-8 0,-3-11 0,8-5 0,5 3 0,8-6 0,1 2 0,-3-4 0,6 6 0,-6 2 0,6 9 0,-3-1 0,3 7 0,-4 2 0,0 2 0,2-6 0,7-2 0</inkml:trace>
  <inkml:trace contextRef="#ctx0" brushRef="#br0" timeOffset="68">29651 7376 8912,'-29'0'0,"2"0"0,2 0 0,10 7 0,9 5 0,4 11 0,2 4 0,0 7 0,2 2 0,4 4 0,5 6 0,5 4 0,7 5 0,0-1 0,-2-6 0,-2-4 0,-4-4 0,-3-6 0,-7 0 0,-3-7 0,-2-2 0,0-8 0,-7-7 0,-5-5 0,-11-18 0,-4-6 0</inkml:trace>
  <inkml:trace contextRef="#ctx0" brushRef="#br0" timeOffset="69">29478 7427 8912,'-9'-19'0,"3"-4"0,-1 4 0,1-4 0,0 4 0,6-4 0,0 0 0,10 6 0,7 6 0,8 7 0,11-4 0,4 1 0,-4 5 0,12-4 0,-6 12 0,2 5 0,-5 5 0,6 3 0,-10 2 0,-8 2 0,-6 5 0,-6-3 0,-4 0 0,-5 0 0,-4 5 0,-10-11 0,-1 4 0,-1-4 0,-5 6 0,5-11 0,-7 1 0,0-6 0,7-3 0,-5-6 0,13 0 0,-5-7 0,9-5 0,3-3 0,5-2 0,1 5 0,1 1 0,1-3 0,4-1 0,4-2 0,2 2 0,-2 3 0,-1-3 0,-3 13 0,0-6 0,0 1 0,0 5 0,1-4 0,-1 4 0,-6 10 0,1 3 0,-7 4 0,7 3 0,-1-1 0,-1 0 0,5-2 0,-3-1 0,3-3 0,2 1 0,0-3 0,1-3 0,-1-4 0,0-2 0,0 0 0,-1-8 0,-5-3 0,2-5 0,-7-1 0,-2 0 0,6 0 0,-9-2 0,5-4 0,-12 4 0,3-6 0,-9 8 0,1 7 0,-7 6 0,1 8 0,0-2 0,2 19 0,3-4 0,7 2 0,3 0 0,2-1 0,0-1 0,0 0 0,7 0 0,12 0 0,16-1 0,9-5 0,6-3 0,9-10 0,4-4 0,11-11 0,5-10 0</inkml:trace>
  <inkml:trace contextRef="#ctx0" brushRef="#br0" timeOffset="70">30890 7341 8912,'-35'10'0,"1"-4"0,-1-2 0,1 1 0,7-3 0,-3 13 0,7-3 0,2 3 0,1 2 0,11 1 0,3-1 0,12 0 0,-2 0 0,7 0 0,3-7 0,9-4 0,-4-4 0,4-2 0,-4 0 0,-2 0 0,-2-8 0,-1-5 0,-3-8 0,1 1 0,-1-12 0,0 3 0,3-3 0,-5-3 0,3 1 0,-1-2 0,-1-4 0,5 3 0,-13-5 0,6 8 0,-1 0 0,-5-1 0,6 8 0,-8 5 0,0 2 0,0 11 0,0 1 0,-2 24 0,-4 6 0,4 11 0,-3 5 0,3 2 0,2 6 0,0-6 0,0-2 0,0-1 0,0-3 0,7-5 0,5-3 0,3-1 0,-5-2 0,5-13 0,-3-4 0,5-5 0,6-1 0,-4-7 0,4-7 0,-4-7 0,-2 2 0,-2-6 0,-1 8 0,-3 0 0,-5 2 0,5 3 0,-7 3 0,2 3 0,-4 4 0,-2 2 0,0 10 0,0 7 0,0 0 0,0 0 0,0-5 0,0-1 0,0 3 0,0 1 0,0-6 0,-6-3 0,0-12 0,-1-3 0,1-8 0,4-8 0,-7 6 0,5-4 0,-4 4 0,0 0 0,1-4 0,-5 2 0,7-8 0,-9 0 0,10 1 0,-5-1 0,1-2 0,2 7 0,6-1 0,0 8 0,0-1 0,2 9 0,6 3 0,9 4 0,0 10 0,16-4 0,-4 7 0,11 1 0,4 5 0</inkml:trace>
  <inkml:trace contextRef="#ctx0" brushRef="#br0" timeOffset="71">31595 7118 8912,'-38'0'0,"3"0"0,3 0 0,-1 0 0,-1 0 0,7 8 0,-1 3 0,10 12 0,-1-2 0,14 8 0,1 1 0,2 3 0,4 3 0,5 2 0,11 2 0,1-1 0,9-9 0,3-5 0,1-6 0,3 2 0,-3-19 0,-1 2 0,-2-8 0,-1-13 0,7-18 0,-1-9 0,1-7 0</inkml:trace>
  <inkml:trace contextRef="#ctx0" brushRef="#br0" timeOffset="72">31836 6877 8912,'-15'-11'0,"3"-1"0,3 7 0,3-7 0,2 8 0,-7-1 0,7 5 0,-2 5 0,-2 13 0,3 10 0,-1 10 0,6 2 0,-6 8 0,1-2 0,-1-2 0,6 0 0,2-2 0,3-4 0,5 6 0,7-13 0,0 3 0,1-13 0,-1-4 0,2-1 0,2-11 0,2-1 0,0-2 0,-4-10 0,2-5 0,2-8 0,0 2 0,0-14 0,0 7 0,-2-1 0,-4-4 0,-4 7 0,-3-1 0,-2 0 0,5 2 0,-11 11 0,4 1 0,-4 7 0,-2-2 0,0 12 0,0-4 0,2 13 0,3-3 0,-1 3 0,8 2 0,-7-1 0,7-3 0,1-2 0,-5-7 0,7 4 0,-3-8 0,3 0 0,-4 0 0,1 0 0,1 0 0,2-8 0,1 4 0,-5-7 0,10 1 0,-4-1 0,3 1 0,-9 5 0,4 3 0,-3-4 0,3 4 0,2 2 0,1 0 0,-7 2 0,1 4 0,-9-2 0,3 7 0,-4 2 0,-2-5 0,8 0 0,-6-8 0,5-8 0,-7-1 0</inkml:trace>
  <inkml:trace contextRef="#ctx0" brushRef="#br0" timeOffset="73">32456 6843 8912,'-6'-27'0,"0"4"0,-2 10 0,3 1 0,3 1 0,-6-1 0,8 1 0,8 7 0,1-2 0,9 12 0,-1-4 0,0 13 0,0-3 0,-7 3 0,-5 2 0,-3 0 0,-2 1 0,0-1 0,-7 0 0,-3 0 0</inkml:trace>
  <inkml:trace contextRef="#ctx0" brushRef="#br0" timeOffset="74">31784 7118 8912,'-17'0'0,"0"0"0,7 0 0,7 0 0,14 0 0,24-2 0,22-4 0,23-3 0,10-8 0,4-1 0,-44 9 0,1-1-208,-2-1 1,0-1 0,42-9 207,-5-7-364,-7 7 1,-18-19-1,-2 3 1</inkml:trace>
  <inkml:trace contextRef="#ctx0" brushRef="#br0" timeOffset="75">33092 6860 8912,'-9'0'0,"1"8"0,8 3 0,0 4 0,0 3 0,0 5 0,-2 1 0,-4 3 0,5-4 0,-5 4 0,4-2 0,2-2 0,0-6 0,0 0 0,-8 0 0,6-7 0,-11-12 0,7-13 0,2-7 0,2-8 0,8 3 0,0-7 0,7-1 0,-1 1 0,3 5 0,2 3 0,0 1 0,1 2 0,1 6 0,2 1 0,2 5 0,0-4 0,-4 15 0,2 0 0,2 9 0,6 6 0,-7 3 0,9 5 0,-2 0 0,3 7 0,-1-9 0,1 6 0,7-2 0,3-4 0,2-4 0,2-6 0,11-3 0,-4-8 0</inkml:trace>
  <inkml:trace contextRef="#ctx0" brushRef="#br0" timeOffset="76">24436 11227 8912,'-17'-11'0,"0"-1"0,0 1 0,-1 1 0,9-5 0,3 3 0,4 3 0,2-3 0,0 1 0,0 0 0,0-1 0,8 8 0,-6-3 0,11 10 0,-7 9 0,0 1 0,-6 16 0,0 7 0,0 12 0,0 9 0,0 12 0,0 11 0,0 18 0,0-46 0,0 3-214,0 7 1,0 2-1,0-4 1,2 0 213,0 1 0,1-2 0,1-2 0,0-1 0,1-3 0,1-3 0,15 31 0,-3-13 0,3-20 0,-4-14 0,6-7 0,0-10 0,2-7 0,-2-4 0,-4-4 0,4-2 0,-4-2 0,-2-4 0,6-4 427,0-7 0,8-6-427,-3 0 0,1-9 0,5-2 0,-3-3 0,9-9 0,-6 8 0,-5-2 0,4-4 0,-7 0 0,1 0 0,4 0 0,-8 4 0,2 4 0,-4-4 0,2 3 0,-1 9 0,-2 1 0,-1 2 0,-2 4 0,4 4 0,-10 6 0,5-5 0,1 14 0,0-3 0,0 3 0,1 2 0,-1 0 0,0 0 0,0 2 0,0 3 0,6 5 0,2 9 0,2 4 0,-6-2 0,4 10 0,-2 3 0,0 4 0,2 10 0,-2-2 0,-6 3 0,0 3 0,0 0 0,-7 5 0,7 4 0,0 6 0,-7-2 0,5 11 0,-5-9 0,-1-4 0,6-4 0,-5-1 0,7-3 0,0-5 0,1-6 0,-1-10 0,0 0 0,0 1 0,6-10 0,0-8 0,0-8 0,-6-9 0,8 0 0,-6 0 0,6 0 0,0 0 0,-6-15 0,12 2 0,-6-16 0,1-1 0,3-3 0,-2-1 0,-2-8 0,-6-2 0,0-10 0,-2-3 0,4 1 0,-9-7 0,3 0 0,0-5 0,-1 1 0,-3 4 0,-7 4 0,9 15 0,-7 5 0,-2 9 0,5-3 0,-1 14 0,4-4 0,3 4 0,-8 2 0,7 0 0,-3 0 0,1-1 0,5 1 0,0 0 0,0 0 0,8 0 0,-6-1 0,4 1 0,-4 8 0,-1 3 0,-1 4 0,0 2 0,-5 8 0,-1 3 0,0 14 0,5 7 0,-5 7 0,5 12 0,-5-3 0,4 2 0,3 5 0,-1-3 0,0 9 0,0-4 0,0 4 0,1 8 0,-1-4-128,0 4 0,2-4 128,4 9 0,-10-9 0,5-4 0,-3-1 0,0-11 0,2-9 0,1 0 0,-1-5 0,-6-5 0,1-12 0,1-1 0,2-8 0,3-1 0,-1-8 0,6-2 0,0-6 256,-2-9-256,6 0 0,-8-15 0,4 3 0,2-9 0,-3-2 0,3-8 0,-4 2 0,2-4 0,2-7 0,-2 0 0,-4-1 0,4 7 0,-4-7 0,-1 1 0,1-6 0,2 6 0,2 1 0,0 1 0,-6-2 0,0 13 0,0 4 0,-5 3 0,-1 9 0,1 1 0,5-2 0,0 10 0,0 2 0,0 2 0,1 9 0,-1 2 0,-8 2 0,7 2 0,-5 0 0,4 8 0,3 3 0,-1 7 0,-2 3 0,-3 1 0,3 9 0,-5-4 0,7 7 0,-2 2 0,-2 3 0,-1 1 0,-1 8 0,5-10 0,-5 8 0,4 7 0,-5 10 0,0 4 0,5 7 0,-6 5 0,3 5 0,-1 9 0,-8-43 0,-2 0 0,2 1 0,0 1-190,2 3 1,-1 1 0,-2-3 0,-2 1 189,3 3 0,0 0 0,1 0 0,0-1 0,-1 1 0,1-1 0,1-4 0,0-1 0,5 39 0,1-10 0,4-7 0,-3-1 0,3-7 0,2-8 0,0-11 0,1-6 0,5-1 0,0-3 0,-2 0 0,-2-3 0,6-10 0,-4 9 0,5-5 0,-1 0 252,6 5 0,-6-13 1,5 4-253,-1-4 0,-8-9 0,10 3 0,-7-7 0,3-2 0,-6-2 0,2-2 0,4-2 0,2-4 0,-4-4 0,-1-9 0,1-2 0,4-2 0,3-7 0,3-3 0,-1-7 0,1 2 0,-1 2 0,0-6 0,1-4 0,-1-4 0,1-1 0,-1-1 0,-5 0 0,0 1 0,-8-10 0,1-8 0,3-2-267,-2-9 1,2-2 266,-2-10-225,-10 45 0,1-1 0,3-9 0,0-1 225,1 1 0,-1-1 0,0 1 0,0 0 0,0 6 0,1 1 0,-1 1 0,0 0 0,0 2 0,0 0-160,18-38 0,-8 0 160,-4 5 0,1-2 0,-1 8 0,6-9 0,-6 5 0,0 0-14,2 3 0,-6 3 0,6-5 1,0-9 13,-11 39 0,0-1 0,0-1 0,-1 0 0,14-44 0,0 9 0,-1 5 154,-5 5 0,8 18 1,-10 9-155,-4 8 0,-7 3 303,4 13 0,-9 0 0,3 6-303,-4 0 370,6 0-370,-6 7 66,5-5-66,-7 13 0,0-6 0,0 8 0,0 0 0,0-7 0,0 3 0,0-8 0,0 9 0,0-5 0,0 8 0,0 0 0,-7-8 0,-3-1 0</inkml:trace>
  <inkml:trace contextRef="#ctx0" brushRef="#br0" timeOffset="77">24454 12620 8912,'11'-2'0,"0"-4"0,-7 4 0,10-7 0,-9 3 0,1 4 0,-6-13 0,0 13 0,0-6 0,0 8 0,0 0 0,-7 0 0,5 0 0,-6 0 0,8 0 0,0 0 0,8 0 0,-6 0 0,5 0 0,1 0 0,3 0 0,-3 8 0,7-6 0,-3 3 0,3-3 0,2-2 0,0 0 0,1 0 0,-1 0 0,-6 0 0,1-2 0,1-1 0,2-3 0,3 0 0,-1 6 0,0 0 0,0 0 0,-5 0 0,-1 0 0,-5 0 0,5 0 0,-7 0 0,4 0 0,-8 0 0,0 0 0,-8 0 0,6 0 0,-13 0 0,4 0 0,-5 0 0,-1 0 0,0 0 0,0 0 0,-6 0 0,0 0 0,0 6 0,4 0 0,-2-3 0,-2-1 0,0-2 0,6 2 0,-1 4 0,1-4 0,0 4 0,0-4 0,0-2 0,-1 0 0,9 0 0,1 0 0,8 0 0,0 0 0,8 0 0,-4-2 0,7-2 0,2-2 0,3-7 0,1 9 0,0-6 0,0 3 0,1 1 0,-1 0 0,0 1 0,0 1 0,2-4 0,2 2 0,2 1 0,-2-3 0,-2 6 0,1-6 0,1 7 0,2-5 0,-1 4 0,-4-6 0,-1 6 0,0-3 0,0 3 0,-5-6 0,-1 8 0,-7 0 0,4 0 0,-8 0 0,0 0 0,-8 0 0,4 0 0,-7 0 0,-1 0 0,1 0 0,-1 0 0,-1 0 0,-2 0 0,-3 0 0,1 0 0,0 0 0,0 0 0,-2 0 0,-2 0 0,-2 0 0,-8 0 0,10 0 0,-6 0 0,3 0 0,-7 0 0,12 2 0,-4 2 0,4 1 0,2 1 0,5 0 0,1 0 0,7 1 0,-2-1 0,4 4 0,4-1 0,4-3 0,-4-4 0,13-2 0,-4 0 0,5 0 0,1 0 0,0 0 0,2-6 0,4 0 0,-2-5 0,6 5 0,-2 0 0,-4-1 0,6 5 0,-6-6 0,5 6 0,-1-3 0,4 3 0,-6-4 0,8 4 0,-12 2 0,4 0 0,-4 0 0,-2 0 0,0-6 0,0 1 0,-5-1 0,-1 6 0,-7 0 0,4 0 0,-16 0 0,4 0 0,-7 0 0,-3 0 0,-1 2 0,-2 2 0,0 1 0,-6 1 0,0-6 0,0 2 0,6 4 0,-6-4 0,0 3 0,-2 3 0,2-2 0,2 1 0,-6-3 0,2 2 0,4-2 0,8 3 0,1-1 0,-1-2 0,5-2 0,1-2 0,9 0 0,3 0 0,7 0 0,3 0 0,2-2 0,3-2 0,2-2 0,-2-5 0,3 5 0,1-1 0,-1 1 0,0 4 0,0-12 0,0 9 0,0-9 0,-6 5 0</inkml:trace>
  <inkml:trace contextRef="#ctx0" brushRef="#br0" timeOffset="78">24479 12250 8912,'0'-5'0,"0"1"0,0 3 0,-1-1 0,-2-1 0,2 0 0,-3 2 0,3-1 0,-2-4 0,3 2 0,-4 0 0,0 0 0,0 3 0,-2-5 0,2 4 0,1-1 0,-2 2 0,-1 1 0,0 0 0,5 0 0,-7 0 0,2 0 0,-2 0 0,3 0 0,-1 0 0,4 0 0,-6 0 0,3 0 0,-3 1 0,-1 2 0,1 1 0,-1 1 0,1 3 0,-1-2 0,3-1 0,1 0 0,-2 2 0,0 1 0,1 0 0,-1-3 0,3 3 0,-2-3 0,1 3 0,3 1 0,0-1 0,-3 1 0,1-1 0,1 4 0,2 0 0,-1 3 0,-1 3 0,0-1 0,0 3 0,2 2 0,-3 0 0,4 4 0,0 0 0,0-1 0,0 0 0,1-1 0,2-1 0,2 1 0,-1 1 0,4-3 0,-2-2 0,1-2 0,2-1 0,2-3 0,1 0 0,-2-2 0,0-1 0,-1-2 0,-1 0 0,1-1 0,-1 0 0,1-1 0,0-3 0,-1 0 0,-2 2 0,0-3 0,-1 0 0,0 1 0,0-3 0,-2 1 0,-2-1 0,7-1 0,-8 0 0,4 0 0</inkml:trace>
  <inkml:trace contextRef="#ctx0" brushRef="#br0" timeOffset="79">24884 12112 8912,'4'4'0,"0"-3"0,-4 3 0,0-4 0,4 0 0,-3 0 0,3 0 0,0 0 0,-3 0 0,2 1 0,-3 1 0,4-1 0,-2 6 0,3-3 0,-1 1 0,1-2 0,-2 2 0,4 1 0,-1 3 0,1-1 0,-1 2 0,0 1 0,0-1 0,1 1 0,0 0 0,-1 0 0,-2 0 0,2 3 0,2-3 0,-2 0 0,-2 0 0,1-1 0,-1 2 0,-2-2 0,2 0 0,-1-2 0,2 4 0,-2-1 0,-1 0 0,0-2 0,1 0 0,-2 2 0,2 1 0,-1-1 0,0 2 0,-1-4 0,2 3 0,-2 0 0,-1-1 0,0 4 0,0-4 0,0 4 0,0-3 0,0 1 0,0-1 0,0 2 0,0 0 0,0 0 0,0-3 0,0 2 0,-1-2 0,-1 0 0,-1-2 0,0 0 0,0-1 0,2 1 0,-2 0 0,1-4 0,0 1 0,-2 0 0,0-1 0,1 2 0,-3-1 0,0 2 0,0-1 0,2 0 0,0-1 0,-3-1 0,5 1 0,-3 0 0,2 1 0,-3-3 0,3 2 0,-4-4 0,6 2 0,-2-4 0,3 0 0,0-4 0,0 2 0,0-4 0,2 3 0,1-2 0,0-1 0,-3-6 0,0-2 0</inkml:trace>
  <inkml:trace contextRef="#ctx0" brushRef="#br0" timeOffset="80">26045 12980 8912,'0'-5'0,"0"-1"0,0 0 0,0 1 0,0 2 0,-1 9 0,-1 3 0,-1 0 0,1 4 0,2-2 0,0 4 0,0-4 0,0 1 0,0 0 0,0-3 0,0 3 0,0-3 0,0 0 0,0 0 0,0-1 0,0-3 0,0-2 0,0-6 0,0-2 0,2-3 0,1-1 0,3-3 0,-2-3 0,0 0 0,-1 0 0,-1 0 0,3 1 0,-4-2 0,2 2 0,-1 1 0,1 5 0,-2-1 0,2 0 0,-2 1 0,-1 3 0,0 5 0,0 6 0,0 1 0,0 2 0,-3 0 0,0 2 0,1 0 0,1 1 0,1-1 0,0 1 0,0 0 0,0 0 0,0-3 0,0 3 0,0-3 0,0 0 0,0-3 0,0-1 0,0 2 0,0-3 0,0 1 0,0-3 0,0-2 0,0 0 0,0-3 0,3-6 0,1 0 0,0-3 0,-2 3 0,2-7 0,-4 5 0,3-4 0,0 4 0,0-3 0,-3 2 0,-1 2 0,-2 0 0,2 2 0,-2-1 0,-2 4 0,3 1 0,-3 4 0,3 8 0,-5-1 0,4 6 0,1-1 0,1 4 0,-2-4 0,1 3 0,0-1 0,1-2 0,1 0 0,0-4 0,0 1 0,0-1 0,0 1 0,0-3 0,0 0 0,0-8 0,3 4 0,-1-8 0,1 0 0,-3-3 0,0 0 0,0-3 0,0 3 0,0-3 0,0 0 0,0 1 0,0 0 0,0 2 0,0 0 0,0 0 0,0 4 0,0-1 0,0 4 0,0 6 0,0 6 0,0 3 0,0 3 0,0-4 0,0 3 0,0 0 0,0-4 0,0 0 0,0-2 0,0 0 0,0-3 0,0 0 0,0-5 0,0 2 0,0-6 0,0-1 0,0-5 0,0 0 0,0 1 0,-1-4 0,-1 1 0,1 0 0,-11-2 0,3 0 0</inkml:trace>
  <inkml:trace contextRef="#ctx0" brushRef="#br0" timeOffset="81">25959 12791 8912,'0'-8'0,"0"2"0,0 0 0,-1 1 0,-2 0 0,1 1 0,-3 4 0,3 0 0,-6 0 0,4 4 0,-2 1 0,0 3 0,0 1 0,-2 3 0,3 2 0,-6 4 0,3 1 0,-2 3 0,0 1 0,2 4 0,-1 6 0,1 1-173,3 0 1,0 8 172,2-5 0,2 4 0,-2-1 0,3 1 0,2-2 0,1-4 0,4-6 0,-1-6 0,1-3 0,2-2 0,-1-8 0,1-1 0,0-7 0,-1-1 0,1 2 0,-1-3 0,1-3 0,0 1 0,-1-3 0,1-2 0,-1-1 86,1 0 0,0-5 1,-1 0-1</inkml:trace>
  <inkml:trace contextRef="#ctx0" brushRef="#br0" timeOffset="82">26217 12714 8912,'1'5'0,"1"-2"0,1 1 0,0 2 0,1 2 0,0 1 0,5 3 0,0 2 0,-1 3 0,1 3 0,-1 4 0,1 4 0,0 2 0,-2 5 0,-1-1 0,2 1 0,-4-2 0,1-1 0,-2 0 0,-2-5 0,-1-1 0,0-3 0,0-2 0,-1 1 0,-2-4 0,1 1 0,-2-5 0,-1 1 0,1 1 0,0-2 0,-3-4 0,6 3 0,-5-5 0,4-3 0,-2-1 0,4-4 0,0 0 0,0-4 0,3-1 0,1-3 0,0-2 0,-1-1 0,4 1 0,-2-10 0,3 2 0</inkml:trace>
  <inkml:trace contextRef="#ctx0" brushRef="#br0" timeOffset="83">27198 13083 8912,'8'-3'0,"-2"-2"0,0 0 0,-4 0 0,1 2 0,-2 3 0,-1-3 0,-1 6 0,-1 2 0,-1 3 0,0 0 0,3 2 0,0 1 0,0 0 0,-3 4 0,1-1 0,0-1 0,1 2 0,1-2 0,0-1 0,0 1 0,0 2 0,0-6 0,0 3 0,0-3 0,0 0 0,0-4 0,0-2 0,0-6 0,0-2 0,0-4 0,0-3 0,0-2 0,0-3 0,0 0 0,0 0 0,0 0 0,3 0 0,-1-1 0,1 1 0,-3 0 0,0 3 0,0 0 0,0 2 0,0 1 0,0 2 0,0 0 0,0 5 0,0 0 0,0 10 0,0 3 0,0 1 0,0 3 0,0-3 0,0 4 0,0-2 0,0 3 0,3-5 0,0 2 0,-1 1 0,-1-4 0,-1 4 0,0-5 0,0 1 0,0 0 0,0-1 0,0 1 0,0-1 0,0-3 0,0-2 0,0-6 0,0-3 0,4-1 0,-3-2 0,2 0 0,-2-3 0,-1 3 0,0-8 0,2 4 0,1 0 0,0-3 0,-3 4 0,0 0 0,0-1 0,0 2 0,0 2 0,0 1 0,0 3 0,0 1 0,-1 5 0,-1 2 0,-1 2 0,1 4 0,2 3 0,0 2 0,0-2 0,0 4 0,0-2 0,0-1 0,0 3 0,0-5 0,0 1 0,0 0 0,0-5 0,0 1 0,0 0 0,0-4 0,0-1 0,0-3 0,0-6 0,0-3 0,2-4 0,1 0 0,-1 0 0,-1-2 0,-1 2 0,3 1 0,0 3 0,-1 1 0,-1-1 0,-1 4 0,0 2 0,0 6 0,0 3 0,0 2 0,0 4 0,0-1 0,0 3 0,0-3 0,0 4 0,0-5 0,0 2 0,0-3 0,0 0 0,0-1 0,0-3 0,-4 3 0,-1-3 0</inkml:trace>
  <inkml:trace contextRef="#ctx0" brushRef="#br0" timeOffset="84">27112 12843 8912,'0'-6'0,"0"0"0,0 0 0,0-2 0,0 2 0,0 1 0,-4 3 0,-2-1 0,-1 2 0,1 6 0,0 3 0,-1 7 0,-4 7 0,4 5 0,-5 8 0,5 3 0,-2 3 0,2 4 0,5 0 0,1-21 0,-1 0-456,2 1 0,-1 0 456,1 22 0,1-2 0,2-7 0,3-4 0,3-9 0,1-3 0,3-7 0,0-6 0,-3-4 0,7-6 0,-3-2 0,2-9 0,1-7 0</inkml:trace>
  <inkml:trace contextRef="#ctx0" brushRef="#br0" timeOffset="85">27396 12714 8912,'-9'5'0,"1"-3"0,-1-1 0,4-1 0,2 4 0,4 2 0,1 2 0,4 1 0,2 3 0,1 2 0,3 6 0,-2 3 0,5 7 0,-1 4 0,-1 5 0,0 3 0,-6 6 0,-3-23 0,-1 1-665,0 3 0,0-1 665,-2 0 0,0-1 0,1 1 0,-1 0 0,-2-2 0,-1 0 0,-1 0 0,-1 1 0,-1-1 0,0-1 0,-1 2 0,-1-1 0,-7 19-803,2-3 803,-1-3 0,2-5 0,-3 1 0,1-3 0,2-3 0,4-4 0</inkml:trace>
  <inkml:trace contextRef="#ctx0" brushRef="#br0" timeOffset="86">28790 14554 8912,'0'-8'0,"0"-1"0,0 0 0,-1 4 0,-1-1 0,1 4 0,-3-2 0,4 8 0,0 2 0,0-1 0,0 0 0,0 2 0,0 4 0,0 0 0,0 2 0,0 1 0,0-1 0,0 1 0,0 4 0,0-1 0,0 0 0,0 0 0,0 0 0,0 1 0,0-1 0,0 0 0,3-3 0,0 0 0,-2-2 0,0 0 0,-1-7 0,1 0 0,2-1 0,-2-1 0,3-4 0,-4-2 0,0-3 0,0-2 0,0-4 0,3-1 0,0-4 0,0-1 0,-3 1 0,0 0 0,0-3 0,0 0 0,0 1 0,0 1 0,0 0 0,0 5 0,0 1 0,0 3 0,0 0 0,0 1 0,0-1 0,0 4 0,0 3 0,0 4 0,0 5 0,0 3 0,0 2 0,0 1 0,0 2 0,0 2 0,0-1 0,0-1 0,3 0 0,-1-4 0,1 1 0,-3-4 0,0 1 0,0 0 0,4-1 0,-3-2 0,2 0 0,-2-4 0,-1 0 0,0-4 0,0-5 0,0-4 0,0-2 0,1-4 0,1-1 0,1-2 0,-1 1 0,-2-1 0,0 0 0,0 3 0,0-1 0,0 6 0,0 1 0,0 7 0,0 5 0,-3 7 0,1 5 0,-3 6 0,1 1 0,2-1 0,-3 3 0,4-3 0,-1 1 0,1-2 0,1-1 0,-1-4 0,-1-1 0,-1-3 0,0 0 0,3 0 0,0-5 0,0-1 0,0-6 0,0-1 0,3-8 0,0 1 0,3-5 0,-4 2 0,0-2 0,2-1 0,-1-1 0,1 1 0,-2-1 0,1-2 0,-1 2 0,-2-1 0,0 3 0,0 5 0,0 1 0,0 2 0,0 3 0,-2 9 0,-1 7 0,-3 7 0,3 3 0,-1 0 0,2-2 0,0 1 0,0-1 0,1-2 0,1-3 0,0 2 0,0-5 0,0-2 0,0-4 0,0-3 0,0 2 0,0-4 0,3-1 0,-1-2 0,1-1 0,-3-5 0,0-3 0,0-2 0</inkml:trace>
  <inkml:trace contextRef="#ctx0" brushRef="#br0" timeOffset="87">28610 14322 8912,'-5'0'0,"-3"0"0,3 0 0,-3-4 0,-1 3 0,4-3 0,-1 2 0,-1-1 0,2 0 0,0 3 0,-2 0 0,3 0 0,-4 2 0,3 3 0,-3 3 0,0 4 0,-1-1 0,0 6 0,2 7 0,0 4 0,1 3 0,1 8 0,0 4 0,2-18 0,2 2-623,1 2 1,0-1 622,0 1 0,0 0 0,1-2 0,2-1 0,-1 0 0,1 0 0,5 22 0,4-5 0,-1-7 0,1-7 0,0-8 0,-2-3 0,5-4 0,-1-3 0,3-5 0,0-2 0,-3-4 0,3-1 0,0-2 0,0-5 0,0-8 0,-5-3 0,2-3 0,-1-4 0</inkml:trace>
  <inkml:trace contextRef="#ctx0" brushRef="#br0" timeOffset="88">29023 14279 8912,'-6'-4'0,"0"-1"0,0-3 0,2-1 0,1 1 0,2-1 0,5 4 0,2 3 0,1 1 0,2 1 0,0 1 0,3 5 0,-3 1 0,4 7 0,-2 2 0,1 4 0,-1 2 0,-2 3 0,-1 1 0,1 4 0,-1 2 0,-2 4 0,-1 2 0,-1 1 0,-1 1 0,-4 2 0,-2-1 0,-3-1 0,-1-3 0,-2 0 0,0-6 0,2-3 0,0-4 0,1-4 0,2-6 0,-2-2 0,2-3 0,4-4 0,0-2 0,0-6 0,0-2 0,0 0 0,0-2 0,0 2 0,1-3 0,1 2 0,1-1 0,-1-2 0,2 0 0,1-4 0</inkml:trace>
  <inkml:trace contextRef="#ctx0" brushRef="#br0" timeOffset="89">27379 13763 8912,'-8'-3'0,"0"0"0,1-1 0,2 0 0,3 0 0,-1 1 0,2 3 0,1 0 0,4 4 0,1 6 0,4 1 0,3 3 0,2 7 0,6 5 0,4 6 0,4 4 0,-14-14 0,0 0 0,3 3 0,1 2-179,-2 2 0,0 1 0,3 5 0,0 1 1,-1 3-1,-2 0 179,0 0 0,-1 0 0,1-2 0,-2 0 0,-2-3 0,0 0 0,-1-4 0,-1 0 0,-1-3 0,-1-2 0,7 18-27,-1-8 1,-5-9 26,-3-6 0,-1-1 0,1-2 0,-2-4 0,-2 0 0,1-5 0,-1 1 0,-1-4 534,-1-2 0,0-5-534,0-3 0,-1-2 29,-2-7 0,-5-2-29,-7-4 0,-5-5 0,-2-6 0</inkml:trace>
  <inkml:trace contextRef="#ctx0" brushRef="#br0" timeOffset="90">27448 13746 8912,'-12'-14'0,"-2"1"0,1 3 0,2 2 0,1 5 0,1 1 0,1 4 0,-1 6 0,1 4 0,-1 3 0,1 2 0,3 2 0,-2 4 0,4-2 0,1 0 0,1 0 0,1 2 0,0-3 0,0 0 0,4-4 0,1-1 0,-1-4 0,3-1 0,-4-2 0,0-11 0,-3-2 0</inkml:trace>
  <inkml:trace contextRef="#ctx0" brushRef="#br0" timeOffset="91">27362 13798 8912,'6'-3'0,"0"0"0,3-3 0,6 3 0,6 1 0,4 2 0,6-3 0,6 0 0,2 0 0,3 3 0,0 1 0,-2 2 0,0 1 0,3 1-486,4 3 0,1-7 1,-23 1-1,1 0 1</inkml:trace>
  <inkml:trace contextRef="#ctx0" brushRef="#br0" timeOffset="92">27259 14632 8912,'-5'-6'0,"1"0"0,1-1 0,1 0 0,0-2 0,1 3 0,1 1 0,0-2 0,0-1 0,0 3 0,0-1 0,0 0 0,0 0 0,0 1 0,0 3 0,-4-5 0,-2 4 0,-2 0 0,-1 2 0,-2 0 0,0-2 0,-4-4 0,-2 1 0,-3-5 0,-5 0 0,1-4 0,-4-3 0,-6-4 0,0-7 0,-1-2-71,15 12 0,-1 0 1,1 0-1,-1-2 0,-1-1 1,-2-1-1,-1 0 0,0-1 71,-3-2 0,-1 1 0,3 1 0,-1-1-790,-2 0 0,0-1 790,2 0 0,1 0 0,0 1 0,1 0 0,1-3 0,0 1 0,-2 0 0,0 2 0,3 2 0,0 1 0,3 3 0,0 0 0,-15-10-439,7 5 439,5 3 0,6 10 0,5 3 0,3 5 448,4-1-448,1 4 791,4 0 0,8 0-791,3 0 185,1 0 0,0 0 0,-4-1-185,-3-2 0,3-1 0,-3-5 0</inkml:trace>
  <inkml:trace contextRef="#ctx0" brushRef="#br0" timeOffset="93">26287 13643 8912,'-13'-4'0,"3"0"0,-4-2 0,2 0 0,0 4 0,4-2 0,-2 5 0,-1 2 0,-3 2 0,-3 3 0,0 5 0,0 1 0,-1 5 0,-2 1 0,0 0 0,1 1 0,1-2 0,5 1 0,1-5 0,3-1 0,4-3 0,2 0 0,6-5 0,2-3 0,4-6 0,3-3 0,-3-5 0,3-4 0,1-5 0,0-2 0</inkml:trace>
  <inkml:trace contextRef="#ctx0" brushRef="#br0" timeOffset="94">26140 13643 8912,'9'0'0,"0"0"0,3 0 0,-1 3 0,7 0 0,-3 3 0,14-1 0,-1 4 0,5-1 0,4 1 0,0 0 0,3-5-138,-6-1 1,2-2-1,-5-1 1</inkml:trace>
  <inkml:trace contextRef="#ctx0" brushRef="#br0" timeOffset="95">24815 13385 8912,'-16'-11'0,"2"-1"0,2 3 0,3 2 0,4 3 0,1 4 0,15 4 0,0 1 0,10 3 0,1 1 0,4 0 0,4 3 0,8 1 0,-2 4 0,4 2 0,3 2 0,-19-9 0,0 1 0,6 5 0,1 1 0,6 4 0,2 1-938,-12-5 0,2-1 1,-1 2 937,2 2 0,-1 1 0,2 1 0,1 0 0,2 1 0,-1 0 0,1 3 0,0 0 0,0 0 0,1 1 0,0-1 0,1 1 0,-1 0 0,0 0 0,0-2 0,-3-3 0,0-2 0,0 0 0,-1-2 0,-1 0 0,0-1-256,13 5 1,-1-1 0,-5-3 0,-1-1 255,-4-2 0,-1 1 0,-1-2 0,0 1 0,-2-1 0,-1-1 0,-1 0 0,-2 0 0,-2-2 0,-2 0 0,14 13-375,-7-1 375,-5-3 0,-7-2 0,-4-5 0,0-3 0,-8-3 0,0-2 0,1-1 761,-3-2 1,0-5-1,-5-3-761,-5-4 0,-10-5 0,-4-4 0,-13-4 0,14 10 0,0 0 0</inkml:trace>
  <inkml:trace contextRef="#ctx0" brushRef="#br0" timeOffset="96">25125 13454 8912,'-22'0'0,"2"0"0,2 0 0,1 4 0,0 2 0,2 5 0,2 4 0,0 4 0,2 3 0,2 4 0,1-1 0,3-2 0,1 1 0,4-4 0,0 0 0,0-4 0,0-1 0,0 0 0,4-5 0,-3 3 0,2-5 0,-2-3 0,-9-5 0,-2-5 0</inkml:trace>
  <inkml:trace contextRef="#ctx0" brushRef="#br0" timeOffset="97">24979 13514 8912,'0'-9'0,"0"1"0,3-1 0,1 1 0,4-1 0,-1 4 0,9 1 0,-2 4 0,7 5 0,5 4 0,6-1 0,8 4 0,6 0-136,-18-6 1,1 0 0,1-1 0,0 0 0,3-1 0,0-2 135,-1 0 0,-1-1 0,0-5 0,0-3 0,-1 0 0,0 0 0</inkml:trace>
  <inkml:trace contextRef="#ctx0" brushRef="#br0" timeOffset="98">26665 14975 8912,'-3'-17'0,"-1"1"0,1 2 0,-2 2 0,0 3 0,3 5 0,-1 5 0,2 6 0,1 7 0,0 3 0,0 4 0,0 5 0,1 2 0,1 6 0,2-2 0,0 2 0,0-2 0,-1-3 0,0 2 0,2-3 0,1 3 0,0-1 0,-1-3 0,4-6 0,0-3 0,-5 1 0,0-13 0,0-10 0,1-10 0</inkml:trace>
  <inkml:trace contextRef="#ctx0" brushRef="#br0" timeOffset="99">26837 15147 8912,'-8'13'0,"0"0"0,2 4 0,2 1 0,4 0 0,0 2 0,5-4 0,4 4 0,-1-8 0,8 4 0,-5-11 0,2 2 0,-2-4 0,-1 0 0,2-4 0,1-2 0,-4-6 0,3-5 0,-3-2 0,0-1 0,-4 0 0,1-4 0,-3 1 0,0-3 0,-3 3 0,-1 0 0,-2 4 0,-3 2 0,-1-1 0,-2 3 0,1 3 0,-1 2 0,-4 3 0,4 8 0,-3 3 0,3 3 0,4 3 0,-2 5 0,5-2 0,0-2 0,2 1 0,2-3 0,0-2 0,5 0 0,-2-1 0</inkml:trace>
  <inkml:trace contextRef="#ctx0" brushRef="#br0" timeOffset="100">27078 15104 8912,'-8'0'0,"-1"0"0,0 4 0,2 2 0,1 2 0,-1 1 0,4 3 0,1-3 0,2 10 0,0-2 0,1 3 0,4-3 0,4 0 0,4-1 0,0-1 0,0-1 0,2-2 0,-2 0 0,3-4 0,-3 0 0,1-2 0,2 1 0,-3-7 0,4-1 0,-3-6 0,-2-6 0,-2-5 0,0-1 0,-2-1 0,2-3 0,-6 3 0,-1 2 0,1 3 0,-1-2 0,-3 8 0,0-3 0,0 3 0,-1 3 0,-2 0 0,-2 4 0,-3 0 0,-1 2 0,1 1 0,-1 2 0,0 4 0,2 0 0,0 2 0,1 3 0,4-1 0,-4 1 0,3 0 0,1 1 0,1-2 0,1 1 0,0-3 0,0 0 0,4-1 0,-2-2 0,4-1 0,0-2 0,2 0 0,0-3 0,1 0 0,0-3 0,-1-2 0,0-4 0,-2 1 0,1-1 0,-6 0 0,2 1 0,-2-1 0,-1 1 0,0-1 0,0 0 0,0 5 0,0 0 0,0 13 0,0 3 0,4 1 0,-2-1 0,3-1 0,-2 0 0,4-2 0,-5 0 0,4-1 0,0 1 0,-1-1 0,1-3 0,1-2 0,0-2 0,-2-1 0,3-4 0,-3-1 0,0-6 0,1 0 0,-4-5 0,1 2 0,-1-5 0,0-2 0,0 0 0,0 0 0,-2-3 0,-2 1 0,0-2 0,-4 0 0,-1 2 0,2 3 0,0 6 0,3 2 0,-6 3 0,7 8 0,-2 6 0,2 7 0,1 6 0,0 8 0,0 1 0,0 2 0,1 0 0,2 3 0,2 1 0,4-2 0,-1-1 0,2 3 0,1-4 0,4 2 0,-3-3 0,6 3 0,-3-5 0,1-4 0,-5-7 0,-2-6 0,2-5 0,-1-4 0</inkml:trace>
  <inkml:trace contextRef="#ctx0" brushRef="#br0" timeOffset="101">27887 14821 8912,'-6'5'0,"1"1"0,-1-4 0,2 2 0,4-4 0,5 0 0,2-1 0,3-2 0,0-3 0,3-1 0,0-2 0,4 0 0,4-2 0,-2 0 0,3-5 0,1 2 0,1-2 0,6-2 0,1-2 0,-1 0 0,-1 1 0,-2 5 0,-2-1 0,-2 3 0,-3 2 0,-6 0 0,-2 5 0,-7 2 0,-1 4 0,-4 1 0,-3 3 0,0 4 0,0-1 0,0 1 0,2-4 0,-4 1 0,2-3 0,-2-4 0,-3-3 0</inkml:trace>
  <inkml:trace contextRef="#ctx0" brushRef="#br0" timeOffset="102">28205 14451 8912,'3'-11'0,"1"-1"0,1 1 0,2-2 0,0 4 0,2-3 0,3 7 0,2 2 0,3 6 0,0 2 0,4 7 0,-3 5 0,2 5 0,-2 0 0,-3 4 0,-2-2 0,0 4 0,-3 0 0,-4-1 0,1 1 0,-5 1 0,1 3 0,-3 0 0,-5 0 0,-3 1 0,-5-2 0,-4-3-201,-4 2 1,-5-5 0,-4 1-1</inkml:trace>
  <inkml:trace contextRef="#ctx0" brushRef="#br0" timeOffset="103">27569 15070 8912,'0'-6'0,"0"1"0,0-2 0,0-1 0,0 0 0,0-1 0,0 0 0,0 5 0,0 1 0,0 7 0,1 4 0,1 6 0,0 7 0,3 3 0,-1 4 0,3 5 0,-3-2 0,2 2 0,0-2 0,0 3 0,-1-8 0,1 2 0,1-4 0,0-4 0,-2-6 0,3-5 0,-2-6 0,1-4 0,2-5 0,-1-6 0,-3-7 0,3 1 0,-7-7 0,2 3 0,-2-3 0,3 3 0,-4 1 0,3 4 0,-2-1 0,-1 1 0,0 4 0,0 1 0,0 8 0,1 4 0,2 4 0,-2 4 0,7 3 0,-3 2 0,3 0 0,1-2 0,-1 1 0,1-3 0,0-1 0,-1 1 0,1-3 0,-1-2 0,1 0 0,0-1 0,-1-3 0,1 0 0,-1 0 0,1-4 0,0-1 0,-1-6 0,1 0 0,-3-4 0,-2 3 0,1-2 0,0-1 0,-3 3 0,2-1 0,-4 5 0,1 4 0,1 4 0,-1 5 0,2 7 0,-2 4 0,-1 3 0,0 5 0,0-1 0,0 6 0,-1 0 0,-2 5 0,1-2 0,-2 3 0,0-3 0,-4 0 0,0 1 0,-5-1 0,0-4 0,-7-5 0,2-2 0</inkml:trace>
  <inkml:trace contextRef="#ctx0" brushRef="#br0" timeOffset="104">27930 15749 8912,'-4'-11'0,"-1"-1"0,0 1 0,-1-1 0,-1 1 0,2 2 0,1 4 0,-1-1 0,0 1 0,-1 2 0,-1 7 0,1 5 0,2 3 0,4 5 0,0 0 0,0 1 0,0-1 0,4 2 0,2-1 0,1-2 0,2-1 0,0-1 0,-1-2 0,1-3 0,-1-1 0,1-3 0,0-2 0,-1-2 0,5-1 0,-4-4 0,3-2 0,-3-5 0,-4 2 0,2-11 0,-4 3 0,-1-1 0,-2 0 0,0 1 0,-3 2 0,-3 1 0,-6 4 0,-2-1 0,-1 3 0,0 3 0,-1 3 0,4-2 0,-3 5 0,4 2 0,5 2 0,2 3 0,4 1 0,2-4 0,3 1 0,4 1 0,5-3 0,0-1 0,0-2 0,0-1 0,1 0 0,2 0 0,-4 0 0,2-1 0,-3-2 0,-2-3 0,0-2 0,-2 0 0,-2-1 0,0 1 0,-4-1 0,2 3 0,-4 1 0,4 4 0,1 1 0,-1 7 0,4 7 0,-4 3 0,1 0 0,3 4 0,-6-2 0,3 4 0,-2 1 0,3-3 0,-3 0 0,0-2 0,1-2 0,-3 6 0,3-12 0,-4 3 0,0-4 0,0-5 0,-1-1 0,-1-5 0,-1-2 0,-4-5 0,5-3 0,-4-3 0,4-1 0,-4-2 0,0 0 0,-2 0 0</inkml:trace>
  <inkml:trace contextRef="#ctx0" brushRef="#br0" timeOffset="105">28059 15723 8912,'5'-4'0,"0"-1"0,-2 2 0,1 2 0,6-4 0,0 3 0,2-1 0,-1 1 0,2-1 0,0 0 0,1 1 0,-2 1 0,-3 1 0,-1 1 0,1 2 0,-1 2 0,-3 3 0,-2 2 0,-2 1 0,-1-1 0,-3 6 0,-1-3 0,-1 1 0,0 2 0,-4-7 0,1 3 0,-1-3 0,0-4 0,1 3 0,-1-3 0</inkml:trace>
  <inkml:trace contextRef="#ctx0" brushRef="#br0" timeOffset="106">28291 15500 8912,'-4'-9'0,"-3"1"0,4-1 0,0 4 0,3 1 0,0 12 0,0 4 0,0 3 0,4 2 0,-3 3 0,3 1 0,0 1 0,0-3 0,2 2 0,-1-4 0,-1 1 0,2-5 0,-2 2 0,3-3 0,-1-2 0,-2 0 0,3-3 0,-1-1 0,1-3 0,-4-2 0,5-1 0,-2-1 0,1-2 0,-2-2 0,3-3 0,-3-1 0,-1 1 0,4-1 0,-6 0 0,4 1 0,-3 3 0,2 2 0,-3 2 0,5 5 0,-4 2 0,-1 1 0,-1 2 0,2 0 0,-1 0 0,0 3 0,3-3 0,-4 4 0,2-5 0,-2 1 0,0-1 0,1 1 0,1 0 0,-1-5 0,-2 0 0,0-12 0,0-1 0</inkml:trace>
  <inkml:trace contextRef="#ctx0" brushRef="#br0" timeOffset="107">28420 15483 8912,'0'-14'0,"0"2"0,0 3 0,0 1 0,0 3 0,0-3 0,0 8 0,1-1 0,1 5 0,1 3 0,-1 2 0,-1 2 0,-1-3 0,0 5 0,0 0 0</inkml:trace>
  <inkml:trace contextRef="#ctx0" brushRef="#br0" timeOffset="108">28317 15723 8912,'-7'-3'0,"0"-3"0,1-2 0,4 0 0,2-2 0,6 0 0,2-2 0,4 0 0,2 0 0,3 3 0,0-3 0,-3 0 0,1 0 0,-1-3 0,2 5 0,-1-1 0,0 1 0,-2 3 0,2 1 0,0 3 0,0 2 0,-3 1 0,1 0 0,-4 0 0,-1 0 0,-3 4 0,2-2 0,-5 4 0,1-3 0,-3 2 0,4 1 0,-3 3 0,3 2 0,-3 1 0,1-2 0,1 1 0,-1 0 0,-1-1 0,-1 2 0,0-3 0,2 0 0,1 3 0,0-6 0,-3 3 0,0-2 0,0-3 0,0-1 0,0-6 0,0-2 0,0-7 0,0-2 0,0-2 0,4-2 0,-2 2 0,3 1 0,-2 1 0,4 3 0,-5-4 0,4 4 0,1 4 0,-3-1 0,2 5 0,0-4 0,2 6 0,0 0 0,-1 1 0,-2 4 0,2 1 0,-3 1 0,3 2 0,-4 1 0,-2 0 0,4-1 0,-4 1 0,2-1 0,1-2 0,-1 0 0,-1 1 0,-1-4 0,1 5 0,2-3 0,1 0 0,1-2 0,0-3 0,-1 0 0,1-2 0,3-1 0,-4-4 0,1 1 0,1-1 0,0-2 0,1 3 0,-1 1 0,-1 2 0,-1-1 0,4 2 0,-1-1 0,1 0 0,-1 2 0,-3-2 0,7 2 0,-6-2 0,5 3 0,-4-1 0,-1-1 0,0-1 0,-2 0 0,3 2 0,-4-2 0,0 2 0,-3-3 0,0 4 0,-4 0 0,3 0 0,-4 3 0,3 1 0,-1 1 0,-1-2 0,2 2 0,0 2 0,-1-3 0,2 1 0,-2-2 0,2-2 0,-3 2 0,4-3 0,1-1 0,2-1 0,-2 0 0,3-4 0,0-1 0,0 0 0,1-2 0,3 4 0,-6-2 0,2 1 0,0-2 0,-1 3 0,1-1 0,2 3 0,-2 0 0,3 4 0,-2 2 0,0 3 0,2 1 0,0 3 0,3 1 0,1 4 0,1-3 0,-1 4 0,1-1 0,-2 1 0,3 1 0,-3-1 0,2 0 0,1-2 0,-7-4 0,5-1 0,-6-1 0,3-4 0</inkml:trace>
  <inkml:trace contextRef="#ctx0" brushRef="#br1" timeOffset="109">29212 14761 8912,'-13'0'0,"1"-1"0,3-1 0,0-1 0,0 1 0,6 1 0,3 2 0,4 2 0,8 2 0,2 6 0,2 1 0,2 2 0,3-3 0,2 4 0,2-4 0,3 2 0,1 0 0,2-2 0,-1-1 0,1 1 0,-4-2 0,2 0 0,-2-2 0,-1 0 0,-3-2 0,0 0 0,-7 0 0,1 1 0,-6-2 0,1-4 0,-3 0 0,0 0 0,-4 0 0,-1 0 0,-5 0 0,-2 0 0,-3-1 0,-5-2 0,-3-2 0,-3-4 0,0-7 0,0-2 0</inkml:trace>
  <inkml:trace contextRef="#ctx0" brushRef="#br1" timeOffset="110">29264 14683 8912,'-4'-8'0,"-2"-1"0,-2 0 0,0 5 0,-1 1 0,0 6 0,-3 2 0,2 8 0,-4 4 0,1 5 0,1 4 0,-1 2 0,1-1 0,0 2 0,3-3 0,-3 0 0,3 0 0,3-4 0,1-2 0,1-2 0,-2-4 0,5-7 0,-2-7 0,-2-7 0,0-7 0</inkml:trace>
  <inkml:trace contextRef="#ctx0" brushRef="#br1" timeOffset="111">29143 14726 8912,'0'-8'0,"0"3"0,0-3 0,4 6 0,3-3 0,3 2 0,4 0 0,4 3 0,2 0 0,3 0 0,2 0 0,1 0 0,-1 0 0,4 0 0,1 0 0,0 0 0,-2 0 0,-2 4 0,-5 0 0</inkml:trace>
  <inkml:trace contextRef="#ctx0" brushRef="#br1" timeOffset="112">29969 14623 8912,'-5'-6'0,"2"1"0,0 1 0,0-1 0,0 2 0,2-3 0,-2 0 0,2 2 0,-3-4 0,3 7 0,-1-2 0,1 2 0,-4 1 0,2 0 0,1 0 0,-4 0 0,3 0 0,-2 0 0,-2 0 0,0 4 0,2 2 0,-3 3 0,2 2 0,1 0 0,0 3 0,2 1 0,-3 5 0,4-2 0,-2 6 0,4-4 0,0-1 0,0 0 0,0-3 0,1-2 0,2-2 0,-2-3 0,7-4 0,-2-2 0,1-3 0,2-3 0,-1-5 0,1-3 0,-1-4 0,-2 0 0,0-1 0,1-1 0,-1 2 0,0 1 0,1 4 0,-4-2 0,1 3 0,-2 0 0,-1 4 0,4 2 0,-3 7 0,2 6 0,1 6 0,0 5 0,3 6 0,-1 1 0,-1 4 0,1 1 0,2 2 0,1-2 0,-4-1 0,1 1 0,-2-1 0,-1-3 0,-4 0 0,-4-3 0,-1-3 0,-7-5 0,-2-4 0,1-3 0,-2-2 0,4-3 0,-5-4 0,2 1 0,2-6 0,0-3 0,3-2 0,0-5 0,0-4 0,4-1 0,-1-5 0,4 3 0,-1-2 0,2 1 0,1 2 0,1-2 0,2 1 0,2-1 0,3 4 0,2 0 0,1 0 0,3 3 0,3-1 0,0 2 0,0-2 0,2 1 0,1 2 0,-1 0 0,4 4 0,-7-2 0,1-1 0,-2 1 0,-1-1 0,-2-3 0,-3 0 0,0-2 0,-1-5 0,1-1 0</inkml:trace>
  <inkml:trace contextRef="#ctx0" brushRef="#br1" timeOffset="113">30202 14451 8912,'0'-13'0,"0"-3"0,0 5 0,0-1 0,0 8 0,0 0 0,0 15 0,1 3 0,1 9 0,-1 1 0,2-1 0,-2 2 0,-1 1 0,0 0 0,1-3 0,1 0 0,1 1 0,4-1 0,-2 0 0,3-2 0,1-3 0,0-2 0,3-2 0,-2-2 0,4-7 0,-2-2 0,2-6 0,1-3 0,-2-5 0,2-3 0,-3-6 0,2-1 0,-2-2 0,-1-1 0,-2 4 0,-2 0 0,0 4 0,-2 1 0,-1 4 0,-2 5 0,-2 2 0,-2 6 0,-1 4 0,-4 0 0,1 5 0,2 1 0,2 0 0,-2 2 0,1-2 0,0 2 0,3-2 0,1 2 0,2-3 0,2 0 0,3-5 0,4 0 0,-1-3 0,2 0 0,-2-3 0,-1-4 0,1-2 0,1-2 0,-4-4 0,3 0 0,-6-2 0,-1-3 0,-1 3 0,-2-1 0,-1 0 0,-1 0 0,-2 4 0,-4 0 0,-5 5 0,-2 0 0,2 3 0,1-3 0,2 3 0,1 0 0,-1 3 0,0 0 0,1 0 0,3-3 0,1-2 0</inkml:trace>
  <inkml:trace contextRef="#ctx0" brushRef="#br1" timeOffset="114">30572 14331 8912,'0'-17'0,"0"-1"0,0 1 0,0 7 0,0 1 0,0 6 0,0-1 0,1 18 0,1 3 0,-1 8 0,2-2 0,-2 5 0,-1-1 0,0 2 0,0-3 0,0 0 0,0-3 0,0-1 0,0-1 0,0-1 0,0-3 0,0-3 0,0-3 0,0-1 0,0-2 0,0-3 0,1-2 0,1-6 0,1-3 0,-1-1 0,2-5 0,-2 1 0,5-4 0,-1 0 0,-1 3 0,0 0 0,1 3 0,3 0 0,-1 1 0,1-1 0,0 4 0,-1 2 0,1 2 0,-1 1 0,1 0 0,0 0 0,-1 4 0,1 2 0,-4 2 0,1 1 0,-3 2 0,-1 0 0,-1 2 0,-1-2 0,-4 1 0,-2 3 0,-1 0 0,-2-3 0,0 2 0,-2-3 0,0-1 0,0-3 0,2-4 0,0-3 0,0 0 0,1 0 0</inkml:trace>
  <inkml:trace contextRef="#ctx0" brushRef="#br1" timeOffset="115">30812 14408 8912,'-8'0'0,"2"0"0,0 0 0,4 1 0,0 2 0,-2-1 0,1 4 0,-3 0 0,3 6 0,0-3 0,3 3 0,0 0 0,0 0 0,0 2 0,0-3 0,4 1 0,1-5 0,4-1 0,-4 1 0,1-4 0,0-1 0,2-5 0,1-2 0,0-4 0,-4 0 0,1-3 0,-1 2 0,1-4 0,0 0 0,-2 0 0,0 2 0,0 3 0,0 1 0,-1 2 0,-3-1 0,5 6 0,-2-2 0,-2 3 0,2 3 0,1 2 0,-1 3 0,2 4 0,-2-1 0,4 1 0,-2-4 0,3 1 0,1-1 0,0-2 0,-1 0 0,1-4 0,-1 2 0,1-4 0,0-4 0,-1-2 0,0-5 0,-1-5 0,-2-3 0,1-3 0,-1-4 0,-2-3 0,-2-3 0,-1-4 0,0-1 0,-3-4-151,0 1 0,-4 4 151,1 2 0,2 9 0,-2 2 0,0 4 0,1 11 0,3 9 0,1 12 0,1 7 0,-3 10 0,0 4 0,1 2 0,1 5 0,1-2 0,0 3 0,0-2 0,5-4 0,3-5 0,5 0 0,4 0 0,8-2-191,4-6 1,7-3 190,4-6 0,2-5 0,3-5 0,0-6 0,0-4 0,-35 4 0</inkml:trace>
  <inkml:trace contextRef="#ctx0" brushRef="#br1" timeOffset="116">29582 15440 8912,'-9'-8'0,"1"1"0,-1 3 0,1 1 0,0 5 0,2 5 0,1 9 0,4 8 0,-2 5 0,1 5 0,1 1 0,2 3 0,2-4 0,-1-3 0,3-2 0,2-4 0,1-3 0,0-4 0,1-9 0,-1-6 0,1-7 0,0-4 0,-1-5 0,4-8 0,-1-3 0,0-3 0,1 0 0,0-2 0,-3 2 0,-2 2 0,0 0 0,-5 2 0,0-1 0,-5 4 0,-5 4 0,-6 1 0,-3 6 0,0 1 0,-1 5 0,0 1 0,0 5 0,1 6 0,6-1 0,-2 12 0,5-3 0,-1 1 0,4-4 0,3-2 0,-3-3 0,0 0 0</inkml:trace>
  <inkml:trace contextRef="#ctx0" brushRef="#br1" timeOffset="117">29814 15397 8912,'-5'-5'0,"-1"2"0,4 2 0,-2 1 0,1 8 0,0 4 0,2 6 0,0 4 0,1 4 0,0 0 0,0 1 0,0 0 0,0 2 0,0 0 0,0-4 0,1 1 0,0-1 0,3-2 0,1-3 0,0-3 0,1-2 0,1-1 0,-1-6 0,-2-1 0,0-7 0,-4-4 0,0 0 0</inkml:trace>
  <inkml:trace contextRef="#ctx0" brushRef="#br1" timeOffset="118">29720 15483 8912,'4'-14'0,"0"2"0,5 3 0,0 1 0,3-1 0,-2 0 0,5 1 0,-1 3 0,1 1 0,-1 4 0,1 0 0,-2 1 0,-2 2 0,-1 4 0,-2 3 0,0 1 0,-2 3 0,-3 0 0,-3 4 0,0-1 0,0 0 0,0-1 0,0-1 0,-3 0 0,-3-4 0,2 5 0,-4-7 0,4 3 0,-1-3 0,-3-4 0,2-2 0,-1-6 0,-2-2 0</inkml:trace>
  <inkml:trace contextRef="#ctx0" brushRef="#br1" timeOffset="119">29935 15302 8912,'-3'10'0,"0"1"0,0 3 0,3 3 0,0 4 0,0 2 0,0 1 0,0 2 0,1 0 0,2 0 0,2-4 0,3-2 0,1-3 0,0-3 0,-5-5 0,4-2 0,-2-4 0,1-2 0,2 0 0,1-4 0,0-4 0,2-4 0,-1 2 0,-2-7 0,-1 1 0,1-1 0,-1 2 0,-3-1 0,3 5 0,-3-6 0,0 7 0,0-1 0,-1 4 0,-1 5 0,-3 1 0,0 5 0,3 5 0,0 2 0,0 2 0,-3-3 0,2 4 0,1-4 0,3 1 0,-3-4 0,3 1 0,-4-1 0,5 0 0,-1-2 0,-1-2 0,0-4 0,1-7 0,3-2 0,-1-9 0,1 0 0</inkml:trace>
  <inkml:trace contextRef="#ctx0" brushRef="#br1" timeOffset="120">30150 15251 8912,'-4'-9'0,"3"-3"0,-2 1 0,1 3 0,0 6 0,1-3 0,-3 4 0,5-2 0,2 6 0,-2 3 0,2 5 0,1 3 0,-2 3 0,4 0 0,-3 3 0,2 0 0,-3 0 0,2 1 0,-4 1 0</inkml:trace>
  <inkml:trace contextRef="#ctx0" brushRef="#br1" timeOffset="121">29883 15569 8912,'-8'0'0,"0"-1"0,2-2 0,2-2 0,4-4 0,5-2 0,4-1 0,3-3 0,9 5 0,2-5 0,3 1 0,3-3 0,1 0 0,6-1 0,1 1-1303,-2-4 1303,4 3 0,-5-7 0,0 3 0</inkml:trace>
  <inkml:trace contextRef="#ctx0" brushRef="#br1" timeOffset="122">30279 15294 8912,'-4'-9'0,"3"4"0,-3 1 0,4 16 0,3-5 0,0 11 0,3-3 0,-3 2 0,2 3 0,-2 0 0,4 0 0,-6-5 0,3-1 0,0 1 0,-3-2 0,2-1 0,-3-3 0,1-2 0,2-1 0,-2-2 0,3-4 0,-4-8 0,0-3 0,0-5 0,0-4 0,0-1 0,0-1 0,0-1 0,0 2 0,0 0 0,3 3 0,0 1 0,0 4 0,-3 1 0,0 6 0,0 0 0,3 4 0,-1-1 0,3 6 0,-1 3 0,3 1 0,-5 6 0,2 0 0,0 0 0,0 3 0,-1-5 0,-2 4 0,2-4 0,-2 0 0,2-2 0,-1 0 0,1-5 0,-2 0 0,2-4 0,-1-1 0,4-2 0,-1-4 0,4-5 0,0-3 0,-1 3 0,1-3 0,2 0 0,1 4 0,-1-1 0,-1 4 0,1 3 0,-1-2 0,2 4 0,0 1 0,-1 1 0,4 4 0,-4 0 0,3 3 0,-2-3 0,3 2 0,0-2 0,-2 0 0,1-3 0,-2-1 0,2-2 0,-3-1 0,0-5 0,-1-1 0,-3 0 0,-1-3 0,-3 0 0,-2 2 0,-1-4 0,-1 5 0,-2-2 0,-2 3 0,-3 0 0,-1 3 0,0 1 0,4 3 0,-1-1 0,0 3 0,-2 3 0,3 2 0,-2 3 0,3 2 0,0 1 0,2-1 0,-1 1 0,2 0 0,1 0 0,0-4 0,0 1 0,0-1 0,0 2 0,0-4 0,0 2 0,4-6 0,1 2 0,0-5 0,1-1 0,-1-6 0,0 0 0,2-1 0,-4 1 0,4 1 0,-3 2 0,1 0 0,-2-1 0,-1 3 0,1 2 0,-1-2 0,3 1 0,-2 0 0,3 3 0,0 4 0,2-3 0,0 3 0,-2-1 0,1-2 0,-2 6 0,4-4 0,-1-1 0,1-1 0,0-1 0,-1 0 0,1 0 0,-1-1 0,1-2 0,0-3 0,-1-1 0,1-6 0,-1-1 0,1-3 0,0-3 0,-5 0 0,-1-2 0,-2-4 0,-1-3 0,0-3 0,-1 4 0,-2-3 0,-2 2 0,1 4 0,-4 5 0,3 6 0,1 2 0,-1 6 0,2 3 0,2 7 0,-2 5 0,2 4 0,1 8 0,0 5 0,0 5 0,4 2 0,2 1 0,1 3 0,2-3 0,0 1 0,-1-6 0,5-1 0,1-5 0,6 2 0,1-8 0,3 0 0,-1-5 0,0-6 0,3-6 0,0-5 0</inkml:trace>
  <inkml:trace contextRef="#ctx0" brushRef="#br1" timeOffset="123">6023 10780 8912,'-17'0'0,"0"0"0,1-2 0,5-4 0,1 5 0,5-5 0,3 4 0,-6 2 0,8 0 0,0 0 0,8 8 0,-5-7 0,9 5 0,-6-2 0,5 2 0,1-4 0,5 3 0,0-3 0,0-2 0,0 0 0,8 0 0,4 0 0,3 0 0,3 0 0,-1 0 0,1 0 0,1-5 0,4-1 0,6 2 0,-4 2 0,0 2 0,-7 0 0,-1 0 0,2 0 0,5 0 0,-11 0 0,5 0 0,-3 0 0,1 0 0,1 0 0,2 0 0,4 0 0,-1 0 0,9 0 0,5 0 0,-1 0 0,13-6 0,-8 1 0,-1 1 0,-3-6 0,-1 8 0,-1-3 0,-1 3 0,-4 2 0,-6 0 0,-2 0 0,2 0 0,-3 0 0,11 0 0,-8 2 0,-2 3 0,-2-3 0,4 6 0,3-6 0,-1 2 0,2 1 0,0-1 0,-6-2 0,2-2 0,-4 0 0,4 0 0,1 0 0,-3 0 0,6 0 0,-6 0 0,8 0 0,2 0 0,1 0 0,3 0 0,0-2 0,-1-4 0,1 5 0,3-7 0,-1 8 0,-4 0 0,-10 0 0,4 0 0,-6 0 0,2 0 0,0 0 0,-3-2 0,1-2 0,2-2 0,0 1 0,0 5 0,1 0 0,4 0 0,-4 0 0,4-2 0,-4-4 0,5 4 0,-6-4 0,0 5 0,-6 1 0,6 0 0,1 0 0,4-6 0,-4 0 0,1 0 0,-2 6 0,6 0 0,11 0 0,-5 0 0,-1 0 0,1 0 0,-6 0 0,4 0 0,-1 0 0,-1 0 0,-2 0 0,2 0 0,-6 0 0,8-5 0,-5-1 0,5 2 0,2 2 0,-1 0 0,1-4 0,2 5 0,3-5 0,-5 4 0,-1 2 0,-9 0 0,2 0 0,-7 0 0,3 0 0,-4 0 0,-2 0 0,1 0 0,-1 0 0,1 0 0,7 0 0,0 0 0,6 0 0,-2 0 0,-1 0 0,1 0 0,0 0 0,-2 0 0,2 0 0,-4 0 0,-7 0 0,-1 0 0,0 0 0,1 0 0,-7 0 0,1 0 0,0 0 0,5 0 0,1 0 0,-1 0 0,0 0 0,7 0 0,1 0 0,2 0 0,2 0 0,3 0 0,-3 0 0,-2 0 0,-4 0 0,-3 0 0,3 0 0,-4 0 0,-1 0 0,-7 0 0,1 0 0,1 0 0,3 0 0,1 0 0,1 0 0,5 0 0,0 0 0,2 0 0,-2 0 0,-1 0 0,6 0 0,-4 0 0,5 0 0,-8 0 0,2 0 0,-4 0 0,-1 0 0,-1 0 0,1 0 0,-1 0 0,0 0 0,1 0 0,-1 0 0,1 0 0,-1 0 0,0 0 0,1 0 0,-3 0 0,-3 0 0,4 0 0,-5 0 0,5 0 0,1 0 0,-1 0 0,-3 0 0,-3 0 0,0 0 0,0 0 0,1 0 0,-1 0 0,-4 0 0,-2 0 0,2 0 0,-4 0 0,4 0 0,-4 0 0,-2 0 0,2 0 0,2 0 0,2 0 0,8 0 0,-10 0 0,8 0 0,1 0 0,-3 0 0,2 0 0,1-2 0,3-4 0,1 4 0,-5-5 0,-2 7 0,-2 0 0,5 0 0,-11 0 0,4-2 0,-4-4 0,-1 4 0,5-5 0,-1 7 0,1 0 0,-5 0 0,1-2 0,2-2 0,2-2 0,5 0 0,-3 6 0,0 0 0,0 0 0,6 0 0,-7-2 0,7-1 0,-2-3 0,-8 0 0,9 6 0,-7 0 0,6 0 0,-6 0 0,6 0 0,-6 0 0,-2 0 0,3 0 0,-1 0 0,0 0 0,2 0 0,-6 0 0,6 0 0,-6-2 0,4-3 0,-4 3 0,8-6 0,-6 8 0,2 0 0,0 0 0,-4 0 0,2 0 0,2 0 0,0 0 0,-6-2 0,2-2 0,4-1 0,-4-1 0,6 6 0,-2 0 0,0 0 0,6 0 0,-6 0 0,6 0 0,-7 0 0,9 0 0,-2 0 0,-3-6 0,3 0 0,0 1 0,5 5 0,1 0 0,-1 0 0,1 0 0,-3-2 0,-1-2 0,-3-2 0,-7 0 0,12 6 0,-4 0 0,3 0 0,-5 0 0,0 0 0,-4 0 0,-2 0 0,7 0 0,-1 0 0,2 0 0,-6 0 0,3 0 0,1 0 0,2 0 0,0 0 0,-1 0 0,-1 0 0,-2 0 0,0 0 0,1 0 0,1 0 0,-4 0 0,-4 0 0,6 0 0,-6 0 0,6 0 0,0 0 0,-6 0 0,4 0 0,-4 0 0,-2 0 0,8 0 0,-6 0 0,6 0 0,0 0 0,-6 0 0,12 0 0,-6 0 0,1 0 0,-5 0 0,12 0 0,-4 0 0,3 0 0,-3-5 0,-1-1 0,1 2 0,-2 2 0,5 2 0,-11 0 0,8 0 0,2 0 0,-6 0 0,5 0 0,-7 0 0,8 0 0,-3 0 0,-1 0 0,0 0 0,-2 0 0,5-6 0,-1 1 0,2-1 0,-1 6 0,-1 0 0,-2 0 0,3 0 0,-1 0 0,0 0 0,5 0 0,-1 0 0,-5 0 0,5-8 0,-12 6 0,8-3 0,-3 3 0,3 2 0,2 0 0,-8 0 0,-2 0 0,3 0 0,-1 0 0,-2 0 0,-2 0 0,-1 0 0,1 0 0,2 0 0,2 0 0,0 0 0,0 0 0,0 0 0,1 0 0,-1 0 0,-2 0 0,6 0 0,-2 0 0,4 0 0,-4 0 0,1 0 0,5 0 0,-6 0 0,5 0 0,-5 2 0,2 3 0,2-3 0,-1 6 0,-1-8 0,-2 0 0,-2 8 0,0-6 0,0 3 0,-2-3 0,4 4 0,-2 0 0,-2-3 0,-2-1 0,-2-2 0,0 0 0,1 2 0,-1 4 0,0-4 0,0 6 0,0-8 0,1 0 0,-1 7 0,2-5 0,2 4 0,2-4 0,7 0 0,-1 2 0,4 1 0,1-1 0,0-2 0,1-2 0,-1 0 0,1 0 0,-1 0 0,1 0 0,-1 0 0,0 0 0,1 0 0,-3 0 0,-1 0 0,-2 0 0,-1 0 0,5 0 0,-3 0 0,-1 0 0,-8 0 0,10 0 0,-6 0 0,1 0 0,-5 0 0,10 0 0,-6 0 0,2 0 0,-5 0 0,7 0 0,2 0 0,1 0 0,3 8 0,-3-6 0,-1 3 0,-3-3 0,1-2 0,4 0 0,-5 0 0,5 6 0,-4 0 0,3-3 0,-3-1 0,-3-2 0,-1 0 0,4 6 0,-2 0 0,5-2 0,-9-2 0,17-2 0,-13 0 0,0 0 0,5 0 0,-7 0 0,4 0 0,3 5 0,-3 1 0,-2 0 0,0-6 0,-1 0 0,1 0 0,-6 0 0,2 0 0,2 2 0,-2 3 0,6-3 0,-6 4 0,-2-4 0,5 6 0,-5-7 0,8 5 0,-2 2 0,2-2 0,-6-3 0,3-1 0,3-2 0,4 0 0,-5 0 0,1 0 0,1 0 0,3 0 0,-2 0 0,1 0 0,4 0 0,-5 0 0,1 0 0,-3 0 0,4 0 0,1 0 0,-5 0 0,-1 0 0,-5 0 0,4 0 0,0 0 0,-2 0 0,0 0 0,-2 0 0,0 0 0,1 0 0,3 0 0,2 0 0,3 0 0,-3 0 0,4 0 0,-5 0 0,5 0 0,7 0 0,0 0 0,-2 0 0,4-2 0,-1-1 0,-3-3 0,-2 0 0,-3 6 0,-3-2 0,-1-4 0,-2 5 0,3-5 0,-3 2 0,-2-2 0,5 4 0,-10-5 0,2 7 0,0 0 0,0 0 0,-2-2 0,3-4 0,1 4 0,-1-4 0,2 5 0,-2 1 0,6 0 0,-4 0 0,0-2 0,-1-2 0,5-2 0,-2 0 0,2 6 0,-8 0 0,2 0 0,3 0 0,-5-5 0,8-1 0,-6 0 0,6 6 0,-8 0 0,4 0 0,-1 0 0,-3-6 0,6 1 0,-2 1 0,-4 2 0,6 2 0,-6-2 0,6-2 0,-3-1 0,-1-1 0,0 6 0,0-2 0,-2-2 0,-2-2 0,-1 1 0,-1 5 0,6-2 0,0-4 0,0 4 0,-4-4 0,4 4 0,-4 2 0,6 0 0,-6-2 0,4-3 0,-4 3 0,4-4 0,-2 4 0,2 2 0,-4 0 0,6 0 0,-8 0 0,0-7 0,0 5 0,1-4 0,-1 4 0,0 2 0,0-2 0,1-2 0,-1-1 0,0-1 0,0 6 0,2 0 0,4 0 0,-11 0 0,11 0 0,-12 0 0,4 0 0,3 0 0,-1 0 0,0 0 0,0 0 0,-5 0 0,-1 0 0,-7 0 0,11 0 0,-13-2 0,4-4 0,4 4 0,-9-5 0,15 7 0,-14 0 0,5 0 0,-5 0 0,4 0 0,-4 0 0,5 0 0,-7 0 0,0 0 0,-7 0 0,-5 0 0,-5 0 0,-6 0 0,-4 7 0,-7 3 0</inkml:trace>
  <inkml:trace contextRef="#ctx0" brushRef="#br1" timeOffset="124">18654 11347 8912,'-2'-17'0,"-2"0"0,-3 0 0,-3 0 0,6 5 0,-1 1 0,3 7 0,2-2 0,0 12 0,0-4 0,0 13 0,0-13 0,0 13 0,0-13 0,0 8 0,0-4 0,0-5 0,0 7 0,0-8 0,-8 0 0,6 0 0,-5 0 0,7 0 0,0 0 0,0-8 0,0 7 0,0-7 0,0 8 0,0 0 0,7 0 0,3 0 0,7 0 0,2-6 0,2 0 0,6 3 0,5 1 0,-1-4 0,9-2 0,-4-1 0,-1 5 0,-1-2 0,1-3 0,-8 7 0,-5-4 0,-2 2 0,-3-2 0,-8 5 0,-3-7 0,-12 8 0,-3 0 0,-8 0 0,-3 0 0,-2 0 0,-5 0 0,0 0 0,-6 6 0,5-1 0,-5 1 0,-1-6 0,-1 0 0,1 0 0,2 6 0,3 0 0,-2-1 0,8-5 0,0 0 0,6 0 0,6 0 0,-1 0 0,8 0 0,-1 0 0,10 0 0,5 0 0,7 0 0,2 0 0,4 0 0,-4 0 0,14 0 0,-4 0 0,3 0 0,2-7 0,1-3 0</inkml:trace>
  <inkml:trace contextRef="#ctx0" brushRef="#br1" timeOffset="125">19308 11141 8912,'2'-9'0,"4"3"0,5-2 0,10 3 0,2 1 0,8-4 0,-1 2 0,7 1 0,3-3 0,0 6 0,-6-4 0,1 4 0,-1 2 0,-5 0 0,-2 0 0,-2 0 0,-2 8 0,-14 9 0,-3 12 0,-4 3 0,-2 3 0,-2-1 0,-4 2 0,-5 5 0,-5-5 0,-3 12 0,-2-8 0,-2-2 0,0-2 0,6-3 0,0-3 0,0-1 0,7-8 0,-5 2 0,3-12 0,5-3 0,-7-10 0,9-4 0,-9-11 0,5-10 0</inkml:trace>
  <inkml:trace contextRef="#ctx0" brushRef="#br1" timeOffset="126">19377 11193 8912,'0'-10'0,"0"4"0,0 12 0,0 4 0,6 20 0,-1 5 0,9 5 0,-3 0 0,7 4 0,3 6 0,1-5 0,9 5 0,-2-4 0,5 4 0,6 1 0,-3-7 0,5-2 0</inkml:trace>
  <inkml:trace contextRef="#ctx0" brushRef="#br1" timeOffset="127">19532 12964 8912,'-2'15'0,"-4"-4"0,-3-3 0,-1 0 0,4-6 0,14 3 0,9-3 0,2-4 0,10-2 0,4-3 0,5-3 0,-2 1 0,4-5 0,-3 3 0,-3 5 0,0-5 0,-1 7 0,-4-2 0,-5 4 0,-6 2 0,-1 0 0,0 0 0,-7 0 0,-3 0 0,-7 0 0,0 0 0,0 0 0</inkml:trace>
  <inkml:trace contextRef="#ctx0" brushRef="#br1" timeOffset="128">20255 12757 8912,'0'10'0,"0"-2"0,2-8 0,3 0 0,7 0 0,11 0 0,5-2 0,7-2 0,5-2 0,-4-7 0,14 5 0,-6-5 0,0 3 0,-4 1 0,-4-1 0,-3 6 0,-4-2 0,-5 5 0,-8 2 0,-3 5 0,-1 6 0,-9 3 0,5 4 0,-8 2 0,-2 4 0,-4 2 0,-5 3 0,3-5 0,-7 7 0,4-5 0,-5 0 0,5 4 0,-1-9 0,3 7 0,-3-6 0,-3 0 0,11-6 0,-5 0 0,1 1 0,2-9 0,6 6 0,0-13 0,-7-2 0,-3-9 0</inkml:trace>
  <inkml:trace contextRef="#ctx0" brushRef="#br1" timeOffset="129">20375 12809 8912,'-9'0'0,"1"0"0,10 2 0,4 4 0,3 3 0,8 8 0,0 2 0,1 4 0,-1 6 0,0-2 0,0 1 0,6 1 0,0 5 0,-2 1 0,6-1 0,0 1 0</inkml:trace>
  <inkml:trace contextRef="#ctx0" brushRef="#br1" timeOffset="130">19945 11554 8912,'-12'6'0,"3"1"0,-1 3 0,1 3 0,3 8 0,-4 4 0,3 2 0,3 3 0,2 3 0,2 7 0,0 0 0,0-2 0,0-2 0,6-1 0,1-3 0,3-3 0,0-10 0,3-9 0,-2-3 0,3-3 0,1-2 0,2-12 0,0-7 0,-5-8 0,-1-9 0,1-6 0,5 0 0,-7-6 0,-5 4 0,-3 0 0,-2 0 0,0 4 0,-7 1 0,3 5 0,-8 3 0,-1 6 0,-2 4 0,-3 4 0,1 3 0,0 5 0,6 7 0,-1 0 0,8 7 0,-3 3 0,7 7 0,0-7 0,0-3 0,0-7 0</inkml:trace>
  <inkml:trace contextRef="#ctx0" brushRef="#br1" timeOffset="131">19859 11846 8912,'-10'0'0,"10"-8"0,14-3 0,7-4 0,-2-3 0,11-1 0,-7-4 0,8-3 0,-4-9 0</inkml:trace>
  <inkml:trace contextRef="#ctx0" brushRef="#br1" timeOffset="132">20478 10952 8912,'-9'-8'0,"3"8"0,4 10 0,2 7 0,0 6 0,0 6 0,0 3 0,0 10 0,2 4 0,2 2 0,3 0 0,3-3 0,-4-6 0,5 1 0,3-4 0,1-9 0,2-4 0,0-12 0,1-5 0,-1-4 0,6-2 0,2 0 0,1-2 0,5-4 0,-6-3 0,7-7 0,-3 5 0,2-4 0,-3 3 0,-3 3 0,-8-3 0,8 1 0,2-7 0</inkml:trace>
  <inkml:trace contextRef="#ctx0" brushRef="#br1" timeOffset="133">20891 13170 8912,'0'11'0,"0"1"0,2-1 0,4-1 0,-4-2 0,6-8 0,-8 0 0,-6 1 0,0 5 0,2 6 0,2 3 0,2 2 0,0 0 0,0 8 0,0 4 0,8-4 0,-4 7 0,5-5 0,-1 0 0,5-3 0,-3-6 0,1-1 0,1 0 0,-1-7 0,7-3 0,-1-7 0,0-2 0,0-3 0,0-13 0,1-10 0,-1-5 0,-8-1 0,5-8 0,-8-4 0,-1 2 0,-5-2 0,-2 2 0,-3-2 0,-7 6 0,-3 6 0,-2 5 0,1 6 0,5 4 0,-4 10 0,5 1 0,-5 16 0,3 3 0,-1 6 0,7 6 0,2 6 0,2 1 0,2-1 0,-7 11 0,-3-3 0</inkml:trace>
  <inkml:trace contextRef="#ctx0" brushRef="#br1" timeOffset="134">20909 13445 8912,'0'-10'0,"0"1"0,0 3 0,0-3 0,7-9 0,5 1 0,11 0 0,0 0 0,11 0 0,-3-1 0,9 1 0,-4 0 0,-2 0 0,1-8 0,-1-2 0</inkml:trace>
  <inkml:trace contextRef="#ctx0" brushRef="#br1" timeOffset="135">21390 12620 8912,'18'-8'0,"-9"-1"0,-3-9 0,3 1 0,-7 8 0,6 5 0,-8 15 0,0 12 0,0 8 0,0 3 0,-8 8 0,6 0 0,-3 4 0,3 2 0,2-8 0,0-2 0,0-2 0,6-1 0,-1-1 0,11-9 0,-1-6 0,6-5 0,4-11 0,-2 3 0,2-8 0,3-9 0,5-16 0,-6-17 0</inkml:trace>
  <inkml:trace contextRef="#ctx0" brushRef="#br1" timeOffset="136">21184 10849 8912,'-17'0'0,"-1"0"0,1 0 0,0 0 0,0 0 0,0 0 0,1 2 0,3 2 0,1 3 0,-1 5 0,-2 7 0,3 6 0,3 9 0,1 2 0,4 4 0,2 4 0,2 8 0,2 0 0,4-1 0,-2-1 0,7-2 0,3-6 0,1-6 0,2-6 0,0-12 0,1-9 0,-1-3 0,0-4 0,0-2 0,0 0 0</inkml:trace>
  <inkml:trace contextRef="#ctx0" brushRef="#br1" timeOffset="137">21373 11021 8912,'0'17'0,"0"0"0,-2-2 0,-3-3 0,3 3 0,-12-3 0,7 9 0,-1 4 0,0-1 0,4 1 0,3 6 0,1-10 0,0 6 0,0-3 0,5 5 0,3-6 0,1-2 0,5-2 0,1-9 0,2-1 0,1-3 0,-1-6 0,0 0 0,0-8 0,0-9 0,1-8 0,-3-3 0,-4-5 0,3-3 0,-8-4 0,-1 3 0,-5-3 0,0 0 0,-2 4 0,-3 3 0,-7 1 0,-3 7 0,-2 2 0,-1 6 0,1 5 0,0 5 0,0 7 0,0 7 0,-1 5 0,1 11 0,0 4 0</inkml:trace>
  <inkml:trace contextRef="#ctx0" brushRef="#br1" timeOffset="138">21304 11193 8912,'-7'17'0,"5"-8"0,-6-1 0,10-8 0,4 0 0,7-2 0,8-4 0,0-3 0,8-8 0,-8 0 0,6-6 0,-4 0 0,-4-8 0,6 4 0</inkml:trace>
  <inkml:trace contextRef="#ctx0" brushRef="#br1" timeOffset="139">21476 10746 8912,'18'17'0,"-1"0"0,0-5 0,0-3 0,0-1 0,3 5 0,3-1 0,-2 3 0,7 2 0,7 2 0,5 4 0,-2 8 0,-2 7 0,-1 6 0,-8 7 0,-4 1 0,-10 0 0,-4 1 0,-1 4 0,-4-3 0,-10 3 0,4-3 0,-19 3 0,4 0 0,-10-3 0,4-3 0,-15-3 0,2 11 0</inkml:trace>
  <inkml:trace contextRef="#ctx0" brushRef="#br1" timeOffset="140">21907 12431 8912,'-18'0'0,"1"2"0,0 1 0,0 5 0,0 2 0,-1 3 0,1 10 0,2 6 0,2 5 0,3 6 0,2 6 0,3 9 0,5 3 0,1-3 0,5-2 0,11-1 0,4-2 0,8-4 0,0-8 0,-1-8 0,1-7 0,-6-6 0,6-5 0,-8-12 0,4-10 0</inkml:trace>
  <inkml:trace contextRef="#ctx0" brushRef="#br1" timeOffset="141">22182 12568 8912,'-10'23'0,"3"0"0,-1-2 0,0 4 0,-5 0 0,4 1 0,-1 5 0,0 2 0,7 1 0,-3 0 0,4 1 0,2-1 0,2 0 0,4 1 0,3-7 0,8 1 0,1-15 0,1-3 0,2-7 0,2-4 0,5-2 0,-5-4 0,0-11 0,0-10 0,0-7 0,-2-1 0,-2-1 0,-3-2 0,-5-2 0,-3-6 0,-8 6 0,0 0 0,0 5 0,0 1 0,0 0 0,-8 7 0,-3 6 0,-5 7 0,7 7 0,-12 7 0,3 0 0,-3 2 0,4 3 0,0 5 0,0 15 0,0 2 0</inkml:trace>
  <inkml:trace contextRef="#ctx0" brushRef="#br1" timeOffset="142">22130 12826 8912,'-5'12'0,"-1"-1"0,0-7 0,8 3 0,4-7 0,5 0 0,12-1 0,4-5 0,2-4 0,-1 1 0,1-7 0,5 1 0,1-8 0,-1 0 0,1 6 0</inkml:trace>
  <inkml:trace contextRef="#ctx0" brushRef="#br1" timeOffset="143">22354 12121 8912,'17'10'0,"0"3"0,1-7 0,-1 7 0,2-1 0,2 5 0,2 6 0,8 5 0,-3 13 0,-3 10 0,0 20 0,-10 15 0,-3 9 0,-8-42 0,-1-1-647,-2 0 0,-2 0 647,1 1 0,0 0 0,0 37 0,0-41 0,-2 2 0,0 1 0,-1 1 0,-1 0 0,-2 1 0,-1 0 0,-3 1 0,-5-4 0,-3-1 0,-18 36 0</inkml:trace>
  <inkml:trace contextRef="#ctx0" brushRef="#br1" timeOffset="144">12838 16918 8912,'-27'46'0,"4"2"0,6 3 0,5 7 0,7 1 0,3 0 0,4 4 0,3-6 0,7-1 0,3-3 0,4-9 0,2-6 0,4-7 0,2-8 0,2-4 0,5-4 0,0-5 0,1-10 0,-1-10 0,1-13 0,-1-3 0,0-9 0</inkml:trace>
  <inkml:trace contextRef="#ctx0" brushRef="#br1" timeOffset="145">13492 16815 8912,'-8'-10'0,"6"1"0,-4 3 0,4 12 0,4 0 0,2 9 0,4 8 0,1 5 0,-3 5 0,4 1 0,-1 1 0,1-1 0,-5 6 0,7 0 0,-1 0 0,-1 2 0,3-5 0,-5 3 0,2-4 0,3-2 0,0-7 0,-1-4 0,3-6 0,-3-5 0,3-6 0,2-5 0,0-8 0,1-3 0</inkml:trace>
  <inkml:trace contextRef="#ctx0" brushRef="#br1" timeOffset="146">13887 16798 8912,'-7'-10'0,"5"3"0,-13 7 0,13 1 0,-6 5 0,0 6 0,6 11 0,-3 7 0,3 8 0,2-1 0,0 5 0,0 0 0,0-6 0,0 4 0,7 2 0,5-2 0,3-2 0,2-9 0,1 4 0,-1-5 0,-2-3 0,-3-2 0,3-4 0,-13-9 0,5 5 0,-7-6 0</inkml:trace>
  <inkml:trace contextRef="#ctx0" brushRef="#br1" timeOffset="147">13612 17296 8912,'0'-17'0,"0"0"0,8 0 0,1 5 0,8 1 0,1-3 0,12-1 0,5-2 0,3-6 0,-4 0 0,8 0 0,4 6 0,-2-6 0,0 0 0,-2 2 0,-2 2 0,-5 2 0,-6 0 0,-3-1 0,-1 3 0,-6 2 0,-5 1 0,-7 9 0,-7-3 0,0 12 0,-2 1 0,-3 5 0,-5 3 0,-7-6 0,0 9 0,5-1 0,1 0 0,-3 0 0,7 0 0,-7 1 0,9-1 0,1 0 0,0 0 0,-2 0 0,4 1 0,-3-1 0,3 0 0,4-6 0,3 1 0,-3-8 0,14 3 0,-5-7 0,4 0 0,3-2 0,-1-3 0,0-7 0,0-3 0,0-2 0,1 0 0,-3-6 0,-4 0 0,5 0 0,-9 4 0,7-2 0,-3-2 0,1 2 0,-3 2 0,-1 9 0,-2-5 0,1 5 0,3 1 0,-4 1 0,5 8 0,2 0 0,3 0 0,1 0 0,0 0 0,0 6 0,0 1 0,1 3 0,-1-6 0,0 11 0,0-5 0,1-1 0,-9 1 0,-3-5 0,3-3 0,-7 6 0,6 0 0,-8-6 0,0 5 0,0-7 0,8 0 0,1 0 0,8 0 0,1 0 0,-1 0 0,0 0 0,-7 0 0,5 0 0,-4 2 0,5 4 0,1-4 0,0 5 0,0-7 0,0 0 0,1 0 0,-1 0 0,0 0 0,0 0 0,1 0 0,-7 0 0,0 0 0,-1-2 0,1-3 0,-3-5 0,-8-1 0,0-1 0,0 8 0,-2-3 0,-4 7 0,-5 0 0,3 0 0,-7 2 0,6 3 0,-1 7 0,-5 3 0,13 2 0,-4 1 0,4-1 0,2 0 0,0 0 0,0 0 0,0 1 0,8-3 0,3-4 0,5-5 0,1-4 0,2-12 0,2-5 0,2-10 0,-2-5 0,-2-7 0,2-8 0,-2-3 0,-5-6 0,-5-3 0,-3-8 0,-6 4 0,0 0 0,0 3 0,0 13 0,0 5 0,0 11 0,-2 12 0,-4 11 0,4 8 0,-5 11 0,-1 16 0,6 13 0,-4 15 0,4 6 0,2 4 0,0 2 0,0 0 0,8-1 0,4 1 0,10-2 0,7-6 0,4-9 0,9-1 0,-4-20 0,8 3 0,0-18 0,5-1 0</inkml:trace>
  <inkml:trace contextRef="#ctx0" brushRef="#br1" timeOffset="148">16365 16574 8912,'-11'-9'0,"1"1"0,1 0 0,-1-3 0,-1-4 0,1-3 0,1-5 0,5-1 0,-2-3 0,0 6 0,6-2 0,0 4 0,0 2 0,0-1 0,0 9 0,0 3 0,0 12 0,2 9 0,4 12 0,-4 2 0,8 22 0,-5 1 0,5 7 0,-1 2 0,1 0 0,-6-3 0,2 5 0,7-4 0,-9 8 0,7-4 0,-7-4 0,2-4 0,-4-7 0,-2-6 0,0-9 0,0-5 0,-8-11 0,-9-9 0,-10-8 0</inkml:trace>
  <inkml:trace contextRef="#ctx0" brushRef="#br1" timeOffset="149">16073 16970 8912,'-10'-8'0,"5"-3"0,3 3 0,2-7 0,4 5 0,5-7 0,8 0 0,14-1 0,1 1 0,7-2 0,-1-4 0,6 4 0,0-6 0,7 8 0,1 0 0,-8 0 0,-4 0 0,-3 1 0,-3 5 0,-7-3 0,-4 9 0,-10-1 0,-1 6 0,-9 8 0,5-3 0,-8 11 0,0 3 0,-8 2 0,5-2 0,-9 2 0,-1 2 0,-1 7 0,3-1 0,-4-4 0,11 7 0,-6-3 0,2 3 0,3 3 0,5-1 0,2-5 0,3 0 0,5-8 0,7 1 0,8-10 0,4-6 0,3-4 0,-1-4 0,-1-4 0,1-6 0,-2-10 0,-12-3 0,-2-6 0,-3 2 0,1 1 0,-7-7 0,-4 1 0,-6 0 0,-6 7 0,-13-4 0,-2 8 0,-1 2 0,3 4 0,-4 4 0,0 3 0,0 3 0,6 1 0,-3 6 0,14 0 0,2 0 0,24 8 0,3 1 0</inkml:trace>
  <inkml:trace contextRef="#ctx0" brushRef="#br1" timeOffset="150">17364 16746 8912,'-35'-2'0,"1"-4"0,7 5 0,-4-13 0,8 8 0,2 3 0,-3 1 0,1 2 0,0 0 0,5 0 0,3 7 0,4 5 0,3 3 0,8 2 0,0 6 0,2 2 0,4 0 0,5 0 0,4 5 0,5-11 0,1 4 0,2-4 0,5-1 0,-5-1 0,6-8 0,-6-3 0,0-4 0,-6-2 0,0 0 0,0 0 0,1-2 0,-1-4 0,0-11 0,-6-4 0,1-7 0,-3 5 0,5-6 0,-3-2 0,-5 1 0,6 1 0,-9 4 0,3 8 0,-4 0 0,-2 0 0,0 0 0,8 7 0,-5 10 0,7 11 0,-2 5 0,3 1 0,-5 0 0,7 0 0,-1 1 0,3-1 0,2 0 0,0-2 0,1-3 0,-1-5 0,0-1 0,0 0 0,1-1 0,-3-6 0,-4-5 0,-1 2 0,-6-7 0,1-3 0,1-1 0,-6 3 0,0 1 0,0 5 0,0-5 0,-8 7 0,7-11 0,-7 11 0,8-8 0,0 7 0,0-7 0,0-1 0,0 3 0,0-1 0,8 7 0,3-2 0,4-1 0,3 1 0,-1 0 0,0 6 0,0 0 0,0 0 0,1 0 0,-1 0 0,6 2 0,0 2 0,-2 2 0,4 5 0,-1-5 0,3-2 0,-6-2 0,10-2 0,-8 0 0,-2 0 0,4-6 0,-2-2 0,-4-1 0,-6-5 0,2-1 0,-13-2 0,4 0 0,-4-1 0,-2 1 0,0 0 0,0 7 0,-8-3 0,-3 7 0,-4 1 0,5 7 0,4 3 0,4 5 0,2 7 0,0 0 0,0 8 0,8-6 0,3 6 0,5 0 0,1-6 0,2 6 0,2-2 0,2 0 0,-2 5 0,-9-5 0,3 2 0,-4-2 0,-3-4 0,0 6 0,-8-8 0,0 0 0,-2 0 0,-4 1 0,-4-1 0,-7 0 0,-2-6 0,-4 1 0,4-8 0,-4 1 0,-2 3 0,2-2 0,2-4 0,2-6 0,2-6 0,0-14 0,0-3 0</inkml:trace>
  <inkml:trace contextRef="#ctx0" brushRef="#br1" timeOffset="151">18482 16540 8912,'0'17'0,"0"0"0,0-5 0,0-1 0,0-7 0,0 11 0,0-3 0,0 3 0,0-4 0,0 1 0,0 1 0,0-5 0,2 7 0,4-3 0,1-3 0,7 1 0,-3-3 0,1 5 0,5-6 0,-6-1 0,1-5 0,-1 0 0,7 0 0,-1 0 0,-8-7 0,-1-3 0,-8-7 0,6 5 0,-1 1 0,-1-2 0,-2 5 0,-2-2 0,0 5 0,0 3 0,8-6 0,-4 16 0,7 3 0,-1-1 0,1 1 0,4-5 0,-3 4 0,3-3 0,2 7 0,1-13 0,-7 7 0,1-8 0,-7 0 0,7 0 0,-6-2 0,5-4 0,-5 3 0,3-9 0,1 1 0,-1 1 0,3-5 0,5 11 0,0-7 0,1 5 0,-1-4 0,0 3 0,0-7 0,0 12 0,1-3 0,-1 3 0,0 2 0,0 0 0,-5 2 0,-1 3 0,-5 3 0,5 4 0,-7-3 0,2-3 0,-4 5 0,-2-3 0,2 0 0,3-8 0,-3 0 0,8-2 0,-6-4 0,2-6 0,5-3 0,-3-2 0,1 0 0,5 0 0,-7-8 0,3 6 0,-6-4 0,1 4 0,1 1 0,-6 1 0,0 0 0,-8 7 0,-3 5 0,-4 3 0,-3 4 0,1 3 0,-6 7 0,0 11 0,0 4 0,6 7 0,0 0 0,2 1 0,1-1 0,3 1 0,7-1 0,-4-5 0,10-1 0,4 3 0,-4-6 0,19-1 0,-4-6 0,2-1 0,6-8 0,-2-3 0,6-4 0,-6-2 0,0-4 0,-6-7 0,8-8 0,2-16 0</inkml:trace>
  <inkml:trace contextRef="#ctx0" brushRef="#br1" timeOffset="152">19291 16591 8912,'8'12'0,"3"-1"0,-3-7 0,-1 4 0,1-8 0,3 0 0,-1 2 0,1 3 0,1-3 0,5 8 0,0-4 0,1 5 0,-1 4 0,0-3 0,0-1 0,0 1 0,1 5 0,-1 0 0,-6 0 0,1 1 0,-8-1 0,1 0 0,5 0 0,-8 0 0,-2-7 0,-4-10 0,-6-12 0,3-3 0,-5-8 0,7 0 0,-1-7 0,6 3 0,0-7 0,0 1 0,0 3 0,0 1 0,6 6 0,1-4 0,3 2 0,1-5 0,6 3 0</inkml:trace>
  <inkml:trace contextRef="#ctx0" brushRef="#br1" timeOffset="153">19738 16093 8912,'2'-17'0,"4"1"0,5 3 0,5 1 0,1 9 0,8-3 0,4 12 0,3 5 0,2 20 0,1 9 0,1 9 0,4 9 0,-3 3 0,7 10 0,-4 3-1185,6 6 1185,-21-38 0,-1 0 0,-1 2 0,-2 0 0,0 2 0,-1 0 0,14 42 0,-7 5-215,-10 1 0,-13-16 215,-21-3 0,-35-12 0,-28-12 0</inkml:trace>
  <inkml:trace contextRef="#ctx0" brushRef="#br1" timeOffset="154">13199 16643 8912,'-17'0'0,"0"0"0,-1 0 0,1 0 0,0-2 0,0-2 0,0-1 0,-1-1 0,1 6 0,0 0 0,0 2 0,0 3 0,-1 7 0,1 3 0,0 8 0,-2 4 0,-2 3 0,-2 7 0,0 10 0,6 3 0,-1 6 0,7 12 0,1-3 0,3 0 0,3 2 0,10 0 0,13-6 0,13-6 0,7-7 0,1-13 0,-6-11 0</inkml:trace>
  <inkml:trace contextRef="#ctx0" brushRef="#br1" timeOffset="155">19893 16935 8912,'0'-11'0,"0"-1"0,0-1 0,0-2 0,0-3 0,0 9 0,0-1 0,0 5 0,-7 3 0,5-14 0,-6 15 0,16-7 0,1 8 0</inkml:trace>
  <inkml:trace contextRef="#ctx0" brushRef="#br1" timeOffset="156">20083 16952 8912,'0'-17'0,"0"0"0,0 6 0,0-1 0,5 1 0,1-7 0,7 7 0,-3 0 0,-1-3 0,14-1 0,-3-2 0</inkml:trace>
  <inkml:trace contextRef="#ctx0" brushRef="#br1" timeOffset="157">20444 17004 8912,'-10'-2'0,"5"-4"0,3 4 0,2-7 0,0 3 0,0-5 0,0-12 0,0-4 0</inkml:trace>
  <inkml:trace contextRef="#ctx0" brushRef="#br1" timeOffset="158">15264 17709 8912,'-17'-12'0,"0"1"0,-1-2 0,1 3 0,0 1 0,0 1 0,0 4 0,-1 2 0,1 2 0,0 0 0,2 2 0,3 4 0,-1 0 0,5 9 0,-1 4 0,5 2 0,-2-2 0,4 2 0,2 4 0,0 2 0,2-6 0,4 2 0,3-4 0,9-2 0,-1-6 0,0-1 0,0-2 0,0-3 0,1-5 0,-1 0 0,0-2 0,0-3 0,0-13 0,-5-3 0,-2-7 0,-3-3 0,-1 6 0,-6-7 0,0 5 0,-2-2 0,-4 1 0,2 7 0,-7 0 0,-2 7 0,-3-1 0,1 11 0,2-5 0,1 1 0,8 10 0,-3 8 0,7 7 0,7 0 0,-1-2 0,9-1 0,4-3 0,2-7 0,4 9 0,2-7 0,0-2 0,0-2 0,-6-2 0,2 0 0,-2 0 0,-2 0 0,-8 0 0,1 0 0,-8 0 0,9-2 0,-7-4 0,7-3 0,-1-9 0,-3 7 0,3 1 0,1 3 0,2 1 0,2 6 0,1 2 0,-1 4 0,0 5 0,-2 4 0,-3 3 0,3 6 0,-13 1 0,4 6 0,-4-3 0,-2-7 0,0 4 0,0-8 0,0 1 0,0-1 0,-8-8 0,-3-3 0,-3-13 0,3-11 0,5-8 0,4-7 0,2-3 0,0-4 0,8-2 0,3-4 0,4-2 0,3 8 0,7 2 0,3 9 0,-1-1 0,2 7 0,-1 0 0,7 5 0</inkml:trace>
  <inkml:trace contextRef="#ctx0" brushRef="#br1" timeOffset="159">14266 18259 8912,'-15'-23'0,"1"0"0,5 2 0,-1 4 0,3 4 0,-1 1 0,2 10 0,6 2 0,0 10 0,2 13 0,2 5 0,4 5 0,1 1 0,-3 3 0,3 1 0,1 2 0,0-2 0,-1-3 0,4-5 0,-1-1 0,-1-3 0,5 3 0,-3-4 0,-1 0 0,-1-14 0,6 12 0,-7-21 0,-3-2 0,-7-17 0,0-10 0</inkml:trace>
  <inkml:trace contextRef="#ctx0" brushRef="#br1" timeOffset="160">14249 18242 8912,'0'-25'0,"6"4"0,1-8 0,3-1 0,9 5 0,2 0 0,8 8 0,1 0 0,3 0 0,1 5 0,0 1 0,-5 9 0,0 2 0,-10 7 0,0 13 0,-6 2 0,-9 5 0,2 8 0,-4 5 0,-2 0 0,-8 8 0,-3-3 0,-6 3 0,-6-2 0,4 4 0,-6-14 0,6 6 0,-4 0 0,-4-6 0,-2 1 0,2-11 0,3-1 0,1-8 0,5-7 0,3-4 0,4-8 0,3-6 0,8-17 0,8-9 0,1-10 0</inkml:trace>
  <inkml:trace contextRef="#ctx0" brushRef="#br1" timeOffset="161">14713 18414 8912,'2'9'0,"4"-3"0,-4-4 0,8-2 0,-5 0 0,-3 0 0,13 0 0,-3 0 0,3-2 0,4-4 0,2-7 0,2-8 0,8 0 0,-2-8 0,-3 3 0,1-5 0,-2 2 0,-2 1 0,-8-1 0,-3 2 0,-7 2 0,-3 3 0,-4 6 0,-3 5 0,-7 5 0,-3 4 0,-4 4 0,-4 4 0,4 9 0,-4 8 0,6 10 0,3-1 0,3 6 0,7 10 0,-4-12 0,8 4 0,2-3 0,6-3 0,9 0 0,2-7 0,10-4 0,1-4 0,11-9 0,5-5 0,-3-5 0,3-5 0,-7-12 0,1-12 0,-4-4 0,-1-1 0,-9 0 0,-3-1 0,-11 7 0,-7-1 0,-3 2 0,-2-1 0,-2 3 0,-3 0 0,-5 6 0,-7-2 0,0 7 0,7-1 0,-5 13 0,13-5 0,-6 8 0,8 5 0,0 11 0,0 12 0,0 4 0,2 1 0,2 2 0,2 4 0,7 2 0,-3 6 0,-1-2 0,7-8 0,-13 10 0,7-8 0,-2-2 0,-3-1 0,1-5 0,0-3 0,-2-6 0,-2-4 0,-2-2 0,0-8 0,0-1 0,0-27 0,0-6 0,0-3 0,0-3 0,-8-5 0,-4-4 0,-3-6 0,-2 4 0,0-8 0,0 4 0,1-4 0,5-1 0,-3 7 0,9 4 0,-1 4 0,6 1 0,0 8 0,2 6 0,4 8 0,-5-2 0,15 13 0,-5-4 0,5 4 0,1 2 0,0 0 0,0 2 0,0 4 0,1-4 0,3 13 0,-2-4 0,-4 5 0,-2 1 0,-1 0 0,-1 0 0,-7 1 0,2-1 0,-4 0 0,-2 0 0,0 0 0,0 1 0,0 4 0,0 1 0,0 0 0,0-6 0,0 1 0,0-1 0,0 0 0,0-7 0,0-5 0,0-10 0,0 3 0,6-8 0,-1 4 0,1 4 0,2-5 0,-5 7 0,9 0 0,-1 0 0,1-2 0,-1-4 0,-5 4 0,6-3 0,-1-3 0,6 0 0,0-1 0,8-3 0,-6-11 0,6 0 0,0 2 0,-6-3 0,4-1 0,-4 0 0,-1 0 0,-9 2 0,-1 6 0,-8 0 0,-8 0 0,-1 7 0,-9 4 0,1 4 0,-6 10 0,0 5 0,2 6 0,2 4 0,2 8 0,5-6 0,1 3 0,7 5 0,-2-4 0,4-3 0,2 1 0,0-2 0,8-2 0,4-8 0,11-3 0,5-7 0,5-3 0,3-4 0,2-3 0,2-7 0,1-11 0,-3-2 0,-4-5 0,-7 1 0,-6 8 0,-4-9 0,-1 7 0,-5 2 0,-3 2 0,-8 1 0,-2 9 0,-4 3 0,4 12 0,-6 0 0,8 9 0,0 4 0,0 2 0,0-4 0,0 0 0,0 1 0,0-1 0,0 0 0,0 0 0,0 0 0,0 0 0,0 1 0,0-9 0,0-1 0,0-8 0,0-4 0,0-7 0,2-3 0,4-13 0,4 1 0,1-1 0,1-4 0,-1 7 0,6-1 0,-1 8 0,-5-1 0,4 1 0,-5 8 0,7 3 0,-5 4 0,-1 2 0,1 0 0,5 2 0,0 4 0,0 3 0,0 6 0,1-3 0,-1 3 0,6-13 0,0 4 0,-2-4 0,-2-2 0,-2 0 0,0 0 0,-5-6 0,-3-2 0,-1-1 0,-10 5 0,-4-9 0,-9 5 0,-4-2 0,-2 7 0,-2-5 0,0 8 0,2 0 0,2 0 0,2 0 0,-1 2 0,1 4 0,0-3 0,2 9 0,3 1 0,6 3 0,-3 1 0,7 0 0,-4 0 0,4 0 0,2 1 0,6-7 0,2-1 0,1-3 0,3-1 0,11-6 0,0 0 0,-2 0 0,-2-8 0,4-7 0,0-10 0,-2-2 0,-2-3 0,-8-3 0,-1-1 0,-2 0 0,-3-1 0,-5-5 0,0-2 0,0-2 0,-7 6 0,-3-10 0,-5 10 0,3 5 0,-3 1 0,4 9 0,3 8 0,0 11 0,8 15 0,0 12 0,8 16 0,1 4 0,9 9 0,-1 0 0,0-1 0,6 3 0,0 3 0,8-3 0,-3 1 0,5-5 0,1-8 0,1-6 0,-1 2 0,0-21 0,-1 0 0,-4-9 0,3-6 0,-13-12 0,4-7 0,-4-9 0,-9-7 0,3-1 0,-7-3 0,-2-3 0,-2 2 0,-2-6 0,0 2 0,0 4 0,0 2 0,0 3 0,0 3 0,0 1 0,0 16 0,-8-3 0,6 16 0,-5 8 0,7 5 0,0 8 0,1 6 0,3 7 0,4 1 0,1-1 0,3 8 0,5-5 0,0 3 0,1-4 0,-1-2 0,-6 1 0,1-1 0,-8-7 0,1-4 0,-3 2 0,-2-2 0,-7-1 0,-5-4 0,-9-1 0,-6-2 0,-5-3 0,-1 1 0,-13-7 0,-1-3 0,-3 7 0,-2 0 0</inkml:trace>
  <inkml:trace contextRef="#ctx0" brushRef="#br1" timeOffset="162">17691 18208 8912,'-18'0'0,"7"-6"0,-1 0 0,1 0 0,1-1 0,1 5 0,3-4 0,4 6 0,-4 6 0,4 5 0,2 5 0,0 6 0,0 3 0,0 2 0,0 4 0,0 1 0,2 1 0,4-5 0,6-5 0,3-4 0,2-2 0,0 1 0,1-9 0,-1-1 0,2-10 0,2-6 0,2-9 0,0-8 0,-8-9 0,-3-1 0,-5 1 0,-7 0 0,0-1 0,0 1 0,-7 7 0,-3 2 0,-7 10 0,0 4 0,-6 3 0,-2 8 0,0 2 0,0 4 0,2 3 0,14 14 0,3 0 0,4 6 0,2-6 0,2-2 0,4-10 0,5-5 0,12-4 0,4-2 0,7-8 0,1-1 0</inkml:trace>
  <inkml:trace contextRef="#ctx0" brushRef="#br1" timeOffset="163">18138 18139 8912,'-17'-12'0,"0"1"0,5 7 0,1-2 0,7 4 0,-10 4 0,9 6 0,1 9 0,2 0 0,-4 22 0,0-5 0,3 2 0,1 1 0,2-3 0,0 0 0,0 1 0,5-1 0,1-1 0,-2-5 0,4-3 0,-3-8 0,9-2 0,-3-3 0,-1-4 0,1-8 0,-1-8 0,3-5 0,-1-8 0,-8-6 0,9-8 0,-7 1 0,-3 0 0,1-6 0,2-1 0,-4-1 0,6 6 0,-1 2 0,-3-4 0,6 11 0,-3 0 0,5 8 0,-7 7 0,9 9 0,-3-3 0,-1 12 0,1 5 0,1 12 0,5 6 0,0 5 0,0 4 0,3 2 0,3-1 0,-4-3 0,13-7 0,-1-3 0,7-1 0,6-2 0,2-8 0,0-3 0,7-5 0,8-7 0</inkml:trace>
  <inkml:trace contextRef="#ctx0" brushRef="#br1" timeOffset="164">19257 18139 8912,'-18'-17'0,"1"-1"0,0 1 0,0 8 0,-1 3 0,1-2 0,0 3 0,6-1 0,-1 8 0,-1 3 0,-3 7 0,7 3 0,-5 8 0,9 2 0,1 2 0,2 1 0,2 1 0,0-2 0,0-2 0,0-2 0,2-6 0,4 0 0,1-6 0,7-1 0,-3-2 0,3-5 0,1-1 0,-4-4 0,1-3 0,-6-5 0,5-7 0,-7 0 0,2 0 0,-5-1 0,7 1 0,-6 0 0,4 0 0,-4 5 0,-2 1 0,7 7 0,-3-4 0,8 8 0,-9 0 0,11 2 0,-7 4 0,3 5 0,2 5 0,7-5 0,4 1 0,-4-9 0,4 3 0,1-4 0,-1-2 0,6 0 0,-6-2 0,-2-4 0,-2-3 0,-2-1 0,1-13 0,-3 12 0,-2-12 0,-1 4 0,-8 2 0,3 0 0,-7-1 0,0 1 0,0 8 0,0 3 0,0 12 0,0 5 0,0 4 0,0 18 0,2-3 0,2 14 0,2-2 0,7 6 0,-3-4 0,7 6 0,0-4 0,0 3 0,1-7 0,-3 4 0,-4-6 0,5-11 0,-5-6 0,4-4 0,3-2 0,-3-9 0,-4-8 0,-3-8 0,-8-17 0,0-1 0,0-9 0</inkml:trace>
  <inkml:trace contextRef="#ctx0" brushRef="#br1" timeOffset="165">19497 18018 8912,'-11'0'0,"-1"0"0,9 0 0,-7-5 0,4-1 0,4 0 0,-5 6 0,14 0 0,5 0 0,3 0 0,8 0 0,2 0 0,0 0 0,0 0 0,3 0 0,-5 0 0,0 2 0,-5 4 0,-1 5 0,0-1 0,0 1 0,-7 1 0,3 7 0,-7 4 0,0-2 0,-8 7 0,-2 3 0,-4 0 0,-1-3 0,-3 5 0,-3-12 0,3 7 0,3-14 0,3-3 0,4-7 0,-4-6 0,12-4 0,6-5 0,-5-12 0,14-4 0,-3-7 0,3 0 0,-4 1 0,0 4 0,2-1 0,0 7 0,0 2 0,-3 2 0,-3 9 0,-2-3 0,1 7 0,-8 0 0,3 8 0,-7 6 0,0 9 0,0 0 0,0 18 0,0-1 0,6 2 0,0 10 0,5-6 0,-3 6 0,2 2 0,1-4 0,6 0 0,-1-2 0,-5-4 0,4-2 0,-7-1 0,5-3 0,-1-3 0,-1-4 0,-1-8 0,5-8 0,-13-1 0,4-16 0,-12-3 0,-5-4 0,-5-10 0,-1-4 0,0 1 0,0-7 0,-1 5 0,-6-20 0,-3 6 0</inkml:trace>
  <inkml:trace contextRef="#ctx0" brushRef="#br1" timeOffset="166">19842 18018 8912,'0'-9'0,"0"-6"0,0 5 0,0-7 0,0 0 0,7 7 0,3 1 0,7 5 0,0-2 0,0 0 0,3 6 0,3 0 0,-4 2 0,4 4 0,-4 3 0,-2 11 0,0 2 0,-7-2 0,3 12 0,-7-3 0,0 3 0,-6 3 0,0 5 0,0 0 0,0-2 0,-8-9 0,6-4 0,-4-8 0,2-8 0,-1-3 0,3-12 0,-6-3 0</inkml:trace>
  <inkml:trace contextRef="#ctx0" brushRef="#br1" timeOffset="167">20323 17692 8912,'-17'0'0,"0"0"0,0 0 0,0 0 0,7 0 0,-3 4 0,5 5 0,-2 8 0,7 12 0,-3-2 0,12 7 0,3 6 0,8 0 0,8 6 0,4-4 0,3 2 0,3-6 0,-1 2 0,1-9 0,-1-2 0,-7-8 0,3 4 0,-7-10 0,-2-4 0,-7-3 0,-5-10 0,-1-4 0,-2-11 0,0-4 0,-1-8 0,1 3 0,-6-5 0,0 2 0,0 1 0,0 1 0,0 2 0,0 8 0,0 0 0,0 7 0,-8 3 0,6 14 0,-5-1 0,7 11 0,2-3 0,3 9 0,-3 1 0,6-1 0,0-2 0,-6-2 0,13-1 0,-6-1 0,1 0 0,5-7 0,-13 5 0,13-21 0,-5 4 0</inkml:trace>
  <inkml:trace contextRef="#ctx0" brushRef="#br1" timeOffset="168">20478 17829 8912,'-17'-17'0,"0"8"0,5-5 0,1 8 0,7-7 0,-4 11 0,18-5 0,7 7 0,10 0 0,6-6 0,1 0 0,0 2 0,8-5 0,2-1 0</inkml:trace>
  <inkml:trace contextRef="#ctx0" brushRef="#br1" timeOffset="169">20960 17743 8912,'-34'12'0,"1"-1"0,5 3 0,-5 1 0,14 10 0,-2 3 0,8 5 0,5 1 0,8 3 0,0 1 0,0 2 0,9-6 0,9-5 0,6-8 0,11 2 0,-1-4 0,3-9 0,3-5 0,-2-5 0,6-5 0,0-9 0,0-7 0,-6-13 0,4-10 0</inkml:trace>
  <inkml:trace contextRef="#ctx0" brushRef="#br1" timeOffset="170">21373 17778 8912,'-25'25'0,"4"-6"0,-5 4 0,1-4 0,2-2 0,6 0 0,-1 0 0,1 0 0,8 1 0,1-1 0,8 0 0,0-7 0,8-3 0,1-7 0,8 0 0,1 0 0,-1-2 0,0-3 0,0-5 0,-5-1 0,-1-1 0,2-1 0,-5-3 0,0-1 0,-1 0 0,-5 8 0,6-1 0,-8 4 0,0 4 0,0-7 0,0 3 0,0 4 0,2-6 0,4 8 0,-4 8 0,11-4 0,-7 7 0,1-5 0,-3 6 0,4-1 0,1 1 0,5-1 0,-7-7 0,9 3 0,-5-7 0,4 0 0,3 0 0,-7 0 0,1 0 0,-7-1 0,5-7 0,-2-9 0,5-8 0,-4-10 0</inkml:trace>
  <inkml:trace contextRef="#ctx0" brushRef="#br1" timeOffset="171">21494 17434 8912,'0'17'0,"0"8"0,2 4 0,3 3 0,5 10 0,7 4 0,2 2 0,4-3 0,-4 5 0,4-4 0,-4-4 0,-1-2 0,-1-4 0,-8-3 0,-3-4 0,-4-6 0,-4-10 0,-4-4 0,-5-1 0,-4-2 0,-3-6 0,-5-2 0,0-4 0,0-3 0,6-9 0,2-1 0,3-4 0,5 2 0,7-7 0,0-3 0,0 6 0,9-7 0,7 5 0,5 0 0,4 1 0,-4 7 0,2-1 0,-2 5 0,-2 2 0,0 3 0,2 4 0,2 5 0,0 1 0,-6 1 0,0 5 0,0 6 0,1 3 0,-7 2 0,-1 0 0,-3 1 0,7-1 0,-12 0 0,3 0 0,3-5 0,-2-1 0,-1 0 0,-5 7 0,-1-3 0,-5-4 0,4-3 0,-13-8 0,3 0 0,-3 0 0,-2-8 0,-1-3 0,1-12 0,-2-2 0,-4-3 0,6-5 0,-2 3 0,5-9 0,5 3 0,-3-6 0,7 2 0,3 0 0,2 0 0,5 7 0,3 4 0,2 7 0,1-5 0,6 10 0,1-1 0,6 1 0,3 8 0</inkml:trace>
  <inkml:trace contextRef="#ctx0" brushRef="#br1" timeOffset="172">22044 17657 8912,'-5'12'0,"-1"-1"0,-6 1 0,7 5 0,-1 0 0,6-5 0,2-3 0,4-1 0,3 5 0,3-11 0,-1 4 0,2-4 0,3-10 0,-5 4 0,1-7 0,-9-1 0,3-5 0,-4 0 0,-2 0 0,0 0 0,-2-1 0,-4 3 0,-5 4 0,1-3 0,1 7 0,1-3 0,3 6 0,5-11 0,1 13 0,5-4 0,-4 4 0,13 2 0,-3 0 0,3 2 0,2 2 0,1 2 0,-1 7 0,0-9 0,0 8 0,0-7 0,1 7 0,-7-7 0,1 7 0,-7-1 0,7 7 0,-8-1 0,3 0 0,-5 0 0,4 0 0,-4-7 0,5 5 0,-7-3 0,0-5 0,0 9 0,0-15 0,0 7 0,0-10 0,0-4 0,0-5 0,0-4 0,0-10 0,0-4 0,0-3 0,0-3 0,8 1 0,-4 5 0,7 3 0,3 1 0,1 2 0,2 8 0,2 3 0,4 6 0,-4 12 0,14 11 0,-4 12 0,1 11 0,-1 6 0,3 4 0,-3 3 0,4 4 0,1-11 0,-5 10 0,-1-16 0,-1 0 0,2-6 0,3-7 0,-13-25 0,6-14 0</inkml:trace>
  <inkml:trace contextRef="#ctx0" brushRef="#br1" timeOffset="173">22784 16884 8912,'-5'-12'0,"-1"1"0,0 7 0,6 15 0,0 24 0,0 18 0,2 24 0,4 14 0,-2-31 0,1 3-481,4 13 1,-1 2 0,1 5-1,0 1 481,-1 4 0,1 1 0,3 1 0,1-2 0,-1-12 0,3-1 0,2 1 0,2-1 0,0-4 0,2-1 0,-1-4 0,2-2 0,1-10 0,0-3 0,17 35 0,-4-13 0,-1-16 0,-1 4 0</inkml:trace>
  <inkml:trace contextRef="#ctx0" brushRef="#br1" timeOffset="174">23610 17606 8912,'10'-2'0,"-4"-4"0,-4 4 0,-2-7 0,0 3 0,-8 2 0,-4-7 0,-5 7 0,-4-2 0,-2 6 0,2 6 0,-6 5 0,1 12 0,-3 6 0,0 3 0,1 3 0,1 7 0,4 2 0,6 2 0,5-3 0,6 0 0,5-11 0,2-3 0,5-12 0,6-8 0,5-7 0,6-7 0,4-13 0,1-10 0,-1-12 0,-2-6 0,-2-4 0,-6-9 0,-2-2 0,-3 0 0,-5-6 0,-7 11 0,0-5 0,0 2 0,-1 4 0,-3 11 0,-4 9 0,-1 10 0,3 14 0,-6 5 0,8 4 0,-3 6 0,7 8 0,0 7 0,0 15 0,6 8 0,1 4 0,3 4 0,-1 1 0,5 3 0,-3 3 0,1-3 0,5 3 0,0-6 0,0-5 0,1-4 0,-1-7 0,8-1 0,1-15 0,9-7 0,1-9 0,4-3 0,4-15 0,8-8 0,-2-7 0,-5-5 0,-2-5 0,-11-2 0,-3-2 0,-4 0 0,-10-3 0,-4 3 0,-5 2 0,-10 3 0,-1 11 0,-17 3 0,9 15 0,-16 5 0,3 3 0,-3 2 0,-4 7 0,7 7 0,-1 7 0,-4 5 0,8 9 0,0-7 0,6 1 0,2 2 0,3 1 0,-1-3 0,7-1 0,1-7 0,5 2 0,2-5 0,3-7 0,5-3 0,7-8 0,0-2 0,0-4 0,8-3 0,-4-9 0,6-1 0,-2-4 0,-2 2 0,-6-7 0,0 5 0,1-4 0,-1 2 0,-8 2 0,-1 6 0,0 7 0,-7 10 0,7 14 0,0 7 0,-6 0 0,3 8 0,5-8 0,1 1 0,5 3 0,1-4 0,2-4 0,4-3 0,-4-10 0,4 1 0,-2-3 0,2-2 0,-4 0 0,0-9 0,-7-8 0,-1-10 0,-1-6 0,-3-1 0,1-8 0,2-2 0</inkml:trace>
  <inkml:trace contextRef="#ctx0" brushRef="#br1" timeOffset="175">24333 17142 8912,'0'17'0,"-6"6"0,1 2 0,1 1 0,2 3 0,2 5 0,0 3 0,0 3 0,6-2 0,-1 8 0,1-8 0,-6 10 0,0-8 0,0 0 0,0-8 0,0-3 0,0-4 0,0-16 0,0 7 0,0-7 0</inkml:trace>
  <inkml:trace contextRef="#ctx0" brushRef="#br1" timeOffset="176">24092 17606 8912,'-17'-8'0,"0"-3"0,7 3 0,-5-7 0,15 11 0,2-6 0,13 3 0,12 1 0,5-2 0,5 1 0,3-5 0,4-3 0,7 4 0,1-5 0,0-3 0,-1-2 0,1-2 0,-6 0 0,0 6 0,-14 6 0,3-1 0,-12 8 0,-6-11 0,-10 13 0,-7-4 0,-1 12 0,-5 6 0,2 3 0,-7 2 0,5 0 0,-6 0 0,7 3 0,-5 1 0,2 2 0,3 1 0,5-1 0,0-4 0,0 4 0,0-4 0,0-1 0,0-1 0,0 0 0,0 0 0,0-7 0,0-3 0,2-7 0,3 0 0,-3-3 0,4-9 0,-4 1 0,4-20 0,-1 6 0,-1-2 0,-2 5 0,-2-7 0,2 8 0,2-2 0,2 4 0,-3 2 0,-1 7 0,0-3 0,4 7 0,-2 0 0,7 6 0,3 0 0,1 8 0,4 0 0,2 5 0,2-2 0,0-1 0,-6 3 0,0-3 0,1-2 0,-1-3 0,0-5 0,0 0 0,0 0 0,-1-2 0,-3-3 0,-1-7 0,-3-3 0,3-2 0,-3-1 0,-5-1 0,2-4 0,-1 2 0,-5-5 0,0 1 0,0 4 0,0 2 0,0 2 0,-2 1 0,-3 5 0,3 3 0,-6 16 0,8 3 0,0 5 0,0 1 0,0 0 0,8 6 0,3 0 0,5 5 0,1-3 0,0 2 0,-2-4 0,-1 6 0,-3 1 0,3 3 0,-1-5 0,-2 1 0,-3-2 0,-8 1 0,0 5 0,0-12 0,-2 6 0,-4-3 0,-3-8 0,-3-3 0,1-7 0,7 0 0,-4-16 0,8-7 0,0-8 0,0-9 0,0-8 0,0-4 0,8-4 0,2-2 0</inkml:trace>
  <inkml:trace contextRef="#ctx0" brushRef="#br1" timeOffset="177">25297 17262 8912,'9'17'0,"7"0"0,-14-5 0,3-1 0,-3-7 0,0 4 0,4-8 0,3 0 0,9 0 0,-1 0 0,0-2 0,2-4 0,4-5 0,-4-5 0,6-1 0,-8 0 0,0 0 0,1-2 0,-3-2 0,-4-2 0,-5 2 0,-4 2 0,-2 1 0,0 1 0,-8 2 0,-3 2 0,-4 1 0,-3 6 0,1-5 0,0 7 0,-2-2 0,-4 12 0,4 4 0,-4 9 0,6 4 0,3 5 0,3 5 0,1 1 0,-1 1 0,3-1 0,8 0 0,0 1 0,4-1 0,7 0 0,3-7 0,15-6 0,1-7 0,8-7 0,3-7 0,4-7 0,-4-5 0,-1-11 0,-8-4 0,-1-7 0,-3 0 0,-6-1 0,0-1 0,-10-4 0,1 4 0,-5-8 0,2-4 0,-7 8 0,3-12 0,-4-3 0,-2-8 0,0-4 0,-2 0 0,-2 6 0,-1 9 0,-1 10 0,6 14 0,0 10 0,0 20 0,0 17 0,-2 14 0,-4 11 0,4 21 0,-5 6-74,7 14 1,0 1 0,0-2 73,0-3 0,0 1 0,0-8 0,9-1 0,6-10 0,8-8 0,4-7 0,-6-6 0,10-11 0,-6-8 0,1-12 0,-5-7 0,2-4 0,-5-2 0,-7-4 0,-3-11 0,-8-12 0,-8-3 0,-1-2 0</inkml:trace>
  <inkml:trace contextRef="#ctx0" brushRef="#br1" timeOffset="178">25761 17073 8912,'-7'17'0,"-5"0"0,5 0 0,-1-7 0,18-4 0,7-12 0,8-4 0,17-9 0,4-4 0,11-11 0,4-10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6T02:53:24.379"/>
    </inkml:context>
    <inkml:brush xml:id="br0">
      <inkml:brushProperty name="width" value="0.05292" units="cm"/>
      <inkml:brushProperty name="height" value="0.05292" units="cm"/>
      <inkml:brushProperty name="color" value="#3165BB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24780 4659 8912,'-1'-11'0,"-5"-1"0,-4 7 0,-7-7 0,0-1 0,0 3 0,-1 1 0,-1 1 0,-2 2 0,-2-1 0,0 5 0,6-4 0,0 4 0,0 2 0</inkml:trace>
  <inkml:trace contextRef="#ctx0" brushRef="#br0" timeOffset="1">24505 4591 8912,'-15'17'0,"3"0"0,-11 0 0,4 2 0,2 4 0,2 4 0,1 9 0,3 4 0,-2 6 0,3 6 0,-1 5 0,7 12 0,-2 11 0,4 4 0,2 2 0,2-6 0,4 1 0,3-15 0,8-1 0,3-11 0,3-16 0,-2-5 0,7-16 0,1 2 0,5-13 0,1-1 0,-1-5 0,1 0 0,-1 0 0,2-13 0,5-4 0,-5-12 0,12 0 0,-10-9 0,-6-2 0,3-8 0,-7 3 0,-3-13 0,-2 5 0,-11-7 0,-7 1 0,-3-2 0,-2-8 0,0 1 0,-3-1 0,-9 2 0,-11 4 0,-7-4 0,-5 15 0,1 1 0,-1 15 0,1 13 0,-1 4 0,7 9 0,-1 4 0,8 6 0,0 6 0,8 5 0,-3 5 0,14 1 0,-3 2 0,3 4 0,2 2 0,0 3 0,0-3 0,-8 0 0,-1 2 0</inkml:trace>
  <inkml:trace contextRef="#ctx0" brushRef="#br0" timeOffset="2">24419 5295 8912,'-17'6'0,"0"0"0,-1-2 0,7-2 0,1 0 0,3 3 0,3-3 0,10 4 0,7-4 0,14-2 0,7 0 0,14 0 0,2-2 0,5-4 0,16-3 0,-2-9 0,3 1 0,-5-2 0,-3-4 0,-7 4 0,-11-4 0,-4 6 0,-10 4 0,-3 1 0,-12 8 0,-11-3 0,-12 7 0,2 0 0,-7 0 0,5 2 0,-5 3 0,7-1 0,-2 8 0,4-1 0,2 6 0,0 1 0,0-9 0,0-1 0,0-8 0</inkml:trace>
  <inkml:trace contextRef="#ctx0" brushRef="#br0" timeOffset="3">26226 4608 8912,'0'-12'0,"-2"1"0,-2-3 0,-1-1 0,-3-2 0,2 0 0,4 5 0,-5 1 0,-1-2 0,4-1 0,-7 3 0,-3 5 0,-1 4 0,-4 2 0,-4 0 0,-6 4 0,-3 7 0,-3 1 0,-5 22 0,-2-1 0,-2 5 0,4 15 0,-4-1 0,2 3 0,4 5 0,3 1 0,7 7 0,5-5 0,11 1 0,-3-1 0,13 3 0,-4-3 0,12-9 0,5-8 0,10-14 0,6 1 0,6-7 0,-3-4 0,10-11 0,-1-3 0,1-8 0,4 0 0,6 0 0,-5 0 0,3-2 0,-8-4 0,1 2 0,-9-5 0,-3 1 0,-4-4 0,-8 7 0,0 1 0,-7 2 0,-3 2 0,-30 0 0,8 0 0,-19 0 0,1 0 0,1 0 0,-3-15 0,1-4 0</inkml:trace>
  <inkml:trace contextRef="#ctx0" brushRef="#br0" timeOffset="4">25641 5330 8912,'-23'17'0,"0"0"0,0-7 0,17-3 0,12-7 0,11-15 0,20 4 0,3-14 0,6 0 0,-2 4 0,2-8 0,1 1 0,3 1 0,-4 2 0,-2 8 0,-2 2 0,-4 3 0,-3 5 0,-7 7 0,-5 0 0,-4 0 0,-1 0 0,-1-8 0,0-2 0</inkml:trace>
  <inkml:trace contextRef="#ctx0" brushRef="#br0" timeOffset="5">26966 4384 8912,'-17'0'0,"0"0"0,-1 0 0,1 0 0,8 4 0,3 8 0,4 9 0,2 19 0,2 9 0,4 12 0,5 6 0,-1 0 0,1 12 0,2-3 0,3-3 0,1-5 0,-2-5 0,-1-7 0,-3-9 0,-7-4 0,9-9 0,-7-2 0,-2-3 0,-2-10 0,-2-7 0,2-9 0,2-1 0,1-11 0,9-10 0,-5-16 0</inkml:trace>
  <inkml:trace contextRef="#ctx0" brushRef="#br0" timeOffset="6">27241 4384 8912,'-17'0'0,"8"0"0,1 16 0,8 5 0,0 19 0,2 11 0,2 12 0,1 4 0,9 4 0,-3 3 0,5-3 0,-1 2 0,-2-8 0,-1-8 0,-8-11 0,1-4 0,-3-4 0,-2-4 0,-7 5 0,1-20 0,-11 4 0,3-12 0,-9-5 0,4-4 0,2-2 0,-8-16 0,-2-3 0</inkml:trace>
  <inkml:trace contextRef="#ctx0" brushRef="#br0" timeOffset="7">26846 4505 8912,'24'-18'0,"5"-1"0,11-2 0,10-4 0,11-1 0,4 5 0,14-2 0,-5 4 0,-7 1 0,-10 9 0,-16 3 0,-5 6 0,-19 6 0,-7 5 0,-7 5 0,-12 9 0,-8 3 0,-10 5 0,-13 1 0,3 0 0,-3 1 0,4-1 0,2 1 0,5 5 0,0 0 0,8-8 0,-2-1 0,12-6 0,5 1 0,-2-5 0,3 2 0,1-5 0,10-7 0,9 2 0,8-7 0,9 6 0,3-7 0,1 1 0,10-6 0,2 0 0,9-2 0,6-4 0,-2 4 0,1-5 0,-3-1 0,-2 4 0,-5-7 0,-2 5 0,-5-5 0,-4 5 0,-13-5 0,-3-1 0,0-5 0,2 0 0</inkml:trace>
  <inkml:trace contextRef="#ctx0" brushRef="#br0" timeOffset="8">27999 3817 8912,'0'-12'0,"-2"1"0,-4-2 0,4 3 0,-6-1 0,1-3 0,3 1 0,-8 1 0,1-1 0,-6 5 0,-1-1 0,-4 5 0,-3-2 0,-2 4 0,-2 4 0,-5 4 0,-1 5 0,1 14 0,0 10 0,1 7 0,4 9 0,6 1 0,12 5 0,5 0 0,4-1 0,10-10 0,9-6 0,12-12 0,3-5 0,3-11 0,-1 1 0,1-7 0,-1-8 0,-1-9 0,-5-5 0,5-9 0,-14-1 0,4-9 0,0-7 0,-6-4 0,4-5 0,-11-6 0,-1-5 0,-3-1 0,-4 0 0,-2 0 0,0-7 0,0-5 0,-2 1 0,-4-1 0,-5 12 0,3 8 0,2 3 0,-1 14 0,1 5 0,2 7 0,2 10 0,2 11 0,0 10 0,0 5 0,0 7 0,0 14 0,0 7 0,0 10 0,0 7 0,2 20 0,2-1 0,3-1 0,3-1 0,3 3 0,3-5 0,3 7-130,4-8 1,-4-2 129,4-4 0,2-10 0,-2-7 0,2-10 0,-4-1 0,1-11 0,1-12 0,-5-6 0,-1-4 0,-8-4 0,-3-4 0,-4-6 0,-2-11 0,8-11 0,1-10 0</inkml:trace>
  <inkml:trace contextRef="#ctx0" brushRef="#br0" timeOffset="9">29633 4298 8912,'-7'-23'0,"-3"0"0,-1 2 0,-1 2 0,-1 2 0,-1 0 0,3 0 0,-10 5 0,4 3 0,-2 1 0,-1 4 0,-4 10 0,-3 7 0,-2 10 0,0 12 0,-1 9 0,-8 15 0,-3 10 0,3 9 0,8 8 0,3 4 0,2 3 0,14-45 0,1 0 0,-7 47 0,10-46 0,2 0 0,0 42 0,5-16 0,7-10 0,10-10 0,10-11 0,6-13 0,1-14 0,1-13 0,-1-8 0,0-13 0,1-25 0,-1-12 0</inkml:trace>
  <inkml:trace contextRef="#ctx0" brushRef="#br0" timeOffset="10">29565 4711 8912,'11'-10'0,"0"5"0,-7 1 0,2-2 0,-4 4 0,-2 2 0,0 12 0,0 11 0,0 3 0,0 9 0,2-1 0,4 0 0,3 1 0,8-1 0,2-1 0,4-5 0,-2 3 0,8-8 0,-6-2 0,4-10 0,-2-5 0,5-4 0,-11-4 0,4-4 0,-4-7 0,-1-8 0,-1-6 0,0-7 0,-2-1 0,-1-1 0,-3-4 0,-7 4 0,6-4 0,-5 11 0,-3-2 0,4 8 0,-4 8 0,0 9 0,4 12 0,-5 4 0,13 9 0,-6 4 0,1 5 0,-5 5 0,9 1 0,-5-1 0,1-5 0,-5 3 0,2-8 0,-4-2 0,-2-2 0,-8 6 0,-1-12 0,-10 3 0,-4-7 0,-12-3 0,-9-6 0</inkml:trace>
  <inkml:trace contextRef="#ctx0" brushRef="#br0" timeOffset="11">29599 4470 8912,'17'-17'0,"0"0"0,1 0 0,6 5 0,5 1 0,6 7 0,7-2 0,7 4 0,7 2 0,7 0 0,-6 0 0,16-7 0,-2-3 0</inkml:trace>
  <inkml:trace contextRef="#ctx0" brushRef="#br0" timeOffset="12">30700 4522 8912,'-42'25'0,"12"-6"0,-5 4 0,12-4 0,2 0 0,8 4 0,-1-2 0,9 6 0,1-3 0,2-1 0,2 0 0,0 0 0,0-2 0,0-2 0,0-7 0,0-1 0,0-7 0,2-4 0,4-11 0,-3-10 0,9-2 0,-6-6 0,5 6 0,-5-6 0,5 6 0,-1-1 0,1 1 0,5 4 0,-7-4 0,1 4 0,5 9 0,-5-3 0,7 7 0,0 2 0,0 2 0,0 2 0,1 2 0,-1 4 0,2 5 0,4 5 0,-4 1 0,12 6 0,-8 0 0,0 0 0,-6-8 0,0-4 0,0 5 0,0-15 0,1 7 0</inkml:trace>
  <inkml:trace contextRef="#ctx0" brushRef="#br0" timeOffset="13">31010 4505 8912,'0'17'0,"8"0"0,1 0 0</inkml:trace>
  <inkml:trace contextRef="#ctx0" brushRef="#br0" timeOffset="14">31027 4608 8912,'8'34'0,"-6"1"0,5-9 0,1 7 0,4-5 0,-3-3 0,3-2 0,-1-4 0,1-7 0,-1-1 0,-7-7 0,5 4 0,-3-8 0,-4-8 0,8-3 0,-7-10 0,3-2 0,8-8 0,-5 2 0,1-3 0,5 3 0,-4 1 0,7 1 0,3-4 0,2 3 0,7-1 0,-9 2 0,8 4 0,0-3 0,5-1 0</inkml:trace>
  <inkml:trace contextRef="#ctx0" brushRef="#br0" timeOffset="15">31509 4694 8912,'-8'9'0,"7"1"0,-5-4 0,4-5 0,2 7 0,2-8 0,4 0 0,3-2 0,10-4 0,4-5 0,-4-4 0,6 5 0,-8 3 0</inkml:trace>
  <inkml:trace contextRef="#ctx0" brushRef="#br0" timeOffset="16">31733 4573 8912,'7'-17'0,"-5"0"0,12 0 0,-9 0 0,1-1 0,-6 7 0,-2 1 0,-3 3 0,-7 3 0,-9-4 0,-2 3 0,2 1 0,-6 9 0,8 5 0,-4 7 0,4-7 0,2-3 0</inkml:trace>
  <inkml:trace contextRef="#ctx0" brushRef="#br0" timeOffset="17">31543 4608 8912,'0'23'0,"0"0"0,0 5 0,0-5 0,14 4 0,5-8 0,6-4 0,5-9 0,11 0 0,-3-4 0,8-2 0,-6-8 0,6-3 0,-6-10 0,6-2 0,0-6 0,3 4 0,-3-2 0,-9 6 0,-12-3 0,-6-1 0,0 6 0,-14-4 0,-3 6 0,-13 5 0,-1-3 0,-20 13 0,3-4 0,-3 4 0,-3 2 0,7 8 0,1 3 0,2 5 0,2 3 0,6 2 0,2 4 0,3 1 0,4 3 0,8 3 0,0-1 0,0-2 0,0-8 0,8 5 0,5-5 0,9 2 0,-1-5 0,7-9 0,3-1 0,1-4 0,3-3 0,3-10 0,-2-8 0,-3-10 0,-3-5 0,5-11 0,-1 0 0,1-9 0</inkml:trace>
  <inkml:trace contextRef="#ctx0" brushRef="#br0" timeOffset="18">32318 4195 8912,'0'17'0,"0"8"0,0 4 0,0 3 0,0 10 0,0 4 0,0-4 0,0 12 0,0-7 0,0-1 0,0-2 0,0-4 0,0-7 0,0-5 0,0-3 0,-8-9 0,-3-5 0,-5-3 0,-1-8 0,-2-2 0,-4-4 0,-2-3 0,-3-9 0,-5-5 0,6 0 0,1 2 0,-5-3 0,10 1 0,6 2 0,-3 2 0,17 1 0,-5 1 0,4 0 0,4 6 0,4-1 0,9 8 0,10-3 0,1 1 0,5 0 0,2 2 0,9 2 0,0 2 0,4 0 0,-6 0 0,4 0 0,-6-5 0,8-1 0,-14 0 0,1 4 0,-6-3 0,-4 3 0,-6-4 0,-8 4 0,7-6 0,-20 8 0,4 0 0,-12 8 0,1 9 0,1 0 0,-1 1 0,7-1 0,-4 0 0</inkml:trace>
  <inkml:trace contextRef="#ctx0" brushRef="#br0" timeOffset="19">32490 4608 8912,'6'17'0,"-1"0"0,7-5 0,-6-1 0,7-7 0,-9 4 0,7-8 0,3 0 0,1-6 0,2 0 0,-1-13 0,-5 2 0,4-4 0,-11 4 0,6-1 0,-3 1 0,-3 0 0,-2 0 0,-2 0 0,0-1 0,-8 9 0,1-6 0,-7 5 0,3 0 0,7-5 0,-9 11 0,7-7 0,-6-1 0,7-5 0,-1 8 0,6-14 0,0 4 0</inkml:trace>
  <inkml:trace contextRef="#ctx0" brushRef="#br0" timeOffset="20">32748 4367 8912,'17'8'0,"1"-6"0,1 7 0,4-5 0,5 2 0,-3 7 0,6-3 0,-8 9 0,-2 4 0,-2-2 0,-4 7 0,-3 1 0,-7-2 0,-3 5 0,-2-11 0,0 8 0,-7-8 0,-5 2 0,-1-10 0,1-1 0,-3-9 0,5 1 0,1-9 0,3-13 0,4-6 0,2-11 0,0-1 0,0-4 0,8-4 0,-4 0 0,7 4 0,3 3 0,1 3 0,0-4 0,-1 2 0,-3 3 0,0 3 0,7-5 0,-1 1 0</inkml:trace>
  <inkml:trace contextRef="#ctx0" brushRef="#br0" timeOffset="21">33006 3611 8912,'10'0'0,"5"-6"0,-3 0 0,3 0 0,4 8 0,4 8 0,6 13 0,3 15 0,3 25 0,-9 15 0,-13-30 0,-3 2-39,1 7 1,-3 2 0,-2-3 0,-2 1 0,-1 4 0,-2 0 0,-2-3 0,-2-1 38,-2-1 0,-2-1 0,-3-5 0,-2-1 0,-17 37 0,-9-10 0,-3-13 0,-6 0 0,1-11 0,-6-6 0,-5-17 0,-4 3 0,-8-7 0,0-4 0,0-6 0</inkml:trace>
  <inkml:trace contextRef="#ctx0" brushRef="#br0" timeOffset="22">31578 4745 8912,'0'-9'0,"2"-1"0,4 6 0,5-1 0,6-9 0,4 5 0,2-1 0,0-5 0,-8 3 0,-3-3 0,3 4 0,-5-1 0,-1-1 0,-1-2 0,0-3 0,-6 1 0,5 0 0,-9 2 0,-3 3 0,-7 7 0,-3 3 0,-2 2 0</inkml:trace>
  <inkml:trace contextRef="#ctx0" brushRef="#br0" timeOffset="23">31612 4608 8912,'-17'34'0,"-2"2"0,-4 5 0,6-5 0,0 4 0,9-4 0,6-1 0,2-1 0,15-1 0,8-7 0,8-9 0,11 1 0,8-16 0,9 1 0,2-6 0,2-22 0,6-12 0</inkml:trace>
  <inkml:trace contextRef="#ctx0" brushRef="#br0" timeOffset="24">25813 6671 8912,'11'0'0,"1"0"0,-8-2 0,2-4 0,3 4 0,-5-5 0,5 5 0,-1-4 0,-2 4 0,-6-13 0,0 13 0,0-13 0,0 11 0,0-8 0,0 7 0,0-7 0,0 8 0,0-3 0,0-1 0,0 6 0,-2-5 0,-4 7 0,2 0 0,-7 0 0,-1 0 0,-5 0 0,-2 7 0,-2 5 0,-2 3 0,-7 10 0,1 3 0,-2 7 0,3 5 0,-3 10 0,8 7 0,-6 10 0,8-2 0,6 4 0,7-3 0,6-8 0,4-7 0,4-11 0,9-5 0,8-8 0,-2-10 0,6-8 0,-8-9 0,4-2 0,-4-3 0,-1-5 0,1-15 0,2-5 0,2-9 0,0-10 0,-6-9 0,-6-6 0,-1 1 0,-1-4 0,1-2 0,-6-8 0,3 1 0,-7-4 0,0 5 0,-7 5 0,-3 7 0,-7 0 0,6 9 0,-1 2 0,6 16 0,-5 13 0,7 12 0,-4 3 0,8 12 0,0 7 0,0 14 0,0 12 0,0 6 0,0 9 0,6 5 0,2 3 0,-1 1 0,1 4 0,5 0 0,-1-2 0,-4-4 0,7-8 0,-4 1 0,5 0 0,1-1 0,0-13 0,0-5 0,0-6 0,1-4 0,-1-12 0,0-1 0,0-3 0,1-3 0,-9-4 0,-3-6 0,-4-11 0,-2-10 0</inkml:trace>
  <inkml:trace contextRef="#ctx0" brushRef="#br0" timeOffset="25">26364 6688 8912,'-18'8'0,"1"1"0,2 3 0,2-3 0,1-1 0,-1-4 0,7-2 0,6-2 0,15 0 0,6-6 0,10-2 0,3-1 0,5-5 0,-1-1 0,-2-2 0,0 2 0,3 1 0,1 3 0,-2 5 0,-7-3 0,-5 1 0,-1 4 0,6 2 0,-12 2 0,-2 0 0,-9 8 0,-8 1 0</inkml:trace>
  <inkml:trace contextRef="#ctx0" brushRef="#br0" timeOffset="26">26433 7204 8912,'0'17'0,"0"0"0,0 1 0,0-9 0,1-3 0,5-12 0,6-7 0,3-8 0,2 2 0,8-14 0,4 4 0,3-1 0,3 1 0,-1 4 0,0 6 0,1-4 0,-1 12 0,1-12 0,-1 12 0,1-5 0,-1-1 0</inkml:trace>
  <inkml:trace contextRef="#ctx0" brushRef="#br0" timeOffset="27">27534 6637 8912,'-6'-12'0,"-2"1"0,1-3 0,-3-1 0,1-2 0,5 7 0,-9 12 0,7 15 0,2 12 0,2 7 0,2 4 0,0 8 0,0-4 0,0 2 0,0 0 0,0-8 0,0 6 0,0-8 0,2 1 0,4-5 0,-4-9 0,3 0 0,-3-10 0,-2-1 0,0-8 0,0-4 0,0-18 0,0-3 0,0-7 0,0-1 0,0-5 0,0-1 0,0 1 0,0-6 0,0 0 0,0 1 0,0-3 0,0 2 0,0 2 0,8 4 0,3 5 0,-1 4 0,1 10 0,3 3 0,1 5 0,8 11 0,0 7 0,-2 12 0,4 15 0,-2 10 0,-2 4 0,-2-1 0,-9 5 0,5-14 0,-6 5 0,1-1 0,3-10 0,-7-1 0,7-1 0,-9-17 0,8 1 0,-7-3 0,7-9 0,-1-1 0,1-18 0,-1-4 0,-5-6 0,6 0 0,-9-4 0,13-15 0,-7-2 0</inkml:trace>
  <inkml:trace contextRef="#ctx0" brushRef="#br0" timeOffset="28">27930 6723 8912,'0'-12'0,"0"1"0,-8 7 0,6-4 0,-6 10 0,8 4 0,0 3 0,0 10 0,0 4 0,0-2 0,0 8 0,0 2 0,6-7 0,0-1 0,0 4 0,1-8 0,1 6 0,5-10 0,-1-3 0,-1-5 0,7-7 0,-1-7 0,-2-5 0,-2-11 0,-1-5 0,-1-5 0,5-1 0,-5-1 0,2 3 0,-7 3 0,0 5 0,-4 6 0,4 1 0,-4 9 0,3 8 0,-3 16 0,-2 12 0,0 11 0,0 1 0,0 0 0,6-6 0,2-1 0,1-5 0,3-3 0,5-8 0,0 1 0,0-1 0,8-8 0,-4-3 0,8-12 0,-6-3 0,5-8 0,-5-8 0,4-4 0,-2-3 0,-2-3 0,-6 1 0,0-1 0,-1 1 0,-5 0 0,3 1 0,-9 5 0,1-3 0,-6 8 0,0 8 0,-6 11 0,1 15 0,-1 1 0,6 20 0,0-3 0,0 9 0,0 2 0,6 0 0,-1-5 0,7-1 0,-7 1 0,7-1 0,-4-1 0,-1-5 0,1-5 0,-2-4 0,-6-2 0,7-7 0,-5-2 0,6-8 0,-8-14 0,2-5 0,3-6 0,-3-3 0,8-7 0,-4 1 0,-4-8 0,5 21 0,-7-2 0</inkml:trace>
  <inkml:trace contextRef="#ctx0" brushRef="#br0" timeOffset="29">28652 6723 8912,'0'-18'0,"2"9"0,4 3 0,-2 4 0,7 2 0,-5 10 0,6 7 0,-9 2 0,3 10 0,-2-6 0,0 3 0,2-1 0,-3-4 0,-1-2 0,0-2 0,4 1 0,-4-1 0,5-8 0,-7-1 0,6-10 0,2-4 0,1-5 0,3-10 0,5-4 0,0-2 0,1-1 0,-1-7 0,6 1 0,0 0 0,0 5 0,-6 0 0,6 10 0,0 2 0,0 7 0,-6 10 0,0 0 0,-2 2 0,-3 4 0,1 11 0,-7 10 0,0 2 0,1-1 0,-5 1 0,6 0 0,-6-3 0,4-1 0,-5-2 0,9-6 0,-4 0 0,1-5 0,5-1 0,3-7 0,-5-4 0,7-9 0</inkml:trace>
  <inkml:trace contextRef="#ctx0" brushRef="#br0" timeOffset="30">29306 6327 8912,'-15'-9'0,"9"-5"0,-11 8 0,11 1 0,-1 7 0,7 3 0,2 7 0,3 11 0,5-4 0,1 13 0,1-3 0,1 3 0,-3 3 0,1-1 0,-1 1 0,1-1 0,3 0 0,-9-1 0,-1-3 0,-2-1 0,-2-8 0,0 6 0,0-4 0,0-12 0,0 4 0,0-7 0,0 2 0</inkml:trace>
  <inkml:trace contextRef="#ctx0" brushRef="#br0" timeOffset="31">29375 6723 8912,'8'-18'0,"-6"-7"0,13 4 0,-5-5 0,1 1 0,1 4 0,-1 2 0,6 7 0,0 3 0,1 1 0,-9 2 0,7 6 0,-5 0 0,-1 0 0,-1 2 0,-1 4 0,3 4 0,-5 9 0,-2 4 0,-2-2 0,-4 7 0,-4 3 0,-4 1 0,-7-3 0,0 0 0,0-1 0,0 7 0,-6-1 0,0 0 0,6-7 0,5-4 0,1-4 0,-1-2 0,1 1 0,7-9 0,-4-3 0,8-12 0,0-11 0,0-10 0</inkml:trace>
  <inkml:trace contextRef="#ctx0" brushRef="#br0" timeOffset="32">29633 6585 8912,'19'17'0,"-3"0"0,-16-7 0,0 5 0,0-13 0,0 13 0,0-13 0,7 6 0,5-8 0,3 0 0,8-2 0,2-4 0,2-5 0,-6-4 0,9-3 0,-7 1 0,-2-2 0,-2-4 0,-1 4 0,-3-4 0,-4 4 0,-3 2 0,-8 5 0,0 1 0,0-1 0,-8 3 0,-3 3 0,-4 6 0,-3 6 0,1 3 0,0 11 0,0 2 0,5-1 0,3 6 0,1 0 0,4 0 0,2 1 0,2-1 0,0-4 0,0-4 0,0-2 0</inkml:trace>
  <inkml:trace contextRef="#ctx0" brushRef="#br0" timeOffset="33">29891 6757 8912,'18'0'0,"-1"0"0,8 0 0,-4 0 0,6 0 0,-3 0 0,7-8 0,-4-9 0,7-10 0</inkml:trace>
  <inkml:trace contextRef="#ctx0" brushRef="#br0" timeOffset="34">30167 6499 8912,'-17'0'0,"-1"0"0,9-8 0,-6 6 0,13-5 0,-6 7 0,8 0 0,2 2 0,4 2 0,5 1 0,4 9 0,3-3 0,-1 4 0,0 3 0,-6 5 0,1-1 0,-2 7 0,1-6 0,-3 2 0,-6-4 0,3 2 0,-3 0 0,4-6 0,-4 0 0,-2-7 0,0-10 0,2-16 0,3-7 0,-1-7 0,6 1 0,-2-3 0,5 5 0,-4-4 0,9 9 0,-3-1 0,-2 0 0,-1 0 0,-1 0 0,1 11 0,-1 1 0,-5 5 0,5-3 0,3 1 0,1-5 0,2 3 0</inkml:trace>
  <inkml:trace contextRef="#ctx0" brushRef="#br0" timeOffset="35">31337 6516 8912,'-52'0'0,"1"0"0,-1 0 0,8-2 0,6-2 0,7-1 0,1-1 0,7 6 0,2 0 0,9 0 0,-1 8 0,7 3 0,2 4 0,2 3 0,2-1 0,2 0 0,2 0 0,2 0 0,7 1 0,-3-1 0,7 0 0,0 0 0,0 0 0,1 1 0,-1-1 0,-8-8 0,-1-1 0</inkml:trace>
  <inkml:trace contextRef="#ctx0" brushRef="#br0" timeOffset="36">31148 6740 8912,'17'0'0,"-6"-6"0,1 0 0,-1-7 0,7 1 0,-1-3 0,-6-2 0,1 0 0,1 0 0,-5-1 0,-3-1 0,-3-2 0,-2-2 0,0 0 0,-2 6 0,-3 2 0,-7 3 0,-11-3 0,2 11 0,-5-5 0,1 1 0,2 2 0,5 6 0,7 0 0,0 0 0,7 0 0,-4 0 0,8 0 0</inkml:trace>
  <inkml:trace contextRef="#ctx0" brushRef="#br0" timeOffset="37">31733 6069 8912,'-8'-42'0,"0"6"0,-3-4 0,-2 11 0,7 6 0,-7 12 0,11 3 0,-12 23 0,8 8 0,3 8 0,1 11 0,2 4 0,-2 5 0,-2 5 0,-2 1 0,1 2 0,5-3 0,0 1 0,0-7 0,0-1 0,0-5 0,0 0 0,0 6 0,0-16 0,0 1 0,0-3 0,0-9 0,0 6 0,0-6 0,0-2 0,-8-10 0,-2-3 0</inkml:trace>
  <inkml:trace contextRef="#ctx0" brushRef="#br0" timeOffset="38">31354 6465 8912,'-25'7'0,"6"-5"0,-4 4 0,14-4 0,9-2 0,15-8 0,14 4 0,13-7 0,9-2 0,7-3 0,7-1 0,-4 0 0,-2 0 0,6-1 0,-9 1 0,7 0 0,-10 6 0,-1-1 0,-10 8 0,-13-1 0,-16 5 0,-19 5 0,-19 9 0,-17 7 0,-11-2 0,-16 6 0</inkml:trace>
  <inkml:trace contextRef="#ctx0" brushRef="#br0" timeOffset="39">29496 7479 8912,'-6'17'0,"0"2"0,2 4 0,2 8 0,2 7 0,0 6 0,0 9 0,0 5 0,0-3 0,0 8 0,0 0 0,0-2 0,0 6 0,0-6 0,0 0 0,0-3 0,0-1 0,0-7 0,0-12 0,-7-9 0,-3-12 0</inkml:trace>
  <inkml:trace contextRef="#ctx0" brushRef="#br0" timeOffset="40">29238 7685 8912,'-2'-28'0,"-2"1"0,-2 2 0,4 4 0,6 2 0,11 2 0,10 0 0,2-1 0,3 1 0,3 0 0,-6 7 0,-2 3 0</inkml:trace>
  <inkml:trace contextRef="#ctx0" brushRef="#br0" timeOffset="41">29513 7462 8912,'23'6'0,"0"-1"0,7 9 0,-11-5 0,4 8 0,-9 3 0,-5 2 0,-1 7 0,-4 4 0,-10 7 0,-7 2 0,-8 2 0,2 1 0,-12 1 0,6 0 0,-2 2 0,-1-6 0,1 0 0,4-10 0,4-3 0,7-12 0,1-11 0,7-12 0,-4-3 0</inkml:trace>
  <inkml:trace contextRef="#ctx0" brushRef="#br0" timeOffset="42">29737 7720 8912,'-21'-2'0,"3"-4"0,5 4 0,3-5 0,3 14 0,7 5 0,0-5 0,0 9 0,0-5 0,2 4 0,3 2 0,3 1 0,4-1 0,3-6 0,-4 1 0,5 1 0,-7-5 0,6 1 0,-3-3 0,-3-4 0,3 4 0,-8-12 0,9 2 0,-7-7 0,-2-3 0,-2 7 0,-2-9 0,0 5 0,0-4 0,0-3 0,2 3 0,1 2 0,5 1 0,2-1 0,-5 3 0,7 1 0,1 1 0,-5-5 0,7 9 0,-3-5 0,3 1 0,10 2 0,-6 6 0,6 2 0,0 4 0,-6 5 0,4 10 0,-4 4 0,-2 2 0,0-6 0,-5 11 0,-3-5 0,-1 0 0,-2-2 0,-6-8 0,0 0 0,0 0 0,0 0 0,0-15 0,0-11 0,0-12 0,0-8 0,0-1 0,2-1 0,3 2 0,5-3 0,5 13 0,0-4 0,3 4 0,-5 2 0,12 5 0,-6 3 0,4 1 0,-4-5 0,8 11 0,-4-4 0,-2 4 0,6 2 0,-3 0 0,-1 0 0,-5 0 0,-1 0 0,0 0 0,-7 0 0,-3 0 0,-20 0 0,-4 0 0,-3 0 0,1 0 0,2 6 0,2 1 0,3 3 0,-3-6 0,11 11 0,-5-4 0,1 5 0,-5-7 0,11 7 0,-4-5 0,4 4 0,2 2 0,0 1 0,0-1 0,8-8 0,3-3 0,5-4 0,6-2 0,1 0 0,8-8 0,-4-1 0,7-8 0,-1-2 0,-3-2 0,-1-2 0,-2-8 0,1 2 0,5 5 0,-6-1 0</inkml:trace>
  <inkml:trace contextRef="#ctx0" brushRef="#br0" timeOffset="43">30752 7634 8912,'-17'9'0,"5"1"0,1-4 0,5 3 0,-5 8 0,7-7 0,-4 5 0,8-3 0,0 3 0,2 2 0,2 0 0,2 0 0,7 1 0,-9-1 0,7 0 0,-7 0 0,2 0 0,-2-5 0,1-1 0,-3 1 0,4 5 0,-4-7 0,-2-3 0,0-7 0,0-7 0,0-7 0,0-7 0,0 2 0,0-11 0,0 7 0,0-6 0,0 6 0,0-6 0,0 6 0,0 2 0,0 2 0,2 4 0,2 2 0,1 1 0,9 8 0,-10-3 0,7 7 0,-1 2 0,3 3 0,-2 7 0,-1 3 0,2 2 0,3 1 0,-11-1 0,5 0 0,-1 0 0,-2 0 0,-5 0 0,5 1 0,-4-9 0,6 7 0,-8-15 0,0 5 0,0-12 0,0-5 0,6-4 0,-1-3 0,7 1 0,-7 0 0,1 0 0,2 5 0,1 1 0,1-2 0,5 5 0,-3 0 0,3 3 0,2-1 0,0 0 0,1 6 0,-1 2 0,0 4 0,0-4 0,8 11 0,4-7 0,-2 0 0,1-6 0,-1 0 0,2 0 0,1 0 0,-7 0 0,-2 0 0,-2-2 0,-1-4 0,-1-4 0,-6-9 0,1-4 0,-8 4 0,1-6 0,-10 8 0,-7 0 0,-3 7 0,-2-3 0,-1 7 0,1 1 0,0 5 0,0 2 0,0 3 0,-1 7 0,1 3 0,0 4 0,2 4 0,3 6 0,-3-4 0,13 5 0,-4-7 0,6 2 0,6-2 0,4-4 0,9 4 0,4-4 0,3-10 0,11 5 0,1-8 0,2-3 0,6-3 0,-4-5 0,0-9 0,0-7 0,-2 2 0,-5-21 0,-1 4 0</inkml:trace>
  <inkml:trace contextRef="#ctx0" brushRef="#br0" timeOffset="44">31784 7152 8912,'-9'-2'0,"3"-3"0,-3 3 0,7-6 0,-14 8 0,13 8 0,-7 5 0,2 8 0,4 8 0,3 11 0,1 4 0,0 7 0,1 9 0,5 3 0,-2 7 0,8-1 0,1-8 0,2-5 0,1-14 0,-3-6 0,-2-5 0,1-12 0,5-2 0,0-9 0,0-7 0,6-10 0,0-8 0,0-6 0,-4-8 0,4 3 0,-4-3 0,4-9 0,-11 4 0,1-6 0,-7 7 0,0 7 0,-6 1 0,0 2 0,0 4 0,0 2 0,-2 11 0,-4 8 0,-5 10 0,-5 5 0,5 10 0,-1 4 0,-1 3 0,5 2 0,-5-1 0,7-4 0,1 1 0,5-7 0,5 0 0,5-6 0,3-2 0,6-3 0,4-5 0,0-7 0,-2 0 0,8 0 0,-2-7 0,3-5 0,-1-3 0,-8-2 0,2 0 0,-2 0 0,2-1 0,-12 1 0,12 6 0,-11-1 0,3 8 0,2-3 0,-1 9 0,-3 3 0,-2 7 0,-7 3 0,10-3 0,-9-1 0,1 1 0,2-3 0,-6-1 0,5-8 0</inkml:trace>
  <inkml:trace contextRef="#ctx0" brushRef="#br0" timeOffset="45">31664 7599 8912,'19'-2'0,"6"-3"0,9-7 0,10-3 0,14-10 0,5-4 0,4-3 0,2-2 0,-1-1 0,1 1 0,0-1 0</inkml:trace>
  <inkml:trace contextRef="#ctx0" brushRef="#br0" timeOffset="46">32765 7256 8912,'0'-12'0,"-2"2"0,-3 3 0,-7 3 0,-3 2 0,-4 4 0,-4 4 0,-4 5 0,0 5 0,-5 3 0,5 2 0,0 2 0,-3-1 0,9-4 0,3-1 0,7 0 0,3 0 0,3 0 0,6 1 0,7-1 0,9 0 0,8 0 0,12-2 0,1-1 0,4-3 0,2 3 0,0 7 0,4 2 0,-3-2 0,-14 3 0,-2-1 0,-10 8 0,-8-2 0,-13 3 0,-17 2 0,-15 1 0,-16-1 0,-17 8 0,-11-3-272,-8 6 0,37-22 1,-2 0 271,0 3 0,-1 0 0,-5-3 0,-3 0 0,1-1 0,-2 0 0,-4-2 0,0 2 0,1 2 0,0-1 0,-4-1 0,0-2 0,2 3 0,0 0 0,-1-2 0,-2-2 0</inkml:trace>
  <inkml:trace contextRef="#ctx0" brushRef="#br0" timeOffset="47">20323 10952 8912,'0'-17'0,"0"0"0,-1 1 0,-5 5 0,4-4 0,-4 3 0,2-3 0,-1-2 0,3 5 0,-4 1 0,4 9 0,2 2 0,2 9 0,2 16 0,3 13 0,3 18 0,1 13 0,5 26 0,-9-43 0,-1 1 0,-1 6 0,0 1-183,-2 4 0,1 2 1,2 7-1,0 3 1,-3 1-1,0 2 183,-1 3 0,-1-1 0,1-9 0,-2-1 0,0-4 0,0-2 0,0 32 0,0-15 0,2-24 0,2-15 0,2-10 0,-2-10 0,-3-12 0,7 5 0,2-14 0,7-2 0,0-12 0,0-3 0,1-18 0,-1-3 0,0-16 0</inkml:trace>
  <inkml:trace contextRef="#ctx0" brushRef="#br0" timeOffset="48">21029 11279 8912,'-17'-16'0,"0"3"0,-1 3 0,1 3 0,0 3 0,0 2 0,5 6 0,1 5 0,-3 11 0,-1 6 0,-2 11 0,0-1 0,1 12 0,5 5 0,-2 1 0,7 9 0,0-31 0,6-1 0</inkml:trace>
  <inkml:trace contextRef="#ctx0" brushRef="#br0" timeOffset="49">20840 11829 8912,'17'40'0,"0"0"0,2-7 0,4-10 0,6-4 0,0-10 0,1-3 0,1-4 0,5-4 0,-7-4 0,9-11 0,2-12 0,-2-5 0,-1-6 0,-3-4 0,-7-8 0,-4 1 0,-4-1 0,-4 1 0,-3-1 0,-7 2 0,-10 4 0,-7-1 0,-11 7 0,-5-6 0,-13 6 0,5 7 0,-6 8 0,8 10 0,-1 4 0,1-5 0,1 14 0,5-3 0,5 3 0,4 9 0,3 5 0,5 5 0,5 6 0,4-4 0,4 12 0,4-8 0,5-2 0,5 5 0,1 1 0</inkml:trace>
  <inkml:trace contextRef="#ctx0" brushRef="#br0" timeOffset="50">20874 11691 8912,'-2'18'0,"-4"-1"0,-3-8 0,-1-1 0,5-8 0,12-2 0,12-4 0,14-5 0,3-4 0,10-3 0,2-1 0,9-4 0,-3 4 0,5-6 0,-7 8 0,-8 0 0,-4 0 0,-6 2 0,-3 1 0,-2 3 0,-16 7 0,4-4 0,-11 8 0,-4 8 0,2 1 0,-8 1 0,-6-2 0,1-8 0,-7 7 0,7 3 0</inkml:trace>
  <inkml:trace contextRef="#ctx0" brushRef="#br0" timeOffset="51">21993 11451 8912,'-27'0'0,"4"0"0,4 0 0,9 0 0,5 0 0,10 0 0,7 0 0,11 0 0,3 0 0,9-2 0,-1-4 0,1 2 0,-1-5 0,1-1 0,-1 1 0,0 5 0,-1-10 0,-4 9 0,1-1 0,-7 6 0,-2 2 0,-9 4 0,-5 3 0,-7 8 0</inkml:trace>
  <inkml:trace contextRef="#ctx0" brushRef="#br0" timeOffset="52">22010 11984 8912,'-10'-10'0,"3"-5"0,14 5 0,5-7 0,11 0 0,5 0 0,5-1 0,1 3 0,3 2 0,3 1 0,4 1 0,0-1 0,-4 1 0,4-1 0,0-5 0</inkml:trace>
  <inkml:trace contextRef="#ctx0" brushRef="#br0" timeOffset="53">23455 11347 8912,'-44'-11'0,"4"-2"0,4-1 0,-4 9 0,0 1 0,1 8 0,3 9 0,2 8 0,-1 6 0,8 9 0,5 4 0,4 6 0,7 6 0,5 5 0,6-2 0,6 8 0,11-2 0,12 2 0,3-5 0,3-12 0,1-6 0,4-12 0,4-7 0,0-7 0,-2-7 0,-7-7 0,-1-15 0,0 2 0,1-16 0,-1-3 0,1-7 0,-1-6 0,1-5 0,-3-7 0,-3-1 0,-6 3 0,-6-4 0,-6 1 0,-3-1 0,-8 4 0,-4-1 0,-7 7 0,-8-3 0,-16 23 0,1-1 0,-1 3 0,3 16 0,3-1 0,-3 8 0,12 12 0,-2 5 0,2 8 0,3 6 0,0 8 0,6-7 0,-1 1 0,8-8 0,-11 11 0,5-5 0</inkml:trace>
  <inkml:trace contextRef="#ctx0" brushRef="#br0" timeOffset="54">22974 11709 8912,'-18'0'0,"9"0"0,3 0 0,12 0 0,11 0 0,17-2 0,14-2 0,8-2 0,5-7 0,8 5 0,0-5 0,-1 1 0,1-1 0,-8-1 0,-3 3 0,-7-2 0,-7 7 0,-9 2 0,-10 2 0,-6 2 0,-12-2 0,-7-3 0,0-5 0,-7-7 0</inkml:trace>
  <inkml:trace contextRef="#ctx0" brushRef="#br0" timeOffset="55">24436 11554 8912,'-17'0'0,"0"0"0,7 0 0,5 0 0,10 0 0,13 0 0,10 0 0,18-6 0,8-2 0,5 1 0,4-3 0,-2 1 0,4 3 0,-7-6 0,-3 9 0,-9-3 0,-4-4 0,-15 8 0,-4-3 0,-12 3 0,-3 2 0,-22 2 0,-3 3 0,-4-3 0,10 12 0,1-7 0,3 3 0,1-6 0,0 5 0,0-3 0,1 4 0,5 7 0</inkml:trace>
  <inkml:trace contextRef="#ctx0" brushRef="#br0" timeOffset="56">25830 11141 8912,'-7'-17'0,"5"7"0,-6 3 0</inkml:trace>
  <inkml:trace contextRef="#ctx0" brushRef="#br0" timeOffset="57">25796 11038 8912,'-8'-17'0,"6"7"0,-5-5 0,7 4 0,0-5 0,0-1 0,0 0 0,7 7 0,5 5 0,5 3 0,6 2 0,-2 0 0,8 2 0,1 5 0,3 10 0,1 10 0,1 13 0,-3 6 0,-3 4 0,-4 9 0,-10 0 0,-4 6 0,-5-2 0,-6-2 0,-6 2 0,-5 2 0,-12-7 0,-2-7 0,-4-5 0,-3-8 0,3 2 0,-1-5 0,1-7 0,4-5 0,8-11 0,5-5 0,1-7 0,7-11 0,-2-12 0,12-11 0,6-18 0,10-15 0,5 2 0,8-15 0,-1-2 0,6-2-242,0-2 0,-16 42 0,0 0 242,-1-2 0,0 0 0,4 0 0,2-1 0,-2-1 0,1 0 0,-3 4 0,0 2 0,17-25 0,-14 22 0,-3 6 0,-7 22 0,-9 4 0,-3 15 0,-12 3 0,4 5 0,-4 7 0,-1 0 0,1 1 0,0 1 363,6 4 0,2-4-363,4 4 0,4 1 0,5-1 0,-4-2 0,5-2 0,-7-1 0,8-1 0</inkml:trace>
  <inkml:trace contextRef="#ctx0" brushRef="#br0" timeOffset="58">26570 11433 8912,'0'-22'0,"0"-1"0,0 0 0,0-2 0,0 6 0,0-4 0,0 4 0,0 9 0,0 3 0,0 8 0,0 5 0,0 11 0,-2 14 0,-3 7 0,1 0 0,-6 8 0,3 2 0,-5 4 0,6 5 0,1-4 0,5 5 0,-8-5 0,6 1 0,-4-1 0,4-1 0,2-5 0,8-14 0,2-4 0,-1-7 0,12-4 0,-4-7 0,12-3 0,-8-8 0,8-2 0,1-4 0,3-3 0,1-9 0,-7-5 0,-4 1 0,-6-1 0,-5 5 0,3 1 0,-13-8 0,6-1 0</inkml:trace>
  <inkml:trace contextRef="#ctx0" brushRef="#br0" timeOffset="59">26536 11709 8912,'-12'26'0,"1"-5"0,-3-7 0,5-1 0,-3-7 0,9-1 0,-5-5 0,0 8 0,-1 2 0</inkml:trace>
  <inkml:trace contextRef="#ctx0" brushRef="#br0" timeOffset="60">26519 11777 8912,'24'0'0,"-4"-7"0,10-1 0,-7-3 0,8-5 0,-3 5 0,5 1 0,1 1 0,1 1 0,-9-5 0,7 11 0,1-21 0,10 4 0</inkml:trace>
  <inkml:trace contextRef="#ctx0" brushRef="#br0" timeOffset="61">27706 10883 8912,'-17'6'0,"-2"0"0,-2-2 0,-2-3 0,2-1 0,2 0 0,1 0 0,1 0 0,0 0 0,0 0 0,7 0 0,6 0 0,14 0 0,11-1 0,9-5 0,3 4 0,13-6 0,2 1 0,1-5 0,-3 3 0,0-3 0,2-1 0,0 3 0,-2-1 0,-6-1 0,-4 3 0,-9 1 0,5 2 0,-3 1 0,-4-1 0,-2 8 0,-12 4 0,5 11 0,-16 9 0,0 11 0,-10 3 0,-5 4 0,-2 15 0,-3 2 0,-2 0 0,-3 4 0,-6-6 0,4 1 0,2-1 0,-5-2 0,9-13 0,-8-4 0,8-5 0,-2-7 0,10-3 0,1-8 0,8-7 0,-3-4 0,7-12 0,0 2 0,0-7 0,0-3 0,0-1 0,0-2 0,-8-16 0,-1-3 0</inkml:trace>
  <inkml:trace contextRef="#ctx0" brushRef="#br0" timeOffset="62">27568 10969 8912,'-5'-28'0,"-1"-1"0,0 8 0,6-2 0,0 4 0,0 9 0,0 3 0,2 9 0,4 5 0,5 12 0,5 14 0,8 11 0,3 11 0,0 2 0,-2 1 0,-2-1 0,0 2 0,-2 2 0,5-5 0,-6 1 0,3-11 0,1-4 0,-1-8 0,0-1 0,-7-4 0,-5-7 0,-3-2 0,-3-9 0,1 0 0,0-7 0,-14-11 0,-1-12 0</inkml:trace>
  <inkml:trace contextRef="#ctx0" brushRef="#br0" timeOffset="63">28704 10694 8912,'-6'-17'0,"1"0"0,1 0 0,0 1 0,-2 5 0,4 1 0,-3 5 0,3 5 0,2 1 0,0 15 0,0 10 0,-6 16 0,-2 10 0,-1 9 0,-1 14 0,-3 7 0,3 6 0,3 3 0,3-41 0,2 0 0,2 30 0,0 0 0,0-7 0,9-20 0,7-7 0,7-11 0,3-13 0,3 1 0,0-21 0,-1 2 0,3-8 0,2-5 0,-1-8 0,-1-1 0,-3 1 0,1 0 0,0 0 0,-1 0 0,-7-1 0,-3 7 0,-13-1 0,-3 9 0,-2-5 0,-2 8 0,-3 0 0,3 0 0,-6 0 0,16 0 0,1 0 0</inkml:trace>
  <inkml:trace contextRef="#ctx0" brushRef="#br0" timeOffset="64">29823 10522 8912,'-18'-23'0,"1"0"0,0 4 0,0 6 0,0 7 0,-3 4 0,-2 2 0,0 10 0,-6 9 0,-3 13 0,-1 10 0,-3 12 0,3 5 0,3 10 0,4 3 0,8 14 0,2 6 0,3 2 0,5-3 0,7-10-799,0-7 799,0-3 0,7-18 0,3-9 0,1-11 64,1-10 1,1-6 0,10-6-65,6-5 0,-4-4 0,7-17 0,3-4 0,9-16 0</inkml:trace>
  <inkml:trace contextRef="#ctx0" brushRef="#br0" timeOffset="65">30150 10660 8912,'-18'-17'0,"-5"7"0,-1 4 0,-3 4 0,-2 4 0,-5 4 0,-1 11 0,3 14 0,3 7 0,-1 0 0,8 8 0,7 2 0,6 1 0,9 3 0,0-23 0,0-6 0</inkml:trace>
  <inkml:trace contextRef="#ctx0" brushRef="#br0" timeOffset="66">29943 11090 8912,'35'17'0,"-1"-2"0,0-3 0,1 1 0,-1-7 0,-1-1 0,-3-7 0,-1-3 0,-8-11 0,2-6 0,-2-11 0,0 1 0,2-7 0,0-1 0,-6 6 0,0-8 0,-5 4 0,-3-6 0,-1 2 0,-4 0 0,-10 1 0,-9 11 0,-10-3 0,-2 7 0,4 5 0,-4 7 0,3 3 0,1 7 0,4 4 0,-1 12 0,3 3 0,-4 2 0,12 0 0,-9 8 0,1 2 0</inkml:trace>
  <inkml:trace contextRef="#ctx0" brushRef="#br0" timeOffset="67">29840 10952 8912,'-17'-2'0,"-1"-4"0,1-5 0,8-4 0,9 5 0,13-3 0,14 5 0,7-1 0,12-1 0,2-3 0,5 1 0,5-1 0,-1-3 0,-3 5 0,1 0 0,3-3 0,-1 7-77,-5-16 0,-1 11 0,1-13 0</inkml:trace>
  <inkml:trace contextRef="#ctx0" brushRef="#br0" timeOffset="68">30614 9852 8912,'0'-18'0,"10"9"0,7 7 0,12 12 0,9 12 0,0 13 0,8 11 0,2 11 0,-6 19 0,-21-30 0,-2 2 0,0 7 0,-2 3 0,-2 1 0,-3 2 0,0 4 0,-3 0 0,-1-2 0,-2 0-835,-3-3 0,-1-1 835,0-3 0,-2 0 0,-3-2 0,-3-1 0,-2-1 0,-2-1 0,-2-2 0,-2-2 76,-19 43 0,3-10 0,-1-4-76,0-5 0,-11-4 0,12-14 0,5-1 0,8-4 0</inkml:trace>
  <inkml:trace contextRef="#ctx0" brushRef="#br0" timeOffset="69">21184 10264 8912,'-17'-9'0,"5"-8"0,3 1 0,1-7 0,2-3 0,1-5 0,-1-1 0,0-3 0,6 3 0,0 1 0,0 4 0,0 3 0,0 1 0,2 7 0,2 7 0,2 9 0,-3 9 0,-1 14 0,-2 6 0,6 11 0,0 6 0,5 4 0,-3 1 0,-1 1 0,1-1 0,6 1 0,-11-1 0,9 1 0,-6 0 0,5-1 0,-7-7 0,4-4 0,-1-3 0,-5-11 0,6-10 0,-8-16 0,-16-23 0,-3-14 0</inkml:trace>
  <inkml:trace contextRef="#ctx0" brushRef="#br0" timeOffset="70">20874 10075 8912,'8'-17'0,"-6"0"0,3-2 0,-3-4 0,6-4 0,-4-7 0,7-1 0,3 7 0,9-3 0,5-5 0,5 1 0,9-7 0,4 8 0,3 7 0,-20 10 0,-6 9 0</inkml:trace>
  <inkml:trace contextRef="#ctx0" brushRef="#br0" timeOffset="71">21373 9628 8912,'8'17'0,"1"8"0,1 2 0,-2 9 0,-8 4 0,-8 4 0,-5 10 0,-8 3 0,-6 4 0,0 0 0,-6-1 0,14-11 0,-4-3 0,6-4 0,6-9 0,5-5 0,4-3 0,10-17 0,3-8 0,5-23 0,1-14 0</inkml:trace>
  <inkml:trace contextRef="#ctx0" brushRef="#br0" timeOffset="72">21562 10024 8912,'8'-18'0,"-6"9"0,6 3 0,-8 12 0,0 5 0,0 5 0,0 1 0,5 6 0,1 0 0,8 0 0,-5-6 0,8 0 0,1 0 0,-1 0 0,2-1 0,4-5 0,4-3 0,7-8 0,0 0 0,1 0 0,-7-10 0,1-7 0,-8-2 0,2-8 0,-4 2 0,-2-3 0,-1 5 0,-5 2 0,-3-6 0,-8 8 0,0-4 0,0 11 0,-6 7 0,0 10 0,1 7 0,5 9 0,0 4 0,0 2 0,0 3 0,0 3 0,0 3 0,0 4 0,0-4 0,0 4 0,0 2 0,0-1 0,-2-1 0,-4-6 0,-2 0 0,-3 1 0,-10-7 0,4-1 0,-4-2 0,-4-4 0,-4-2 0,4-9 0,0-3 0,8-7 0,2-3 0,3-9 0,-3-15 0,6-17 0</inkml:trace>
  <inkml:trace contextRef="#ctx0" brushRef="#br0" timeOffset="73">22234 9663 8912,'-8'-18'0,"6"9"0,-6 9 0,8 15 0,0 8 0,0 9 0,0 1 0,2 5 0,2 2 0,2 2 0,7-5 0,-5 7 0,5-6 0,-1 2 0,-1 0 0,6 0 0,1 0 0,-9 0 0,-3-5 0,-6-9 0,-6-3 0,-11-4 0,-10-1 0</inkml:trace>
  <inkml:trace contextRef="#ctx0" brushRef="#br0" timeOffset="74">21975 10161 8912,'-17'-7'0,"6"-3"0,-1-7 0,9 0 0,-5-1 0,16 1 0,5 0 0,8 0 0,6 0 0,7-1 0,1 1 0,-1 0 0,8 0 0,-4-2 0,8-4 0,-2 4 0,2-4 0,-2-2 0,-6 0 0,2-2 0,-1 1 0,-11-5 0,-5 4 0,-4 2 0,-9 3 0,3 4 0,-7 1 0,0 8 0,-6 1 0,0 16 0,0 3 0,0 12 0,0 8 0,0 7 0,0 0 0,0 8 0,0 0 0,0 5 0,0-5 0,0 0 0,0 2 0,0-6 0,-2 5 0,-4-6 0,4-1 0,-4-8 0,3-3 0,-1-6 0,-2-4 0,0-10 0,6-1 0,0-8 0,0-13 0,0-6 0,0-6 0,8-4 0,-4-3 0,5 1 0,-1 2 0,5 3 0,-1-5 0,3 4 0,2 3 0,-7 1 0,5 5 0,-3 1 0,-3 0 0,3 0 0,-1 2 0,6 3 0,-7 4 0,0 10 0,-5 4 0,-3 4 0,4 7 0,-2 0 0,2 0 0,-5-7 0,13 5 0,-7-5 0,3-1 0,1-1 0,1-2 0,-1-1 0,1 3 0,5-4 0,0 1 0,1 7 0,-1-6 0,-6 5 0,1-5 0,-1 7 0,1-5 0,-1 3 0,-5 3 0,5-9 0,1 1 0,-1-6 0,1 0 0,-1-7 0,5 3 0,-5-8 0,2-1 0,-7-10 0,0 4 0,-6-6 0,0 2 0,0 0 0,0 0 0,0 6 0,-2 6 0,-4-1 0,-5 8 0,-12-1 0,4 3 0,-4 2 0,4 2 0,1 3 0,1 3 0,2 5 0,3-1 0,5-1 0,-1-1 0,6 5 0,-5-5 0</inkml:trace>
  <inkml:trace contextRef="#ctx0" brushRef="#br0" timeOffset="75">23180 10075 8912,'10'0'0,"-3"-2"0,-7-3 0,0 3 0,0-6 0,0 8 0,0 2 0,0 4 0,6-3 0,0 9 0,-2 1 0,-2 3 0,-2 1 0,0 0 0,0 0 0,0 0 0,0 1 0,-6-7 0,0 0 0,0-7 0,-1 4 0,5-12 0,-4-5 0,4-11 0,2-4 0,8-5 0,-3-11 0,13 0 0,-5-6 0,10 6 0,2 2 0,0 7 0,1 2 0,3 8 0,4 2 0,-5 8 0,-3 7 0,-6 0 0,0 8 0,1 9 0,-5 8 0,-9-2 0,1 14 0,-5-6 0,4-1 0,-4 7 0,5-12 0,-7 6 0,0-3 0,0-1 0,-7-5 0,-3-1 0</inkml:trace>
  <inkml:trace contextRef="#ctx0" brushRef="#br0" timeOffset="76">23868 9783 8912,'-17'-25'0,"2"12"0,3-5 0,3 7 0,3 0 0,4 3 0,-5 8 0,9 0 0,1 2 0,3 4 0,7 3 0,-5 4 0,4 5 0,3-5 0,-4 10 0,5-4 0,-1-2 0,-4 0 0,5 1 0,-14 1 0,3 4 0,-1-2 0,2 7 0,-4-1 0,4 4 0,-5-3 0,-8-7 0,-3 10 0,-7-8 0,0-2 0,0-2 0,1-2 0,3-2 0,1-3 0,1 3 0,0-13 0,-1 4 0,6-4 0,-5-2 0,-1 0 0,-5 0 0</inkml:trace>
  <inkml:trace contextRef="#ctx0" brushRef="#br0" timeOffset="77">11564 11468 8912,'8'-10'0,"-6"-5"0,4 4 0,-5-5 0,1-1 0,4 0 0,-4 0 0,4-1 0,-4 1 0,-2 8 0,0 1 0,0 8 0,-2 2 0,-4 4 0,4 9 0,-4 8 0,3 8 0,-1-1 0,-2 8 0,2 8 0,-5-11 0,-1-3 0</inkml:trace>
  <inkml:trace contextRef="#ctx0" brushRef="#br0" timeOffset="78">11513 11846 8912,'0'61'0,"-6"10"0,0-8 0,-7 0 0,11-19 0,-4-4 0,4-4 0,4-3 0,4-5 0,-4-10 0,11-3 0,-7-4 0,7-1 0,-1 1 0,3-5 0,2 4 0,0-3 0,8-1 0,-4 2 0,8 1 0,2 3 0,1-1 0,3 3 0,-1 1 0,2 2 0,4 0 0,2-1 0,4-5 0,6 2 0,0-7 0,1 0 0,10-6 0,0 0 0,-24 0 0,-9 0 0</inkml:trace>
  <inkml:trace contextRef="#ctx0" brushRef="#br0" timeOffset="79">12459 12482 8912,'59'-17'0,"10"0"0,-6 0 0,12-2 0,-10-2 0,8-2 0,-8 5 0,0 7 0,-10-1 0,-13 1 0,-9 0 0,-9 5 0,-6-6 0,-1 7 0,0-7 0,-7 8 0,-3-5 0,-7 3 0,0-3 0,0-9 0,0 1 0,0 0 0,0-2 0,0-6 0,0-9 0,0-1 0,0-5 0,0-4 0,0-2 0,0-5 0,0-7 0,0 5 0,0-6 0,0 7 0,0 2 0,0 3 0,0 1 0,0 8 0,0 3 0,2 12 0,4 4 0,-4 2 0,5 0 0,-7 0 0,-5-1 0,-3 3 0,-1 4 0,5-5 0,-6 15 0,4-5 0,3-2 0,-9 2 0,6 1 0,-5 5 0,-1-6 0,-5 0 0,0 2 0,0 3 0,0 1 0,-1 0 0,1 0 0,-8-2 0,-3-4 0,-7 4 0,-5-4 0,-4 4 0,-8 2 0,-9 0 0,-8 0 0,-9 0-76,2 0 1,-9 0-1,7 0 76,0 0 0,-6-7 0,13 5 0,0-4 0,10 4 0,11 4 0,6 4 0,6 1 0,9 5 0,4 3 0,8-11 0,2 7 0,3 3 0,-3 1 0,7-3 113,-3-1 1,3-5-114,8 5 0,0-7 0,0 4 0,0-8 0,0 0 0,0 7 0,-7 11 0,-3 8 0</inkml:trace>
  <inkml:trace contextRef="#ctx0" brushRef="#br0" timeOffset="80">11667 11726 8912,'-9'0'0,"1"0"0,1 0 0,5-2 0,-4-4 0,-2 2 0,3-7 0,-9 7 0,5-6 0,-10 7 0,-4-3 0,-6 2 0,-4 2 0,-9 2 0,-5 0 0,-17 0 0,-1 8 0,-15 3 0,-10-1-404,37-5 1,3 1-1,-7 6 1,3 5 0</inkml:trace>
  <inkml:trace contextRef="#ctx0" brushRef="#br0" timeOffset="81">10514 11794 8912,'-93'8'0,"5"2"0,2 7 0,9 0 0,12 0 0,8 0 0,7 1 0,16-7 0,1-1 0,5-1 0,5 1 0,11-6 0,5 3 0,7-7 0,0 0 0,7 0 0,-5-7 0,6 5 0,-1-21 0,3 4 0</inkml:trace>
  <inkml:trace contextRef="#ctx0" brushRef="#br0" timeOffset="82">10015 11588 8912,'-11'0'0,"0"0"0,-3 0 0,-1 0 0,-2 0 0,-1 0 0,-1 2 0,-2 4 0,-2 9 0,0 12 0,-1 13 0,4 8 0,3 11 0,11 4 0,5 4 0,1 2 0,9-8 0,10-6 0,14-7 0,9-6 0,17-17 0,6-8 0,8-9 0,-3-8 0,7-6 0,-1-7 0,5-9 0,-5-4 0,5-11-596,-13-3 0,5-4 1,-12-7-1</inkml:trace>
  <inkml:trace contextRef="#ctx0" brushRef="#br0" timeOffset="83">5042 11984 8912,'-17'-18'0,"0"1"0,0 0 0,1 0 0,5 0 0,3 7 0,8 6 0,2 14 0,4 9 0,5 6 0,-1 9 0,1 8 0,3 2 0,1 2 0,2-2 0,-2 4 0,-1-8 0,-3-2 0,3-2 0,7-1 0,2-1 0,0-7 0,-6-6 0,2-8 0,4-7 0,-4-4 0,12-10 0,-7-5 0,1-10 0,0-11 0,-4-3 0,-9-9 0,1 8 0,-7-2 0,0 4 0,-6 3 0,0 3 0,0 3 0,0 2 0,0 10 0,0 0 0,0 13 0,0 2 0,0 11 0,1 2 0,5-1 0,4 3 0,9-5 0,4 7 0,-2-6 0,8 1 0,-7-8 0,5 1 0,-2-3 0,6-2 0,-12-2 0,4-3 0,-6 1 0,-6-8 0,5 1 0,-7-6 0,1 0 0,-3-1 0,-7 1 0,0 0 0,0 0 0,0 7 0,0 3 0,0 9 0,0 5 0,0 10 0,0 10 0,0 6 0,2 7 0,2 2 0,2 2 0,0 2 0,-1 5 0,3-1 0,2-4 0,-5 1 0,5-7 0,-2-1 0,-5-3 0,-1-9 0,0-4 0,4-12 0,-4 4 0,4-17 0,-10-3 0,-2-16 0,-15-17 0,2-6 0</inkml:trace>
  <inkml:trace contextRef="#ctx0" brushRef="#br0" timeOffset="84">5610 12104 8912,'0'-17'0,"0"0"0,8-1 0,3 1 0,4 0 0,3 0 0,5 5 0,0 1 0,1 7 0,-3-2 0,2 4 0,0 2 0,-5 0 0,-1 0 0,-2 8 0,-3 4 0,-7 3 0,3 2 0,-2 0 0,-1 2 0,-7 2 0,-3 4 0,-7 2 0,-3-6 0,3 4 0,1-6 0,0 2 0,-1 2 0,1-2 0,7-10 0,-4 5 0,8-7 0</inkml:trace>
  <inkml:trace contextRef="#ctx0" brushRef="#br0" timeOffset="85">6195 11966 8912,'-17'-5'0,"0"-1"0,7-7 0,-5 11 0,3-4 0,-3 4 0,-2 2 0,5 2 0,1 4 0,5 3 0,-3 8 0,1 1 0,-3 5 0,5-1 0,2-1 0,2 4 0,2-2 0,0-2 0,8-2 0,1-1 0,8-9 0,-5-1 0,-1-8 0,3-2 0,1-4 0,2-3 0,0-9 0,-1-6 0,-3-5 0,-1-4 0,-1-1 0,-1 0 0,-1-3 0,-3-3 0,-4 2 0,4-8 0,-4 8 0,-2-2 0,0 11 0,0 6 0,-2 4 0,-4 2 0,4 7 0,-6 3 0,8 11 0,0 7 0,0 12 0,2 9 0,4 9 0,4 2 0,1 9 0,0-2 0,3-4 0,1-4 0,2 0 0,6-8 0,0 0 0,8 1 0,-6-18 0,5 0 0,-1-9 0,0-6 0,13-10 0,2-1 0</inkml:trace>
  <inkml:trace contextRef="#ctx0" brushRef="#br0" timeOffset="86">6643 11898 8912,'-18'-8'0,"7"6"0,-1-4 0,1 4 0,-6 2 0,5 2 0,3 4 0,1 6 0,-3-3 0,5 3 0,0 5 0,6 6 0,0-2 0,0-2 0,0-2 0,0-6 0,0 1 0,0 1 0,0-5 0,2 0 0,4-8 0,5-2 0,5-4 0,-5-4 0,0-7 0,-1 0 0,1 0 0,5-2 0,-5-4 0,-3 11 0,5-11 0,-7 12 0,-2-4 0,5 5 0,-7 2 0,14 1 0,-7 13 0,8-1 0,-1 9 0,-5 3 0,4-2 0,-3-3 0,3 1 0,2-7 0,1 5 0,-1-5 0,0 0 0,0-6 0,0 0 0</inkml:trace>
  <inkml:trace contextRef="#ctx0" brushRef="#br0" timeOffset="87">6970 11451 8912,'9'2'0,"-3"3"0,-4-3 0,3 8 0,1-5 0,0 7 0,-6 9 0,0 4 0,0 2 0,0 3 0,0 10 0,0-2 0,0 8 0,0 0 0,8 0 0,3 0 0,4-8 0,3 2 0,-1-5 0,0-7 0,6-5 0,0-11 0,6-5 0,-5-7 0,3-2 0,4-3 0,1-7 0,1-11 0,-5-5 0,5-5 0,-12-1 0,4-1 0,-4 1 0,-6 1 0,0 5 0,-7-3 0,-2 8 0,-4 0 0,-4 6 0,-4 2 0,-5 3 0,1 5 0,-1 7 0,1 7 0,-3 5 0,3 3 0,2 2 0,5 1 0,-5 4 0,2 1 0,1 0 0,6-4 0,5 1 0,6-3 0,3 4 0,4-14 0,4 5 0,6-6 0,3-5 0,-3-1 0,0 0 0,-1-7 0,7-5 0,-7-5 0,1-6 0,-8 4 0,0-4 0,-8 4 0,1-4 0,-8 0 0,-3 2 0,-1 2 0,-2 2 0,-7 2 0,-5 3 0,-3 6 0,5 5 0,-5-7 0,7 8 0,-5 0 0,2 9 0,7 7 0,-4 1 0,8 0 0,0 0 0,0 1 0,0-1 0,0 0 0,0 0 0,8-5 0,3-3 0,4-1 0,3-4 0,-1-10 0,0-4 0,0-7 0,1-2 0,-1-4 0,0-2 0,0-3 0,0-5 0,-1 3 0,-5-9 0,-3-5 0,-8 0 0,0 4 0,-2-2 0,-2 2 0,-2 2 0,-7 4 0,1 5 0,5 4 0,1 8 0,-3 7 0,7 7 0,-4 14 0,4 12 0,2 8 0,8 11 0,-1 7 0,5 9 0,3 1 0,-4-4 0,5 2 0,1 1 0,0-5 0,0 1 0,1-3 0,-9 5 0,1-20 0,-5 4 0,-3-4 0,-2-1 0,-9-1 0</inkml:trace>
  <inkml:trace contextRef="#ctx0" brushRef="#br0" timeOffset="88">6763 11794 8912,'-17'12'0,"0"-2"0,-1-3 0,9 7 0,9-13 0,15 3 0,14-8 0,19-9 0,17-8 0,11-11 0,10-9-149,0 1 1,-40 20-1,0 0 1,-1 0-1,0 0 149,39-18 0,-6 9 0,-9 6 0,-8-3 0,-1-1 0</inkml:trace>
  <inkml:trace contextRef="#ctx0" brushRef="#br0" timeOffset="89">5317 13050 8912,'-11'0'0,"1"-2"0,1-2 0,-1-2 0,7 2 0,-3 10 0,4 6 0,2 5 0,0 6 0,2 3 0,4 11 0,5 3 0,2 4 0,1 7 0,-3 3 0,3-1 0,1-1 0,-6 1 0,-3-13 0,-4-1 0,-2-3 0,-8-9 0,-1-2 0</inkml:trace>
  <inkml:trace contextRef="#ctx0" brushRef="#br0" timeOffset="90">5128 13118 8912,'10'-17'0,"-5"0"0,5-6 0,2 0 0,-3 0 0,3 6 0,1-2 0,2-4 0,10 4 0,-4-6 0,8 8 0,-2 5 0,1 1 0,3 7 0,-6 0 0,-2 8 0,-2 8 0,-6 3 0,-9 10 0,1 1 0,-7 9 0,-2-1 0,-3 1 0,-5 7 0,-7 3 0,-6-1 0,-2 2 0,-2 2 0,6 2 0,-5-6 0,5-4 0,-2-4 0,7-9 0,1-2 0,5-16 0,-7-1 0</inkml:trace>
  <inkml:trace contextRef="#ctx0" brushRef="#br0" timeOffset="91">5662 12998 8912,'-12'2'0,"1"4"0,-1-3 0,-5 9 0,0-8 0,5 11 0,1-3 0,7 3 0,-2 2 0,6 0 0,6 0 0,-2 1 0,7-1 0,1-2 0,5-2 0,-2-1 0,-3 1 0,3-5 0,-5 0 0,7-8 0,0 0 0,0 0 0,0 0 0,-7-8 0,3-4 0,-7-11 0,2 4 0,-4-4 0,1 4 0,1-5 0,-6 4 0,0-2 0,0 2 0,0 3 0,0 0 0,0 0 0,0 0 0,0-1 0,0 9 0,8 1 0,1 8 0,9 0 0,-1 0 0,0 0 0,-7 0 0,5 6 0,-4 0 0,3 7 0,-1-1 0,-1 3 0,-7 2 0,5 0 0,-3 0 0,-3 1 0,-2-1 0,-2 0 0,0 0 0,0 0 0,0-5 0,0-1 0,0-9 0,0-2 0,0-9 0,0-7 0,0-1 0,0-6 0,0-2 0,0-1 0,6 3 0,0-6 0,7 8 0,-1-4 0,3 2 0,2 0 0,0 8 0,8 2 0,4 7 0,3 2 0,3 2 0,-1 2 0,1 0 0,-5 0 0,1 0 0,-1 0 0,-1 6 0,-12 0 0,0 7 0,-5-9 0,-1 7 0,-7-7 0,-4 4 0,-11-8 0,-5 0 0,-1 0 0,-2 0 0,-2 0 0,-2 0 0,0 0 0,6 0 0,0 0 0,0 0 0,-1 6 0,1-1 0,6 3 0,-1-2 0,1 3 0,-1 8 0,1 1 0,7-1 0,-4 0 0,8 0 0,8-2 0,3-3 0,5-6 0,1-4 0,0-2 0,0-2 0,1-4 0,4-4 0,3-7 0,2 0 0,-6 0 0,2 0 0,-4-6 0,-2 2 0,1 5 0,-7-1 0,1 6 0,-7-3 0,7 3 0,-8 3 0,3 8 0,-5 0 0,4 0 0,-2 0 0,7 0 0,-5 0 0,5 0 0,3 0 0,-7 0 0,16-7 0,-3-3 0</inkml:trace>
  <inkml:trace contextRef="#ctx0" brushRef="#br0" timeOffset="92">6608 12757 8912,'-9'8'0,"1"-6"0,6 6 0,-4-8 0,4 7 0,-5 3 0,7 7 0,0 0 0,0 0 0,0 0 0,0 1 0,2 5 0,3 0 0,-3-1 0,6-4 0,0-1 0,-7-6 0,5 1 0,-4-7 0,-2 7 0,8-8 0,-4 1 0,5-10 0,-1-7 0,-2-3 0,-6-2 0,0-6 0,0 0 0,5-8 0,1 3 0,0 1 0,-6 0 0,0 2 0,0 3 0,0 4 0,0 1 0,5 0 0,1 0 0,2 7 0,-2 4 0,-3 5 0,9 1 0,1 0 0,-3 5 0,1 3 0,1 3 0,-3 8 0,7-1 0,-5 5 0,-3-4 0,7-2 0,-13 0 0,13 0 0,-11-7 0,8-4 0,-9-5 0,11-2 0,-7-3 0,3-2 0,0-13 0,1 2 0,4-4 0,-3 4 0,1 5 0,1 1 0,-3-3 0,1 7 0,-1-7 0,0 8 0,1 1 0,5 5 0,0-8 0,1 6 0,-1-4 0,0 5 0,0 1 0,0 0 0,1 0 0,-1-6 0,0 0 0,-6-5 0,-1 3 0,-2-2 0,-3 7 0,-5-5 0,-1 8 0,-5 0 0,2 0 0,-8 0 0,7 2 0,-5 4 0,3 5 0,1-1 0,6 1 0,0 1 0,0 5 0,0 0 0,0 0 0,6-5 0,-1-1 0,9-5 0,-3 5 0,4-5 0,3 5 0,1-7 0,4 2 0,-4-4 0,4-2 0,-4-8 0,-2-3 0,8-12 0,2-4 0</inkml:trace>
  <inkml:trace contextRef="#ctx0" brushRef="#br0" timeOffset="93">7417 12327 8912,'-15'-17'0,"3"0"0,-3 8 0,11-5 0,-7 8 0,7 1 0,-4 7 0,8 3 0,0 5 0,6 9 0,0 4 0,7 4 0,-2 7 0,-1 6 0,1 0 0,3-1 0,1 3 0,2-2 0,1-4 0,-1-5 0,0 1 0,0-11 0,-2 6 0,-3-2 0,3-10 0,-5-7 0,7-8 0,0 0 0,-1-2 0,-3-6 0,-2-7 0,3-6 0,-7-10 0,7 4 0,-7-5 0,3 3 0,-6-1 0,2 7 0,-5 2 0,-1 2 0,0 1 0,0 9 0,0 1 0,6 16 0,0 3 0,-2 5 0,3 1 0,-1 0 0,8-6 0,-3 1 0,2-6 0,-1 5 0,3-7 0,-3 2 0,3-4 0,2-2 0,0 0 0,-1-2 0,-3-4 0,-1-4 0,1 1 0,-5-6 0,7 5 0,-8-7 0,5 0 0,1 5 0,-7 1 0,7-1 0,-11 3 0,14 1 0,-12 14 0,5 1 0,-1 3 0,3 1 0,-5 7 0,7-7 0,-3 1 0,-1 1 0,5 2 0,-8 2 0,-1 1 0,-5-1 0,0 0 0,0 0 0,-7 0 0,-3 1 0</inkml:trace>
  <inkml:trace contextRef="#ctx0" brushRef="#br0" timeOffset="94">7400 12603 8912,'-17'-6'0,"-1"0"0,1 0 0,6 1 0,-1-1 0,8-7 0,1 3 0,14-7 0,10 0 0,19-1 0,4 1 0,10-6 0,3 0 0,6 2 0,6 0 0,4 0 0,1-2 0,1-7 0,-6 3 0</inkml:trace>
  <inkml:trace contextRef="#ctx0" brushRef="#br0" timeOffset="95">8295 12173 8912,'17'-8'0,"-8"6"0,-1-13 0,-8 5 0,-8 1 0,5 1 0,-9 8 0,2 8 0,-1 3 0,-2 5 0,7 1 0,2 0 0,2 2 0,2 2 0,0 2 0,0-2 0,8 4 0,3-2 0,5 7 0,1-5 0,0 6 0,0-3 0,8 1 0,-6 0 0,4-1 0,-4-5 0,-2 4 0,1-2 0,-9-2 0,-1-6 0,-10 0 0,-4 0 0,-5 6 0,-14 2 0,-8 0 0,-5 0 0,-17 13 0,9-15 0,-12 11 0,-3-3 0,0 3 0</inkml:trace>
  <inkml:trace contextRef="#ctx0" brushRef="#br0" timeOffset="96">14111 11313 8912,'2'-29'0,"2"3"0,3 1 0,1 2 0,0 0 0,-2-2 0,1-2 0,-3 6 0,6-2 0,-1 4 0,1 2 0,-6 8 0,3-1 0,-7 4 0,0 6 0,0 0 0,0 10 0,0 13 0,0 7 0,0 9 0,0 6 0,0 5 0,-6 7 0,-1 5 0,-3 3 0,-3 5 0,3 10 0,1 3 0,1 6-221,2-1 1,3-38 0,1 0 220,-4 41 0,0 1 0,6-6 0,0-10-8,0-7 0,0-10 8,0-13 0,2-4 0,2-9 0,3-7 0,3-8 0,-4-9 0,5-9 0,1 0 0,5-2 0,0-3 330,0 3 0,6-14-330,0 5 0,8 1 5,-2-1 1,3-1 0,2-5-6,1 0 0,7 0 0,2 5 0,8 1 0,-1 5 0,1-3 0,-1-1 0,1 2 0,0 1 0,7 1 0,-6 0 0,5 1 0,1-7 0,-2 6 0,-1-1 0,-8 3 0,-2-2 0,-8-7 0,2 9 0,-11-7 0,-6-3 0,-10 5 0,-2-3 0,-7 1 0,2-1 0,-12 1 0,2 5 0,-7-5 0,5-1 0,-5-5 0,5 0 0,-5-2 0,-3-4 0,7-6 0,1-11 0,-2 2 0,1-10 0,-1-6 0,0-7 0,3-6 0,-1-7 0,-2-1 0,-1 3-119,5 1 1,-6 2 118,4 1 0,5-5 0,-5 4 0,4 1 0,0 14 0,-4 4 0,4 16 0,-3 2 0,3 5 0,2 4 0,-2 13 0,-4 5 0,4 3 0,-6 2 237,8 0-237,0 0 0,-7 0 0,3 0 0,-7 0 0,-3 0 0,-9 0 0,-5 0 0,-15 0 0,-8 0 0,-10 0 0,-14 2 0,-5 3 0,-12 5-171,43-2 1,0 1-1,0 0 1,-1-1 170,1 0 0,1 1 0,-2 2 0,2 1 0,-38 11 0,6 0 0,17-6 0,13 1 0,14-1 0,5 0 0,18 0 0,-1-7 0,20-5 0,-2-3 0,7-2 0,-7 0 682,11 0-682,-5 0 0,1 0 0,1 2 0,1 4 0,2-4 0,3 13 0,-1-5 0</inkml:trace>
  <inkml:trace contextRef="#ctx0" brushRef="#br0" timeOffset="97">14851 12585 8912,'-11'-17'0,"1"0"0,0 0 0,3 0 0,-1-1 0,4 1 0,2 0 0,2 0 0,0 0 0,0 7 0,0 6 0,2 16 0,4 13 0,6 11 0,-3 8 0,3 7 0,-7 3 0,7 1 0,-1 3 0,-1-3 0,3 2 0,-7-5 0,2 3 0,-3-9 0,-3-2 0,4 2 0,2-8 0,-3 0 0,-1-7 0,-2-6 0,-2-8 0,0-8 0,0-1 0</inkml:trace>
  <inkml:trace contextRef="#ctx0" brushRef="#br0" timeOffset="98">14696 13015 8912,'-17'-7'0,"7"5"0,3-6 0,7 16 0,0 3 0,4 6 0,5 4 0,8 4 0,3 2 0,4-4 0,-1 5 0,8-1 0,-2 2 0,-3-4 0,3-8 0,-2 4 0,3-2 0,-1-4 0,-8-1 0,6-5 0,-4-3 0,-4-4 0,-2-10 0,-9-1 0</inkml:trace>
  <inkml:trace contextRef="#ctx0" brushRef="#br0" timeOffset="99">15247 12964 8912,'-10'0'0,"-5"7"0,4 5 0,-5 3 0,-1 2 0,0 8 0,0 4 0,-6-1 0,0 5 0,2 3 0,2 0 0,-6 1 0,11-3 0,-1-1 0,5-5 0,-3 5 0,4-14 0,-9 6 0</inkml:trace>
  <inkml:trace contextRef="#ctx0" brushRef="#br0" timeOffset="100">13320 13875 8912,'-8'11'0,"-4"-1"0,-1-1 0,0 1 0,1 5 0,-1 6 0,-1 6 0,1 7 0,3 3 0,3 3 0,1 2 0,6 4 0,0-6 0,8-4 0,5-1 0,6-5 0,4-5 0,-2-8 0,0-11 0,2 0 0,-2-12 0,8-6 0,-8-9 0,4-5 0,-2-5 0,0-5 0,0-10 0,-2 2 0,-2-6 0,-4 4 0,-9 4 0,0 2 0,-12 0 0,-4 0 0,-7 6 0,-8 7 0,-5 4 0,-9 4 0,3 2 0,-4 0 0,9 5 0,4 3 0,3 1 0,1 4 0,5 10 0,9-4 0,1 13 0,10-13 0,4 4 0,-4-4 0,13-2 0,-5 0 0</inkml:trace>
  <inkml:trace contextRef="#ctx0" brushRef="#br0" timeOffset="101">13543 13600 8912,'8'-10'0,"-6"3"0,7 7 0,-3 0 0,-4 7 0,8 10 0,-5 12 0,-1 7 0,8 10 0,-7 0 0,7 15 0,1 4 0,-5-9 0,7 16 0,-3-15 0,3-3 0,4-4 0,4-5 0,-4-6 0,6-7 0,-8-15 0,8 1 0,2-9 0</inkml:trace>
  <inkml:trace contextRef="#ctx0" brushRef="#br0" timeOffset="102">14008 13875 8912,'-8'-15'0,"-3"1"0,-5 5 0,-1 1 0,0 2 0,6 6 0,-1 2 0,-1 4 0,3 11 0,1 12 0,1 5 0,4 6 0,2 4 0,2 2 0,0 0 0,6-8 0,2 2 0,1-3 0,3-11 0,5-3 0,6-6 0,0-5 0,-2-6 0,-2-4 0,-2-10 0,0-9 0,0-12 0,-1-5 0,-3-5 0,-1-1 0,-9-6 0,3 6 0,-4-15 0,4 15 0,0-10 0,-3 6 0,-6-4 0,-5 3 0,0-3 0,1 2 0,-7 4 0,12 15 0,-3 4 0,-5 12 0,8 5 0,-4 12 0,4 5 0,2 14 0,2 10 0,2 8 0,2 7 0,7 2 0,-5-1 0,3 1 0,5-1 0,-5 1 0,3-6 0,1-2 0,2-2 0,-3-2 0,8-4 0,-2 1 0,-3-3 0,0-3 0,8-14 0,2 0 0</inkml:trace>
  <inkml:trace contextRef="#ctx0" brushRef="#br0" timeOffset="103">14696 13926 8912,'-7'-17'0,"-5"0"0,4 0 0,1 11 0,7 10 0,0 11 0,0 16 0,0 1 0,0 6 0,2 10 0,2-4 0,1 0 0,3 6 0,-4-6 0,1 2 0,-1-1 0,0-6 0,2 1 0,-4-4 0,4-2 0,-5-7 0,-8-10 0,-3-9 0</inkml:trace>
  <inkml:trace contextRef="#ctx0" brushRef="#br0" timeOffset="104">14610 14047 8912,'-9'-27'0,"-5"0"0,7 6 0,-3-2 0,6 0 0,-2 6 0,5 0 0,1 8 0,7-7 0,8 14 0,10-3 0,2 3 0,-4 7 0,4 3 0,0 2 0,-1 3 0,-5 2 0,4-3 0,-8-1 0,1 3 0,-1 1 0,-8 2 0,-1 0 0,0 0 0,-6 8 0,3-6 0,-8 6 0,-3 0 0,-6-6 0,5 4 0,-1-4 0,0-2 0,-5 8 0,11-11 0,-6 1 0,1-6 0,5 5 0,-6-5 0</inkml:trace>
  <inkml:trace contextRef="#ctx0" brushRef="#br0" timeOffset="105">15092 13944 8912,'0'-18'0,"0"1"0,0 0 0,-2 2 0,-4 3 0,-3 5 0,-8 9 0,-1 3 0,1 5 0,2 15 0,1 3 0,3 5 0,7 1 0,-5-5 0,5-2 0,-2-3 0,0 7 0,6-12 0,2 4 0,2-4 0,2-2 0,7-7 0,-1-4 0,3-4 0,2-2 0,0-2 0,1-4 0,-1-4 0,-2-7 0,-2-2 0,-1-4 0,-2 2 0,1-8 0,-1 1 0,-5-7 0,-3 1 0,6 0 0,-8-1 0,0 7 0,0 1 0,0 2 0,0 4 0,-2 2 0,-4 2 0,4 7 0,-5 3 0,7 7 0,0 7 0,5 3 0,3 5 0,2-4 0,1 5 0,6-5 0,0 4 0,1 3 0,-1-1 0,0 0 0,0 0 0,1 0 0,-1 1 0,-6-5 0,1 0 0,1 1 0,-5 5 0,-3-8 0,-3-1 0,-2 1 0,0 3 0,0-7 0,0 9 0,-2-14 0,-3 3 0,3-10 0,-8-5 0,6-7 0,-1 0 0,-1-8 0,6 4 0,2-6 0,2 0 0,1 1 0,9 5 0,-3-4 0,5 0 0,1 6 0,0-4 0,2 9 0,4 3 0,-4 7 0,8-3 0,-6 7 0,2 0 0,0 1 0,-6 5 0,0-4 0,-1 6 0,-5-1 0,12 3 0,-4 7 0</inkml:trace>
  <inkml:trace contextRef="#ctx0" brushRef="#br0" timeOffset="106">15729 13806 8912,'-12'-6'0,"1"1"0,-3 1 0,7-6 0,-9 8 0,5-3 0,-4 3 0,3 4 0,3 3 0,1 7 0,-5 3 0,9 4 0,-6 4 0,3 4 0,3 0 0,-4 3 0,2-7 0,3-2 0,1-2 0,2-2 0,0 1 0,2-9 0,3-3 0,5-4 0,7-2 0,6-8 0,2-3 0,0-5 0,1-1 0,1 0 0,-6 0 0,10 0 0,-8-1 0,-2 1 0,-2 0 0,-2 8 0,0 3 0,1-2 0,-1 2 0,-6 1 0,1 5 0,-1 0 0,6-8 0,1-2 0</inkml:trace>
  <inkml:trace contextRef="#ctx0" brushRef="#br0" timeOffset="107">16021 13755 8912,'-17'0'0,"8"0"0,-7 0 0,14 0 0,-5 7 0,7 5 0,0 5 0,0 4 0,2 2 0,3-2 0,-3 6 0,6-8 0,-8 4 0,2-4 0,2-2 0,1 0 0,1 0 0,-6 0 0,0-7 0,0-10 0,0-11 0,0-5 0,0-9 0,2 1 0,2-7 0,2 2 0,-1 8 0,-5-9 0,0 7 0,0 2 0,6 2 0,0 2 0,-1 1 0,3 5 0,-6 3 0,13 8 0,-5 0 0,7 0 0,-5 8 0,-1 3 0,2 5 0,3 1 0,-5 0 0,-1 0 0,-3 0 0,-1 0 0,-4 1 0,4-1 0,-4 0 0,7-7 0,-3-5 0,-4-3 0,6-2 0,-1-7 0,-5-3 0,6-7 0,-1 0 0,-5-1 0,6 3 0,-2 2 0,-1 1 0,1 9 0,2-11 0,3 8 0,-3 1 0,7 5 0,-3 0 0,-3 0 0,3 0 0,-1 0 0,6 2 0,3 1 0,3 3 0,-4 0 0,4-6 0,-4 0 0,6 0 0,-6 0 0,2-2 0,-8-4 0,2 4 0,-11-13 0,8 4 0,-8-5 0,1-1 0,-3 0 0,-9 7 0,3-3 0,-8 7 0,1 1 0,-1 5 0,1 1 0,-3 5 0,7 4 0,-1 7 0,2 0 0,1 0 0,-1 1 0,6 4 0,0 1 0,0 0 0,0-6 0,6 1 0,1-1 0,3 0 0,1-7 0,7 3 0,-1-7 0,0-1 0,2-5 0,2-1 0,2-5 0,8-11 0,-5-10 0</inkml:trace>
  <inkml:trace contextRef="#ctx0" brushRef="#br0" timeOffset="108">16658 13342 8912,'-10'8'0,"1"-5"0,5 9 0,-2 1 0,1 10 0,5-2 0,0 8 0,0 1 0,0 3 0,7 1 0,5 1 0,3-1 0,2 0 0,6-5 0,0-2 0,-2-2 0,-2-2 0,-2-6 0,1 0 0,-1-8 0,-6-1 0,1-8 0,-1-8 0,1 5 0,-3-11 0,-1-5 0,-2 2 0,-1-8 0,1 8 0,2 0 0,-2 0 0,-5 7 0,7-5 0,-8 13 0,0-4 0,0 12 0,0 3 0,0 3 0,0-1 0,6-5 0,2 4 0,1-1 0,4-1 0,3-1 0,1-1 0,0-6 0,0 0 0,1 0 0,-1 0 0,0 0 0,0 0 0,0 0 0,1 0 0,-1 0 0,0 0 0,0 0 0,0 6 0,1 0 0,-7 5 0,1-5 0,-7 7 0,7-1 0,-8 3 0,3 2 0,-7 0 0,-2 0 0,-3 1 0,-7-3 0,-3-2 0,-2-1 0,-8-8 0,-10 11 0,-9-6 0</inkml:trace>
  <inkml:trace contextRef="#ctx0" brushRef="#br0" timeOffset="109">16486 13651 8912,'17'0'0,"0"0"0,1 0 0,-1 0 0,8-2 0,3-3 0,12-7 0,6-11 0,12-3 0,5-9 0,-4 1 0,0-1 0</inkml:trace>
  <inkml:trace contextRef="#ctx0" brushRef="#br0" timeOffset="110">16916 11141 8912,'0'10'0,"0"-3"0,0-7 0,0 0 0,0-7 0,0 3 0,0-8 0,0 9 0,0-7 0,0 4 0,0 4 0,0-5 0,0 7 0,0 0 0,0 7 0,0-3 0,0 8 0,0-1 0,0 6 0,0 1 0,0-1 0,0 2 0,0 2 0,0 2 0,0 0 0,-2-4 0,-2 2 0,-1 2 0,-1 5 0,6-5 0,0 2 0,0-2 0,-2-2 0,-4 8 0,4-8 0,-3 2 0,3-2 0,2 2 0,0-4 0,-6 6 0,0-8 0,1 6 0,5 0 0,0 0 0,0-6 0,0 0 0,0 0 0,0 0 0,0 0 0,0 6 0,0 2 0,0 2 0,0-6 0,0 2 0,0 2 0,0-2 0,0 5 0,0-3 0,0 0 0,0 0 0,0-2 0,0-6 0,0 8 0,0-6 0,0 4 0,0-4 0,0 0 0,0 2 0,0 2 0,0-2 0,0-2 0,0-2 0,0 0 0,0-5 0,0-1 0,0 3 0,0-7 0,1 7 0,5-8 0,-4-1 0,6-5 0,-8 0 0,0 8 0,0-6 0,7 13 0,-5-13 0,6 13 0,0-13 0,-7 6 0,7-8 0,0 0 0,1 0 0,9 0 0,-1 0 0,0 0 0,0 0 0,0 0 0,1 0 0,-1 0 0,6 0 0,0 0 0,2 0 0,-3 0 0,3-2 0,4-4 0,4 4 0,-5-3 0,5 3 0,1 2 0,1 0 0,-1-6 0,0 0 0,1 0 0,-1 6 0,-1 0 0,-3-1 0,-1-5 0,0 4 0,5-4 0,-7 4 0,-4 2 0,2 0 0,-2 0 0,5 6 0,-5 0 0,-2-2 0,4 3 0,-2-1 0,8 0 0,-3-6 0,-1 0 0,2 0 0,1 0 0,3 0 0,1 0 0,-1 0 0,-4 0 0,3 0 0,-3 0 0,-3 0 0,3 0 0,0 0 0,-2 0 0,-3 0 0,-1 0 0,0 0 0,6 2 0,-6 3 0,0-3 0,-6 4 0,0-4 0,8-2 0,0 0 0,6 0 0,-3 0 0,-7 0 0,12-2 0,-4-4 0,3 4 0,2-3 0,-5 1 0,0-2 0,-6 4 0,5-4 0,-5 4 0,6 2 0,-8-5 0,2-1 0,-4 2 0,4 2 0,0 2 0,0 0 0,-6 0 0,0 0 0,1 0 0,1-5 0,2-1 0,2 2 0,0-6 0,-6 9 0,0-5 0,0 2 0,1-2 0,-1 4 0,-6-7 0,1 3 0,-9 4 0,13-6 0,-14 8 0,7-5 0,-3-1 0,-4 0 0,11 4 0,-5-1 0,1-3 0,-5-8 0,10 11 0,-9-9 0,3 8 0,-2-1 0,-4-5 0,7 2 0,-3-3 0,-4-4 0,6 3 0,-1-3 0,-5-4 0,4-4 0,2 0 0,-3-11 0,7 3 0,-7-9 0,3-4 0,-2-2 0,-4-11 0,4-6 0,-3 2 0,3-2 0,-4 5 0,4-3 0,-4 2 0,-2-2 0,0 9 0,-6-1 0,0 13 0,-5-6 0,5 6 0,-2 0 0,3 5 0,1 8 0,-8 4 0,7-1 0,-7 1 0,8 0 0,-3 6 0,-1-1 0,0 7 0,-3-1 0,-3 1 0,9-6 0,-9 7 0,10-3 0,-7 7 0,5 0 0,-3 5 0,1-5 0,2 4 0,-1-6 0,3 8 0,-8 0 0,1 0 0,-6 0 0,-2 0 0,-4 0 0,4 0 0,-4 0 0,-4 0 0,0 0 0,-2 0 0,1 0 0,-1 0 0,-5 0 0,-1 0 0,-1 6 0,-2 0 0,-3-2 0,-4-3 0,4-1 0,-6 8 0,8-6 0,-7 4 0,-1-4 0,5 5 0,-6-3 0,8 6 0,1-3 0,3 5 0,2-7 0,5 7 0,0-6 0,8-1 0,-6-3 0,6 2 0,-1 2 0,-3 0 0,2-6 0,2 0 0,-10 0 0,-3 0 0,-5 0 0,-8 7 0,8-5 0,-7 4 0,-1-2 0,-9 0 0,-1 1 0,0 9 0,5-11 0,0 9 0,4-8 0,1 3 0,-1 1 0,2-6 0,12 6 0,-1-8 0,1 5 0,-1 1 0,1-2 0,7 5 0,-3-5 0,5 6 0,0-1 0,0 1 0,2-6 0,6 1 0,7-3 0,3 6 0,7-6 0,0 6 0,0-8 0,0 0 0,7 0 0,-5 0 0,6 0 0,-8 0 0,0 0 0,0 7 0,2-3 0,3 7 0,-3 3 0,4 9 0,-4-2 0,-2 7 0,0 3 0,0-4 0,0 1 0,0 3 0,0 1 0,0 3 0,0-1 0,0-7 0,-8-2 0,-1-8 0</inkml:trace>
  <inkml:trace contextRef="#ctx0" brushRef="#br0" timeOffset="111">17536 10350 8912,'-12'0'0,"1"0"0,-3 0 0,1-2 0,0-3 0,1-7 0,8-3 0,-1-2 0,3 7 0,2 4 0,0 12 0,7 4 0,5 9 0,3 6 0,2 7 0,0 6 0,1 10 0,-1-4 0,0 8 0,-2-1 0,-1 1 0,-5-1 0,1-1 0,-1-4 0,-5-4 0,2-8 0,-4 1 0,0-9 0,4-3 0,-5-4 0,7-1 0,-8-9 0,-8-9 0,-1-17 0,-8-10 0</inkml:trace>
  <inkml:trace contextRef="#ctx0" brushRef="#br0" timeOffset="112">17501 10367 8912,'-17'0'0,"0"0"0,0 0 0,-1 0 0,9 0 0,-6 0 0,3 0 0,2 2 0,-1 4 0,5-2 0,-5 7 0,5 1 0,-5 5 0,-3 0 0,-1 0 0,5 1 0,-3-1 0,7 0 0,2 0 0,3 0 0,-7 1 0,-2-9 0,-7-1 0</inkml:trace>
  <inkml:trace contextRef="#ctx0" brushRef="#br0" timeOffset="113">17381 10333 8912,'5'-17'0,"1"0"0,8 7 0,-5-3 0,8 7 0,1 0 0,1 6 0,4 0 0,2 8 0,3 3 0,5-1 0,-5 1 0,5 3 0,1 1 0,1 2 0,-1 0 0,-7-7 0,-2-2 0</inkml:trace>
  <inkml:trace contextRef="#ctx0" brushRef="#br0" timeOffset="114">15471 9112 8912,'-10'2'0,"2"2"0,1 2 0,-3 0 0,1 1 0,1 5 0,0 3 0,4 2 0,-7 0 0,7 1 0,-2-1 0,5 0 0,1-8 0,0-1 0,0-8 0,0-8 0,0-3 0,0-4 0,0-2 0,0-1 0,-2 1 0,-4 0 0,2 0 0,-7 0 0,-3-1 0,5 1 0,-3 0 0,1 7 0,-1 3 0,1 7 0,-1 9 0,-5 9 0,0 12 0,0 10 0,-1 14 0,3-3 0,4 5 0,5 3 0,4 4 0,2 4 0,0-12 0,2-5 0,4-6 0,3-4 0,8-15 0,1-8 0,-1-7 0,0-10 0,6-4 0,2-8 0,2-11 0,-6-7 0,4-7 0,-8-3 0,0-6 0,-2 3 0,-1-1 0,-5 3 0,-1 9 0,-2 5 0,-6 10 0,0 0 0,0 0 0,0 7 0,0 4 0,0 14 0,0 9 0,0 0 0,0 8 0,0 0 0,5 0 0,3 4 0,2-6 0,-1 1 0,3-1 0,3-2 0,-6-7 0,1-3 0,5-7 0,-5 9 0,7-7 0,-7-8 0,-3-15 0,-7-10 0</inkml:trace>
  <inkml:trace contextRef="#ctx0" brushRef="#br0" timeOffset="115">15557 9319 8912,'9'0'0,"6"2"0,-3 3 0,3-3 0,4 12 0,2-7 0,4 3 0,2 3 0,-4 2 0,6 3 0,-6-1 0,5 0 0,-9 0 0,-1 0 0,-1 1 0,-6-1 0,-3 0 0,-2 0 0,-4-7 0,-10-18 0,6-5 0,-4-16 0,-1 6 0,1-6 0,0 1 0,6-5 0,0 5 0,0-5 0,2 12 0,2-6 0,2 3 0,7 3 0,-1 7 0,3 5 0,2 1 0,0 2 0,6 6 0,0 0 0,0 0 0,-4 2 0,4 4 0,-4 4 0,6 7 0</inkml:trace>
  <inkml:trace contextRef="#ctx0" brushRef="#br0" timeOffset="116">16176 9267 8912,'-9'0'0,"-7"0"0,14 0 0,-13 0 0,7 8 0,-3 3 0,3-3 0,6 9 0,-3 0 0,3 0 0,-4 6 0,4-4 0,2-1 0,0-1 0,0 0 0,8-7 0,-4-5 0,7-10 0,2-7 0,-3-3 0,1-2 0,1-1 0,-2 1 0,5-8 0,-6 6 0,9-4 0,-9 4 0,6 10 0,-3 3 0,-3 4 0,3 2 0,-1 2 0,-1 4 0,5 3 0,-11 7 0,8-3 0,1-2 0,2 1 0,2-3 0,1-3 0,-1-4 0,8-2 0,1 0 0</inkml:trace>
  <inkml:trace contextRef="#ctx0" brushRef="#br0" timeOffset="117">16538 9233 8912,'-12'0'0,"1"0"0,-1 0 0,-5 0 0,0 0 0,-1 0 0,1 7 0,0 5 0,2 3 0,3 2 0,3 0 0,5 3 0,-2 3 0,0-4 0,6 5 0,0-6 0,0-1 0,8-6 0,4 1 0,1-10 0,0 0 0,-1-8 0,1-4 0,2-9 0,3-2 0,-3-6 0,-4 3 0,5-7 0,-5 2 0,-3 5 0,1-9 0,-3 4 0,-4-1 0,4 1 0,-4-1 0,-2 7 0,0 0 0,0 6 0,0-1 0,0 9 0,0 1 0,0 22 0,0 3 0,2 10 0,3-5 0,-1 9 0,6-4 0,-3-1 0,5 5 0,-4-6 0,1 2 0,-3-6 0,5 2 0,-7-10 0,4-2 0,-1 3 0,-5-7 0,6 1 0,0-8 0,1-2 0,8-4 0,-5-1 0,-3-7 0,-1 3 0,5 7 0,-9-4 0,8 8 0,-8 0 0,11 8 0,-11 2 0,7 7 0,-7-6 0,2 1 0,-4 1 0,5 2 0,-5-5 0,6-2 0,-8-8 0</inkml:trace>
  <inkml:trace contextRef="#ctx0" brushRef="#br0" timeOffset="118">16692 9130 8912,'-11'-12'0,"-1"1"0,7 1 0,-7-1 0,8 3 0,-3 6 0,7-4 0,0 4 0,2-5 0,3 7 0,7 0 0,11 0 0,-4 0 0,6 0 0,0 0 0,1 0 0,9 0 0</inkml:trace>
  <inkml:trace contextRef="#ctx0" brushRef="#br0" timeOffset="119">16951 9216 8912,'0'11'0,"0"0"0,0-7 0,0 4 0,1-8 0,5 0 0,-2-2 0,7-4 0,-7 4 0,12-13 0,-7 4 0,1-5 0,5-1 0,-13 0 0,6 5 0,-10 3 0,-4 1 0,4 3 0,-11 6 0,7 5 0,-6-2 0,5 7 0,-3 3 0,6-5 0,-1 3 0,-3-1 0,2 7 0,2-1 0,3 0 0,1-8 0,0 7 0,0-5 0,1-3 0,5-2 0,4-5 0,1-1 0,1 0 0,1-1 0,2-5 0,3-6 0,-1-3 0,0-2 0,0 0 0,0 1 0,1 5 0,-7-4 0,1 3 0,-1-1 0,4-1 0,-3 3 0,-5 7 0,1-3 0,-6 14 0,4 5 0,-4 3 0,-2 2 0,0 0 0,0 1 0,0-1 0,0 0 0,0 0 0,0 0 0,-6-5 0,0-1 0,0-5 0,6 5 0,0-7 0,0 2 0,0-12 0,0-3 0,0-9 0,2 1 0,4 0 0,-4 0 0,11 0 0,-5 1 0,2 5 0,1-4 0,6 13 0,1-4 0,-1 4 0,0 2 0,0 0 0,0 2 0,1 4 0,-1 3 0,0 9 0,0-3 0,0-4 0,1 5 0,-1-7 0,0 6 0,0-3 0,-5-5 0,-1-7 0,-5-1 0,3-5 0,-1-6 0,-4-3 0,5-10 0,-7-1 0,4-9 0,2 1 0,-2-1 0,-1-7 0,-5-2 0,0 0 0,0-3 0,0 7 0,0 3 0,0 7 0,0 5 0,0 8 0,0 15 0,0 8 0,0 15 0,0 9 0,0 8 0,0-1 0,2 12 0,2-5 0,2 0 0,5 4 0,-5-8 0,0-2 0,1-1 0,-5-11 0,12 5 0,-7-8 0,3-2 0,-6-2 0,3-10 0,1-1 0,-6-8 0,13-8 0,-5-1 0</inkml:trace>
  <inkml:trace contextRef="#ctx0" brushRef="#br0" timeOffset="120">17587 9112 8912,'-32'6'0,"3"0"0,4 7 0,8-11 0,7 6 0,3-8 0,9 0 0,3 0 0,7 0 0,13-2 0,9-6 0,10-9 0,6-8 0,2-9 0,-1-1 0,1 1 0,-1 0 0,1-1 0,0 1 0</inkml:trace>
  <inkml:trace contextRef="#ctx0" brushRef="#br0" timeOffset="121">18276 9009 8912,'-23'15'0,"0"-1"0,2-5 0,2 1 0,1 0 0,1 3 0,2 4 0,3 4 0,7 4 0,3 2 0,2 1 0,2 7 0,3-1 0,7 0 0,5-7 0,4-4 0,4-6 0,2-5 0,-1 1 0,5-7 0,-2-2 0,-8-10 0,2-5 0,-4-5 0,-2-1 0,0-8 0,-5 4 0,-1-7 0,-7 5 0,2-6 0,-4 0 0,-4 1 0,-4-1 0,-11 8 0,-2-4 0,-6 8 0,0 0 0,-2 0 0,0 7 0,5 4 0,-3-1 0,2 1 0,2 4 0,2 6 0,9 5 0,2 9 0,8-1 0,8-2 0,3-3 0,12 3 0,4-6 0</inkml:trace>
  <inkml:trace contextRef="#ctx0" brushRef="#br0" timeOffset="122">18775 8889 8912,'0'-17'0,"0"5"0,0 1 0,-8 7 0,4-9 0,-7 7 0,-3 2 0,-3 2 0,-6 2 0,12 0 0,-12 6 0,11 0 0,-1 13 0,1-2 0,-1 11 0,7 1 0,1 4 0,5 3 0,0 4 0,0 6 0,0 4 0,0 1 0,0 1 0,0-3 0,0-3 0,0 4 0,1-14 0,5 4 0,-2-9 0,8-2 0,-7-14 0,7 2 0,-1-4 0,-1-5 0,-5-8 0,-3-8 0,-2-16 0,0-3 0</inkml:trace>
  <inkml:trace contextRef="#ctx0" brushRef="#br0" timeOffset="123">18534 9267 8912,'0'10'0,"0"-3"0,0-7 0,7 0 0,5 0 0,5 0 0,6 0 0,4-2 0,7-3 0,6 1 0,2-8 0,0 1-848,1 1 0,-3-13 0,-6 4 0</inkml:trace>
  <inkml:trace contextRef="#ctx0" brushRef="#br0" timeOffset="124">19274 8769 8912,'11'9'0,"1"-3"0,-9-4 0,5 5 0,-10 5 0,-4 3 0,5 10 0,-7 4 0,0 3 0,4 4 0,-5 3 0,1 3 0,3 2 0,-3 3 0,6 3 0,-11-4 0,7-2 0,2-2 0,2-4 0,2-9 0,0-6 0,2-4 0,4-2 0,3-8 0,9-3 0,6-4 0,5-4 0,5-2 0,5-3 0,1-3 0,0-1 0,-6-7 0,1 1 0,-1 0 0,1 0 0,-9 5 0,-3 1 0,-3 7 0,-11-5 0,-3 3 0,-4 4 0,-2-6 0,-2 8 0,-2 2 0,-2 4 0,1-4 0,3 7 0,-4-3 0,4-4 0,-6 6 0,8-1 0,-7-5 0,5 14 0,-6-15 0,8 7 0,0-8 0</inkml:trace>
  <inkml:trace contextRef="#ctx0" brushRef="#br0" timeOffset="125">17312 12156 8912,'11'0'0,"1"0"0,-1 0 0,-1 0 0,-2 0 0,-8 0 0,0 0 0,-8 0 0,4 0 0,-7 0 0,7 0 0,-10 7 0,7 5 0,-1 3 0,0 2 0,5 0 0,-7 1 0,8 4 0,-4 1 0,5 8 0,1-2 0,0-3 0,1 1 0,5-2 0,4-2 0,7-14 0,0-3 0,0-4 0,1-2 0,4-15 0,1-8 0,0-8 0,-5-3 0,-3-1 0,-2 1 0,-1 0 0,-8-8 0,3 11 0,-9-1 0,-3 5 0,-5-4 0,-13 14 0,0 0 0,-6 2 0,6 9 0,-5 0 0,5 6 0,-2 6 0,2 0 0,10 9 0,-5 2 0,7 0 0,0 6 0,3-4 0,8-1 0,0-1 0,8-8 0,1-1 0</inkml:trace>
  <inkml:trace contextRef="#ctx0" brushRef="#br0" timeOffset="126">17329 12276 8912,'0'17'0,"0"0"0,0-7 0,0-1 0,0-3 0,2-4 0,4 4 0,5-4 0,5-2 0,8-8 0,3 4 0,8-5 0,-1 1 0,-7-5 0,13-5 0,-4-8 0</inkml:trace>
  <inkml:trace contextRef="#ctx0" brushRef="#br0" timeOffset="127">19824 8975 8912,'0'-17'0,"0"-1"0,-2 3 0,-1 2 0,-3 1 0,-2 7 0,3-7 0,3 10 0,-4 2 0,4 2 0,2 10 0,0 3 0,0 6 0,0 0 0,0 8 0,0-7 0,0 7 0,2-8 0,2 4 0,3-2 0,3 0 0,-6 0 0,5-8 0,-3-4 0,-2 3 0,7-8 0,-5 5 0,6-5 0,-1 0 0,4-14 0,-1-4 0,-3-3 0,-7-2 0,9 0 0,-7 0 0,-2-1 0,4 1 0,-3 0 0,-1 0 0,-2 7 0,-2 3 0,8 22 0,-6-4 0,3 14 0,-3 0 0,6-6 0,0 6 0,5-8 0,-2 0 0,1-7 0,5 3 0,0-7 0,-5-2 0,-3-10 0,-1-5 0,-4-5 0,5-1 0,-7-6 0,4 0 0,-4-5 0,-2 5 0,-6-2 0,-1 6 0,-3 2 0,6-4 0,-11 11 0,7-1 0,-3-1 0,1 8 0,4-1 0,5 3 0,-15 2 0,7 0 0</inkml:trace>
  <inkml:trace contextRef="#ctx0" brushRef="#br0" timeOffset="128">20203 8940 8912,'10'-7'0,"-3"5"0,-5-6 0,4 8 0,3 0 0,9 2 0,-1 4 0,0 3 0,0 9 0,0-1 0,1 0 0,-1 0 0,-6 0 0,1 1 0,-6-1 0,3 0 0,-1 0 0,-4 0 0,5-7 0,-7 5 0,6-5 0,-16-1 0,0-3 0,-5-12 0,2-5 0,7-4 0,-4-3 0,8-1 0,0-2 0,0-2 0,0 2 0,2 0 0,4-2 0,3 4 0,8-4 0,-7 4 0,5 2 0,-3 0 0,3 0 0,2-1 0,1-6 0,-1-3 0</inkml:trace>
  <inkml:trace contextRef="#ctx0" brushRef="#br0" timeOffset="129">20582 8751 8912,'0'10'0,"0"5"0,0-5 0,0 7 0,0 0 0,0 0 0,0 0 0,0 1 0,5 5 0,1 0 0,2 5 0,-3-5 0,-3 6 0,6-4 0,0 1 0,-6-5 0,5 6 0,-7-4 0,0-12 0,0 20 0,0-12 0</inkml:trace>
  <inkml:trace contextRef="#ctx0" brushRef="#br0" timeOffset="130">20530 8975 8912,'-10'-17'0,"3"-1"0,7 1 0,0 0 0,0 6 0,0-1 0,7 3 0,5-3 0,11-3 0,-4 11 0,6-6 0,0 3 0,-1-1 0,7 4 0,-2-1 0,-8-9 0,4 5 0</inkml:trace>
  <inkml:trace contextRef="#ctx0" brushRef="#br0" timeOffset="131">21356 8769 8912,'-12'9'0,"1"-3"0,-2-4 0,3-2 0,-1 0 0,5 2 0,-6 3 0,1 5 0,1 7 0,5 0 0,3 0 0,0 3 0,-2 2 0,-2 7 0,2 4 0,3-1 0,1-1 0,0-3 0,0 3 0,0 1 0,5 1 0,1-5 0,7-8 0,-1-11 0,3-1 0,2-4 0,8-2 0,-6-4 0,4-6 0,-4-9 0,-1-2 0,-1-8 0,0 0 0,0 0 0,0-1 0,-5-7 0,-3 1 0,-1 0 0,-2-1 0,-6 1 0,0 5 0,-2 1 0,-2-1 0,-2 2 0,-7 2 0,-4 8 0,-4 2 0,-8 3 0,14 5 0,-2 7 0,1 0 0,9 0 0,-9 7 0,7 5 0,-1 3 0,-5 2 0,11-5 0,-5-1 0,1 3 0,-6 1 0,5 2 0</inkml:trace>
  <inkml:trace contextRef="#ctx0" brushRef="#br0" timeOffset="132">21167 8975 8912,'-10'7'0,"-5"-5"0,5 6 0,1-8 0,1 8 0,10-6 0,4 3 0,9-3 0,10-2 0,2 0 0,7-2 0,6-3 0,0-5 0,-5-7 0,-1 0 0,-5 1 0,0 5 0,-8-4 0,2 5 0,-4 0 0,-8 1 0,1 3 0,-11 4 0,-1-3 0,-1 10 0,-11 7 0,1 3 0,-7-5 0,1 5 0,0-6 0</inkml:trace>
  <inkml:trace contextRef="#ctx0" brushRef="#br0" timeOffset="133">14937 10264 8912,'17'0'0,"1"-7"0,-1-3 0,0-1 0,0-1 0,0-1 0,1-2 0,-1-1 0,0 3 0,-2 1 0,-3-1 0,-5-2 0,-7-2 0,0-1 0,-7 3 0,-5 4 0,-3 5 0,-2 4 0,-2 2 0,-4 0 0,6 2 0,-1 4 0,1 3 0,8 10 0,-3 4 0,1 6 0,7-2 0,-2 1 0,4 3 0,10 1 0,-2 3 0,9-3 0,4-3 0,2-4 0,4-8 0,4 0 0,-3-7 0,3-5 0,0-3 0,5-2 0,-5-7 0,-1-5 0,-7-11 0,4-11 0,-7-10 0</inkml:trace>
  <inkml:trace contextRef="#ctx0" brushRef="#br0" timeOffset="134">15316 10127 8912,'0'11'0,"0"1"0,5-7 0,1 7 0,2-6 0,-2 5 0,-5-7 0,15 11 0,-5-3 0,-1-3 0,1 3 0,1-3 0,5 3 0,0 3 0,0-4 0,-5-3 0,-1-2 0,3-4 0,-5-2 0,3 0 0,1 0 0,-5-8 0,-1-2 0,-5-9 0,4-4 0,-4 4 0,4-4 0,-4-1 0,-2 1 0,0 0 0,0 6 0,0-1 0,0 1 0,2 2 0,1 2 0,3 1 0,0 8 0,1-11 0,3 5 0</inkml:trace>
  <inkml:trace contextRef="#ctx0" brushRef="#br0" timeOffset="135">15798 10041 8912,'-2'11'0,"-4"1"0,2-8 0,-7 3 0,-3 1 0,5-4 0,-3 7 0,1 1 0,-5 5 0,5 0 0,-2 2 0,5 2 0,-2 2 0,7 0 0,-3-6 0,4 0 0,2-7 0,8 3 0,3-7 0,4-2 0,1-4 0,-5-6 0,4-4 0,-5-7 0,7 0 0,-2-2 0,-3-4 0,1 4 0,-7-4 0,6 4 0,-5 2 0,3 0 0,-5-1 0,7 1 0,-8 8 0,11 1 0,-5 10 0,7 4 0,0 3 0,-6 6 0,1-3 0,-1 3 0,5-3 0,-5 3 0,3-4 0,-7-1 0,1 0 0,0-1 0,5-5 0,-11 4 0,13-16 0,-5-2 0</inkml:trace>
  <inkml:trace contextRef="#ctx0" brushRef="#br0" timeOffset="136">16056 9852 8912,'-12'-10'0,"1"4"0,5 4 0,-5 2 0,7 0 0,-4 2 0,8 6 0,0 9 0,2 2 0,2 8 0,2-2 0,7 5 0,-4-3 0,9 8 0,-1-3 0,0-3 0,0-3 0,1-3 0,-7-9 0,0 3 0,1-6 0,5 1 0,-5-4 0,-3-10 0,-1-4 0,3-4 0,-5-7 0,2-6 0,-4 0 0,1 2 0,1-5 0,-6 6 0,0-2 0,0 2 0,0 3 0,0 6 0,0-1 0,0 8 0,0-11 0,0 15 0,2 0 0,4 10 0,-4 5 0,7-4 0,-5 1 0,2 1 0,-1-5 0,3 7 0,2-13 0,1 6 0,1-8 0,-1 0 0,6 0 0,0-8 0,-7 4 0,-2-7 0,-1-3 0,-5 7 0,6-8 0,-8 3 0,2 4 0,4 3 0,-5-5 0,7 8 0,-8-5 0,8 7 0,-6 0 0,13 0 0,-13 7 0,7-5 0,-3 4 0,4 3 0,1-7 0,1 4 0,-1 4 0,6-1 0</inkml:trace>
  <inkml:trace contextRef="#ctx0" brushRef="#br0" timeOffset="137">16675 9852 8912,'-11'0'0,"-1"0"0,1 0 0,-6-6 0,-1 0 0,1 0 0,0 6 0,0 0 0,0 6 0,-1 0 0,3 7 0,4-1 0,1-3 0,6 3 0,-2 1 0,1 2 0,5 3 0,0-9 0,0 6 0,7-13 0,3 6 0,7-10 0,0-4 0,1 3 0,-1-9 0,0 1 0,0 1 0,-7-5 0,5 13 0,-4-4 0,5 4 0,1-5 0,0 5 0,0-4 0,1 4 0,-1 10 0,0 3 0,0-3 0,-5 5 0,-3-5 0,1-1 0,-1 1 0,-5 5 0,12-11 0,-15 14 0,7-7 0</inkml:trace>
  <inkml:trace contextRef="#ctx0" brushRef="#br0" timeOffset="138">16813 9611 8912,'-12'11'0,"1"1"0,7-8 0,-5 3 0,3-7 0,4 8 0,-6 2 0,8 7 0,0 2 0,2 2 0,4 2 0,-2 2 0,7-2 0,1-4 0,5 4 0,-6 1 0,1-1 0,-1 0 0,7-6 0,-3-5 0,-2-3 0,-1-1 0,-1 4 0,6-7 0,1-1 0,-9-10 0,6-3 0,-3-8 0,3-1 0,2-6 0,1 3 0,-1-6 0,0 2 0,-6-4 0,-1 6 0,0 4 0,-1 6 0,-5-2 0,4 5 0,-10 1 0,-4 3 0,4 12 0,-7 3 0,5 8 0,-2 1 0,-7-9 0,11 6 0,-4-3 0,4 3 0,2 2 0,2-1 0,4-3 0,5-2 0,4-7 0,5 4 0,1-2 0,2-1 0,7 1 0,-3-12 0,7-1 0,1-3 0,-9-1 0,5-7 0,-8 1 0,-2 0 0,2 0 0,-4 0 0,-5 0 0,-5-1 0,-3 1 0,-6 6 0,-2 1 0,-4 2 0,-3 3 0,-9 5 0,1 0 0,2 2 0,3 3 0,-3-1 0,4 8 0,-5-1 0,7 1 0,3-1 0,4 1 0,2 5 0,0-8 0,0 1 0,0-4 0,0-5 0,2 7 0,4-8 0,3 0 0,9 0 0,-1-2 0,0-4 0,-6 3 0,1-9 0,1-1 0,3-2 0,-7-3 0,5-1 0,-7-2 0,3-2 0,-6-2 0,1 3 0,-3 1 0,-2-8 0,0 0 0,0 2 0,0 5 0,0 2 0,0 3 0,-2 2 0,-3 3 0,3 7 0,-4 10 0,4 7 0,2 11 0,0 4 0,0 7 0,0 0 0,2 3 0,2 1 0,3 2 0,3-2 0,-6-1 0,3-9 0,-5 1 0,4 1 0,-4 3 0,6-6 0,-8-4 0,-8 3 0,-2 1 0</inkml:trace>
  <inkml:trace contextRef="#ctx0" brushRef="#br0" timeOffset="139">16813 9886 8912,'-27'0'0,"2"0"0,0 0 0,12 0 0,-4 0 0,11 0 0,6-8 0,12-3 0,10-4 0,7-3 0,4 1 0,1 0 0,6 6 0,2-1 0,2-1 0,2 5 0,-2-7 0,6 5 0,-6-7 0</inkml:trace>
  <inkml:trace contextRef="#ctx0" brushRef="#br0" timeOffset="140">17863 9869 8912,'0'-10'0,"-2"3"0,-4 7 0,-4 0 0,-13 0 0,-1 0 0,-1 2 0,0 3 0,2 5 0,6 7 0,-2-2 0,-4-3 0,9 3 0,-3-3 0,4 3 0,3 2 0,2 0 0,10-7 0,4-5 0,6-3 0,3-9 0,2-5 0,0 3 0,1-3 0,-3 1 0,-2-4 0,-1 3 0,-1-3 0,1 11 0,-1-7 0,-7 7 0,11-4 0,-3 8 0,-5 2 0,1 4 0,-2 5 0,-1 4 0,9 3 0,-5-1 0,9 0 0,-7 0 0,1 0 0,-1-1 0,6-5 0,6 3 0,0-9 0,0 1 0,-6-6 0,0 0 0,8 0 0,-6-2 0,4-4 0,-3-5 0,-3-4 0,-6-8 0,1 0 0,-7-8 0,7 3 0,-8-5 0,1-1 0,-3-1 0,-7-5 0,-1 0 0,-7 0 0,5 7 0,-6 5 0,5 5 0,1 4 0,1 3 0,1 5 0,4 5 0,-4 12 0,4 4 0,2 7 0,0 13 0,0 5 0,0 1 0,8 8 0,-6-6 0,4 8 0,1-8 0,-1 2 0,5-5 0,-3-5 0,2-1 0,-6 0 0,11-3 0,-6-3 0,1-4 0,5-7 0,-3-3 0,3-1 0,2-2 0,0-6 0</inkml:trace>
  <inkml:trace contextRef="#ctx0" brushRef="#br0" timeOffset="141">18052 9920 8912,'-10'8'0,"-3"-4"0,7 7 0,0-7 0,8 10 0,6-9 0,9-1 0,8-2 0,10-8 0,-1 1 0,2-9 0,4 3 0,-3 1 0,3-1 0,4-8 0,0-8 0</inkml:trace>
  <inkml:trace contextRef="#ctx0" brushRef="#br0" timeOffset="142">18723 9903 8912,'-11'6'0,"-1"0"0,6-1 0,-3-3 0,-1 2 0,3 4 0,-3 1 0,0 5 0,7-5 0,-3 3 0,4 1 0,2 2 0,0 3 0,0-7 0,2 1 0,4 1 0,3-5 0,8-1 0,1-7 0,-1 0 0,0 0 0,0-2 0,0-3 0,1-5 0,-1-7 0,0 0 0,0-1 0,-7 1 0,-4 0 0,-5-2 0,-1-4 0,0 4 0,0-4 0,-9 4 0,-6 4 0,-6 3 0,-2-3 0,0 13 0,-2-4 0,-2 4 0,6 2 0,-2 0 0,4 0 0,4 8 0,3 3 0,5 5 0,7 1 0,0-6 0,0 1 0,7-8 0,3 3 0</inkml:trace>
  <inkml:trace contextRef="#ctx0" brushRef="#br0" timeOffset="143">18930 9749 8912,'0'-12'0,"0"1"0,0 5 0,0-6 0,0 9 0,0-3 0,0 12 0,0 3 0,0 14 0,0 2 0,0 2 0,0 3 0,1 3 0,3 1 0,2 0 0,7 1 0,-3-3 0,7-3 0,0-6 0,-7-4 0,13-2 0,-4 0 0</inkml:trace>
  <inkml:trace contextRef="#ctx0" brushRef="#br0" timeOffset="144">19188 9852 8912,'-10'0'0,"-5"5"0,3 1 0,-1 2 0,1-2 0,-3-3 0,4 9 0,1-1 0,1 6 0,1 1 0,2-9 0,6 6 0,0-3 0,0 3 0,0 2 0,0 1 0,2-9 0,4-3 0,5-4 0,-3-2 0,7-8 0,-3-5 0,3-8 0,-5 2 0,3-14 0,-7 5 0,5-5 0,-5-1 0,0-1 0,-6 1 0,0 0 0,0-1 0,0 1 0,0 1 0,0 5 0,0 3 0,0 8 0,0-1 0,0 9 0,0 9 0,0 17 0,0 14 0,0 7 0,0 6 0,2 5 0,1-1 0,3-2 0,6-2 0,-7 2 0,9 2 0,-3-8 0,5-6 0,1-5 0,0-8 0,8 4 0,2-8 0</inkml:trace>
  <inkml:trace contextRef="#ctx0" brushRef="#br0" timeOffset="145">19583 9766 8912,'0'-12'0,"-1"3"0,-3-1 0,-2 1 0,2-5 0,2 7 0,2-1 0,0 23 0,0 6 0,0 4 0,6 8 0,0-5 0,-1 5 0,3 1 0,-6-5 0,4-3 0,-4-1 0,-2 4 0,0-4 0,0 0 0,0-1 0,0-1 0,0-5 0,0-7 0,0 0 0,-8-7 0,-2 4 0</inkml:trace>
  <inkml:trace contextRef="#ctx0" brushRef="#br0" timeOffset="146">19463 9834 8912,'0'-17'0,"0"0"0,-6 0 0,1 0 0,-1 0 0,6-1 0,0 1 0,2 2 0,3 3 0,9 5 0,7-1 0,0 6 0,8-4 0,-1 3 0,7-3 0,-1 4 0,1-4 0,-3 6 0,-3 6 0,1 4 0,-9 7 0,-5 0 0,-1 2 0,-9 4 0,-1-2 0,-5 8 0,0-6 0,-2 3 0,-3-1 0,-5 4 0,-7-6 0,0 0 0,0-6 0,5 0 0,1 0 0,7-7 0,-4-3 0,8-7 0</inkml:trace>
  <inkml:trace contextRef="#ctx0" brushRef="#br0" timeOffset="147">19893 9731 8912,'-2'12'0,"-3"-1"0,1-7 0,-8 2 0,8-2 0,-1 1 0,1-1 0,-2 8 0,4-7 0,-3 7 0,3-6 0,2 5 0,0-5 0,0 5 0,2-7 0,3 2 0,-3-4 0,13-2 0,-3 0 0,-4 0 0,-1 0 0,-1-2 0,0-4 0,-1-4 0,-5-7 0,0 6 0,0-1 0,2 1 0,4-6 0,-4 5 0,4 1 0,3 7 0,-5-4 0,8 8 0,-1-7 0,6 5 0,0-4 0,-1 6 0,-3 4 0,-1 2 0,-9 7 0,5-3 0,-6 5 0,4-4 0,-4-1 0,3-4 0,-3-5 0,6 7 0,-4-8 0,7 0 0,1-8 0,5-1 0,0-8 0,0 1 0,1 5 0,-3-4 0,-4 3 0,5-3 0,-5-2 0,2 5 0,-1 1 0,1 5 0,-7-5 0,0 7 0,-8-4 0,-4 8 0,4 8 0,-11 1 0,5 9 0,-1-1 0,5-8 0,-4 7 0,10-15 0,4 5 0,-2-4 0,7-2 0,1 0 0,7-2 0,4-4 0,-2-3 0,7-8 0,-5 5 0,6 1 0,-8-1 0,2-5 0,-4 0 0,-2 2 0,1 3 0,-9-3 0,-1 13 0,-8-6 0,0 8 0,0 2 0,0 4 0,0 4 0,0 7 0,0 0 0,0 0 0,0 0 0,0-5 0,0-1 0,0 1 0,0-1 0,0 1 0,0-9 0,0 5 0,2-10 0,3-4 0,-3-3 0,6-8 0,-2-2 0,-1-4 0,7 4 0,-4-4 0,1 4 0,-3 1 0,5 1 0,-7 0 0,11 2 0,-3 3 0,-4 5 0,7 7 0,-4 0 0,5 0 0,-5 0 0,1 0 0,-1 0 0,6 0 0,0-6 0,1 0 0,-7-1 0,1 3 0,1-2 0,-3-6 0,1 7 0,-7-9 0,11 5 0,-13-1 0,6 3 0,-3 9 0,1 3 0,0 5 0,-6 7 0,0 0 0,0 2 0,0 4 0,0-2 0,0 8 0,0 0 0,-2 5 0,-6 2 0,-9 4 0,-8-1 0,-9 6 0,-8 1 0,-2 6 0,-8-1 0</inkml:trace>
  <inkml:trace contextRef="#ctx0" brushRef="#br0" timeOffset="148">11082 16351 8912,'-9'11'0,"3"1"0,4 1 0,2 8 0,0 2 0,0 9 0,2 1 0,2 5 0,2 0 0,5 6 0,-3 0 0,-1 2 0,3-2 0,0 0 0,3 0 0,-4-6 0,1 0 0,-2-5 0,-4-5 0,-1-1 0,1 2 0,2-6 0,0-4 0,-6-2 0,0-7 0,0-10 0,0-10 0</inkml:trace>
  <inkml:trace contextRef="#ctx0" brushRef="#br0" timeOffset="149">11616 16798 8912,'-25'0'0,"0"-6"0,-5 0 0,1 2 0,8 10 0,-4-2 0,8 6 0,0-3 0,1 7 0,5-3 0,3-3 0,10-1 0,4-7 0,5 0 0,5 0 0,7 0 0,1-2 0,3-3 0,-6-5 0,10-1 0,-8-1 0,-2-1 0,-10 5 0,5-5 0,-7 5 0,1-1 0,-3 5 0,1-12 0,-8 15 0,0-5 0,0 4 0,-10 2 0,7 2 0,-3 4 0,0-5 0,6 15 0,0-5 0,0-3 0,15 0 0,4-8 0</inkml:trace>
  <inkml:trace contextRef="#ctx0" brushRef="#br0" timeOffset="150">12511 16419 8912,'-18'0'0,"1"0"0,0 2 0,2 4 0,1 6 0,5 3 0,1 4 0,4 4 0,2 4 0,2 7 0,0 0 0,0 1 0,0-1 0,2-1 0,2-5 0,2-5 0,0-4 0,-4-1 0,3-1 0,-3-8 0,6-1 0,-8-21 0,0-7 0,0-4 0,0-1 0,0-10 0,0 5 0,0-10 0,0 3 0,2 3 0,2 0 0,1-1 0,7 8 0,-6 5 0,7-3 0,-2 2 0,5 2 0,1 9 0,-6 7 0,1 10 0,1 7 0,3 5 0,1 6 0,0 6 0,0 1 0,0-1 0,1 3 0,-7-5 0,-1 7 0,-3 1 0,-1-8 0,-4-1 0,4-3 0,-4-4 0,3 4 0,-3-4 0,-2-9 0,0-4 0,0-12 0,0-6 0,0-3 0,0-10 0,0-5 0,0-8 0,0 1 0,0-1 0,0 6 0,0 3 0,6 8 0,0-2 0,7 4 0,-9 9 0,7 5 0,1 3 0,5 2 0,0 0 0,0 7 0,6 5 0,2 9 0,2 2 0,-6 0 0,12-6 0,-5 0 0,3 0 0,-2 0 0,3-5 0,-5-3 0,0-1 0,3-2 0,-7-6 0,0-2 0,-6-4 0,8-3 0,2-9 0</inkml:trace>
  <inkml:trace contextRef="#ctx0" brushRef="#br0" timeOffset="151">13302 16454 8912,'-26'0'0,"3"0"0,3 0 0,3 0 0,0 0 0,0 0 0,0 6 0,-1-1 0,7 9 0,-1-3 0,9 4 0,-5 3 0,0-1 0,6 0 0,-3 0 0,3 0 0,2 1 0,2-3 0,3-4 0,-1-3 0,8-8 0,-1 0 0,6-2 0,1-4 0,-1-3 0,0-8 0,0-1 0,-5 3 0,-1 2 0,3 1 0,-7 8 0,9-9 0,-5 7 0,4-1 0,3 3 0,-1-2 0,0 0 0,-6 12 0,1 2 0,1 1 0,3-5 0,7 11 0,-1-3 0,1-3 0,-3 1 0,2-2 0,-2 5 0,-1-11 0,-8 4 0,1-4 0,5-2 0</inkml:trace>
  <inkml:trace contextRef="#ctx0" brushRef="#br0" timeOffset="152">13595 16299 8912,'-10'0'0,"3"0"0,9 8 0,3 3 0,7 4 0,9 3 0,2-1 0,7 6 0,-1 0 0,4 7 0,3-11 0,2 4 0,2-2 0,-2 0 0,-1 2 0,-10 0 0,-3-11 0,-6-3 0,-1-1 0,0-2 0,0-14 0,0-2 0</inkml:trace>
  <inkml:trace contextRef="#ctx0" brushRef="#br0" timeOffset="153">14008 16282 8912,'-17'8'0,"-1"1"0,1 8 0,0 0 0,-6 10 0,-2 6 0,-2 5 0,-1 10 0,-5-4 0,5 5 0,5-3 0,4-6 0,1-3 0,9-3 0,1-2 0,10-3 0,4-6 0,-2-6 0,7-5 0,1-5 0,5-14 0,0-3 0</inkml:trace>
  <inkml:trace contextRef="#ctx0" brushRef="#br0" timeOffset="154">12080 15921 8912,'-5'-12'0,"-3"3"0,-1-1 0,-3 1 0,1-3 0,-1 3 0,1-7 0,-7 5 0,1 3 0,8 8 0,5 12 0,8 5 0,7 6 0,6-2 0,4 6 0,2-2 0,-2-4 0,-2-2 0,4-2 0,0 0 0,0-2 0,-5-1 0,-1-5 0,0-1 0,0-2 0,-2-14 0,-3-4 0,1-10 0,-7-7 0,-2-4 0,4-1 0,-3 0 0,1-1 0,-6 9 0,0 3 0,0 3 0,0 3 0,0 8 0,0 5 0,0 15 0,6 3 0,-1 14 0,9-5 0,-3 4 0,5-2 0,1-4 0,8-2 0,-6-9 0,4-5 0,-4-3 0,-2-2 0,0 0 0,0-4 0,-1-5 0,-3-8 0,-1-2 0,-9-6 0,3 2 0,-4-6 0,-2 6 0,-2 0 0,-4 6 0,3 0 0,-9 0 0,6 0 0,-5-1 0,-1 1 0,3 8 0,1 1 0,8 8 0,0 8 0,0 1 0,0 8 0,0 1 0,0-7 0,0 0 0,0-5 0,0 6 0,0-7 0,0 7 0,0-6 0,0 5 0,0-5 0,0 5 0,0 1 0,0-1 0,0 1 0,0-7 0,0 7 0,8-1 0,-6 1 0,4-1 0,-5-5 0,-1 5 0,0-7 0,0 4 0,0-8 0,0 0 0,0-8 0,0 6 0,0-13 0,0 13 0,0-13 0,0 11 0,0-7 0,0 7 0,0-4 0,0 8 0,0 0 0,0-8 0,0 7 0,6-9 0,0 4 0,2 4 0,-3-3 0,-3-5 0,12 6 0,-9-7 0,1 7 0,-6-4 0,0 1 0,0 5 0,0-14 0,0 7 0,-2-6 0,-4 3 0,5 3 0,-5 3 0,-4 4 0,6-6 0,-7 8 0,5 8 0,-5 3 0,5 5 0,-5 1 0,7 0 0,-2 0 0,4 6 0,2 0 0,0 0 0,0 0 0,2 0 0,4-2 0,3-2 0,8-2 0,1-1 0,-1-3 0,0-2 0,0 3 0,1-5 0,-1 3 0,-2-7 0,-3 7 0,3-8 0,-13 5 0,3-3 0,-3-4 0,-5 11 0,-9-7 0,1 6 0,-14-5 0,0 3 0,6-6 0,-12 5 0,8-3 0,0-6 0,6 0 0,8-8 0,1-17 0,8-1 0</inkml:trace>
  <inkml:trace contextRef="#ctx0" brushRef="#br0" timeOffset="155">12855 15697 8912,'-17'6'0,"-1"0"0,7 5 0,0-3 0,-3 1 0,6-5 0,-7 12 0,15-9 0,0 5 0,8-5 0,11-7 0,4 0 0,6 0 0,-3-7 0,3-5 0,0-5 0,5-6 0,-7 4 0,-4-4 0,-10 4 0,-3 2 0,-3 0 0,-3-1 0,-2 1 0,-9 0 0,-7 2 0,-7 3 0,-6 5 0,-1 9 0,-1 3 0,0 12 0,-3 12 0,3 4 0,0 7 0,12 0 0,-2 8 0,13-3 0,4 9 0,14-1 0,11-5 0,7-4 0,20-4 0,6-21 0,18-7 0,7-8-466,-5-20 1,0-18-1,-7-20 1</inkml:trace>
  <inkml:trace contextRef="#ctx0" brushRef="#br0" timeOffset="156">13973 16282 8912,'-9'8'0,"1"-5"0,8 11 0,0 3 0,0 6 0,0 4 0,0 3 0,0-3 0,0 2 0,2-1 0,2 5 0,4-5 0,1-5 0,-3-4 0,5-3 0,3-5 0,-7-3 0,1-8 0</inkml:trace>
  <inkml:trace contextRef="#ctx0" brushRef="#br0" timeOffset="157">13973 16093 8912,'-17'0'0,"0"-2"0,0-2 0,0-2 0,5 1 0,1 5 0,7-8 0,0-4 0,8-3 0,5 6 0,14-5 0,0 9 0,-2 1 0,6-6 0,0 1 0</inkml:trace>
  <inkml:trace contextRef="#ctx0" brushRef="#br0" timeOffset="158">14266 16437 8912,'0'17'0,"0"0"0,-2-2 0,-4-3 0,4 3 0,-7-11 0,3 7 0,4 1 0,-4 5 0,5-7 0,-1 5 0,-4-4 0,4-1 0,-4 1 0,4-7 0,2 6 0,0-5 0,0-3 0,0 6 0,0-16 0,0-1 0,0-8 0,6-3 0,0-1 0,-2-1 0,-1-1 0,3 5 0,-4 1 0,12 0 0,-7 0 0,1 0 0,1 1 0,1 5 0,-4-2 0,5 7 0,1 0 0,5 6 0,0 0 0,0 0 0,-7 8 0,5 1 0,-3 8 0,3 1 0,0-1 0,-3 0 0,3 0 0,-11-5 0,5-1 0,-1 3 0,-2-5 0,-6 3 0,2-9 0,3 3 0,-3 4 0,6-8 0,-2-2 0,-1-12 0,1-3 0,2-2 0,-4-1 0,7 1 0,-7 0 0,9 6 0,-7-1 0,0 1 0,1-7 0,-3 9 0,8 3 0,-8 6 0,3 4 0,-1 4 0,0 1 0,7 3 0,-2 5 0,-3 0 0,7-2 0,-3-3 0,3 3 0,2-3 0,1-3 0,-1 3 0,0-9 0,0 3 0,0-4 0,-1-4 0,-5-4 0,3-3 0,-9-8 0,1 5 0,-6 1 0,0 5 0,0-6 0,0 7 0,0-7 0,0 8 0,2-3 0,4 7 0,-4 2 0,3 3 0,-1 5 0,2 7 0,4 0 0,7-1 0,0-3 0,0-1 0,0-9 0,2 11 0,2-9 0,2-1 0,8-2 0,-12-2 0,4 0 0,-4 0 0,-2-7 0,1-5 0,-1-3 0,-2-2 0,-3-1 0,1 1 0,-7 0 0,-1 7 0,-5-5 0,0 13 0,0-5 0,0 9 0,0 3 0,0 5 0,0 7 0,0 0 0,6 0 0,0 1 0,0 5 0,-6-1 0,5 1 0,3-5 0,0-1 0,-1 0 0,-1-7 0,2 5 0,-6-6 0,13 1 0,-13-4 0,4-12 0,3-6 0,1-9 0,-1-1 0,1-9 0,-4 2 0,1 4 0,5 3 0,-5 2 0,1 3 0,-6 0 0,13 0 0,-13 7 0,13 5 0,-3 10 0,-4 5 0,5 1 0,-5 1 0,1 1 0,-5 2 0,4 3 0,-1-1 0,-5 0 0,6-7 0,-8 5 0,0-13 0,0 5 0,2-7 0,2-2 0,1-3 0,1-5 0,-6-7 0,8 0 0,-5 0 0,9-1 0,-6 3 0,3 2 0,1 3 0,-1 3 0,-3 1 0,6 6 0,-1 0 0,6 0 0,0 6 0,1 1 0,-1 3 0,0 1 0,0 1 0,1-1 0,-1-5 0,0 3 0,0-1 0,6 4 0,0-7 0,0 1 0,-6-6 0,0 0 0,1 0 0</inkml:trace>
  <inkml:trace contextRef="#ctx0" brushRef="#br0" timeOffset="159">16245 16196 8912,'-17'0'0,"7"0"0,-5 0 0,3 0 0,5 0 0,7-8 0,19 1 0,15-7 0,10 3 0,8-1 0,3-5 0,3 2 0,-3 3 0,-1-3 0,-5 13 0,-3-4 0,-5 5 0,-5-7 0,-9 6 0,-4-4 0,-4 4 0,-2 10 0,0 2 0</inkml:trace>
  <inkml:trace contextRef="#ctx0" brushRef="#br0" timeOffset="160">16245 16557 8912,'-17'17'0,"7"-7"0,3-3 0,8-7 0,5 0 0,11-7 0,12-5 0,4-3 0,9-8 0,4-2 0,3-2 0,-5 6 0,-2-3 0,-7 5 0,-1-4 0,-5 4 0,0-4 0,-16 3 0,-2 3 0,-7 8 0,-11-14 0,-3 4 0</inkml:trace>
  <inkml:trace contextRef="#ctx0" brushRef="#br0" timeOffset="161">16417 15852 8912,'-9'8'0,"-5"3"0,8 12 0,-5 6 0,5 11 0,-7 4 0,9 15 0,-6 4 0,3 4 0,1 9 0,8-13 0,4 0 0,5-9 0,4-8 0,3-6 0,1-6 0,4-5 0,-4-4 0,6-16 0,-8-3 0,0-4 0,0-17 0,1-4 0</inkml:trace>
  <inkml:trace contextRef="#ctx0" brushRef="#br0" timeOffset="162">16796 15818 8912,'-18'0'0,"7"7"0,0 5 0,5 11 0,-6 5 0,8 18 0,-1 6 0,3 18 0,2-6 0,0 10 0,2-3 0,3-4 0,7-4 0,-4-4 0,7-15 0,-4-4 0,5-10 0,1-3 0,0-2 0,0-10 0,-5-7 0,-1-8 0,1-8 0,5-1 0,0-8 0</inkml:trace>
  <inkml:trace contextRef="#ctx0" brushRef="#br0" timeOffset="163">17071 16179 8912,'-10'17'0,"5"0"0,-3 0 0,2 1 0,1 6 0,5 1 0,0 6 0,0-3 0,0 1 0,5 0 0,1-3 0,-2-1 0,5-2 0,1-13 0,7-3 0</inkml:trace>
  <inkml:trace contextRef="#ctx0" brushRef="#br0" timeOffset="164">16985 16041 8912,'0'-27'0,"0"3"0,-2 6 0,-4 1 0,4 0 0,-3 0 0,3 0 0,2 5 0,2 3 0,3 1 0,13 2 0,3 1 0,5-1 0,-1 2 0,14-6 0,-3 1 0</inkml:trace>
  <inkml:trace contextRef="#ctx0" brushRef="#br0" timeOffset="165">17518 15938 8912,'-9'0'0,"1"2"0,8 4 0,-2 3 0,-3 8 0,3 1 0,-6 8 0,10 7 0,4 5 0,-4 10 0,13-4 0,-6 5 0,1-3 0,5 4 0,-11-14 0,6 6 0,-3-4 0,-3-3 0,-2 1 0,-2-13 0,-8-2 0,-3-9 0,-4 3 0,-3-6 0</inkml:trace>
  <inkml:trace contextRef="#ctx0" brushRef="#br0" timeOffset="166">17312 16333 8912,'0'-11'0,"0"0"0,0 5 0,0-6 0,0 1 0,0 1 0,2-3 0,4 7 0,9-5 0,8 5 0,7 0 0,-1 6 0,11 0 0,4-2 0,8-1 0,-1-3 0,-5-2 0,-2 4 0,-2-3 0,-3-3 0,-5 1 0,-5-3 0,-4-3 0,-16 13 0,-1-13 0,-16 13 0,-7-4 0,-8 12 0,2 5 0,-4 5 0,2 1 0,4 0 0,6 0 0,-3 0 0,12 6 0,-5 0 0,1-2 0,3 6 0,5-8 0,0 4 0,0-4 0,0 6 0,7-8 0,3 2 0,-1-5 0,7-11 0,-7 11 0,8-9 0,1-1 0,1-2 0,2-4 0,2-3 0,-2-7 0,5-3 0,-6-4 0,3-2 0,-4-2 0,-2 0 0,0 0 0,0 0 0,0-6 0,1 6 0,-3-5 0,-2 7 0,-1 5 0,-8-1 0,11 8 0,-13-1 0,6 3 0,-7 8 0,5 3 0,6 2 0,3 7 0,2-9 0,0 8 0,1 1 0,-1 4 0,0 6 0,0-4 0,0 4 0,-7 4 0,3-8 0,-7 6 0,-2 0 0,-2-6 0,-2 6 0,0-8 0,0 0 0,-2-7 0,-4-5 0,4-3 0,-7-9 0,5-7 0,-2-7 0,0 2 0,12-13 0,2 5 0,1 0 0,3-5 0,11 7 0,2-6 0,1 3 0,-5 7 0,12-4 0,-6 8 0</inkml:trace>
  <inkml:trace contextRef="#ctx0" brushRef="#br0" timeOffset="167">18637 16179 8912,'-2'9'0,"-4"-3"0,-3-4 0,-8 6 0,-1-7 0,1 5 0,0 2 0,0 0 0,0 1 0,1-3 0,5 5 0,3 1 0,0 5 0,7 0 0,-5 0 0,6-1 0,6-3 0,5-2 0,4-7 0,-3 4 0,1-8 0,6 0 0,-1 0 0,6 0 0,-6 0 0,-1 0 0,8 0 0,-6 0 0,6 0 0,-1 0 0,-4 8 0,4-7 0,-4 5 0,1-4 0,2-2 0,-1 8 0,-4 1 0</inkml:trace>
  <inkml:trace contextRef="#ctx0" brushRef="#br0" timeOffset="168">19016 15886 8912,'-18'0'0,"1"0"0,0 2 0,0 4 0,5 6 0,1 10 0,7 1 0,-2 12 0,4 3 0,4 8 0,4 0 0,5 1 0,5 1 0,1-2 0,2-6 0,4-4 0,-4-1 0,0-8 0,-7-4 0,1-4 0,-5-10 0,7-1 0,-13-8 0,11-8 0,-7-3 0,-2-5 0,5-1 0,-5-6 0,6 0 0,-2 2 0,-5 2 0,5 8 0,0 1 0,1 3 0,-5 1 0,11 6 0,-5 0 0,1 2 0,1 4 0,-6 3 0,5 8 0,-5 0 0,5 1 0,-7-1 0,6-8 0,-5-3 0,-3-4 0,14-17 0,-7-4 0,8-16 0</inkml:trace>
  <inkml:trace contextRef="#ctx0" brushRef="#br0" timeOffset="169">19325 15886 8912,'-7'-9'0,"5"-6"0,-14 5 0,15-7 0,-7 7 0,16 10 0,3 10 0,10 7 0,2 0 0,6 0 0,-6 1 0,2-1 0,-4 0 0,1 0 0,-4-1 0,-7-5 0,-7 4 0,4-5 0</inkml:trace>
  <inkml:trace contextRef="#ctx0" brushRef="#br0" timeOffset="170">18930 16196 8912,'-35'0'0,"1"0"0,1 0 0,5 0 0,3 0 0,15 0 0,2 0 0,24-2 0,7-4 0,9 2 0,8-7 0,6-2 0,10 3 0,1-1 0,6 1 0,-5-1 0,-1-5 0,-5 5 0,-1-4 0,1-3 0,-1 1 0,1 0 0</inkml:trace>
  <inkml:trace contextRef="#ctx0" brushRef="#br0" timeOffset="171">19566 16110 8912,'-25'8'0,"6"-6"0,-11 19 0,7-4 0,2 2 0,2 0 0,1 4 0,1 0 0,8 5 0,3-5 0,6 0 0,6-6 0,9 1 0,8-3 0,-2-4 0,4-3 0,0-8 0,1 0 0,1 0 0,2 0 0,-4-13 0,-8-5 0,0-1 0,0-5 0,1 1 0,-1-8 0,-8 6 0,-1-5 0,0 1 0,-7 0 0,13 1 0,-6 1 0,1 2 0,-3 2 0,5 6 0,-7 0 0,19 0 0,-4-1 0</inkml:trace>
  <inkml:trace contextRef="#ctx0" brushRef="#br0" timeOffset="172">19893 16127 8912,'2'27'0,"4"-4"0,-4-12 0,5 5 0,-7-7 0,0 8 0,0 1 0,0-1 0,0-6 0,0 1 0,0-9 0,0 5 0,0 0 0,-1-6 0,-5 3 0,4-5 0,-4-5 0,4-5 0,2-7 0,0-6 0,0 0 0,0 2 0,0 2 0,0 2 0,0 0 0,0-1 0,0 9 0,2-5 0,4 9 0,-4-1 0,13 6 0,-3 0 0,3 2 0,2 4 0,8 5 0,4 10 0,3 2 0,3 8 0,1-12 0,4 4 0,-4-4 0,4-2 0,-5-8 0,-6-3 0,3-6 0,-3-6 0,-4-13 0,-2-13 0,-4-6 0,-2-10 0,-2 2 0,-3-9 0,-7-3 0,-3 3 0,-2 3 0,0 7 0,-2 10 0,-3 12 0,1 6 0,-8 6 0,7 7 0,-7 15 0,-5 10 0,-6 19 0,0 4 0,6 8 0,2 7 0,1 2 0,5 4 0,1 4 0,2-12 0,6 6 0,0-2 0,0-3 0,0-1 0,-2-7 0,-3-4 0,-20-4 0,-12-8 0,-37-7 0,-6-2 0</inkml:trace>
  <inkml:trace contextRef="#ctx0" brushRef="#br0" timeOffset="173">11203 17623 8912,'17'-2'0,"0"-4"0,-1-5 0,-3-3 0,-2 3 0,-5-2 0,6 7 0,1 2 0,2 2 0,4 2 0,2 2 0,2 4 0,6 3 0,-6 10 0,-2 3 0,-2 0 0,-9 11 0,-5-1 0,-3 7 0,-4 6 0,-5-3 0,-12 2 0,-14 4 0,-1 2 0,-14 0 0,8-5 0,-6-5 0,6-11 0,0-4 0,5-10 0,1-3 0,7-5 0,4-10 0,12-9 0,-3 1 0,10-14 0,4 0 0,4-4 0,10-3 0,-5 3 0,8 4 0,1 6 0,-1-2 0,6 19 0,0-3 0,2 3 0,-3 2 0,3 2 0,6 3 0,-2 7 0,-1 3 0,9 2 0,1 0 0,2 1 0,0-9 0,0 5 0,0-9 0,1-1 0,1-2 0,-14-2 0,13-8 0,-15-1 0</inkml:trace>
  <inkml:trace contextRef="#ctx0" brushRef="#br0" timeOffset="174">11908 17795 8912,'-9'0'0,"-6"0"0,3 0 0,4 0 0,-5 2 0,7 4 0,-7-5 0,11 9 0,-4-4 0,4-4 0,2 5 0,0-7 0,2 0 0,2-2 0,2-3 0,0 3 0,1-14 0,3 7 0</inkml:trace>
  <inkml:trace contextRef="#ctx0" brushRef="#br0" timeOffset="175">11857 17967 8912,'0'-12'0,"0"1"0,0 7 0,0-5 0,0 3 0,0 2 0,0-7 0,0 7 0,0-6 0,0 4 0,0 5 0,0-7 0,0 8 0,0 0 0,0 8 0,2-5 0,3 9 0,-3-8 0,6 5 0,-8-3 0,0-4 0,0 13 0,6-11 0,-1 7 0,1-7 0,-6 4 0,0-8 0,0 0 0,0 7 0,0-5 0,0 6 0,0-8 0,0 0 0,0-8 0,0-3 0,0 1 0,0-1 0,0 5 0,0-5 0,0-1 0,0 3 0,0 1 0,0 8 0,0 0 0,0 8 0,0-6 0,0 5 0,0-7 0,0 0 0,-7 0 0,5 0 0,-12 2 0,9 4 0,-1-4 0,-2 13 0,-1-5 0</inkml:trace>
  <inkml:trace contextRef="#ctx0" brushRef="#br0" timeOffset="176">13646 17468 8912,'12'-5'0,"-2"-3"0,-3-2 0,-3-3 0,-2 3 0,-2-1 0,0 7 0,0-11 0,0 5 0,0 1 0,-2 1 0,-2 10 0,-2 4 0,1 3 0,5 10 0,-2 4 0,-4 6 0,4 3 0,-7 9 0,3-1 0,4 15 0,-4 2 0,-1 3 0,-1 1 0,-2-2 0,7 4 0,-3-6 0,4-3 0,2-6 0,0-6 0,2-10 0,4-3 0,3-10 0,8-8 0,8-7 0,4 2 0,3-4 0,8-10 0,3-5 0,-1-6 0,0-4 0,-2 0 0,-8 6 0,-1 1 0,-2 5 0,-8-4 0,3 5 0,-8-1 0,-5-1 0,-3 8 0,-8-3 0,-2 7 0,-4 0 0,4 0 0,-5 0 0,5 0 0,-4 0 0,4 0 0,-13 0 0,13 7 0,-6 3 0</inkml:trace>
  <inkml:trace contextRef="#ctx0" brushRef="#br0" timeOffset="177">14748 17348 8912,'-12'0'0,"1"2"0,-2 4 0,-5 1 0,-3 8 0,-4 1 0,-1 7 0,-5 7 0,-1 12 0,-3 6 0,-5 13 0,0 8 0,2 9 0,1 6 0,5-3 0,3-1 0,8 0 0,8-2 0,5-9 0,8-12 0,2-5 0,4-6 0,5-6 0,6-17 0,6-6 0,-2-11 0,6 0 0,-2-5 0,11-1 0,-1 0 0,3 0 0,-4 0 0,1-15 0,-1-4 0</inkml:trace>
  <inkml:trace contextRef="#ctx0" brushRef="#br0" timeOffset="178">14954 17829 8912,'-7'-11'0,"-5"-1"0,3 9 0,-3-3 0,6 4 0,-3 4 0,-1 4 0,1 5 0,-1 14 0,-1 9 0,-3 8 0,9 10 0,1-1 0,2 3 0,2 3 0,0 6 0,2-4 0,4-3 0,7-8 0,8-8 0,0-12 0,8-5 0,-6-11 0,5-6 0,1-5 0,7-10 0,4-8 0,-3-8 0,3-11 0,-4-5 0,-1-4 0,-1-5 0,8-2 0,-13 6 0,0 3 0,-8 1 0,-4 1 0,-8 1 0,-3 0 0,-4 2 0,-2 2 0,-13 7 0,-5 2 0,-1 2 0,-8-5 0,6 13 0,-5-2 0,1 5 0,0 8 0,4-3 0,-2 1 0,2 4 0,-6 10 0,8-2 0,-4 7 0,4 7 0,2 5 0,0 1 0,-1-1 0,1 6 0,0-4 0,0 7 0,0-5 0</inkml:trace>
  <inkml:trace contextRef="#ctx0" brushRef="#br0" timeOffset="179">14731 18208 8912,'-18'1'0,"1"3"0,0 2 0,0 0 0,9-1 0,8 1 0,12-2 0,9-2 0,5-10 0,9-3 0,7-4 0,4-3 0,4-1 0,1-4 0,1 4 0,-1-4 0,1 2 0,-2 2 0,-4 0 0,-6 4 0,-12 1 0,-3 5 0,-7-6 0,-1 5 0</inkml:trace>
  <inkml:trace contextRef="#ctx0" brushRef="#br0" timeOffset="180">15643 18036 8912,'11'-8'0,"1"-3"0,-9 3 0,5-2 0,-8 5 0,0 3 0,0-4 0,0 12 0,-2 9 0,-2 8 0,-1-2 0,-1 6 0,6-1 0,0 3 0,0 0 0,0-1 0,0 7 0,0-7 0,0 1 0,0-8 0,0 6 0,0-4 0,6-4 0,1 4 0,3-6 0,3-6 0,-5-3 0,7-8 0,-3 0 0,3 0 0,2 0 0,0 0 0,1 0 0,-1 0 0,-8-2 0,-3-4 0,-4-3 0,-2-8 0</inkml:trace>
  <inkml:trace contextRef="#ctx0" brushRef="#br0" timeOffset="181">15539 18345 8912,'10'-8'0,"5"5"0,-3-9 0,3 6 0,2-5 0,2 0 0,4-5 0,6 5 0,4-5 0,1 5 0,0-4 0,1-10 0,-1-2 0</inkml:trace>
  <inkml:trace contextRef="#ctx0" brushRef="#br0" timeOffset="182">16125 18001 8912,'-8'10'0,"6"-3"0,-6-7 0,8 2 0,0 4 0,0-2 0,0 7 0,0 3 0,0 1 0,0 2 0,0 0 0,0 1 0,0-1 0,2 6 0,2 0 0,2 0 0,-2 1 0,5-5 0,-7 6 0,4-7 0,-4-1 0,-2 8 0,0 1 0</inkml:trace>
  <inkml:trace contextRef="#ctx0" brushRef="#br0" timeOffset="183">15987 18311 8912,'11'-8'0,"1"-3"0,-1 1 0,6-1 0,1-1 0,-1-5 0,0 0 0,6 0 0,2 1 0,0 3 0,0 1 0,-4-1 0,-2 5 0,-2-5 0,0 7 0,0 2 0,-7 3 0,-2 1 0,-8-8 0,0-2 0</inkml:trace>
  <inkml:trace contextRef="#ctx0" brushRef="#br0" timeOffset="184">16417 18001 8912,'0'17'0,"0"1"0,0-1 0,0 0 0,0 8 0,0 2 0,0 7 0,2 0 0,4 1 0,-4-7 0,3 1 0,5 0 0,-1 5 0</inkml:trace>
  <inkml:trace contextRef="#ctx0" brushRef="#br0" timeOffset="185">16383 17073 8912,'9'-35'0,"5"3"0,-5 3 0,6 6 0,-1 6 0,11 6 0,0 7 0,3 8 0,10 13 0,3 12 0,6 18 0,-3 11 0,0 8 0,-5 11 0,-9 9 0,-12-40 0,-3 1 0,-8 5 0,-3 2 0,2-2 0,0 1-571,-3-2 0,-2 1 571,-4 2 0,-2-1 0,-7 35 0,-11 5 0,10-45 0,-2-2 0,-18 34 0,-3 0-159,-4-7 1,3-6 158,-3-4 0,-4 2 0,-2-10 0,-3-5 0,1-6 0,-4-10 0,-3-3 0,1-8 0,5-8 0</inkml:trace>
  <inkml:trace contextRef="#ctx0" brushRef="#br0" timeOffset="186">17604 17812 8912,'-7'10'0,"-5"-5"0,-3 3 0,0 0 0,3 1 0,-3 3 0,15-1 0,0-1 0,10-3 0,5-3 0,10-2 0,-4-2 0,7-2 0,3-4 0,2-5 0,7 1 0,0-1 0,-2-2 0,-2-1 0,-1 1 0,-3 3 0,-3 3 0,-2-5 0,-4 6 0,-10 1 0,4 5 0,-11 0 0,2-8 0,-16 6 0,-2-4 0,-9 10 0,-4 2 0,4 0 0,-13-1 0,5 3 0,0 2 0,-5-7 0,5 11 0,-7-8 0,-1 5 0,3-3 0,3 1 0,-2-3 0,8 5 0,-5-1 0,5 1 0,6-1 0,5-4 0,8-4 0,-3 5 0,10-7 0,7 0 0,9 0 0,6 0 0,4-7 0,5 3 0,1-8 0,1 1 0,4-6 0,-2-1 0,8 1 0,-2 0 0,2 0 0,-4 0 0,-8 0 0,-5 5 0,0 1 0,-16 7 0,3-4 0,-24 8 0,-6 0 0,-7 0 0,-5 8 0,-7-1 0,3 7 0,1-3 0,0 1 0,2-1 0,5 1 0,2-9 0,3 5 0,0 0 0,7-6 0,3 5 0,7-7 0,-8 0 0,-1 0 0</inkml:trace>
  <inkml:trace contextRef="#ctx0" brushRef="#br0" timeOffset="187">19222 17262 8912,'0'-12'0,"-2"3"0,-2-1 0,-3 3 0,-3 1 0,-3 8 0,3 6 0,1 9 0,1 0 0,-3 8 0,5 3 0,2 5 0,2 3 0,2 4 0,-2-1 0,-2 6 0,-1 3 0,1 2 0,2 1 0,2-1 0,2-2 0,3-2 0,-1-14 0,8 2 0,-6-11 0,5 0 0,4-5 0,6-7 0,0-3 0,8-8 0,2 0 0,9 0 0,-4-6 0,4 0 0,2-7 0,0 1 0,2-3 0,-5-2 0,-1 2 0,-8 3 0,-5-3 0,-7 13 0,-9-6 0,-1 8 0,-10 0 0,-4 0 0,4 8 0,-5-4 0,7 7 0,-8-7 0,-2 4 0</inkml:trace>
  <inkml:trace contextRef="#ctx0" brushRef="#br0" timeOffset="188">20151 17228 8912,'16'-27'0,"-3"4"0,-3 4 0,-3 2 0,-1-1 0,-6 1 0,-8 8 0,-5 3 0,-8 6 0,-8 6 0,4 3 0,-7 16 0,3 4 0,-3 3 0,-1 10 0,5 4 0,5 6 0,3 5 0,3 4 0,2 14 0,3-1 0,5 1 0,7-7 0,0 1 0,2-8 0,3-5 0,7-9 0,3-6 0,2-13 0,1-3 0,-1-8 0,0-2 0,0-3 0,0-6 0,1-4 0,-1-18 0,0-3 0</inkml:trace>
  <inkml:trace contextRef="#ctx0" brushRef="#br0" timeOffset="189">20616 17451 8912,'-17'0'0,"5"0"0,1 0 0,-1 0 0,-5 8 0,0 3 0,0 4 0,5 10 0,3 4 0,1 3 0,2 5 0,6 1 0,0 2 0,0-2 0,8 4 0,3-2 0,5-7 0,1-10 0,0-4 0,0-2 0,2-2 0,4-3 0,-3-5 0,2-7 0,3-7 0,-2-5 0,6-3 0,-4-4 0,0-4 0,0-6 0,-3-3 0,-4-2 0,-9-1 0,5 1 0,-9-1 0,1 1 0,-8-2 0,-4-4 0,-3 3 0,-8-10 0,-1 6 0,1 3 0,-6 4 0,0 5 0,0 4 0,6 8 0,0 2 0,0 3 0,0 7 0,5 3 0,1 2 0,5 2 0,-6 3 0,7 11 0,-5 8 0,3 3 0,-7 2 0,5 5 0</inkml:trace>
  <inkml:trace contextRef="#ctx0" brushRef="#br0" timeOffset="190">20444 17743 8912,'-6'-11'0,"0"-1"0,1 9 0,5-13 0,9 12 0,7-5 0,6-1 0,7 1 0,8-5 0,-1 5 0,10-3 0,0 3 0,5-3 0,1-3-54,-8 6 0,6-9 0,-6 1 0</inkml:trace>
  <inkml:trace contextRef="#ctx0" brushRef="#br0" timeOffset="191">21253 17503 8912,'-10'17'0,"-5"-8"0,11 1 0,-6-4 0,3 5 0,-1-1 0,2 1 0,5 1 0,-13 11 0,8 1 0,1 3 0,-1 4 0,0 1 0,0 3 0,6-1 0,0 8 0,0-6 0,0 4 0,6-9 0,0-4 0,-2-3 0,3-1 0,-1-5 0,8-9 0,-5 5 0,8-9 0,1 1 0,-1-8 0,0-4 0,0-3 0,0-6 0,1 3 0,-1-11 0,0 4 0</inkml:trace>
  <inkml:trace contextRef="#ctx0" brushRef="#br0" timeOffset="192">21201 17778 8912,'17'0'0,"8"0"0,-4-2 0,8-4 0,1-5 0,3-3 0,-1 1 0,-3 1 0,-6-1 0,-4-10 0,-2-4 0</inkml:trace>
  <inkml:trace contextRef="#ctx0" brushRef="#br0" timeOffset="193">21408 16987 8912,'0'-10'0,"2"3"0,3 7 0,12 9 0,12 8 0,4 10 0,1 13 0,0 6 0,1 4 0,-1 9 0,-5 4 0,-2 12 0,-2 5 0,-4 4-342,-10 2 0,-7 0 342,-16 0 0,-7-2 0,-19-4 0,-6-4 0,-8 1 0,-11-6 0,33-30 0,-1 2 0,-3-4 0,-1 0 0</inkml:trace>
  <inkml:trace contextRef="#ctx0" brushRef="#br0" timeOffset="194">13320 17245 8912,'-6'-12'0,"0"1"0,-2 1 0,5-3 0,-5 1 0,-2-1 0,7 5 0,-5 1 0,8 7 0,0 2 0,0 3 0,0 7 0,0 3 0,0 8 0,0 4 0,-2 5 0,-4 10 0,4 16 0,-5 10 0,-1 11 0,6 12 0,-2-40 0,0 2-239,4 3 0,0 2 0,0 7 0,0 2 239,0 2 0,0 0 0,0-2 0,0-1 0,0-3 0,0-2 0,0-2 0,0-1 0,1-6 0,0-1 0,3 37 0,2-15-13,-2-22 13,-2-15 0,-2-13 0,0 0 0,0-2 0,0-9 0,-2 3 0,-4-3 0,4-5 477,-6 1 1,16-8-478,4 0 7,3-8 0,0 4-7,-3-7 0,3-1 0,-5-5 0</inkml:trace>
  <inkml:trace contextRef="#ctx0" brushRef="#br0" timeOffset="195">22182 16884 8912,'-8'-18'0,"-1"1"0,-3 0 0,3 0 0,1 0 0,4 0 0,-5 7 0,7 2 0,-6 10 0,8 6 0,0 9 0,0 16 0,0 12 0,0 15 0,0 8 0,0 11 0,0 16 0,0-41 0,0 1 0,0 6 0,0 2 0,0 7 0,0 2-337,0 2 0,0 1 0,0 1 0,0 0 337,1 2 0,-2-1 0,-3 1 0,0-1 0,3-7 0,1-2 0,-3-6 0,0-2 0,2-8 0,0-3 0,1 29 0,0-20 0,0-14 0,0-10 0,0-9 0,0-6 0,0-10 0,0-1 0,0-8 0,0-2 0,0-4 1348,0-5-1348,8-4 0,-7-10 0,5-4 0,4-3 0,-1-3 0</inkml:trace>
  <inkml:trace contextRef="#ctx0" brushRef="#br0" timeOffset="196">22750 17382 8912,'0'-17'0,"0"0"0,0 0 0,0 7 0,0 2 0,-8 10 0,-1 4 0,-1 6 0,-5 3 0,3 2 0,-9 2 0,-4 4 0,-1 6 0,-3 5 0,-5 6 0,-7 2 0,1 4 0,-2 4 0,2-4 0,4-4 0,-4-2 0,11-4 0,6-3 0,6-5 0,5-5 0,5-4 0,7-9 0,7-1 0,5-5 0,3 2 0,10 0 0,-4-4 0,8 3 0,5-1 0,6 8 0,6-7 0,-6 5 0,-2-3 0,5 1 0,-3-4 0,-2 2 0,-2-2 0,-9-3 0,4 1 0,-8 4 0,-6-4 0,-6 4 0,-7-4 0,4-2 0,-8 0 0,-2 0 0,-4 0 0,4 0 0,-6 0 0,8 0 0,0-8 0,0-2 0</inkml:trace>
  <inkml:trace contextRef="#ctx0" brushRef="#br0" timeOffset="197">23369 17554 8912,'-11'-9'0,"-1"1"0,-1 2 0,-2 1 0,-2-1 0,-1 8 0,1 3 0,6 11 0,1 9 0,2 3 0,5 9 0,-5-1 0,2 10 0,2 1 0,3 1 0,1-2 0,0 4 0,0-8 0,0 4 0,0-8 0,0-8 0,7-1 0,5-10 0,3-4 0,-2-9 0,5 0 0,-5-6 0,10-6 0,2-5 0,0-10 0,-1-4 0,1-2 0,-2 6 0,-6-11 0,1 3 0,-3-2 0,-4 3 0,3-5 0,-8 5 0,-1 1 0,-7-2 0,-3-1 0,-5 3 0,-7 0 0,0 2 0,-6 2 0,0 6 0,2 0 0,2 0 0,3 5 0,3 3 0,1 1 0,9 2 0,-5 6 0,10 8 0,4 3 0,5 5 0,4 1 0,3 0 0</inkml:trace>
  <inkml:trace contextRef="#ctx0" brushRef="#br0" timeOffset="198">23662 17761 8912,'-17'0'0,"0"-8"0,7 6 0,2-6 0,8 8 0,0 0 0,8 0 0,2 0 0</inkml:trace>
  <inkml:trace contextRef="#ctx0" brushRef="#br0" timeOffset="199">24006 17675 8912,'-17'0'0,"0"7"0,-1 3 0,1 9 0,0 4 0,2 4 0,3 7 0,3 0 0,3 1 0,4-1 0,-2-1 0,8-3 0,8-1 0,3-8 0,2 2 0,0-10 0,0-1 0,8-9 0,-6 5 0,4-8 0,-3 0 0,-5-8 0,-4-3 0,5-4 0,-5-3 0,4 1 0,-5-6 0,-2 0 0,-1 2 0,-5-5 0,6 5 0,-8-6 0,0 2 0,-2-4 0,-2 6 0,-4 2 0,-1 2 0,-3-2 0,-5 4 0,8-4 0,-7 13 0,5-3 0,1 3 0,-1 8 0,7 0 0,-4 8 0,8 3 0,8 5 0,2 1 0</inkml:trace>
  <inkml:trace contextRef="#ctx0" brushRef="#br0" timeOffset="200">24316 17692 8912,'-10'-12'0,"5"1"0,-5 7 0,6-4 0,-7 8 0,7 0 0,-6 2 0,6 4 0,-1 5 0,-1 5 0,6 1 0,0 0 0,0 0 0,0 1 0,0 1 0,0 4 0,0-4 0,0 4 0,0-4 0,6-2 0,1-2 0,3-3 0,3-7 0,3-3 0,-5-2 0,1 0 0,1 0 0,-3-7 0,1-5 0,-7-3 0,3-2 0,-7-1 0,6-1 0,0-2 0,-2-2 0,-2 1 0,-4 4 0,-2 1 0,-2 0 0,-7 0 0,9 1 0,-7 5 0,7-4 0,-6 13 0,4-4 0,5 4 0,-7 4 0,8 4 0,0 3 0,0 9 0</inkml:trace>
  <inkml:trace contextRef="#ctx0" brushRef="#br0" timeOffset="201">24626 17485 8912,'7'-24'0,"-3"4"0,8-2 0,-9 2 0,3 3 0,-4 8 0,-2 1 0,0 25 0,0 12 0,-2 13 0,-2 15 0,-1 6 0,-1 12 0,6 3 0,0 0 0,0-3 0,0-4 0,2-3 0,2 1 0,1 0-967,9 0 967,-12-8 0,5-2 0,-7-7 0</inkml:trace>
  <inkml:trace contextRef="#ctx0" brushRef="#br0" timeOffset="202">25624 15611 8912,'-12'-17'0,"3"0"0,1 0 0,4 0 0,0-1 0,-1 1 0,3 0 0,-4 0 0,4 0 0,2 5 0,0 1 0,0 7 0,0-4 0,2 8 0,2 2 0,2 6 0,-3 11 0,-1 13 0,-2 14 0,0 17 0,6 18 0,-3-29 0,0 2 0,-1 7 0,0 3 0,0 9 0,-1 5 0,1 13 0,0 5-1078,0-26 0,0 2 0,0 2 1078,2 5 0,1 3 0,-1 1 0,0 8 0,-2 2 0,2 0 0,1 1 0,2 0 0,-2-1 0,-1-3 0,0-1 0,0-2-126,-1-7 1,1-2 0,0-1 0,-1-8 0,0 0-1,1-3 1,2 21 0,1-2 125,-1-7 0,-1-3 0,-2-15 0,-2-4 0,2-6 0,0-2 0,-1 30-296,-2-13 296,0-6 0,0-9 0,0-6 0,0-10 0,0-7 659,0-18 0,0-5 0,0-15 0,0-16-659,0-15 0,8 4 0,1-12 0</inkml:trace>
  <inkml:trace contextRef="#ctx0" brushRef="#br0" timeOffset="203">26209 15818 8912,'-17'0'0,"-1"0"0,1 0 0,0 0 0,2 2 0,3 3 0,-3-3 0,13 6 0,-4-8 0,12 0 0,4 0 0,7 0 0,0 0 0,0 0 0,2 0 0,4 0 0,-4 0 0,6-2 0,-2-2 0,0-2 0,0 1 0,0 5 0,0 0 0,0 0 0,-6 0 0,-2 7 0,-1 3 0,-3-1 0,-7 14 0,4-9 0,-8 14 0,0 3 0,-8 3 0,-3 5 0,-5 1 0,-1-2 0,-8 6 0,8-8 0,-2 2 0,6-7 0,1-6 0,3-8 0,3 0 0,4 0 0,4-7 0,4-4 0,5-5 0,4-1 0,4 0 0,2 0 0,2 0 0,8 0 0,-6 0 0,4 0 0,-7 0 0,-2 0 0,-3 2 0,0 4 0,-7-2 0,-5 7 0,-3 3 0,-4 7 0,-3 2 0,-5 7 0,-9-3 0,-4 6 0,-6-5 0,4 5 0,-7-14 0,5 6 0,0-1 0,-5-4 0,13 2 0,-4-8 0,4-3 0,1-7 0,3 2 0,4-12 0,5-5 0,19-20 0,6 2 0,16-13 0</inkml:trace>
  <inkml:trace contextRef="#ctx0" brushRef="#br0" timeOffset="204">26966 16076 8912,'-17'0'0,"0"0"0,-1 0 0,7 0 0,-1 0 0,7 0 0,-7 0 0,8 0 0,-3 7 0,7-5 0,0 6 0,7-8 0,-3 0 0,8 0 0,-1 0 0,1 0 0,-1 0 0,-7 0 0,4 0 0,-8 0 0,-2 0 0,-4 0 0,-4 0 0,-7 0 0,6 0 0,-1 0 0,8 0 0,-3 0 0,7 0 0,2 0 0,3 0 0,-3-8 0,14 4 0,-5-5 0,4 1 0,-5 2 0,5 6 0,-3 0 0,-5 0 0,9 8 0,-7 2 0</inkml:trace>
  <inkml:trace contextRef="#ctx0" brushRef="#br0" timeOffset="205">26966 16162 8912,'0'-12'0,"0"1"0,-6 5 0,1-6 0,-1 9 0,4-5 0,-4 8 0,4 0 0,-7 0 0,3 0 0,4 0 0,-6 2 0,8 4 0,0-4 0,0 7 0,0-3 0,0-4 0,0 5 0,0-7 0,0 0 0,8-7 0,2-3 0</inkml:trace>
  <inkml:trace contextRef="#ctx0" brushRef="#br0" timeOffset="206">27241 15336 8912,'-17'0'0,"0"6"0,2 2 0,3 1 0,3-3 0,5 5 0,-2 3 0,0 3 0,8 6 0,2 6 0,2 3 0,7 10 0,-1 4 0,3 5 0,2 7 0,0-3 0,1 8 0,-3 2 0,-4 2 0,-1-4 0,-6-2 0,1-2 0,-1-3 0,-2-3 0,-2-1 0,0-8 0,0-6 0,0-7 0,0-8 0,0-4 0,2-4 0,4-4 0,-4-3 0,7-10 0,-5-4 0,2-5 0,0-12 0,1-11 0,3-10 0</inkml:trace>
  <inkml:trace contextRef="#ctx0" brushRef="#br0" timeOffset="207">27517 15285 8912,'0'-10'0,"0"3"0,0 8 0,0 7 0,0 9 0,0 16 0,7 13 0,3 9 0,-1 2 0,7 14 0,-5 0 0,3 3 0,-3 3 0,4-3 0,-5-5 0,7 0 0,-5-10 0,-1-8 0,1-3 0,5-13 0,-2 1 0,-3-13 0,3-8 0,-6-7 0,9-8 0</inkml:trace>
  <inkml:trace contextRef="#ctx0" brushRef="#br0" timeOffset="208">28033 15147 8912,'-2'15'0,"-2"-1"0,-3-5 0,-3-1 0,-1 5 0,1-11 0,4 0 0,12-9 0,5-3 0,7-1 0,5-7 0,-2 5 0,7-2 0,3-4 0,1-1 0,9-1 0,-1-1 0,0 2 0,-6-2 0,1 2 0,-1 11 0,-1-5 0,-3 9 0,-1 1 0,-8 2 0,2 4 0,-4 6 0,-2 9 0,-7 8 0,-3 11 0,-7 4 0,0 4 0,0 8 0,-7 5 0,-5 0 0,-5 6 0,-6-5 0,4 5 0,-4-6 0,4 0 0,2-7 0,0-4 0,-1-8 0,1-8 0,8-5 0,-7-2 0,5 0 0,3-8 0,0-7 0,8-10 0,0-5 0,0-9 0,0-5 0,-7-9 0,-3 3 0</inkml:trace>
  <inkml:trace contextRef="#ctx0" brushRef="#br0" timeOffset="209">28067 15078 8912,'-9'-7'0,"-7"5"0,15-6 0,-7 16 0,10 3 0,4 12 0,5 8 0,4 7 0,3 8 0,-1 11 0,0 6 0,0 4 0,0 2 0,1 0 0,-7-6 0,1-2 0,1-4 0,0-9 0,-1-12 0,3-9 0,-11-10 0,7 0 0,1-7 0,-3-10 0,-1-10 0</inkml:trace>
  <inkml:trace contextRef="#ctx0" brushRef="#br0" timeOffset="210">28790 15543 8912,'-17'5'0,"0"3"0,-1 2 0,3 3 0,2 4 0,3 6 0,3 6 0,1 5 0,6 6 0,0 10 0,0 7 0,0-1 0,0-3 0,8-1 0,3-3 0,4-3 0,2-6 0,1-11 0,-1-6 0,0-4 0,0-10 0,1-5 0,-1-15 0,0-12 0,0-8 0,0-5 0,1-4 0,-1-6 0,0-4 0,0 1 0,0 3 0,-5-4 0,-3 6 0,-1-2 0,-4 3 0,-2 0 0,-2 3 0,0 8 0,0 3 0,-8 6 0,-3 12 0,-5 3 0,-1 8 0,0 0 0,0 15 0,5-1 0,1 15 0,-1-7 0,-5 7 0,8-8 0,-7 12 0,7-7 0</inkml:trace>
  <inkml:trace contextRef="#ctx0" brushRef="#br0" timeOffset="211">28721 16110 8912,'-17'8'0,"0"-6"0,5 5 0,1-7 0,7 0 0,4 0 0,12-9 0,11-9 0,5-8 0,7-7 0,5-1 0,-4 5 0,4 1 0,-3-1 0,5-13 0,2-2 0</inkml:trace>
  <inkml:trace contextRef="#ctx0" brushRef="#br0" timeOffset="212">29324 14700 8912,'-6'-25'0,"0"-3"0,-2 3 0,3 2 0,3 11 0,-6 20 0,8 11 0,0 17 0,0 3 0,0 1 0,0 13 0,0-3 0,0-2 0,2 1 0,4-9 0,-2 8 0,7-2 0,1-4 0,3-4 0,0-5 0,2-5 0,-3-7 0,11 2 0,-6-11 0,4-6 0,3-4 0,5-2 0,2 0 0,3 0 0,2-8 0,-9-9 0,-1-12 0,1-3 0,6-3 0</inkml:trace>
  <inkml:trace contextRef="#ctx0" brushRef="#br0" timeOffset="213">30167 14219 8912,'-2'-12'0,"-4"1"0,-3-3 0,-3 1 0,1 2 0,-3 5 0,-1 4 0,-2 2 0,0 10 0,-3 7 0,-3 9 0,4 20 0,-4 8 0,4 7 0,2 10 0,0 7 0,5 4 0,3 0 0,1-2 0,2-7 0,8 2 0,6-9 0,7-8 0,6-12 0,10-18 0,-2-11 0,3-1 0,3-11 0,-1-1 0,-5-9 0,-1-7 0,-7-11 0,4-4 0</inkml:trace>
  <inkml:trace contextRef="#ctx0" brushRef="#br0" timeOffset="214">30373 14408 8912,'-11'21'0,"-1"-4"0,1 4 0,-6-11 0,-1 7 0,1 6 0,2 2 0,3 1 0,-3 3 0,13 7 0,-3 2 0,3 3 0,2-1 0,7-6 0,5-1 0,3-5 0,4-3 0,2-8 0,4-1 0,2-5 0,-6-3 0,4-8 0,-6 0 0,4 0 0,-4-8 0,6-3 0,-6-12 0,4-6 0,-10-5 0,4-7 0,-5 3 0,-1-8 0,5 1 0,-14-7 0,3 0 0,-3 1 0,-4 7 0,-3 4 0,-7 3 0,-3 3 0,5 7 0,-5 10 0,3 11 0,-3 5 0,-10 1 0,6 7 0,-4 5 0,6 3 0,4 2 0,1 0 0,1 0 0,-6 1 0</inkml:trace>
  <inkml:trace contextRef="#ctx0" brushRef="#br0" timeOffset="215">30236 14735 8912,'-18'9'0,"7"-1"0,-1-8 0,1 0 0,1 0 0,3 0 0,7 0 0,13-8 0,6-3 0,6-5 0,4-3 0,7-2 0,2-2 0,3 2 0,4 4 0,-4 6 0,-1-3 0,-6 9 0,1-7 0,-1 6 0,0 1 0,1 5 0</inkml:trace>
  <inkml:trace contextRef="#ctx0" brushRef="#br0" timeOffset="216">30855 14459 8912,'-9'0'0,"-7"8"0,14-6 0,-5 13 0,7-5 0,0 7 0,0 2 0,0 4 0,0-4 0,0 14 0,2-5 0,3 5 0,-3 1 0,12 1 0,-7-1 0,3 0 0,-6 1 0,9-3 0,-5-3 0,1-6 0,-5-4 0,11-4 0,-3-3 0,3-7 0,-3-3 0,-1-2 0,3-2 0,1-3 0,2-13 0,-7-1 0,5-21 0,-6 4 0</inkml:trace>
  <inkml:trace contextRef="#ctx0" brushRef="#br0" timeOffset="217">30890 14683 8912,'-10'0'0,"2"0"0,8 0 0,2 0 0,4 0 0,9-2 0,10-4 0,2-5 0,-4 1 0,6-1 0,-8-8 0,3-8 0</inkml:trace>
  <inkml:trace contextRef="#ctx0" brushRef="#br0" timeOffset="218">30855 13926 8912,'-9'21'0,"3"-3"0,4-3 0,2 8 0,2-4 0,4 4 0,5 4 0,10 1 0,2 5 0,8 9 0,-3 4 0,-1 9 0,2 2 0,-1 8 0,5 0 0,-4 8 0,-1-4 0,-9 1 0,-5-7 0,-5-3 0,-3 5 0,-8-14 0,-5 1 0,-11-10 0,1-14 0,-15 5 0,5-6 0</inkml:trace>
  <inkml:trace contextRef="#ctx0" brushRef="#br0" timeOffset="219">31113 13669 8912,'0'-18'0,"0"7"0,0-1 0,2 9 0,4-3 0,-2 19 0,7 12 0,1 13 0,-3 14 0,7 9 0,-7 14 0,3 7 0,-1 7 0,1-1 0,3 4 0,-4-4 0,5 2 0,-5-6 0,2-12 0,-1-11 0,1-9 0,-7-6 0,7-6 0,-1-11 0,-4-5 0,7-8 0,-4-5 0,5-3 0,1-10 0,0-4 0,0-11 0,0-17 0,1-10 0</inkml:trace>
  <inkml:trace contextRef="#ctx0" brushRef="#br0" timeOffset="220">31475 13479 8912,'-10'-32'0,"2"3"0,1 6 0,5 4 0,-6 10 0,8 11 0,0 17 0,0 13 0,6 14 0,2 17 0,1 12 0,3 9 0,5 7 0,-8-39 0,-1 1-47,1 7 1,-1 1 0,2-1 0,-1 0 0,2 3 0,-1 0 0,2-2 0,1-1 46,1-3 0,-1 0 0,-3-1 0,1-1 0,4-5 0,1-1 0,7 43 0,0-16 0,-6-18 0,-6-7 0,1-5 0,1-6 0,2-11 0,-3-4 0,-1-8 0,1 0 0,5-7 0,-7-10 0,-3-17 0,-7-10 0</inkml:trace>
  <inkml:trace contextRef="#ctx0" brushRef="#br0" timeOffset="221">27861 13789 8912,'-17'11'0,"-1"1"0,1-1 0,2 1 0,3-1 0,5 1 0,7 5 0,0 0 0,0 0 0,2 8 0,3 4 0,5 5 0,0 6 0,3-5 0,-7 1 0,-2-6 0,-3 1 0,-1-4 0,0 1 0,0-12 0,0 1 0,0-2 0,0-7 0,-5-2 0,-1-12 0,0-4 0,6-7 0,-6-8 0,1-5 0,1-8 0,2-1 0,2-7 0,2 1 0,4 1 0,-4-6 0,7 14 0,-3-4 0,-2 9 0,7 2 0,1 8 0,5 6 0,0 15 0,0 10 0,0 14 0,1 11 0,5-1 0,0 6 0,0-3 0,-6-3 0,2 0 0,2-1 0,2-4 0,0-5 0,-6-12 0,0-1 0,0-7 0,1 0 0,-1-8 0,0-5 0,0-9 0</inkml:trace>
  <inkml:trace contextRef="#ctx0" brushRef="#br0" timeOffset="222">28188 13840 8912,'0'-17'0,"0"0"0,-8 0 0,6 7 0,-5 3 0,7 16 0,0 8 0,0 3 0,0 6 0,0 1 0,0 0 0,7 0 0,5 1 0,3-5 0,2-4 0,-5-7 0,-1-3 0,3-1 0,1-2 0,2-8 0,0-4 0,-7-5 0,-4-12 0,-5 3 0,-1-2 0,0-5 0,0 6 0,-1-6 0,-5 2 0,-4 2 0,-7 6 0,0 0 0,0 7 0,-1 5 0,1-5 0,0 1 0</inkml:trace>
  <inkml:trace contextRef="#ctx0" brushRef="#br0" timeOffset="223">28463 13720 8912,'10'-8'0,"-5"-3"0,5 3 0,-8-7 0,13 13 0,-5-4 0,7 12 0,-7 4 0,3 7 0,-7 0 0,5 0 0,-5 1 0,-2-1 0,-2 0 0,-2-6 0,0 1 0,0 1 0,0-3 0,0 1 0,0-7 0,0 2 0,0-12 0,0-11 0,0-2 0,0-6 0,0 0 0,0-2 0,0-7 0</inkml:trace>
  <inkml:trace contextRef="#ctx0" brushRef="#br0" timeOffset="224">28721 13548 8912,'10'8'0,"-3"-6"0,-1 7 0,2-5 0,1 2 0,-5 0 0,12-5 0,-5 5 0,4-2 0,3 8 0,-7-7 0,0 7 0,-7-7 0,2 7 0,-4-8 0,4 11 0,-1-4 0,1-1 0,-6 1 0,0 1 0,-2 5 0,-3 0 0,3-5 0,-4-1 0,2-7 0,-2 2 0,4-6 0,-5-6 0,1-5 0,0-5 0,1-1 0,5-2 0,0-4 0,0-2 0,0-3 0,1 3 0,5 8 0,-2-1 0,7 1 0,-5 2 0,6 3 0,-1 5 0,-1 14 0,-5 5 0,3 3 0,-2 2 0,0 6 0,-5 0 0,5-2 0,-4-2 0,4-1 0,-4-1 0,-2 0 0,0-8 0,7-1 0,-5-16 0,4-3 0,4-4 0,-7-4 0,9-4 0,-6-2 0,5-4 0,1-3 0,5 3 0,0-1 0,0 1 0,0 4 0,1 8 0,-1 0 0,0 7 0,-5-3 0,-1 9 0,2 6 0,3 7 0,1 14 0,-6-4 0,1 4 0,-1-4 0,8-1 0,4-1 0,-3 0 0,6-7 0,-3-5 0,4 5 0,7-1 0</inkml:trace>
  <inkml:trace contextRef="#ctx0" brushRef="#br0" timeOffset="225">29565 13153 8912,'-6'11'0,"0"1"0,-7-1 0,5 6 0,-5 1 0,3-1 0,2 0 0,3 6 0,5 0 0,0 0 0,0-6 0,0 0 0,0 0 0,0 0 0,2 1 0,3-3 0,7-4 0,3-3 0,2-8 0,1 0 0,-1 0 0,6-8 0,0-3 0,0-4 0,-6-4 0,0-4 0,0-6 0,-2 2 0,-3-1 0,-4 1 0,-8-2 0,-2-1 0,-4 5 0,-6-2 0,3 6 0,-3-2 0,1 10 0,-6 3 0,0 3 0,5-5 0,1 6 0,-1-7 0,-5 3 0</inkml:trace>
  <inkml:trace contextRef="#ctx0" brushRef="#br0" timeOffset="226">30150 12637 8912,'-6'-17'0,"0"0"0,-7 7 0,1 4 0,3 4 0,-3 2 0,1 0 0,1 8 0,4 3 0,-1 12 0,1 6 0,2 4 0,2 3 0,2 2 0,0 4 0,0 2 0,0-6 0,0 10 0,0-8 0,6 6 0,0-6 0,0 2 0,-6-2 0,1-5 0,5-1 0,-4-7 0,6-2 0,-8 1 0</inkml:trace>
  <inkml:trace contextRef="#ctx0" brushRef="#br0" timeOffset="227">29909 13101 8912,'0'10'0,"3"-3"0,9-7 0,-1 0 0,22-7 0,-4-5 0,5-3 0,6-2 0,4-8 0,8-2 0</inkml:trace>
  <inkml:trace contextRef="#ctx0" brushRef="#br0" timeOffset="228">30683 12654 8912,'-15'-27'0,"3"4"0,-3 10 0,4 2 0,-5-3 0,-1 7 0,-2 1 0,-4 4 0,4 4 0,-4 4 0,4 5 0,2 12 0,5-2 0,3 8 0,-1 1 0,0 3 0,7-1 0,-3-3 0,4 1 0,2-7 0,2 2 0,4-2 0,-3-10 0,9 5 0,-1-5 0,7 2 0,-1-3 0,0-5 0,0-7 0,0 0 0,1 0 0,-1 2 0,0 2 0,0 2 0,-7 0 0,5-1 0,-5 3 0,-1 2 0,5 1 0,-9 6 0,1 0 0,-6 1 0,0-1 0,0 0 0,0 0 0,-8-5 0,-3-3 0,-4-1 0,-8-2 0,0-6 0,0 0 0,6 0 0,-1 0 0,3-2 0,4-4 0,3-4 0,8-7 0,0 0 0,0 0 0,8-6 0,3-2 0,4-2 0,8 4 0,0-5 0,8 7 0,-10-12 0,8 5 0,-1-3 0,7 2 0,-7-3 0,1 3 0,2-3 0,-6-3 0,-1 9 0,-8 3 0,-5 4 0,-5 1 0,3 9 0,-7 1 0,4 8 0,-12 0 0,4 2 0,-5 4 0,-1 5 0,6 6 0,-4 6 0,5-3 0,1 2 0,0 5 0,0-8 0,0 4 0,0-4 0,0-1 0,5-1 0,3 0 0,2 0 0,-5 0 0,7 0 0,-7-5 0,7-1 0,-1-7 0,7 2 0,-1-4 0,0-2 0,0 0 0,0-8 0,1-1 0,-1-9 0</inkml:trace>
  <inkml:trace contextRef="#ctx0" brushRef="#br0" timeOffset="229">31130 12689 8912,'-9'0'0,"1"0"0,8 0 0,0 0 0,0 7 0,0 5 0,8-5 0,-4 1 0,7-8 0,3 0 0,1 0 0,8 0 0,0 0 0,2 0 0,-2 0 0,1 0 0,7 0 0,-2 0 0,-1 0 0,7 0 0,-3 0 0,-3 0 0,4 0 0,-14-6 0,4-1 0,-4-3 0,-10-1 0,-1-1 0,-8 1 0,-8 5 0,-3-6 0,1 9 0,-1-3 0,-3-2 0,-9 2 0,4 1 0,-4 5 0,4 7 0,2 5 0,0 3 0,0 2 0,5 1 0,1-1 0,5 0 0,-4 0 0,3 0 0,1-5 0,6-1 0,0 1 0,0 5 0,2-8 0,4-3 0,3-4 0,8-2 0,1-2 0,-1-4 0,0-3 0,6-10 0,0-4 0,0 2 0,-6-8 0,0-1 0,-1-9 0,-5-1 0,-1-2 0,-5 2 0,-3 4 0,4-4 0,-4 3 0,-2 5 0,0 3 0,0 10 0,0 8 0,0 7 0,-2-2 0,-4 12 0,4 5 0,-3 10 0,3 2 0,2 8 0,0 1 0,0 8 0,0 1 0,0-7 0,0 0 0,0-1 0,0-4 0,5-3 0,1-3 0,6-4 0,-5 2 0,1-5 0,0-5 0,5-7 0,-2 2 0,-3-4 0,7-4 0,-3-4 0,3-6 0,-5-3 0,3-2 0,-5 0 0,1 0 0,-3-1 0,6 1 0,-9 0 0,7 2 0,-4 3 0,-4 5 0,5 14 0,-7-3 0,0 7 0,0 1 0,0 5 0,0 0 0,0 1 0,0-1 0,0 0 0,0 0 0,0-5 0,0-1 0,-7-7 0,-3 4 0</inkml:trace>
  <inkml:trace contextRef="#ctx0" brushRef="#br0" timeOffset="230">31784 12551 8912,'0'-17'0,"0"0"0,0 7 0,2-5 0,4 3 0,-2 3 0,7-3 0,3-1 0,9 5 0,-4 1 0,6 7 0,0 0 0,-6 0 0,6 0 0,-8 0 0,0 0 0,-6 0 0,1 0 0,-8 7 0,3 3 0,-7 1 0,-2 1 0,-3 1 0,-5 1 0,-7-3 0,5 4 0,1-3 0,0 3 0,-7 2 0,3 0 0,4 1 0,-3-7 0,8 0 0,-5 1 0,5 5 0,0 0 0,6 1 0,-5-1 0,-1 0 0,0-6 0,6 1 0,6-6 0,0 5 0,9-7 0,0 2 0,6-4 0,0-2 0,4-8 0,-2-4 0,8-3 0,-10-2 0,7 0 0,-6-6 0,0 0 0,-2 0 0,-3 6 0,0 0 0,-2-1 0,-3 1 0,-5 6 0,-5 1 0,4 3 0,-4 1 0,6 6 0,-8 7 0,-2 1 0,-2 5 0,-4 1 0,-1 5 0,5-2 0,-2 6 0,-2-10 0,3-1 0,-1-1 0,6 7 0,0-1 0,0-8 0,0-1 0,0-8 0,2-8 0,4-3 0,3-4 0,3-1 0,-1 5 0,3-4 0,8 3 0,-10 4 0,11-5 0,-12 7 0,5-5 0,1 5 0,0-5 0,0 5 0,1 2 0,-3 0 0,-4-1 0,5 3 0,-7-8 0,6 4 0,-3-5 0,3 1 0,-3-1 0,1-6 0,-1-6 0,1-2 0,-5 4 0,-1-4 0,1-2 0,5-1 0,-11-12 0,4-1 0,2-1 0,-3 2 0,1 4 0,-6-2 0,0 7 0,0 6 0,-8 8 0,1 15 0,-5 8 0,-3 15 0,3 8 0,5 5 0,-1 6 0,2 6 0,1 4 0,-1 1 0,0 1 0,1-1 0,-1 1 0,6-2 0,0-4 0,0 3 0,0-3 0,7-4 0,-5 0 0,14-7 0,-7-1 0</inkml:trace>
  <inkml:trace contextRef="#ctx0" brushRef="#br0" timeOffset="231">32473 12345 8912,'0'-18'0,"0"1"0,2 0 0,3 0 0,13 7 0,10-5 0,12 4 0,12-3 0,11 3 0,10-3 0,1 7 0,-1-3-327,-2-1 1,-10-14 0,-2-2 0</inkml:trace>
  <inkml:trace contextRef="#ctx0" brushRef="#br0" timeOffset="232">32215 13703 8912,'-10'-2'0,"2"-2"0,1-2 0,5 1 0,-6 3 0,8-4 0,0 4 0,0-5 0,0 7 0,0 0 0,-7 7 0,-5 5 0,-11 11 0,-4 11 0,-7 12 0,-6 3 0,-2 5 0,-2 3 0,6-3 0,-3 5 0,13-7 0,5-1 0,4-7 0,9-4 0,4-11 0,6-10 0,6-8 0,11-7 0,14 2 0,7-4 0,-2-2 0,16-8 0,-2-3 0,5-4 0,3-3 0,-7 1 0,1 0 0,-1 0 0,-7 0 0,-1-1 0,-9 1 0,-7 0 0,-4 0 0,-12 7 0,-3-5 0,-8 13 0,-2-4 0,-4 12 0,2 4 0,-7 7 0,-3 0 0,-9 0 0,-3 0 0</inkml:trace>
  <inkml:trace contextRef="#ctx0" brushRef="#br0" timeOffset="233">32610 13755 8912,'12'0'0,"-1"0"0,-7-8 0,4 4 0,-8-7 0,-2 7 0,-4-2 0,-5 6 0,-5 6 0,-1-4 0,6 19 0,-1-4 0,1 4 0,1 4 0,-3-4 0,7 7 0,-5-5 0,5 6 0,0-2 0,6 3 0,0-1 0,0-8 0,0 4 0,0-8 0,2 0 0,4 0 0,3-5 0,9-1 0,-1-7 0,6 2 0,0-12 0,5-3 0,-5-9 0,8-6 0,-4-5 0,-1-4 0,-3-1 0,-3 0 0,-3-1 0,-8 1 0,-3-1 0,-4 7 0,-2-1 0,-8 8 0,-3-2 0,-6 4 0,-4 2 0,-2 0 0,0 7 0,5 3 0,1 7 0,8-8 0,-7 6 0,15-6 0,-7 8 0</inkml:trace>
  <inkml:trace contextRef="#ctx0" brushRef="#br0" timeOffset="234">32955 13703 8912,'9'9'0,"-1"7"0,-8-14 0,0 5 0,0-7 0,0 0 0,7 0 0,5 0 0,3-7 0,2-3 0</inkml:trace>
  <inkml:trace contextRef="#ctx0" brushRef="#br0" timeOffset="235">33247 13669 8912,'0'11'0,"0"0"0,-6-5 0,1 6 0,-9-9 0,10 11 0,-7-8 0,5 5 0,-5-5 0,5 7 0,-5-1 0,7 3 0,-2 2 0,-2 0 0,3 0 0,-1 1 0,6-1 0,0 0 0,0 0 0,6-5 0,-1-1 0,9-5 0,-3 5 0,5-7 0,1 0 0,0-8 0,0-7 0,0-5 0,-1-1 0,-5 0 0,3-6 0,-9 0 0,1-2 0,-6 4 0,0-2 0,0 1 0,-2 0 0,-4 3 0,-5 4 0,3 2 0,-7-4 0,7 5 0,-3 1 0,-3 5 0,9-6 0,-1 9 0,6-5 0</inkml:trace>
  <inkml:trace contextRef="#ctx0" brushRef="#br0" timeOffset="236">33419 13651 8912,'17'0'0,"-7"0"0,-2 0 0,-8 0 0,0 0 0,-2 8 0,-4 3 0,2 5 0,-7 1 0,7 0 0,-2 0 0,4 6 0,2 0 0,0-2 0,0-2 0,0-2 0,0 1 0,0-1 0,0-8 0,8 5 0,3-8 0,-1-1 0,1-5 0,1-2 0,5-3 0,0-7 0,0-11 0,1 4 0,-3-6 0,-4 0 0,-3-1 0,-2-3 0,0 0 0,-1 8 0,-5-2 0,-5 4 0,-3 2 0,-2 0 0,-1 2 0,-6 3 0,-1 6 0,9 5 0,-6-7 0,5-2 0</inkml:trace>
  <inkml:trace contextRef="#ctx0" brushRef="#br0" timeOffset="237">33660 13393 8912,'0'-17'0,"0"0"0,0 8 0,0 3 0,0 12 0,0 3 0,0 25 0,0 12 0,0 8 0,0 13 0,0 3 0,0 11 0,0-1 0,2 10-204,4 1 0,-2-42 1,3 0 203,16 42 0,-7-44 0,3-2 0,25 41 0</inkml:trace>
  <inkml:trace contextRef="#ctx0" brushRef="#br0" timeOffset="238">27345 17296 8912,'7'0'0,"-5"2"0,-6 4 0,-9-2 0,1 7 0,-1 1 0,0 3 0,1-2 0,-1-1 0,3-1 0,1 6 0,1 1 0,4-1 0,-3 2 0,1 2 0,2 4 0,2 2 0,4-5 0,4 7 0,5 2 0,5 1 0,3 1 0,2-3 0,2-1 0,7 0 0,-9-3 0,6-3 0,-2-4 0,5-2 0,-10-5 0,3-3 0,-4-1 0,-8 0 0,1-2 0,-9-5 0,-1 15 0,-9-7 0,-3 1 0,-9 5 0,-2-5 0,-6 7 0,2 0 0,-5 0 0,11 0 0,-6 1 0,0-1 0,6-8 0,-4-3 0,4-4 0,2-10 0,-1-1 0</inkml:trace>
  <inkml:trace contextRef="#ctx0" brushRef="#br0" timeOffset="239">27775 17193 8912,'11'0'0,"-1"2"0,-3 4 0,7-2 0,-3 7 0,1 1 0,5 5 0,-4 2 0,10 6 0,-4 9 0,6 8 0,-6 10 0,4-1 0,-3 1 0,-3 1 0,0 1 0,-2-1 0,-3-3 0,3-10 0,-13 2 0,4-8 0,-12-3 0,-7-8 0,-9-12 0,3 1 0,-5-3 0</inkml:trace>
  <inkml:trace contextRef="#ctx0" brushRef="#br0" timeOffset="240">27861 17640 8912,'9'-9'0,"7"-7"0,-5 7 0,4-1 0,3-5 0,-1 11 0,2-7 0,4-3 0,-2 5 0,8-3 0,-1 1 0,7-12 0,-1 0 0,1 0 0,1 4 0,4-4 0,-9 10 0,1-5 0,-5 3 0,-10 8 0,-5 1 0,-9 4 0,5 10 0,-8 3 0,0 10 0,0 4 0,0 2 0,0 1 0,-6-1 0,1-4 0,1-4 0,2 4 0,2 0 0,0 0 0,0-14 0,0-3 0,0-12 0,0-3 0,0-8 0,2-8 0,4-4 0,-5-1 0,5 1 0,-4-2 0,0 8 0,2 2 0,2 2 0,-3 2 0,-1 8 0,0-1 0,4 4 0,4-3 0,7-9 0</inkml:trace>
  <inkml:trace contextRef="#ctx0" brushRef="#br0" timeOffset="241">28738 17262 8912,'0'9'0,"8"7"0,-6-14 0,8 13 0,-7-4 0,3 5 0,6 3 0,-7 4 0,3 3 0,-2 9 0,-2 1 0,7 4 0,-7 2 0,2 4 0,1 2 0,1-8 0,0-2 0,-1-1 0,-1-3 0,-6-7 0,0-4 0,0-4 0,0-10 0,0-1 0,-2-10 0,-4-4 0,-3-11 0,-8-10 0</inkml:trace>
  <inkml:trace contextRef="#ctx0" brushRef="#br0" timeOffset="242">28704 17210 8912,'8'-17'0,"-1"0"0,5 0 0,3-2 0,-3 0 0,3 1 0,2-3 0,0 18 0,1-7 0,-1 2 0,8 3 0,-6 5 0,4 2 0,-4 3 0,-8 5 0,-1 7 0,-3 2 0,-3 4 0,-2-4 0,-8 12 0,1-8 0,-14 5 0,1-3 0,-1 2 0,-7-6 0,6 4 0,-4-8 0</inkml:trace>
  <inkml:trace contextRef="#ctx0" brushRef="#br0" timeOffset="243">29048 17073 8912,'0'-17'0,"0"-1"0,-2 7 0,-3-1 0,3 9 0,-6-5 0,8 10 0,0 4 0,0 5 0,8 12 0,1 4 0</inkml:trace>
  <inkml:trace contextRef="#ctx0" brushRef="#br1" timeOffset="244">25985 15353 8912,'-19'-26'0,"-4"-5"0,13 8 0,1 2 0,1 2 0,3 2 0,-1 0 0,0 5 0,6 1 0,-2 1 0,-4-1 0,4 3 0,-11 16 0,7 3 0,-1 6 0,3 8 0,-2 10 0,2 9 0,-5 13 0,7 6 0,-4 11 0,4 7 0,2 10 0,2 7 0,0-44 0,2 1-54,1 2 1,1 0 0,2 5-1,0 1 1,1 1 0,1 1 0,0 0-1,1 0 54,0-1 0,1 0 0,3 2 0,0-2 0,-5-11 0,-1-1 0,3 3 0,-1-1 0,-1-1 0,0-1 0,-2 2 0,1-1-525,0-1 0,-1-1 525,1 41 0,5-16 0,-8-7 0,5 0 0,-3-2 0,1-4 0,-5-11 0,4-14 0,-2-8 0,-1-7 0,3-6 0,-2-5 0,-4-4 381,5-8-381,1 0 548,-6 0 0,7 0-548,-3 0 0,4 0 0,7 0 0,0 0 0,0 0 0,0 0 0,6 0 0,2 0 0,2 0 0,-4 1 0,4 3 0,-1 2 0,1-2 0,2 5 0,5 3 0,-5-5 0,0-1 0,5 2 0,6-2 0,8 5 0,-2-5 0,11-1 0,6-5 0,4 0 0,2 0 0,0 0 0,-2-5 0,-4-3 0,-6-1 0,-1 5 0,-1-4 0,3 2 0,-3 1 0,-1-3 0,-3 2 0,1 4 0,5-7 0,1 5 0,-3-2 0,4-1 0,-1 1 0,-1 4 0,0-13 0,1 3 0,-3-3 0,6-2 0,3 0 0,4-3-151,7-2 0,-4 2 151,3-3 0,-3-3 0,-8 7 0,-2-4 0,-1 4 0,-9 7 0,-5 1 0,-6 7 0,4-2 0,0 4 0,0 2 0,0 0 0,2 0 0,4 0 0,-4 0 0,0 0 0,5 0 0,-11 0 0,16-2 0,-14-1 151,2-3 0,-4-2-151,6 2 0,-8 3 0,2-9 0,-1 8 0,1-1 0,-4 3 0,4 2 0,-9 0 0,-3 0 0,-5 0 0,6 0 0,-6 0 0,6 0 0,-6 0 0,3 0 0,-1 0 0,-4 0 0,6-8 0,-6 6 0,6-4 0,-2 4 0,0-3 0,-3-1 0,5-2 0,8 3 0,-3 1 0,-3-8 0,3 7 0,-3-7 0,9 6 0,2-5 0,1 5 0,-7-5 0,2 5 0,5-5 0,-5 5 0,4-6 0,-4 9 0,-3-5 0,-3 2 0,-1 0 0,-6-1 0,6 1 0,-6 2 0,5-7 0,-5 5 0,6-5 0,0 7 0,7-15 0,4 3 0,6-3 0,4 2 0,1-12 0,7 7 0,-1-7 0,0 8 0,-5-2 0,-2 4 0,-4 2 0,1-1 0,-6 1 0,-7 0 0,-5 0 0,-6 0 0,5-2 0,3-2 0,1-2 0,-5 0 0,6 6 0,-5-3 0,5-3 0,1 2 0,1-7 0,-3 7 0,-1-2 0,-4 4 0,-3 2 0,-1-6 0,-5 0 0,-1 0 0,0 6 0,6-1 0,0 1 0,0-6 0,-6 0 0,0-5 0,1 5 0,1-2 0,4 2 0,-4 2 0,4-8 0,-2 3 0,2-3 0,-2-4 0,7 5 0,1-10 0,5-2 0,3-1 0,1 7 0,2 0 0,-2-1 0,3 3 0,-7 3 0,2 2 0,-13 4 0,6 2 0,-6-7 0,7 7 0,-1-2 0,-4-2 0,-2 2 0,-4-2 0,-2 2 0,8 4 0,-6-11 0,4 5 0,-4-2 0,4 6 0,0-4 0,-2 0 0,0 4 0,2-7 0,-4 5 0,4-6 0,-4-1 0,1 3 0,2-2 0,-2 6 0,3-5 0,1 7 0,-1-2 0,0-2 0,-6 2 0,5 0 0,-5 6 0,4 0 0,-10-1 0,-1 1 0,1 0 0,-7 0 0,2 0 0,1-1 0,-1 1 0,6 0 0,-7 0 0,9-8 0,-10 6 0,5-6 0,-1 0 0,-1 4 0,-1-7 0,-4 1 0,4-2 0,2-3 0,-3 1 0,-1-5 0,-2-4 0,-2 0 0,0 5 0,8-7 0,-6-2 0,3-5 0,-3 3 0,-2-4 0,0 4 0,0-3 0,0-3 0,0 0 0,0 1 0,-2 5 0,-3 0 0,1 6 0,-8-6 0,1 8 0,-6-2 0,5 5 0,1 7 0,-1-3 0,-5 8 0,0-7 0,5 11 0,1-4 0,-3 4 0,1-1 0,0-1 0,1 0 0,-1 6 0,5-2 0,-7 7 0,3-7 0,-3 0 0,-2 0 0,0 0 0,-6 5 0,-2 3 0,-2-1 0,-4 1 0,5-1 0,-3-1 0,2-3 0,-1 8 0,-5-5 0,4 5 0,-1-1 0,1 1 0,-3 4 0,3-4 0,0 4 0,-5 2 0,3-5 0,-11-1 0,0 2 0,-4 2 0,-5 2 0,-7 0 0,5 0 0,-5 0 0,5 0 0,1 0 0,1 2 0,-1 4 0,0-2 0,1 5 0,-3 1 0,-3-1 0,-1-3 0,-10 5 0,3 1 0,-10 5 0,4-5-147,2-1 1,-1 0 146,-5 7 0,2 1 0,-7 4 0,6-4 0,-7 4 0,7-2 0,-7 2 0,9-4 0,-3 4 0,12-4 0,-4 4 0,4 0 0,-4-2 0,-4 0 0,-3 0 0,-7 2 0,-3-2 0,0-2 0,4-2 0,-2 0 0,7 0 0,1-5 0,5-1 0,-6 1 0,1 5 0,5-6 0,6 1 0,7-6 0,-1 5 0,-1 0 0,7 7 0,1-7 0,10 1 0,2-1 0,-10 6 0,-4 0 0,-3 1 0,-3-1 0,7 0 0,-1 8 0,-5-6 0,0 4 0,1-4 0,10-2 0,6 0 0,4 1 0,1-1 0,3-2 0,3-4 0,-3 5 0,11-14 0,-8 5 73,-2 1 0,-1 0 1,-3 5-1,-1-2-73,-4 3 0,4 1 0,-14 2 0,4 0 0,-4 1 0,-1-1 0,-1 0 0,6 2 0,0 4 0,8-6 0,-2 0 0,11-1 0,6-11 0,-4 9 0,6-12 0,-5 5 0,1 1 0,2-6 0,-2 6 0,-2-8 0,-3 2 0,-3 1 0,-3 3 0,-4 2 0,-1-3 0,3-1 0,-8 8 0,2-7 0,-2 7 0,6-8 0,12 1 0,-3 3 0,8-2 0,2 0 0,2 1 0,2-5 0,-1 4 0,1-4 0,0-2 0,0 0 0,-2 0 0,-2 0 0,-2 0 0,2 0 0,-6 0 0,-2 0 0,3 0 0,-3 0 0,6 2 0,-6 3 0,6-3 0,-4 4 0,3-4 0,1-2 0,5 0 0,-1 2 0,-4 4 0,4-5 0,-6 7 0,8-6 0,0 4 0,0-4 0,-6 11 0,0-7 0,2-2 0,2 3 0,2 1 0,-1 0 0,1-1 0,6 5 0,-1-7 0,1 7 0,-6-6 0,3 5 0,-3-5 0,11 7 0,-17-9 0,12 6 0,-5-3 0,-1 7 0,0-3 0,0-1 0,0-1 0,-1 1 0,1-1 0,0 1 0,0 1 0,5 3 0,1-9 0,5 7 0,-5-7 0,5 7 0,-6-6 0,9-1 0,-13 1 0,5 0 0,1 5 0,-1-3 0,-3 2 0,5-5 0,-3 7 0,1-8 0,-6 11 0,0-4 0,1-1 0,3-1 0,3 1 0,3 0 0,-7-7 0,10 11 0,-7-9 0,5 3 0,-5-2 0,7-2 0,-2 7 0,-3-7 0,7 4 0,-12-7 0,9 5 0,-1-4 0,6 6 0,-2-8 0,-2 2 0,-2 3 0,1-3 0,-3 14 0,-2-5 0,1 4 0,-5-3 0,9-1 0,-3-7 0,2 2 0,4 3 0,-5-5 0,7 8 0,-8-9 0,6 5 0,-5-8 0,7 2 0,0 4 0,0-2 0,0 7 0,0-5 0,0 5 0,0 3 0,0 1 0,2 4 0,1 2 0,5 2 0,2 0 0,3 2 0,2-6 0,2 4 0,8 2 0,4-3 0,11 3 0,6-2 0,4-4 0,1 6 0,1-8 0</inkml:trace>
  <inkml:trace contextRef="#ctx0" brushRef="#br1" timeOffset="245">29599 17778 8912,'-10'-8'0,"-5"6"0,4-4 0,-5 5 0,7-1 0,1-2 0,0-2 0,5 0 0,-9 6 0,1-2 0,1-3 0,1 3 0,3-4 0,2 4 0,-7 2 0,-1 0 0,2 0 0,3 0 0,9 8 0,3 3 0,-1-1 0,8 1 0,-6 1 0,5 5 0,-7 0 0,9 0 0,-7 0 0,0 1 0,-1-7 0,1 1 0,0-9 0,2 13 0,-7-16 0,7 0 0,0-10 0,-6-5 0,5-4 0,-7-4 0,0-6 0,0-1 0,0 1 0,0-4 0,0 14 0,0-4 0,0 4 0,2 4 0,4 4 0,-4 7 0,4 15 0,3 8 0,-5 18 0,7 3 0,3 6 0,-7-4 0,9 5 0,-5-6 0,3-1 0,-1-8 0,-2-3 0,1-6 0,-2-4 0,5-10 0,-6-1 0,9-8 0,-1-8 0,0-3 0,0-12 0,-1-6 0,-3-9 0,-2-2 0,-5 0 0,6 5 0,-9 7 0,3-1 0,-4 14 0,0 0 0,2 3 0,2 3 0,1 7 0,-1 2 0,3 7 0,3 11 0,-1-1 0,3 0 0,1 8 0,2-6 0,1 4 0,-1-4 0,0-10 0,0-3 0,0-4 0,1-2 0,-1-2 0,0-4 0,-6-5 0,-1-10 0,-2-2 0,-3-6 0,-5 6 0,0-5 0,-2 3 0,-1 0 0,-3 0 0,-2 8 0,3 6 0,3-1 0,-6 3 0,8 1 0,0 10 0,0 4 0,0 5 0,8 4 0,1 3 0</inkml:trace>
  <inkml:trace contextRef="#ctx0" brushRef="#br1" timeOffset="246">30270 17657 8912,'12'0'0,"-3"-2"0,-1-3 0,-3 3 0,3-6 0,-6 10 0,4 4 0,-4 5 0,-2 6 0,0 6 0,0 6 0,0 4 0,0-1 0,0-1 0,0-3 0,0 1 0,5-2 0,1-4 0,8-4 0,-5-4 0,8-4 0,-5-11 0,-1-11 0,1-6 0,5-6 0,0-6 0,0-9 0,-1-2 0,-5 0 0,-5-2 0,-4 5 0,-2-3 0,-2 12 0,-4 5 0,-3 11 0,-11 5 0,-1 7 0,-2 0 0,2 1 0,10 5 0,-4 4 0,7 1 0,-3 1 0,3-1 0,8 6 0,0 1 0,0-1 0</inkml:trace>
  <inkml:trace contextRef="#ctx0" brushRef="#br1" timeOffset="247">30528 17657 8912,'10'-7'0,"5"5"0,-3-4 0,3-3 0,2 7 0,0-6 0,0 8 0,1 0 0,-1 0 0,0 2 0,0 4 0,0 3 0,-5 14 0,-2 0 0,-3-2 0,5 4 0,-7-2 0,1 0 0,-6-6 0,0 0 0,0 0 0,-2 0 0,-4 1 0,3-9 0,-9-3 0,-1-4 0,5-17 0,-5 1 0,7-13 0,2 3 0,2-15 0,2 11 0,2-10 0,4 7 0,-4-1 0,13 7 0,-3-6 0,3 2 0,2 14 0,0-2 0,1 6 0,-1-1 0,0-3 0,8 5 0,2-7 0</inkml:trace>
  <inkml:trace contextRef="#ctx0" brushRef="#br1" timeOffset="248">31010 17331 8912,'0'-10'0,"0"-5"0,8 13 0,-6-2 0,3 16 0,-3 7 0,-2 19 0,0 8 0,0 0 0,0 11 0,-5 2 0,-1-2 0,-2 8 0,4-3 0,-1-3 0,1-10 0,2-12 0,2-11 0,-8-16 0,-1-2 0</inkml:trace>
  <inkml:trace contextRef="#ctx0" brushRef="#br1" timeOffset="249">31182 17331 8912,'-27'0'0,"2"0"0,8 0 0,2 7 0,4 5 0,3 3 0,2 12 0,0 7 0,1 3 0,5 8 0,2-1 0,3 4 0,7-2 0,-1-8 0,6 2 0,-3-11 0,11-4 0,-8-10 0,0-4 0,0-3 0,6-10 0,0-4 0,8-3 0,-4-10 0,-1-4 0,5-6 0,-8-11 0,6 2 0,-6-8 0,-1 6 0,-4-6 0,-1 6 0,0-6 0,-2 10 0,-3 1 0,-6 11 0,-5 4 0,-1 11 0,0 1 0,-7 31 0,5-7 0,-4 18 0,4-4 0,2 5 0,0-1 0,2 1 0,4-1 0,-2-2 0,7-3 0,3-6 0,-5-4 0,1-2 0,-1 1 0,1-1 0,-6-8 0,1 7 0,-10-5 0,-5 4 0,-7 3 0,-8-1 0,-4 0 0,-3-8 0,-10 7 0,-4-5 0,-4 4 0,-9 3 0,-2-1 0</inkml:trace>
  <inkml:trace contextRef="#ctx0" brushRef="#br1" timeOffset="250">30666 18397 8912,'-27'-18'0,"0"1"0,6 2 0,-4 4 0,-1 5 0,-3 4 0,-4 2 0,5 0 0,-3 2 0,8 5 0,2 11 0,-6-1 0,14 13 0,-2-5 0,5 2 0,6 4 0,2 1 0,2 2 0,0 1 0,0-1 0,0-7 0,0-4 0,6-4 0,0-2 0,7-7 0,-1-5 0,3-3 0,2-2 0,1-2 0,-1-3 0,0-7 0,8-11 0,-6 2 0,4-7 0,-4-3 0,-2-1 0,-2 3 0,-1 0 0,-3-1 0,1-3 0,-1 5 0,-1 1 0,-3 2 0,-1 8 0,-6 5 0,0-1 0,0 5 0,0 3 0,0 10 0,0 7 0,0 11 0,0 2 0,0 3 0,6 3 0,0-8 0,7 5 0,-1-5 0,-3 0 0,3-6 0,-1 1 0,6-3 0,0-4 0,3-3 0,1-8 0,3 0 0,3 0 0,-4-13 0,6-5 0,-8-10 0,2-1 0,-4-3 0,-2-10 0,-2-2 0,-3 0 0,-4-6 0,-8 6 0,0-4 0,0 8 0,0 2 0,0 15 0,0 2 0,0 2 0,-8 9 0,-2 3 0,1 7 0,-1 9 0,6 9 0,-1 8 0,-1 7 0,6 9 0,0 2 0,0 0 0,0 5 0,0-7 0,0 4 0,0 2 0,0-8 0,2-2 0,2-3 0,1-7 0,7-3 0,-6-8 0,7-1 0,-1-5 0,-3-3 0,3-8 0,-1-2 0,6-4 0,0-3 0,1-9 0,1-6 0,4-5 0,-10-4 0,4-1 0,-3 0 0,3-1 0,-8 8 0,5-3 0,-8 7 0,1 2 0,-3 8 0,2 1 0,0 8 0,-6 4 0,0 12 0,0 3 0,0 2 0,0 0 0,0 1 0,7-1 0,-3-2 0,7-3 0,1-5 0,-1-7 0,1 0 0,1 0 0,-3 0 0,1 0 0,1-7 0,5-5 0,0-3 0,0 3 0,-1 1 0,-5-2 0,4 5 0,-5-5 0,7 7 0,-7 0 0,5 6 0,-11 2 0,7 4 0,-5 3 0,4 8 0,-3 1 0,5-7 0,-6 1 0,1-9 0,-1 3 0,-4-4 0,7-2 0,-3 0 0,-4 0 0,6-8 0,-8-1 0,0-10 0,0-4 0,0 4 0,0-6 0,0 8 0,-6 0 0,0-1 0,2 3 0,10 4 0,4-5 0,7 7 0</inkml:trace>
  <inkml:trace contextRef="#ctx0" brushRef="#br1" timeOffset="251">32111 18208 8912,'-23'-18'0,"0"1"0,-1 8 0,1 3 0,2 4 0,-8 2 0,8 2 0,-2 4 0,-2 5 0,2 12 0,0-2 0,6 8 0,2-3 0,1 5 0,3-2 0,7-3 0,-2 3 0,4-6 0,2-4 0,0-9 0,0-3 0,8-7 0,4 0 0,3-7 0,2-5 0,0-3 0,0-4 0,1-4 0,-1 4 0,0-4 0,0 4 0,-5 3 0,-1 5 0,1-4 0,5 5 0,0-7 0,-5 7 0,-1 5 0,-5 3 0,5 2 0,-5 5 0,5 1 0,-5 6 0,6-5 0,1 1 0,2 0 0,8-3 0,0-5 0,0-2 0,-4-3 0,4-7 0,-4-3 0,6-2 0,-8 0 0,1-1 0,-1 1 0,0 0 0,-2 0 0,-3 0 0,-4 7 0,-8 2 0,0 8 0,-2 2 0,-4 4 0,4-2 0,-4 7 0,4 1 0,2 5 0,0-7 0,2 3 0,4-7 0,-4-1 0,13-5 0,-3 0 0,3 0 0,2 0 0,0-7 0,1-5 0,-1-3 0,0-2 0,6 0 0,0-1 0,-6 7 0,-5-1 0,-1 9 0,6-3 0,-5 4 0,-1 2 0,-5 2 0,5 4 0,3 5 0,-7 4 0,9 10 0,-7 6 0,1 7 0,5-2 0,-5 6 0,1-2 0,1 1 0,-1-1 0,-1-6 0,-5 0 0,-3 1 0,-2-8 0,-2 3 0,-3-7 0,-7-4 0,-3-5 0,-2-7 0,-1-7 0,1 0 0,0 0 0,0 0 0,2-9 0,3-9 0,-1 1 0,7-6 0,0-2 0,6 3 0,0-9 0,0 2 0,0-3 0,0-3 0,2 1 0,2 0 0,2-1 0,7-1 0,-1-2 0,3-2 0,2 1 0,0 3 0,0 4 0,1 3 0,-1-3 0,0 3 0,-2 4 0,-3 2 0,1 4 0,-7 2 0,0 7 0,-6 3 0,0 7 0,0 7 0,0 5 0,5 3 0,1 2 0,0 0 0,-6 1 0,0 1 0,0 4 0,0-2 0,0 7 0,0 3 0,-2 1 0,-6 5 0,-9 3 0,-4 11 0,-13 12 0,-12 12 0,15-36 0,1 0 0</inkml:trace>
  <inkml:trace contextRef="#ctx0" brushRef="#br0" timeOffset="252">2237 6138 8912,'0'-17'0,"0"0"0,0-1 0,0 1 0,0 0 0,0 0 0,0 0 0,0 7 0,0 2 0,-2 8 0,-4 0 0,3 0 0,-9 0 0,1-7 0,-12 5 0,-4-6 0,-6 1 0,-5-3 0,-15-3 0,-7-3 0,-8-3 0,-9-9 0,-5-1 0,0-11-942,-1-6 942,3-4 0,19-15 0,4-5 0,3-7 0,10-9 0,24 40 0,2-1 0,2 0 0,3 0 0,-4-47 0,15 3 0,12 3 0,7 0 0,0 2 0,0 4 0,-1 15 0,-5 6-65,-5 9 65,-4 8 0,-2 23 0,0 4 0,0 11 0,0-1 0,0 9 0,2 2 0,3 1 311,5 9 1,7-5 0,2 10-312,4 4 24,4 4 0,2 4 0,-3 1-24,-1 4 0,-2 3 0,-8-11 0,-3 1 0,3-8 0,-5 4 0</inkml:trace>
  <inkml:trace contextRef="#ctx0" brushRef="#br0" timeOffset="253">1428 4694 8912,'-26'-8'0,"-5"0"0,8-3 0,-6-4 0,6 3 0,2-3 0,2 3 0,2 1 0,0 0 0,0-7 0,-1 9 0,5 1 0,-2 10 0,-4 4 0,-10 3 0,-4 16 0,-7 4 0,-6 9 0,6 2 0,-2 8 0,6-2 0,1 3 0,-7 3 0,12-2 0,1-4 0,2-6 0,12-4 0,2 2 0,7-3 0,0-5 0,6-13 0,2-1 0,4-5 0,11-19 0,10-11 0</inkml:trace>
  <inkml:trace contextRef="#ctx0" brushRef="#br0" timeOffset="254">1342 4608 8912,'-17'-17'0,"0"-1"0,7 9 0,3 1 0,7 8 0,2 8 0,3 3 0,7 5 0,5 6 0,6 1 0,2 8 0,3-2 0,5 3 0,-4 3 0,9-1 0,2 0 0,0 1 0,2-9 0,2-1 0</inkml:trace>
  <inkml:trace contextRef="#ctx0" brushRef="#br0" timeOffset="255">1532 1616 8912,'-18'-17'0,"1"0"0,2 3 0,3 11 0,7 14 0,3 14 0,2 15 0,0 8 0,0 7 0,0 1 0,2 7 0,1 0 0,3-2 0,6 4 0,-5-8 0,3-2 0,-4-3 0,3-4 0,-1-6 0,-4-6 0,-2-9 0,-2-6 0,-16-12 0,-3-1 0</inkml:trace>
  <inkml:trace contextRef="#ctx0" brushRef="#br0" timeOffset="256">1067 1754 8422,'-25'-35'0,"8"-3"80,0 4 1,7 1 0,12 12-81,4-2 27,11 0 0,12 0 1,9 1-28,2 1 0,8-4 0,-2 2 0,5 2 41,7 2-41,-5 1 0,1 1 0,-8 2 125,1 4-125,-4 3 0,4 10 0,-8 4 0,-7 5 0,-13 12 0,-19 4 0,-9 7 0</inkml:trace>
  <inkml:trace contextRef="#ctx0" brushRef="#br0" timeOffset="257">1325 2476 8912,'-9'0'0,"-7"0"0,14 0 0,-3-2 0,12-4 0,10-5 0,8-12 0,12-4 0,5-9 0,9-4 0,3-4 0,11-8 0,4 1 0,3-1 0,11 0-186,-13 1 0,7-1 0,-8 1 0</inkml:trace>
  <inkml:trace contextRef="#ctx0" brushRef="#br0" timeOffset="258">2461 1272 8912,'-19'-34'0,"-4"0"0,2 5 0,-6 2 0,2 2 0,2 2 0,0 12 0,0-1 0,0 9 0,6-3 0,0 4 0,0 4 0,0 4 0,-1 3 0,7 16 0,-1 4 0,9 5 0,-3 6 0,4 4 0,2 10 0,0 3 0,0 2 0,0 6 0,0-2 0,0 2 0,8 2 0,1 2 0,6-2 0,-3-4 0,3-4 0,-1-10 0,5-3 0,-4-6 0,-2-3 0,-3-10 0,-2-10 0,-8-10 0</inkml:trace>
  <inkml:trace contextRef="#ctx0" brushRef="#br0" timeOffset="259">2048 1874 8912,'-17'-2'0,"-1"-4"0,7 5 0,-1-5 0,9 2 0,-3-2 0,19-3 0,10-9 0,10-1 0,7-4 0,4-3 0,13-9 0,1 1 0,7 0-216,-2-1 0,9-7 216,3-4 0,7-3 0,-3-3 0</inkml:trace>
  <inkml:trace contextRef="#ctx0" brushRef="#br0" timeOffset="260">3390 1152 8912,'-17'-2'0,"0"-2"0,-1-2 0,1 3 0,0 1 0,6 2 0,-1 0 0,10-2 0,2-4 0,10-3 0,13-9 0,5 1 0,5-6 0,3-2 0,4-1 0,-3-3 0,3-5 0,-2 5 0,2 0 0,-5 3 0,-1-3 0,-7 6 0,-2 4 0,-6 4 0,4 3 0,-4 4 0,-10 18 0,-3 7 0,-4 4 0,-2 12 0,0 5 0,0 4 0,0 4 0,0 5 0,0 1 0,0 0 0,0-1 0,0 1 0,-6-1 0,1 1 0,-9-1 0,7-1 0,-7-4 0,3-6 0,1-4 0,-1-1 0,-3-3 0,9-3 0,-9-4 0,10-16 0,-7-3 0,1-14 0,-1-9 0,-4-8 0,5-9 0</inkml:trace>
  <inkml:trace contextRef="#ctx0" brushRef="#br0" timeOffset="261">3373 1152 8912,'-17'-17'0,"-1"0"0,1 7 0,8 2 0,1 16 0,8 3 0,15 12 0,-1 4 0,14 8 0,3-1 0,2 0 0,1 1 0,0-1 0,3-5 0,1-1 0,2 3 0,0-4 0,-5 1 0,-1-7 0,0 4 0,1-8 0,-1-7 0,1-2 0</inkml:trace>
  <inkml:trace contextRef="#ctx0" brushRef="#br0" timeOffset="262">4371 653 8912,'0'-26'0,"-2"3"0,-2 4 0,-1 1 0,1 1 0,2 0 0,2 0 0,0 0 0,0 9 0,0 10 0,0 13 0,6 18 0,-1 12 0,1 7 0,2 5 0,-6 4 0,7 8 0,-5 0 0,4 0 0,1 0 0,-5-1 0,2 1 0,1-8 0,1-5 0,0-10 0,1-10 0,1-6 0,1-16 0,6-3 0,3-11 0,3-11 0,3-8 0,9-18 0,-1-1 0,1-2 0,-1 2 0,-7 2 0,-4 1 0,-4 8 0,-4 4 0,-2 6 0,-1 6 0,-8-4 0,3 15 0,-8 0 0,-5 9 0,4 6 0,-8 3 0,6-1 0,-1 0 0,-9 0 0,5 0 0</inkml:trace>
  <inkml:trace contextRef="#ctx0" brushRef="#br0" timeOffset="263">5335 361 8912,'-8'-23'0,"-2"0"0,-1 2 0,0 2 0,-3 2 0,-1 2 0,-2 3 0,5 6 0,1 12 0,-3 8 0,-1 7 0,-2 7 0,7 12 0,-5 12 0,3 11 0,-3 4 0,0 2 0,3-1 0,-3 1 0,13 6 0,-4 1 0,5 2 0,2-11 0,5-2 0,6-8 0,3-7 0,8-15 0,0-1 0,7-19 0,-1-3 0,-4-9 0,6-6 0,-8-9 0,7-7 0,-3-15 0</inkml:trace>
  <inkml:trace contextRef="#ctx0" brushRef="#br0" timeOffset="264">5576 653 8912,'-20'0'0,"-2"0"0,2 0 0,-3 0 0,4 2 0,2 4 0,0 4 0,5 12 0,3 5 0,1 6 0,3-3 0,5 20 0,1-2 0,5 7 0,9-7 0,8 3 0,8-10 0,-4-1 0,7-12 0,1-5 0,-1-6 0,0-5 0,1-6 0,-1-4 0,-7-10 0,4-9 0,-8-12 0,-2-3 0,-2-10 0,-4 3 0,-2-7 0,-3 1 0,-2-1 0,-5 0 0,-1 2 0,-2-2 0,0 4 0,0 0 0,-9 6 0,-6-4 0,-8 5 0,-4 7 0,4 5 0,-4 11 0,0 7 0,1 3 0,5 2 0,-4 13 0,7 4 0,3 10 0,2-2 0,1 1 0,1-4 0,-6 2 0</inkml:trace>
  <inkml:trace contextRef="#ctx0" brushRef="#br0" timeOffset="265">5490 1032 8912,'-27'0'0,"2"0"0,8 0 0,0 0 0,-1 0 0,9 0 0,3 0 0,12-2 0,5-4 0,14 2 0,10-7 0,1-1 0,10-5 0,0-6 0,5 0 0,-1-5 0,-2 5 0,-2 2 0,-8-4 0,2 0 0,-4-2 0,-1-2 0,-1-5 0</inkml:trace>
  <inkml:trace contextRef="#ctx0" brushRef="#br0" timeOffset="266">6178 774 8912,'9'-12'0,"-3"1"0,-2-1 0,2 3 0,-4-7 0,3 5 0,-3 3 0,-2 1 0,0 7 0,0 7 0,0 5 0,0 3 0,0 10 0,-5 2 0,-1 7 0,2 0 0,-4 7 0,3-1 0,-1 7 0,6-1 0,-2-4 0,-4-2 0,4 1 0,-3-5 0,3-4 0,9-9 0,5 0 0,5-11 0,6-7 0,6-3 0,9-6 0,2-7 0,0-2 0,-5-16 0,-9 0 0,7-13 0,-6-2 0</inkml:trace>
  <inkml:trace contextRef="#ctx0" brushRef="#br0" timeOffset="267">6178 1135 8912,'-12'9'0,"1"-3"0,5-4 0,-5-2 0,7 8 0,-4-7 0,16 7 0,9-10 0,12-4 0,5-3 0,6-8 0,-3 0 0,3-1 0,2-1 0,-2-2 0,-2-2 0,-1-7 0,-3-5 0,1-9 0</inkml:trace>
  <inkml:trace contextRef="#ctx0" brushRef="#br0" timeOffset="268">6230 206 8912,'-10'-17'0,"2"0"0,12 7 0,8 5 0,12 10 0,19 9 0,1 9 0,3 11 0,3 8 0,0 19 0,-4 6 0,-6 6 0,-6 15 0,-5-2 0,-8 3 0,-8 5-390,-5-6 1,-10 2 389,-4-4 0,2-18 0,-7 5 0,-2-10 94,-3-13 1,1-6-95,4-4 0,1-12 0,4 1 0,4-12 0,-3 0 0,3 4 0</inkml:trace>
  <inkml:trace contextRef="#ctx0" brushRef="#br0" timeOffset="269">7193 671 8912,'-23'0'0,"0"0"0,2 0 0,4 1 0,6 5 0,3-4 0,16 6 0,5-8 0,8-2 0,8-2 0,3-2 0,10-7 0,-3 9 0,5-5 0,-2 1 0,-2-4 0,-6 7 0,-5-7 0,0 6 0,-3-5 0,3 5 0,-6 2 0,-12 3 0,-3 1 0,-8 7 0,0 3 0</inkml:trace>
  <inkml:trace contextRef="#ctx0" brushRef="#br0" timeOffset="270">7348 946 8912,'-17'7'0,"0"-5"0,-1 4 0,1-4 0,8 0 0,3 3 0,-4-3 0,8 6 0,-3-8 0,12-2 0,11-6 0,8-9 0,7 0 0,1-13 0,3 7 0,3 2 0,-4-6 0,8 8 0,-4-4 0,-3 4 0,3 1 0,-12 1 0,5 0 0,-6 0 0</inkml:trace>
  <inkml:trace contextRef="#ctx0" brushRef="#br0" timeOffset="271">7916 533 8912,'-17'-8'0,"0"6"0,-1-3 0,9 3 0,-6 8 0,3 3 0,-1 4 0,-1 8 0,3 4 0,1-2 0,-1 6 0,3 0 0,8 5 0,0-5 0,0-1 0,0-7 0,8 6 0,5-8 0,8-2 0,0 2 0,8-13 0,0 0 0,5-8 0,-2-4 0,-3-5 0,2-10 0,-8-2 0,7-8 0,-9 4 0,8-7 0,-8 0 0,2-1 0,-6-1 0,-5-4 0,-5 4 0,-7-4 0,-2 3 0,-5 5 0,-10 3 0,-10 10 0,-11 9 0,-5 5 0,0 7 0,4 5 0,-3 12 0,8 4 0,-1 6 0,9-4 0,8 7 0,13-3 0,3 3 0,9-5 0,11 6 0,8-7 0</inkml:trace>
  <inkml:trace contextRef="#ctx0" brushRef="#br0" timeOffset="272">8673 877 8912,'-15'11'0,"1"-1"0,3-2 0,-2-5 0,7-1 0,6-2 0,8 0 0,9 0 0,0-7 0,10-1 0,5-5 0,8 1 0,4-3 0,4-6 0,2 2 0,9-6 0,4 8 0,4-1 0,2 1 0,-8 6 0,-3-1 0,-7 9 0,-5-3 0,0 4 0,-12 2 0,-7 0 0,-12 2 0,-5 4 0,-2 5 0,-3 4 0,-5-3 0,0-1 0,-5-5 0,-1 5 0,-7-7 0,3 4 0,-15-8 0,-2 0 0</inkml:trace>
  <inkml:trace contextRef="#ctx0" brushRef="#br0" timeOffset="273">8880 1289 8912,'-8'0'0,"8"0"0,13 0 0,10 0 0,16 0 0,-3-7 0,16-5 0,1-3 0,4-2 0,5 0 0,6 0 0,-3-1 0,-7 1 0,-8 0 0,-18 2 0,-3 3 0,-1 3 0,-10 3 0,-5 4 0,-13-6 0,-2 8 0,-4 0 0,3 0 0,-7-2 0,2-3 0,1-3 0,1-3 0,-4-12 0,-7 4 0</inkml:trace>
  <inkml:trace contextRef="#ctx0" brushRef="#br0" timeOffset="274">9379 378 8912,'-17'0'0,"-1"0"0,1 0 0,0 0 0,7-7 0,7 10 0,14-3 0,8 20 0,16 2 0,7 11 0,3 7 0,7 6 0,4 11 0,1 6 0,0 4 0,-5 4 0,-2 5 0,-4 10-265,-4 0 1,-23 6 264,-8-12 0,-9-5 0,-8-12 0,-5-4 0,-12-8 0,-6-7 0,-11-4 0,4-11 0,-4-6 0,-1 0 0,-1-2 0,-4 0 0,1 2 0</inkml:trace>
  <inkml:trace contextRef="#ctx0" brushRef="#br0" timeOffset="275">10962 619 8912,'-25'-2'0,"-2"-4"0,1-3 0,1-3 0,2 3 0,0 1 0,0 4 0,-2 2 0,0 4 0,-4 6 0,6 9 0,-1 8 0,-1 11 0,0 4 0,0 6 0,8 13 0,7 10 0,3 10 0,3 5 0,2 0 0,4-6 0,4-9 0,11-10 0,13-13 0,7-8 0,3-7 0,8-14 0,-2-10 0,11-7 0,-7-7 0,7-5 0,-13-11 0,6-5 0,-6-5 0,-4-1 0,-12-6 0,-1-2 0,-2-2 0,-4 4 0,-9-4 0,-7 2 0,-3-6 0,-2 2 0,-15-4 0,-8-1 0,-8 5 0,-5 4 0,-4 6 0,-4-3 0,-6 22 0,4 0 0,4 2 0,10 9 0,3 2 0,0 4 0,12 6 0,-2 4 0,13 7 0,3 0 0,3 6 0,5 0 0,5 0 0,7-6 0,0-6 0,0 1 0,1-1 0,-1 6 0</inkml:trace>
  <inkml:trace contextRef="#ctx0" brushRef="#br0" timeOffset="276">10566 1118 8912,'-8'17'0,"5"-2"0,-9-4 0,8-3 0,-3-8 0,9 0 0,3 0 0,13-8 0,14-7 0,10-8 0,2 2 0,2-5 0,6 6 0,-3-3 0,-1 4 0,-2 2 0,-6 2 0,6 3 0,-8-1 0,2 7 0,-3 3 0,-10 1 0,5-6 0,-5-2 0</inkml:trace>
  <inkml:trace contextRef="#ctx0" brushRef="#br0" timeOffset="277">11530 980 8912,'-10'0'0,"1"0"0,3 0 0,4 0 0,-6 0 0,8 2 0,0 4 0,0 5 0,-5 6 0,-1 6 0,0 4 0,4 9 0,-2 2 0,-1 3 0,-1 6 0,6-3 0,0 8 0,0-1 0,0-7 0,0-3 0,2-11 0,4-1 0,-3-8 0,9 2 0,-1-12 0,7-5 0,5-4 0,1-2 0,3-2 0,4-4 0,1-3 0,-3-9 0,-2 1 0,-2 0 0,-2-8 0,-6-2 0,0-7 0</inkml:trace>
  <inkml:trace contextRef="#ctx0" brushRef="#br0" timeOffset="278">11478 1410 8912,'-17'9'0,"0"-3"0,5 2 0,1-3 0,7 1 0,-11-6 0,13 0 0,2 0 0,11-6 0,12-1 0,6-3 0,3 5 0,3-5 0,-3 0 0,-3 1 0,4 5 0,-7-9 0,9 7 0,-7-5 0,1 5 0,0-8 0,5 5 0</inkml:trace>
  <inkml:trace contextRef="#ctx0" brushRef="#br0" timeOffset="279">12046 997 8912,'2'12'0,"4"-1"0,-4-7 0,5 11 0,-7-5 0,0 7 0,0 0 0,0 0 0,-2 8 0,-1 2 0,-3 2 0,2-1 0,2 1 0,2 5 0,0-5 0,0 0 0,0-6 0,0 5 0,6-7 0,0 2 0,1-4 0,-1-2 0,-4-7 0,5 5 0,-7-5 0</inkml:trace>
  <inkml:trace contextRef="#ctx0" brushRef="#br0" timeOffset="280">11822 1393 8912,'-9'7'0,"-6"-5"0,13 13 0,-6-13 0,8 6 0,8-8 0,5 0 0,8 0 0,10-2 0,5-4 0,4-5 0,8-4 0,-2-3 0,2 1 0,-3 0 0,5-8 0,-6-2 0</inkml:trace>
  <inkml:trace contextRef="#ctx0" brushRef="#br0" timeOffset="281">12442 997 8912,'-10'17'0,"1"-1"0,3-5 0,4 4 0,-6-5 0,8 7 0,0 2 0,0 4 0,0-4 0,0 6 0,0 0 0,0-6 0,0 14 0,0-5 0,0-3 0,0-2 0,0-4 0,0-2 0,6 0 0,0 1 0,7-9 0,-3-1 0</inkml:trace>
  <inkml:trace contextRef="#ctx0" brushRef="#br0" timeOffset="282">12734 791 8912,'-7'17'0,"-5"-2"0,-3-3 0,5-5 0,5-7 0,10-1 0,11-5 0,11-6 0,3-3 0,18-2 0,4 0 0,3-1 0,0 1 0,-1-8 0,1 6 0,-3-4 0,-8 6 0,-6 6 0,-5-4 0,-5 3 0,-3 4 0,-7 3 0,-9-5 0,1 8 0,-5-4 0,-3 5 0,4 6 0,-12 1 0,2 7 0,-7-1 0,7-4 0,-19 7 0,4-6 0</inkml:trace>
  <inkml:trace contextRef="#ctx0" brushRef="#br0" timeOffset="283">12889 1152 8912,'0'9'0,"-7"5"0,-5-8 0,5-1 0,-1 3 0,12-8 0,7 2 0,12-8 0,8-3 0,18-3 0,1-13 0,19-3 0,-4 1-134,10-2 1,-10 2 133,-2-1 0,-8-3 0,2 8 0,-11 0 0,-5 6 0,-20 8 0,-6 1 0,-23 8 0,-3 0 0,3 0 0,-1 0 0,3 0 133,4 0 1,-6 2-134,8 4 0,-2-4 0,-3 3 0,3-3 0,-14-9 0,7-3 0</inkml:trace>
  <inkml:trace contextRef="#ctx0" brushRef="#br0" timeOffset="284">14438 602 8912,'-17'-12'0,"0"1"0,-1-1 0,1 1 0,0 1 0,0 3 0,0 3 0,-1 2 0,1 2 0,0 2 0,0 4 0,0 5 0,-3 12 0,-1 8 0,-2 5 0,2 4 0,8 10 0,3-1 0,3 7 0,1 9 0,6-4 0,4 0 0,5-4 0,9-3 0,18-10 0,-2-4 0,14-12 0,-2-7 0,2-7 0,0-7 0,0-8 0,-3-5 0,-6-4 0,3-13 0,-10-1 0,-3-3 0,-4-2 0,-8-5 0,0-1 0,-1-1 0,-5-4 0,-3 2 0,-8-8 0,0 2 0,0-2 0,-6-4 0,0 5 0,-9 1 0,-2-2 0,-1 8 0,-5-3 0,4 11 0,2 1 0,2 14 0,3-2 0,-3 11 0,4 0 0,-5 12 0,1 9 0,4 8 0,-3 2 0,7-4 0,-3 2 0,6 8 0,-11-12 0,5 6 0</inkml:trace>
  <inkml:trace contextRef="#ctx0" brushRef="#br0" timeOffset="285">14077 1049 8912,'-33'0'0,"5"0"0,5 0 0,9 0 0,3 0 0,9 0 0,4 0 0,13 0 0,18 0 0,10-10 0,11-5 0,3-6 0,5-10 0,8 7-105,5-5 0,-12-2 105,0 8 0,-7 0 0,-5 6 0,-7 0 0,-6 0 0,-7 2 0,-8 3 0,-12 4 0,-3 8 0,-8 0 0</inkml:trace>
  <inkml:trace contextRef="#ctx0" brushRef="#br0" timeOffset="286">15264 739 8912,'-17'0'0,"0"0"0,7 0 0,2 2 0,8 4 0,0 3 0,0 11 0,0 1 0,0 2 0,0 7 0,0 1 0,0 5 0,0 4 0,-5 8 0,-3-2 0,0 3 0,1 3 0,1-8 0,6-4 0,0-6 0,0-3 0,0-4 0,0-2 0,13-10 0,5-9 0,5-5 0,0-1 0,5 0 0,-3-7 0,6 3 0,-8-7 0,5-1 0,-5-5 0,6 5 0,-6 1 0,-2-2 0,-10-3 0,5-1 0,-7 0 0</inkml:trace>
  <inkml:trace contextRef="#ctx0" brushRef="#br0" timeOffset="287">15109 1238 8912,'-17'0'0,"0"0"0,0 0 0,9 0 0,8 0 0,17-2 0,18-2 0,9-2 0,13-7 0,4 2 0,8-12 0,0-4 0,0-7 0</inkml:trace>
  <inkml:trace contextRef="#ctx0" brushRef="#br0" timeOffset="288">11117 10608 8912,'-8'-17'0,"6"0"0,-3 0 0,1 1 0,-2 5 0,4-4 0,-4 3 0,-3-3 0,-3-2 0,-1-1 0,1 1 0,-3 0 0,4-2 0,-5-4 0,-1 2 0,0-6 0,0 2 0,0-13 0,-1 8 0,-1-16 0,-2-4 0,-2-5 0,2-8 0,-6-12 0,13 30 0,0-3 0,-5-7 0,-1-1-814,1-5 0,-2 0 814,-3-4 0,1 0 0,3-4 0,1-2 0,-3-3 0,0-1 0,1-5 0,0-2 0,1-5 0,2-2 0,2-3 0,1-1 0,2 1 0,2 0 0,4 28 0,1-1 0,-1-1 0,0 0 0,-1-2 0,2 0 0,3-5 0,1 0 0,0-1 0,-2 0 0,0 1 0,0-1 0,2 0 0,0 1 0,1 0 0,0-2 0,0 1 0,1-1 0,-1 4 0,1 0 0,1 0 0,-1-3 0,1 1 0,0 0 0,0 2 0,1 1 0,0 1 0,1 3 0,1 0 0,1 1 0,0-1 0,0 0 0,2 1 0,4-21 0,1 0 0,-2-2 0,1 0 0,3 2 0,1 1 0,-1-3 0,0 0 0,4 1 0,-1 2 0,-6 4 0,-1 1 0,-1 8 0,-1 1 0,-4 0 0,0 1-45,1-2 0,1 0 0,2 1 0,1-1 0,3 0 0,1 1 0,1 4 0,1 2 0,1 3 0,2 0 45,1 2 0,0 0 0,1-1 0,1 1 0,-1 2 0,2 0 0,0 2 0,2 1 0,0 3 0,1 1 0,1 1 0,0 0 0,0-1 0,0-1 0,-1 1 0,1-1 0,0 0 0,0 1 0,-3 4 0,0 0 0,0 3 0,1 0 0,3 3 0,0 0 0,30-31 0,-26 34 0,1 1 0,4-1 0,-1 0 0,-2 0 0,-1 1 0,33-35 0,-7 1 0,-1-2 0,-11 5 0,2-3 0,-8 14 0,6 5 0,-4 8 0,2 2 0,-4 2 0,4 6 0,-2 1 0,-4 4 0,-9 5 0,-10 14 0,-8 4 1543,-7 4-1543,4 2 535,-16 0-535,6 0 0,-5 8 0,7 4 0,0 3 0,7 2 0,7 0 0,7 0 0,6 1 0,15-1 0,2-8 0,7-1 0</inkml:trace>
  <inkml:trace contextRef="#ctx0" brushRef="#br0" timeOffset="289">11358 2046 8912,'0'-17'0,"2"0"0,3-1 0,13 1 0,10 0 0,7 2 0,5 3 0,4-3 0,9 5 0,3-5 0,1 2 0,-1 1 0,-5 9 0,-5-3 0,-4 4 0,-7 2 0,-11 8 0,-6 5 0,-11 8 0,-5 6 0,-9 9 0,-5 2 0,-3 2 0,-2 8 0,-3-4 0,1 8 0,2-1 0,-4 8 0,19-3 0,-4 5 0,5-2 0,8-9 0,3-8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6T02:53:24.669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21649 1857 8912,'1'-17'0,"3"-1"0,2-1 0,-2-2 0,-2-2 0,0 2 0,1 2 0,3 2 0,0 0 0,-4 2 0,4 3 0,-5 20 0,5 15 0,-6 9 0,-6 8 0,-3 12 0,-10 11 0,-2 2 0,-2-2 0,-2 4 0,2-4 0,2 4 0,-6 1 0,0 1 0,1 0 0,5-2 0,-2-4 0,2-2 0,-2-4 0,9-13 0,-3-4 0,2-13 0,7-17 0,2-10 0,-3-23 0,-1-13 0</inkml:trace>
  <inkml:trace contextRef="#ctx0" brushRef="#br0" timeOffset="1">21253 2355 8912,'-10'18'0,"3"1"0,7 2 0,0 2 0,1 5 0,5-5 0,2 6 0,5-4 0,1 0 0,5-1 0,-2 7 0,8-12 0,-8 4 0,0-4 0,8-2 0,-4-1 0,8-3 0,1-2 0,3-7 0,-1 4 0,-1-10 0,-2-4 0,-1-11 0,7-10 0</inkml:trace>
  <inkml:trace contextRef="#ctx0" brushRef="#br0" timeOffset="2">21184 688 8912,'-17'0'0,"-1"0"0,3-2 0,2-2 0,3-4 0,1 1 0,-1-1 0,6 4 0,-1 12 0,3 9 0,2 4 0,0 12 0,0 5 0,0 4 0,2 4 0,3 7 0,7 3 0,3 1 0,-3 4 0,-1-9 0,0 3 0,5-13 0,-5 4 0,5-6 0,-5-11 0,4-8 0,3-8 0,-1-5 0,0-8 0,0 0 0,0-8 0,1-3 0,4-12 0,1-6 0,0-4 0,-5-1 0,-3 0 0,-4-1 0,-5 1 0,-4 0 0,-2 7 0,0-4 0,0 8 0,-8 0 0,5 14 0,-9 3 0,-1 4 0,5 10 0,-5 3 0,5 12 0,-2 6 0,7 3 0,-3 3 0,4-1 0,2 1 0,0-1 0,2-5 0,4-3 0,5-1 0,12-2 0,4-13 0,7-5 0,1-3 0,7-2 0,0-7 0,4-7 0,-6-7 0,0-4 0,-4-5 0,-5 1 0,-4-1 0,-4-3 0,-8 1 0,-4 3 0,-5 6 0,-4 4 0,-2 2 0,-2 1 0,-4 5 0,-3 3 0,-8 8 0,-1 2 0,1 4 0,0 4 0,0 7 0,0 0 0,-1 0 0,9 0 0,-5 6 0,9 0 0,1-2 0,2-2 0,2-1 0,0-1 0,0 0 0,0-8 0,8 5 0,3-8 0,4-3 0,3-1 0,-1-2 0,6 0 0,0-2 0,0-3 0,1-7 0,-4-11 0,4 4 0,-8-4 0,-3 4 0,-3 2 0,-3 0 0,7 0 0,-12-1 0,3 1 0,-3 0 0,-2 7 0,8 3 0,-4 7 0,7 2 0,3 3 0,1 7 0,-6-4 0,5 7 0,-7-6 0,3 3 0,3-1 0,-5 1 0,7 5 0,-5-8 0,-1-1 0,-1-8 0,0-8 0,-6 5 0,3-9 0,-1 1 0,2-6 0,-4 7 0,11 0 0,-5 7 0,2-3 0,-7 8 0,5 2 0,-8 7 0,0 2 0,0-3 0,0 1 0,0 1 0,0 5 0,0-7 0,8-3 0,1-7 0,8-2 0,1-3 0,-1-7 0,0-3 0,0-2 0,2-6 0,4 0 0,-4-2 0,4 4 0,-4-2 0,-3 6 0,-5 5 0,5 9 0,-5-3 0,4 4 0,-5 10 0,-4 3 0,-4 4 0,-2 3 0,5-1 0,1 0 0,-2 0 0,5 0 0,-5-7 0,8-4 0,-7-4 0,7-2 0,-6 0 0,5 0 0,2 0 0,-5-8 0,7 4 0,-3-7 0,3-1 0,2-5 0,1 6 0,-1-1 0,0 8 0,-5-3 0,-1 7 0,-5 0 0,5 0 0,3 0 0,-7 0 0,3 5 0,-4 1 0,3 7 0,1-11 0,3 14 0,-7-5 0,7-3 0,-11 1 0,4-3 0,-4-4 0,-2 6 0,-8-16 0,-2-2 0</inkml:trace>
  <inkml:trace contextRef="#ctx0" brushRef="#br0" timeOffset="3">22681 825 8912,'-17'-11'0,"0"-1"0,-1 1 0,1-6 0,8-1 0,1 9 0,0-6 0,8 13 0,0-4 0,12 4 0,9 2 0,0 0 0,8 0 0,-1 0 0,7 0 0,-1 0 0</inkml:trace>
  <inkml:trace contextRef="#ctx0" brushRef="#br0" timeOffset="4">23060 842 8912,'-18'0'0,"1"0"0,0 0 0,0 0 0,7 0 0,-5 0 0,3 0 0,5 0 0,-1 0 0,8 8 0,0 4 0,0 3 0,0 2 0,0 2 0,0 4 0,0-4 0,0 4 0,0 2 0,0-2 0,0-2 0,2 4 0,2-2 0,2-2 0,-3-2 0,1-2 0,0 0 0,4 0 0,1 1 0,1-1 0,3 0 0,-1 0 0,1 0 0,-5 8 0,-1-6 0,-5 4 0,2-4 0,2 0 0,-2 4 0,-10-4 0,-4 6 0,-7-8 0,0 1 0,0-1 0,0 0 0,-1-2 0,1-3 0,0-5 0,0-7 0,0 0 0,-1 0 0,9-7 0,3-7 0,4-7 0,2-5 0,8-9 0,1 1 0</inkml:trace>
  <inkml:trace contextRef="#ctx0" brushRef="#br0" timeOffset="5">23301 877 8912,'5'-12'0,"3"3"0,1 1 0,5 4 0,1 2 0,2 2 0,1 8 0,-1 4 0,0 5 0,0 6 0,-7 3 0,3 11 0,-7 1 0,0 0 0,-1-3 0,1-5 0,0-1 0,-6-3 0,0-3 0,0-3 0,-2-11 0,-4-3 0,4-4 0,-5-18 0,7 1 0,2-17 0,3-5 0,5-3 0,7 0 0,0 4 0,0-4 0,1 5 0,-1 5 0,0 1 0,0 0 0,1 3 0,-1 1 0</inkml:trace>
  <inkml:trace contextRef="#ctx0" brushRef="#br0" timeOffset="6">23989 842 8912,'-19'21'0,"-2"-5"0,-4-7 0,-2-5 0,-2-2 0,1-2 0,-1 0 0,-2 0 0,1 2 0,1 4 0,4 3 0,10 3 0,4-1 0,-3 1 0,8 5 0,3 0 0,1 8 0,4-10 0,3 6 0,5 0 0,-1-2 0,7-7 0,-12-3 0,7-3 0,1-4 0,5 4 0,0-4 0,-6-2 0,1 0 0,-1-6 0,7 0 0,-1 0 0,0-1 0,0 5 0,0-4 0,-7 4 0,5 2 0,-3 0 0,3 0 0,2 0 0,0 2 0,1 2 0,-1 4 0,0 1 0,-7-5 0,5 5 0,-4-5 0,5 2 0,1 0 0,0 1 0,0 3 0</inkml:trace>
  <inkml:trace contextRef="#ctx0" brushRef="#br0" timeOffset="7">24574 413 8912,'0'-10'0,"0"-5"0,-15 28 0,3-7 0,-11 23 0,4 5 0,2 8 0,0 2 0,-8 2 0,11 13 0,-3 2 0,4 2 0,3-2 0,5-1 0,3-3 0,9-6 0,5-1 0,3-4 0,10-12 0,0-11 0,5-11 0,-1-7 0,6-5 0,5-5 0,-2-9 0,-2-7 0,-1-5 0,-1-9 0,0 1 0,1-1 0,-8 1 0,-4-6 0,-10 0 0,-2 2 0,-5 3 0,6 7 0,-8 3 0,-1 9 0,-6 5 0,-13 3 0,-9 10 0,-1 4 0,3 5 0,-6 12 0,6 4 0,-6 7 0,8 8 0,-4 1 0,8 4 0,0-1 0,7-6 0,5 6 0,5-4 0,5-2 0,7-2 0,11-15 0,7-2 0,9-2 0,-3-9 0,6-2 0,-7-10 0,-1-4 0,-2-4 0,-3-7 0,0-6 0,-12 0 0,4 1 0,-19-3 0,6-2 0</inkml:trace>
  <inkml:trace contextRef="#ctx0" brushRef="#br0" timeOffset="8">24488 791 8912,'-40'38'0,"0"-4"0,1-11 0,11 0 0,3-4 0,15-1 0,12-9 0,17-3 0,14-4 0,20-6 0,22-7 0,7-3 0,-33 1 0,2-2 0,-2 0 0,1 1 0,44-13-848,-12-5 0,-6 5 0,-7-8 0</inkml:trace>
  <inkml:trace contextRef="#ctx0" brushRef="#br0" timeOffset="9">28584 1289 8912,'5'-34'0,"1"2"0,0 3 0,0 6 0,-1 4 0,-1 2 0,-2 7 0,-2 4 0,0 12 0,-8 4 0,-1 7 0,-5 0 0,-3 0 0,4 8 0,-14 2 0,4 7 0,-6 3 0,-3 3 0,-10 4 0,-4 9 0,-4 4 0,-9 5 0,4 14 0,23-35 0,-1 0-37,-3 4 1,1 0-1,3-1 1,1 0 0,-2 1-1,1 0 37,3-4 0,2 0 0,-24 33 0,16-11 0,1-11 0,17-12 0,3-11 0,16-12 0,4-11 0,3-5 0,9-2 0,-3-7 0,-4-9 0,5-8 0,-14-10 0,5 1 0</inkml:trace>
  <inkml:trace contextRef="#ctx0" brushRef="#br0" timeOffset="10">27723 1857 8912,'-17'-8'0,"7"6"0,-5-3 0,4 10 0,-5 13 0,5 10 0,-1 12 0,-1 8 0,-2 7 0,3 1 0,1 9 0,-3 5 0,-1-1 0,6 8 0,3-9 0,4-8 0,2-9 0,4-9 0,5-15 0,8-10 0,12-7 0,0-12 0,11-6 0,6-9 0,6-14 0,5-13 0,4-3 0,0-7 0,-1-9 0,-17-6 0,0-9 0</inkml:trace>
  <inkml:trace contextRef="#ctx0" brushRef="#br0" timeOffset="11">28584 619 8912,'-12'-10'0,"3"3"0,-1 1 0,0 0 0,7 2 0,-3 10 0,4 6 0,2 3 0,0 8 0,0 2 0,0 1 0,0 5 0,0-4 0,0 1 0,0 3 0,0 1 0,0-3 0,0-2 0,0-2 0,0-2 0,0-14 0,0-1 0</inkml:trace>
  <inkml:trace contextRef="#ctx0" brushRef="#br0" timeOffset="12">28480 447 8912,'0'-11'0,"0"-1"0,0 1 0,0-7 0,0 9 0,2 1 0,4 8 0,4 0 0,7 2 0,0 4 0,2 3 0,4 9 0,-4-3 0,4-4 0,4 12 0,0-4 0</inkml:trace>
  <inkml:trace contextRef="#ctx0" brushRef="#br0" timeOffset="13">28790 653 8912,'2'18'0,"4"-1"0,-4-6 0,3 1 0,-3-9 0,-2 5 0,0 0 0,0 1 0,0 8 0,-5 1 0,-1-1 0,2 0 0,2 0 0,-6 0 0,7 1 0,-5-1 0,2 0 0,-2 0 0,4 0 0,-5 1 0,7-9 0,0-3 0,0-12 0,2-5 0,1-6 0,5-6 0,2-6 0,1-4 0,4-1 0,-1 2 0,-3 3 0,1-4 0,3 14 0,-3-4 0,3 4 0,-6 2 0,9 10 0,-3 7 0,-4 9 0,3 12 0,-9 2 0,7 6 0,-6-6 0,5 5 0,-5-5 0,5 0 0,-5-6 0,7-5 0,-1-1 0,1-5 0,1 3 0,-3-1 0,1-4 0,5-8 0,0-4 0,0-1 0,0-10 0,-5-2 0,-1-8 0,-1 2 0,1-1 0,3-3 0,-8 8 0,-1 0 0,-5 6 0,6 6 0,0-1 0,0 10 0,-5 2 0,5 10 0,-4 5 0,11 10 0,-7 4 0,8-3 0,-3 3 0,-1-2 0,1 1 0,-1-3 0,1-8 0,3 1 0,-7-1 0,3 0 0,-5-2 0,7-3 0,-8-5 0,3-22 0,-7-4 0</inkml:trace>
  <inkml:trace contextRef="#ctx0" brushRef="#br0" timeOffset="14">29186 533 8912,'0'-17'0,"-8"0"0,6 5 0,-3 1 0,3 7 0,2-4 0,2 8 0,3 0 0,5 0 0,7 2 0,0 2 0,1 2 0,-1-3 0,-8 7 0,14-8 0,-4 6 0</inkml:trace>
  <inkml:trace contextRef="#ctx0" brushRef="#br0" timeOffset="15">29496 378 8912,'11'0'0,"1"0"0,-9 0 0,5 0 0,-8 0 0,0 8 0,0 5 0,0 8 0,0 8 0,0 9 0,0 2 0,2 8 0,2-2 0,2 4 0,-3 1 0,-1 1 0,4-8 0,0-4 0,1-4 0,-1-2 0,-4-7 0,4-4 0,-12-11 0,-4-12 0,-7-10 0</inkml:trace>
  <inkml:trace contextRef="#ctx0" brushRef="#br0" timeOffset="16">29461 739 8912,'0'-17'0,"0"8"0,0-1 0,0 4 0,8 4 0,3-3 0,5 3 0,1 2 0,8 0 0,2-2 0,9-2 0,2-4 0,2-1 0,2 5 0,-2-2 0,-9-1 0,3 1 0,-11-6 0,0 7 0,-4 1 0,-9 2 0,-2 2 0,-8 2 0,0 4 0,0 9 0,-2 8 0,-4 0 0,-5 2 0,-3-6 0,3 4 0,-5 1 0,5-1 0,-2 0 0,-1-6 0,3 1 0,7-9 0,-11-1 0,3-8 0,4 0 0,1-14 0,7-5 0,0-5 0,0-5 0,0-4 0,0 5 0,2-5 0,3 5 0,-3-5 0,4-1 0,2 1 0,-3 5 0,1 3 0,-6 8 0,0-1 0,2 3 0,4 4 0,-4 3 0,7 10 0,-3 4 0,-2 3 0,7 8 0,1-7 0,13 5 0,1-5 0</inkml:trace>
  <inkml:trace contextRef="#ctx0" brushRef="#br0" timeOffset="17">30115 567 8912,'-7'12'0,"-5"-1"0,-1 1 0,1 5 0,-3 0 0,3 0 0,-3 6 0,0 0 0,1 0 0,3 2 0,7-6 0,-2 4 0,5-10 0,1-1 0,0-1 0,1-1 0,5-4 0,4-12 0,7-6 0,0-3 0,0-4 0,1-4 0,-1 2 0,0-8 0,0-1 0,-5 3 0,-1-2 0,-7 8 0,2-2 0,1 10 0,-1 2 0,0 7 0,-6-4 0,0 16 0,0 3 0,0 5 0,7 8 0,-5-3 0,6 6 0,0-2 0,3-4 0,-1 2 0,1-6 0,1 2 0,5-13 0,2 0 0,2-6 0,2 0 0,0 0 0,0-14 0,0-5 0,-2-6 0,-2-3 0,-2-9 0,-2-1 0,-3-2 0,1-8 0,-7 2 0,-2-5 0,-2-6 0,-2 11 0,-8-10 0,-3 16 0,-3 0 0,3 6 0,-5 15 0,9 7 0,-7 26 0,3 14 0,7 12 0,-2 12 0,6 5 0,6 1 0,-2 6 0,7 0 0,1-5 0,5-2 0,2-5 0,4-5 0,6-1 0,3 2 0,3-8 0,-1-6 0,1-14 0,-1-5 0,0-6 0</inkml:trace>
  <inkml:trace contextRef="#ctx0" brushRef="#br0" timeOffset="18">31182 671 8912,'-2'9'0,"-4"-3"0,-3-2 0,-1 1 0,3-1 0,5 6 0,-4-3 0,4 1 0,-2-2 0,8 5 0,2-3 0,9-2 0,6-5 0,4-1 0,4-1 0,5-5 0,-1 2 0,-3-9 0,-1-5 0,2-3 0,-7-3 0,-1 3 0,-4-2 0,-9 0 0,-2 0 0,-8 0 0,0 2 0,-10 4 0,-7 5 0,-10 7 0,-5 5 0,-3 5 0,1 7 0,1 11 0,5 5 0,-5 12 0,14-1 0,-4 6 0,12 1 0,5 4 0,4-2 0,2-2 0,8-8 0,3 2 0,12-11 0,6-7 0,9-10 0,2-6 0,6-6 0,-4-6 0,2-6 0,2-10 0,0-11 0,-4-7 0,-6 2 0,0-4 0,-13 2 0,-2 1 0,-9 3 0,-6 2 0,-4-1 0,-2 1 0,-2 7 0,-4 4 0,-4 6 0,-7 6 0,6 3 0,-1 8 0,-1 2 0,-2 4 0,-1 9 0,5 8 0,-3 7 0,9-1 0,-1 4 0,6 1 0,0 0 0,0 1 0,8-1 0,3-1 0,4-3 0,3-3 0,-1-2 0,0 5 0,-2-9 0,-3 8 0,1-8 0,-7 2 0,0-4 0,-8-2 0,-4 0 0,-4-1 0,-7-3 0,0-2 0,-6-7 0,0 2 0,2-4 0,2-2 0,2 0 0,-1-15 0,1-4 0</inkml:trace>
  <inkml:trace contextRef="#ctx0" brushRef="#br0" timeOffset="19">32043 413 8912,'0'-18'0,"0"9"0,0 9 0,0 11 0,0 12 0,0 6 0,0 11 0,0 4 0,0 0 0,0 8 0,0-1 0,7-1 0,5 3 0,3-5 0,-4-4 0,-1 2 0,-2-6 0,-3-11 0,-5 3 0,0-5 0</inkml:trace>
  <inkml:trace contextRef="#ctx0" brushRef="#br0" timeOffset="20">31888 791 8912,'-10'-8'0,"2"4"0,8-7 0,8 7 0,9-9 0,14 7 0,7 2 0,8 2 0,4 0 0,1-3 0,9-5 0,1-7 0</inkml:trace>
  <inkml:trace contextRef="#ctx0" brushRef="#br0" timeOffset="21">32731 585 8912,'-17'5'0,"-2"3"0,-2 0 0,-2-1 0,-2 7 0,4-1 0,-2 8 0,-6 0 0,6 8 0,2 1 0,4 1 0,5-3 0,5 3 0,7-6 0,0 2 0,9-6 0,7 2 0,5-6 0,0-6 0,5-3 0,-5-8 0,8 0 0,-2-10 0,2-7 0,1 0 0,-5-8 0,2 0 0,-6-2 0,4-1 0,-10-1 0,-3 0 0,-7 3 0,-3-5 0,-2 8 0,-2 0 0,-3 6 0,-7 2 0,-11 3 0,2 5 0,-8 7 0,6 0 0,-5 0 0,7 0 0,-2 0 0,4 7 0,1 3 0</inkml:trace>
  <inkml:trace contextRef="#ctx0" brushRef="#br0" timeOffset="22">33161 499 8912,'0'-18'0,"0"1"0,0 0 0,0-2 0,-2-2 0,-4-2 0,5 8 0,-13-1 0,8 5 0,-1 3 0,1 3 0,-5 3 0,3 17 0,-5 4 0,7 15 0,-6 8 0,7 4 0,-7 6 0,6 5 0,-5-3 0,3 3 0,1-4 0,-1-1 0,4 0 0,-5-1 0,7-3 0,-4 4 0,2-12 0,-2 6 0,4-10 0,-3-8 0,3-3 0,2-7 0,0-1 0</inkml:trace>
  <inkml:trace contextRef="#ctx0" brushRef="#br0" timeOffset="23">32748 911 8912,'-23'-2'0,"0"-3"0,0 3 0,16-12 0,7 9 0,23-7 0,19 4 0,13-1 0,14-4 0,0-3 0,13-5 0,-7 2 0,-3 4-2008,-1 1 2008,-18 5 0,5-6 0,-14 5 0</inkml:trace>
  <inkml:trace contextRef="#ctx0" brushRef="#br0" timeOffset="24">29943 1994 8912,'-2'-17'0,"-2"0"0,-3 0 0,-1 0 0,0-1 0,5 1 0,-5 0 0,2 0 0,-5 5 0,3 3 0,-1 1 0,-3 18 0,-3 13 0,1 9 0,3 8 0,1 10 0,-1 9 0,5 0 0,4 1 0,2 3 0,0-6 0,8 4 0,5-9 0,8-10 0,8-10 0,3-9 0,3-11 0,7-9 0,4-14 0,-2-16 0,2-19 0,-2-11 0,2-6 0,-8-4 0,-8-2 0,-5 1 0,-8-1 0,-7 6 0,-4 0 0,-12 9 0,-5 3 0,-10 9 0,-2 13 0,-8 6 0,2 12 0,-3 3 0,-3 10 0,3 5 0,3 9 0,6 5 0,-4 9 0,8-3 0,-4 7 0,4-7 0,-6 6 0,-1-7 0</inkml:trace>
  <inkml:trace contextRef="#ctx0" brushRef="#br0" timeOffset="25">29719 2184 8912,'-11'9'0,"1"-1"0,3-1 0,1-5 0,10 6 0,7-8 0,16-8 0,19-3 0,4-4 0,1-3 0,9 1 0,3 0 0,4 0 0,1 0-191,9-1 1,1-14-1,8-4 1</inkml:trace>
  <inkml:trace contextRef="#ctx0" brushRef="#br0" timeOffset="26">2530 980 8912,'11'0'0,"1"0"0,1 0 0,2 0 0,1-8 0,-5-3 0,-5-4 0,1-3 0,1 1 0,2 0 0,-7 0 0,3 0 0,-4-1 0,-2 7 0,0 0 0,0-3 0,0 7 0,-2-1 0,-4 8 0,-3 0 0,-8 13 0,0 4 0,-3 20 0,-1 5 0,-4 11 0,1 10 0,-1 4 0,2 10 0,8-5-150,3 8 0,4-3 150,8-3 0,8-3 0,5-19 0,8-8 0,6-14 0,13-7 0,2-12 0,2-5 0,-5-12 0,10-13 0,-3-15 0,4-10 0,0-4 0,-6-1 0,-8-1 0,-5-4 0,-10 7 0,2-7 0,-12 8 0,-5-7 0,-12 7 0,-11 4 0,-14 0 75,-7 0 0,0 13 0,-6 1 0,2 7-75,4 3 0,1 9 0,3 3 0,-1 4 0,9 2 0,3 0 0,11 8 0,6 3 0,5 7 0,1 4 0,1-1 0,5 8 0,4-8 0,15 4 0,1-8 0</inkml:trace>
  <inkml:trace contextRef="#ctx0" brushRef="#br0" timeOffset="27">2409 1393 8912,'0'17'0,"0"0"0,0-7 0,2-5 0,4-10 0,11-5 0,12-7 0,11-2 0,6-4 0,4-4 0,1 0 0,8-5 0,-5 7 0,1-6 0,-7 3 0,-2 7 0,-11-2 0,3 6 0,-10 5 0,-10-3 0,5 5 0,-22-7 0,7 0 0</inkml:trace>
  <inkml:trace contextRef="#ctx0" brushRef="#br0" timeOffset="28">3356 1272 8912,'0'12'0,"0"-1"0,0 4 0,0 5 0,0 3 0,-6 7 0,-2-1 0,1 3 0,-1 3 0,-3 5 0,5 2 0,2 0 0,0 0 0,-2-4 0,5-2 0,-5-1 0,4-1 0,10-9 0,3-8 0,4-2 0,4-9 0,4-2 0,6-2 0,-2-10 0,1-3 0,-5-6 0,4-4 0,-2-2 0,-2-8 0,-6 4 0</inkml:trace>
  <inkml:trace contextRef="#ctx0" brushRef="#br0" timeOffset="29">3235 1685 8912,'-17'0'0,"0"0"0,7 0 0,3 0 0,7 0 0,9-8 0,8-3 0,10-4 0,6-3 0,1 1 0,8 0 0,-4 0 0,6 0 0,-2-1 0,6-6 0,-4-3 0</inkml:trace>
  <inkml:trace contextRef="#ctx0" brushRef="#br0" timeOffset="30">3855 1272 8912,'9'0'0,"7"0"0,-14 8 0,3 3 0,-3 5 0,-2 1 0,0 2 0,0 4 0,0 4 0,0 7 0,0 2 0,0 4 0,0 4 0,0 0 0,0 6 0,0-4 0,0-4 0,0 0 0,-2-4 0,-2-2 0,-1-3 0,-9-10 0,5 9 0,-8-5 0</inkml:trace>
  <inkml:trace contextRef="#ctx0" brushRef="#br0" timeOffset="31">3700 1651 8912,'2'15'0,"4"-4"0,3-5 0,8-12 0,10-3 0,6-8 0,5-1 0,4 1 0,-4 0 0,2 0 0,6 5 0,-6 1 0,0 5 0,-5-3 0,-1 1 0,1-5 0,-1 3 0</inkml:trace>
  <inkml:trace contextRef="#ctx0" brushRef="#br0" timeOffset="32">4388 1307 8912,'0'-10'0,"0"2"0,0 10 0,0 4 0,-6 11 0,1 12 0,-1 3 0,6 3 0,-6 7 0,1 4 0,-1-2 0,6 2 0,0-1 0,0 5 0,2-2 0,3-2 0,5-16 0,1 8 0,1-15 0,-1 0 0,7-6 0</inkml:trace>
  <inkml:trace contextRef="#ctx0" brushRef="#br0" timeOffset="33">5163 1049 8912,'-12'0'0,"3"-2"0,1-4 0,0 4 0,3-4 0,5 5 0,0 1 0,3 0 0,13 0 0,5 0 0,4 0 0,-3 1 0,7 5 0,0-4 0,5 4 0,1-4 0,-1-2 0,-7 7 0,3-5 0,-7 4 0,-2-4 0,4-2 0,-4 2 0,-5 4 0,-7-4 0,-11 7 0,-3-3 0,-13 3 0,-8 9 0</inkml:trace>
  <inkml:trace contextRef="#ctx0" brushRef="#br0" timeOffset="34">5128 1461 8912,'-6'33'0,"-1"-4"0,-3-7 0,8-10 0,2-6 0,10-4 0,5-2 0,10 0 0,4 0 0,5-2 0,6-4 0,6-6 0,10-9 0,1-1 0,0-1 0,-5 5 0,-2 1 0,-4 0 0,-6 2 0,-12 3 0,-5 7 0,-11 3 0,-12 2 0,-10 7 0,-7 3 0</inkml:trace>
  <inkml:trace contextRef="#ctx0" brushRef="#br0" timeOffset="35">6763 808 8912,'-2'-11'0,"-4"-1"0,-5 1 0,-4 1 0,3 2 0,1 8 0,-3 0 0,-1 8 0,0 2 0,3 7 0,-3 2 0,3 4 0,3 4 0,-1 9 0,1 2 0,1 4 0,0 2 0,-5 10 0,11-1 0,-4 6 0,5 1 0,1-7 0,1 8 0,5-4 0,6-11 0,11-2 0,5-11 0,5-10 0,1-12 0,8-3 0,4-8 0,-4-8 0,6-9 0,-6-12 0,2-3 0,0-10 0,2-4 0,-4-6 0,-8-3 0,1-2 0,-7-6 0,-3 3 0,-6-1 0,-5 6 0,-14-2 0,-8 5 0,-3 6 0,-14 0 0,-10 12 0,-5 9 0,-6 14 0,-3 7 0,3-2 0,4 12 0,0 3 0,7 8 0,3 3 0,1 3 0,2 5 0,8 3 0,0-3 0,8-5 0,-10 4 0,4 0 0</inkml:trace>
  <inkml:trace contextRef="#ctx0" brushRef="#br0" timeOffset="36">6643 1186 8912,'-18'18'0,"1"-3"0,0-4 0,5 3 0,1-9 0,7 1 0,-3-6 0,16 0 0,8 0 0,10 0 0,13-2 0,6-4 0,6-5 0,5-4 0,4-2 0,8-1 0,0 1 0,0-6 0,0 0 0,-14 0 0,-5 6 0,-6 0 0,-12 0 0,-9 1 0,-4 5 0,-9 3 0,-10 8 0,-6 0 0,-9 2 0,-4 4 0,-2-2 0,3 7 0,9 1 0,-14 5 0,4 0 0</inkml:trace>
  <inkml:trace contextRef="#ctx0" brushRef="#br0" timeOffset="37">7727 1272 8912,'2'-9'0,"1"1"0,5 2 0,2 1 0,-7-3 0,3 2 0,-4 4 0,-10-5 0,-3 7 0,1 2 0,1 3 0,1 7 0,-3 3 0,3 4 0,-1 4 0,3-2 0,-4 10 0,1 3 0,-1 4 0,-1 10 0,-5 2 0,5 7 0,-3 0 0,9-5 0,-1-2 0,6-3 0,0-1 0,0-15 0,2 1 0,4-16 0,5-5 0,10-3 0,4-8 0,2 0 0,3 0 0,3-16 0,1 5 0,1-12 0,-1 4 0,-7 2 0,-2-1 0,-8 1 0,0 0 0,-7 8 0,5-7 0,-13 7 0,6-8 0</inkml:trace>
  <inkml:trace contextRef="#ctx0" brushRef="#br0" timeOffset="38">7486 1685 8912,'-2'15'0,"-4"-3"0,-3-5 0,-1 1 0,2-6 0,8-2 0,10-2 0,7-6 0,10 1 0,5-3 0,10-7 0,2 0 0,2 0 0,0-1 0,-6 3 0,6 4 0,-4-3 0,0 7 0,-7-3 0,-5 6 0,-3-11 0,-2 5 0</inkml:trace>
  <inkml:trace contextRef="#ctx0" brushRef="#br0" timeOffset="39">8243 1169 8912,'-12'6'0,"1"0"0,7-1 0,-3-5 0,16 0 0,8 0 0,12 0 0,9 0 0,6-7 0,8-5 0,-1-3 0,1-2 0,4 0 0,-3-1 0,-3 1 0,-10 0 0,2 2 0,-9 1 0,-5 3 0,-3-1 0,-15 3 0,-3 1 0,-14 8 0,-3 0 0,-7 0 0,5 6 0,1 0 0,-6 5 0,-6-5 0,2-2 0,-4 3 0,2 1 0,0 0 0,-2-1 0,-2-1 0,1 0 0,1-1 0,0-1 0,6 6 0,-8-8 0,4 3 0,4 3 0,-4-2 0,4 1 0,2-1 0,7-4 0,2 6 0,22-8 0,3 0 0,14-2 0,3-4 0,8-3 0,10-9 0</inkml:trace>
  <inkml:trace contextRef="#ctx0" brushRef="#br0" timeOffset="40">9465 774 8912,'-17'0'0,"-1"0"0,1 0 0,8 0 0,1-2 0,8-4 0,0 4 0,2-4 0,4 12 0,1 0 0,5 11 0,5-2 0,0 14 0,0 0 0,6 7 0,-2 4 0,2 6 0,-4 4 0,4 1 0,-4 1 0,-1-1 0,-1-3 0,0 4 0,-7-12 0,-5 6 0,-3-8 0,-2-4 0,-2-5 0,-3-2 0,-7-3 0,3-3 0,-3-7 0,-1-5 0,-3-1 0,7-2 0,-6-6 0,3 0 0,4-8 0,-5-1 0,7-9 0,-5-6 0,5-7 0,2-5 0,2-8 0,2-6 0,8 2 0,2-19 0,9 4 0,4-3-145,3-11 0,17 1 0,2-5 145,5 7 0,4 3 0,1 4 0,4 4 0,3 6 0,-15 11 0,-5 6 0,-19 11 0,-4 5 0,-9 14 0,-10 2 0,-11 8 0,3 0 0,0 0 145,8 0 0,-2 0 0,-1 2-145,-3 4 0,0-4 0,6 6 0,0-6 0,0 3 0,0-3 0,0 8 0,0-5 0,0 5 0,0 7 0,-8 0 0,-1 1 0</inkml:trace>
  <inkml:trace contextRef="#ctx0" brushRef="#br0" timeOffset="41">10411 791 8912,'-7'9'0,"3"-1"0,-6-6 0,1 2 0,-1 2 0,4-1 0,-5-5 0,5 0 0,-5 0 0,7 0 0,-4 0 0,8 0 0,8 0 0,7 0 0,12-2 0,5-3 0,-1 3 0,19-14 0,-4 5 0,3-4 0,3-3 0,-2 3 0,-3 2 0,-1 1 0,-7 1 0,3 1 0,-10 5 0,-3 3 0,-4 2 0,-10 4 0,-4 5 0,-5 8 0,-4 12 0,-4 5 0,-4 12 0,-5 4 0,-12 1 0,4 1 0,-6 0 0,2-1 0,0 1 0,-5-6 0,5-1 0,0-12 0,5 1 0,1-1 0,0-8 0,0-2 0,0-4 0,-1-4 0,1-4 0,0 3 0,0-9 0,0-1 0,5-4 0,1-5 0,-1-13 0,-5-8 0</inkml:trace>
  <inkml:trace contextRef="#ctx0" brushRef="#br0" timeOffset="42">10446 911 8912,'5'12'0,"1"-1"0,6-5 0,-7 5 0,3 1 0,-4 5 0,3 2 0,1 4 0,0 6 0,5 11 0,-9-2 0,6 8 0,-1 0 0,1-2 0,1 3 0,6-6 0,1-3 0,-1-2 0,0-3 0,-2-5 0,-3-5 0,3-6 0,-4-5 0,5-12 0,1-10 0</inkml:trace>
  <inkml:trace contextRef="#ctx0" brushRef="#br0" timeOffset="43">11788 653 8912,'0'-11'0,"0"-1"0,0 9 0,-6-3 0,0 12 0,3 7 0,1 10 0,2 11 0,0 4 0,0 12 0,0 4 0,0-1 0,0 3 0,0-1 0,0 2 0,0-1 0,2-9 0,3-5 0,7-5 0,3-11 0,2-5 0,8-5 0,4-5 0,3-5 0,3-4 0,1-10 0,4-3 0,2-5 0,4-1 0,-4 2 0,-7 2 0,-1 1 0,-7 8 0,-2-11 0,-18 13 0,-7-4 0,-7 5 0,-10 2 0,-1 5 0,1-2 0,0 7 0,0-7 0,0 4 0,-1-8 0</inkml:trace>
  <inkml:trace contextRef="#ctx0" brushRef="#br0" timeOffset="44">12958 602 8912,'-2'-16'0,"-2"3"0,-1 2 0,-1-1 0,-2 3 0,4-1 0,-7 6 0,-2-1 0,-3 1 0,-1 2 0,-2 2 0,-4 0 0,-6 0 0,-3 13 0,-3 6 0,1 8 0,0 9 0,-1 1 0,3 10 0,1 7 0,2 7 0,14 6 0,0 0 0,5-4 0,6 4 0,8-8 0,4-2 0,1-5 0,11-20 0,1 6 0,7-15 0,3-2 0,1-2 0,3-7 0,-1-1 0,1-7 0,-1 4 0</inkml:trace>
  <inkml:trace contextRef="#ctx0" brushRef="#br0" timeOffset="45">13096 791 8912,'-12'9'0,"1"-3"0,-3-4 0,-1-2 0,-2 8 0,0 1 0,-2 8 0,-2 3 0,-2 2 0,-6 5 0,6 10 0,2 3 0,4-2 0,5 8 0,5-2 0,7 1 0,2-2 0,5-11 0,10-3 0,3-5 0,8-6 0,1-3 0,5-4 0,1-5 0,-1-12 0,1-3 0,-1-8 0,0-1 0,-7-6 0,6-1 0,-5-4 0,-3-9 0,-2 4 0,0-7 0,-4 3 0,-3-2 0,-11-2 0,1 2 0,-6-4 0,-6 0 0,-3 2 0,-10 13 0,-4 1 0,-4 12 0,-8-1 0,3 6 0,1-1 0,3 7 0,7 3 0,-10 9 0,8 5 0,8-5 0,0 16 0,5-4 0</inkml:trace>
  <inkml:trace contextRef="#ctx0" brushRef="#br0" timeOffset="46">12838 1135 8912,'-12'5'0,"1"1"0,7 2 0,-2-2 0,4-5 0,2 5 0,4-10 0,8-3 0,10-3 0,9-1 0,9-6 0,0-1 0,8 3 0,-2 4 0,2-5 0,0 5 0,-2-4 0,-8-3 0,12-6 0,-6-3 0</inkml:trace>
  <inkml:trace contextRef="#ctx0" brushRef="#br0" timeOffset="47">13543 877 8912,'10'11'0,"-4"1"0,-5-1 0,5 1 0,0-1 0,0-5 0,-6 7 0,0 6 0,-2 0 0,-4 10 0,4 0 0,-4 5 0,-1 1 0,1-1 0,0 2 0,6 2 0,0 3 0,0-1 0,0-6 0,8-1 0,3-5 0,5-3 0,1-8 0,0-1 0,0-5 0,0-5 0,1-4 0,-1-2 0,0 0 0,-5-8 0,-1-3 0,-1-7 0,1-5 0,-3 4 0,-1-21 0,3 4 0</inkml:trace>
  <inkml:trace contextRef="#ctx0" brushRef="#br0" timeOffset="48">13526 1255 8912,'0'10'0,"0"5"0,0-4 0,0-3 0,0 0 0,8-8 0,7 0 0,12-2 0,5-4 0,-1-4 0,11-7 0,-8 0 0,1 0 0,-1-6 0,1 0 0,-1-15 0,0 2 0</inkml:trace>
  <inkml:trace contextRef="#ctx0" brushRef="#br0" timeOffset="49">13646 481 8912,'25'18'0,"-4"6"0,8 5 0,2 7 0,7 8 0,2 8 0,6 19 0,-6 3 0,-2 8-139,-22-36 0,-3 2 1,12 45-1,-16-43 1,-1 0 138,1-1 0,-1-1 0,2 36 0,-6 0 0,-8-5 0,-8-7 0,-11 14-121,-3-13 0,9-28 0,-1 2 1,-16 31-1</inkml:trace>
  <inkml:trace contextRef="#ctx0" brushRef="#br0" timeOffset="50">16073 14975 8912,'-6'17'0,"0"1"0,1-1 0,-3 0 0,4 6 0,-5 0 0,1 0 0,2 0 0,1 0 0,-1-2 0,0-2 0,6-2 0,0 0 0,8 0 0,1 1 0</inkml:trace>
  <inkml:trace contextRef="#ctx0" brushRef="#br0" timeOffset="51">16176 15646 8912,'-6'11'0,"1"1"0,-1-1 0,-2-1 0,6 5 0,-3-2 0,1 6 0,-2 4 0,4 2 0,-4-4 0,5 2 0,1 6 0,0-4 0,0 1 0,0-5 0,0 4 0,0 0 0,-8-6 0,-2 6 0</inkml:trace>
  <inkml:trace contextRef="#ctx0" brushRef="#br0" timeOffset="52">16176 16196 8912,'0'9'0,"0"7"0,0-14 0,0 13 0,0-5 0,-2 5 0,-2-2 0,-1-1 0,-1-1 0,6 6 0,0 0 0,0 1 0,0-1 0,0 0 0,0 0 0,0 0 0,0 1 0,0-9 0,2 5 0,2-7 0,1 3 0,3-5 0,-2 7 0,-4-8 0,5 5 0,-7-3 0,0-4 0,8 13 0,-6-5 0,6 1 0,-8 1 0,0-1 0,0 1 0,0-1 0,0-5 0,0 5 0,0-7 0,0 4 0,0-8 0</inkml:trace>
  <inkml:trace contextRef="#ctx0" brushRef="#br0" timeOffset="53">16262 16471 8912,'-9'2'0,"3"4"0,4-4 0,0 11 0,-4-7 0,4 7 0,-5-3 0</inkml:trace>
  <inkml:trace contextRef="#ctx0" brushRef="#br0" timeOffset="54">16228 16866 8912,'0'-11'0,"0"0"0,-2 7 0,-4-2 0,4 4 0,-5 2 0,7 2 0,0 4 0,0-4 0,0 5 0,7-7 0,-5-2 0,4-3 0,-2 3 0,1-4 0,-3-4 0,8 7 0,-4-9 0,-4 8 0,5-11 0,-7 4 0,0 3 0,0 0 0,0 1 0,0 5 0,0-14 0,0 15 0,0-7 0,0 8 0,0 0 0,0 8 0,0-7 0,-7 15 0,5-14 0,-6 13 0,8-13 0,0 6 0,0-8 0,0 0 0,0-8 0,0 6 0,0-13 0,0 5 0,0-1 0,0-1 0,0 8 0,0-3 0,-8 7 0,5 5 0,-9 1 0,8 8 0,-2-3 0,5 4 0,1 3 0,-6-7 0,0 0 0,2 3 0,2 1 0,2-5 0,0-3 0,2-7 0,4 0 0,4 0 0,-1-7 0,5-3 0,-9-7 0,1 5 0,-6 1 0,0-2 0,0 5 0,0-2 0,0 5 0,0 3 0,0-6 0,-2 10 0,-2 4 0,-1 5 0,1 5 0,-6-7 0,8 6 0,-4-3 0,5-3 0,1 3 0,0-1 0,0-1 0,0-3 0,0-7 0,7-7 0,-5-3 0,4-7 0,2 0 0,-3 0 0,1 5 0,-6 1 0,0 7 0,0-11 0,0 3 0,0 3 0,0-3 0,0 8 0,0 4 0,0 10 0,0 7 0,-2 0 0,-2 1 0,-1-1 0,-1 6 0,6 0 0,0-1 0,0-4 0,0-1 0,0 0 0,0 0 0,0-7 0,7-3 0,3-8 0,0-5 0,-3-4 0,1-7 0,1 0 0,1 0 0,0-1 0,-5 1 0,-3 0 0,4 0 0,-4 0 0,-2 0 0,0-1 0,0 1 0,0 0 0,-2 5 0,-4 1 0,-1 15 0,-5 2 0,-1 7 0,7 4 0,0 0 0,0 2 0,1 4 0,-1-4 0,6 4 0,0-4 0,-2-3 0,-4-5 0,4 5 0,-5-15 0,7 7 0,6-10 0,-1-4 0,3-3 0,-4-8 0,3-1 0,3 1 0,-6-8 0,3 6 0,-7-4 0,0 4 0,0 2 0,0 0 0,0 0 0,-2 5 0,-3 1 0,1 7 0,-8-2 0,9 4 0,-11 12 0,7 5 0,-3 6 0,6 10 0,-2-4 0,5-1 0,1-3 0,0-4 0,0-2 0</inkml:trace>
  <inkml:trace contextRef="#ctx0" brushRef="#br0" timeOffset="55">29375 3078 8912,'10'0'0,"-3"0"0,1 0 0,-6 0 0,6 0 0,-8 0 0,0 0 0,7 0 0,-5 0 0,6 0 0,-8 0 0,0 0 0,0-8 0,0 6 0,0-6 0,0 8 0,0 0 0,0-7 0,0 5 0,0-6 0,0 8 0,0 0 0,-8 8 0,6-6 0,-5 5 0,7-7 0,0 2 0,0 4 0,0-4 0,0 6 0,2-8 0,3 0 0,7 0 0,3 0 0,2 0 0,2 0 0,4 0 0,-4-2 0,4-4 0,-3 4 0,-3-4 0,0-1 0,0 1 0,-5 0 0,-1 6 0,-7 0 0,2-6 0,-12 1 0,-4-1 0,-7 6 0,0 0 0,0 8 0,-2-6 0,-4 3 0,4 3 0,-4-2 0,3-3 0,-2 5 0,-1-2 0,0 5 0,5-5 0,1 5 0,0-5 0,2 0 0,3 2 0,-3-6 0,7 7 0,-3-3 0,3-4 0,8 5 0,0-7 0,8 0 0,3 0 0,5 0 0,1 0 0,0 0 0,0 0 0,2-5 0,4-1 0,-4-2 0,4 4 0,-4-1 0,-3-3 0,-5 2 0,5 4 0,-9-7 0,7 5 0,-3-2 0,-7 1 0,11 5 0,-13 0 0,4 0 0,-12 0 0,-3 0 0,-9 0 0,1 0 0,0 0 0,0 0 0,5 1 0,1 5 0,5-4 0,-5 4 0,7 3 0,-4-7 0,8 6 0,0-8 0</inkml:trace>
  <inkml:trace contextRef="#ctx0" brushRef="#br0" timeOffset="56">1669 5553 8912,'-15'-11'0,"2"1"0,3 1 0,0 1 0,1 1 0,3-7 0,-5 3 0,1 1 0,-3 1 0,1 1 0,1 2 0,-6 6 0,-1 0 0,7 0 0,1 2 0,1 4 0,-1 5 0,-1 12 0,-6 6 0,1 11 0,3 6 0,3 5 0,1 7 0,-1 5 0,6 11 0,-3-3 0,7 2 0,0-8 0,9-2 0,7-10 0,5-7 0,0-8 0,5-7 0,1-22 0,8-3 0,1-4 0,4-2 0,-4-10 0,6-5 0,1-6 0,-7-10 0,14 3 0,-6-12 0,0-6 0,-2-4 0,-10-1 0,-3-1 0,-6 0 0,-4 1 0,-4 1 0,-3 4 0,-5-1 0,-7 6 0,-4-4 0,-5 5 0,-8 1 0,-12 11 0,8 3 0,-8 8 0,-1-1 0,-3 9 0,-1 3 0,1 4 0,5 2 0,3 0 0,2 8 0,0 3 0,2 7 0,9 4 0,-1-8 0,7 3 0,-7-4 0,3 5 0,-7-1 0</inkml:trace>
  <inkml:trace contextRef="#ctx0" brushRef="#br0" timeOffset="57">1532 5983 8912,'-18'0'0,"1"0"0,0 0 0,7 0 0,5 0 0,12 0 0,11 0 0,6-7 0,11-5 0,-1-3 0,8-2 0,-3-1 0,6 1 0,1 0 0,4 0 0,-2 0 0,-2-1 0,1 1 0,-4 0 0,-1 0 0,-8 2 0,0 3 0,-7-3 0,-2 5 0</inkml:trace>
  <inkml:trace contextRef="#ctx0" brushRef="#br0" timeOffset="58">2512 5846 8912,'-17'0'0,"6"0"0,-1 0 0,-1 0 0,5 7 0,3 5 0,3 3 0,2 2 0,0 8 0,0 4 0,0 3 0,0 3 0,0 7 0,0 2 0,0 0 0,0-2 0,0-8 0,0 0 0,0 1 0,7-1 0,-5-7 0,4-4 0,-4-4 0,-2-10 0,7-1 0,-5-16 0,6-1 0,-8-8 0</inkml:trace>
  <inkml:trace contextRef="#ctx0" brushRef="#br0" timeOffset="59">3080 5639 8912,'-11'0'0,"-1"0"0,-1 0 0,-2 0 0,3 0 0,3 2 0,1 4 0,0-4 0,3 4 0,3-3 0,-2 1 0,8 2 0,5 0 0,9-6 0,1 0 0,4 0 0,3-2 0,9-4 0,1-3 0,4-9 0,-2 7 0,6-1 0,-1-1 0,-3 0 0,-6-1 0,1 3 0,-1 1 0,0-1 0,-7-3 0,-4 7 0,-4-3 0,-2 6 0,-5-3 0,-1 7 0,-7 0 0,4 2 0,-8 3 0,7 5 0,3 7 0</inkml:trace>
  <inkml:trace contextRef="#ctx0" brushRef="#br0" timeOffset="60">3407 5914 8912,'-23'2'0,"0"2"0,2 2 0,2-2 0,8-2 0,1 0 0,3 3 0,1-3 0,14 6 0,3-10 0,4-4 0,10 4 0,4-13 0,11 4 0,6-5 0,-4-9 0,6 6 0,-8-4 0,-2 4 0,-2 2 0,-1 0 0,-3 0 0,-3 0 0,-4-1 0,-8 9 0,-2 1 0,-3 0 0,-4 7 0,-8-7 0,0 8 0,0 0 0,-2 6 0,-2 1 0,-2 3 0,0-6 0,6 3 0,-7-7 0,-3 0 0</inkml:trace>
  <inkml:trace contextRef="#ctx0" brushRef="#br0" timeOffset="61">4543 5244 8912,'-17'9'0,"0"-1"0,-1 0 0,3 3 0,4 4 0,-5 10 0,7 4 0,-3 5 0,3 8 0,1 10 0,-3 1 0,5 11 0,2-1 0,2-2 0,2-4 0,6-5 0,2-5 0,1-5 0,5-5 0,1-9 0,2-16 0,0-5 0,0-9 0,1-3 0,5-7 0,0-11 0,7-3 0,-1-11 0,3-3 0,-3 4 0,0-4 0,-8-2 0,2 0 0,-6 0 0,-6 0 0,3-4 0,-9 6 0,-1 2 0,-4 1 0,-5 3 0,-7-1 0,-9 3 0,-2 3 0,0 4 0,6 8 0,-6 8 0,0 3 0,0 4 0,6 2 0,0 2 0,0 4 0,-1 5 0,1 4 0,0 3 0,0-1 0,-1 8 0,1 1 0</inkml:trace>
  <inkml:trace contextRef="#ctx0" brushRef="#br0" timeOffset="62">4354 5743 8912,'-27'17'0,"4"-2"0,4-4 0,9 5 0,5-16 0,12 2 0,11-6 0,1-10 0,9 3 0,3-4 0,7-4 0,2-4 0,2 4 0,-1-4 0,-5 4 0,4 1 0,-4 1 0,-1 0 0,-1 0 0,-5 7 0,0 4 0,-8-3 0,3 7 0,-6-6 0</inkml:trace>
  <inkml:trace contextRef="#ctx0" brushRef="#br0" timeOffset="63">5042 5674 8912,'-9'7'0,"-5"-3"0,8 8 0,-5-7 0,5 7 0,2 1 0,-3-3 0,1 1 0,-5 3 0,3 7 0,0 3 0,-1 3 0,-1 4 0,6 1 0,-1 3 0,3-9 0,2 7 0,0-4 0,0 3 0,7-5 0,5-6 0,3-8 0,2-5 0,1-8 0,4-2 0,3-4 0,2-5 0,-6-12 0,2-6 0,2-3 0,-4-3 0,-4 1 0,-3-1 0,-11 7 0,5-1 0,0-1 0,-6-1 0,3 2 0,-10 5 0,-5 6 0,0 1 0,-11 2 0,4 3 0,-4 5 0,4 7 0,0 0 0,0 0 0,-1 2 0,1 1 0,0 3 0,2 8 0,3-3 0,5-3 0,14 7 0,3-5 0</inkml:trace>
  <inkml:trace contextRef="#ctx0" brushRef="#br0" timeOffset="64">5576 5571 8912,'-12'0'0,"1"0"0,7 0 0,-11 0 0,11 0 0,-8 0 0,8 0 0,-3 0 0,7 1 0,2 3 0,3 2 0,5 0 0,7-6 0,2 0 0,4 0 0,6 0 0,3 0 0,3 0 0,-1-6 0,1 0 0,-1-1 0,1 1 0,-7-2 0,1-3 0,-8-3 0,2 9 0,-4-7 0,-2 7 0,0-9 0,-5 12 0,-1-3 0,-7-5 0,2 8 0,-12-4 0,-5 4 0,-7 2 0,-4 0 0,2 0 0,-4 2 0,-1 4 0,0-2 0,-4 7 0,-1-5 0,7 6 0,0-7 0,5 7 0,1-7 0,0 5 0,0-2 0,0 5 0,5-11 0,3 6 0,3-3 0,8 1 0,0 0 0,9-6 0,6 0 0,6 0 0,8-2 0,-4-2 0,-1-2 0,7-5 0,-4 5 0,-4-5 0,-3 5 0,-2-2 0,-3 4 0,0-1 0,0-1 0,-5 0 0,-1 1 0,-7-1 0,4 6 0,-10 0 0,-4 0 0,4 0 0,-13 0 0,13 0 0,-13 7 0,5 3 0</inkml:trace>
  <inkml:trace contextRef="#ctx0" brushRef="#br0" timeOffset="65">6557 5089 8912,'-8'10'0,"-2"-3"0,-1-1 0,-1 0 0,-1-2 0,3-2 0,-1-2 0,7 0 0,-4 0 0,8 0 0,0 0 0,6-2 0,0-4 0,0 4 0,-6-6 0,0 8 0,0 0 0,-2 8 0,-4 3 0,4 12 0,-6 6 0,3 4 0,-1 1 0,0 8 0,6 4 0,0-4 0,0-2 0,0-4 0,2-3 0,4-5 0,3 1 0,9-10 0,-1-4 0,0-9 0,2-2 0,4-8 0,6-7 0,-2-7 0,1-4 0,-1-5 0,2-8 0,-6 1 0,0 0 0,-6-1 0,2 1 0,-13 1 0,-2 5 0,-3-5 0,-1 5 0,-1 3 0,-5 2 0,-6 4 0,-9 2 0,-2-1 0,-5 1 0,5 0 0,-2 7 0,4 5 0,-2 3 0,0 2 0,6 0 0,0 0 0,1 7 0,5 5 0,5 3 0,4 2 0,2 1 0,2-1 0,4 0 0,5 0 0,12 0 0,4 1 0</inkml:trace>
  <inkml:trace contextRef="#ctx0" brushRef="#br0" timeOffset="66">7090 5261 8912,'-17'10'0,"0"-3"0,-1 1 0,1-4 0,0 7 0,0-7 0,0 11 0,7-13 0,2 6 0,8-8 0,8 0 0,3 0 0,-1-2 0,1-2 0,3-2 0,-7-7 0,9 3 0,-14-1 0,3 0 0,-3 7 0,-2-4 0,0 8 0,0 0 0,0 0 0</inkml:trace>
  <inkml:trace contextRef="#ctx0" brushRef="#br0" timeOffset="67">7383 5038 8912,'9'-8'0,"1"4"0,-5-5 0,7 1 0,-3 2 0,3 6 0,1 0 0,3 0 0,1 0 0,0 2 0,0 4 0,0 5 0,-1 10 0,-3 4 0,-1 2 0,-9-6 0,11 17 0,-9-3 0,-1 3 0,-2 4 0,-9-4 0,-5 6 0,-3 0 0,-4-2 0,-4 0 0,2-2 0,-8-6 0,6-5 0,-6 0 0,6-10 0,-3 0 0,-1-8 0,0-3 0,6-2 0,-4-8 0,8-4 0,2-9 0,3-10 0,7-2 0,3-1 0,2-7 0,0 3 0,0 1 0,2 4 0,1 3 0,3 3 0,7 1 0,-1 3 0,3 6 0,2-1 0,3 9 0,3-3 0,-2 12 0,7 5 0,-5 4 0,6 2 0,1 1 0,-3 5 0,2-1 0,2 0 0,1-3 0,2-4 0,1-4 0,-3 3 0,-1-9 0,-2-1 0,7 6 0,8-1 0</inkml:trace>
  <inkml:trace contextRef="#ctx0" brushRef="#br0" timeOffset="68">8105 5141 8912,'-7'9'0,"5"1"0,-6-6 0,0 1 0,1 3 0,-5-2 0,5-4 0,7 5 0,0-7 0,2 0 0,3 0 0,-1-2 0,8-3 0,-1 1 0,6-8 0,2 7 0,2-7 0,2 1 0,-2 1 0,4-3 0,-2 7 0,6-5 0,-6 5 0,6 0 0,-7 6 0,3-6 0,-2 1 0,-4-1 0,4 6 0,-4 0 0,-1 0 0,-7 8 0,1 1 0,-1 3 0,-1-1 0,3 6 0,-7 8 0,-2 2 0,-2 3 0,-2 11 0,-8-5 0,-2 8 0,-7-4 0,-6-2 0,0 8 0,-5-8 0,5 2 0,0-9 0,4-4 0,-4-3 0,3-1 0,-4-5 0,6-1 0,7-8 0,-1-3 0,7-4 0,-7-2 0,6 0 0,-5 0 0,0-15 0,-7-4 0</inkml:trace>
  <inkml:trace contextRef="#ctx0" brushRef="#br0" timeOffset="69">8209 5124 8912,'-10'0'0,"2"7"0,8 3 0,2 13 0,4 0 0,4 9 0,7 1 0,0 5 0,0 0 0,6 4 0,0-2 0,0 2 0,-6-2 0,0-3 0,1 3 0,-9-10 0,-3-1 0,2-2 0,-3 1 0,1-3 0,-6-8 0</inkml:trace>
  <inkml:trace contextRef="#ctx0" brushRef="#br0" timeOffset="70">8983 5106 8912,'9'-2'0,"-3"-3"0,-4 1 0,-2-8 0,0 9 0,0-5 0,-2 10 0,-4 4 0,-3 7 0,-3 8 0,1 10 0,-2 7 0,-3 2 0,-1 11 0,0-1 0,2 11 0,3-2 0,-1-1 0,7-9 0,2-3 0,2-4 0,2-7 0,0-9 0,0-3 0,8-5 0,3-7 0,10-3 0,2-8 0,6-2 0,-4-4 0,0-5 0,2-5 0,-1-1 0,1 0 0,2 0 0,-4 7 0,-8-3 0,0 7 0,-2-2 0,-1 5 0,-3-3 0,-7 0 0,-4 6 0,-10 0 0</inkml:trace>
  <inkml:trace contextRef="#ctx0" brushRef="#br0" timeOffset="71">9568 5072 8912,'-17'0'0,"0"0"0,-1 0 0,1 0 0,0 0 0,0 0 0,0 0 0,1 2 0,3 4 0,3 7 0,1 8 0,-1 8 0,-1 11 0,-1 4 0,1 7 0,7 3 0,-2 3 0,-1-2 0,1 9 0,0-11 0,6-1 0,0-3 0,0-9 0,0-7 0,0-10 0,2 0 0,4-4 0,5-4 0,5-9 0,3 0 0,4-5 0,-4-8 0,13-3 0,-5-7 0</inkml:trace>
  <inkml:trace contextRef="#ctx0" brushRef="#br0" timeOffset="72">9878 5227 8912,'0'-10'0,"-2"3"0,-4 7 0,-3 1 0,-7 5 0,3 6 0,1 3 0,3 4 0,-5 4 0,3 6 0,-2 3 0,3 4 0,0 3 0,3 1 0,-5-2 0,7-9 0,-1 1 0,6-7 0,0-2 0,0-2 0,2-9 0,2-3 0,1 1 0,9-6 0,-3-2 0,12-12 0,-2-3 0,6-2 0,-2 0 0,-4 0 0,4-6 0,-2 0 0,-2 2 0,-2-6 0,-4 6 0,-3-6 0,-7 2 0,3-3 0,-2 5 0,-1 0 0,-12 0 0,-5 0 0,1 0 0,-4 6 0,-5 0 0,1 1 0,0 5 0,2-4 0,0 13 0,0-4 0,-1 4 0,1 4 0,2 4 0,3 5 0,-3 5 0,13 1 0,-13 0 0,5 0 0</inkml:trace>
  <inkml:trace contextRef="#ctx0" brushRef="#br0" timeOffset="73">9671 5536 8912,'0'10'0,"0"-3"0,0-7 0,0 0 0,10-2 0,5-1 0,6-3 0,10 0 0,-10-1 0,7-3 0,3 0 0,2-5 0,1 11 0,0-5 0,1 1 0,-1-5 0,1 3 0</inkml:trace>
  <inkml:trace contextRef="#ctx0" brushRef="#br0" timeOffset="74">10170 5450 8912,'-11'17'0,"-1"-1"0,-1-5 0,5 4 0,-7-5 0,4 7 0,1 0 0,0 1 0,3-1 0,-5 2 0,7 2 0,1 2 0,2-2 0,2-2 0,0-2 0,2-2 0,4-3 0,3-4 0,8-8 0,0 0 0,3-2 0,1-4 0,2-6 0,0-3 0,-6-2 0,-8 0 0,5-2 0,-9-4 0,7 4 0,-6-4 0,-3 4 0,-1 1 0,-2 1 0,0 0 0,0 0 0,-5 0 0,-3 1 0,0 3 0,1 1 0,-7 9 0,12-7 0,-3 4 0,-5-3 0,1-8 0</inkml:trace>
  <inkml:trace contextRef="#ctx0" brushRef="#br0" timeOffset="75">10256 5003 8912,'-9'-7'0,"-6"5"0,13-14 0,-6 14 0,10-1 0,2 12 0,3 10 0,3 8 0,3 11 0,3 12 0,-7 9 0,5 12 0,-9 3 0,-1 7 0,-2 10 0,-2 7 0,0-49 0,-2 1 0,-1 0 0,-2-1 0,-2 0 0,-3 0 0,-1-1 0,-3 1-485,-2 3 0,-2-1 1,-3 1-1,0 0 1,-1-1-1,0 1 1</inkml:trace>
  <inkml:trace contextRef="#ctx0" brushRef="#br0" timeOffset="76">1377 7926 8912,'-18'0'0,"1"0"0,0 0 0,0 0 0,0 0 0,-1 0 0,7 0 0,-1 0 0,9 0 0,-3 0 0,12 0 0,-3 0 0,9 0 0,-1 0 0,7 0 0,-1 0 0,0 0 0,2 0 0,4 0 0,-2-6 0,6 1 0,0-1 0,-1-2 0,-3 6 0,6-3 0,0 3 0,-2-4 0,-5 0 0,-2 2 0,-3 2 0,0 2 0</inkml:trace>
  <inkml:trace contextRef="#ctx0" brushRef="#br0" timeOffset="77">1480 8390 8912,'-10'17'0,"-3"1"0,7-1 0,1-8 0,12-1 0,3-8 0,7 0 0,0-2 0,2-2 0,4-1 0,-2-7 0,8 6 0,-8-7 0,6 5 0,-4-3 0,-4-2 0,4 7 0,-4-15 0,-2 2 0</inkml:trace>
  <inkml:trace contextRef="#ctx0" brushRef="#br0" timeOffset="78">2031 8115 8912,'0'17'0,"2"-7"0,3-4 0,5-4 0,9-2 0,2-2 0,4-4 0,2-6 0,1-3 0,7-4 0,-1-2 0,1-2 0,-3 2 0,-1 8 0,-3 1 0,-7 3 0,2-3 0,-4 7 0,-3 1 0,-5-2 0,4 4 0,-13-6 0,6 16 0,-8 4 0,-6-3 0,-1 1 0,-3-3 0,-1-1 0,-7-6 0</inkml:trace>
  <inkml:trace contextRef="#ctx0" brushRef="#br0" timeOffset="79">3080 7634 8912,'2'-10'0,"4"4"0,-4 5 0,6-7 0,-8 6 0,-2-4 0,-4 14 0,-6 7 0,-3 6 0,-2 8 0,0-6 0,-6 7 0,-2 1 0,-2 7 0,6 0 0,-4 6 0,2-2 0,0-3 0,0-5 0,6-5 0,8 1 0,3-7 0,4-2 0,2-8 0,0-1 0,2-8 0,4 1 0,9-5 0,8-5 0,7 1 0,-1-8 0,6 1 0,5-6 0,-4-2 0,4-2 0,-3-2 0,-3 0 0,0 6 0,5 1 0,-5 5 0,2-2 0,-13 7 0,0-8 0,-6 12 0,-15-5 0,-4 7 0,-15 0 0,0 0 0,0 0 0,-8 7 0,-2 3 0</inkml:trace>
  <inkml:trace contextRef="#ctx0" brushRef="#br0" timeOffset="80">3063 7651 8912,'-9'17'0,"3"0"0,4 8 0,2 4 0,2 5 0,4 6 0,-5 10 0,7 7 0,0-1 0,-4 3 0,7-2 0,-7 1 0,4-7 0,-3-1 0,1-4 0,6-10 0,-7-9 0,-1-2 0,4-8 0,-3-6 0,1 1 0,-6-3 0,0-1 0,0-8 0</inkml:trace>
  <inkml:trace contextRef="#ctx0" brushRef="#br0" timeOffset="81">3803 7737 8912,'10'2'0,"-5"4"0,-3-5 0,-2 7 0,0-8 0,2 0 0,4 0 0,-2 0 0,7 0 0,3 0 0,-5 0 0,5 0 0,3-2 0,4-4 0,4 3 0,-2-9 0,2 6 0,5-3 0,-3-1 0,-2 1 0,-2 3 0,-6-5 0,0 7 0,0-4 0,0 1 0,-7 5 0,-4-6 0,-12 8 0,-4 6 0,-7-1 0,-6 7 0,0-6 0,-7 7 0,1-2 0,2 3 0,-1-3 0,5 5 0,-6-5 0,8-3 0,-2-3 0,4 3 0,2 0 0,0-1 0,-1 1 0,7-2 0,-1-6 0,9 2 0,-3 3 0,4-3 0,4 6 0,4-8 0,5-2 0,4-4 0,4 4 0,4-3 0,4-3 0,8 2 0,-1-5 0,0 5 0,1-7 0,-1 1 0,1 3 0,-1-3 0,-7 6 0,-4-3 0,-4 1 0,-2 1 0,0 1 0,-7 4 0,-2-6 0,-16 8 0,-4 0 0,-3 2 0,-2 4 0,-6 2 0,0 3 0,-6 2 0,6-7 0,0 8 0,6-5 0,0 1 0,0 5 0,2-11 0,3 7 0,-3-7 0,13 4 0,-6-8 0,10 0 0,4 0 0,-4 0 0,13 0 0,-5 0 0</inkml:trace>
  <inkml:trace contextRef="#ctx0" brushRef="#br0" timeOffset="82">5180 7238 8912,'-8'16'0,"-3"-5"0,-5-3 0,5-6 0,-1 3 0,3-1 0,-4 8 0,1 1 0,-1 2 0,3 4 0,-1 4 0,1 0 0,-3 10 0,3 5 0,2 4 0,3-2 0,5 6 0,2-8 0,3 2 0,-1-5 0,8-7 0,1-5 0,2-6 0,3-5 0,-1-6 0,0-5 0,2-2 0,4-5 0,-4-4 0,8-15 0,-4-3 0,-2-5 0,8-1 0,-8-6 0,0 0 0,-8 2 0,-3-5 0,-5 3 0,-5 0 0,0 8 0,-9 3 0,-8-1 0,-6 7 0,2 2 0,-8 9 0,2 5 0,-2 7 0,7 0 0,-5 0 0,8 7 0,-4 3 0,11 7 0,5 6 0,8 0 0,5-2 0,4-4 0,7-6 0,8 5 0,2-7 0</inkml:trace>
  <inkml:trace contextRef="#ctx0" brushRef="#br0" timeOffset="83">5782 7410 8912,'-11'16'0,"1"-3"0,2-2 0,-3-5 0,5 6 0,-7-9 0,11 13 0,-6-14 0,8 5 0,0-7 0,0-7 0,0-3 0,6-7 0,0 0 0,-1 7 0,-5 2 0,2 7 0,4-5 0,-4 4 0,6-6 0,-8 1 0,0-3 0</inkml:trace>
  <inkml:trace contextRef="#ctx0" brushRef="#br0" timeOffset="84">5954 7187 8912,'12'0'0,"-1"0"0,-7-8 0,11 6 0,-5-5 0,7 7 0,0 0 0,-1 1 0,-3 3 0,-2 2 0,-1 9 0,1 2 0,3 3 0,-8 6 0,-3-1 0,-1 6 0,-2-3 0,0 5 0,-7 7 0,-5 0 0,-3-2 0,-2-1 0,-6-3 0,-2 0 0,-2 1 0,6-8 0,-4-3 0,8-6 0,0-9 0,0-3 0,5-4 0,1-2 0,7-2 0,-2-4 0,4-3 0,2-9 0,0 1 0,0-8 0,8 12 0,1-4 0,3 3 0,-1 5 0,1-5 0,5 9 0,0-1 0,0 6 0,6 0 0,0 0 0,2 0 0,-2 0 0,-4 0 0,6 0 0,0 0 0,-6 8 0,12-6 0,-8 3 0,-2-3 0,-2-2 0,6 0 0,1 0 0</inkml:trace>
  <inkml:trace contextRef="#ctx0" brushRef="#br0" timeOffset="85">6195 6929 8912,'17'0'0,"2"0"0,4 0 0,0 0 0,10 0 0,3 0 0,1 0 0,5 4 0,-2 7 0,0 2 0,-6 18 0,1 5 0,-9 1 0,-4 10 0,-7 3 0,-4 0 0,-7 11 0,2-10 0,-14 7 0,-9-1 0,-2 2 0,-10 4 0,6 2 0,-5-7 0,-7-7 0,-5-5 0,-8 0 0,-3-2 0,-11-2 0</inkml:trace>
  <inkml:trace contextRef="#ctx0" brushRef="#br0" timeOffset="86">5008 6791 8912,'-33'-17'0,"3"2"0,3 1 0,0 3 0,0 0 0,-3 1 0,3 2 0,-2 8 0,1 0 0,-7 0 0,5 16 0,-1 7 0,-2 9 0,3 8 0,7 12 0,0 11 0,10 15 0,3 12 0,6-40 0,0 1 0,4 8 0,2 1 0,4 1 0,2 2 0,1 4 0,3 1-521,1 2 1,2 0 520,4 0 0,3-1 0,-1-4 0,2-2 0,2-3 0,1-1 0,0-6 0,0-1 0,-1-7 0,1-2 0,32 25-114,-1-10 1,1-20 113,-7-9 0,-1-16 0,-2-7 0,-2-4 0,-8-8 0,2 0 0,-4 0 0</inkml:trace>
  <inkml:trace contextRef="#ctx0" brushRef="#br0" timeOffset="87">13079 4126 8912,'-18'0'0,"1"0"0,0 0 0,0 0 0,0 0 0,5-5 0,1-1 0,7 0 0,-4 6 0,8 0 0,2-2 0,4-2 0,5-1 0,6-1 0,4 6 0,2 0 0,8-8 0,-10 5 0,8-7 0,1 2 0,3-5 0,1 3 0,1-1 0,-1-1 0,-7 9 0,3-7 0,-7 6 0,-2-1 0,6-1 0,-8 6 0,6 7 0,-8 5 0,-5 5 0,-3 6 0,-1 4 0,-4 0 0,-2 5 0,-2-3 0,-6 3 0,0 3 0,-7 1 0,1 2 0,-3 2 0,0-2 0,3-9 0,-11 3 0,16-7 0,-16 4 0,8 2 0,-8-9 0,4-1 0,1-1 0,3-9 0,2-1 0,1-3 0,1-1 0,1-6 0,-5-15 0,5-4 0</inkml:trace>
  <inkml:trace contextRef="#ctx0" brushRef="#br0" timeOffset="88">13096 4161 8912,'-10'0'0,"1"0"0,3 0 0,4 2 0,-4 3 0,12 5 0,6 9 0,3 2 0,2 4 0,0 2 0,2 1 0,4 7 0,-4-1 0,4 0 0,2 1 0,-2-1 0,-2 1 0,-7-1 0,-3-2 0,2-3 0,-3 2 0,0-8 0,-3-2 0,-1-2 0,-6-2 0</inkml:trace>
  <inkml:trace contextRef="#ctx0" brushRef="#br0" timeOffset="89">14025 4144 8912,'0'17'0,"-2"2"0,-2 6 0,-3 7 0,-3 6 0,-3 2 0,-3 3 0,5 0 0,1 7 0,3-2 0,3-2 0,2-8 0,2 0 0,0-7 0,0-6 0,0-1 0,8-6 0,3 1 0,4-8 0,3-3 0,7-2 0,3-6 0,-3 0 0,6 0 0,-7-2 0,1-2 0,0-2 0,4-5 0,-6 5 0,-6-6 0,-5 7 0,-7-7 0,7 6 0,-8 1 0,3-3 0,-14-1 0,-3-9 0,-7 1 0</inkml:trace>
  <inkml:trace contextRef="#ctx0" brushRef="#br0" timeOffset="90">14920 4058 8912,'0'-12'0,"0"1"0,-2 1 0,-4-1 0,2 3 0,-7 8 0,-2 0 0,-3 8 0,-1 3 0,0 4 0,0 3 0,-1 6 0,1 7 0,0 7 0,0 6 0,0 0 0,-1 11 0,1-1 0,2 5 0,3 6 0,-3 2 0,7-6 0,-3-4 0,5-5 0,4-6 0,8-6 0,0-11 0,15-12 0,-2-10 0,15-7 0</inkml:trace>
  <inkml:trace contextRef="#ctx0" brushRef="#br0" timeOffset="91">15109 4281 8912,'-27'15'0,"3"-1"0,-1-3 0,4-1 0,-6 3 0,2-1 0,2-1 0,6 8 0,0 4 0,0-4 0,7 14 0,4-5 0,4 7 0,2 5 0,0-4 0,0 4 0,8-5 0,3-7 0,10 3 0,2-8 0,-2-2 0,-1-10 0,-1 3 0,2-9 0,2-1 0,7-2 0,-9-4 0,6-4 0,0-7 0,0-8 0,-4 0 0,3-8 0,-1-1 0,-2-3 0,-6-7 0,1-2 0,-1-2 0,-8 6 0,-1-4 0,-8 8 0,0-1 0,-8 7 0,-5 1 0,-8 4 0,-8 8 0,4-3 0,-5 17 0,7-5 0,-6 4 0,6 2 0,0 2 0,6 4 0,0 5 0,0-3 0,-1 7 0,-6-6 0,-3 9 0</inkml:trace>
  <inkml:trace contextRef="#ctx0" brushRef="#br0" timeOffset="92">14954 4625 8912,'0'17'0,"0"-5"0,0-1 0,0-7 0,0 2 0,0-12 0,0 4 0,10-13 0,7 3 0,2 3 0,10-3 0,0 1 0,5-6 0,0-1 0,1 9 0,-1-6 0,1 3 0,-7 3 0,1-3 0,0-7 0,5-8 0</inkml:trace>
  <inkml:trace contextRef="#ctx0" brushRef="#br0" timeOffset="93">15281 4023 8912,'12'0'0,"1"2"0,4 2 0,4 4 0,0 1 0,6 10 0,2 10 0,1 5 0,-1 6 0,2 4 0,-8 8 0,-6-1 0,-8 3 0,-1 3 0,-4 6 0,-2-3 0,-2-3 0,-2-9 0,-4-3 0,2-4 0,-7 1 0,-2-4 0,-3-6 0,1-9 0,3 0 0,-1-4 0,5-3 0,-1-5 0,5-3 0,-4-16 0,8-2 0</inkml:trace>
  <inkml:trace contextRef="#ctx0" brushRef="#br0" timeOffset="94">16004 4384 8912,'-11'16'0,"1"-3"0,2-2 0,3-7 0,5 4 0,0-8 0,2 0 0,3 0 0,5 0 0,7 0 0,0 0 0,2 0 0,2 0 0,2 0 0,6-2 0,-6-4 0,6 2 0,-6-5 0,-2 1 0,5-5 0,-6 3 0,4-7 0</inkml:trace>
  <inkml:trace contextRef="#ctx0" brushRef="#br0" timeOffset="95">16038 4780 8912,'-11'2'0,"0"1"0,-3 3 0,7 0 0,-1-6 0,16 0 0,3 0 0,4-6 0,4-1 0,2-3 0,2-3 0,6-1 0,-6 3 0,0-12 0,-6 4 0</inkml:trace>
  <inkml:trace contextRef="#ctx0" brushRef="#br0" timeOffset="96">16727 4178 8912,'2'-15'0,"3"3"0,5 5 0,0-1 0,5 6 0,-2-4 0,6 4 0,4 2 0,0 6 0,-5 4 0,-1 3 0,0 8 0,0 4 0,-2-2 0,-3 5 0,1 1 0,-7 5 0,-2 1 0,-2-1 0,-2 1 0,0-1 0,-8 2 0,-3 4 0,-12-3 0,-6 3 0,-5 2 0,-5-2 0,-1-2 0,-8-1 0,6-5 0,-4-3 0,4-5 0,10-8 0,3-5 0,-3-3 0,20-10 0,1-4 0,7-9 0,4-8 0,2-8 0,4 3 0,5-5 0,10 5 0,2-1 0,8 2 0,-3-1 0,-1 3 0,2 8 0,-6 1 0,5 5 0,-5 3 0,6 8 0,0 2 0,-3 4 0,5 3 0,-8 9 0,6 4 0,-6 1 0,0 6 0,-6-6 0,0 6 0,0-6 0,0-2 0,-5-2 0,-1-2 0,-7 0 0,4 0 0</inkml:trace>
  <inkml:trace contextRef="#ctx0" brushRef="#br0" timeOffset="97">17691 4178 8912,'-18'0'0,"1"2"0,0 2 0,0 1 0,5 9 0,1-3 0,-1 6 0,-5 6 0,2 8 0,3 7 0,-1 6 0,7 8 0,0-1 0,6 1 0,8-1 0,4 1 0,3-8 0,2-4 0,0-4 0,6-9 0,0-4 0,0-12 0,-4-5 0,2-4 0,2-2 0,2-8 0,-4-5 0,2-8 0,6 0 0,-6-8 0,7 1 0,-1-7 0,-4-5 0,-2 0 0,-6-6 0,-6 6 0,-5 0 0,-4-2 0,-6 0 0,-7-4 0,-3 4 0,-14 8 0,-3 7 0,-9 4 0,4 6 0,-5 5 0,13 5 0,-3 7 0,6 2 0,0 3 0,1 7 0,1 3 0,5 2 0,1 8 0,0 2 0</inkml:trace>
  <inkml:trace contextRef="#ctx0" brushRef="#br0" timeOffset="98">17587 4470 8912,'-17'17'0,"0"1"0,7-9 0,3-1 0,20-8 0,6-2 0,8-2 0,7-4 0,5-1 0,8-3 0,-1-5 0,2 0 0,-2 0 0,4 5 0,-4 1-848,-4-1 0,15-12 0,-3-3 0</inkml:trace>
  <inkml:trace contextRef="#ctx0" brushRef="#br0" timeOffset="99">7090 6894 8912,'0'-11'0,"0"0"0,0-3 0,-2-1 0,-4-2 0,3 1 0,-7 3 0,2 2 0,1 7 0,1-2 0,-6 6 0,-3 6 0,-2 5 0,0 12 0,0 6 0,-1 3 0,1 10 0,0 4 0,2 4 0,1 3 0,3 5 0,7 1 0,-2 8 0,4 0 0,2 3 0,0 1 0,0-8 0,6 2 0,0-8 0,7-7 0,-1-10 0,3-8 0,2-7 0,0-7 0,1-15 0,-1-3 0,0-15 0,0-12 0</inkml:trace>
  <inkml:trace contextRef="#ctx0" brushRef="#br0" timeOffset="100">7193 7170 8912,'12'0'0,"-1"0"0,-5-6 0,5 0 0,-1-2 0,1 3 0,5 3 0,-5-4 0,4 4 0,3 2 0,-1 2 0,0 4 0,0 3 0,-1 9 0,-5-1 0,-1 8 0,-7 3 0,3 5 0,-2 1 0,-10 0 0,2 7 0,-7-1 0,-2 0 0,-10-6 0,4 6 0,-4 0 0,-4-7 0,8-8 0,-4-8 0,4 0 0,1-7 0,7-3 0,-1-7 0,9-2 0,-3-3 0,4-7 0,2-3 0,0-8 0,0 0 0,0 0 0,0 6 0,8 0 0,3 0 0,4-1 0,3 7 0,-1-1 0,2 9 0,2-5 0,2 2 0,-2 1 0,-2-1 0,4 6 0,0 0 0,0 0 0,-6 0 0,0 0 0,1 0 0,-1 0 0,0-8 0,0-1 0,-7-9 0,-3 1 0</inkml:trace>
  <inkml:trace contextRef="#ctx0" brushRef="#br0" timeOffset="101">7400 6757 8912,'9'0'0,"1"0"0,-4 0 0,11 0 0,4 0 0,8 2 0,1 4 0,3 5 0,3 12 0,4 6 0,-4 9 0,5 4 0,-5 2 0,-9 9 0,-4 3 0,-12 7 0,2-2 0,-7 2 0,0 2 0,-6-8 0,-6 6 0,0-6 0,-7 7 0,2-9 0,-5-5 0,-1-8 0,0-14 0,0-3 0,-1-8 0,1-7 0,0-3 0</inkml:trace>
  <inkml:trace contextRef="#ctx0" brushRef="#br0" timeOffset="102">8243 6602 8912,'10'-7'0,"-3"5"0,-14-6 0,-9 23 0,-9 8 0,1 12 0,-1 10 0,-6 5 0,2 19 0,3 9-218,-3 14 0,18-43 1,1 1-1,-1 0 0,1 0 218,2 3 0,2 1 0,2-5 0,1 1 0,3 1 0,2-1 0,3 46 0,7-22 87,11-17 0,-2-11 0,6-13-87,-2-5 0,5-3 0,-9-15 0,6-4 0,-2-5 0,5-1 0,-5 6 0,4 0 0,-4 0 0,-8-22 0,0-3 0</inkml:trace>
  <inkml:trace contextRef="#ctx0" brushRef="#br0" timeOffset="103">8329 7187 8912,'0'11'0,"0"1"0,-2-1 0,-4-1 0,4-1 0,-3-3 0,3-4 0,4 6 0,3-8 0,5 0 0,9 0 0,2 0 0,2 0 0,6 0 0,-4-2 0,1-2 0,5-2 0,2-7 0,-1 9 0,-3-8 0,-3 7 0,-3-7 0,-3 8 0,2-3 0,-2-1 0,-5 4 0,-4-7 0,5 7 0,-14-4 0,13 1 0,-6-3 0</inkml:trace>
  <inkml:trace contextRef="#ctx0" brushRef="#br0" timeOffset="104">9017 6980 8912,'0'-17'0,"0"0"0,0 7 0,0 3 0,-2 7 0,-3 4 0,-7 7 0,-3 1 0,3 18 0,1-5 0,-2 2 0,-3 1 0,5 5 0,-1-3 0,-1-1 0,3-2 0,1 3 0,1-3 0,4-2 0,2-2 0,2-6 0,0 0 0,0 0 0,8-7 0,4-4 0,3-4 0,10-10 0,2 2 0,7-11 0,6 2 0,0-14 0,8 6 0,-2-5 0,-4 5 0,-2-4 0,-5 2 0,-5 4 0,-1 2 0,-8 2 0,4 0 0,-16 7 0,-9-3 0,-11 7 0,-4 0 0,-3 6 0</inkml:trace>
  <inkml:trace contextRef="#ctx0" brushRef="#br0" timeOffset="105">9017 6998 8912,'10'0'0,"-1"5"0,-3 1 0,-4 2 0,4-3 0,-4 1 0,-2 11 0,2-1 0,3 12 0,-3 1 0,6 7 0,-2 4 0,-1 6 0,1 4 0,-6 1 0,6 1 0,0 0 0,1-3 0,-3-3 0,2-4 0,-2 0 0,-2-11 0,-2 3 0,7-11 0,-5-6 0,6-9 0</inkml:trace>
  <inkml:trace contextRef="#ctx0" brushRef="#br0" timeOffset="106">9069 6465 8912,'34'3'0,"1"9"0,1 13 0,4 11 0,4 16 0,6 13 0,-2 7 0,-2 8 0,-16 12 0,-15-44 0,-1 2 0,-3 0 0,-3 1 0,-2-1 0,-2 1 0,-4 46-235,-3-46 1,-2 0 0,-14 38 0,9-40 0,-1 0 234,0 1 0,-1-1 0,-17 43 0,6-6 0,-15-15 0,2-12 0</inkml:trace>
  <inkml:trace contextRef="#ctx0" brushRef="#br0" timeOffset="107">946 9817 8912,'-17'0'0,"0"0"0,0 0 0,9 0 0,8 0 0,8 0 0,11 0 0,4 0 0,6 0 0,3-5 0,3-3 0,-1-2 0,0 5 0,1-5 0,-1 1 0,1-1 0,-3 4 0,-3-5 0,-4 7 0,-8-2 0,0 4 0,0 2 0,0-7 0,1-3 0</inkml:trace>
  <inkml:trace contextRef="#ctx0" brushRef="#br0" timeOffset="108">1136 10264 8912,'11'0'0,"1"0"0,-1 0 0,6 0 0,1 0 0,5-2 0,-1-3 0,9-5 0,-2-7 0,3 0 0,3 0 0,-3-3 0,-3-2 0,3 2 0,-12-12 0,4 5 0</inkml:trace>
  <inkml:trace contextRef="#ctx0" brushRef="#br0" timeOffset="109">1790 9920 8912,'17'-5'0,"0"-1"0,0-7 0,2 3 0,4-7 0,2 0 0,6 1 0,-2 3 0,1 2 0,3-3 0,1 1 0,0 1 0,-5-3 0,0 4 0,0-5 0,5-1 0</inkml:trace>
  <inkml:trace contextRef="#ctx0" brushRef="#br0" timeOffset="110">2719 9473 8912,'11'-5'0,"1"-1"0,-1-6 0,5 5 0,-5-3 0,4 6 0,-11-9 0,8 7 0,-8 1 0,1 7 0,-10 3 0,-9 9 0,-5 7 0,-4 7 0,-7 7 0,1 5 0,2-2 0,-2 8 0,8-8 0,-2 2 0,0-3 0,6-3 0,-4 6 0,10-2 0,-5-5 0,7-1 0,3-9 0,4 0 0,2-12 0,4-1 0,8-2 0,-1-3 0,20-7 0,-5-3 0,7-7 0,-3-3 0,14-10 0,-5-2 0,1 1 0,0-5 0,-4 6 0,4-1 0,-11 5 0,0-2 0,-8 9 0,-4 3 0,-7 7 0,-3-11 0,-7 5 0</inkml:trace>
  <inkml:trace contextRef="#ctx0" brushRef="#br0" timeOffset="111">2788 9491 8912,'-17'0'0,"-1"0"0,1 0 0,0 0 0,7 2 0,5 3 0,3 9 0,2 7 0,0 7 0,0 20 0,2 6 0,3 14 0,-1 3 0,8 4 0,-3 1 0,5 2 0,-3-9 0,1-8 0,3-17 0,-2-4 0,-1-4 0,-7-5 0,5-6 0,-2-8 0,-3-11 0,-5 1 0,0-7 0</inkml:trace>
  <inkml:trace contextRef="#ctx0" brushRef="#br0" timeOffset="112">3579 9577 8912,'-15'11'0,"2"-1"0,1-3 0,-1-3 0,-2-2 0,3-2 0,1 0 0,7 0 0,-2 0 0,12 0 0,5 0 0,5 0 0,1 0 0,8 0 0,3 0 0,5 0 0,3 0 0,2 0 0,4-2 0,2-4 0,-5 4 0,3-13 0,-6 6 0,4-1 0,-3-5 0,3 3 0,-12 3 0,-5-3 0,-4 8 0,-1-1 0,-9 3 0,-1 0 0,-8-4 0,0 4 0,-8-5 0,-3 7 0,-5 0 0,-3 0 0,-2 2 0,-2 3 0,-7-3 0,3 6 0</inkml:trace>
  <inkml:trace contextRef="#ctx0" brushRef="#br0" timeOffset="113">3717 9250 8912,'-17'-12'0,"2"1"0,3-2 0,-3 5 0,13 0 0,-6 16 0,8 3 0,2 14 0,2 8 0,2 5 0,7 17 0,-5-9 0,5 13 0,-1 1 0,-1-7 0,6 6 0,-1-7 0,-5 0 0,4-1 0,-7-7 0,3-4 0,3-5 0,-8-7 0,-3-5 0,-1 2 0,-2-2 0,-7 0 0,-3-14 0,-7-1 0</inkml:trace>
  <inkml:trace contextRef="#ctx0" brushRef="#br0" timeOffset="114">4853 9370 8912,'9'-11'0,"-3"-1"0,-4-1 0,-2-2 0,0-3 0,0 7 0,0 0 0,0 7 0,0 9 0,0 13 0,0 12 0,0 5 0,2 9 0,4 5 0,-4 3 0,3 1 0,-3 5 0,6 3 0,-6 0 0,4-4 0,1-5 0,-1-6 0,-2-6 0,-2-4 0,5-9 0,3-10 0,15-9 0,2-8 0</inkml:trace>
  <inkml:trace contextRef="#ctx0" brushRef="#br0" timeOffset="115">5197 9594 8912,'10'0'0,"-1"0"0,-3 0 0,-4 0 0,5 0 0,-7 0 0,0 0 0,0-8 0,0 6 0,0-5 0,0 7 0,0-2 0,0-4 0,0 4 0,0-6 0,0 8 0,0 0 0,0 8 0,0-6 0,0 6 0,8-8 0,2 0 0</inkml:trace>
  <inkml:trace contextRef="#ctx0" brushRef="#br0" timeOffset="116">5730 9112 8912,'0'-19'0,"0"-2"0,0-2 0,0 0 0,0 12 0,0-1 0,0-1 0,0 5 0,0 1 0,0 9 0,0 3 0,-1 5 0,-5 7 0,2 10 0,-7 7 0,1 5 0,-1 10 0,3 5 0,2 1 0,0 4 0,1 2 0,5 4 0,2 0 0,3 0 0,-3 6 0,19-19 0,-4-1 0,3-9 0,6-6 0,-5-9 0,8-4 0,-8-11 0,4-7 0,-2-3 0,0-4 0,-2-3 0,-2-5 0,-4-13 0,-3 0 0,1-5 0,-7 5 0,0-6 0,-6 6 0,0-6 0,0 6 0,-8-5 0,-4 5 0,-5 0 0,-6 8 0,-5 3 0,-7 6 0,-5 5 0,4 1 0,-14 1 0,4 7 0,-4 9 0,6 8 0,-5 17 0,3 4 0,6 4 0,5 1 0,-7 9 0,6 1 0</inkml:trace>
  <inkml:trace contextRef="#ctx0" brushRef="#br0" timeOffset="117">24299 2940 8912,'0'-11'0,"-2"1"0,-2 0 0,-2 1 0,0 3 0,6-5 0,0 7 0,0-6 0,0 5 0,0 3 0,0-6 0,0 8 0,0 0 0,-7 0 0,3 0 0,-8 0 0,7 0 0,-7 0 0,1 0 0,-6 0 0,-1 0 0,1 8 0,-2 1 0,-2 8 0,-2 1 0,-8-1 0,10 2 0,-7 4 0,-3 6 0,6 3 0,-5 2 0,7 1 0,0-1 0,6 1 0,1-1 0,5-2 0,5-3 0,4-4 0,2-8 0,0 0 0,8-5 0,3-1 0,12-5 0,6 5 0,-2-5 0,1 6 0,1-7 0,6 7 0,5-1 0,-2 6 0,-4 1 0,-3-1 0,0 0 0,-7 8 0,-1-4 0,-11 8 0,-6 1 0,3 10 0,-9-4 0,0 5 0,-8-11 0,-11-1 0,-4 1 0,4 3 0,-8-6 0,5-4 0,2-4 0,-3-4 0,4-4 0,2-3 0,0-8 0,0 0 0,7-8 0,-5-3 0,5-14 0,1-9 0,1-8 0,8-18 0,2-4 0,4-9 0,3-5 0,9-8-339,-1 0 1,8-8 338,-12 45 0,2 1 0,4 1 0,1 0 0,-1 0 0,2 2 0,19-31 0,-6 13 0,1 17 0,-3 14 0,-3 9 0,3 4 0,-13 9 0,-1 10 0,-11 10 0</inkml:trace>
  <inkml:trace contextRef="#ctx0" brushRef="#br0" timeOffset="118">6143 7152 8912,'12'-5'0,"-2"-3"0,-3-2 0,-1-1 0,2 1 0,-7-5 0,7 15 0,-8 0 0,-2 8 0,-4 9 0,5-6 0,-5 1 0,4-8 0,2 3 0,0-7 0,0 0 0,0 8 0,0-6 0,0 6 0,-6-7 0,0 5 0,1-4 0,-3 6 0,6-8 0,-13 0 0,13 0 0,-13 0 0,13 0 0,-6 0 0,8 0 0,0 0 0,0-8 0,8 6 0,-6-13 0,7 13 0,-3-4 0,-4-3 0,5 7 0,-7-8 0,0 5 0,8 3 0,-6-8 0,4 4 0,-4 4 0,-2-5 0,0 5 0,0-4 0,-8 4 0,4-5 0,-7 7 0,-3 0 0,-1 1 0,-2 3 0,0 4 0,-1 1 0,1 3 0,0 5 0,-2 0 0,-4 1 0,4-1 0,-6 2 0,8 2 0,0 2 0,-1 7 0,1-1 0,2-2 0,3 1 0,5-5 0,7 4 0,0-2 0,0-4 0,0-2 0,7-8 0,5-1 0,3-2 0,10-3 0,2-3 0,7 2 0,1 2 0,-1 0 0,6 1 0,2 5 0,2 3 0,-6 2 0,1 2 0,-9 2 0,-7 2 0,4 8 0,-16-4 0,1 7 0,-8 0 0,-4 1 0,-10-7 0,-7 1 0,0-8 0,-6 2 0,-4-10 0,0-3 0,1-2 0,-5 3 0,8-5 0,2-2 0,2-3 0,2-1 0,-1-1 0,3-5 0,4-6 0,-5-3 0,13-8 0,-7-4 0,2-5 0,3 1 0,5-18 0,2 1 0,3-7 0,5-9 0,9-10 0,6-6 0,9-4 0,8-2 0,-14 43 0,2 0-485,-2 0 0,1 0 1,3-4-1,1 0 1,-2-1-1,-1 1 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6T02:53:24.788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20805 15680 8912,'0'-9'0,"0"-1"0,0 4 0,0 2 0,0-7 0,0-2 0,0 3 0,0-1 0,8 1 0,3-3 0,5 1 0,-5 7 0,1-5 0,3 2 0,6 5 0,-2 1 0,4 2 0,-2 2 0,2 3 0,-4 11 0,4 6 0,-10 9 0,-3-2 0,-2 3 0,-3 8 0,-5 2 0,0 2 0,-7-6 0,-3 12 0,-9-4 0,-4 4 0,4-6 0,-12 3 0,7-7 0,-3-1 0,6-3 0,-2-9 0,9-6 0,3-8 0,7-5 0,-4-10 0,8-4 0,0-3 0,0-11 0,0-1 0,0-2 0,0-5 0,0 5 0,0 2 0,6 2 0,0 2 0,7-1 0,-1 1 0,3 8 0,2-1 0,1 4 0,-7 4 0,0-3 0,7 3 0,5 2 0,-2 0 0,-2 0 0,4 6 0,2 1 0,1 3 0,-5-6 0,12 3 0,-4-7 0,3 0 0,3 0 0</inkml:trace>
  <inkml:trace contextRef="#ctx0" brushRef="#br0" timeOffset="1">21390 15921 8912,'-9'-10'0,"1"1"0,8 3 0,-2 4 0,-3-4 0,3 4 0,-4-3 0,12-1 0,-4 0 0,13 1 0,-4-1 0,5-8 0,1 5 0</inkml:trace>
  <inkml:trace contextRef="#ctx0" brushRef="#br0" timeOffset="2">21907 15457 8912,'-10'-8'0,"-5"6"0,3-4 0,-3 4 0,-2 12 0,0 7 0,-1 4 0,1 12 0,0 5 0,0 4 0,0-4 0,7 10 0,4-8 0,4 0 0,2-6 0,0 1 0,0-3 0,0-3 0,8-4 0,2-10 0,7-3 0,0-7 0,8 5 0,-4-10 0,8 0 0,-7-2 0,7-11 0,2-7 0,-1 3 0,-1-6 0,2 4 0,-8 2 0,-2 0 0,-2 0 0,2-1 0,-4 1 0,4 8 0,-19-7 0,6 7 0,-8-8 0</inkml:trace>
  <inkml:trace contextRef="#ctx0" brushRef="#br0" timeOffset="3">21993 15629 8912,'-18'0'0,"1"0"0,8 7 0,3 5 0,4 3 0,2 4 0,0 4 0,0 6 0,6-3 0,1 3 0,3 2 0,1 1 0,7 2 0,-1-1 0,0-2 0,0-3 0,1-7 0,-1 4 0,0-8 0,0-7 0,0 5 0,1-5 0</inkml:trace>
  <inkml:trace contextRef="#ctx0" brushRef="#br0" timeOffset="4">22234 15096 8912,'11'-29'0,"-1"2"0,-1 4 0,1 8 0,3 7 0,4 6 0,6 2 0,-4 2 0,4 6 0,-4 9 0,-1 10 0,-1 15 0,0 10 0,0-1 0,1 16 0,-1-4 0,-6 4 0,1 4 0,1 1 0,2 3 0,-5-1 0,-4-5 0,-4 0-1322,-2-8 1322,-8 6 0,-17-14 0,-11 6 0</inkml:trace>
  <inkml:trace contextRef="#ctx0" brushRef="#br0" timeOffset="5">20874 15302 8912,'-2'-15'0,"-4"3"0,-5 6 0,-4 5 0,-3 4 0,1 9 0,-6 11 0,0 23 0,4 13 0,4 15 0,5 16 0,6-40 0,1 1 0,0 6 0,2 1 0,3-1 0,2 1 0,0 1 0,3 0 0,4-1 0,3-1 0,2-1 0,2-2 0,4-2 0,2-2-91,3-7 0,2-2 0,34 26 0,10-25 91,1-8 0,10-13 0,-7-4 0,-7-9 0,-18-22 0,-2-5 0</inkml:trace>
  <inkml:trace contextRef="#ctx0" brushRef="#br0" timeOffset="6">1377 6104 8912,'-12'-18'0,"3"-1"0,-1-2 0,2-2 0,-1 2 0,1 2 0,-1 2 0,-1 0 0,-1 0 0,-7-1 0,1 3 0,0 4 0,0 5 0,5 4 0,1 2 0,-6 10 0,-8 7 0,-2 11 0,-4 11 0,5 12 0,-3 12 0,8 4 0,-2 4 0,12 1 0,5 3 0,6-1 0,6-3 0,9 2 0,12 1 0,1 1 0,14-14 0,-7-4 0,-1-17 0,1-5 0,-3-20 0,-1-4 0,-3-7 0,-5-8 0,6-7 0,-6-8 0,6-16 0,-8-7 0,9-3 0,-7-11 0,-2-1 0,-4-6 0,-3 4 0,-5-1 0,-1 1 0,-2 2 0,-6 5 0,-4 1 0,-8-1 0,1 1 0,-21 9 0,3 7 0,-2 5 0,1 12 0,1 9 0,6-1 0,-6 5 0,8-1 0,2 13 0,8 5 0,-3 3 0,7 8 0,1 2 0,4 0 0,2 0 0,-8 5 0,-1-3 0</inkml:trace>
  <inkml:trace contextRef="#ctx0" brushRef="#br0" timeOffset="7">1033 6585 8912,'17'-8'0,"8"5"0,5-9 0,8-1 0,8-3 0,4-1 0,2 0 0,-3 0 0,-3 0 0,2 1 0,-8 5 0,-2 3 0,-9 8 0,-6 0 0,-4 0 0,-2 0 0,1 0 0</inkml:trace>
  <inkml:trace contextRef="#ctx0" brushRef="#br0" timeOffset="8">1807 6585 8912,'9'-8'0,"5"5"0,-8-9 0,7 2 0,-2-1 0,5 1 0,3 7 0,4-3 0,-2 0 0,6 6 0,-3 0 0,5 2 0,-6 4 0,0 11 0,-11 4 0,-1 8 0,-7-1 0,2 9 0,-5 3 0,-1-4 0,-1 6 0,-5 0 0,-4-4 0,-7 8 0,-6-8 0,-2 3 0,-2-5 0,6-9 0,-9-3 0,7-6 0,2-1 0,2-8 0,2-1 0,-1-8 0,1-2 0,0-4 0,2-5 0,3-4 0,4-3 0,8-1 0,0-4 0,0 4 0,0-4 0,8 6 0,4 4 0,3 1 0,10 8 0,0-3 0,5 7 0,-1 0 0,5 2 0,6 2 0,-1 3 0,-3 3 0,-2 1 0,7 5 0,-1-3 0,-2-2 0,-2 1 0,-7-3 0,0-3 0,-8 4 0,4-1 0</inkml:trace>
  <inkml:trace contextRef="#ctx0" brushRef="#br0" timeOffset="9">2564 6224 8912,'0'11'0,"0"1"0,8-8 0,1 3 0,10-7 0,4-2 0,6-3 0,9-3 0,4-5 0,0 1 0,0-1 0,-1 5 0,-7-7 0,0 5 0,1 1 0,-1 3 0,-7 4 0,-2 2 0,-16 0 0,-1 0 0</inkml:trace>
  <inkml:trace contextRef="#ctx0" brushRef="#br0" timeOffset="10">2788 6619 8912,'-10'18'0,"1"-7"0,3 0 0,4-7 0,-6 4 0,8-8 0,8-6 0,4-3 0,3-7 0,10 3 0,3-10 0,-1 4 0,2 2 0,-1 0 0,-1-1 0,6-6 0,-6-3 0</inkml:trace>
  <inkml:trace contextRef="#ctx0" brushRef="#br0" timeOffset="11">3803 5846 8912,'-17'5'0,"0"1"0,-1 0 0,-1 2 0,-4 3 0,4 4 0,-6 4 0,3 4 0,-1 6 0,0 9 0,5 4 0,1 2 0,0 4 0,7 3 0,5 5 0,3 3 0,2 2 0,2-5 0,5-1 0,11-7 0,-1-2 0,8-12 0,-2-7 0,0-6 0,7-12 0,-9-1 0,8-8 0,-8-2 0,2-4 0,2-5 0,-2-12 0,5-4 0,-3-7 0,0-1 0,0-1 0,-4-4 0,-4 2 0,-5-8 0,3 0 0,-13 2 0,4 4 0,-6-4 0,-6-2 0,-6 2 0,-11-2 0,-5 8 0,-12-2 0,1 6 0,-5 5 0,2 6 0,4 4 0,7 8 0,3-1 0,7 8 0,-2 4 0,11 12 0,-1 9 0,7 2 0,0 5 0,6-5 0,8 15 0,2-1 0</inkml:trace>
  <inkml:trace contextRef="#ctx0" brushRef="#br0" timeOffset="12">3579 6413 8912,'-17'0'0,"6"0"0,-1 0 0,8 0 0,-1-2 0,10-2 0,7-3 0,3-3 0,10 4 0,4-5 0,-2 5 0,1-3 0,3 1 0,1 4 0,3 0 0,-1-1 0,8-5 0,2-7 0</inkml:trace>
  <inkml:trace contextRef="#ctx0" brushRef="#br0" timeOffset="13">4216 6293 8912,'-6'17'0,"1"0"0,-1 0 0,6 0 0,0 1 0,0-1 0,-2 8 0,-4 3 0,4 5 0,-3 1 0,3 2 0,2 5 0,0 1 0,0 3 0,0-1 0,0-3 0,0-5 0,0 4 0,2-6 0,1-5 0,3-6 0,2-4 0,-2-2 0,3-7 0,8-3 0</inkml:trace>
  <inkml:trace contextRef="#ctx0" brushRef="#br0" timeOffset="14">4595 6258 8912,'-12'0'0,"1"0"0,7 0 0,-2 0 0,12 0 0,5 0 0,5 0 0,3 0 0,2 0 0,2 0 0,5-5 0,-3-1 0,0 0 0,0-2 0,-2 5 0,-6-7 0,0 2 0,1 5 0,-9-7 0,-1 8 0,-22-5 0,-3 7 0,-11 0 0,-1 1 0,-4 5 0,-1 4 0,1 7 0,3 0 0,1 0 0,8-5 0,-2-1 0,4-5 0,2 5 0,5-7 0,1 2 0,7 4 0,-4-9 0,10 7 0,4-8 0,6 0 0,11 0 0,5-2 0,5-2 0,1-1 0,1-9 0,-1 3 0,0 1 0,1-1 0,-7 5 0,1-5 0,-8 5 0,2-6 0,-4 9 0,-2-3 0,-7 4 0,-2-6 0,-8 6 0,0-5 0</inkml:trace>
  <inkml:trace contextRef="#ctx0" brushRef="#br0" timeOffset="15">5386 5932 8912,'8'-10'0,"-6"1"0,4 3 0,-4 4 0,-4-11 0,-4 7 0,-4 0 0,-7 6 0,0 0 0,2 8 0,1 5 0,3 8 0,-3 8 0,5 3 0,-3 3 0,9 7 0,-3 3 0,4 5 0,4 2 0,4-3 0,5-3 0,4 0 0,2-12 0,1 3 0,-1-14 0,2-8 0,4-9 0,-2-4 0,6-4 0,0-6 0,-1-9 0,-5-8 0,2-9 0,-4-1 0,-1 1 0,-1-1 0,-8-5 0,-3 0 0,-4 0 0,-2 6 0,0-1 0,-13 1 0,-5 0 0,-10 5 0,-1 0 0,2 10 0,-1 2 0,7 7 0,-2 10 0,4 0 0,1 0 0,3 4 0,4 8 0,3-1 0,8 12 0,0-4 0,15 6 0,4 2 0</inkml:trace>
  <inkml:trace contextRef="#ctx0" brushRef="#br0" timeOffset="16">5885 6138 8912,'-11'0'0,"-1"0"0,-1 0 0,5 0 0,-7 0 0,4 0 0,3 0 0,0 0 0,8 0 0,0-8 0,0-1 0</inkml:trace>
  <inkml:trace contextRef="#ctx0" brushRef="#br0" timeOffset="17">5989 5880 8912,'11'-2'0,"2"-2"0,7-1 0,-1-1 0,7 6 0,1 0 0,0 0 0,2 2 0,5 4 0,-7 5 0,-4 12 0,-4-2 0,-4 8 0,-3 3 0,-7 6 0,-5 0 0,-5 8 0,-7-2 0,-11 2 0,-2 2 0,-5-6 0,1 0 0,-1 0 0,-1-8 0,2-5 0,-1-8 0,7 2 0,-6-10 0,6-3 0,2-3 0,4-3 0,5-9 0,-1-5 0,7-7 0,-5-2 0,5-2 0,2-4 0,2-2 0,2 6 0,0-2 0,2 4 0,4 2 0,4 2 0,7 3 0,0 4 0,2 8 0,2 0 0,2 0 0,8 6 0,-3 0 0,5 7 0,3-1 0,2 1 0,3-1 0,1 3 0,-2-4 0,-4-3 0,22 7 0,-5-5 0</inkml:trace>
  <inkml:trace contextRef="#ctx0" brushRef="#br0" timeOffset="18">6608 5811 8912,'-17'16'0,"0"-3"0,0-4 0,-1-1 0,9-2 0,3-6 0,12-2 0,5-4 0,6-3 0,6-1 0,4-5 0,9 3 0,5-3 0,-3-2 0,6 0 0,0 0 0,-2 1 0,0 5 0,-2 3 0,-5 2 0,-1 1 0,-2 1 0,-3 2 0,-6 11 0,-10 9 0,-1 8 0,-8 15 0,1-3 0,-12 8 0,-10 1 0,-6 9 0,-8 3 0,2 0 0,-1 0 0,-3-9 0,5-6 0,1-8 0,2-1 0,2 3 0,12-19 0,-1 4 0,3-10 0,-3-1 0,4-8 0,7 3 0,-3-9 0,-2-3 0,0-5 0,6-7 0,-7-8 0,-3-2 0</inkml:trace>
  <inkml:trace contextRef="#ctx0" brushRef="#br0" timeOffset="19">6677 5725 8912,'0'18'0,"6"1"0,1 4 0,5 9 0,5 12 0,4 13 0,4 8 0,-4 4 0,2 0 0,-2 0 0,6-8 0,-8-2 0,4-8 0,-6-9 0,-4-7 0,-1-10 0,1-6 0,3-10 0,1-1 0</inkml:trace>
  <inkml:trace contextRef="#ctx0" brushRef="#br0" timeOffset="20">7417 5708 8912,'11'0'0,"1"0"0,-8-8 0,3 8 0,-7 0 0,0 10 0,0 5 0,0 4 0,0 4 0,0-2 0,0 8 0,0 2 0,0 1 0,0 2 0,-7 1 0,5 7 0,-4 4 0,2 3 0,0 1 0,-1-4 0,-1 4 0,6-14 0,0 4 0,0-4 0,0-1 0,2-9 0,4-3 0,3-11 0,8-5 0,1-7 0,6-7 0,5-5 0,-2 1 0,2-3 0,1-1 0,3 2 0,1-2 0,0-1 0,-5 1 0,-2 4 0,-2 5 0,-4 2 0,-10-2 0,5 4 0,-7-5 0,8 7 0</inkml:trace>
  <inkml:trace contextRef="#ctx0" brushRef="#br0" timeOffset="21">8226 5605 8912,'2'-15'0,"1"1"0,1 5 0,-6 1 0,0 2 0,-9 8 0,-2 4 0,-3 5 0,-1 14 0,0 10 0,5 1 0,1 12 0,-2 3 0,-3 5 0,7 7 0,3-6 0,4 8 0,2-2 0,2 2 0,4-2 0,3-6 0,8-11 0,1-8 0,-1-7 0,0-8 0,0-12 0,1 5 0,6-22 0,3 4 0</inkml:trace>
  <inkml:trace contextRef="#ctx0" brushRef="#br0" timeOffset="22">8432 5846 8912,'-15'2'0,"3"3"0,-3-3 0,4 4 0,-5-4 0,-1 4 0,0-1 0,6 9 0,-1-3 0,1 6 0,1 6 0,2 6 0,8 11 0,0-4 0,2 6 0,4 0 0,4-5 0,7 3 0,0-6 0,0-5 0,8-4 0,-4-10 0,8-4 0,-6-3 0,3-8 0,-1 0 0,6 0 0,-12-9 0,6-9 0,-2-7 0,0-1 0,0-7 0,-8 3 0,-3-8 0,3 1 0,-8-5 0,5 6 0,-6-4 0,-4 3 0,-2-1 0,-4 6 0,-8 3 0,1 8 0,-20-4 0,8 8 0,-5 8 0,5 3 0,-6 4 0,6 2 0,2 0 0,2 0 0,2 0 0,-1 8 0,1 1 0</inkml:trace>
  <inkml:trace contextRef="#ctx0" brushRef="#br0" timeOffset="23">8277 6138 8912,'-9'0'0,"1"0"0,8 0 0,2 0 0,4 0 0,5-8 0,12-3 0,6-4 0,3-3 0,3 1 0,-1 0 0,6 6 0,1-1 0,6 1 0,-1-7 0,2 1 0,-2 0 0,4-8 0,-6-2 0</inkml:trace>
  <inkml:trace contextRef="#ctx0" brushRef="#br0" timeOffset="24">8914 5880 8912,'0'17'0,"2"-1"0,4-5 0,-4 4 0,5-5 0,-7 7 0,0 0 0,0 6 0,0 0 0,0-2 0,2 4 0,2 0 0,2 1 0,0 1 0,-6 4 0,0-3 0,0-7 0,0 10 0,1-8 0,5-2 0,-4-2 0,6-2 0,-8-7 0,0-3 0</inkml:trace>
  <inkml:trace contextRef="#ctx0" brushRef="#br0" timeOffset="25">8862 5192 8912,'18'-5'0,"-1"10"0,8 13 0,2 20 0,9 8 0,4 11 0,4 17 0,-19-32 0,0 0 0,-2 4 0,0 0 0,-3 2 0,0 0 0,-2 0 0,-2 1 0,-1 2 0,-3 1 0,-2 0 0,-3-1 0,-2 1 0,-2 0-345,-1 43 1,-10-1 344,-3-8 0,-12-4 0,-8 4 0,13-40 0,-2 1 0,-5 3 0,-2 0 0,-3 1 0,-1 1 0</inkml:trace>
  <inkml:trace contextRef="#ctx0" brushRef="#br0" timeOffset="26">1979 8236 8912,'-8'17'0,"-3"-2"0,-4-4 0,7-3 0,10-8 0,13 0 0,10-8 0,11-1 0,4-8 0,6 0 0,4-8 0,-2 6 0,0-4 0,1 4 0,-3 1 0,-2 1 0,-4 0 0,-5 6 0,-1-1 0,-7 8 0,-12-2 0,-17 12 0,-13 6 0,-10 3 0,-9 2 0</inkml:trace>
  <inkml:trace contextRef="#ctx0" brushRef="#br0" timeOffset="27">2031 8631 8912,'-6'11'0,"0"1"0,2 1 0,4-5 0,6-2 0,6-4 0,10-2 0,7 0 0,6 0 0,5 0 0,-2-8 0,8-4 0,0-5 0,5-4 0,1-2 0,0 0 0,-8 6 0,-6 2 0,-8 3 0,-5 5 0,-7 7 0,-32 7 0,-7 3 0</inkml:trace>
  <inkml:trace contextRef="#ctx0" brushRef="#br0" timeOffset="28">3029 7978 8912,'11'5'0,"1"1"0,-9-2 0,3-10 0,-2 2 0,0-7 0,2-2 0,5 3 0,-3 0 0,1 3 0,5 3 0,1 2 0,2 2 0,2 0 0,4 0 0,-2 0 0,8 0 0,0 2 0,-3 4 0,5 5 0,-8 10 0,-2 2 0,-4 10 0,-3 1 0,-3 10 0,-9 6 0,-2 3 0,-10 4 0,-7-1 0,-6 7 0,-4-8 0,-1 3 0,-1-11 0,-1-1 0,-3-8 0,4 2 0,3-11 0,1-6 0,4-4 0,2-9 0,1-3 0,9-7 0,1-7 0,8-5 0,0-3 0,0-2 0,6-6 0,0 0 0,5-8 0,-3 5 0,1-1 0,-5-6 0,11 14 0,-5-4 0,1 4 0,1 2 0,-1 2 0,7 3 0,-1 5 0,0 7 0,8 2 0,2 3 0,-1 7 0,7 3 0,-8 8 0,3 0 0,3 7 0,-8-1 0,0-2 0,-6 0 0,0-3 0,1-1 0,-3-5 0,-2-1 0,-1-2 0,1-4 0,2-5 0,3-12 0,-1-3 0</inkml:trace>
  <inkml:trace contextRef="#ctx0" brushRef="#br0" timeOffset="29">3820 8442 8912,'-9'7'0,"1"-5"0,8 6 0,0-8 0,0-2 0,0-4 0,0 4 0,-8-13 0,7 13 0,-9-5 0,4 7 0,4 7 0,-13 3 0,5 7 0</inkml:trace>
  <inkml:trace contextRef="#ctx0" brushRef="#br0" timeOffset="30">4354 8029 8912,'-10'0'0,"1"0"0,3 0 0,2 8 0,-5 3 0,1 5 0,-5 3 0,1 4 0,-3 5 0,-4 5 0,-2 3 0,-2 4 0,-6 2 0,6 6 0,2-2 0,2-8 0,4 0 0,3-7 0,-1-1 0,7-7 0,0-6 0,6-5 0,8-8 0,3 1 0,7-3 0,5-2 0,3-7 0,9-5 0,5-9 0,0-2 0,6-1 0,-6 1 0,6 3 0,-6-4 0,-2 1 0,-1 0 0,1 0 0,-4 6 0,-3 5 0,-14 1 0,-7 7 0,-3-4 0,-9 10 0,-3 4 0,-11-2 0,-7 7 0,-7 1 0,3 5 0,-7 0 0</inkml:trace>
  <inkml:trace contextRef="#ctx0" brushRef="#br0" timeOffset="31">4319 7978 8912,'-17'0'0,"6"0"0,-1 0 0,6 0 0,-5 0 0,7 2 0,-2 3 0,5 5 0,1 7 0,0 17 0,0 12 0,7 13 0,5 16 0,3 5 0,-4 6 0,1 6 0,-1-6 0,5 0 0,-3-10 0,-1-5 0,-1-8 0,6 0 0,-5-15 0,-1-2 0,-5-16 0,5-7 0,-7-4 0,2-2 0,-4-7 0,5-2 0,3-8 0</inkml:trace>
  <inkml:trace contextRef="#ctx0" brushRef="#br0" timeOffset="32">6092 5983 8912,'8'10'0,"3"-5"0,-1-5 0,1-5 0,-7 1 0,2-8 0,1 7 0,1-7 0,1-1 0,-5-2 0,2-3 0,-4 7 0,-4 1 0,-2 1 0,-2-1 0,-7 7 0,3-5 0,-9 8 0,-4 0 0,4 6 0,-4-1 0,2 14 0,0 1 0,-2 4 0,0 5 0,6 5 0,0 1 0,2 5 0,3 0 0,-1 6 0,7-6 0,2-2 0,2-2 0,4-1 0,4-1 0,4-7 0,7-4 0,2-4 0,4-2 0,-2 0 0,8-1 0,1-5 0,3 4 0,-5-11 0,1 8 0,-6-3 0,6 3 0,-14 3 0,2-4 0,-11 7 0,0 3 0,-6 4 0,-8-1 0,-9 1 0,-8 6 0,-10-10 0,1 6 0,0-3 0,-8-1 0,11-6 0,-2-1 0,7-5 0,3-3 0,6-10 0,-1-4 0,9-5 0,3-12 0,4-10 0,2-11 0,0-5 0,14 1 0,3-9 0,2 3 0,8-3 0,1 0 0,-1-3 0,2 5 0,1-2 0,3 7 0,1 2 0,-1 8 0,-5 2 0,5 2 0,-20 11 0,5 8 0,-13 7 0,3 12 0,-8 4 0,0-4 0,0 13 0,0-13 0,-8 5 0,-1 1 0,-8 2 0</inkml:trace>
  <inkml:trace contextRef="#ctx0" brushRef="#br0" timeOffset="33">25744 3078 8912,'6'-12'0,"0"1"0,-1 5 0,-3-6 0,4-1 0,-4 4 0,4-3 0,-4-1 0,-2 3 0,0-1 0,0-1 0,0-5 0,-2 2 0,-4 1 0,-6 5 0,-3 1 0,-10 2 0,-3 6 0,-11 2 0,-3 4 0,-2 6 0,-2 5 0,-3 6 0,3 5 0,-4 5 0,20 1 0,-3 1 0,6-1 0,6 6 0,10 0 0,5-2 0,4-1 0,2-3 0,15-7 0,8-4 0,16-4 0,6-2 0,7-2 0,4-1 0,1-3 0,0-7 0,-3 11 0,3-3 0,-11-3 0,-2 3 0,-10-1 0,-9 1 0,-6-1 0,2 1 0,-19 5 0,4 2 0,-4 4 0,-10-4 0,-3 11 0,-12-7 0,-6-2 0,-3 6 0,-5-8 0,-3 4 0,-4 2 0,-5-2 0,1-4 0,4-6 0,2-7 0,2-4 0,7-2 0,4-4 0,6-7 0,12-8 0,3-23 0,10-4 0,4-4 0,11-9 0,16-2 0,7-8 0,13 0 0,1-3 0,5-5 0,-27 37 0,1 0 0,1 1 0,-1 2-125,28-28 0,4 7 125,-7 12 0,-3 1 0,-9 10 0,-4 10 0,-7 14 0,1 1 0,-7-1 0,-8 3 0</inkml:trace>
  <inkml:trace contextRef="#ctx0" brushRef="#br0" timeOffset="34">5111 8115 8912,'-17'0'0,"0"0"0,-1 0 0,1 0 0,0 0 0,7 0 0,10 0 0,12 0 0,3 2 0,2 4 0,2-4 0,4 3 0,-2-3 0,8-2 0,2-2 0,1-3 0,-5 3 0,-4-4 0,2 2 0,-2-1 0,0 3 0,-6-4 0,-6 4 0,1 2 0,-8-2 0,1-4 0,-5 4 0,-5-3 0,-5 5 0,-7 5 0,-8 3 0,-4 4 0,3 3 0,-3-4 0,6 5 0,-6 1 0,8-2 0,-2-4 0,6 5 0,6-5 0,-5-3 0,14 7 0,-1-13 0,14 4 0,2-6 0,16-6 0,0-3-3392,5-9 3392,8 1 0,-5-8 0,5-1 0</inkml:trace>
  <inkml:trace contextRef="#ctx0" brushRef="#br0" timeOffset="35">6126 7857 8912,'10'0'0,"-4"-5"0,-12-1 0,2 0 0,-7 6 0,-3 0 0,1 8 0,-1 3 0,3 4 0,-2 3 0,-3 1 0,1 4 0,2 5 0,1 5 0,8 3 0,-1 2 0,3 4 0,2 2 0,0-6 0,0 3 0,7-7 0,5-5 0,3-8 0,4-8 0,4-7 0,-2-4 0,8-2 0,-6-8 0,5-3 0,-5-12 0,6-6 0,-8-5 0,2-7 0,-6 5 0,-5-4 0,-7 6 0,-3 5 0,-4-3 0,-3 3 0,-7 4 0,-11 2 0,-3 6 0,-9 5 0,1 3 0,-1 3 0,9 4 0,3-3 0,3 3 0,9 4 0,0 3 0,7-1 0,-2 8 0,12-9 0,3 13 0,8-7 0</inkml:trace>
  <inkml:trace contextRef="#ctx0" brushRef="#br0" timeOffset="36">6539 7943 8912,'-11'10'0,"-1"-4"0,7-5 0,-7-1 0,8 2 0,-1 4 0,-5-4 0,8 6 0,-6-8 0,8 0 0,8-8 0,2-2 0,7-7 0</inkml:trace>
  <inkml:trace contextRef="#ctx0" brushRef="#br0" timeOffset="37">6935 7737 8912,'-17'0'0,"0"0"0,-1 0 0,1 0 0,0 0 0,0 0 0,-2 2 0,-2 4 0,-2 5 0,0 4 0,6 2 0,-1 3 0,1 3 0,8-2 0,3 7 0,4-7 0,2 2 0,0 2 0,0-2 0,8 0 0,3-6 0,10 0 0,2 0 0,0 1 0,2-1 0,-4 0 0,8 0 0,-3 0 0,3 1 0,-4-3 0,-8-4 0,-5 5 0,-1-5 0,-7 4 0,2 3 0,-6-7 0,-6 0 0,-9 1 0,-8 5 0,-8-2 0,2-3 0,-3-5 0,-3-7 0,9 0 0,3 0 0,-2-1 0,2-5 0,6-9 0,5-8 0,8-8 0,-1 2 0,5-3 0,5-2 0,5 1 0,7 4 0,8-3 0,4 3 0,3 3 0,3-3 0,-1 6 0,0-6 0,1 8 0,-1-4 0</inkml:trace>
  <inkml:trace contextRef="#ctx0" brushRef="#br0" timeOffset="38">7210 7376 8912,'-1'15'0,"-3"-1"0,-2-3 0,4 2 0,6 3 0,7 1 0,10 2 0,4 4 0,2 6 0,0 3 0,3 2 0,-3 3 0,-2 3 0,4 4 0,-6 7 0,-6 1 0,-8-1 0,-3 1 0,-8 0 0,-5 7 0,-13 0 0,-3 4 0,-5-6 0,-5-3 0,-1-3 0,-8 1 0,-2 0 0</inkml:trace>
  <inkml:trace contextRef="#ctx0" brushRef="#br0" timeOffset="39">6126 7324 8912,'-11'10'0,"-1"-4"0,1-5 0,-1-1 0,1 0 0,-1 2 0,3 4 0,-6 4 0,1 9 0,-5 4 0,-4 5 0,0 7 0,4 7 0,-2 9 0,-2 10 0,2 14 0,10 7 0,5 10 0,4-41 0,2 1 0,0 5 0,2 1 0,1 2 0,2 0 0,2-3 0,3-1 0,2-6 0,2-1 0,5-3 0,3-2 0,24 38 0,3-21 0,3-17 0,-1-12 0,1-14 0,2-11-3392,3-7 3392,-11 0 0,15-5 0,-15-1 0,0 0 0</inkml:trace>
  <inkml:trace contextRef="#ctx0" brushRef="#br0" timeOffset="40">5386 7754 8912,'6'-11'0,"0"-1"0,-2-1 0,-2-2 0,-2 3 0,0 1 0,0 5 0,0-6 0,0 9 0,7-5 0,-3 8 0,7 0 0,3 0 0,1 2 0,2 4 0,6 3 0,0 8 0,0 2 0,0 2 0,0 2 0,0 8 0,-8-4 0,-3 7 0,-5 6 0,-7 0 0,0-1 0,0 4 0,0 3 0,-9 2 0,-8-2 0,-1 4 0,-14-8 0,5 3 0,-1-4 0,-1-7 0,-2-5 0,6-5 0,1-6 0,6-1 0,1-8 0,2-9 0,3-11 0,5-4 0,7-3 0,0 1 0,0-8 0,2 4 0,3-7 0,-1 7 0,8-2 0,1 4 0,8 3 0,2 5 0,8 3 0,-10 3 0,7-1 0,1 8 0,5 9 0,3 5 0,1 3 0,2 2 0,-2 2 0,1 5 0,1-5 0,-4 6 0,4-6 0,-3 0 0,-3-6 0,0 0 0</inkml:trace>
  <inkml:trace contextRef="#ctx0" brushRef="#br0" timeOffset="41">7899 7462 8912,'-12'-6'0,"3"-2"0,-1 1 0,3-3 0,-3 1 0,0-5 0,5 5 0,-7-3 0,6 8 0,-5 1 0,-2 6 0,-3 9 0,-3 13 0,-4 9 0,2 10 0,-7 13 0,7 6 0,-1 12 0,9 5 0,7 4 0,4 10 0,4 1 0,6 1 0,9-4 0,8-14 0,9-9 0,1-10 0,-1-15 0,1-10 0,-1-9 0,1-6 0,-1-2 0,-2-7 0,-1-4 0,-2-4 0,-8-2 0,4 0 0,-8-8 0,0-2 0</inkml:trace>
  <inkml:trace contextRef="#ctx0" brushRef="#br0" timeOffset="42">8002 7823 8912,'-17'0'0,"0"0"0,7-8 0,-5 6 0,13-13 0,-6 11 0,8-7 0,2 1 0,2-3 0,4 3 0,1 3 0,3-7 0,5 3 0,0-3 0,0 3 0,0 5 0,1 4 0,-1 2 0,0 0 0,-2 2 0,-3 4 0,1 4 0,-5 9 0,0 4 0,-1 5 0,-1 5 0,-6 1 0,0 0 0,0 8 0,-8-5 0,-3 3 0,-5-4 0,-8-1 0,3-1 0,-6-2 0,2-3 0,-6 4 0,5-16 0,-7 0 0,4-9 0,3-6 0,5-2 0,-2 0 0,5-8 0,7-4 0,5-5 0,-3-4 0,1-2 0,2-7 0,6 9 0,0-8 0,0 8 0,0-2 0,8 10 0,3 1 0,5-1 0,1 5 0,2-1 0,2 5 0,2-2 0,8 0 0,-5 8 0,3 4 0,0 6 0,-8-5 0,6 8 0,-6-5 0,2 0 0,-1 5 0,-4-6 0,-1 7 0,0-5 0,-7-3 0,5-16 0,-5-1 0</inkml:trace>
  <inkml:trace contextRef="#ctx0" brushRef="#br0" timeOffset="43">8398 7857 8912,'-2'16'0,"-2"-3"0,-2-2 0,1-7 0,5 4 0,0-10 0,0-4 0,0 4 0,0-7 0,2 5 0,3-2 0,12-15 0,10 2 0</inkml:trace>
  <inkml:trace contextRef="#ctx0" brushRef="#br0" timeOffset="44">8759 7531 8912,'-7'9'0,"-3"6"0,0-13 0,3 8 0,5-6 0,-2 3 0,-2 3 0,1 1 0,-1 8 0,-2 2 0,1 4 0,-1 2 0,-5 2 0,3 5 0,0 0 0,-5 1 0,13-6 0,-4-1 0,5-7 0,1 2 0,0-4 0,0-2 0,9-7 0,6-4 0,6-4 0,10-4 0,-2-4 0,3-4 0,3-7 0,-1 0 0,0 0 0,1 0 0,-3-1 0,-3 1 0,4 0 0,-14 0 0,4 0 0,-12-1 0,-3 1 0,-8 0 0</inkml:trace>
  <inkml:trace contextRef="#ctx0" brushRef="#br0" timeOffset="45">8794 7634 8912,'0'11'0,"0"1"0,0 1 0,0 2 0,2 3 0,3-1 0,3 2 0,5 2 0,-1 2 0,-1 7 0,6-1 0,-1 3 0,-5 3 0,3-1 0,-7-1 0,3-5 0,-6 5 0,9-8 0,-7 3 0,-2-5 0,5-4 0,-7-9 0,6-2 0</inkml:trace>
  <inkml:trace contextRef="#ctx0" brushRef="#br0" timeOffset="46">8880 7015 8912,'9'-2'0,"-1"-2"0,0-2 0,-5 1 0,9 5 0,1 0 0,10 3 0,8 9 0,7 11 0,6 17 0,8 12 0,-1 18 0,-25-26 0,0 2-467,0 4 0,-1 1 467,-1 6 0,-4 1 0,-1 1 0,-3 0 0,-3 4 0,-3 0 0,-3 1 0,-3 0 0,0-2 0,-2-1 0,0-1 0,-2 0 0,-4 2 0,-2-2 0,-1-5 0,-3-1 0,-2 1 0,-1-1 0,1 1 0,-2 1 0,-6 0 0,-1 1 0,7-1 0,0 0 0,-6 2 0,0-1 0,1-2 0,1 1 0,-2 1 0,-2 0 0,0 1 0,0-1 0</inkml:trace>
  <inkml:trace contextRef="#ctx0" brushRef="#br0" timeOffset="47">1927 10746 8912,'-17'0'0,"2"-2"0,3-4 0,-3 4 0,15-5 0,0 5 0,10-4 0,7 2 0,6-7 0,5-5 0,5-5 0,1 2 0,1-6 0,-1 6 0,1-2 0,-1-2 0,-1 2 0,-5 10 0,3-3 0,-8 7 0,-2-3 0,-2 6 0,-9 4 0,-3 10 0,-7 7 0,-7 8 0,-3 2 0</inkml:trace>
  <inkml:trace contextRef="#ctx0" brushRef="#br0" timeOffset="48">2048 11090 8912,'-10'-2'0,"3"-2"0,-1-2 0,6-2 0,-4 3 0,6 1 0,6-8 0,6 7 0,9-7 0,2-1 0,7 3 0,-1-1 0,3-2 0,3-3 0,-1-1 0,1 6 0,-1-1 0,6 3 0,0-3 0,0-3 0,-5 5 0,-1-7 0</inkml:trace>
  <inkml:trace contextRef="#ctx0" brushRef="#br0" timeOffset="49">3166 10557 8912,'-17'-6'0,"0"0"0,7 0 0,7 4 0,14-3 0,8 1 0,16-8 0,1-1 0,4-2 0,4-2 0,8-1 0,-1 1 0,1 0 0,-2 0 0,-4 0 0,-8 1 0,-8 5 0,3 3 0,-14 1 0,-2 5 0,-9-6 0,-10 14 0,-4 0 0,-5 7 0,-10-2 0,-4 5 0,-2 1 0,-4 0 0,-1 0 0,-2 0 0,-1 1 0,1-1 0,-1 0 0,1 0 0,1 0 0,5 1 0,-5-9 0,14 5 0,-4-9 0,4 9 0,9-12 0,3 5 0,20-9 0,4-3 0,6 3 0,0-4 0,-2-2 0,8 3 0,-6-7 0,6 6 0,-6 1 0,5 5 0,-5-6 0,4 0 0,-2 2 0,5 2 0,-10 2 0,12 0 0,-5 0 0</inkml:trace>
  <inkml:trace contextRef="#ctx0" brushRef="#br0" timeOffset="50">17673 16076 8912,'0'-18'0,"0"7"0,-2-1 0,-3-1 0,3 4 0,-6-1 0,0 2 0,5-5 0,-9 2 0,6 3 0,-5 0 0,-2 1 0,3-1 0,-1-5 0,-3 1 0,-7 1 0,-2-7 0,-2-1 0,2-2 0,-5-2 0,-5-7 0,-3 1 0,-2-3 0,-3-3 0,-6-7 0,5 4 0,-6-8 0,2-2 0,-2-3 0,-9-6-296,-4 3 0,-12-11 296,34 36 0,-2 1 0,-3-1 0,-2 1 0,-8 1 0,-3 2 0,-3-1 0,-1 0 0,-4-1 0,-2-1-336,-1 2 0,-1 0 1,-6-2-1,-1 1 336,1 4 0,1 0 0,-5-2 0,-1-1 0,-5-3 0,0 0 0,-1-1 0,0-1 0,-4 0 0,0 1 0,-3 0 0,0 1 0,30 10 0,0 0 0,0-1 0,-1 1 0,1-1 0,-1 0 0,-1 0 0,0 0 0,0-1 0,-4 0 0,0 1 0,0-2 0,4-1 0,1-1 0,0 0 0,0 0 0,-1 0 0,1 0 0,1 0 0,-1-1 0,2-1 0,0-2 0,2-2 0,-2 0-284,-2 2 0,-2 0 0,1-2 0,0-1 0,-1-1 0,0 0 284,1 1 0,0 1 0,0-1 0,2 1 0,1-1 0,0 1 0,2 0 0,1 0 0,0 0 0,0-1 0,0-1 0,-1-1 0,-1 0 0,-1-1 0,2-2 0,3-1 0,1-1 0,0 0-200,-1 2 1,0 0-1,-1-1 1,2 1 0,0 1-1,0 0 200,-27-15 0,0 2 0,26 14 0,0 0 0,1 1 0,-30-14 0,1 0 0,29 14 0,0 0 0,0 0 0,-27-16 0,0 0 0,0 2 0,-1-1 0,27 15 0,0 0 0,-1 2 0,-26-14 0,0 2 0,-1 2 0,0 1-79,-2-1 1,0 0 0,-1 2-1,0 0 1,2-1 0,2-2 78,1-2 0,-1 0 0,-1 1 0,0 0 0,5-3 0,0 0 0,-1 5 0,1 2 0,6 1 0,1 0 0,6 2 0,0 1 0,-3-2 0,0-1 0,2 2 0,-1 0 0,-4-4 0,2 0 0,7 0 0,2-1 0,2-1 0,0 0 0,0 2 0,-1 0 0,-1 2 0,0 2 0,1-1 0,0 3 0,-5 3 0,1 1 0,6 1 0,2 0 0,3 2 0,1 1 0,-1 0 0,-1 0 0,-1 0 0,-1 1 0,-6-1 0,-2 0 0,-1 0 0,0 1 0,5 2 0,1 2 58,3 0 0,0 2 0,-2 1 1,-1 1-59,-3 3 0,0 0 0,1-3 0,0 1 0,-8 1 0,2 1 0,15 2 0,3 0 0,-42-11 0,16-2 0,7 0 0,2 0 1129,4 0-1129,3 2 0,15 0 0,2 1 1394,7 1-1394,6 1 0,12 5 625,1 4 1,6-3-626,-1 9 977,8-1-977,-3 6 322,7 0-322,0 0 0,-8 7 0,6 3 0,-4 7 0,-3-7 0,7-3 0,-6-7 0</inkml:trace>
  <inkml:trace contextRef="#ctx0" brushRef="#br0" timeOffset="51">5558 9749 8912,'0'-35'0,"8"1"0,-6-1 0,4 1 0,-2 13 0,1 4 0,-5 11 0,0 0 0,-9 4 0,-14 4 0,-6 4 0,-5 9 0,-5 10 0,-1 2 0,-8 2 0,12 11 0,-4 2 0,4 0 0,1 0 0,3 6 0,1-3 0,2 5 0,8 2 0,-3 1 0,8 2 0,5 3 0,-5 7 0,15-6 0,-5 4 0,8 4 0,7-6 0,10 2 0,8-2 0,10-2 0,5-1 0,11 1-259,5 4 0,-27-25 0,1 2 259,4 6 0,2 0 0,2 1 0,0 2 0,6 6 0,0 2 0,3 1 0,0 1 0,1 2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6T02:53:24.840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2616 4934 8912,'0'-11'0,"0"0"0,0-3 0,0-1 0,0-2 0,0-1 0,0 1 0,0 0 0,0 8 0,0 1 0,2 8 0,3 0 0,-3 8 0,6 1 0,-6 8 0,4 0 0,-5 1 0,15 5 0,-5 0 0,5 7 0,1-1 0,2 5 0,4 6 0,6 6 0,3 13 0,2 10 0,3 11 0,-18-33 0,0 2 0,1 1 0,0 1 0,-1-1 0,0-1 0,3 3 0,0 0 0,0-5 0,0 1 0</inkml:trace>
  <inkml:trace contextRef="#ctx0" brushRef="#br0" timeOffset="1">5438 5966 8912,'-17'0'0</inkml:trace>
  <inkml:trace contextRef="#ctx0" brushRef="#br0" timeOffset="2">5059 5983 8912,'-17'0'0,"0"0"0,0 0 0,0 0 0,-1 0 0,7 0 0,-1 0 0,9-2 0,-5-2 0,0-1 0,6-1 0,-5 4 0,7-4 0,0 4 0,0-5 0,0 7 0,0 0 0,-8 0 0,6 0 0,-6 0 0,8 0 0,-7 0 0,5 0 0,-6 0 0,8 0 0,0 0 0,8 0 0,-6 0 0,13 0 0,-3 0 0,3 2 0,2 2 0,0 1 0,2 1 0,4-6 0,-4 0 0,6 0 0,0 0 0,4 0 0,3 0 0,3 0 0,-1 0 0,1 0 0,-1 0 0,0 0 0,9 0 0,2 0 0,-1 0 0,2 0 0,-2 0 0,2 0 0,8 2 0,-8 4 0,1-4 0,-8 3 0,1-3 0,-2-2 0,4 0 0,-2 0 0,0 6 0,-5 0 0,7-1 0,4-5 0,9 6 0,3 0 0,7 0 0,-6-4 0,6 1 0,-2 3 0,8 0 0,-2-6 0,1 0 0,-5 0 0,-7 2 0,5 3 0,0-3 0,6 4 0,-6-4 0,0-2 0,2 0 0,-2 0 0,2 0 0,0 0 0,6 0 0,-8 0 0,4 0 0,4-6 0,1-1 0,3-3 0,-1 6 0,-11-9 0,1 7 0,-7 0 0,6 6 0,2 0 0,-4-5 0,2-1 0,4 2 0,6 2 0,3 2 0,5 0 0,1-6-148,-8 1 0,1-1 148,-6 6 0,7 0 0,-3 0 0,5 0 0,-1 0 0,5 0 0,-3 0 0,5 2 0,-4 4 0,-9-4 0,-8 3 0,0-3 0,6 4 0,0 0 0,-1-3-1,1-1 0,0 0 0,-2 2 1,-4 2 0,0 2 0,-11-3 0,3-3 0,-18 6 0,5-8 0,0 0 0,2 7 0,7-5 0,1 4 0,5-4 0,3-2 0,1 0 0,-6 0 0,5 0 0,-9 0 0,1 0 0,-8 0 0,5 0 0,-3 0 0,4 0 0,-6 8 0,6-6 0,-2 3 74,7-3 0,-7 0 0,3 2 0,-1 2-74,0-3 1,-6-1 0,9 4 0,-7 0-1,-4-2 0,-3-1 0,-5 3 0,0-4 0,7 6 0,-1-8 0,2 5 0,-2 1 0,-4 0 0,4-6 0,2 6 0,-1-1 0,-1-1 0,0-2 0,0-2 0,2 2 0,-2 4 0,-3-4 0,3 3 0,-4-3 0,-1-2 0,-1 0 0,0 0 0,1 0 0,-1 0 0,6 0 0,1 0 0,6 0 0,-5 0 0,4 0 0,2 0 0,-6 0 0,0 0 0,0 0 0,-3 0 0,-3-2 0,-2-3 0,-7 3 0,4-6 0,-8 8 0,-2 0 0,-2 0 0,-2-7 0,0 5 0,0-4 0,2-2 0,3 2 0,0 3 0,7-5 0,-4 0 0,4-1 0,7-5 0,-2 5 0,7-3 0,-5 1 0,-2-6 0,1 0 0,-1-1 0,-1 1 0,-5 0 0,-1 0 0,-8 0 0,0-2 0,-3-4 0,-3 4 0,-2-12 0,1 8 0,-6-6 0,3 5 0,-1-3 0,5 0 0,-1-2 0,1-3 0,-1 3 0,7-3 0,-8-3 0,8 1 0,-9-2 0,7-3 0,0-1 0,1 2 0,-1 2 0,-2 1 0,-3 1 0,1 5 0,-7 1 0,-1 7 0,-5-10 0,0 8 0,0 0 0,0 4 0,0-4 0,-5 4 0,-3-6 0,-2 2 0,-3 1 0,5-1 0,-7 4 0,4-4 0,-5-6 0,-9 4 0,6-7 0,-4 3 0,-3-3 0,-3-3 0,-4 1 0,1 1 0,3 5 0,-11-5 0,10 6 0,-14-7 0,1 0 0,-4 1 0,-1 3 0,-6 3 0,-3 2 0,-16-6 0,16 12 0,-12-4 0,2 4-213,0-6 0,-11 6 213,-8-4 0,-2 2 0,39 10 0,0-1 0,-46-5 0,-1-2 0,10 6 0,2 1 0,11-3 0,4 2 0,4 1 0,-5 8 0,-5-9 0,-7 5 0,0-1 0,-4 5 0,11-2 0,-7-3 0,-6 1 0,37 3 0,-1-1 0,-3-1 0,-1 0 0,-5 3 0,-1 1 0,0-2 0,-2 0 0,0 3 0,-2 0 0,-4-1 0,-1-1 0,-2 1 0,0 0 0,-1 0 0,-1 0-126,4 0 0,1 0 0,5 3 0,2 0 0,2 0 0,1 0 126,0 0 0,0 0 0,-4 0 0,0 0 0,2 0 0,1 0 0,-2 0 0,0 0 0,2 0 0,0 0 0,1 0 0,-1 0 0,-3 1 0,-2 0 0,-1 1 0,-2 0 0,-1 1 0,-1 0 0,3 0 0,0 0 0,5-2 0,0 0 0,2 1 0,0 1 0,-3-2 0,-1 0 0,-1 2 0,1 0 0,5 1 0,1 0 0,4-1 0,1-1 0,-42 2 0,14 0-177,2 2 0,1-4 177,-1 3 0,4-3 0,1-2 0,1 0 0,1 0 0,2 0 0,2 0 0,0 0 0,1 0 0,-9 0 0,1-2 0,-7-2 0,3-1 0,7-1 0,-1 6 0,9 0 0,2 0 0,7 0 0,5 0 0,9 0 0,0 0 0,-2 0 0,-10-2 0,-1-2 0,-3-1 0,-7-1 0,10 6 0,-8 0 0,7 0 189,-1 0 0,3 0-189,3 0 0,-3 2 252,-3 3 1,-2-3 0,-5 6-253,7 0 0,-2-6 0,1 5 0,3-1 400,1 0-400,18 7 0,-4-11 0,13 6 0,0-1 0,3-5 0,1 12 0,0-7 0,2 3 0,2-6 0,-1 5 0,-3-3 0,2 1 0,-7 5 0,7-3 0,-2-5 0,4 4 0,1 1 0,7-5 0,0 2 0,7-2 0,-2 2 0,-4-5 0,8 9 0,-3-4 0,1-4 0,0 5 0,-2 1 0,-7-4 0,2 7 0,-5 3 0,-1 1 0,0 2 0,0 0 0,-1 0 0,1 1 0,0 7 0,2-6 0,1 4 0,3-4 0,-1 5 0,-3 1 0,4 4 0,-3 3 0,8-3 0,1 4 0,-1 1 0,0 0 0,1 1 0,5-1 0,0 1 0,0-1 0,0 0 0,0 6 0,0 1 0,0-3 0,-8-2 0,6 0 0,-4 4 0,4 6 0,2-2 0,-2 2 0,-1 2 0,-3 1 0,0 3 0,6 0 0,0-1 0,0 1 0,0-1 0,-6 1 0,1 0 0,-1-9 0,6-2 0,0-7 0,0-5 0,0-3 0,0-5 0,0 2 0,0-2 0,0-2 0,0-9 0,2 5 0,2-3 0,1 3 0,1 2 0,-4-5 0,4-1 0,-4 1 0,3 5 0,-1 0 0,2 0 0,-4 0 0,6 1 0,-3-1 0,1 0 0,-2 0 0,5 0 0,-7-5 0,4-1 0,-4 3 0,-2-7 0,2 7 0,4-9 0,-5 3 0,5-2 0,-4-4 0,-2 5 0,0-7 0,0 0 0,0-7 0,0 5 0,0-6 0,0 8 0,8 0 0,3 0 0,-1 0 0,1 0 0,1 8 0,7 3 0,4 4 0,4 10 0,7 2 0</inkml:trace>
  <inkml:trace contextRef="#ctx0" brushRef="#br0" timeOffset="3">3717 7118 8912,'-8'10'0,"-3"-3"0,-4-1 0,-3 0 0,9-1 0,-6-5 0,5 0 0</inkml:trace>
  <inkml:trace contextRef="#ctx0" brushRef="#br0" timeOffset="4">3683 7187 8912,'-18'0'0,"1"0"0,6 0 0,-1 0 0,7 0 0,-7 0 0,-1 0 0,3 0 0,-1 0 0,-1 0 0,1 0 0,-1 0 0,7 0 0,-7 0 0,8 0 0,-3 0 0,7 0 0,0 0 0,7 0 0,3 0 0,7 0 0,0 0 0,8 0 0,4 0 0,3-2 0,3-4 0,1 2 0,2-5 0,2 1 0,8-3 0,-4 3 0,2 0 0,0 1 0,-8-7 0,8 7 0,-12-5 0,-3 5 0,-14 7 0,0 0 0,-7 0 0,-10 0 0,-17 7 0,-14 5 0,-7 3 0,-6 10 0,-8 2 0</inkml:trace>
  <inkml:trace contextRef="#ctx0" brushRef="#br0" timeOffset="5">3545 7823 8912,'2'15'0,"4"-3"0,-3-5 0,9-7 0,-1-2 0,9-3 0,2-7 0,0-11 0,6-5 0,3-5 0,1 4 0,1 3 0,-5 1 0,5-6 0,-6 12 0,5-4 0,-3 4 0,3 8 0,-3 1 0,4 3 0,-1-5 0,-3 6 0,3-15 0,-5 2 0</inkml:trace>
  <inkml:trace contextRef="#ctx0" brushRef="#br0" timeOffset="6">4681 6929 8912,'11'-10'0,"1"5"0,-3 18 0,3 10 0,-3 15 0,-5 10 0,2 7 0,0 6 0,-6 8 0,5 8 0,1 1 0,-2 0 0,-2 4 0,-2-7 0,0-3 0,0-10 0,2-11 0,3-9 0,-1-7 0,8-9 0,1-9 0,2-9 0,3-14 0,-1-3 0</inkml:trace>
  <inkml:trace contextRef="#ctx0" brushRef="#br0" timeOffset="7">5163 7256 8912,'0'9'0,"0"-1"0,0-8 0,-8 0 0,6 0 0,-6 0 0,8 0 0,0 0 0,0-8 0,8-1 0,2-9 0</inkml:trace>
  <inkml:trace contextRef="#ctx0" brushRef="#br0" timeOffset="8">5765 7032 8912,'8'-10'0,"-7"-5"0,7 6 0,-10-1 0,-4 4 0,-3 14 0,-10 9 0,-4 10 0,-4 5 0,-5 8 0,-1 3 0,-1 0 0,9 3 0,-8 4 0,7-2 0,4-2 0,3-2 0,2 1 0,8-3 0,3-7 0,6-8 0,6-5 0,3-10 0,16 1 0,4-7 0,3 0 0,3-6 0,7-8 0,4-3 0,1-5 0,1-3 0,-2-4 0,-2 2 0,2-5 0,-8-1 0,-7 0 0,-6 6 0,-16-11 0,-1 5 0,-8-8 0</inkml:trace>
  <inkml:trace contextRef="#ctx0" brushRef="#br0" timeOffset="9">5748 7118 8912,'-12'10'0,"1"-5"0,7 5 0,-4-1 0,8 9 0,0 1 0,0 4 0,8 5 0,1 12 0,1 6 0,5 4 0,-5 1 0,5 1 0,-3 0 0,3-1 0,-5-1 0,1-2 0,0-3 0,1-6 0,-1-5 0,1-11 0,1-4 0,-5-9 0,7-3 0,-5-7 0</inkml:trace>
  <inkml:trace contextRef="#ctx0" brushRef="#br0" timeOffset="10">6212 7204 8912,'8'-13'0,"5"-3"0,8-3 0,8 0 0,4 0 0,1-6 0,6 6 0,2-4 0,0 6 0,0 5 0,-3 5 0,-11 7 0,3 0 0,-8 4 0,-4 7 0,-6 12 0,1 8 0,-9 3 0,1 2 0,-6 2 0,0 3 0,0 6 0,0-3 0,0 6 0,0-4 0,0 3 0,0-3 0,0 4 0,-2 0 0,-3-4 0,1-4 0,-8-8 0,6 0 0,-5 1 0,7-9 0,-2-3 0,-3-11 0,7-5 0,-6-7 0</inkml:trace>
  <inkml:trace contextRef="#ctx0" brushRef="#br0" timeOffset="11">6557 7531 8912,'-18'7'0,"1"-5"0,0 6 0,7-8 0,3 0 0,7 0 0,13-6 0,6-2 0,6-1 0,6-5 0,1-1 0,3-2 0,-1 0 0,-2 0 0,-3-1 0,4-6 0,-7-3 0,9-8 0</inkml:trace>
  <inkml:trace contextRef="#ctx0" brushRef="#br0" timeOffset="12">6987 7118 8912,'0'-12'0,"2"3"0,3 1 0,5-5 0,15 9 0,3-5 0,3 1 0,0 2 0,-3-1 0,-1 5 0,2-4 0,1 12 0,-7 5 0,-7 4 0,-3 3 0,-7-1 0,-2 8 0,-10 3 0,-6 5 0,-11 1 0,2-1 0,-5-3 0,1-1 0,0-2 0,4 3 0,0-3 0,6-2 0,-3-2 0,16-6 0,-3 0 0,5-2 0,7-3 0,11-7 0,-1-3 0,15 4 0,-5 0 0,0-2 0,5-2 0,-7-2 0,6 2 0,-3 3 0,-7-3 0,4 8 0,-9-5 0,-5 7 0,-3-3 0,-8 3 0,0 1 0,-2 3 0,-4 1 0,-5 0 0,-12 2 0,-6 4 0,-4-4 0,1 4 0,1-4 0,3-2 0,-1 0 0,2 1 0,4-3 0,4-4 0,10-3 0,1-8 0,8 0 0</inkml:trace>
  <inkml:trace contextRef="#ctx0" brushRef="#br0" timeOffset="13">7847 7066 8912,'-17'-9'0,"0"1"0</inkml:trace>
  <inkml:trace contextRef="#ctx0" brushRef="#br0" timeOffset="14">7985 7513 8912,'-17'6'0,"-1"0"0,1-2 0,8-4 0,3-6 0,4 2 0,2-7 0,2 5 0,4-6 0,-4 9 0,20-13 0,-2 7 0</inkml:trace>
  <inkml:trace contextRef="#ctx0" brushRef="#br0" timeOffset="15">8346 7548 8912,'-2'17'0,"-3"0"0,1-5 0,-8-1 0,7-7 0,-7 2 0,8-4 0,-3-2 0,7 0 0,1-2 0,5-4 0,11 4 0,10-21 0,8 4 0</inkml:trace>
  <inkml:trace contextRef="#ctx0" brushRef="#br0" timeOffset="16">8759 7617 8912,'-9'7'0,"-7"-5"0,7 6 0,-1-1 0,3-5 0,7 6 0,0-8 0,0 0 0,7 0 0,3 0 0,15-15 0,1-4 0</inkml:trace>
  <inkml:trace contextRef="#ctx0" brushRef="#br0" timeOffset="17">9465 7118 8912,'-17'0'0,"5"0"0,1 0 0,-3 0 0,7-8 0,-1-1 0,17 9 0,7 11 0,7 14 0,4 8 0,-1 3 0,3 4 0,3 4 0,-3 9 0,4 5 0,5 1 0,-2 4 0,-3-6 0,-10-3 0,0-5 0,-4-3 0,-2-6 0,-2-5 0,-3-7 0,-5-10 0,-7-11 0,0-7 0,-2 0 0,-3 0 0,3-7 0,-6-3 0,8-7 0,-6 5 0,1 1 0,-3-1 0,4-5 0,-2 0 0,3 0 0,-5 5 0,2 1 0,-7-8 0,3-8 0</inkml:trace>
  <inkml:trace contextRef="#ctx0" brushRef="#br0" timeOffset="18">10015 7084 8912,'10'0'0,"-4"7"0,-12 5 0,-5 11 0,-14 7 0,-10 10 0,-9 12 0,-11 9 0,-3 13 0,26-35 0,-1 1-156,2 3 0,-1 0 0,-25 35 0,3-5 156,7-8 0,8-6 0,-1-8 0,12-14 0,5-9 152,4-7-152,9-3 0,2-9 0,10-1 0,4-8 0,5-8 0,12-3 0,-4-5 0,22-16 0,-5-4 0</inkml:trace>
  <inkml:trace contextRef="#ctx0" brushRef="#br0" timeOffset="19">10566 7118 8912,'12'0'0,"-1"0"0,-7 0 0,4 2 0,-8 6 0,0 9 0,0 9 0,0 9 0,0 7 0,0 8 0,0 7 0,0 4 0,0-4 0,0 6 0,0-7 0,0-1 0,0-7 0,0-8 0,0-6 0,0-5 0,0-4 0,0-8 0,1-2 0,5-3 0,6-6 0,11-12 0,3-4 0</inkml:trace>
  <inkml:trace contextRef="#ctx0" brushRef="#br0" timeOffset="20">11014 7238 8912,'-10'2'0,"2"4"0,1 5 0,3 14 0,-8 8 0,1 7 0,-1 6 0,1 7 0,7 1 0,-2 7 0,5-4 0,1-7 0,1-6 0,5-10 0,0-1 0,11-5 0,-4-5 0,10-11 0,-3-7 0,2-3 0,3-4 0,0-3 0,0-7 0,6-9 0,-3-2 0,-1-7 0,0 1 0,-2-3 0,-2-9 0,-6 1 0,-6-2 0,1 2 0,-8-4 0,1-7 0,-10 7 0,-7 4 0,-5 5 0,-6 7 0,-4 3 0,-7 8 0,5 7 0,2 4 0,3 4 0,-7 10 0,2 3 0,4 5 0,2 1 0,4 2 0,4 2 0,4 2 0,3 0 0,8-6 0,0-7 0,0-3 0</inkml:trace>
  <inkml:trace contextRef="#ctx0" brushRef="#br0" timeOffset="21">11323 7015 8912,'12'15'0,"-1"-3"0,1-5 0,5-7 0,6 0 0,2 0 0,0 0 0,-1 0 0,7-6 0,-2-1 0,3-3 0,3-1 0,-1 1 0,-1 1 0,-5 3 0,-3 4 0,-8-6 0,1 1 0,-9 5 0,-1-6 0,-8 8 0,0 0 0,0 8 0,0 3 0,0-3 0,0 0 0</inkml:trace>
  <inkml:trace contextRef="#ctx0" brushRef="#br0" timeOffset="22">12253 6705 8912,'-18'0'0,"1"0"0,8 0 0,-7 0 0,5 0 0,-4 2 0,-3 2 0,1 2 0,6 7 0,-1-1 0,3 3 0,-3 2 0,3 0 0,5 0 0,-2 1 0,0-7 0,6 1 0,0-1 0,0 6 0,0-7 0,0-3 0,0 1 0,0-6 0,0 6 0,0-8 0,2-6 0,4 0 0,-4 0 0,5-1 0,-7-3 0,0-1 0,0-1 0,6 7 0,0-7 0,0 6 0,-6-5 0,2 1 0,3-1 0,-3 1 0,4 5 0,-4 1 0,-2-8 0,8 9 0,-5-13 0,9 5 0,-8 3 0,5-5 0,-3 7 0,-4-7 0,6 3 0,-3-1 0,1-1 0,0 8 0,-6-3 0,0 7 0,-6 13 0,0 4 0,-7 12 0,1 2 0,-3 7 0,0 6 0,3 7 0,-1-3 0,7 4 0,-5-10 0,5 7 0,2-5 0,4-6 0,6-1 0,3-3 0,9 1 0,5-11 0,0-6 0,7-7 0,-1-5 0,3-4 0,3 3 0,-1-8 0,1-3 0,-7-9 0,1-3 0,-8 1 0,0-6 0,-8 4 0,1 0 0,-8-4 0,-3 4 0,-8-6 0,-9 2 0,-7 0 0,0 0 0,-7 6 0,-1 8 0,-6 3 0,-1 4 0,-2 2 0,-2 0 0,0 8 0,5 3 0,-3 6 0,3 6 0,-3 4 0,10 7 0,-5 1 0,-1-1 0</inkml:trace>
  <inkml:trace contextRef="#ctx0" brushRef="#br0" timeOffset="23">3511 10196 8912,'-18'5'0,"1"1"0,0 0 0,0-1 0,0 3 0,-1 2 0,1-7 0,0 3 0,0-4 0,7-2 0,-5 0 0,13-8 0,-4-3 0,4-6 0,2-4 0,0-2 0,2-8 0,4 3 0,3-5 0,9-1 0,-1-1 0,0 1 0,6 5 0,0 3 0,-2 1 0,4 10 0,0 9 0,2 8 0,3 9 0,-5 1 0,11 20 0,-7-3 0,7 1 0,-7-1 0,3 3 0,3-7 0,-1-4 0,1 2 0,1-21 0,4 4 0,-3-6 0,3-6 0,-6-11 0,-5-12 0,1-9 0,-9-6 0,-5-6 0,-1 3 0,-9-11 0,-1 5 0,-6 1 0,-5 1 0,-4 7 0,-7 4 0,0 11 0,0 12 0,-1 11 0,7 14 0,0 9 0,1 14 0,-2 12 0,7 5 0,3 6 0,2 1 0,-8-3 0,-1-1 0</inkml:trace>
  <inkml:trace contextRef="#ctx0" brushRef="#br0" timeOffset="24">3683 10814 8912,'-29'0'0,"2"0"0,2-1 0,4-5 0,2 2 0,2-7 0,6-1 0,1-5 0,0 0 0,1 0 0,5-6 0,-2 0 0,4 2 0,8 2 0,0 1 0,7-5 0,-1 1 0,3 1 0,2 1 0,0 3 0,1 0 0,5 2 0,0 1 0,-2 3 0,-2 7 0,-2-2 0,2 4 0,4 2 0,-2 8 0,8 4 0,-6 1 0,5-2 0,1 3 0,5-7 0,1 3 0,1-6 0,4 1 0,-3-3 0,3-2 0,2-7 0,-2-5 0,-6-9 0,-7-4 0,-2-1 0,-4-5 0,-2-1 0,-9-3 0,-5 1 0,-3 1 0,-2 5 0,0-3 0,0 8 0,-7 8 0,5 7 0,-4 10 0,12 4 0,3 2 0,9 3 0,6 4 0,3-5 0</inkml:trace>
  <inkml:trace contextRef="#ctx0" brushRef="#br0" timeOffset="25">5111 9989 8731,'-34'2'0,"-1"6"0,1 7 45,-1 6 0,1 17-45,-1 2 0,9 8 10,3 4 0,6-3 0,7-1-10,10-2 0,8-8 7,9 2 1,13-11-8,5-6 0,9-12 0,-4-5 23,-2-4 0,4-4-23,-2-4 0,1-5 0,-7-12 0,-7 2 0,-4-8 0,0-5 0,-6-6 0,2-6 0,-13 4 0,-2-2 0,-3 4 0,-1-6 0,-7 2 0,-7 0 0,-7 10 0,2 1 0,-4 10 0,-3 2 0,-3 10 0,-4 11 0,-1 9 0</inkml:trace>
  <inkml:trace contextRef="#ctx0" brushRef="#br0" timeOffset="26">2805 12173 8912,'-25'-19'0,"-2"-2"0,1-4 0,1 0 0,0 0 0,-4 4 0,-5 4 0,-6 5 0,-6 5 0,-12 11 0,-5 7 0,-4 12 0,-5 23 0,33-18 0,-1 3 0,-2 3 0,-2 3 0,-4 5 0,1 4 0,0 4 0,2 3 0,-1 3 0,0 2-222,-2 4 1,2 1-1,9-3 1,4 2-1,0 1 1,4 0 221,7-2 0,4 0 0,6-1 0,5 1 0,4 0 0,4 0 0,3 0 0,2 0 0,3 0 0,5-2 0,3-3 0,4-3 0,25 33 0,11-11 0,6-5 0,6-10-49,6-9 0,-4-9 49,3-13 0,-3-12 0,-8-9 0,-2-10 0,-2-4 0,-5 0 0,-10-11 0,-8-8 0,-9-5 0</inkml:trace>
  <inkml:trace contextRef="#ctx0" brushRef="#br0" timeOffset="27">3235 12706 8912,'0'-25'0,"0"-2"0,0-5 0,-2 3 0,-3 6 0,-5 4 0,-7 2 0,0 2 0,-1 3 0,-5 4 0,1 8 0,-9 10 0,4 5 0,-2 8 0,1 4 0,7 2 0,-2 5 0,6 6 0,5 0 0,-1 0 0,7-5 0,2-1 0,10 0 0,3 1 0,9-1 0,1-7 0,4-4 0,7-4 0,9-2 0,6 0 0,5-7 0,-4 3 0,-2-7 0,-2-2 0,-2-2 0,-7 0 0,-5 3 0,-3-3 0,-9 6 0,-5 0 0,-3-5 0,-8 9 0,-10 1 0,-9 8 0,-13 2 0,-5 6 0,-9-6 0,2 7 0,-2-1 0,-1-4 0,7-2 0,7-6 0,8-6 0,0-5 0,14-4 0,-4-11 0,15-9 0,1-7 0,5-9 0,6-8 0,11-4 0,3-3 0,9-3 0</inkml:trace>
  <inkml:trace contextRef="#ctx0" brushRef="#br0" timeOffset="28">3614 12809 8912,'0'17'0,"-6"0"0,0 0 0,-1 3 0,3 1 0,-2 2 0,0 5 0,6-5 0,8 0 0,4-6 0,3-2 0,2-3 0,6-4 0,0-8 0,8-2 0,-3-6 0,5-9 0,-7 0 0,-1-16 0,-9 6 0,-5-1 0,-5-1 0,-4-1 0,-10 5 0,-3 2 0,-12 4 0,2 2 0,-8-1 0,-2 1 0,-1 8 0,5 1 0,4 8 0,12 0 0,11 8 0,9 1 0</inkml:trace>
  <inkml:trace contextRef="#ctx0" brushRef="#br0" timeOffset="29">4543 12654 8912,'17'8'0,"1"3"0,-1 5 0,-8 6 0,-3 1 0,-4 8 0,-2-2 0,0 3 0,0 2 0,-6 1 0,0-1 0,3 1 0,1-3 0,2-3 0,0 1 0,0-7 0,0 0 0,0-13 0,0-3 0</inkml:trace>
  <inkml:trace contextRef="#ctx0" brushRef="#br0" timeOffset="30">4457 12671 8912,'-17'-26'0,"0"-7"0,-1 4 0,9 5 0,3 1 0,-3 4 0,7 7 0,-2 3 0,8 1 0,5 2 0,10 4 0,4-3 0,4-5 0,7-7 0</inkml:trace>
  <inkml:trace contextRef="#ctx0" brushRef="#br0" timeOffset="31">5077 12207 8912,'0'17'0,"0"6"0,0 4 0,0 5 0,0 10 0,0 6 0,7 4 0,5-1 0,3 1 0,2 0 0,0-1 0,1 1 0,-1-1 0</inkml:trace>
  <inkml:trace contextRef="#ctx0" brushRef="#br0" timeOffset="32">5008 12757 8912,'-10'-17'0,"3"0"0,7 0 0,0 0 0,1-3 0,5-1 0,6-2 0,11 1 0,5 4 0,5 1 0,3 2 0,2 2 0,2 1 0,8 1-848,-2-7 0,4-6 0,2-3 0</inkml:trace>
  <inkml:trace contextRef="#ctx0" brushRef="#br0" timeOffset="33">6316 12207 8912,'-10'0'0,"2"8"0,3 1 0,-1 9 0,0 4 0,6 3 0,0 2 0,8 0 0,3 1 0,5 5 0,1-6 0,0-1 0,0-3 0,0-4 0,6-7 0,0-1 0,2-7 0,-2 2 0,-2-14 0,6-7 0,0-8 0,-1-4 0,-5-7 0,2-6 0,-3 0 0,-3 5 0,0 1 0,-6 1 0,1 5 0,-8 3 0,1 8 0,-1 7 0,2 4 0,-2 6 0,7 6 0,-5 6 0,6 11 0,-3-2 0,3 7 0,1 1 0,-7 5 0,1 1 0,-3-1 0,2-1 0,-2-5 0,-2 5 0,-2-5 0,-8 5 0,-2-6 0,-7-5 0,0-2 0,0-3 0,0 0 0,-6-7 0,0-5 0,0-3 0,6-17 0,-1-4 0</inkml:trace>
  <inkml:trace contextRef="#ctx0" brushRef="#br0" timeOffset="34">6367 11537 8912,'-34'0'0,"5"5"0,2 3 0,2 2 0,3 1 0,6 6 0,5 0 0,3 1 0,8-1 0,0 0 0,0 0 0,10-2 0,7-3 0,2 1 0,8-7 0,0-2 0,-1-2 0,-5-4 0,2-4 0,-9-3 0,-3-9 0,-7 1 0,2 0 0,-4 0 0,-2 0 0,-8-4 0,-3 3 0,-11-3 0,0 10 0,-15 3 0,1 3 0,-6 5 0,-6 5 0,-2 5 0,-1 7 0</inkml:trace>
  <inkml:trace contextRef="#ctx0" brushRef="#br0" timeOffset="35">8019 11915 8912,'-2'-15'0,"-1"1"0,-5 3 0,-2-3 0,-3-1 0,-2-2 0,-3 0 0,1-1 0,6 7 0,-1 0 0,3 16 0,-3 7 0,6 15 0,5 11 0,1 8 0,0 9 0,0 4 0,0 2 0,7-5 0,5 1 0,3-5 0,4-5 0,4-3 0,4-4 0,0-7 0,5-14 0,-5-6 0,7-9 0,1-6 0,-1-5 0,-7-18 0,-4-4 0,-4-3 0,-4-3 0,-3 1 0,-7 0 0,-3-1 0,-2 1 0,-2-1 0,-1 3 0,-3 3 0,0 4 0,0 14 0,1-1 0,-1 9 0,6 3 0,0 15 0,2 10 0,4 2 0,5 1 0,10 7 0,2-1 0,2-2 0,-2-3 0,6-6 0,3-4 0,2-9 0,1-3 0,-1-7 0,-7-2 0,-4-3 0,-4-5 0,-2-7 0,-7 0 0,-4 0 0,-8-6 0,-8 0 0,-7 2 0,-12-4 0,1 2 0,-7 4 0,-5 5 0,4-1 0,-1 11 0,11-5 0,1 1 0,2 2 0,11 6 0,3 2 0,1 4 0,2-4 0,14 13 0,2-13 0,7 6 0</inkml:trace>
  <inkml:trace contextRef="#ctx0" brushRef="#br0" timeOffset="36">8811 12035 8912,'9'2'0,"-3"4"0,-4 5 0,-2 12 0,0-4 0,0 8 0,0-6 0,-2 4 0,-4 2 0,4-6 0,-3 2 0,3-4 0,2-2 0,-8 0 0,6-11 0,-3-12 0,3-3 0,4-24 0,3 4 0,-1-3 0,8-2 0,-3-5 0,5 3 0,-3 4 0,-7 9 0,11-2 0,-3 8 0,-3 1 0,3 5 0,1 5 0,2 6 0,3 6 0,-1 3 0,0 14 0,0 2 0,0 2 0,8-6 0,0 4 0,4-8 0,3 0 0,-3 0 0,3 1 0,3-1 0</inkml:trace>
  <inkml:trace contextRef="#ctx0" brushRef="#br0" timeOffset="37">9362 11949 8912,'-10'0'0,"2"2"0,8 4 0,0-2 0,0 7 0,2-1 0,2 3 0,2-1 0,7-1 0,-3 6 0,1 0 0,1 1 0,-1-9 0,6 5 0,1-9 0,-1-1 0,0-2 0,-7-10 0,5-1 0,-6-8 0,1-1 0,3-5 0,-7 1 0,6-3 0,-7 2 0,7 2 0,-7-8 0,7 2 0,-6-1 0,5 1 0,-3 8 0,-1 0 0,1 3 0,4 3 0,-7-4 0,9 7 0,-3 5 0,-1 3 0,1 2 0,-1 2 0,1 3 0,3-1 0,-9 8 0,-1 1 0,6 2 0,-8 2 0,3 1 0,-3-7 0,0-1 0,4-3 0,-2 1 0,7-2 0,-5-4 0,5 3 0,1-5 0,5-5 0,2-5 0,2-7 0,2 0 0,-2-1 0,-4 1 0,-5 0 0,1-2 0,-7-4 0,0 4 0,-6-4 0,-8 4 0,-3 2 0,-10 7 0,-2 4 0,-2 5 0,2 1 0,4 9 0,-4 6 0,4 6 0,2 8 0,-1-6 0,9 8 0,3-3 0,4 5 0,2-1 0,2-3 0,4-6 0,11-4 0,12-2 0,3-2 0,3-3 0,5-5 0,0-7 0,8-7 0,-2-5 0,-4-5 0,-2-6 0,-6-4 0,-5-7 0,-2 5 0,-8 1 0,-2-3 0,2 1 0,-13 1 0,0-2 0,-6 8 0,7 1 0,-5 4 0,6 9 0,-6 3 0,3 12 0,-1-2 0,8 5 0,1 1 0,2-1 0,8-3 0,0 5 0,2-7 0,-2 2 0,4-4 0,7-2 0,-7 0 0,-4 0 0,2 0 0,-2 0 0,-6-6 0,-6 0 0,-1-7 0,2 2 0,-7-5 0,-3-1 0,-9 0 0,-5 2 0,-3 1 0,-2 3 0,-1 5 0,1-5 0,0 7 0,0-2 0,-1 6 0,3 6 0,4 5 0,-3 5 0,9 1 0,-1 10 0,8 5 0,2 8 0,5 4 0,6 4 0,-1 1 0,9 3 0,2 2 0,-2 3 0,5-4 0,-5 5 0,-6-7 0,-5-5 0,-8 0 0,1-12 0,-12 8 0,-10-13 0,-4 0 0,-14-12 0,5-6 0,-11-1 0,5-2 0,2-5 0,7-8 0,4-7 0,6-9 0,5-2 0,-1-7 0,7 1 0,2-3 0,10-3 0,6 1 0,3-1 0,2 1 0,0 1 0,2 3 0,4 1 0,-4 1 0,4-7 0,4 3 0,2 3 0,1-3 0,-1 3 0,4 2 0,-5-1 0,5 1 0,1-2 0,-1 2 0,-5 5 0,3 4 0,-8 1 0,0 2 0,-6 9 0,0 2 0,-7 4 0,-4 6 0,1 9 0,-1 8 0,0 6 0,-6-4 0,0 1 0,5 3 0,1 5 0,0-5 0,-6-2 0,0-2 0,0-4 0,0 4 0,0-2 0,-2-2 0,-4-10 0,4 4 0,-5-5 0</inkml:trace>
  <inkml:trace contextRef="#ctx0" brushRef="#br0" timeOffset="38">10824 11537 8912,'-7'-18'0,"5"1"0,-4 0 0,-2 0 0,3 0 0,-1-1 0,8 3 0,3 4 0,7 1 0,11 4 0,2 5 0,3-5 0,13 4 0,-5 2 0</inkml:trace>
  <inkml:trace contextRef="#ctx0" brushRef="#br0" timeOffset="39">11254 11605 8912,'0'18'0,"0"-1"0,0 0 0,0-6 0,0 1 0,0-8 0,-1 3 0,-5-7 0,4 0 0,-6 2 0,8 4 0,0-4 0,0 6 0,0-8 0,8 0 0,1 0 0,9 0 0,-1-2 0,0-4 0,6-4 0,0-7 0,6 0 0,-4 0 0,1 0 0,3-3 0,5-2 0,1 1 0,-1-6 0,-1 2 0,-5 4 0,-3-4 0,-8 2 0,-1 0 0,-5 6 0,5 0 0,-15 5 0,3 3 0,-8 1 0,-5 10 0,-8 10 0,-6 11 0,-2 3 0,-2 3 0,-3 0 0,3-1 0,-2 7 0,10-1 0,2 0 0,1-1 0,11-4 0,-1 1 0,6-7 0,0 0 0,0 2 0,10-6 0,7 4 0,2-4 0,8-2 0,-3 0 0,7 2 0,-2 4 0,3-4 0,3 4 0,-3-4 0,-3-1 0,1 1 0,-7 2 0,-3 2 0,-7-2 0,0 0 0,-7 2 0,-2-2 0,-10 7 0,-3-7 0,-9 2 0,-5-4 0,0-1 0,-7-1 0,1 0 0,2-2 0,1-3 0,1-7 0,2 5 0,6-1 0</inkml:trace>
  <inkml:trace contextRef="#ctx0" brushRef="#br0" timeOffset="40">12493 10711 8912,'0'-11'0,"0"-1"0,-1 3 0,-5-3 0,4 12 0,-4 16 0,4 10 0,2 15 0,0 14 0,0 6 0,0 10 0,0 3 0,6 8 0,2 6 0,1-4 0,5 0 0,1-9 0,2-6 0,-2-2 0,-3-10 0,-4-2 0,-8-9 0,0-6 0,0-11 0,-2-6 0,-4-12 0,-4-3 0,-7-8 0</inkml:trace>
  <inkml:trace contextRef="#ctx0" brushRef="#br0" timeOffset="41">12425 11330 8912,'11'-11'0,"1"-1"0,1 7 0,10-7 0,-2 8 0,8-1 0,1 1 0,8 0 0,5-4 0,1-1 0,1 3 0,7-5 0,0 5 0,-1-6 0,-3 1 0,-8-6 0,-2 5 0,-15 1 0,0 7 0,-5-4 0,-11 16 0,-7 3 0,0 12 0,-5 6 0,-3-2 0,2 1 0,-5 1 0,5 4 0,2-5 0,2-3 0,2-8 0,8 0 0,1-7 0,9-4 0,-1-6 0,0-6 0,-2-5 0,-3-12 0,1-4 0,-7-8 0,0 1 0,-6 0 0,0 1 0,0 5 0,-8-3 0,-5 8 0,-8 2 0,-6 2 0,-8 2 0</inkml:trace>
  <inkml:trace contextRef="#ctx0" brushRef="#br0" timeOffset="42">6419 13531 8912,'0'-19'0,"-2"-2"0,-2-2 0,-2 2 0,1 17 0,5 14 0,2 15 0,3 15 0,11 9 0,7 9 0,-2 7 0,-2 7 0,4 1 0,0 5 0,-2 2 0,-2 4 0,-8 0 0,-1 10 0,-3-6 0,-5-10 0,-6-5 0,-5-12 0,-16-9 0,-2-10 0</inkml:trace>
  <inkml:trace contextRef="#ctx0" brushRef="#br0" timeOffset="43">6316 14202 8912,'7'-18'0,"-5"1"0,8 0 0,-5 0 0,-1 5 0,8 1 0,1-3 0,10-7 0,6-5 0,3-7 0,10 1 0,4-14 0,2 2 0,-2-2 0,2-2 0,-10 8 0,-4 2 0,-3 2 0,-12 1 0,-2 1 0,-7 7 0,-10 2 0,0 16 0,0 3 0,0 12 0,0 11 0,0 12 0,0 3 0,0 3 0,0 7 0,0 3 0,0-1 0,0 2 0,2 0 0,3-2 0,3-2 0,4-8 0,-3 1 0,-3-1 0,2-7 0,3-4 0,-1-12 0,-5-5 0,-1-4 0,8-2 0,-7-13 0,7-5 0,-6-12 0,5-3 0,1-5 0,-3 0 0,6 4 0,-3 5 0,-3 4 0,3 8 0,-1 0 0,7-1 0,-1 9 0,0 3 0,0-1 0,0 1 0,8 0 0,4 6 0,3 0 0,3 0 0,1 0 0,4 0 0,-1-8 0,6-3 0,1-10 0,6-2 0,-8-6 0,-6 5 0,-7-1 0,-8 0 0,-6-4 0,-7 8 0,-10 4 0,-10 4 0,-11 9 0,-4-2 0,-2 4 0,-1 6 0,-7 6 0,3 9 0,1 6 0,2 5 0,10 3 0,2 1 0,2 2 0,9 4 0,0-3 0,6 3 0,10-10 0,7-1 0,10-8 0,13 2 0,12-12 0,11-3 0,11-12 0,7-7 0,3-10-85,2-19 1,-8-12 0,-40 21 0,1 1 0</inkml:trace>
  <inkml:trace contextRef="#ctx0" brushRef="#br0" timeOffset="44">9310 13342 8912,'-23'0'0,"-2"-2"0,0-2 0,0-2 0,2 3 0,0 1 0,1 2 0,-1 9 0,5 10 0,3 14 0,4 11 0,1 9 0,6 6 0,-2 5 0,8 6 0,10-9 0,13 4 0,9-7 0,2-5 0,8-19 0,-1-9 0,-5-9 0,6-9 0,-6-22 0,4-8 0,-4-8 0,-5-3 0,-10-8 0,0-4 0,-12-3 0,-5-1 0,-4 4 0,-2 6 0,-15 4 0,-10 1 0,-12 1 0,-7 1 0,-7 5 0,-9 10 0,5 5 0,-6 7 0,2 3 0,9 8 0,10 7 0,19 5 0,9 6 0,8-2 0,4 8 0,10-8 0,7 1 0,8-2 0,17-3 0,2 0 0</inkml:trace>
  <inkml:trace contextRef="#ctx0" brushRef="#br0" timeOffset="45">9792 13393 8912,'9'0'0,"-1"2"0,-8 4 0,0 6 0,0 10 0,0 7 0,0 11 0,0 6 0,2 11 0,2 6 0,5 6 0,7 6 0,-3-5 0,12 5 0,-8-12 0,4 0 0,-4-11 0,2 1 0,-13-13 0,0-7 0,-6-10 0,0-12 0,-15-3 0,-5-8 0</inkml:trace>
  <inkml:trace contextRef="#ctx0" brushRef="#br0" timeOffset="46">9602 13479 8912,'0'-26'0,"0"3"0,0 4 0,0 1 0,6 1 0,0 0 0,9 0 0,2 0 0,1 7 0,16-3 0,0 7 0,10 2 0,6 2 0,2 2 0,-8 8 0,-4 3 0,-4 12 0,-11 4 0,-6 7 0,-5 1 0,-12 5 0,-2 0 0,-10 6 0,-13-6 0,-2 6 0,-5-6 0,3-4 0,2-5 0,-6-6 0,12-10 0,-4-4 0,4-3 0,-6-16 0,-1-1 0</inkml:trace>
  <inkml:trace contextRef="#ctx0" brushRef="#br0" timeOffset="47">10170 12946 8912,'-17'0'0,"2"2"0,1 2 0,3 2 0,5 2 0,-3-3 0,1 7 0,2 5 0,6 6 0,8 6 0,3 11 0,5 5 0,7 13 0,0 5 0,5 2 0,-5-2 0,8-4 0,-6-15 0,3-4 0,5-4 0,-6-5 0,-1-8 0,-1-2 0,-8-15 0,1-3 0,-1-8 0,0-7 0,-2-9 0,-3-4 0,-6-1 0,-5-3 0,5-5 0,0-1 0,0 1 0,-8-1 0,-4 1 0,4 5 0,-6 3 0,1 1 0,5 2 0,-6 13 0,8 5 0,0 12 0,0 10 0,6 8 0,0 10 0,7-1 0,-1 0 0,11 1 0,-8-6 0,4-3 0,-4-1 0,4-2 0,-7-6 0,3 0 0,2-7 0,1-4 0,-9-12 0,-1-4 0</inkml:trace>
  <inkml:trace contextRef="#ctx0" brushRef="#br0" timeOffset="48">10549 12878 8912,'-27'-12'0,"4"1"0,4 7 0,2-2 0,5 4 0,1 2 0,-1 0 0,3 0 0,1 8 0,8 3 0,0 5 0,6 1 0,0 0 0,-2 0 0,5 8 0,1 2 0</inkml:trace>
  <inkml:trace contextRef="#ctx0" brushRef="#br0" timeOffset="49">10084 13617 8912,'-7'10'0,"-5"-5"0,5-10 0,1-7 0,12-5 0,9-6 0,10-8 0,9-7 0,14 2 0,4-4 0,1-4 0,8-2 0,-1-4 0,5-1 0,-4-1 0</inkml:trace>
  <inkml:trace contextRef="#ctx0" brushRef="#br0" timeOffset="50">10945 13170 8912,'0'27'0,"0"-2"0,0-8 0,0 0 0,0 0 0,0 0 0,7 0 0,-5 1 0,6-1 0,0 0 0,-7-5 0,5-1 0,-2 0 0,2 7 0,-4-1 0,5 0 0,-7 0 0,0-5 0,0-1 0,0 1 0,-7-3 0,3-3 0,-8-12 0,9-11 0,-3-12 0,4-3 0,2-3 0,6-7 0,1-2 0,3-1 0,1 1 0,-1 2 0,5 9 0,-5 3 0,7 7 0,0 0 0,0 13 0,1 6 0,-1 8 0,-8 13 0,5 10 0,-7 9 0,1 3 0,0 1 0,-4-2 0,3-4 0,-1-5 0,0 2 0,-6-8 0,0-1 0,0-10 0,0-1 0,0-9 0,0-2 0,5-7 0,1-11 0,7-6 0,-5-9 0,6-7 0,-3 2 0,0 2 0,7 1 0,-1 1 0,0 1 0,0 5 0,1 9 0,-1 9 0,0 2 0,0 3 0,2 7 0,4 3 0,-2 11 0,8 8 0,2 3 0,1-6 0,4 6 0,5-4 0,-3-10 0,8 2 0,1-5 0,-3-4 0,2-6 0,-9-2 0,-3-4 0,-1-9 0,-10-8 0,5-8 0,-5 3 0,-6 1 0,-5-2 0,-8 8 0,3-4 0,-7 8 0,-7 0 0,-5 0 0,-5 0 0,-6-1 0,4 9 0,-4 3 0,4 4 0,2 2 0,-1 0 0,1 2 0,0 4 0,7 3 0,-3 14 0,7 0 0,-5 0 0,5-6 0,0 6 0,6 0 0,0-2 0,0-7 0,0-3 0,0 2 0,0-3 0,0 1 0,8-7 0,0 2 0,3-12 0,4-3 0,-3-10 0,3-2 0,2-2 0,1-6 0,-1 6 0,-6 0 0,-1 6 0,-2 0 0,5 0 0,-9 7 0,7 4 0,1 6 0,5 6 0,0 6 0,2 9 0,4 1 0,-4 1 0,14-5 0,-5-1 0,5 0 0,3-6 0,4 1 0,-3-8 0,5 1 0,-8-10 0,1-7 0,-1-11 0,0-5 0,1-12 0,-8 1 0,-6-6 0,-8-3 0,-7-2 0,1-9 0,-1-4 0,-2-4 0,-10-2 0,-3 6 0,-8 0 0,1 12 0,3 5 0,1 17 0,-1 14 0,5 15 0,-1 19 0,5 17 0,-2 14 0,0 17 0,1 11 0,-1 8 0,0-2-154,6-4 1,2-3 153,4-9 0,3 3 0,9 4 0,1-5 0,2 5 0,2-5 0,7 7 0,-12-6 0,-1 3 0,-2 3 0,-9-3 0,-2-1 0,-2-3 0</inkml:trace>
  <inkml:trace contextRef="#ctx0" brushRef="#br0" timeOffset="51">8398 15697 8912,'-33'0'0,"3"2"0,3 4 0,2 7 0,4 8 0,4 16 0,5 14 0,7 10 0,7 16 0,9 7 0,12 6-31,-9-40 1,3-1 0,6-5-1,3-2 1,2 2 0,2-2-1,1-3 1,3-2 0,33 30 30,-4-10 0,2-14 0,-8-21 0,-1-10 16,-11-6 1,1-14 0,-11-11 0,-9-12-17,-4-7 0,-5-12 0,0-1 0,-8-6 0,-3-6 0,-4-4 0,-2 4 0,-2-4 0,-4-2 0,-5-4-114,-12 5 1,-4 1 113,-7 9 0,-8 11 0,-4-5 0,-4 12 0,4 8 0,2 14 0,2 11 0,4 12 0,9 7 0,-1 17 0,7 5 0,4 4 201,5 4-201,-9-6 0,16 6 0,-16-7 0,0-1 0</inkml:trace>
  <inkml:trace contextRef="#ctx0" brushRef="#br0" timeOffset="52">8105 16505 8912,'-9'0'0,"3"0"0,12-1 0,5-5 0,12-11 0,12-6 0,10-12 0,13 3 0,5-14 0,4 6-329,2-6 1,0-2 328,-1-9 0,-8 9 0,-9-2 0,-9 7-767,-5 4 0,-11-5 0,-1 0 1</inkml:trace>
  <inkml:trace contextRef="#ctx0" brushRef="#br0" timeOffset="53">9052 14975 8912,'0'-11'0,"0"-1"0,0-1 0,-2 5 0,-4 3 0,4 6 0,-4 11 0,5 11 0,1 15 0,0 8 0,7 5 0,5 7 0,3-5 0,2 7 0,0-1 0,3-6 0,2 5 0,-2-7 0,3-5 0,-4-4 0,-10-8 0,-1-7 0,-8-2 0</inkml:trace>
  <inkml:trace contextRef="#ctx0" brushRef="#br0" timeOffset="54">8949 15422 8912,'0'-11'0,"0"-1"0,7 1 0,5-6 0,11-1 0,5-1 0,10-2 0,5-3 0,1-3 0,0 0 0,1-2 0,-3-1 0,-7 7 0,-8 0 0,-4 6 0,-4 0 0,-10 7 0,-1 2 0,-10 16 0,-4 3 0,-1 7 0,-5 5 0,-1-2 0,5 5 0,-1-1 0,-3 6 0,-3-6 0,1 5 0,1-1 0,-6 1 0,0-3 0,-10 2 0,0-8 0,-13 4 0,-2-8 0</inkml:trace>
  <inkml:trace contextRef="#ctx0" brushRef="#br0" timeOffset="55">8897 15319 8912,'17'0'0,"-5"0"0,-1 0 0,-5-6 0,5 1 0,-5-1 0,5 6 0,1 0 0,5 0 0,2 6 0,4-1 0,10 9 0,9-1 0,4 6 0,5 6 0,5 2 0,1-6 0,0 11 0,1-3 0,-1-2 0,-5 1 0,-8-7 0,-2 4 0</inkml:trace>
  <inkml:trace contextRef="#ctx0" brushRef="#br0" timeOffset="56">10084 15508 8912,'-17'10'0,"0"-5"0,7-3 0,5-4 0,10-3 0,7-5 0,11-7 0,9-2 0,10-2 0,2-2 0,-4-6 0,4 6 0,0 0 0,0-1 0,2 5 0,4-6 0,-4 8 0,-4-1 0,-8 1 0,1 0 0</inkml:trace>
  <inkml:trace contextRef="#ctx0" brushRef="#br0" timeOffset="57">10291 15972 8912,'-27'18'0,"2"-3"0,8-4 0,7 5 0,5-22 0,10 0 0,13-7 0,10-14 0,12-7 0,4-3 0,8-8 0,7-1-180,4-6 0,4 1 0,2-1 180,0 0 0,7-7-100,-36 29 0,-1-1 0,0-3 1,0-1-1,0 1 0,-1-1 0</inkml:trace>
  <inkml:trace contextRef="#ctx0" brushRef="#br0" timeOffset="58">11702 14838 8912,'-17'7'0,"-1"3"0,1 7 0,-6 0 0,0 0 0,-7 10 0,1 8 0,4 1 0,2 10 0,12-6 0,5 6 0,4 1 0,10-5 0,7-3 0,12-9 0,7-5 0,12-8 0,4-7 0,-4-4 0,4-5 0,-6-8 0,-1-5 0,-2-11 0,-7-3 0,0-9 0,-7-1 0,-11-2 0,-5-2 0,-5 1 0,-4-1 0,-4 4 0,-4 4 0,-11 1 0,-10-3 0,-9-1 0,-4 1 0,3 7 0,-11-3 0,8 7 0,2 2 0,2 9 0,5-9 0,8 4 0,0-4 0,14 4 0</inkml:trace>
  <inkml:trace contextRef="#ctx0" brushRef="#br0" timeOffset="59">13113 10660 8597,'-17'-50'0,"0"0"0,-6-39 0,13 14 0,18 22 0,9 18 0,0 14 0,8 12 0,2 3 0,7 10 0,10 11 0,15 27 0,10 21 0,-28-19 0,1 4 0,4 7 0,1 4 0,1 7 0,-2 2-1966,1 7 1,0 3 1965,-16-22 0,0 2 0,-2 2 0,-1 9 0,-2 2 0,-1 3 0,0 3 0,-2 2 0,-1 2 0,0 3 0,-2 1 0,-2 2 0,-2 3 0,-2 1 0,-2 1 0,-3-2 0,-3-1 0,0 1 0,-1 1 0,0-1 0,-2 0-601,0 0 0,-1-1 0,-1 2 601,1 5 0,-1 1 0,-2-2 0,-3-5 0,-3-2 0,-1 2 0,-2 5 0,-1 1 0,-3-1 0,-3-2 0,-2-2 0,-4 0-27,4-20 0,-2-1 0,-1 1 1,-2-2-1,0 0 0,-2 0 1,-1-1-1,-1-1 0,-2 1 1,0-1-1,-2 0 0,0-1 27,-1-1 0,-1 0 0,-1 0 0,1 0-151,-1 1 1,0 1 0,-1 0 0,0-2 0,-11 15 0,-1-2 0,0 1 150,10-16 0,-1 0 0,0 0 0,0 0 0,-11 19 0,-1 0 0,-1-1 0</inkml:trace>
  <inkml:trace contextRef="#ctx0" brushRef="#br0" timeOffset="60">24436 16712 8912,'0'17'0,"-2"0"0,-3 0 0,1-7 0,-8-4 0,7-4 0,-7-2 0,8 0 0,-3 0 0,14 0 0,5 0 0,3-2 0,2-4 0,2 2 0,4-7 0,-3-1 0,6-5 0,-3 0 0,-4 0 0,2-1 0,-5 1 0,-7 0 0,-1 0 0,-2 7 0,-6-5 0,-8 13 0,-2-4 0,-9 10 0,-4 2 0,-2 13 0,-3 0 0,5 6 0,-2 4 0,2 5 0,0-5 0,6-1 0,0 3 0,7-6 0,2-1 0,8-6 0,0-1 0,2-8 0,4-3 0,11-4 0,4-6 0,6-5 0,-2-9 0,6-10 0,-3-1 0,-3-1 0,-2 1 0,-4 4 0,-7 8 0,-3 0 0,-1 0 0,-4-1 0,-10 9 0,-6 3 0,-3 4 0,-4 2 0,-2 2 0,-2 4 0,-2 3 0,2 9 0,4 4 0,-4 1 0,4-2 0,2-1 0,0 4 0,-1-3 0,1 8 0,6-6 0,-1 6 0,9-8 0,-3 2 0,4-4 0,4-8 0,4 1 0,3-9 0,8 3 0,2-6 0,2-6 0,4-5 0,2-4 0,-6-8 0,2 0 0,-4-2 0,-2 2 0,-1 2 0,-5-8 0,-1 8 0,-5-2 0,-3 4 0,2 4 0,-8 4 0,-5-3 0,-10 7 0,-4-3 0,2 6 0,-8-2 0,6 12 0,-6 6 0,8 3 0,-2 2 0,4 8 0,2 4 0,0-3 0,0 3 0,7 0 0,1-1 0,5-1 0,-2-2 0,0-2 0,8-6 0,4-2 0,5-3 0,5-5 0,1-7 0,8 0 0,-4-2 0,7-3 0,-5-11 0,6-6 0,-8-1 0,2 4 0,-4-4 0,-4 4 0,-3-4 0,-4 3 0,-8-2 0,0-1 0,-2 0 0,-4 6 0,-6 1 0,-5 3 0,-6 1 0,4 9 0,-8-11 0,4 8 0,4 3 0,-4 8 0,4 5 0,2 9 0,0 4 0,5 4 0,3 7 0,1 2 0,4 5 0,2-5 0,2 6 0,0-10 0,0-3 0,8-4 0,4-8 0,5-2 0,6-3 0,-4-5 0,13-14 0,-3-5 0,2-9 0,-1-4 0,-1-1 0,-8-1 0,2-2 0,-12-3 0,-5 3 0,2-1 0,-3-1 0,-3 4 0,-5 2 0,-15 3 0,-3 4 0,-5 1 0,-1 2 0,2 3 0,0 7 0,-6 3 0,12 4 0,-4 3 0,4 5 0,2 7 0,2 8 0,3 4 0,3 3 0,3 2 0,4-5 0,-4-2 0,4-2 0,4-4 0,2-8 0,6-3 0,5-3 0,-2-1 0,18-19 0,-8-5 0,6-4 0,-6-1 0,0 2 0,-6-8 0,-8 8 0,-3-2 0,2 4 0,-3 2 0,-1 0 0,-9 7 0,-7 4 0,-3 4 0,-2 2 0,1 2 0,5 4 0,5 5 0,-4 5 0,9 1 0,-7 0 0</inkml:trace>
  <inkml:trace contextRef="#ctx0" brushRef="#br0" timeOffset="61">25641 16523 8912,'-15'-18'0,"1"3"0,3 4 0,-1-3 0,-5 9 0,0 1 0,-2 2 0,-4 2 0,-4 15 0,-7 8 0,-1 10 0,1 7 0,-1 11 0,3 12 0,3 6 0,6 6 0,6 3 0,6 8 0,3-8 0,8 2 0,4-13 0,7-11 0,8-12 0,18-16 0,3-7 0,6-7 0,3-7 0,3-7 0,-2-15 0,-4-8 0,3-8 0,-3-3 0,-6-8 0,-5-4 0,-1-9 0,-5-2 0,-4-8 0,-2 2 0,-12-4 0,-3 6 0,-10 3 0,-4 5 0,-13 3 0,-15 4 0,-8 6 0,-10 11 0,0 7 0,6 8 0,1 3 0,8 7 0,3-2 0,3 12 0,12 5 0,4 5 0,9 8 0,0 3 0,4 2 0,2 0 0,8-8 0,2 3 0,14-6 0,3-1 0</inkml:trace>
  <inkml:trace contextRef="#ctx0" brushRef="#br0" timeOffset="62">25280 16987 8912,'-25'0'0,"6"0"0,-6 0 0,7 0 0,1 0 0,8 0 0,3 0 0,14 0 0,13-2 0,17-4 0,14-11 0,18-12 0,5-3 0,5-3 0,4-7 0,4 4 0,-44 16 0,0-2-132,-1 0 0,0 1 0,39-19 132,-13 1 0,-15 13 0,-8 5 0,-12 10 0,-11 1 0,-10 10 0,-18 4 0,-7 13 0,-5 3 0,-6 4 0,-4-2 0,-7-3 0</inkml:trace>
  <inkml:trace contextRef="#ctx0" brushRef="#br0" timeOffset="63">15574 10471 8912,'0'26'0,"0"-3"0,0-4 0,-2 1 0,-2 1 0,-2 1 0,3-1 0,1-1 0,0-5 0,-2-2 0,-2-1 0,0-10 0,6-2 0,2-12 0,4-9 0,-2-8 0,7-11 0,3-7 0,1-9 0,8-3 0,0-4 0,2-4 0,-4 2 0,2-6 0,-2-3 0,-10-1 0,-5 7 0,-4 1 0,-2 4 0,0 4 0,-8 16 0,-3 11 0,-4 13 0,3 9 0,1 10 0,7 8 0,-10 11 0,7 17 0,-3 14 0,6 9 0,-3 14 0,7 7 0,0-5 0,0 11 0,0-2 0,0 0 0,0 2-132,0 0 1,2-16 131,3-7 0,-1-15 0,8-8 0,-1-13 0,6-10 0,1-9 0,-1-8 0,0-6 0,0-11 0,0-12 0,1-11 0,-1-4 0,0-7 0,-6-1 0,-1 0 65,-2 1 1,-3-6 0,-5-1 0,-2 3-66,-3 1 0,-5 3 0,-13-1 0,0 1 0,-7 1 0,1 4 0,2 6 0,0 13 0,3 10 0,1 2 0,5 9 0,1 16 0,0 14 0,0 13 0,0 10 0,-1 15 0,1 6 0,6 7 0,-1-1 0,7-3-410,-7 4 410,8 3 0,-3-15 0,7-2 0,0-11 0,2-10 0,3-12 0,5-10 0,7-13 0,0-3 0,0-9 0,3-7 0,2-7 0,-2-13 0,6-4 0,-5-8 0,2-2 0,-2-2 0,-7-3 205,-3-4 0,-7 3-205,2-3 0,-4 3 0,-2 3 0,0-1 0,-10-3 0,-7 3 0,0 4 0,-6 14 0,-4 7 0,8 2 0,-4 10 0,4 4 0,2 7 0,-1 15 0,7 12 0,-1 21 0,-1 10 0,-2 5 0,5 12 0,-3 5 0,5 6-527,-1-2 527,5 1 0,-4-9 0,8-3 0,0-14 0,0-3 0,2-10 0,4-13 0,3-12 0,9-11 0,6-20 0,-3-5 0,6-17 0,-2-4 0,6-4 0,-5-10 0,3-1 0,0-2 0,-8-8 0,4 11 0,-10-3 0,-4 3 0,-5 3 527,-4-1-527,-10 8 0,-1 4 0,-8 11 0,-6 5 0,0 8 0,2 5 0,-6 3 0,6 12 0,-6 8 0,2 10 0,-5 9 0,11 19 0,-4 7 0,4 8 0,7 9 0,3 1 0,1-2 0,2-5 0,6-5 0,8-7 0,3-16 0,5-10 0,1-18 0,8-4 0,3-12 0,5-8 0,1-13 0,-1-17 0,-3-2 0,-1-3 0,-8-11 0,-4 5 0,-11-4 0,-4 5 0,-2 6 0,-8-11 0,-1 3 0</inkml:trace>
  <inkml:trace contextRef="#ctx0" brushRef="#br0" timeOffset="64">15040 8253 8912,'18'-8'0,"-3"-3"0,-4-5 0,-3 5 0,-6 1 0,4 3 0,-4 1 0,5 8 0,-7 4 0,-2 7 0,-3 8 0,3 6 0,-8 7 0,4 0 0,4 3 0,-5 1 0,1 2 0,0 0 0,3 2 0,-7 2 0,6 2 0,-5-2 0,1-2 0,2-2 0,6-7 0,0-5 0,0-1 0,0-4 0,8-12 0,3 1 0,7-8 0,4-4 0,5-8 0,8-3 0,-1-7 0,0-5 0,1 4 0,-3-5 0,-3-1 0,4 6 0,-5-4 0,-3 5 0,-4 5 0,-6 4 0,-3 1 0,-1-5 0,-1 11 0,-2-14 0,-8 14 0,0-5 0,0 7 0,0-16 0,0-3 0</inkml:trace>
  <inkml:trace contextRef="#ctx0" brushRef="#br0" timeOffset="65">15591 8046 8912,'-17'0'0,"5"-5"0,1-1 0,-1 0 0,-5 10 0,0 7 0,0 1 0,7 28 0,5 0 0,-3 8 0,2 4 0,0 7 0,6 2 0,0 2 0,0-2 0,0-2 0,0-1 0,0-9 0,0-3 0,6-12 0,0-11 0,7-3 0,-1-3 0,3-8 0,0-3 0,-3-12 0,11-11 0,-4-10 0</inkml:trace>
  <inkml:trace contextRef="#ctx0" brushRef="#br0" timeOffset="66">15866 8287 8912,'-17'0'0,"0"0"0,0 0 0,0 0 0,-1 2 0,1 4 0,0 5 0,2 12 0,3 6 0,5 3 0,1 8 0,0 0 0,2-1 0,10-3 0,4-2 0,9-1 0,2-4 0,4-7 0,1-2 0,-5-3 0,6-8 0,-4-3 0,-2-6 0,8-6 0,-8-3 0,2-8 0,-4-8 0,-4-4 0,-3-3 0,1-3 0,-7-1 0,-2-2 0,-3-2 0,-1-8 0,-1 12 0,-5-5 0,-4 7 0,-7 5 0,-6-1 0,-2 9 0,-2 5 0,6 7 0,-1 9 0,2 2 0,3 4 0,0 3 0,0 8 0,0 1 0,-1-1 0,-7 8 0,-1 1 0</inkml:trace>
  <inkml:trace contextRef="#ctx0" brushRef="#br0" timeOffset="67">15608 8597 8912,'10'7'0,"-3"-5"0,1 6 0,-4-8 0,7 0 0,7-2 0,5-4 0,9-3 0,1-11 0,5-2 0,2 2 0,-6-4 0,1-1 0,-1-2 0,1-7 0</inkml:trace>
  <inkml:trace contextRef="#ctx0" brushRef="#br0" timeOffset="68">15729 7909 8912,'19'0'0,"2"0"0,2 0 0,7 2 0,1 3 0,7 9 0,8 7 0,4 13 0,1 20 0,1 15 0,-26-28 0,-2 3-276,0 7 1,-2 2 0,0 1 0,-2 2 275,-2 4 0,-2 1 0,-4-2 0,-3 0 0,0 0 0,-2-1 0,-2-1 0,-1 0 0,0 4 0,-2 1 0,-5 1 0,-2 2 0,-1 0 0,-1 0 0,-3-5 0,-1 0 0,-2-3 0,-1-1 0,-3-4 0,0-1 0,-1 0 0,1 1 0,0 0 0,0-1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6T02:53:24.909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24299 7720 8912,'-12'-33'0,"3"3"0,-1 1 0,2-2 0,-1 1 0,1-1 0,1 5 0,3 1 0,-4 2 0,0 6 0,-1-1 0,3 9 0,-5 5 0,-3 8 0,-1 9 0,-4 20 0,-4 18 0,-10 12 0,-7 23 0,19-41 0,0 0-197,1 6 1,0 1-1,2 1 1,0 1 196,-3 3 0,2 1 0,4-5 0,3 1 0,2 2 0,3 1 0,2-6 0,2-1 0,3 47 0,8-9 0,9-8-296,10-7 296,13-16 0,-2-17 0,8-13 0,2-10 0,1 0 0,-5-15 0,-4 4 0,-3-19 0,-3-10 0,1-8 0,-5-3 0,-7 0 0,-8-1 0</inkml:trace>
  <inkml:trace contextRef="#ctx0" brushRef="#br0" timeOffset="1">24884 7806 8912,'-25'-25'0,"6"6"0,-4-4 0,4 4 0,1 2 0,1 7 0,0 4 0,0 4 0,-8 2 0,6 0 0,-6 4 0,0 8 0,4 7 0,-8 17 0,1 4 0,1 6 0,-5-4 0,18 8 0,-1-6 0,5 0 0,5 5 0,6-12 0,5 3 0,6-6 0,11-5 0,5-4 0,11-10 0,1-4 0,0 3 0,-4-9 0,2-1 0,3-2 0,-9-2 0,4 0 0,-7 0 0,0 0 0,-12 0 0,0-6 0,0 1 0,1-1 0,-11 14 0,-9 5 0,-11 8 0,-8 8 0,-17 3 0,7 8 0,-15 0 0,6 0 0,-4-5 0,2-1 0,2-7 0,13-4 0,4-12 0,4-3 0,2-8 0,0-15 0,-1-4 0</inkml:trace>
  <inkml:trace contextRef="#ctx0" brushRef="#br0" timeOffset="2">25056 7651 8912,'-8'17'0,"-1"-7"0,-3 7 0,1 0 0,7 4 0,-2 12 0,4 3 0,2 10 0,0-8 0,2 8 0,2 2 0,2 1 0,9 3 0,2-1 0,0-1 0,6-4 0,-4-4 0,-1-8 0,-1 1 0,0-1 0</inkml:trace>
  <inkml:trace contextRef="#ctx0" brushRef="#br0" timeOffset="3">25331 8046 8912,'-17'35'0,"0"-1"0,1-5 0,5-1 0,5 3 0,4 2 0,2-1 0,0-3 0,2-6 0,4-4 0,4-2 0,9-2 0,4-3 0,-4-5 0,7-7 0,-3 0 0,-3-2 0,3-3 0,-4-5 0,-2-7 0,0 0 0,-5-6 0,-3-2 0,-1-2 0,-3 0 0,-5-1 0,0-3 0,0 8 0,-1 0 0,-5 6 0,-2 6 0,-5 1 0,1 3 0,1-7 0,-6 5 0,-1-9 0</inkml:trace>
  <inkml:trace contextRef="#ctx0" brushRef="#br0" timeOffset="4">25693 7995 8912,'0'9'0,"-8"7"0,6-7 0,-4 8 0,4 1 0,2-1 0,2 0 0,4 0 0,-4 2 0,6 2 0,-1 2 0,5-2 0,3-2 0,2-7 0,0-3 0,1-1 0,-1 5 0,0-11 0,0 4 0,0-6 0,1-8 0,-1-7 0,0-6 0,0-10 0,0 3 0,-5-5 0,-1-1 0,-5 1 0,4 5 0,-3 5 0,-1 4 0,-6 2 0,0-1 0,2 9 0,2 5 0,2 8 0,7 5 0,-9 9 0,7-1 0,1 0 0,5 0 0,0-2 0,0-3 0,6 1 0,0-7 0,6-2 0,-6-10 0,0 2 0,-6-9 0,0-6 0,-5 0 0,-3-10 0,-1 0 0,-4 3 0,-2-7 0,-2 8 0,0-5 0,0 1 0,-8 8 0,4-4 0,-7 8 0,-1 8 0,-5 1 0,2 16 0,3 3 0,7 4 0,3 2 0,2 8 0,0 2 0</inkml:trace>
  <inkml:trace contextRef="#ctx0" brushRef="#br0" timeOffset="5">27207 7599 8912,'-35'-7'0,"1"-1"0,2-5 0,3 3 0,6 3 0,-4 1 0,8 13 0,-4 7 0,4 5 0,2 4 0,7 7 0,4-1 0,5 4 0,1 9 0,3-6 0,9 4 0,1-4 0,16-3 0,2-3 0,1-1 0,2-10 0,1-2 0,-6-1 0,-1-11 0,-1 1 0,2-6 0,-4 0 0,-8 0 0,0-8 0,0-3 0,-2-10 0,-1-4 0,-3-2 0,-7 4 0,2-5 0,-4-3 0,-2-1 0,0-3 0,0 9 0,0 3 0,0 4 0,0 1 0,0 1 0,0 8 0,0 1 0,0 10 0,0 4 0,0 7 0,0 6 0,0 4 0,2 2 0,3-2 0,-1-4 0,8 4 0,-1-6 0,6-6 0,1 3 0,-1-8 0,6-1 0,0-5 0,0 0 0,-6 0 0,0-7 0,0-5 0,-5-5 0,-3-4 0,-1-2 0,-4 2 0,-2 2 0,-2 2 0,-8-2 0,-3-4 0,-5 9 0,-1-3 0,2 9 0,3-3 0,-3 7 0,4-2 0,1 5 0,0 2 0,3 5 0,1-4 0,6 6 0,8-1 0,1 3 0</inkml:trace>
  <inkml:trace contextRef="#ctx0" brushRef="#br0" timeOffset="6">27809 7582 8912,'0'17'0,"0"2"0,0 4 0,0-3 0,0 2 0,0 3 0,0-2 0,2 0 0,2-6 0,2 0 0,-2 1 0,-1-7 0,3 1 0,-4-9 0,11-3 0,-7-11 0,0-12 0,0-4 0,-1-7 0,3-6 0,-2-2 0,3 0 0,1 0 0,5 2 0,-3 5 0,-3 3 0,3 3 0,-1 4 0,6 18 0,1 7 0,-9 7 0,4 18 0,-5 2 0,2 0 0,-5 5 0,5-3 0,-2 3 0,5-5 0,-2-4 0,5-4 0,1-2 0,-6-2 0,1-3 0,-1-4 0,7-8 0,-3-8 0,-2-4 0,-1-3 0,-7-8 0,7 0 0,-8-5 0,2 5 0,-5 0 0,-1 6 0,0-1 0,0 1 0,0 0 0,2 7 0,4 5 0,-2 3 0,7 2 0,-5 7 0,6 5 0,-1-3 0,6 3 0,0 1 0,1-5 0,1 5 0,4-7 0,-4 0 0,4-6 0,-2 0 0,2 0 0,-4 0 0,4 0 0,-4-8 0,-2-3 0,0-5 0,1-1 0,-7-8 0,1-3 0,-3 1 0,3 0 0,-7 0 0,-3 3 0,-2-1 0,0 2 0,0 6 0,0 5 0,0 1 0,0 7 0,0-2 0,0 12 0,0 5 0,-6 10 0,1 2 0,-1 8 0,6-4 0,0-1 0,0-1 0,0 0 0,0-6 0,2 6 0,4-10 0,5-3 0,-3 3 0,7-13 0,-3 4 0,5-4 0,4-4 0,2-4 0,-2-6 0,0-5 0,2-6 0,-2 2 0,7-7 0,-5 5 0,6-6 0,-8 8 0,2-2 0,-4 4 0,6 2 0,-12 2 0,5 1 0,-3 5 0,0 1 0,2-3 0,1 5 0,-1-2 0,0 2 0,0 5 0,0-5 0,-5-2 0,-1 2 0,-1-7 0,1 2 0,5 3 0,-14-7 0,-2 13 0,-12-4 0,-3 4 0,-2 8 0,-1 0 0,3 7 0,2-2 0,1 5 0,9 1 0,-3 0 0,6 0 0,6 1 0,3 1 0,8 4 0,6-4 0,0 4 0,8 3 0,-3 3 0,5 5 0,-1 5 0,-1 3 0,-2 2 0,-8-4 0,2 5 0,-10-4 0,-1 4 0,-9-8 0,3-3 0,-6-1 0,-6-10 0,-5 5 0,-10-7 0,-2-6 0,-2-5 0,4-10 0,-2 0 0,-6 0 0,6 0 0,-5-8 0,5-3 0,0-10 0,6-2 0,1-8 0,5 3 0,5-5 0,4-1 0,2 0 0,0-1 0,8-5 0,3 0 0,7 2 0,5 1 0,-2 1 0,7-4 0,1-2 0,5-6 0,1 2 0,-1 8 0,-5-4 0,-2 8 0,-2-1 0,-3 3 0,-6 1 0,-5 3 0,-3 12 0,-8-1 0,0 4 0,0 3 0,-8 3 0,4 7 0,-7 0 0,7 7 0,-2 5 0,4 5 0,2 4 0,0 2 0,0-2 0,2 4 0,4-2 0,-2 0 0,7-6 0,1 0 0,5 0 0,6-5 0,0-1 0,2-7 0,-2 2 0,-2-4 0,7-4 0,1-4 0,-2-6 0,4-9 0,-9-2 0,7-7 0,-6 1 0,0 2 0,-6-1 0,-1 7 0,-5-4 0,-3 4 0,-3 2 0,1 4 0,0 9 0,-6-2 0,-2 8 0,-4 0 0,4 8 0,-3 3 0,1 10 0,0 2 0,-2-2 0,2-2 0,2-1 0,-5-9 0,5 6 0,-6-5 0,8 7 0,0-7 0,0-5 0,0-10 0,0-7 0,8-3 0,3-4 0,5-4 0,1 4 0,0-4 0,0 4 0,1 2 0,-1-1 0,8 1 0,-6 2 0,4 3 0,-4 5 0,-2 7 0,2 2 0,4 3 0,-4 5 0,6 7 0,-8 0 0,-1 6 0,-5 0 0,4 0 0,-3-6 0,-5-7 0,9 5 0,-7-5 0</inkml:trace>
  <inkml:trace contextRef="#ctx0" brushRef="#br0" timeOffset="7">30545 6551 8912,'-28'0'0,"1"0"0,2 0 0,4 0 0,2 1 0,2 5 0,0-2 0,1 8 0,5 1 0,-3 10 0,9 5 0,1 5 0,10 3 0,5 4 0,14-1 0,9 6 0,8-12 0,10 1 0,0-11 0,-1 0 0,1-6 0,-1-5 0,-1-5 0,-4-7 0,-6 0 0,-9-3 0,-4-7 0,-3-7 0,-8-12 0,-11 1 0,-3-5 0,-2-1 0,0-1 0,-7-7 0,-3 4 0,-7-8 0,0 10 0,0 2 0,-6 5 0,-2 10 0,0 2 0,0 7 0,2 8 0,6 8 0,2 5 0,3 12 0,4 4 0,8 7 0,2 6 0,4 3 0,8-1 0,7 0 0,5-2 0,9-6 0,1-7 0,4-4 0,4 0 0,8-6 0,-1-4 0,-1-13 0,-4 0 0,-4-15 0,-7-4 0</inkml:trace>
  <inkml:trace contextRef="#ctx0" brushRef="#br0" timeOffset="8">30855 5588 8912,'-9'0'0,"3"2"0,12 3 0,5 15 0,12 14 0,11 19 0,12 26 0,-20-29 0,-2 5 0,2 10 0,0 4 0,0 8 0,-1 4 0,1 8 0,-2 2-1202,-1 0 0,0-1 1202,3-2 0,-2 0 0,-8 1 0,-2 0 0,4-6 0,-1 0 0,-5 2 0,-1 0 0,0-1 0,1 0 0,-3 3 0,1 2 0,-2 2 0,1 1 0,1 0 0,1-1 0,-2 4 0,-1 0 0</inkml:trace>
  <inkml:trace contextRef="#ctx0" brushRef="#br0" timeOffset="9">4973 9972 8912,'0'-17'0,"0"0"0,2-1 0,2 1 0,2 0 0,7 2 0,1 1 0,7 3 0,0-1 0,7-5 0,5 0 0,5 0 0,6 0 0,10 0 0,3-1 0,6 1 0,6 0 0,4 0 0,1 0 0,8 5 0,-3 1 0,1-1 0,0 3 0,8-7 0,8 9 0,-45 1 0,1 0 0,0 3 0,-1 0 0,1 1 0,0 1 0,-1-1 0,1 0 0,0-1 0,-1 0 0,1 1 0,-1 0-93,1 1 0,0 0 0,0 1 1,1 0-1,1 1 0,1 0 93,2 2 0,1 0 0,5-3 0,0 2 0,-8 4 0,-1 1 0,1-3 0,1 0 0,-2 1 0,1 0 0,1 0 0,0 1 0,3-1 0,1 0 0,0 3 0,0-1 0,-3-5 0,-1 0 0,-1 3 0,-1 1 0,2-3 0,-1 0 0,1 1 0,-1 1 0,1-1 0,1 0 0,-2 2 0,1-1 0,-1-1 0,-1-2 0,41 6 0,-14-2 0,-9 3 0,3 8 0,-6 1 0,-6-1 0,-4 0 0,-15 0 0,-6 0 0,-7 0 0,-1-5 0,-7-1 0,0 1 0,-5-1 0,-1 1 0,8-8 0,1 3 0,1 1 0,0-6 0,-6 4 0,2-5 0,-2-1 0,-2 0 557,-2 0-557,0 0 0,-7 0 0,-2 0 0,-8 0 0,-8 0 0,4-1 0,-7-5 0,7 4 0,-4-13 0,1 5 0,-3-7 0</inkml:trace>
  <inkml:trace contextRef="#ctx0" brushRef="#br0" timeOffset="10">9861 9525 8912,'-18'-6'0,"1"1"0,6-3 0,-1 2 0,8 4 0,-3-5 0,9 7 0,5 0 0,11 2 0,8 3 0,7 12 0,1 12 0,6 4 0,1 1 0,-1 2 0,-6 4 0,0 2 0,1 4 0,-8 10 0,-4-5 0,-12 7 0,-5-1 0,-20-2 0,-12 6 0,-18-1 0,-19-5 0,-12-2 0,32-26 0,-2-2 0,-1 1 0,0 0-857,2 0 1,0-1 856,-42 12 0,4 8 0,11-14 0,10-6 0,10-8 0</inkml:trace>
  <inkml:trace contextRef="#ctx0" brushRef="#br0" timeOffset="11">1893 9164 8912,'-10'-27'0,"3"4"0,1 4 0,-2 2 0,1 0 0,-3 0 0,1-1 0,3 1 0,-6 0 0,1 2 0,-6 3 0,-1 5 0,1 7 0,0 0 0,-2 0 0,-4 0 0,-4 7 0,-7 5 0,-1 9 0,3 4 0,3 1 0,-1-3 0,7 6 0,2 1 0,2-5 0,3 2 0,5-6 0,5 2 0,4 8 0,4-12 0,4 5 0,5 1 0,6-6 0,6 4 0,6-4 0,4-1 0,9-1 0,-4 0 0,8 0 0,-6 0 0,6 1 0,-8-1 0,2 0 0,-3 0 0,-13 0 0,-6 1 0,-11-1 0,-5 0 0,-9 0 0,-11 6 0,-10 0 0,-14 6 0,-10-6 0,0 5 0,-3-5 0,7-2 0,6-9 0,8 1 0,1-7 0,4-2 0,6-3 0,6-2 0,6-5 0,3-6 0,8-11 0,0-3 0,15-24 0,5-3 0</inkml:trace>
  <inkml:trace contextRef="#ctx0" brushRef="#br0" timeOffset="12">2237 8975 8912,'0'-17'0,"0"-1"0,-2 1 0,-2 4 0,-1 7 0,-1 16 0,6 20 0,0 8 0,0 6 0,0 10 0,0 1 0,0 3 0,0 5 0,2-6 0,2-2 0,1-1 0,-1-3 0,6 1 0,-8 5 0,3-1 0,-3-5 0,-2-3 0,-2-15 0,-3 1 0,-5-11 0,-7 2 0</inkml:trace>
  <inkml:trace contextRef="#ctx0" brushRef="#br0" timeOffset="13">1979 9473 8912,'0'-17'0,"0"8"0,8-7 0,3 5 0,12 1 0,8 1 0,7 1 0,6-5 0,13 9 0,3-6 0,1 3 0,8 1 0,5 6 0,-1-2 0,-2-4 0,-3-3 0,-12-3 0,-6 3 0,-7 1 0,-10 2 0,-12 5 0,-8-5 0,-13 4 0,-17 0 0,-11 10 0,-5 1 0,-9 3 0,4-1 0,-6 1 0,2 1 0,3 2 0,-1 2 0,6 1 0,-2 5 0,13-1 0,0 1 0,5-5 0,1-1 0,0 0 0,7 0 0,7 0 0,6 1 0,7-7 0,9-1 0,4-3 0,-2-1 0,8-6 0,-1-8 0,7-3 0,-1-4 0,-7-3 0,-2 1 0,-8 0 0,0 0 0,1 0 0,-1-1 0,0 1 0,-6 6 0,1-1 0,-8 7 0,1-7 0,5 8 0,-6-3 0,7 7 0,-7 0 0,11 0 0,-7 2 0,5 1 0,-1 3 0,-6 0 0,5-6 0,-7 0 0,11 7 0,-5 3 0</inkml:trace>
  <inkml:trace contextRef="#ctx0" brushRef="#br0" timeOffset="14">2960 9319 8912,'9'-2'0,"-3"-4"0,-4 4 0,6-6 0,3 8 0,5 0 0,-1 8 0,-2 6 0,-1 7 0,-1-2 0,-1 13 0,-5-3 0,-3 3 0,-2-3 0,0 0 0,0-1 0,0-1 0,-7-2 0,-1-8 0,-3 0 0,1-7 0,4-5 0,4-3 0,-11-9 0,7-7 0,2-7 0,4-9 0,6-8 0,4 1 0,7-7 0,0 4 0,0 4 0,1-4 0,5 3 0,-1 3 0,1 0 0,-5-1 0,-1 1 0</inkml:trace>
  <inkml:trace contextRef="#ctx0" brushRef="#br0" timeOffset="15">3407 8906 8912,'-11'0'0,"-1"0"0,9 0 0,-5 4 0,8 5 0,0 9 0,-6 10 0,0 1 0,1 3 0,5 9 0,0 1 0,2 0 0,1 0 0,3-4 0,8 6 0,-11-14 0,9 5 0,-3-7 0,3 1 0,1-10 0,-7-7 0,7-9 0,-1 3 0,3-6 0,2-6 0,2-7 0,3-6 0,0-4 0,1-8 0,-5 7 0,-1-5 0,0-4 0,-2 14 0,-3-4 0,-5 4 0,1 10 0,-6 1 0,13 16 0,-11-6 0,8 3 0,-7-1 0,7 2 0,-1-4 0,6 4 0,1-4 0,-1-2 0,0 0 0,0-2 0,1-4 0,-1 4 0,0-6 0,0 8 0,0 0 0,1 0 0,-1 0 0,0 0 0,0 0 0,0 0 0,1 0 0,-1 0 0,0 0 0,0 0 0,0 0 0,1 0 0,-1 0 0,-8-2 0,-3-3 0,-4 3 0,-2-4 0,0 12 0,-6-2 0,1 7 0,-1 6 0,6 6 0,-6 2 0,0-2 0,1 2 0,5 5 0,0-1 0,0 0 0,0 3 0,0-1 0,-2-3 0,-4 3 0,-2-4 0,-3 1 0,-6-7 0,-1 2 0,1-11 0,-15-5 0,5-7 0</inkml:trace>
  <inkml:trace contextRef="#ctx0" brushRef="#br0" timeOffset="16">3855 8717 8912,'17'0'0,"-7"0"0,-3 2 0,-7 4 0,0-3 0,0 9 0,0-1 0,0 3 0,0 3 0,0 4 0,0 13 0</inkml:trace>
  <inkml:trace contextRef="#ctx0" brushRef="#br0" timeOffset="17">3235 9267 8912,'-32'0'0,"3"0"0,4 0 0,8 0 0,7 0 0,5-6 0,14-1 0,14-5 0,17-5 0,14-4 0,9-4 0,12 2 0,-3 2 0,9-7 0,-11 7 0,-1-2 0,0-4 0,-8 0 0</inkml:trace>
  <inkml:trace contextRef="#ctx0" brushRef="#br0" timeOffset="18">4560 8511 8912,'0'-18'0,"0"1"0,0 0 0,0 0 0,0 7 0,0 12 0,0 19 0,-2 17 0,-1 20 0,-5 16 0,0 16 0,4-39 0,-1 1 0,0 3 0,0 1 0,0 1 0,1 1 0,-2 1 0,0 0 0,2-1 0,0 1 0,0-2 0,1 0 0,2-3 0,0-1 0,-3-1 0,0-1 0,6 39 0,2-8 0,2-7 0,-1-8 0,-5-10 0,-15-7 0,-4-16 0</inkml:trace>
  <inkml:trace contextRef="#ctx0" brushRef="#br0" timeOffset="19">1927 10746 8912,'-17'0'0,"0"0"0,0 0 0,0 0 0,1 2 0,3 3 0,1 7 0,9 5 0,-1 6 0,6 7 0,5 7 0,3 3 0,-4 8 0,5-2 0,1 3 0,-3 3 0,-1-8 0,-8 3 0,0-6 0,0-5 0,0-6 0,-16-5 0,-3-8 0</inkml:trace>
  <inkml:trace contextRef="#ctx0" brushRef="#br0" timeOffset="20">1480 10814 8912,'-6'-11'0,"0"0"0,3-3 0,1-1 0,2-2 0,0 0 0,7-1 0,7 1 0,7 0 0,13 0 0,12 0 0,4-1 0,1 1 0,9 8 0,-7 1 0,5 8 0,-5 0 0,-11 2 0,-9 6 0,-14 9 0,-11 9 0,-7 7 0,-16 9 0,-4 2 0</inkml:trace>
  <inkml:trace contextRef="#ctx0" brushRef="#br0" timeOffset="21">1600 11347 8912,'20'-17'0,"2"0"0,1 0 0,12 0 0,3-6 0,14 0 0,-1 2 0,1-6 0,0 8 0,-1-4 0,-1-2 0,-6 2 0,-8 2 0,-7 4 0,-4 6 0,-10-5 0,-2 7 0,-7-8 0,0 7 0,-6 2 0,0 8 0,0 0 0,0 8 0,0 4 0,0-3 0,0 3 0,0-1 0,0 6 0,0 0 0,0 1 0,0-1 0,0 0 0,0 0 0,0-7 0,0-3 0,0-7 0,2-7 0,4-5 0,3-3 0,8-2 0,1-2 0,-1-2 0,0-2 0,-7 0 0,5 8 0,-4 1 0,5 3 0,-5 7 0,1-2 0,-7 4 0,7 2 0,-7 0 0,7 0 0,-1 0 0,7 0 0,-1 0 0,0 0 0,0 0 0,0 0 0,3 0 0,3 0 0,-4 0 0,4 0 0,-4 0 0,-2 0 0,0-7 0,0 5 0,-7-14 0,-2 14 0,-8-5 0,1 9 0,5 3 0,-4-1 0,4 8 0,-4-1 0,-2 6 0,0 1 0,2-1 0,3 0 0,-3 0 0,4 0 0,-4-7 0,6 5 0,1-5 0</inkml:trace>
  <inkml:trace contextRef="#ctx0" brushRef="#br0" timeOffset="22">2616 10660 8912,'-17'-17'0,"7"-1"0,0 7 0,5-1 0,3 9 0,2-5 0,11 8 0,6 0 0,6 0 0,-2 0 0,8 0 0,2 0 0,1-8 0,3-1 0</inkml:trace>
  <inkml:trace contextRef="#ctx0" brushRef="#br0" timeOffset="23">3012 10471 8912,'9'-2'0,"-1"-2"0,-1-2 0,-5 0 0,8 8 0,-6 4 0,1 6 0,1 5 0,-6 6 0,0 3 0,0 9 0,0 1 0,0 4 0,0-4 0,0 5 0,0 1 0,0-2 0,0 0 0,0-4 0,-2 2 0,-4 2 0,3-1 0,-9-11 0,3-3 0,-3-8 0,-3 1 0,-2-1 0,-10 0 0</inkml:trace>
  <inkml:trace contextRef="#ctx0" brushRef="#br0" timeOffset="24">2908 10883 8912,'17'0'0,"1"-7"0,-1-1 0,0-3 0,0-3 0,1 8 0,-1-5 0,0 5 0,6-7 0,0 1 0,6 3 0,-5-1 0,3 3 0,-6-5 0,2 6 0,-4 1 0,-2 5 0,1 2 0,-1 3 0,-2 1 0,-3 11 0,-5-3 0,-7 9 0,0 1 0,0-1 0,0 0 0,0 2 0,0-6 0,0 4 0,-5-2 0,-1 2 0,-2-6 0,2 0 0,-3-7 0,-8-2 0,-1 1 0</inkml:trace>
  <inkml:trace contextRef="#ctx0" brushRef="#br0" timeOffset="25">3218 10643 8912,'27'-18'0,"0"1"0,-6 2 0,2 3 0,-1-3 0,1 13 0,0-5 0,0 1 0,2 0 0,-4 2 0,8 10 0,-8 4 0,19 7 0,-4 0 0</inkml:trace>
  <inkml:trace contextRef="#ctx0" brushRef="#br0" timeOffset="26">3700 10643 8912,'-17'7'0,"-1"-3"0,1 7 0,0-5 0,0 6 0,0-7 0,-1 7 0,1-1 0,0 7 0,7-1 0,3 0 0,14-2 0,5-3 0,-3-5 0,3-7 0,-1-2 0,7-3 0,-1 1 0,0-8 0,0 1 0,0-6 0,-1 5 0,-5 1 0,5 1 0,-7-3 0,3 3 0,-1 3 0,-5-5 0,5 6 0,-7 1 0,11 5 0,-5 0 0,7 0 0,-2 7 0,-3 5 0,3-3 0,-3 1 0,5-2 0,6-5 0,2-1 0,3-2 0,5 0 0,-4 0 0,3-9 0,2-8 0,-5-8 0,0-10 0,-8-1 0,2-4 0,-12-6 0,-5-11 0,2 1 0,-3-7 0,-3 0 0,-6 2 0,-5 10 0,-8 10 0,5 13 0,1 5 0,-1 11 0,-5 14 0,0 16 0,5 8 0,1 14 0,7 6 0,-2 12 0,4-3 0,2 8 0,0-6 0,0 6 0,8 0 0,4 4 0,3-4 0,2-5 0,6-5 0,0-1 0,6 5 0,-6 0 0,0 1 0,-6-7 0</inkml:trace>
  <inkml:trace contextRef="#ctx0" brushRef="#br0" timeOffset="27">2736 11777 8912,'-15'17'0,"1"1"0,5-1 0,1 0 0,4 0 0,3 8 0,1 4 0,0 3 0,1 8 0,5 0 0,4 8 0,7-4 0,0 2 0,0 0 0,1-8 0,-3 4 0,-4 0 0,-3-6 0,-8 5 0,0-5 0,0-8 0,0 1 0,-2-10 0,-4-2 0,-5-9 0,-12-6 0,-4-2 0</inkml:trace>
  <inkml:trace contextRef="#ctx0" brushRef="#br0" timeOffset="28">2530 11880 8912,'7'-17'0,"5"0"0,1 6 0,2-1 0,1-1 0,3-3 0,8 5 0,-4 0 0,9 1 0,3-1 0,1-3 0,8 8 0,-4 3 0,-8 1 0,1 2 0,-10 0 0,4 7 0,-10 5 0,-8 3 0,-5 10 0,-6 2 0,-3 7 0,-9 0 0,-7 1 0,-7-1 0,-3 1 0,2-1 0,-9 0 0,4 1 0,-3-1 0,9 1 0,-3-9 0,8-3 0,0-11 0,-2 11 0,-1-4 0</inkml:trace>
  <inkml:trace contextRef="#ctx0" brushRef="#br0" timeOffset="29">3046 12052 8912,'0'18'0,"0"-1"0,0 0 0,-6 6 0,0 0 0,3-2 0,1-2 0,2-2 0,2 0 0,3-1 0,7-5 0,3-3 0,2-8 0,6 0 0,0 0 0,6-10 0,-6-7 0,7-2 0,-3-10 0,0-1 0,-4-5 0,-4-5 0,-9 4 0,-5-4 0,-5 5 0,-5 7 0,-11-3 0,-7 8 0,-7 0 0,1 8 0,-1 4 0,1 5 0,-2 4 0,8 2 0,0 8 0,6 3 0,8 4 0,1 10 0,8 2 0</inkml:trace>
  <inkml:trace contextRef="#ctx0" brushRef="#br0" timeOffset="30">3511 11915 8912,'0'17'0,"0"-5"0,0-1 0,0 0 0,0 9 0,0 1 0,0 1 0,0 1 0,0-5 0,0-1 0,0 0 0,0 0 0,-8 0 0,-2 1 0</inkml:trace>
  <inkml:trace contextRef="#ctx0" brushRef="#br0" timeOffset="31">3407 11794 8912,'0'-26'0,"0"3"0,0 4 0,0 2 0,0-1 0,8 9 0,3 3 0,5 10 0,3 4 0,4 1 0,4 3 0,7 5 0</inkml:trace>
  <inkml:trace contextRef="#ctx0" brushRef="#br0" timeOffset="32">3734 11915 8912,'0'11'0,"0"1"0,8-1 0,-6 1 0,4-1 0,-5-7 0,-1 11 0,0-11 0,0 8 0,0-7 0,0 7 0,0-8 0,0 3 0,0-9 0,-1-2 0,-5-1 0,4-11 0,-4-1 0,4 0 0,2-6 0,0-2 0,0 2 0,2-1 0,2 3 0,4 0 0,1 5 0,-3 1 0,5 9 0,1 0 0,5 6 0,0 0 0,2 8 0,2 4 0,2 3 0,-2 2 0,4 0 0,0 0 0,2 1 0,0-9 0,1-3 0,5 2 0,-4-3 0,-5-1 0,-1-10 0,2-5 0,-2-12 0,-2-6 0,-2-5 0,-1-6 0,-7-4 0,0-8 0,-5-1 0,4-4 0,-3-7 0,-3-2 0,-2-3 0,-2 0 0,0 14 0,0 3 0,0 20 0,-2 7 0,-3 19 0,3 18 0,-4 5 0,-2 19 0,1 6 0,-3 12 0,0 7 0,-1 7 0,3 7 0,8-1 0,0-1 0,0-2 0,0-3 0,8 1 0,3 0 0,12-10 0,6-7 0,-2-8 0,2-10 0,-7-7 0,5-6 0,-2-8 0,-8-5 0,-5-8 0,-8-8 0,11-17 0,-6-11 0</inkml:trace>
  <inkml:trace contextRef="#ctx0" brushRef="#br0" timeOffset="33">4027 11605 8912,'2'10'0,"3"-4"0,13 1 0,10-1 0,22 0 0,13-6 0,16-8 0,-31 3 0,1-1-608,-1-5 1,2-1 0,8-1-1,2-1 1,-3-3 0,-1 0-1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6T02:53:24.943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24763 6551 8912,'10'-12'0,"-4"1"0,-5-3 0,-1-1 0,0-2 0,-1 2 0,-3 1 0,-4 5 0,-1-1 0,-5 1 0,5 5 0,-3-2 0,-1 4 0,3-4 0,-1 1 0,-3 1 0,-1 0 0,-2-2 0,5 4 0,1-3 0,5 3 0,-3 0 0,-1-2 0,0-2 0,7 0 0,-7 6 0,4 0 0,4 0 0,-5 0 0,7 0 0,0 0 0,2 8 0,2 4 0,1 3 0,1 10 0,2 3 0,3 12 0,4 6 0,-3 12 0,-1 5 0,-7 19 0,10 6 0,-11-37 0,-1 1-144,0-1 0,0 1 0,-1-1 1,0-1 143,-1 48 0,0-7 0,0-10 0,0-15 0,0-16 0,0-14 0,0-11 0,2-13 0,4-7 0,-4-3 0,5-17 0,-9-10 0,-3-11 0,10-8 0,-3-8 0</inkml:trace>
  <inkml:trace contextRef="#ctx0" brushRef="#br0" timeOffset="1">24367 6585 8912,'12'0'0,"-1"0"0,-5 0 0,6 0 0,-7 0 0,7 0 0,1 0 0,10 0 0,6-2 0,11-4 0,6-5 0,4-4 0,7-3 0,0 1 0,5 2 0,-11 3 0,-3 5 0,-14 7 0,-15 4 0,-7 7 0,-12 8 0,-12 16 0,-9 1 0,-19 4 0,-4 4 0,-7 8 0,-1 7 0,8-13 0,4-1 0,6-6 0,7-7 0,10-3 0,-1 3 0,16-18 0,-3 3 0,18-11 0,10-1 0,10-3 0,7-2 0,6 0 0,9 0 0,2 0 0,3 0 0,-7 0 0,-1 0 0,-8 0 0,-6 0 0,-11 8 0,-4 3 0,-12 12 0,-5 6 0,-6 3 0,-6 5 0,-5 3 0,-12-2 0,-6 8 0,-3 2 0,-3 1 0,8-5 0,-3-2 0,7-7 0,-6-3 0,6-3 0,8-12 0,0-25 0,5-11 0</inkml:trace>
  <inkml:trace contextRef="#ctx0" brushRef="#br0" timeOffset="2">25280 7015 8912,'17'0'0,"0"0"0,-6 0 0,1 0 0,-8 0 0,11 0 0,-11 0 0,9 0 0,6 0 0,0 0 0,8-2 0,0-2 0,0-2 0,1-7 0,7 2 0,-8-5 0,-2 1 0,-8 3 0,-6-3 0,1 4 0,-10-5 0,-4-1 0,-12 2 0,-7 4 0,-9 3 0,-3 8 0,-7 0 0,2 0 0,-6 0 0,13 2 0,-3 4 0,1 5 0,5 10 0,3 4 0,8 2 0,1 3 0,9 3 0,1 3 0,13 2 0,11 2 0,8-2 0,15-9 0,4 2 0,13-8 0,-7-8 0,3-9 0,-6-4 0,0-2 0,-6-8 0,-2-2 0,-11-7 0,1-2 0,-7-4 0,0-4 0,-6-15 0,0-2 0</inkml:trace>
  <inkml:trace contextRef="#ctx0" brushRef="#br0" timeOffset="3">25847 6344 8912,'0'-17'0,"0"0"0,0 0 0,0 5 0,0 1 0,0 7 0,8 4 0,-6 11 0,6 14 0,-1 10 0,3 7 0,7 9 0,0 7 0,0 1 0,1 2 0,-1-4 0,0 6 0,6-5 0,0 5 0,-2-8 0,-10 2 0,-3-11 0,-8-6 0,0-3 0,-8-3 0,-9-7 0,-9-2 0</inkml:trace>
  <inkml:trace contextRef="#ctx0" brushRef="#br0" timeOffset="4">25813 6912 8912,'0'-29'0,"0"0"0,0 8 0,0-9 0,0 7 0,0 0 0,0 6 0,8 0 0,1 1 0,10 3 0,4 1 0,6 1 0,3 1 0,11-5 0,2 4 0,5-5 0,-4-1 0,0 0 0,-6-2 0,6-4 0,-14 2 0,1-6 0,-6 2 0,-6 2 0,-8 4 0,-3-2 0,-3-2 0,-1 0 0,-6 6 0,0 0 0,-2 6 0,-4-1 0,3 3 0,-9-3 0,8 6 0,-1 12 0,3 4 0,4 15 0,3 3 0,-1 10 0,8 4 0,1 2 0,2 2 0,3 6 0,-1 7 0,-2-4 0,-2 7 0,-1-3 0,1-4 0,-3 1 0,-1-1 0,-1 2 0,-2-7 0,-8-4 0,-4-12 0,-5 2 0,-10-15 0,-2-5 0,-16 1 0,3-7 0</inkml:trace>
  <inkml:trace contextRef="#ctx0" brushRef="#br0" timeOffset="5">26209 7032 8912,'0'-32'0,"0"3"0,0-2 0,0 8 0,6 0 0,-1 6 0,3 0 0,-2 0 0,3 2 0,8 3 0,3-1 0,1 5 0,3 0 0,3 1 0,4 3 0,1-6 0,3 9 0,-1-7 0,1 0 0,-1 6 0,0-3 0,1 3 0,-3-4 0,-1-2 0,-4 1 0,-2-1 0,-4 4 0,-2-5 0,-2 7 0,-6-6 0,1 8 0,-8 0 0,3-2 0,-7-4 0,0 5 0,8-13 0,3 8 0,5-7 0,1 2 0,0 1 0,0-1 0,1-3 0,-9 5 0,-3-3 0,-6 8 0,-6-1 0,-9 5 0,-10 5 0,-2 7 0,0 3 0,-3 4 0,3 2 0,2 2 0,-5 8 0,12-6 0,-1 5 0,8-3 0,3 0 0,4-1 0,2-5 0,2 10 0,0-8 0,8 0 0,5-8 0,9-3 0,4 3 0,9-13 0,-1 4 0,1-5 0,-1-1 0,6-7 0,0-5 0,-2-3 0,-9-10 0,11-2 0,-3-7 0</inkml:trace>
  <inkml:trace contextRef="#ctx0" brushRef="#br0" timeOffset="6">27155 6637 8912,'0'-10'0,"0"2"0,2 8 0,4 0 0,-2 0 0,7 2 0,3 4 0,1 4 0,4 12 0,4 1 0,-4 8 0,6-2 0,0 3 0,-8 8 0,0 0 0,0 0 0,-5-5 0,-4-8 0,-3-4 0,-3-4 0,-2-2 0,0-8 0,0-1 0,0-10 0,0-6 0,0-9 0,2-9 0,4-15 0,3-4 0,9-13 0,5-1 0,1-6 0,5 2 0,7-2 0,7 6 0,8 3 0,1 9 0,-1 5 0,1 15 0,-2 6 0,-4 8 0,-4 7 0,-8 12 0,-7 11 0,-2 9 0</inkml:trace>
  <inkml:trace contextRef="#ctx0" brushRef="#br0" timeOffset="7">25228 8390 8912,'-8'-11'0,"-3"1"0,-3 1 0,1 1 0,2 0 0,1 6 0,-1 12 0,5 7 0,4 20 0,4 3 0,4 9 0,5 9 0,6-3 0,4 8 0,2 2 0,-2 2 0,4 5 0,-2-1 0,-4-6 0,-5-4 0,-9-5 0,-3-11 0,-2 1 0,0-11 0,-2-10 0,-3-10 0,3-8 0,-14-7 0,5 0 0,3-7 0,1-10 0,7-12 0,0-3 0,0-9 0,1-1 0,5-2 0,6-3 0,3 5 0,4-4 0,4 10 0,6 3 0,-4 10 0,7 0 0,-3 12 0,3 3 0,1 12 0,-5 9 0,-5 14 0,-3 9 0,-11 12 0,-1 2 0,-8 7 0,0-2 0,-8-1 0,-7-8 0,-10-2 0,-2-2 0,4-4 0,-4-7 0,3-7 0,3-5 0,1 2 0,3-19 0,0-9 0,0-12 0</inkml:trace>
  <inkml:trace contextRef="#ctx0" brushRef="#br0" timeOffset="8">25899 8837 8912,'-11'0'0,"-1"0"0,8-7 0,-3 5 0,7-6 0,2 8 0,3 0 0,5-8 0,7 7 0,0-5 0,-1-4 0,-5-1 0,4 1 0,-5-1 0,-1-3 0,-1 5 0,-12-1 0,-7 3 0,-1 1 0,-14 14 0,3 3 0,-2 12 0,-4 6 0,-3 11 0,5 6 0,0 3 0,8 3 0,9-1 0,3-1 0,3-4 0,15 2 0,7-8 0,18-8 0,0-15 0,16-11 0,1-4 0,3-4 0,1-4 0,6-5 0,-3-14 0,1-9 0,-6-8 0,4-10 0</inkml:trace>
  <inkml:trace contextRef="#ctx0" brushRef="#br0" timeOffset="9">26415 8425 8912,'-17'-18'0,"0"1"0,0 0 0,5 6 0,1-1 0,7 16 0,-2 2 0,4 15 0,2 13 0,0 12 0,2 4 0,4 1 0,-2 6 0,7 1 0,-5 5 0,5-6 0,-5 6 0,4-4 0,-3 3 0,-1-7 0,-6-3 0,0-12 0,0-4 0,0-7 0,-2-5 0,-4-4 0,-3-7 0,-3-13 0,3-2 0,1-4 0,2-11 0,6-10 0,0-9 0,0-4 0,2-2 0,2-6 0,4 4 0,1 2 0,3 10 0,5 1 0,0 8 0,1 2 0,6 2 0,-4 4 0,4 3 0,-1 9 0,0 6 0,8 3 0,-2 11 0,3-3 0,2 9 0,7-4 0,-1-2 0,8-2 0,-3-3 0,3-5 0,0-7 0,-2 0 0,-6-15 0,4-6 0,-2-4 0,-2-15 0,-5 4 0</inkml:trace>
  <inkml:trace contextRef="#ctx0" brushRef="#br0" timeOffset="10">27155 8665 8912,'-17'0'0,"0"0"0,-6-5 0,0-1 0,-8 0 0,10 8 0,-7 4 0,5 3 0,-6 10 0,-2 4 0,7 4 0,-5 9 0,10 3 0,5 1 0,5-2 0,3-2 0,6-1 0,8-9 0,3-3 0,5-9 0,1-5 0,0-1 0,8-2 0,-6-8 0,6-6 0,0-9 0,-4 0 0,5-8 0,-1 2 0,-4 0 0,-2 0 0,-1 6 0,-1 0 0,0-1 0,0 1 0,-5 6 0,-1-1 0,1 3 0,5-3 0,0 7 0,-5 3 0,-1 2 0,1 0 0,5 0 0,-6 0 0,1 0 0,-1 0 0,-1-8 0,-3-1 0</inkml:trace>
  <inkml:trace contextRef="#ctx0" brushRef="#br0" timeOffset="11">27413 8579 8912,'0'19'0,"0"4"0,8-3 0,2 12 0,9-3 0,4 3 0,-4 3 0,11-7 0,-5-1 0,2-2 0,0-4 0,1-10 0,-5-5 0,-3-4 0,4-2 0,-8-8 0,7-3 0,-14-12 0,7-6 0,-5-5 0,-3-4 0,-1-3 0,-1 1 0,0 6 0,-1 0 0,-1-1 0,6 8 0,-8-3 0,5 9 0,-1 4 0,0 3 0,7 10 0,-3-3 0,7 7 0</inkml:trace>
  <inkml:trace contextRef="#ctx0" brushRef="#br0" timeOffset="12">27930 8493 8912,'0'12'0,"0"-1"0,0-7 0,0 11 0,2-5 0,3 7 0,-3-7 0,6 5 0,-6-2 0,2 6 0,1 4 0,3 8 0,-2-2 0,-2-3 0,7 3 0,-7 0 0,4 3 0,-1-3 0,-5 3 0,6-13 0,-8 4 0,7-4 0,3-1 0</inkml:trace>
  <inkml:trace contextRef="#ctx0" brushRef="#br0" timeOffset="13">27981 8321 8912,'-15'-11'0,"4"0"0,-5 1 0,5-1 0,3 3 0,0 8 0,18 0 0,7 0 0,2 6 0,8 1 0,-2 3 0,6-6 0,-5 11 0,9-6 0</inkml:trace>
  <inkml:trace contextRef="#ctx0" brushRef="#br0" timeOffset="14">28446 8528 8912,'-52'34'0,"6"1"0,2-1 0,2 0 0,2 1 0,13 3 0,5-4 0,10 3 0,6-14 0,10-6 0,6-6 0,5 3 0,-2-7 0,12-1 0,0-4 0,4-2 0,3-8 0,3-3 0,-1-12 0,-1 4 0,-5-6 0,-5 0 0,-4 4 0,-3-6 0,-5 2 0,3 3 0,-9 4 0,-1-5 0,-10 0 0,-3 1 0,-10 4 0,-4 1 0,-4 0 0,-7 2 0,1 1 0,2 5 0,3 1 0,-1-5 0,-5 3 0</inkml:trace>
  <inkml:trace contextRef="#ctx0" brushRef="#br0" timeOffset="15">28756 8425 8912,'15'-8'0,"-2"-2"0,-3-1 0,-2 0 0,5 1 0,-2-1 0,5-5 0,1 14 0,0-3 0,0 3 0,1 2 0,6 9 0,3 8 0,0 10 0,-2 6 0,-8 3 0,-2 2 0,-3 2 0,-5 6 0,-7-6 0,-1 0 0,-5-5 0,-4-1 0,-7-1 0,0-5 0,0-5 0,-1-11 0,1-7 0,0-10 0,7-13 0,5-10 0,7-14 0,9-10 0,12-9 0,10-8 0,5-5 0,2-6-330,8-5 1,-4 5 329,7 0 0,-1 7 0,-4-1 0,-6 3 0,-4 2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6T02:53:24.959"/>
    </inkml:context>
    <inkml:brush xml:id="br0">
      <inkml:brushProperty name="width" value="0.05292" units="cm"/>
      <inkml:brushProperty name="height" value="0.05292" units="cm"/>
      <inkml:brushProperty name="color" value="#3165BB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30322 2252 8912,'9'-2'0,"-3"-3"0,-4 3 0,-2-14 0,0 5 0,0-4 0,-2 3 0,-2 1 0,-2-3 0,-5-1 0,5-2 0,-5 0 0,5 0 0,2-1 0,-3 7 0,1-1 0,-8 1 0,3-6 0,1 5 0,-1 1 0,-1 5 0,-5-5 0,-2 5 0,-4-4 0,-6 3 0,-3 1 0,-10 4 0,-6-2 0,-5-1 0,-7-1 0,-1-2 0,6 6 0,-12-11 0,4 7 0,5-7 0,7 1 0,1-1 0,10 2 0,-6-5 0,6 5 0,-2-5 0,2-1 0,3 2 0,-5 2 0,0 1 0,-2 1 0,0 1 0,-6 3 0,8 1 0,-4 0 0,-1 0 0,6 6 0,1-2 0,6-1 0,-1-3 0,1 0 0,0 4 0,-3-2 0,-3-1 0,2-1 0,-8 6 0,-2 0 0,-9-6 0,-4 0 0,0 3 0,-5 1 0,9 2 0,-8 0 0,6 0 0,-4 0 0,5 0 0,5 7 0,1-5 0,-1 6 0,-5 0 0,-1-5 0,-6 7 0,4-2 0,2-5 0,-6 7 0,11-6 0,-3 7 0,9-1 0,2 1 0,2 5 0,-2-5 0,-7 4 0,7 2 0,-2-5 0,8-1 0,-6 3 0,2 1 0,0 0 0,2-1 0,4-3 0,1 1 0,-3-1 0,0 1 0,-6-3 0,6 3 0,-10 3 0,0-4 0,-5 5 0,-18-7 0,5 6 0,-15-5 0,5 1 0,1 1 0,5 1 0,1-5 0,6 5 0,6-7 0,7-2 0,12-2 0,-4-2 0,4 0 0,-6 0 0,4 0 0,-6 2 0,6 1 0,-2 5 0,-4 0 0,-2-1 0,7-1 0,2 0 0,11 2 0,1 1 0,0-5 0,-3 9 0,1-7 0,3-2 0,-1 5 0,-2-5 0,-1 6 0,-4-3 0,-1-3 0,1 4 0,1-2 0,-1 1 0,-4-1 0,6-4 0,-3 4 0,7-5 0,1-1 0,-5 0 0,-1 0 0,8 0 0,2 0 0,3 0 0,-1 0 0,-8 6 0,2 0 0,3 2 0,-3-3 0,8-3 0,-2 4 0,-2-2 0,2 2 0,-6-5 0,6 5 0,-1 2 0,3-2 0,-2-3 0,-6-1 0,4 0 0,-2 4 0,6-4 0,-2 4 0,4-3 0,2 3 0,0-2 0,0 7 0,-6 1 0,0 5 0,-2 2 0,2 4 0,4 2 0,-4 4 0,4-7 0,2 3 0,-1-2 0,1-2 0,6-2 0,-1-1 0,6 4 0,-3 1 0,1-2 0,-3-1 0,5-3 0,-7 0 0,9 2 0,-6 2 0,1 2 0,-1-2 0,6-2 0,-1-2 0,3-5 0,2-1 0,-6 1 0,0 5 0,0 0 0,6 0 0,0 0 0,0 1 0,0-1 0,0 0 0,0 0 0,-1 2 0,-3 2 0,-2 2 0,0 6 0,6-6 0,0 5 0,0-3 0,0 2 0,0 2 0,0-1 0,0 1 0,0-8 0,0 4 0,0-2 0,2 0 0,4-2 0,-4-2 0,5-2 0,-7 0 0,6 6 0,0 0 0,5 0 0,-5-6 0,6 2 0,-7 4 0,7-4 0,-5 4 0,3-4 0,3-1 0,-3-1 0,1 0 0,1 2 0,5 4 0,0-4 0,1 4 0,-1-4 0,8-2 0,-4 0 0,7 1 0,-5-1 0,6 0 0,0 0 0,5 0 0,2 1 0,3-1 0,1 0 0,0 0 0,-4 0 0,4 1 0,-3-1 0,3 0 0,2-2 0,-2-3 0,0 3 0,-5-4 0,-1-3 0,2 0 0,3-3 0,1 1 0,-2-2 0,6-2 0,0-2 0,8 0 0,-1 0 0,1 0 0,1 0 0,5 0 0,-5 0 0,5 0 0,-5 0 0,-3 0 0,-4 0 0,4-6 0,-3 0 0,9 3 0,5-5 0,8 2 0,0-7 0,-1 1 0,-1 5 0,-4 1 0,8-2 0,-8 3 0,-3 1 0,-5 2 0,4 0 0,4-4 0,10 4 0,2-3 0,-3 3 0,-1 2 0,-2 0 0,-8 0 0,4 0 0,-8 0 0,-5 6 0,-6-1 0,-2 7 0,6-5 0,1 3 0,-11-6 0,18 9 0,-12-5 0,3 1 0,3-3 0,-2 5 0,-2 1 0,-3-3 0,-6-1 0,3-2 0,-6 2 0,4 1 0,-3-5 0,7 5 0,-4-3 0,-4-4 0,4 4 0,4 1 0,0-1 0,0-2 0,-2 0 0,-7 0 0,1 1 0,4-1 0,-4-2 0,1 4 0,-9 0 0,1-1 0,6-5 0,-3 6 0,-1 0 0,-3-2 0,1-3 0,5-1 0,1 0 0,-1 0 0,1 0 0,1 2 0,2 2 0,2 2 0,8 0 0,-12-6 0,5 0 0,-5 5 0,-2 1 0,1 0 0,-1-6 0,1 0 0,-1 0 0,-5 0 0,-1 0 0,3 0 0,2 0 0,-5 0 0,1 0 0,0-2 0,5-4 0,-3 4 0,3-3 0,-9-3 0,9 2 0,-3-5 0,3 5 0,1-7 0,-3 3 0,-1-1 0,-4-1 0,-3-1 0,7-2 0,-10-3 0,8 1 0,-6 0 0,5 0 0,-7 0 0,2-1 0,-4 1 0,-1-2 0,-1-2 0,2-2 0,4 2 0,-4 2 0,8 0 0,-4-2 0,5-2 0,-3-8 0,8 10 0,-4-7 0,-3 5 0,3-6 0,-6 8 0,4-2 0,-2 4 0,-4 2 0,-2 0 0,-4 0 0,-4-1 0,-3 1 0,-2 6 0,0-1 0,5 1 0,-5-6 0,5-1 0,-3 1 0,1 0 0,-3 0 0,4-2 0,-3-4 0,5 4 0,-6-4 0,5-4 0,-3-2 0,1-3 0,-5-3 0,9 1 0,-7 0 0,2 1 0,-2 5 0,-4-5 0,3 4 0,-3-3 0,4-2 0,0-1 0,-3 3 0,-1 3 0,-2-3 0,0 11 0,0-6 0,0 2 0,0 2 0,2-2 0,4-3 0,-4 10 0,6-5 0,-8 12 0,0-4 0,2-2 0,1-1 0,3 1 0,-2 0 0,-2 0 0,4 0 0,-1-1 0,1 1 0,-6 0 0,6-6 0,-1 0 0,-1 2 0,-2 2 0,-2 0 0,0-4 0,0 4 0,0-4 0,0 4 0,0 2 0,0-2 0,0-4 0,0 4 0,0-4 0,0 3 0,0 3 0,0 0 0,0 0 0,0 0 0,0 0 0,0-1 0,0 1 0,0 0 0,0 0 0,0 0 0,0 7 0,0-5 0,0 13 0,0-6 0,0 8 0,0 0 0,0 8 0,0-6 0,0 5 0,0-7 0,0-2 0,0-3 0,0 1 0,0-8 0,-2 1 0,-3 1 0,3-5 0,-6 6 0,8-9 0,0 1 0,-8 0 0,6 0 0,-3 0 0,3-1 0,2 1 0,0 6 0,0-1 0,0 9 0,-8-13 0,-1 7 0</inkml:trace>
  <inkml:trace contextRef="#ctx0" brushRef="#br0" timeOffset="1">19996 16265 8912,'-11'-6'0,"0"0"0,-1 1 0,1-1 0,-1 0 0,6 0 0,-5 6 0,-2 0 0,3 0 0,-2 0 0,9 0 0,-5 2 0,8 4 0,0-4 0,0 6 0,0-1 0,0-5 0,0 8 0,0-5 0,0-3 0,0 14 0,0-7 0,0 8 0,0 0 0,0 1 0,0-1 0,0 6 0,0 0 0,0 7 0,0-1 0,0 3 0,0 3 0,0-1 0,0 1 0,0-1 0,0-5 0,0-1 0,0-7 0,0 2 0,0-4 0,0-1 0,0-1 0,0-8 0,0-1 0,0-8 0,2-10 0,2-5 0,1-8 0,-1-4 0,-2-1 0,0-9 0,4-3 0,-4 4 0,4-4 0,-5-2 0,1 0 0,2 0 0,2 0 0,0 4 0,-4 9 0,3 6 0,-3 4 0,6 2 0,-8 0 0,0 7 0,0 4 0,0 12 0,0 7 0,0 8 0,0 4 0,0 4 0,0 9 0,0-4 0,0 5 0,0-5 0,0 0 0,0 1 0,0-1 0,0 2 0,0 1 0,0-3 0,0 2 0,0-13 0,0 0 0,0-5 0,0-1 0,0-8 0,0-1 0,0-27 0,0-4 0,0-13 0,0 1 0,0 1 0,0-6 0,6 1 0,-1-1 0,1 4 0,-6-4 0,0 0 0,0 5 0,0-3 0,0 19 0,0-4 0,0 4 0,-2 10 0,-4 3 0,5 4 0,-7 15 0,8 6 0,0 6 0,0 12 0,0 1 0,0 6 0,0-2 0,0 4 0,0-6 0,6 0 0,-1-6 0,1 1 0,-6-1 0,2-2 0,2-3 0,2-6 0,-3-4 0,-1-7 0,-2-1 0,0-7 0,0 3 0,0-7 0,0-7 0,0-7 0,0-7 0,0-5 0,0-9 0,0-1 0,0-4 0,0 4 0,-2-14 0,-1 4 0,-3-4 0,-6 5 0,7-1 0,-7 4 0,6 2 0,1-1 0,3 24 0,-2-2 0,-2 6 0,0 9 0,6 6 0,-1 15 0,-3 12 0,-2 9 0,2 8 0,2-4 0,2 7 0,0-5 0,0 0 0,0-2 0,6-1 0,0-1 0,-2-4 0,-3-4 0,-1-3 0,0-8 0,8 12 0,-6-14 0,6-2 0,-8-11 0,0-12 0,0 2 0,0-7 0,2-3 0,3-9 0,-3 2 0,4-7 0,-4 5 0,-2-4 0,0 0 0,0 0 0,0 6 0,0-9 0,0 7 0,0 0 0,-8-2 0,-1-2 0</inkml:trace>
  <inkml:trace contextRef="#ctx0" brushRef="#br1" timeOffset="2">19910 16488 8912,'0'-11'0,"0"-1"0,0-1 0,0 3 0,0-1 0,0-1 0,0-5 0,0 6 0,0-1 0,0-1 0,0-2 0,2-3 0,2 1 0,2 0 0,5 0 0,-5 0 0,-2 0 0,0 5 0,2 1 0,-5 5 0,5-6 0,-4 9 0,-2-5 0,0 10 0,0 4 0,0 7 0,0 8 0,-8 6 0,5 13 0,-9 0 0,8 6 0,-1-6 0,1 6 0,0-4 0,-2 2 0,0-6 0,6 4 0,0-8 0,0 1 0,0-3 0,0-3 0,0-6 0,0-4 0,0-10 0,0-1 0,0-8 0,0 0 0,-1-6 0,-3-3 0,-2-6 0,0-1 0,6-12 0,0-3 0,0-3 0,0-5 0,0-3 0,0-2 0,0-1 0,0-1 0,0 2 0,0 2 0,0 2 0,0 13 0,0 4 0,0 4 0,0 6 0,0 7 0,0 21 0,0 19 0,0 3 0,8 7 0,-6-6 0,4 8 0,-5-8 0,-1 2 0,6 2 0,0-2 0,-2-2 0,-2-9 0,0 2 0,3-8 0,-3 5 0,4-5 0,-4-2 0,-2-9 0,0-5 0,0-9 0,0-3 0,0-7 0,0-9 0,0-2 0,8-15 0,-7 7 0,5-14 0,-4 5 0,-2-6 0,0 0 0,0 2 0,0 4 0,0 3 0,6 5 0,0 3 0,-3 6 0,-1 12 0,-2 3 0,-5 24 0,-1 8 0,0 11 0,-2 5 0,7 6 0,-5-6 0,4 8 0,2-4 0,0 0 0,0-2 0,8-8 0,3 0 0,-3 1 0,7 7 0,-6 2 0</inkml:trace>
  <inkml:trace contextRef="#ctx0" brushRef="#br1" timeOffset="3">19704 17279 8912,'-8'-17'0,"-1"0"0,-8 0 0,5 1 0,1 5 0,-3 5 0,-1 4 0,-2 2 0,-1 0 0,1 2 0,0 4 0,-6 11 0,0 12 0,2 5 0,2 6 0,2 2 0,2 8 0,1-2 0,3-1 0,7 5 0,-2-10 0,6-2 0,6-4 0,3 1 0,9-14 0,-1-8 0,2-9 0,2-4 0,4-2 0,2 0 0,-6-14 0,2-3 0,1-12 0,-1 1 0,6-5 0,-6-1 0,-2 1 0,-2 5 0,-2-5 0,-5 14 0,-1-4 0,-5 4 0,6 2 0,-9 7 0,5 3 0,-8 10 0,0 7 0,0 7 0,2 12 0,2 0 0,1 3 0,-1 2 0,6 1 0,-3-3 0,7-1 0,-3-3 0,1-7 0,5 4 0,0-7 0,6-3 0,0-4 0,0-5 0,-6-12 0,0-3 0,1-8 0</inkml:trace>
  <inkml:trace contextRef="#ctx0" brushRef="#br1" timeOffset="4">20203 17210 8912,'0'18'0,"-6"6"0,1 5 0,-7 3 0,6 3 0,-5 7 0,5 4 0,2 3 0,2 9 0,2-1 0,2-5 0,4-7 0,4-12 0,7 1 0,0-11 0,0-6 0,0-9 0</inkml:trace>
  <inkml:trace contextRef="#ctx0" brushRef="#br1" timeOffset="5">20444 17485 8912,'-17'0'0,"1"2"0,5 4 0,-4 4 0,3 7 0,5 0 0,-3 2 0,4 4 0,4 4 0,-3 7 0,3-1 0,2-5 0,2 3 0,3-8 0,1 0 0,11-6 0,-3-2 0,9-3 0,-4-7 0,-2-3 0,0-4 0,0-3 0,1-7 0,-3-5 0,-2-6 0,-1-6 0,-7 3 0,7-3 0,-8 0 0,1-5 0,-3 5 0,-2 1 0,0 1 0,0-2 0,0 6 0,-5 4 0,-1 2 0,2 0 0,2 0 0,10-8 0,1-2 0</inkml:trace>
  <inkml:trace contextRef="#ctx0" brushRef="#br1" timeOffset="6">20719 17279 8912,'0'27'0,"0"-4"0,0-4 0,0-2 0,0 0 0,0 0 0,-7 8 0,5 0 0,-4 6 0,4-3 0,2 1 0,0 5 0,0-1 0,0-4 0,0 1 0,2-5 0,2 0 0,2 0 0,-1-2 0,1-6 0,0 0 0,-2 0 0,-3-7 0,-1-3 0,0-7 0,0-2 0,0-3 0,0-5 0,0-7 0,0-2 0,0-4 0,0 4 0,2-8 0,4 4 0,4 4 0,7-4 0,0 6 0,2 4 0,4 1 0,-4 8 0,6-5 0,-8 5 0,1-2 0,-3 2 0,-4 10 0,-5 5 0,-4 5 0,-2 9 0,-2 1 0,-4 9 0,-5-1 0,-4-7 0,-8 5 0,0-3 0,0-2 0,5 1 0,7-7 0,1 2 0,3-4 0,1-7 0,6-1 0,0-14 0,0 1 0</inkml:trace>
  <inkml:trace contextRef="#ctx0" brushRef="#br1" timeOffset="7">21201 17571 8912,'-17'-7'0,"0"5"0,5-6 0,1 8 0,-3 0 0,7 0 0,-9 0 0,5 0 0,1 8 0,1 3 0,-1 5 0,3 1 0,-1 0 0,2 0 0,6-5 0,0-1 0,0 2 0,0 3 0,0 1 0,0-6 0,0 1 0,2-8 0,4 1 0,5-3 0,5-2 0,1-2 0,0-3 0,0 1 0,0-8 0,1 1 0,-1-6 0,0 1 0,0 5 0,1-4 0,-1 5 0,0 1 0,0 3 0,0 4 0,-7 10 0,-2 3 0,-1 4 0,-5 3 0,8-1 0,-5 0 0,-3 2 0,4 4 0,-2-4 0,0 4 0,1-4 0,1-7 0,-6-1 0,8-7 0,1 3 0</inkml:trace>
  <inkml:trace contextRef="#ctx0" brushRef="#br1" timeOffset="8">21614 17228 8912,'0'-18'0,"0"1"0,0 8 0,-6 9 0,1 11 0,-3 6 0,4 6 0,-2 8 0,3 7 0,-5 6 0,2 7 0,0-5 0,6 0 0,0 0 0,2 6 0,4-3 0,6-3 0,-3-6 0,3-9 0,1-6 0,2-6 0,10 2 0,-6-19 0,6 1 0,0-6 0,-6-7 0,8-15 0,-6-3 0,2-5 0,0-1 0,-6-6 0,-2 0 0,-3 1 0,1-3 0,-7 2 0,0 2 0,1 2 0,-5 9 0,6 2 0,-8 8 0,0 0 0,0 7 0,0 2 0,0 24 0,0 7 0,0 7 0,0 5 0,0 7 0,0 2 0,2 1 0,2-1 0,1-2 0,9-1 0,-10-9 0,7-1 0,2-3 0,-5-7 0,5 4 0,-5-10 0,2-3 0,-7-5 0,13-7 0,-5 0 0,5-7 0,-1-5 0,-2-5 0,-1-6 0,-1 4 0,4-8 0,-1 6 0,-3-2 0,-7 1 0,10 10 0,-9 1 0,1-1 0,2 3 0,-6 1 0,5 8 0,1 0 0,1 0 0,3 0 0,-1 0 0,1 0 0,-1 0 0,1 0 0,-3 2 0,3 4 0,-5 3 0,-1 8 0,0 1 0,2 6 0,-3 5 0,-3 5 0,4 7 0,-4-5 0,-2 4 0,6 2 0,-1-2 0,-1-2 0,-2-1 0,-4 3 0,-4 0 0,-11 0 0,-10-6 0</inkml:trace>
  <inkml:trace contextRef="#ctx0" brushRef="#br1" timeOffset="9">22836 17451 8912,'-8'-10'0,"4"-3"0,-5 5 0,-1 1 0,1-1 0,-3 6 0,3 6 0,-5 8 0,7 10 0,-1 9 0,0 7 0,3 6 0,5 6 0,0-2 0,0-3 0,0-4 0,0 3 0,0-4 0,0-8 0,7-5 0,-3-12 0,8-3 0,1-7 0,2-3 0,2-6 0,1-5 0,-1-8 0,8-12 0,-6 2 0,2-7 0,-8 0 0,1-7 0,-9 1 0,-1 2 0,-2 2 0,-2 1 0,-7 9 0,-5 5 0,-3 7 0,-10-1 0,6 13 0,-4-4 0,4 6 0,1 6 0,7 4 0,1 9 0,3 4 0,1-4 0,6 4 0,2-4 0,4-2 0,11 0 0,10 0 0</inkml:trace>
  <inkml:trace contextRef="#ctx0" brushRef="#br1" timeOffset="10">23232 17382 8912,'-6'-17'0,"0"0"0,1 0 0,-3 7 0,6 12 0,-6 17 0,3 14 0,-1 11 0,0 5 0,0 5 0,1 1 0,1 2 0,2 8 0,4-5 0,4 3 0,5-6 0,4-4 0,-3-3 0,-1-4 0,-1-6 0,1-11 0,-3-4 0,-8-16 0,0-1 0</inkml:trace>
  <inkml:trace contextRef="#ctx0" brushRef="#br1" timeOffset="11">23094 17434 8912,'0'-17'0,"0"-1"0,8 1 0,3 2 0,4 4 0,3-5 0,7 14 0,3-3 0,5 3 0,1 2 0,-1 2 0,-3 3 0,-1 7 0,-8 3 0,2 4 0,-10 2 0,-1 2 0,-8 8 0,1-5 0,-5 3 0,-5 0 0,-5-1 0,-7 5 0,0-3 0,-1-1 0,1-8 0,0 4 0,0-10 0,0-3 0,-1-5 0,1-7 0</inkml:trace>
  <inkml:trace contextRef="#ctx0" brushRef="#br1" timeOffset="12">23610 17159 8912,'0'9'0,"0"1"0,0-4 0,0-4 0,0 13 0,0-4 0,0 5 0,0 8 0,0 5 0,0 11 0,-5-2 0,-1 6 0,2 0 0,2-2 0,2 0 0,0 6 0,2-17 0,2 1 0,2-5 0,7-4 0,-9-12 0,7 1 0,-5-9 0,5 3 0,-5-6 0,6-7 0,1-11 0,-3-1 0,1-7 0,1-1 0,-3 0 0,-1 6 0,-3-4 0,1 8 0,0 7 0,-4 3 0,4 7 0,-4 0 0,5 7 0,-7 7 0,0 7 0,2 0 0,2 6 0,2-1 0,-3 1 0,7 2 0,-6-1 0,5-1 0,-1-2 0,-2-2 0,0-12 0,-1 1 0,3-8 0,-2 1 0,-4-10 0,5-5 0</inkml:trace>
  <inkml:trace contextRef="#ctx0" brushRef="#br1" timeOffset="13">23954 17296 8912,'10'2'0,"-4"4"0,-4-4 0,-2 5 0,0 1 0,0 4 0,0-5 0,-8 9 0,-2-7 0</inkml:trace>
  <inkml:trace contextRef="#ctx0" brushRef="#br1" timeOffset="14">23507 17726 8912,'0'-17'0,"0"5"0,0 1 0,0-2 0,8-3 0,3-1 0,14-2 0,9-4 0,9-4 0,10-5 0,6 1 0,10 3 0,0 5 0,6-6 0,-12 10 0,-8 0 0,-7 6 0,-8 9 0,-11-2 0,-6 4 0,-12 17 0,-5-3 0,-12 11 0,-5-4 0,-3-2 0,1 0 0,3 0 0,3 1 0,-7-1 0,11-6 0,-7 1 0,2 1 0,3 2 0,3-3 0,-4-1 0,4 1 0,-8 5 0,5 0 0,3-5 0,-4-1 0,4 2 0,-6-5 0,7 0 0,-7-8 0,8 0 0,8-8 0,3-1 0,12-9 0,-4 1 0,4 0 0,-2 0 0,0 0 0,2-1 0,6 1 0,-6 0 0,0 0 0,-6 2 0,0 3 0,0 3 0,0 5 0,1-2 0,-1 0 0,-6 14 0,1 3 0,-8 5 0,1 1 0,-1 2 0,0 2 0,2 2 0,-2-2 0,3 4 0,-1-2 0,7 0 0,-1-6 0,3-8 0,2-3 0,1-4 0,-1-2 0,0-2 0,0-4 0,0-5 0,1-4 0,-1-8 0,-2 0 0,-3 2 0,3-6 0,-13 8 0,5-4 0,1 4 0,-6 2 0,6-1 0,-8 9 0,0 17 0,-2 3 0,-2 14 0,-2 0 0,-7-6 0,11 6 0,-4-8 0,4 0 0,2 0 0,2-2 0,4-3 0,-2-4 0,7-8 0,8 0 0,0-8 0,4-4 0,2-3 0,0-4 0,2-4 0,-6 4 0,4-8 0,-8 6 0,0-2 0,0 2 0,1 2 0,-9 2 0,5 0 0,-9 0 0,1-1 0,-6 1 0,0 0 0,0 0 0,0 0 0,0-1 0,0 9 0,-8 1 0,6 8 0,-5 10 0,7 7 0,0 8 0,0 9 0,0 8 0,0 4 0,0 4 0,0 7 0,0 0 0,0 1 0,0 1 0,6 0 0,-1 4 0,16-4 0,-2-7 0</inkml:trace>
  <inkml:trace contextRef="#ctx0" brushRef="#br1" timeOffset="15">13853 15543 8912,'-17'-18'0,"0"1"0,-1 0 0,1 0 0,6 7 0,-1 5 0,8 1 0,-1 2 0,3 2 0,2-2 0,0 13 0,0 3 0,0 1 0,0 8 0,0 0 0,5 6 0,1-7 0,0 9 0,-6-4 0,0 0 0,0 5 0,0-5 0,0-1 0,0-1 0,0-8 0,0 1 0,0-1 0,0 0 0,0-7 0,0-3 0,0-7 0,0 0 0,2-7 0,2-7 0,1-5 0,-1-4 0,-2 2 0,0-6 0,4-1 0,-4 3 0,5-6 0,-7 7 0,0-3 0,0 6 0,0-2 0,-5 4 0,-1 2 0,0 5 0,6 1 0,-2 7 0,-2 0 0,-1 8 0,1 7 0,2 12 0,2 6 0,0 3 0,0 3 0,0-1 0,0 1 0,0-1 0,0 0 0,8-7 0,-5 4 0,9-8 0,-3-1 0,3-4 0,3-9 0,-3-3 0,3-4 0,2-2 0,0 0 0,1-4 0,-1-7 0,-8-1 0,5-15 0,-9 6 0,-1-2 0,6-7 0,-8 3 0,4-5 0,-5 1 0,-1 2 0,-5 6 0,-1-5 0,-7 7 0,3-4 0,-7 15 0,5 5 0,3 12 0,1 11 0,4 6 0,2 3 0,2 6 0,0-7 0,0 7 0,0-3 0,0-3 0,0-2 0,8-2 0,-4-6 0,7 0 0,-5-5 0,6-1 0,-7-7 0,7 2 0,-7-4 0,7-2 0,-8 0 0,3-2 0,-7-4 0,0-5 0,0-5 0,0-1 0,0 0 0,0 0 0,0-1 0,0 1 0,-5-6 0,-1 0 0,2 2 0,-5 10 0,5-4 0,-8 3 0,8 5 0,-11-1 0,4 8 0,1 8 0,-1 3 0,5 6 0,-4 4 0,3 2 0,-1 0 0,2-6 0,4 0 0,-3 1 0,3-1 0,2 0 0,0-7 0,0-1 0,0-3 0,7-4 0,-5 4 0,4-12 0,-2-4 0,2-7 0,-4 0 0,3 0 0,-3-1 0,-2 1 0,0 0 0,0 0 0,0 0 0,0 0 0,0-1 0,-2 7 0,-3-1 0,3 11 0,-6 1 0,2 9 0,1 6 0,-1 3 0,0 4 0,0 3 0,2 2 0,3-6 0,1 4 0,0-2 0,0 0 0,7 0 0,-5-12 0,4 1 0,-2-1 0,1-1 0,-3-3 0,6-5 0,-8 4 0,0-4 0,0 5 0</inkml:trace>
  <inkml:trace contextRef="#ctx0" brushRef="#br1" timeOffset="16">13887 15852 8912,'-15'-11'0,"2"1"0,3 1 0,1 1 0,-1 0 0,6 2 0,-3 6 0,7 8 0,0 4 0,0 3 0,0 2 0,1 2 0,3 4 0,2 6 0,0 13 0,-6 9 0,0 9 0,0 8 0,0 9 0,-2 5 0,-4 8 0,-2 5 0,3-44 0,-1-1-133,3-1 0,0 0 0,-4 43 133,1-12 0,0-11 0,6-12 0,0-13 0,0-10 0,0-7 0,0-17 0,0-3 0,0-22 0,0 11 0,0-13 399,0 11-399,0 4 0,0-13 0,-8 13 0,5-11 0,-9 7 0,8-7 0,-3 3 0</inkml:trace>
  <inkml:trace contextRef="#ctx0" brushRef="#br1" timeOffset="17">13061 17056 8912,'-11'-18'0,"-1"1"0,1 0 0,1 0 0,5 0 0,3-1 0,2 11 0,0 7 0,5 21 0,1 17 0,-2 10 0,-2 5 0,-2 14 0,0 0 0,0 4 0,0-1 0,0 9 0,0 1 0,0 4 0,0-11 0,0-7 0,2-6 0,4-11 0,5-7 0,-1-13 0,1-6 0,1-12 0,5-3 0,0-8 0,0-15 0,0-4 0</inkml:trace>
  <inkml:trace contextRef="#ctx0" brushRef="#br1" timeOffset="18">13233 17503 8912,'-17'7'0,"2"5"0,3 11 0,5 3 0,7 9 0,0 1 0,0 4 0,0-4 0,7 7 0,5-11 0,3-3 0,8-5 0,0-8 0,0-5 0,2-5 0,-4-4 0,6-4 0,-2-4 0,-4-5 0,-2-12 0,-2-2 0,0-6 0,0 3 0,-7-1 0,-4-5 0,-6 5 0,-6 0 0,-2 3 0,-7-3 0,0 6 0,-4 4 0,-2 9 0,3 1 0,1 3 0,0 4 0,2-2 0,3 8 0,-3-2 0,13 13 0,-2-5 0,8 0 0,6 5 0,7-6 0</inkml:trace>
  <inkml:trace contextRef="#ctx0" brushRef="#br1" timeOffset="19">13836 17537 8912,'-17'-10'0,"-1"3"0,-1 7 0,-2 2 0,-2 3 0,0 5 0,6 15 0,0 3 0,0 5 0,7 7 0,4 0 0,4-2 0,2-1 0,8 1 0,4-4 0,5 3 0,6-14 0,4-1 0,7-4 0,0-9 0,1-3 0,-1-4 0,1-2 0,-1-2 0,-1-4 0,-3-7 0,-1-8 0,-8 0 0,2-8 0,-4 0 0,-2-11 0,0 0 0,-1 0 0,-5-2 0,4 6 0,-5-4 0,0 3 0,-3 11 0,-7 1 0,0 8 0,-7 1 0,-5 5 0,-5 3 0,-4 12 0,-2 8 0,-2-1 0,4 14 0,-2 0 0,2-6 0,10 4 0,-5 3 0,12-6 0,-7 2 0,7-2 0,-2-3 0,4-6 0,2 1 0,2-1 0,4-1 0,4-3 0,7-7 0,0 0 0,0-5 0,0-1 0,-1-8 0,-3 3 0,-1-4 0,1-2 0,-5-1 0,-1 1 0,1 0 0,-6 0 0,6 0 0,-8-1 0,0 1 0,0 8 0,5 3 0,1 12 0,7 3 0,-9 8 0,8 1 0,-3-1 0,3 0 0,3 2 0,-4 0 0,5-2 0,1 4 0,0-9 0,0 1 0,1-1 0,-1 3 0,0-13 0,0 4 0,8-4 0,2-10 0,7-2 0</inkml:trace>
  <inkml:trace contextRef="#ctx0" brushRef="#br1" timeOffset="20">14421 17038 8912,'0'-9'0,"0"1"0,0 8 0,0 10 0,0 7 0,0 10 0,0 13 0,0-2 0,0 8 0,0 2 0,0 1 0,0 3 0,2-1 0,4-1 0,5-4 0,4-2 0,2-8 0,1-1 0,-1-11 0,0-12 0,0-8 0,1 1 0,6-10 0,-10-12 0,3-12 0,-2-4 0,-1-3 0,-1-2 0,-3-4 0,-3-2 0,-1 4 0,-6-6 0,0 6 0,0-6 0,8 0 0,-6 2 0,3 6 0,-3 7 0,-2 7 0,-2 14 0,-2 8 0,-1 12 0,-1 15 0,6 15 0,0 7 0,0-8 0,0 6 0,0-6 0,2 1 0,4-4 0,-3-2 0,9 1 0,-2-8 0,3-4 0,-2-6 0,3-6 0,1 4 0,-3-13 0,-1 4 0,0-4 0,7-4 0,-1-4 0,-2-5 0,-3-12 0,3 4 0,-5-4 0,1 4 0,0 2 0,-7-8 0,10 6 0,-7-4 0,3 4 0,-6 9 0,5-5 0,-3 3 0,-2 3 0,7-3 0,-7 9 0,6-5 0,-7 10 0,3 4 0,8-5 0,-3 5 0,4-4 0,3-2 0,-7 0 0,1 0 0,-1 0 0,-1 0 0,-3 0 0,1 0 0,-6 2 0,4 4 0,-5 5 0,-1-3 0,0 7 0,2-3 0,4 3 0,-4 8 0,4 0 0,-4 0 0,-2 1 0,0 3 0,0 2 0,0 0 0,-2-3 0,-4 3 0,-4 2 0,-7-9 0,-2 7 0,-4-6 0,-4 0 0,-7-6 0</inkml:trace>
  <inkml:trace contextRef="#ctx0" brushRef="#br1" timeOffset="21">14404 18036 8912,'-18'0'0,"1"0"0,0 0 0,0 0 0,5 0 0,1 2 0,-3 3 0,7 11 0,-1 6 0,2 1 0,1 2 0,1-6 0,8 4 0,3-4 0,3-1 0,9-1 0,0-2 0,4-4 0,-4-5 0,-2-4 0,1-4 0,-1-4 0,0-5 0,-7-12 0,3 4 0,-7-4 0,-2 4 0,-3 0 0,-2-2 0,-3-2 0,-2 2 0,-13 4 0,2 5 0,-4-3 0,2 7 0,-4-3 0,3 3 0,-2 8 0,2 0 0,3 0 0,8 0 0,1 0 0</inkml:trace>
  <inkml:trace contextRef="#ctx0" brushRef="#br1" timeOffset="22">14731 17898 8912,'-8'-9'0,"6"1"0,-6 8 0,8 9 0,0 9 0,0 8 0,2 7 0,4 1 0,-2 3 0,5 1 0,-1 2 0,5 8 0,-3-3 0,0 5 0,5-6 0,-13 4 0,5-8 0,1-2 0,-6-9 0,4-6 0,-12-4 0,-4-2 0</inkml:trace>
  <inkml:trace contextRef="#ctx0" brushRef="#br1" timeOffset="23">14731 17950 8912,'17'-18'0,"0"3"0,0 4 0,0 3 0,1 8 0,1 0 0,4 0 0,-4 0 0,6 2 0,-8 4 0,-6 9 0,-1 10 0,-2 0 0,-5-1 0,-1 7 0,-4-4 0,-1 7 0,-3 1 0,-8-1 0,7-7 0,-5-4 0,-3 0 0,4-6 0,-5 4 0,-1-12 0</inkml:trace>
  <inkml:trace contextRef="#ctx0" brushRef="#br1" timeOffset="24">15178 17761 8912,'0'-18'0,"0"9"0,0 1 0,0 12 0,0 7 0,0 1 0,0 18 0,0-5 0,0 2 0,0 0 0,0 3 0,0-1 0,2-6 0,4 6 0,-2-8 0,5 2 0,-1-4 0,-3-2 0,3 0 0,2-2 0,7-3 0,0-7 0,0-3 0,-1-4 0,-3-1 0,-2-3 0,-7 0 0,6 6 0,-4 0 0,-3 0 0,9 0 0,-8 0 0,9 8 0,-7 3 0,0 5 0,-5-5 0,5 0 0,-4-7 0,6 4 0,-1-8 0,3 0 0</inkml:trace>
  <inkml:trace contextRef="#ctx0" brushRef="#br1" timeOffset="25">15419 17726 8912,'0'-9'0,"0"1"0,0 8 0,2 0 0,4 0 0,-4 0 0,13 0 0,-13 0 0,13 8 0,-5 1 0</inkml:trace>
  <inkml:trace contextRef="#ctx0" brushRef="#br1" timeOffset="26">15212 18036 8912,'-15'11'0,"2"-1"0,1-3 0,8-1 0,-3-6 0,14-2 0,5-4 0,11-5 0,6-10 0,5-2 0,6 2 0,-4 2 0,5 2 0,-5-2 0,-2-4 0,-7 4 0,6-6 0,-7 7 0</inkml:trace>
  <inkml:trace contextRef="#ctx0" brushRef="#br1" timeOffset="27">15660 17829 8912,'9'12'0,"-3"-1"0,-4 1 0,-2 5 0,0 0 0,0 0 0,0 0 0,0 1 0,0-1 0,0-6 0,0 1 0,0 1 0,-2 1 0,-2-1 0,-1-2 0,-1-7 0,6 6 0,0-5 0,0-3 0,0-7 0,0-13 0,0-3 0,0 4 0,0 0 0,0 0 0,8 0 0,-7-1 0,7 3 0,-2 2 0,0 1 0,1 7 0,-1-7 0,4 8 0,7-3 0,-2 14 0,-2 5 0,-1 3 0,-8 2 0,5 0 0,-3 1 0,-4-7 0,4 1 0,-4-1 0,-2 6 0,1-1 0,5-5 0,-4-3 0,8-10 0,-5-4 0,-1 2 0,8-7 0,1-1 0,2 3 0,-5-7 0,5 9 0,-3-7 0,3 3 0,2 7 0,0-4 0,1 8 0,-1 0 0,0 0 0,0 0 0,0 0 0,1 0 0,-1 0 0,0 0 0,0 0 0,1 0 0,-1 0 0,0 0 0,-2-1 0,-3-5 0,-5 4 0,-7-6 0,0 6 0,0-3 0,-2 3 0,-3-4 0,1 4 0,-8 2 0,-1 0 0,3 0 0,-1 0 0,-2 0 0,5 0 0,0 2 0,6 2 0,-3 2 0,3 7 0,-6-9 0,8 7 0,0-7 0,0 11 0,0-13 0,6 8 0,0-5 0,7-3 0,-9 6 0,7-8 0,-5 6 0,5-1 0,-5 1 0,6-6 0,1 0 0,2 0 0,-3 0 0,-1 0 0,1 0 0,5 0 0,-6 0 0,1 0 0,-3-2 0,3-3 0,3-5 0,-5-7 0,-1 0 0,-1-6 0,-8 0 0,0-2 0,0 2 0,0 2 0,0-8 0,0-1 0,0 5 0,-2-6 0,-2 8 0,-3 2 0,-3 2 0,6 10 0,-9 3 0,7 12 0,-5 11 0,3 14 0,-2 7 0,7 6 0,-5 9 0,8 3 0,0 3 0,0 2 0,0 0 0,0 2 0,2 10 0,4-5-129,3 5 1,8-4-1,1 0 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6T02:53:24.9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19979 13755 8912,'-5'11'0,"-1"0"0,0-7 0,4 10 0,-2-7 0,-1 3 0,-1-4 0,6 5 0,-2 0 0,-2 7 0,-2-1 0,1 0 0,5-5 0,-2-3 0,-4-1 0,4-3 0,-6 3 0,8-6 0,-1 6 0,-5-8 0,4 0 0,-6 0 0,1-8 0,5 6 0,-8-6 0,4 8 0,4 0 0,-5-7 0,7 3 0,2-7 0,3-5 0,7-5 0,3 2 0,6-21 0,8-2 0,11-12 0,16-7 0,-22 19 0,2-4 0,8-4 0,2-3-1107,7-7 1,1-2 1106,5-8 0,3-1 0,-15 21 0,2-1 0,0 1 0,1-2 0,0-1 0,1 1 0,1 1 0,1 0 0,1 0 0,-2 3 0,1 0 0,0 1 0,1 0 0,1-1 0,-1 2-261,-2 1 1,0 0 0,1 1-1,3-1 1,1 1 0,0 1 260,-3 3 0,-1 0 0,1 0 0,0-1 0,2 0 0,-2 1 0,23-16 0,-1 1 0,-1-2 0,-1 1 0,-1 6 0,-1 1 0,2-1 0,0 2 0,-3 9 0,-1 4-24,-5 2 0,-2 3 0,-8 5 0,-3 2 0,36-15 0,-5 5 24,-1 5 0,2 7 0,2-2 0,-8 4 0,-3 1 0,-4 1 0,-4 0 0,-4 0 0,-4-6 0,-7 0 0,-1 2 0,1 0 0,-1-2 0,-1 10 0,-4-5 0,-12 7 1743,-11-1-1743,-3 5 1948,-11 7-1948,-1 0 228,-8 0-228,0 0 0,2-6 0,5-2 0,10-1 0,1-3 0,7-7 0,-8-4 0,8-3 0,1-9 0</inkml:trace>
  <inkml:trace contextRef="#ctx0" brushRef="#br0" timeOffset="1">24144 10471 8912,'-27'9'0,"4"-3"0,4-4 0,2 5 0,21 3 0,11 5 0,14-1 0,13-3 0,7 1 0,9 5 0,1 2 0,4 4 0,4 4 0,-13 9 0,1 4 0,-7 6 0,-8 13 0,-13 12 0,-12 11 0,-13 8 0,-17 1 0,-1-45 0,-3 0-1040,-2 0 1,-4 0 1039,-2 0 0,-3-1 0,0-3 0,-1-1 0,-3 1 0,-1 2 0,0 0 0,1 1 0</inkml:trace>
  <inkml:trace contextRef="#ctx0" brushRef="#br0" timeOffset="2">25572 10505 8912,'-17'0'0,"0"0"0,-1 0 0,9 0 0,11-2 0,13-4 0,8-5 0,4-4 0,2-3 0,3-1 0,-3-4 0,3 2 0,-3-7 0,-4 5 0,-4-4 0,-6 2 0,-3 4 0,-9 2 0,3 2 0,-4 0 0,-10 0 0,-3 7 0,-10 4 0,-2 4 0,-8 4 0,3 6 0,-5 9 0,-1 10 0,-1 13 0,3 6 0,3 11 0,6 6 0,12 4 0,3-4 0,8-2 0,0-2 0,15 6 0,6-21 0,18-4 0,1-13 0,13-15 0,-1-9 0,1-8 0,1-12 0,5-8 0,-5-12 0,3-3 0,-3-6 0,-3-11 0,-1 4 0,-4-5 0,-6 5 0,-5 7 0,-7 0 0,-3 0 0,-15-3 0,-5 3 0,-3 8 0,-4 7 0,-3 8 0,3 4 0,-14 9 0,15 3 0,-7 7 0,8 7 0,2 7 0,4 7 0,9 6 0,8 7 0,-2 0 0,0 6 0,0 1 0,2-3 0,0-4 0,-6-5 0,0 3 0,0-5 0,1 0 0,-7-2 0,1-8 0,-9 0 0,5 2 0,-8 4 0,-2-10 0,-4 5 0,-5-3 0,-4-2 0,-3-1 0,-5 1 0,0-7 0,1 0 0,4-6 0,1 0 0,0 0 0,0 0 0,-1-16 0,1-3 0</inkml:trace>
  <inkml:trace contextRef="#ctx0" brushRef="#br0" timeOffset="3">26863 9989 8912,'0'-9'0,"0"-7"0,0 7 0,-2-1 0,-4 6 0,-5 8 0,-5 6 0,-3 15 0,-2 3 0,-2 5 0,2 1 0,8 2 0,1 5 0,3 3 0,-3 7 0,5 1 0,7-1 0,0-7 0,0-4 0,7-3 0,5-3 0,5-7 0,6-4 0,4-12 0,9-5 0,4-4 0,4-18 0,8-6 0,-1-9 0,1-11 0,0-10 0,-1-9 0</inkml:trace>
  <inkml:trace contextRef="#ctx0" brushRef="#br0" timeOffset="4">27431 9920 8912,'-18'0'0,"-6"0"0,4 2 0,-3 4 0,-1 4 0,1 9 0,2 4 0,-6 3 0,14 9 0,-5 1 0,3 4 0,7-5 0,3 1 0,3-7 0,2-5 0,0-1 0,2-7 0,3-5 0,7-5 0,-5-4 0,9-2 0,-5 0 0,5 0 0,1-8 0,0-2 0,0-7 0,0-2 0,1-2 0,-1-2 0,0-5 0,0 5 0,0 0 0,-5 0 0,-1 0 0,-1 0 0,1 6 0,-1 0 0,-4-1 0,-4 7 0,3-1 0,-3 9 0,-2-3 0,0 12 0,0 3 0,0 8 0,8 1 0,1-1 0,9 0 0,5-7 0,0-5 0,-2-3 0,5-2 0,-1 0 0,6 0 0,-3 0 0,-6-7 0,0-5 0,-2-3 0,-3-8 0,0 0 0,-2-6 0,-3 4 0,-6-1 0,-5-3 0,-1-5 0,0 1 0,0 5 0,0-5 0,0 14 0,0-4 0,0 10 0,0 5 0,0 6 0,0 6 0,0 21 0,2 5 0,4 9 0,-4-3 0,8 15 0,-7-1 0,3 5 0,7 3 0,-9-7 0,6-1 0,-2-4 0,3 2 0,-3-6 0,1 0 0,5 0 0,-7-2 0,7-13 0,-7-4 0,3-4 0,-6-2 0,9-10 0,-7-7 0,0-7 0,-6-26 0,0-3 0</inkml:trace>
  <inkml:trace contextRef="#ctx0" brushRef="#br0" timeOffset="5">27844 9766 8912,'0'-17'0,"0"-6"0,0 0 0,-8 0 0,6 6 0,-4-1 0,6 3 0,6 4 0,6 5 0,3 4 0,8 2 0,0 0 0,2 0 0,-2 0 0,-4 8 0,4 3 0,-4 4 0,-8 8 0,1 2 0,1 2 0,-5 2 0,-3 5 0,-3 0 0,-2 1 0,0-1 0,-7 0 0,3-1 0,-8-4 0,9-5 0,-5-6 0</inkml:trace>
  <inkml:trace contextRef="#ctx0" brushRef="#br0" timeOffset="6">28412 9628 8912,'9'0'0,"6"0"0,-3 0 0,3 0 0,2-6 0,1-1 0,1-3 0,4-3 0,-4-2 0,2-3 0,-8 1 0,2 0 0,-13 0 0,4 0 0,-4-1 0,-2 1 0,-2 2 0,-4 3 0,-5 7 0,-4 3 0,-3 2 0,-1 0 0,-4 0 0,4 15 0,-6-2 0,8 16 0,0 2 0,0 1 0,7 3 0,4-1 0,5 0 0,1 1 0,7-1 0,5-1 0,5-7 0,6-8 0,4-3 0,7-9 0,0-3 0,8-1 0,-5-11 0,3-8 0,-4-10 0,-1-13 0,-1-4 0,1-8 0,-1 1 0,-7 5 0,-4 0 0,-4-2 0,2 0 0,-4 3 0,2 2 0,-13 9 0,0 7 0,-6 4 0,0 4 0,0 10 0,-6 11 0,0 15 0,2 10 0,-3 5 0,1 4 0,0 3 0,-1 1 0,5 7 0,-6-8 0,8 7 0,-2-8 0,-4 2 0,4 2 0,-3-2 0,3-2 0,-6-1 0,4-3 0,-7 0 0,-3 1 0,-1-1 0,-2-7 0,-8-2 0,-2-8 0</inkml:trace>
  <inkml:trace contextRef="#ctx0" brushRef="#br0" timeOffset="7">26002 11743 8912,'-34'0'0,"-1"0"0,3 2 0,1 5 0,3 11 0,7 14 0,-2 14 0,6 6 0,5 5 0,4 4 0,8 6 0,0-4 0,0-6 0,2-11 0,4-8 0,6-7 0,3-8 0,2-4 0,0-10 0,0-5 0,3-8 0,2-7 0,-2-10 0,3-4 0,-4-2 0,-2-1 0,-2-7 0,-1 1 0,-3 0 0,-5-1 0,3 3 0,-1 3 0,-4 6 0,-2 4 0,5-6 0,-3 14 0,8-1 0,-1 10 0,6 12 0,1 13 0,-1 4 0,6 30 0,0 0 0,-2 8 0,0 12 0,-2 3 0,0 2 0,-4-2 0,-9 4 0,2-13 0,-8 3 0,-8-12 0,-3-11 0,-7-7 0,-5-11 0,-5-5 0,-5-3 0,-7-15 0,0-5 0,2-3 0,3-9 0,7-5 0,-5-13 0,8-9 0,4-10 0,0-6 0,15-1 0,1-9 0,5-3 0,0-2 0,0 2 0,9 4 0,8 8 0,12-1 0,9 2 0,8 5 0,4 3 0,2 9 0,-1 2 0,1 3 0,-1-1 0,1-5 0</inkml:trace>
  <inkml:trace contextRef="#ctx0" brushRef="#br0" timeOffset="8">26433 11640 8912,'-12'-23'0,"1"0"0,7 0 0,-4 13 0,10 12 0,4 17 0,5 14 0,5 11 0,-1 7 0,-4 7 0,5-5 0,-7 8 0,6-5 0,-3 1 0,3 0 0,-5-7 0,5-2 0,-3-2 0,3-16 0,-13 3 0,3-16 0,5 0 0,0 0 0</inkml:trace>
  <inkml:trace contextRef="#ctx0" brushRef="#br0" timeOffset="9">26742 11880 8912,'-2'25'0,"-1"4"0,-3 3 0,2 3 0,2-1 0,2 6 0,0 0 0,0-1 0,8-11 0,1-5 0,8-11 0,8 1 0,2-7 0,2-4 0,-2-6 0,-3-8 0,7-3 0,-12-10 0,6-3 0,0-5 0,-14-1 0,5 1 0,-16 3 0,0 1 0,0 8 0,-14-9 0,-5 7 0,-6 2 0,2 7 0,-5 3 0,-1-1 0,2 3 0,-5-7 0,13 13 0,-4-9 0,3 1 0,3-7 0</inkml:trace>
  <inkml:trace contextRef="#ctx0" brushRef="#br0" timeOffset="10">27069 11382 8912,'-17'8'0,"0"-7"0,0 15 0,7-7 0,4 8 0,4 8 0,2 6 0,0 7 0,8 6 0,2 8 0,7-1 0,2 1 0,2-1 0,2 1 0,-4-2 0,-6-5 0,3-3 0,-9-7 0,5-3 0,-6-3 0,-5-4 0,-1-8 0,0-7 0,0-5 0,0-10 0,0-5 0,0-9 0,0-4 0,0-6 0,0-3 0,8-3 0,4 1 0,1 0 0,-2-1 0,5 7 0,-3 1 0,8 2 0,-2 2 0,8 12 0,-6 1 0,2 2 0,2 3 0,-4 7 0,2 5 0,-2 10 0,-4 3 0,-5 8 0,-5 7 0,-7 5 0,0 0 0,-13 0 0,-6 0 0,-6-2 0,4 6 0,-12-13 0,7 1 0,-1-5 0,2-6 0,8-10 0,0-5 0,-1-4 0,1-2 0</inkml:trace>
  <inkml:trace contextRef="#ctx0" brushRef="#br0" timeOffset="11">27654 11519 8912,'-26'-2'0,"3"-1"0,4-3 0,1 2 0,1 10 0,0 5 0,7 5 0,-5 3 0,4 4 0,3-2 0,2 7 0,4-7 0,2 2 0,0-4 0,0-1 0,6-1 0,2-2 0,1-4 0,3-3 0,5-8 0,0 0 0,0 0 0,1-2 0,-1-4 0,0-3 0,0-8 0,0 0 0,-5-1 0,-3 1 0,-1 0 0,-2 0 0,1 0 0,-3 1 0,8 5 0,-7-3 0,7 7 0,1-1 0,3 1 0,1 1 0,0 6 0,0 0 0,2 0 0,4 2 0,4 2 0,0 1 0,3 1 0,-5-6 0,2 0 0,2 0 0,-1-8 0,-1-5 0,-2-8 0,0-6 0,-4-9 0,4-4 0,2-6 0,-6-4 0,-2-3 0,-8-5 0,-7-8 0,2-9 0,-6 3 0,-6 7 0,-5 2 0,-12 7 0,2 5 0,-6 14 0,2 12 0,2 10 0,6 17 0,0 6 0,-1 9 0,3 15 0,4 14 0,-5 4 0,14 9 0,-3 6 0,3 8 0,2-3 0,0 5 0,7-12 0,9 2 0,9-8 0,1-1 0,11-5 0,9-5 0,3-4 0,3 0 0,7-6 0,-7 12 0,-3-6 0,-12 2 0,-10 10 0,-10 7 0</inkml:trace>
  <inkml:trace contextRef="#ctx0" brushRef="#br0" timeOffset="12">26880 13583 8912,'-23'-18'0,"0"1"0,2 0 0,11 7 0,10 5 0,10 10 0,13 9 0,6 7 0,3 13 0,3 3 0,-1 5 0,0 0 0,-7 2 0,-4 5 0,-4-1 0,-2-2 0,-7-2 0,-4 2 0,-4-6 0,-2-4 0,0-9 0,-8-10 0,-3-11 0,-5-8 0,-1-12 0,2-14 0,3-14 0,-3-8 0,7-7 0,-3-3 0,5-1 0,4 6 0,2-6 0,0 7 0,0 3 0,8 3 0,1 14 0,9 1 0,-1 4 0,0 12 0,6 12 0,2 12 0,2 10 0,3 14 0,3 13 0,-5 4 0,1 15 0,-8-8 0,4 10 0,-8-8 0,0-1 0,1-5 0,-1-5 0,0-6 0,0-3 0,-7-11 0,-1-8 0,-3-13 0,-4-5 0,4-5 0,-4-7 0,-2-11 0,0-11 0,2-8 0,1-6 0,3 2 0,0 0 0,-6-5 0,0 5 0,0 0 0,2 10 0,2 1 0,3 10 0,3 6 0,-4 4 0,5 4 0,0 11 0,7 11 0,-1 6 0,0 6 0,6 2 0,0 4 0,2 1 0,-2-7 0,-4 6 0,4-6 0,2-2 0,-2-10 0,0-3 0,-4-8 0,2 0 0,2 0 0,0-2 0,-6-6 0,0-7 0,0-6 0,0-10 0,1 5 0,-3-11 0,-2-1 0,-3-2 0,-2 2 0,-3 2 0,-5 1 0,0 3 0,0 3 0,0 12 0,0 9 0,0 16 0,6 3 0,0 10 0,-2 2 0,3 8 0,1-4 0,0 1 0,-1 1 0,7-8 0,-7 4 0,7-8 0,-3 0 0,-1 0 0,1 1 0,4-9 0,-11-1 0,8-8 0,-7 0 0,7 0 0,-8-16 0,3-3 0</inkml:trace>
  <inkml:trace contextRef="#ctx0" brushRef="#br0" timeOffset="13">27809 12981 8912,'-17'0'0,"0"0"0,0 0 0,-1 0 0,9 0 0,9 0 0,13 0 0,10 0 0,10 0 0,5 0 0,10 0 0,-4 7 0,7 3 0</inkml:trace>
  <inkml:trace contextRef="#ctx0" brushRef="#br0" timeOffset="14">28377 13290 8912,'-9'10'0,"1"-1"0,8-3 0,0-4 0,0 13 0,0-3 0,0 3 0,2 2 0,4 0 0,-3 1 0,7-1 0,-1-2 0,-1-1 0,0-3 0,-2 0 0,-5 5 0,5-5 0,-4-3 0,6-8 0,-16-8 0,6-1 0,-4-9 0,5 1 0,1 0 0,0-6 0,1 0 0,5 2 0,-2-4 0,7 2 0,3 2 0,1 4 0,2 6 0,1 3 0,-1 8 0,6 2 0,0 4 0,2 3 0,-3 8 0,-2-7 0,10 5 0,-7-3 0,6-3 0,-6 3 0,0-8 0,-6 1 0,0-3 0,0-4 0,1-3 0,-1-5 0,-6-13 0,1 0 0,-7-7 0,5 1 0,-2-5 0,-5-3 0,-1 3 0,-2-4 0,0 13 0,0-4 0,0 6 0,0 12 0,0 5 0,2 14 0,2 7 0,2 6 0,7 2 0,-5 0 0,5 2 0,-1 0 0,1-1 0,-3-3 0,1-9 0,1 3 0,5-3 0,0-5 0,-5 1 0,-3-10 0,-1-4 0,5-11 0,-3-10 0</inkml:trace>
  <inkml:trace contextRef="#ctx0" brushRef="#br0" timeOffset="15">28756 12637 8912,'-25'27'0,"6"5"0,-4-13 0,9 4 0,3-4 0,7-1 0,-4-1 0,8 0 0,0-8 0,8-1 0,4-8 0,3-2 0,2-4 0,-2-5 0,-3-4 0,1-2 0,-7-1 0,2-1 0,-3-4 0,-3 12 0,6-12 0,-8 11 0,0-3 0,0 4 0,0-1 0,0 8 0,8-3 0,1 7 0</inkml:trace>
  <inkml:trace contextRef="#ctx0" brushRef="#br0" timeOffset="16">29289 12860 8912,'0'-9'0,"0"-6"0,0 11 0,0-8 0,8 9 0,-1-3 0,5 12 0,-3 3 0,-3 8 0,-2 6 0,8 0 0,-9 6 0,3-6 0,-4 0 0,-2 1 0,0-4 0,0 4 0,0-6 0,0-11 0,0-7 0,0-7 0,0-11 0,2-8 0,4-9 0,-4 1 0,5-10 0,-7 6 0,2-2 0,2 1 0,2 3 0,5 9 0,-3 4 0,1 6 0,5 6 0,-5 3 0,3 8 0,1 0 0,2 0 0,3 14 0,-1 3 0,0 6 0,0-2 0,-1 2 0,-5-2 0,4-2 0,-3-2 0,-3-2 0,3-3 0,-6-5 0,5-7 0,1 0 0,5 0 0,0-2 0,0-3 0,0-7 0,1-9 0,1-4 0,4-1 0,2 3 0,5-4 0,-3 0 0,-2 0 0,-2 6 0,-6-2 0,6 4 0,0 4 0,-2 4 0,-2-3 0,-4 7 0,-3-3 0,3 4 0,-4-5 0,-3 7 0,7-11 0,-13 5 0,6-1 0,-8-1 0,0 8 0,-8-3 0,-3 7 0,-4 0 0,-1 7 0,3 3 0,1 0 0,3 5 0,-3-4 0,-1-1 0,7 1 0,-7 1 0,1 5 0,5-7 0,-1 5 0,0-13 0,7 5 0,-5-7 0,12 0 0,-5-7 0,15 5 0,-3-6 0,8 1 0,-2 5 0,4-4 0,4-2 0,2 3 0,1 1 0,-1 2 0,3 2 0,-3 0 0,4 0 0,1 0 0,-1 2 0,-5 3 0,5-3 0,-14 14 0,4-5 0,-4-3 0,6 7 0,2-5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6T02:53:25.00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11891 3026 8912,'0'-34'0,"-2"-1"0,-2 1 0,-1-1 0,-1 3 0,0 3 0,1 6 0,-9 6 0,3 4 0,-5 3 0,-1 3 0,-6 1 0,-2 8 0,-1 4 0,-9 9 0,-7 10 0,-2 1 0,-4 5 0,-1 9 0,-3 4 0,-2 10 0,1 1 0,1 2 0,6 6 0,18-5 0,5-3 0,11-7 0,8-4 0,10-2 0,11-4 0,8-9 0,19 1 0,8-7 0,1 0 0,11-6 0,-3-5 0,2-1 0,-4-5 0,-7 5 0,3 1 0,-3 5 0,-8 0 0,-8 0 0,-7 2 0,-8 4 0,-8 6 0,-5 3 0,-18 11 0,-7 0 0,-10 1 0,-5 6 0,-8-8 0,-1 4 0,-1-4 0,4-8 0,-2 1 0,-8-1 0,6-1 0,-4-5 0,6-11 0,11-11 0,6-4 0,4-2 0,10-15 0,3-8 0,4-8 0,2-18 0,0-5 0</inkml:trace>
  <inkml:trace contextRef="#ctx0" brushRef="#br0" timeOffset="1">11943 3284 8912,'21'-8'0,"-4"-3"0,-11 1 0,0-1 0,-5 7 0,-1-4 0,2 18 0,2 7 0,4 10 0,1 5 0,1 16 0,3 6 0,-1 5 0,-1 4 0,1 7 0,-1 5 0,-1-4 0,3 3 0,-3-3 0,-1-2 0,1-1 0,-6-6 0,-4-11 0,-10-1 0,-7-6 0</inkml:trace>
  <inkml:trace contextRef="#ctx0" brushRef="#br0" timeOffset="2">11891 3800 8912,'0'-18'0,"0"1"0,0 8 0,8-7 0,3 5 0,12 1 0,6 1 0,3-1 0,3 1 0,7-3 0,2 1 0,8-1 0,7-7 0,2-7 0</inkml:trace>
  <inkml:trace contextRef="#ctx0" brushRef="#br0" timeOffset="3">12425 3611 8912,'-23'17'0,"-2"0"0,-2 0 0,6 2 0,-2 4 0,4 6 0,9-4 0,-3 7 0,7-5 0,2 2 0,3-1 0,10-7 0,8 2 0,2-4 0,10-2 0,0-7 0,5-4 0,1-4 0,-1-10 0,0-3 0,-1-7 0,-4-5 0,3 4 0,-15-13 0,1 3 0,-3-3 0,-9-3 0,-1 7 0,-7 1 0,-3 2 0,-5 2 0,-9 2 0,-2 2 0,-2 4 0,-6 9 0,5 0 0,-1 4 0,0 2 0,2 0 0,6 8 0,-1 3 0,9 5 0,1 1 0,24 0 0,3 0 0</inkml:trace>
  <inkml:trace contextRef="#ctx0" brushRef="#br0" timeOffset="4">12683 3662 8912,'17'10'0,"0"-5"0,-5-1 0,-1 2 0,-7 4 0,4 9 0,-8 4 0,0 11 0,0 12 0,0 11 0,0 6 0,-6 10 0,0 1 0,2 1 0,2-1 0,2 1 0,0-1 0,0-11 0,0 0 0,0-7 0,0 1 0,0-13 0,0-10 0,-7 1 0,-3-8 0</inkml:trace>
  <inkml:trace contextRef="#ctx0" brushRef="#br0" timeOffset="5">12614 3697 8912,'10'0'0,"-3"-8"0,1 6 0,3-4 0,1 4 0,5 2 0,-4 0 0,12 0 0,0 0 0,-4 8 0,8 3 0,1 5 0,1 1 0,-2 2 0,-6 4 0,-4-2 0,-2 8 0,-8 5 0,-3 6 0,-6 2 0,-6-2 0,-9-2 0,-10 6 0,-1-2 0,5-1 0,-4-15 0,7-3 0,1-4 0,-8-9 0,-1-2 0</inkml:trace>
  <inkml:trace contextRef="#ctx0" brushRef="#br0" timeOffset="6">13147 3748 8912,'0'-17'0,"0"7"0,0 10 0,0 14 0,0 7 0,0 13 0,0 4 0,0 8 0,0 2 0,2 2 0,2 3 0,2 4 0,7-3 0,-1 3 0,-3-9 0,3-2 0,-6-2 0,5 2 0,-7-4 0,2-8 0,-5-7 0,-1-4 0,-7-4 0,-3-2 0</inkml:trace>
  <inkml:trace contextRef="#ctx0" brushRef="#br0" timeOffset="7">13130 3765 8912,'-7'-9'0,"5"-1"0,-4 4 0,4 3 0,2-9 0,8 8 0,3-1 0,4-3 0,3 2 0,1 2 0,4 3 0,-4 1 0,4 0 0,-4 1 0,-2 5 0,0 6 0,1 3 0,-1 4 0,-2 4 0,-4 6 0,-3 3 0,-8 2 0,0 3 0,0 3 0,-2-2 0,-4 6 0,-5-2 0,-4 2 0,-2-10 0,5 3 0,1-14 0,5 3 0,-6-8 0,9-5 0,3-21 0,9-1 0</inkml:trace>
  <inkml:trace contextRef="#ctx0" brushRef="#br0" timeOffset="8">13595 3782 8912,'17'-17'0,"-7"0"0,5 8 0,-13 5 0,4 15 0,-5 8 0,-1 16 0,0-1 0,-5 6 0,-1 0 0,-5 0 0,5-5 0,0-3 0,6-1 0,0-2 0,0 1 0,0-5 0,0-2 0,0-4 0,0-2 0,-8 0 0,-1 1 0</inkml:trace>
  <inkml:trace contextRef="#ctx0" brushRef="#br0" timeOffset="9">13629 3714 8912,'0'-17'0,"0"-1"0,0 1 0,8 0 0,-4 2 0,7 3 0,3 6 0,1 5 0,-2 1 0,4 0 0,-3 7 0,9 5 0,-4 3 0,-2 2 0,2 0 0,0 1 0,1-1 0,-5 0 0,-2 2 0,4 4 0,-5-4 0,-1 4 0,3-4 0,-7-7 0,-1-1 0,4 0 0,-8 1 0,3-1 0,-3-7 0,6 4 0,0-16 0,5-3 0,-2-5 0,3-1 0,1-2 0,2-4 0,0-5 0,1 3 0,-1-6 0,0 8 0,-5 0 0,-3 6 0,-1 0 0,-2 0 0,1 0 0,-5 7 0,6 0 0,-8 5 0,-8 3 0,-1-6 0,-7 16 0,5 3 0,3-1 0,8 1 0,0-5 0,0 5 0,0 3 0,0 1 0,0 2 0,0 1 0,8 4 0,3 3 0,5 2 0,1-6 0,2 13 0,4 1 0,-2-1 0,8 6 0,-8 2 0,1 0 0,-2 0 0,-3 0 0,-8 4 0,-3-6 0,-4-1 0,-10-3 0,-3-7 0,-12-1 0,-6 3 0,-5-8 0,-6-6 0,3-8 0,-5-9 0</inkml:trace>
  <inkml:trace contextRef="#ctx0" brushRef="#br0" timeOffset="10">15884 3250 8912,'-18'-29'0,"1"0"0,0 1 0,-2 1 0,-4 4 0,-4 4 0,0 2 0,-3 9 0,5 8 0,0 11 0,-2 12 0,1 12 0,4 7 0,0 11 0,4 5 0,7 5 0,3 5 0,8 5 0,0 1 0,0-1 0,0-10 0,8 2 0,3-8 0,5-1 0,8-12 0,5-12 0,4-13 0,3-9 0,4-10 0,10-10 0,7-7 0,-1-12 0,-3-9 0,-1-8 0,-16-3 0,12-11 0,-12-1 0</inkml:trace>
  <inkml:trace contextRef="#ctx0" brushRef="#br0" timeOffset="11">16038 3404 8912,'-7'-9'0,"5"1"0,-6 6 0,8-4 0,2 6 0,4 0 0,3 0 0,9 16 0,-1-5 0,0 6 0,0 4 0,1 2 0,-1 8 0,-2-4 0,-2 5 0,-1-3 0,-8 3 0,1-3 0,-3 3 0,-2 3 0,0-9 0,0-1 0,0-8 0,0-7 0,0-2 0,0-29 0,2-10 0,4-9 0,4 2 0,7-12 0,0 4 0,6 4 0,0 2 0,6 4 0,-6 1 0,7 3 0,-3 3 0,2 6 0,-1 4 0,-5 10 0,6 3 0,-8 6 0,0 8 0,-6 7 0,-3 8 0,1 4 0,-5 1 0,-1 5 0,-7-5 0,0 5 0,0-4 0,0-3 0,0 1 0,0-2 0,0 5 0,-2-12 0,-3-1 0,3 0 0,-4-6 0,-3-3 0,-1-4 0,0-8 0,-5-13 0,6-10 0,-9-7 0</inkml:trace>
  <inkml:trace contextRef="#ctx0" brushRef="#br0" timeOffset="12">16486 3198 8912,'0'-17'0,"0"0"0,0-1 0,0 1 0,0 0 0,0 0 0,0 0 0,0 7 0,2-3 0,4 7 0,3 0 0,8 6 0,1 0 0,4 0 0,1 0 0,8 0 0,-2 0 0,3 0 0,3 0 0</inkml:trace>
  <inkml:trace contextRef="#ctx0" brushRef="#br0" timeOffset="13">17019 2906 8912,'0'-18'0,"0"9"0,0 1 0,-2 10 0,-1 6 0,-3 11 0,2 13 0,0 12 0,0 14 0,-1 5 0,1 4 0,2 1 0,2 1 0,0 0 0,8 0 0,1-3 0,8-4 0,1-11 0,1-9 0,4-13 0,-2-4 0,5-10 0,1-4 0,0-5 0,2-12 0,5-5 0,1-12 0,-3-6 0,-1-3 0,-3-2 0,-7-1 0,2 3 0,-11 3 0,1-7 0,-7 7 0,0-5 0,-8 11 0,-4 2 0,-4 2 0,-7 1 0,-2 9 0,-4 3 0,4 4 0,-6 12 0,8 7 0,0 2 0,1 10 0,5 1 0,5 3 0,4 1 0,4 1 0,4-1 0,5 0 0,12 1 0,4-9 0,8-3 0,1-9 0,4-3 0,4-7 0,0 4 0,-6-10 0,-7-4 0,1 4 0,-13-13 0,4 3 0,-3-3 0,-11-2 0,-1-8 0,-8-2 0</inkml:trace>
  <inkml:trace contextRef="#ctx0" brushRef="#br0" timeOffset="14">17140 3404 8912,'-27'0'0,"4"0"0,4 0 0,2 0 0,7 0 0,6-2 0,16-3 0,7 3 0,23-14 0,4 5 0,4-4 0,1-3 0,1 1 0,1 2 0,5 4 0,-5-5 0,5 9 0,-12-5 0,-4-1 0,-8 5 0,1-1 0,-3 3 0,-3-4 0,-6 3 0,-4 3 0,-2 2 0,-6 2 0,1 0 0,-6 0 0,5 0 0,1 0 0,5 0 0,0 0 0,0 0 0,0 2 0,1 4 0,-1 3 0,0 8 0,0 2 0,0 2 0,1 2 0,-1 8 0,0-10 0,0 8 0,-1-1 0,-5 5 0,-5-5 0,-4 5 0,-2-4 0,0-3 0,0 1 0,0-2 0,0-4 0,0-10 0,-2 3 0,-4-9 0,4-7 0,-4-9 0,12-12 0,6-4 0,3 1 0,2-7 0,6 1 0,2-7 0,2 7 0,-6-2 0,2 5 0,-4 4 0,-2 0 0,0 10 0,0 4 0,1-3 0,-1 8 0,-2 3 0,-3 8 0,1 5 0,-7 7 0,5 6 0,-3 0 0,0 0 0,1 0 0,1 0 0,-7 0 0,11-6 0,-8 0 0,5 0 0,-5 0 0,-2 1 0,3-1 0,-1 0 0,0-7 0,1 5 0,-5-13 0,6 5 0,-8-14 0,0-10 0,0-10 0</inkml:trace>
  <inkml:trace contextRef="#ctx0" brushRef="#br0" timeOffset="15">18448 2906 8912,'-12'9'0,"1"-3"0,-3-4 0,-1-2 0,4 7 0,1 5 0,2 3 0,3-5 0,5 5 0,0-3 0,0 3 0,2 0 0,3-3 0,-1-5 0,8-7 0,-1 0 0,6 0 0,-7-7 0,-4-5 0,-5-3 0,-1-2 0,0-1 0,0 1 0,0 0 0,0 0 0,-1 7 0,-5 5 0,2 1 0,-7-2 0,5 4 0,-4-2 0,3 8 0,1 6 0,6 7 0,0 0 0,6 0 0,-1 0 0,9 8 0,-5 2 0</inkml:trace>
  <inkml:trace contextRef="#ctx0" brushRef="#br0" timeOffset="16">19136 3198 8912,'-11'-2'0,"-1"-2"0,-1-2 0,-3 3 0,-1 1 0,0 2 0,-2 2 0,-2 1 0,-2 3 0,0 13 0,6 0 0,0 6 0,-1 6 0,1 9 0,0-4 0,7 12 0,5-8 0,3-2 0,4-1 0,3-3 0,7-7 0,11-4 0,0-12 0,11-5 0,-3-6 0,9-6 0,-4-3 0,-1-9 0,-1-6 0,0-5 0,-7-4 0,-4-1 0,-6 0 0,-5-1 0,-4 1 0,-8-1 0,-8 7 0,-6 1 0,-7 2 0,-7 4 0,-5 2 0,-9 4 0,-4 3 0,4 5 0,4 7 0,7 0 0,-1 0 0,20 7 0,-1 1 0,19 3 0,19 5 0,11-7 0</inkml:trace>
  <inkml:trace contextRef="#ctx0" brushRef="#br0" timeOffset="17">19807 3095 8912,'-17'-17'0,"6"1"0,1 3 0,2 1 0,-5 9 0,11-13 0,-8 22 0,5 0 0,3 15 0,-6 7 0,0 5 0,7 3 0,-7 2 0,0 3 0,1 4 0,-5-4 0,-1 1 0,7-2 0,-5-6 0,5 0 0,-6-1 0,7-10 0,-9 0 0,12-6 0,-5-7 0,7-7 0,2-14 0,5-12 0,10-8 0,3-11 0,8-5 0,3-7 0,1-3 0,-5-8 0,4 11 0,-8-3 0,7 4 0,-3 3 0,0 4 0,0 6 0,-4 11 0,-4 12 0,5 11 0,-1 8 0,0 10 0,0 7 0,0 25 0,2 7 0,2 10 0,9 6 0,2-6-160,8-3 1,8-1 159,9-5 0,4 1 0,6-13 0,7-2 0,8-1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6T02:53:25.0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17054 15061 8912,'0'17'0,"-2"1"0,-4-3 0,-5-4 0,1-3 0,-1-8 0,-1-8 0,3-1 0,3-8 0,4 7 0,2 2 0,0 1 0,0 5 0,0-13 0,2 7 0,4-4 0,-4-3 0,11 6 0,-5-9 0,1 1 0,3 0 0,-1-2 0,1-4 0,7 0 0,9-11 0,7 1 0,5-13 0,10-3 0,11-7 0,6-7 0,-25 27 0,2-2 0,-2-1 0,0-1-439,6-2 0,1-2 0,1 1 1,0 1 438,4-2 0,1 2 0,1-2 0,3 2 0,3-2 0,2 2 0,-4-1 0,0 0 0,1-1 0,-1 2 0,-3 1 0,0 1 0,-1 0 0,-1 0 0,6-2 0,1 0 0,5-3 0,1 0 0,-2 2 0,-2-2-297,3 0 0,-2-1 1,0-2-1,-2-2 297,3-1 0,0-1 0,6-2 0,2-1 0,-21 17 0,0 0 0,1 0 0,1-2 0,-1 1 0,0-1-244,-1 2 1,0 0-1,2 0 1,3-2 0,2 0-1,1-1 244,3-1 0,1 0 0,1 0 0,3 1 0,2 2 0,0-1 0,1-1 0,2 0 0,-1 1 0,3 0 0,0 2 0,0-1 0,2 0 0,0 0 0,1 1 0,4-2 0,0 0 0,2 1 0,2-1 0,1-1 0,1 2 0,-1 1 0,0 1 0,1 1 0,-20 9 0,1 1 0,-1 1 0,1 0-445,21-7 1,-1 1 0,0 0 444,-5 1 0,-1 1 0,1 0 0,7 0 0,0 1 0,0-1-83,-4 1 1,0-1 0,0 0 0,0 0 0,1-2-1,-1 2 83,-3 0 0,-1 0 0,0 1 0,-1 0 0,0 0 0,-1 1 0,-1 4 0,-1 1 0,0-1 0,2-2 0,-1 0 0,1 0 0,-1 0 0,0-1 0,0 1 0,-2-1 0,-1 1 0,0-1-60,-2 1 1,0 0 0,0-1 0,-3-1 0,0 0 0,-1 1 59,-5 1 0,0 0 0,-1 0 0,-2 1 0,-1-1 0,0 2 61,26-10 1,-1 3-1,-6 0 1,-3 2-62,-6 5 0,-3 0 0,-11 5 0,-5 0 534,27-11 0,-11 8-534,-7-1 0,-5 4 0,-10 7 0,-3 5 0,1-2 0,6 3 883,0 1 0,-1-4-883,1 3 0,-8-1 0,-4 6 928,-4 0 0,-9-2-928,-4-4 1473,-4 4-1473,-9-5 176,-3 7-176,-7 0 0,0 0 0,-7-16 0,-3-3 0</inkml:trace>
  <inkml:trace contextRef="#ctx0" brushRef="#br0" timeOffset="1">27086 9353 8912,'-26'10'0,"3"-5"0,4-3 0,11-2 0,8 0 0,11 2 0,10 4 0,6 3 0,8 9 0,7 14 0,4 8 0,3 12 0,3 11 0,-8 2 0,-4 15 0,-5 0-149,-7 6 0,-11 8 149,-13-45 0,-2-1 0,-4 46 0,-9-2 0,-12-5 0,-15-2 0,-10-3 0,-6-4 0,-3-2 0,-1-9 0,-1-15 0,2-4 0,-4-12 0,3-9 0,1-10 0</inkml:trace>
  <inkml:trace contextRef="#ctx0" brushRef="#br0" timeOffset="2">28222 9353 8912,'10'-8'0,"5"5"0,-3-7 0,1 1 0,0-1 0,-3-3 0,-1-3 0,-1-1 0,0 0 0,-3-2 0,-5-2 0,0-2 0,0 2 0,-1 2 0,-5 2 0,-4-1 0,1 1 0,-7 6 0,5-1 0,-4 7 0,-3-7 0,1 8 0,-2 0 0,-2 8 0,-2 8 0,-6 5 0,5 6 0,-3 5 0,6 5 0,-10 1 0,6 3 0,-1 3 0,5-4 0,1 6 0,11-8 0,1 1 0,2-1 0,8 1 0,4-1 0,6-7 0,11-4 0,3-4 0,9-2 0,7 0 0,4 0 0,-2 1 0,2-1 0,-1 0 0,7 0 0,-2 0 0,-4 1 0,-6-1 0,-12 2 0,-6 2 0,-9 2 0,-7-2 0,-12 6 0,-6 1 0,-12 3 0,-11-3 0,1 5 0,-14-8 0,8 3 0,2-5 0,1-4 0,9-3 0,1-5 0,2-5 0,4-8 0,9-10 0,7-10 0,3-9 0,2-19 0,0-7 0,15-16 0,4-5 0</inkml:trace>
  <inkml:trace contextRef="#ctx0" brushRef="#br0" timeOffset="3">28618 9044 8912,'2'-29'0,"2"2"0,1 2 0,1 2 0,-6 12 0,0 0 0,0 7 0,0-4 0,6 16 0,0 5 0,-2 8 0,-3 8 0,5 11 0,0 6 0,7 9 0,-3 2 0,1-1 0,1-3 0,-8-1 0,9 5 0,-7 0 0,-2-1 0,-3-3 0,-1-3 0,0-4 0,0-4 0,0-8 0,0-7 0,0-10 0,0-9 0,0-12 0,0-5 0,0-9 0,0-10 0,0-1 0,0-3 0,0-9 0,2 1 0,4 2 0,6 2 0,3 9 0,-4-4 0,3 9 0,5 1 0,-2 1 0,10 11 0,-4 3 0,4-1 0,7 1 0,0 2 0,1 10 0,1 1 0,4 5 0,-3 3 0,3-5 0,-4-1 0,-3 1 0,-3-6 0,-1 1 0,1-1 0,-5-2 0,-2-4 0,-9-2 0,-3-1 0,-7-9 0,4 3 0,-8-10 0,0-2 0,0 0 0,-6 6 0,0-1 0,-7 3 0,1 4 0,-3-3 0,-2 9 0,5 5 0,1 5 0,5 14 0,-3-1 0,1 1 0,2 2 0,6 2 0,0-4 0,0 6 0,0-8 0,0 0 0,0 0 0,0 0 0,0 1 0,8-9 0,3-1 0,12-8 0,-4-8 0,6-3 0,-8-12 0,1-2 0,-1-4 0,0-7 0,-2 5 0,-1 1 0,-3-3 0,-5 3 0,5 1 0,-7-1 0,2 7 0,-4 0 0,-2 6 0,8 7 0,1 10 0,1 10 0,-3 7 0,1 0 0,3 0 0,-1 0 0,0 2 0,-3 4 0,-1-11 0,2 18 0,-7-18 0,5 11 0,-4-4 0,-2-2 0,0-7 0,0-3 0,8-22 0,-6 4 0,3-12 0,3-2 0,-2 2 0,7-2 0,-1 4 0,3-2 0,2 2 0,0 2 0,6 2 0,2 0 0,2-1 0,2 9 0,5-1 0,0 6 0,1-1 0,-3-1 0,-3 6 0,4 0 0,1-8 0,10-1 0</inkml:trace>
  <inkml:trace contextRef="#ctx0" brushRef="#br0" timeOffset="4">30167 9009 8912,'-17'-7'0,"5"3"0,1-8 0,7 8 0,-11-3 0,13 11 0,-4 7 0,4 8 0,2 18 0,0 3 0,0 5 0,2 11 0,2 1 0,3 0 0,3 3 0,-6-7 0,9 14 0,-5-6 0,1 0 0,-5-1 0,11-15 0,-3 1 0,-4-13 0,-3 1 0,5-11 0,-1 2 0</inkml:trace>
  <inkml:trace contextRef="#ctx0" brushRef="#br0" timeOffset="5">30201 8803 8912,'17'0'0,"1"0"0,-9 0 0,12 8 0,-4 3 0,3 4 0,6 10 0,1 2 0,0 2 0,-4-1 0,-4 1 0,-2 5 0,0 1 0,-7-1 0,-4 0 0,-8 1 0,-8 1 0,-7 4 0,-19-4 0,5 12 0,-15-8 0,-7 0 0,-9-5 0</inkml:trace>
  <inkml:trace contextRef="#ctx0" brushRef="#br0" timeOffset="6">28325 10918 8912,'-51'-25'0,"5"8"0,2-2 0,2 7 0,4 4 0,3 5 0,5 8 0,5 9 0,6 7 0,-2 5 0,11 9 0,1 1 0,3 4 0,4 4 0,2 2 0,0-2 0,0-2 0,8-4 0,3-9 0,4-6 0,3-4 0,-1-10 0,2-1 0,2-10 0,2-4 0,0-11 0,-4-9 0,2-9 0,2 1 0,0-8 0,-8-2 0,-2-8 0,-1 1 0,-8-1 0,2 2 0,-5 1 0,-1-3 0,-15 4 0,4-9 0,-12 11 0,4 6 0,1 4 0,3 9 0,2 6 0,1 8 0,8 5 0,-3 23 0,12 4 0,3 18 0,2 3 0,7 4 0,6 7 0,-2 3 0,-2 3 0,4-9 0,0 3 0,6-10 0,-6-1 0,7-4 0,-1-2 0,3-7 0,3-4 0,-7-11 0,-1-7 0,-2-3 0,6-17 0,-5-4 0</inkml:trace>
  <inkml:trace contextRef="#ctx0" brushRef="#br0" timeOffset="7">28584 10729 8912,'11'5'0,"1"1"0,-1 5 0,6-5 0,2 8 0,4-3 0,-4-1 0,4 1 0,-9 0 0,-3 7 0,3-1 0,-5 0 0,1 0 0,-3 0 0,-1 1 0,-6-7 0,0 1 0,0-9 0,0 3 0,0-12 0,2-5 0,4-4 0,-4-10 0,13 0 0,-4-6 0,5 3 0,1-1 0,0-3 0,0 3 0,1 6 0,-1 4 0,-6 4 0,1 3 0,1 6 0,-3 5 0,-1 2 0,-1 5 0,-4 6 0,-2 11 0,0-4 0,1 4 0,3-4 0,0 6 0,-6-12 0,0 4 0,0-2 0,0 1 0,7-7 0,5-3 0,5-4 0,4-2 0,2-2 0,-2-4 0,6-3 0,-2-14 0,3-2 0,-5-2 0,-3-1 0,-5-1 0,-4 0 0,-3 8 0,-8-2 0,-2 6 0,-6 6 0,-9 5 0,-8 4 0,-7 2 0,1 0 0,3 0 0,7 0 0,-4 2 0,7 4 0,9-4 0,1 5 0,16 1 0,1 1 0</inkml:trace>
  <inkml:trace contextRef="#ctx0" brushRef="#br0" timeOffset="8">29496 10436 8912,'0'-11'0,"0"-1"0,0 1 0,0 1 0,0 5 0,0 10 0,0 12 0,0 12 0,0 6 0,0 5 0,0 6 0,5 3 0,3 3 0,0-1 0,-1 1 0,7-1 0,-5 7 0,7-1 0,-5-1 0,-3-11 0,-3 3 0,1-8 0,-2 0 0,-10-5 0,-3-9 0,-8-1 0</inkml:trace>
  <inkml:trace contextRef="#ctx0" brushRef="#br0" timeOffset="9">29375 10436 8912,'6'-11'0,"2"-1"0,1-1 0,-5 5 0,11 1 0,-3 7 0,3 0 0,4 5 0,2 3 0,2 2 0,-2 3 0,-2-3 0,-2 1 0,1 2 0,7 3 0,-12-5 0,4 1 0,-2 1 0,-7 2 0,-2 4 0,-4 2 0,-2 2 0,0 8 0,-2-10 0,-4 6 0,-5-3 0,-5 7 0,-1-4 0</inkml:trace>
  <inkml:trace contextRef="#ctx0" brushRef="#br0" timeOffset="10">30218 10350 8912,'10'0'0,"-2"0"0,-8 0 0,0 0 0,0 8 0,0 3 0,0 5 0,2 1 0,3 0 0,7 0 0,3 0 0,-2 1 0,3-1 0,3 0 0,2 0 0,-4 0 0,0-1 0,1-5 0,-1-3 0,0-8 0,-6 0 0,1 0 0,-1-8 0,7-3 0,-3-5 0,-4-1 0,5-8 0,-14 6 0,5-4 0,-1 4 0,0 2 0,-3 0 0,-1 7 0,-2-5 0,0 13 0,0-4 0,0 12 0,0-2 0,0 7 0,0 3 0,2 1 0,4 2 0,-4 0 0,6 1 0,-8-7 0,0 1 0,7-9 0,5 1 0,3-8 0,2 2 0,0-13 0,-1 4 0,-5-5 0,10 1 0,-4 4 0,4-5 0,-3 5 0,-1 3 0,-6-1 0,1 5 0,1-2 0,3 0 0,1 6 0,-8 8 0,-1 2 0,-8 7 0,-8 0 0,-1 0 0</inkml:trace>
  <inkml:trace contextRef="#ctx0" brushRef="#br0" timeOffset="11">30201 10110 8912,'-17'-16'0,"0"5"0,2 3 0,3 1 0,4 5 0,8-6 0,14 16 0,3 3 0,2 4 0,8 10 0,0 2 0</inkml:trace>
  <inkml:trace contextRef="#ctx0" brushRef="#br0" timeOffset="12">27826 12259 8912,'-15'19'0,"2"2"0,1 4 0,1 1 0,-1 7 0,1 5 0,1 8 0,-1 9 0,5 3 0,4 1 0,2-4 0,0 3 0,8-3 0,3-9 0,5-4 0,3-15 0,2-4 0,4-4 0,-1-2 0,1-2 0,-4-3 0,-2-7 0,-1-18 0,-1-6 0</inkml:trace>
  <inkml:trace contextRef="#ctx0" brushRef="#br0" timeOffset="13">28085 12620 8912,'1'28'0,"3"-1"0,2 0 0,-2 0 0,-2-6 0,-2 5 0,-2-5 0,-2 4 0,-2 2 0,1-6 0,12 2 0,5-12 0,3-5 0,2-4 0,0-2 0,8-8 0,-6-1 0,4-10 0,-4-4 0,-1 4 0,-9-12 0,-3 6 0,-4-1 0,-2 5 0,-8-4 0,-3 8 0,-5-1 0,-1 1 0,-6 2 0,-2 3 0,-1 7 0,5-3 0,-2 2 0,4-7 0,1 3 0</inkml:trace>
  <inkml:trace contextRef="#ctx0" brushRef="#br0" timeOffset="14">28670 12327 8912,'-18'-11'0,"1"1"0,0 3 0,0 3 0,0 2 0,-1 2 0,1 8 0,2 7 0,2 10 0,1 2 0,1 5 0,1 6 0,2-1 0,8 3 0,0-4 0,0-2 0,0-1 0,0-4 0,8-3 0,3-3 0,11-9 0,0 3 0,1-12 0,0 9 0,2-8 0,2-3 0,0 5 0,1-2 0,-3 7 0,-8-1 0,1 3 0,-9 2 0,-1 0 0,-8 0 0,-2 3 0,-4 2 0,-5-2 0,-12 3 0,4-12 0,-6 2 0,6-5 0,-4 2 0,4-7 0,0 5 0,7-8 0,8-15 0,-3-4 0</inkml:trace>
  <inkml:trace contextRef="#ctx0" brushRef="#br0" timeOffset="15">28876 12276 8912,'6'11'0,"-2"-1"0,-6-2 0,2 5 0,-15-9 0,3 5 0,-3 1 0,-2-1 0,-1 3 0,1 5 0,2 0 0,3 0 0,3 1 0,3-1 0,4 0 0,-4 0 0,6 0 0,6 1 0,4-9 0,1 6 0,3-3 0,3 3 0,4 2 0,0 1 0,-2-1 0,-2 0 0,0 0 0,6 0 0,0 1 0,-2-1 0,-2 0 0,-3 0 0,-5 0 0,3 1 0,-9-1 0,-1 0 0,-2 0 0,-2 0 0,0 0 0,-8 1 0,-5-1 0,-6-2 0,-4-1 0,2-3 0,2-7 0,2 3 0,-1-7 0,1 0 0,0-7 0,0-3 0</inkml:trace>
  <inkml:trace contextRef="#ctx0" brushRef="#br0" timeOffset="16">29496 12173 8912,'11'-33'0,"-1"5"0,-3 5 0,-3 4 0,-2 9 0,-2 4 0,0 12 0,2 4 0,4 7 0,-2 6 0,5 2 0,1-1 0,-1 1 0,1 4 0,3-4 0,-1 1 0,-3-5 0,5 2 0,-3-5 0,1-5 0,-3-2 0,-1 1 0,-1-3 0,-5-3 0,4-12 0,-4-5 0,-2-4 0,0-10 0,0-4 0,2-3 0,2-3 0,1 1 0,3 0 0,-2-1 0,5 7 0,12-1 0,4 8 0,7-4 0,3 10 0,3 3 0,4-3 0,8 5 0</inkml:trace>
  <inkml:trace contextRef="#ctx0" brushRef="#br0" timeOffset="17">30236 11966 8912,'-18'0'0,"7"0"0,-1 0 0,-1 0 0,-2 8 0,-2 4 0,-1-1 0,1 6 0,0-3 0,0 8 0,5-2 0,1-3 0,7 2 0,-2 4 0,4-4 0,2 4 0,0-4 0,0-10 0,8 5 0,3-8 0,5-3 0,1-8 0,0-7 0,0-3 0,-1-2 0,-3 0 0,-1-1 0,-1 1 0,6 0 0,-7 0 0,5 5 0,-3 1 0,3 7 0,2-2 0,0 4 0,0 2 0,1 8 0,-1 3 0,0 3 0,0-3 0,1 5 0,-1-5 0,0 4 0,-6-3 0,1-1 0,-1 1 0,7 5 0</inkml:trace>
  <inkml:trace contextRef="#ctx0" brushRef="#br0" timeOffset="18">30459 11537 8912,'10'2'0,"-4"3"0,-4 5 0,-2 7 0,0 10 0,0 7 0,0 10 0,0 6 0,0 9 0,1-6 0,5 5 0,-2-5 0,6-1 0,-3-1 0,7-9 0,-5-5 0,3-11 0,-1-6 0,1-9 0,3-17 0,-4-5 0,5-12 0,-5-6 0,4-3 0,3-3 0,-1 1 0,-6-6 0,-1 0 0,-1 3 0,-1 5 0,0 3 0,3 8 0,-5-2 0,0 12 0,-6 3 0,5 10 0,1 4 0,0 9 0,-6 8 0,6 6 0,-1-6 0,7 0 0,-6-6 0,-1 0 0,3 0 0,-4-1 0,7-5 0,-5 2 0,5-7 0,1 0 0,-1-6 0,1-2 0,1-4 0,3-3 0,1-9 0,0-1 0,0-4 0,0 4 0,1-4 0,-1 4 0,0 2 0,-5 0 0,-1 0 0,-5 7 0,5 4 0,-7-3 0,11 7 0,-7-4 0,3 12 0,-1-4 0,-4 4 0,3-5 0,8-1 0,1 0 0,-1 0 0,6-5 0,0-1 0,0-7 0,-6 1 0,0-3 0,0-2 0,-7 0 0,-2-1 0,-8 1 0,0 0 0,0 0 0,-2 5 0,-4 1 0,2 7 0,-7-2 0,-3 6 0,-1 6 0,-2-4 0,1 19 0,3-4 0,3 2 0,1 2 0,-1 2 0,7-4 0,-3 4 0,4 2 0,2-2 0,8 0 0,3-6 0,4 0 0,3 0 0,6-5 0,5-1 0,5-7 0,7 2 0,-3-8 0,8-9 0,-2-3 0,4-13 0,-4 1 0,-2-1 0,-2-2 0,-13-5 0,-3 0 0,-3-1 0,-1 3 0,-5 3 0,-9-3 0,1 12 0,-7-2 0,0 2 0,0 11 0,0 1 0,-2 10 0,-3 4 0,1 5 0,-6 12 0,3 6 0,3 3 0,2 3 0,-4-1 0,0 1 0,1-1 0,5 0 0,0 1 0,0-1 0,0-1 0,-2-3 0,-4-1 0,2-6 0,-7 5 0,-1-7 0,-5 2 0,0-6 0,0-5 0,-1 3 0,1-13 0,0 6 0</inkml:trace>
  <inkml:trace contextRef="#ctx0" brushRef="#br0" timeOffset="19">27310 14150 8912,'-6'-12'0,"-1"3"0,-3 1 0,-3 4 0,5 10 0,1 6 0,7 11 0,0 7 0,0 8 0,0 8 0,0-2 0,0 0 0,0 0 0,0 0 0,0-6 0,0 2 0,0-3 0,0-5 0,0-3 0,0-6 0,0-4 0,0-2 0</inkml:trace>
  <inkml:trace contextRef="#ctx0" brushRef="#br0" timeOffset="20">27224 14339 8912,'-17'-17'0,"7"7"0,-3-5 0,7 4 0,0-5 0,6-1 0,2 8 0,4 3 0,6-4 0,11 1 0,5-1 0,5 4 0,9 5 0,4 1 0,9 0 0,3 0 0,5 1 0,-6 5 0,8 4 0,-4 7 0</inkml:trace>
  <inkml:trace contextRef="#ctx0" brushRef="#br0" timeOffset="21">27792 14373 8912,'-17'8'0,"0"4"0,-1 3 0,9 2 0,-5-5 0,9-1 0,-3 0 0,2 7 0,4-1 0,-3 0 0,3 0 0,2 0 0,0 1 0,0-9 0,0-1 0,2-8 0,3 0 0,-1-8 0,6-3 0,-1-7 0,1-4 0,1 2 0,7-10 0,1 5 0,4-2 0,-4 6 0,4-2 0,-2 6 0,0 4 0,2 3 0,-2 3 0,6-7 0,-6 12 0,7-3 0,3 3 0,1 2 0,3 7 0,-1 5 0,6-5 0,0 1 0,-1 0 0,-3-6 0,-9 5 0,-4-7 0,-4 0 0,-2 0 0,-7-7 0,-5-5 0,-3-3 0,-9-2 0,-7 0 0,-7-1 0,2 1 0,-13 6 0,3 1 0,-4 2 0,7 3 0,1 5 0,2 0 0,0 0 0,0 7 0,8-1 0,3 11 0,-1-3 0,7 9 0,0 1 0,6-1 0,0-2 0,8-2 0,-4-1 0,7-1 0,3-2 0,7-3 0,4-7 0,1-5 0,5-5 0,0-5 0,-3-7 0,3-8 0,-8-4 0,0-3 0,0-4 0,-2-5 0,-6-4 0,0 1 0,-9-2 0,-2 0 0,-2 2 0,-2-6 0,0 16 0,0 0 0,0 13 0,0 9 0,0 10 0,0 2 0,0 16 0,0 14 0,0 6 0,0 4 0,7 8 0,-3-6 0,8 4 0,-3-4 0,5-7 0,-3-1 0,-1-2 0,1-3 0,4-4 0,-3-8 0,3-7 0,2-5 0,1-3 0,-1-9 0,0-5 0,-2-3 0,-3-2 0,1 0 0,-5-1 0,-1 1 0,3 0 0,0 0 0,-7 7 0,5 3 0,0 7 0,-1 7 0,5 5 0,-5 3 0,-7 2 0,6 0 0,0 1 0,5-1 0,-5 0 0,8-8 0,-13-1 0,15-8 0,-7 0 0</inkml:trace>
  <inkml:trace contextRef="#ctx0" brushRef="#br0" timeOffset="22">28687 13961 8912,'-27'-27'0,"-4"-3"0,7 7 0,-3 2 0,12 9 0,-3 6 0,13-3 0,-3 7 0,10-6 0,4 8 0,5 2 0,4 4 0,10-2 0,4 7 0,3-5 0,3 5 0,1-7 0,2 4 0,3 0 0,-1-7 0,-6 7 0,1-8 0,-1 0 0,-7 0 0,-2 0 0,-2 0 0,0 0 0,-1 0 0,-12-2 0,-4-4 0,-6 3 0,-6-9 0,-4 8 0,-9-3 0,-2 9 0,-2 3 0,2 7 0,2 3 0,-6 10 0,12 2 0,-4 7 0,1 0 0,9 1 0,1-1 0,4-1 0,2-5 0,2 5 0,4-6 0,5-1 0,5-3 0,8-4 0,9-9 0,7-4 0,8-6 0,-2-6 0,7-9 0,1-10 0,-4-4 0,-1-7 0,-7-6 0,0-10 0</inkml:trace>
  <inkml:trace contextRef="#ctx0" brushRef="#br0" timeOffset="23">29444 13823 8912,'-17'0'0,"0"0"0,-1 0 0,1 0 0,0 2 0,0 4 0,1 5 0,5 12 0,-4-2 0,3 8 0,5-6 0,1 6 0,4-3 0,2 3 0,0-4 0,0 0 0,0-14 0,8 10 0,3-15 0,-1 0 0,1-6 0,1 0 0,5-8 0,0-4 0,-2-3 0,-3-2 0,3 0 0,-5 2 0,5 1 0,-4 3 0,5 1 0,-5-1 0,-1 1 0,1 4 0,-5 4 0,5-3 0,3 3 0,1 2 0,2 7 0,1 1 0,-1 4 0,-6 1 0,1-7 0,-1 7 0,1-11 0,-1 4 0,1-4 0,5-2 0</inkml:trace>
  <inkml:trace contextRef="#ctx0" brushRef="#br0" timeOffset="24">29685 13342 8912,'0'-29'0,"0"1"0,-6 12 0,0-1 0,1 11 0,-3-1 0,6 16 0,-4 10 0,5 14 0,-7 9 0,6 4 0,-4 0 0,4 1 0,8 1 0,0-2 0,5 2 0,-5-8 0,7 0 0,-1-11 0,9-3 0,4-3 0,2-7 0,1-1 0,7-9 0,-7-1 0,1-5 0,-6-7 0,4-5 0,-2-3 0,-8-8 0,-8 0 0,-1 2 0,-4 2 0,5 2 0,-7 5 0,2 3 0,-8 1 0,2-5 0,-13 11 0,6-6 0,-9 8 0,7 0 0,1 2 0,3 4 0,1 3 0,6 9 0,0-1 0,0 0 0,0 0 0,0 0 0,2-1 0,4-5 0,3 2 0,8-7 0,6 0 0,2-8 0,0-4 0,0-5 0,-2-4 0,0-5 0,0-1 0,-2-2 0,-2-1 0,-2 1 0,-6 2 0,-1-6 0,-2 2 0,-1 2 0,-1 6 0,-4 7 0,6 3 0,-3 16 0,1 9 0,7 6 0,-9 11 0,8-1 0,-1 1 0,1-1 0,-1 0 0,-7 8 0,9-5 0,-5 3 0,2-4 0,-7-7 0,3-1 0,-4-7 0,-2 2 0,-8-5 0,-5-5 0,-6-4 0,-4-1 0,-8-2 0,5-6 0</inkml:trace>
  <inkml:trace contextRef="#ctx0" brushRef="#br0" timeOffset="25">29599 13651 8912,'-17'0'0,"-1"0"0,1 0 0,8 0 0,1 0 0,8 0 0,23-2 0,17-5 0,23-10 0,21-10 0,-28 8 0,1-2 0,3-1 0,1-2 0,1-3 0,0-1-260,-2-1 1,0 0 0,1-3-1,-1-1 1,0 3 0,0-1-1</inkml:trace>
  <inkml:trace contextRef="#ctx0" brushRef="#br0" timeOffset="26">27396 15457 8912,'-17'-6'0,"0"0"0,0 2 0,-1 4 0,-1 6 0,0 7 0,-2 8 0,0 8 0,12 7 0,-9 8 0,3 8 0,7 9 0,3-4 0,3-1 0,2-3 0,2 3 0,3-5 0,7-9 0,3-9 0,4-5 0,4-8 0,6-5 0,3-9 0,3-1 0,1-5 0,4-5 0,-1-13 0,6-10 0,-12-7 0,1-5 0,-3-4 0,3-7 0</inkml:trace>
  <inkml:trace contextRef="#ctx0" brushRef="#br0" timeOffset="27">27689 15732 8912,'-17'17'0,"1"0"0,5 0 0,-3 8 0,9 4 0,-1 3 0,6 3 0,6-1 0,1 0 0,5-1 0,7-4 0,-2 3 0,14-15 0,-8 0 0,7-7 0,-3-10 0,2-2 0,-3-6 0,-1-9 0,-2-8 0,0-9 0,-2-2 0,-5-4 0,1 3 0,-15-5 0,1 8 0,-6-1 0,-9 1 0,-5 5 0,-4 3 0,-2 1 0,-8 10 0,5 1 0,-9 8 0,1 3 0,1 3 0,5 5 0,5 7 0,4 3 0,1 2 0,9 2 0,3 4 0,8-9 0,9 3 0,3-6 0,14 1 0,3-6 0,2-5 0,1-8 0,8-3 0,2-7 0</inkml:trace>
  <inkml:trace contextRef="#ctx0" brushRef="#br0" timeOffset="28">28033 15663 8912,'-8'-10'0,"6"3"0,-5-1 0,7 14 0,0-4 0,2 15 0,3 0 0,-3 8 0,8-4 0,-6 8 0,1-1 0,-1-1 0,0 4 0,0-7 0,2 3 0,-1-6 0,-5 4 0,0-8 0,0 0 0,0 1 0,0-16 0,6-6 0,0-21 0,-2-10 0,5 1 0,-5-16 0,8 5 0,1-5 0,-4 6 0,3 4 0,-1 4 0,7 3 0,-1 4 0,0 7 0,0 10 0,0 6 0,1 4 0,1 10 0,2 4 0,2 3 0,2 8 0,-4 2 0,3-1 0,3 1 0,-6-2 0,10-6 0,-6 1 0,2-1 0,-6-8 0,3-1 0,-6 0 0,-1 1 0</inkml:trace>
  <inkml:trace contextRef="#ctx0" brushRef="#br0" timeOffset="29">28635 15457 8912,'-9'-10'0,"-7"-5"0,14 13 0,-5 2 0,7 11 0,2 12 0,3 6 0,5 3 0,7 5 0,0-1 0,1 0 0,-1-5 0,0-4 0,-2 1 0,-3-5 0,3 0 0,-5-11 0,7-1 0,0-7 0,-2-6 0,-1-15 0,-3-10 0,-5-5 0,4-3 0,-1-1 0,1-4 0,-6 3 0,5-10 0,-5 8 0,2 7 0,-1 0 0,-5 9 0,0 0 0,2 7 0,4 5 0,-2 3 0,7 8 0,1 0 0,5 8 0,0 1 0,0 9 0,1-1 0,-1 0 0,0-2 0,0-3 0,0 1 0,3-5 0,1-1 0,2 1 0,-1-2 0,-4-6 0,-1 0 0,0 0 0,0-8 0,-1-3 0,-5-5 0,4 7 0,-13-6 0,4 3 0,-4-3 0,-2 5 0,-2 3 0,-4 7 0,-5 0 0,-4 2 0,-1 3 0,5 7 0,-5 3 0,9 2 0,-7 2 0,3 4 0,7-4 0,-4 0 0,8-7 0,0 1 0,0-5 0,2 5 0,4-7 0,6-2 0,3-2 0,4-10 0,4-3 0,-2-7 0,8-4 0,-6-3 0,3-6 0,-1 3 0,6-1 0,-12 0 0,4 2 0,-4 3 0,-2 1 0,0 7 0,1 3 0,-1 2 0,0 5 0,0-6 0,1 9 0,-1-3 0,0 4 0,6-4 0,0 0 0,-2 3 0,4-5 0,-2 2 0,5-7 0,-3 3 0,2 1 0,-6-6 0,2 3 0,-12-3 0,-5-2 0,-4-1 0,-4 1 0,-4 0 0,-3 7 0,-10 1 0,-2 5 0,-2-2 0,2 3 0,-4 8 0,2 5 0,2-1 0,2 12 0,2-3 0,1 3 0,5-4 0,-5 0 0,15 0 0,-5 0 0,4 1 0,2-7 0,0 0 0,0 3 0,8 1 0,1-3 0,8-1 0,1 2 0,6-5 0,-3 7 0,6-1 0,-2 7 0,4 0 0,-4 7 0,-1 3 0,1 1 0,-2 10 0,-7-5 0,-5 5 0,-5 0 0,-4-6 0,-2 4 0,-2 0 0,-4-5 0,2 1 0,-7-13 0,-1-6 0,-5-7 0,0-3 0,0-1 0,-1-6 0,7-2 0,-1-4 0,7-11 0,-5-10 0,3 1 0,1-12 0,6 3 0,2-3 0,3 4 0,5-8 0,7-2 0,2-2 0,4 0 0,4 0 0,4-2 0,1-1 0,4-5 0,3 6 0,-5 1 0,1 7 0,-7-3 0,-3 7 0,-4 0 0,-7 5 0,-5 5 0,-3 8 0,-6 7 0,0 5 0,0-5 0,-2 7 0,-4-2 0,4 4 0,-11 4 0,7 4 0,-2-2 0,5 7 0,-5 3 0,0 1 0,1 2 0,1 0 0,6-5 0,0-1 0,0 1 0,0 5 0,8-8 0,1-1 0,8-8 0,1 0 0,-1 0 0,0 0 0,0 0 0,0 0 0,1-2 0,-1-4 0,0 4 0,0-3 0,-7 3 0,5-4 0,-3 0 0,-3 1 0,3 5 0,-9 0 0,11 2 0,-8 3 0,7 5 0,-11 1 0,4 1 0,-4-8 0,-2 3 0,0-5 0,0 4 0,0-4 0,0 3 0,1-10 0,5-7 0,-4-3 0,11-2 0,-5 0 0,2-1 0,1 1 0,6-2 0,1-4 0,5 4 0,1-4 0,3 4 0,0 2 0,3 0 0,-1 1 0,2 5 0,-4 3 0,1 8 0,-7 0 0,4 0 0,-6 0 0,4 0 0,-4 0 0,6 2 0,-8 4 0,1-4 0,6 5 0,3-7 0</inkml:trace>
  <inkml:trace contextRef="#ctx0" brushRef="#br0" timeOffset="30">31010 14425 8912,'-17'-17'0,"5"7"0,1 3 0,-3-1 0,5 6 0,-3-4 0,7 14 0,-7 9 0,1 8 0,-1 11 0,1 4 0,1-1 0,-1 7 0,5 1 0,4-5 0,4-2 0,4-3 0,3-5 0,9-3 0,5-10 0,-1-8 0,9-7 0,-2 0 0,3-8 0,3-5 0,1-14 0,2-2 0,2-2 0,1-3 0,-7-9 0,0-3 0,1-2 0,-3 4 0,-3-6 0,-4 1 0,-8-7 0,-7 6 0,-5 0 0,-5 1 0,-5-7 0,-7 10 0,-9 9 0,-4 14 0,-2 12 0,-1 5 0,-7 11 0,1 9 0,0 8 0,-1 14 0,6 4 0,3 8 0,1-1 0,2 7 0,6-1 0,7 0 0,4-5 0,12-2 0,9-5 0,10-6 0,10-9 0,18-5 0,-5-8 0,13-1 0,-2-5 0,6-3 0,-3-8 0,5-2 0,-4-4 0,4-11 0,-6-10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6T02:53:25.0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20822 1461 8912,'0'12'0,"0"-1"0,0 3 0,0 1 0,0-5 0,2-5 0,4-10 0,-4-5 0,6-7 0,-8 0 0,0-1 0,0 1 0,0 0 0,0 0 0,0 0 0,0-1 0,0 1 0,0-6 0,0 0 0,0 2 0,-2 8 0,-2 2 0,-4-1 0,-1 3 0,3-5 0,-5 8 0,-1 1 0,-5 5 0,-6 9 0,0 8 0,-8 18 0,3 16 0,-12 16 0,3 19 0,17-37 0,0 2-30,1 1 1,2 3 0,0 2 0,1 2 0,2 1 0,1-1 0,4-5 0,1-1 29,1 42 0,7-22 0,5-10 0,13-12 0,10-11 0,5-15 0,7-17 0,2-12 0,2-7 0,-6-9 0,8-20 0,-4 0 0,4 2 0,0 2 0</inkml:trace>
  <inkml:trace contextRef="#ctx0" brushRef="#br0" timeOffset="1">21218 1633 8912,'-25'18'0,"-3"-1"0,-5 0 0,6 0 0,-5 2 0,5 2 0,0 2 0,-3 8 0,9-5 0,4 3 0,3 0 0,10-8 0,-1 9 0,10-7 0,7-2 0,5-9 0,6-7 0,4-3 0,7-2 0,1 0 0,5-13 0,0-6 0,-2-6 0,-7-4 0,-4-5 0,-3 0 0,-3-1 0,-9 1 0,-4 1 0,-8 5 0,-2-3 0,-4 8 0,-11 2 0,-12 10 0,-3 3 0,-3 10 0,1 4 0,5 1 0,0 5 0,8 7 0,0-6 0,8 1 0,7 1 0,4 0 0,12-5 0,7-2 0,10-1 0,5-5 0,5 6 0,3-8 0,-4 0 0,2 0 0,-7 0 0,-1-6 0,-7 0 0,-2 2 0,-3 1 0,-7-3 0,4 4 0,-13-4 0,4 12 0,-4 4 0,-2 7 0,-2 6 0,-4 0 0,3 7 0,-9-1 0,3-2 0,-5 1 0,5 1 0,1-2 0,-4-3 0,7-6 0,-3-3 0,2-4 0,4 5 0,-5-14 0,7 3 0,0-10 0,0-7 0,2-11 0,1-4 0,5-1 0,2-1 0,-6 0 0,11-5 0,-4 0 0,3 1 0,-3 5 0,4 3 0,-3 9 0,3 5 0,-5 3 0,5 8 0,-3 0 0,-3 10 0,1 7 0,-3 12 0,-3 9 0,4-2 0,-2 4 0,1-3 0,-3-3 0,2 0 0,7-7 0,-9-2 0,7-8 0,1 0 0,5 1 0</inkml:trace>
  <inkml:trace contextRef="#ctx0" brushRef="#br0" timeOffset="2">21889 1410 8912,'-17'2'0,"0"3"0,0-3 0,5 8 0,1-4 0,5 3 0,-5 8 0,7 8 0,-2 4 0,4 3 0,2 3 0,0-1 0,0 8 0,8-6 0,3 5 0,-1-5 0,1-2 0,1-5 0,5 0 0,0-14 0,0 2 0,6-11 0,0 0 0,0-5 0,-6-2 0,1-3 0,-1-2 0,0-7 0,-5 5 0,-3-5 0,-1 1 0,5 8 0,-9-9 0,7 7 0,-7-7 0,4 11 0,0-6 0,1 8 0,3 0 0,-1 0 0,-5 0 0,5 0 0,-5 0 0,6 0 0,-1 0 0,0 0 0,1-2 0,1-3 0,-3 1 0,1-8 0,1 9 0,-3-5 0,7 8 0,-14 2 0,3 4 0,-3 5 0,6 12 0,-6 2 0,4 3 0,-5 5 0,-1-4 0,-1 3 0,-5 2 0,2 1 0,-8-1 0,9-5 0,-3-1 0,-4-6 0,1 0 0,-8-10 0,-1-4 0,1-8 0,0 0 0</inkml:trace>
  <inkml:trace contextRef="#ctx0" brushRef="#br0" timeOffset="3">22733 1565 8912,'-16'9'0,"11"1"0,-13-5 0,1-1 0,-2 6 0,4-3 0,1 13 0,-3-3 0,0 11 0,2 1 0,3 4 0,5 1 0,7 0 0,0-5 0,0 0 0,1-8 0,5 2 0,10-6 0,6-6 0,3-3 0,-4-8 0,2-2 0,-2-4 0,-2-3 0,-1-9 0,-3-4 0,-4-1 0,3-8 0,-8 4 0,-3 1 0,-1-7 0,-2 14 0,0-4 0,-2 0 0,-3 4 0,-7 6 0,-3 3 0,-2 6 0,-1 2 0,3 4 0,4 4 0,-3 4 0,9 7 0,-1-6 0,6 1 0,0-1 0,15 6 0,4 1 0</inkml:trace>
  <inkml:trace contextRef="#ctx0" brushRef="#br0" timeOffset="4">22991 1651 8912,'9'-8'0,"5"4"0,-9-7 0,1-1 0,-6-5 0,-2 9 0,-2 8 0,-1 10 0,-9 13 0,11-2 0,-9 7 0,8 1 0,-2 6 0,-1-3 0,1-3 0,-2 1 0,3-7 0,3 6 0,-4-6 0,4 5 0,2-5 0,0-2 0,0-9 0,0-5 0,0-7 0,0-15 0,0-8 0,2-7 0,4-5 0,-2-1 0,7-2 0,2-2 0,1-2 0,-3 1 0,5 11 0,-5-4 0,-3 11 0,7 0 0,-3 11 0,1 6 0,-2 12 0,5 11 0,-5 12 0,10 4 0,2 1 0,0 0 0,2 1 0,-4-7 0,8 1 0,-1-8 0,7 2 0,-7-10 0,1-1 0,-6-8 0,6 1 0,-6-10 0,5-7 0,-7-5 0,2-6 0,-4-4 0,-1 1 0,-3-7 0,-2 4 0,-1-3 0,-8-2 0,3 1 0,-7 4 0,-7 5 0,-5 6 0,1 3 0,-5 4 0,-3 5 0,-2 8 0,2 7 0,-2 10 0,-2 6 0,0 4 0,12 7 0,-1 4 0,7-3 0,-7 3 0,8 2 0,-1-2 0,8-6 0,3-5 0,13-2 0,0 1 0,6-5 0,10-11 0,5-7 0,-2-3 0,4-2 0,-2 0 0,0 0 0,2-15 0,2-4 0</inkml:trace>
  <inkml:trace contextRef="#ctx0" brushRef="#br0" timeOffset="5">24402 1479 8912,'-17'-12'0,"-1"1"0,7 5 0,0-6 0,7 11 0,-2 1 0,4 9 0,2 20 0,2 9 0,2 8 0,2 7 0,-1 10 0,-3-1 0,2 4 0,2-3 0,-1 4 0,1-8 0,0 5 0,-2-7 0,3-11 0,-1-8 0,-2-6 0,-2-3 0,-2-16 0,0 3 0,0-16 0</inkml:trace>
  <inkml:trace contextRef="#ctx0" brushRef="#br0" timeOffset="6">24247 1599 8912,'-8'-10'0,"6"-5"0,-3 4 0,5 1 0,5 1 0,7 1 0,5 2 0,6-1 0,-4 5 0,14-6 0,-7 8 0,1 0 0,6 8 0,-14 1 0,4 10 0,-4 4 0,-9 4 0,-5 7 0,-3 1 0,-2-1 0,-15 1 0,3-1 0,-11 0 0,4 1 0,2-1 0,0-7 0,0-4 0,-1-4 0,9-10 0,-6 7 0,5-7 0</inkml:trace>
  <inkml:trace contextRef="#ctx0" brushRef="#br0" timeOffset="7">24849 1633 8912,'-17'0'0,"0"0"0,0 0 0,-2 0 0,-4 0 0,4 2 0,-6 4 0,0 5 0,6 5 0,-6 3 0,8 2 0,-1 2 0,3 7 0,4-1 0,5 2 0,4-3 0,2 5 0,8-14 0,3 4 0,4-4 0,3-10 0,1-1 0,2-8 0,2 0 0,0 0 0,-6-2 0,-2-4 0,-3-5 0,3-4 0,-7-3 0,3 1 0,-5 0 0,1-6 0,-1-2 0,-2-1 0,4-1 0,-3-2 0,1-1 0,-6 7 0,2 0 0,4 6 0,-4-1 0,3 1 0,-3 0 0,-2 0 0,2 5 0,4 1 0,-2 7 0,7-2 0,1 4 0,5 2 0,0 0 0,0 0 0,1 8 0,-1 3 0,0 5 0,0 9 0,-5-4 0,-1 7 0,-7-5 0,2 6 0,-4 0 0,-2-3 0,0-3 0,0 4 0,0-8 0,0 4 0,-6-10 0,0-1 0,0-8 0,-1 3 0,5-9 0,-4-3 0,6-11 0,6-9 0,5-1 0,5-5 0,1-1 0,0-3 0,2 1 0,4 0 0,2 5 0,4 0 0,3 10 0,-3 2 0,3 2 0,3 9 0,-7 0 0,-1 8 0,-2 4 0,4-2 0,-6 7 0,-2 2 0,-4-3 0,-6 2 0,5-1 0,-14-1 0,5-3 0,-9-7 0,-3 0 0,-7 0 0,-3 0 0,-2 0 0,-1 0 0,-5 0 0,1 0 0,0 0 0,3 0 0,10 8 0,-6-1 0,3 5 0,2 1 0,-1-7 0,5 5 0,-5-5 0,7 8 0,-4-11 0,8 9 0,2-8 0,2 3 0,2 1 0,9-6 0,2 4 0,2-4 0,8-2 0,-2 0 0,6-8 0,-6 6 0,5-6 0,-1 1 0,-1 5 0,5-12 0,-4 9 0,3-9 0,-5-3 0,7-10 0</inkml:trace>
  <inkml:trace contextRef="#ctx0" brushRef="#br0" timeOffset="8">25796 1427 8912,'-8'17'0,"6"0"0,-7 1 0,3-1 0,4 8 0,-4 3 0,2 5 0,1 1 0,-3 1 0,0-1 0,6 0 0,-2 1 0,-3-1 0,3-7 0,-6-2 0,8-8 0,0-8 0,0-1 0,0-21 0,2-6 0,4-6 0,1-4 0,7-5 0,-3-1 0,3 1 0,1 0 0,-4 5 0,1 2 0,1 2 0,2 2 0,-3 4 0,-1-4 0,1 12 0,5-8 0,0 19 0,-7 4 0,-4 15 0,-5 2 0,-1 2 0,0 7 0,2-9 0,2 6 0,2-2 0,0-2 0,-6-6 0,0 0 0,0 0 0,2-1 0,3-5 0,7-5 0,-3-10 0,3-4 0,1-1 0,3-10 0,1 0 0,0-6 0,2 2 0,4 0 0,-4 0 0,4 6 0,-2 1 0,2 5 0,-4-2 0,6 7 0,-2 2 0,0 2 0,0 2 0,-6 0 0,0 0 0,0 0 0,3 2 0,1 2 0,2 2 0,-2-3 0,-8-1 0,-2-2 0,1-2 0,5-3 0,-7 1 0,-3-6 0,1 3 0,-6-7 0,4 3 0,-4-4 0,-2 5 0,-8-5 0,-2 13 0,-7-4 0,0 12 0,0 5 0,-2 10 0,-4 2 0,9 8 0,-3-3 0,6-1 0,-1 2 0,6 1 0,4 3 0,2 1 0,0-7 0,8-2 0,4-8 0,3 0 0,10 0 0,-4-7 0,7-4 0,3-4 0,2-10 0,-5-3 0,-1-14 0,-2-10 0,-2-7 0,-6-9 0</inkml:trace>
  <inkml:trace contextRef="#ctx0" brushRef="#br0" timeOffset="9">26863 1100 8912,'0'-17'0,"0"0"0,-2 2 0,-2 1 0,-2 3 0,1 11 0,5 6 0,-8 3 0,4 24 0,-7-5 0,5 12 0,-4 6 0,1 4 0,1 1 0,0 1 0,-5 0 0,11-1 0,-4 1 0,4-3 0,2-3 0,2 0 0,4-11 0,-2-1 0,7-17 0,1 2 0,5-13 0,6 0 0,0-8 0,-2-4 0,4-5 0,-2-12 0,6-4 0,-7-7 0,1-1 0,-5 3 0,-1 1 0,0 2 0,-7 1 0,3 1 0,-7 4 0,-2 4 0,5 2 0,-7 7 0,6 3 0,-16 9 0,-2 5 0,-1 8 0,0 8 0,-3 4 0,-1 4 0,5 1 0,3 3 0,7-3 0,0-1 0,0-5 0,0-1 0,7-2 0,9-8 0,7-3 0,-2-6 0,5-4 0,-1-4 0,4-4 0,1 2 0,-7-7 0,0 1 0,-5-3 0,-1 1 0,-6 3 0,1-3 0,-7 5 0,7 7 0,-8 0 0,3 0 0,-7 0 0</inkml:trace>
  <inkml:trace contextRef="#ctx0" brushRef="#br0" timeOffset="10">26536 1547 8912,'-17'-17'0,"-1"0"0,1 0 0,8 0 0,9-1 0,19 3 0,15 4 0,10-5 0,13 7 0,7-3 0,2 1 0,-2 7 0,-1-2 0,-2-1 0,0 1 0,-9 2 0,-10 2 0,-6 2 0,-2-7 0,1-3 0</inkml:trace>
  <inkml:trace contextRef="#ctx0" brushRef="#br0" timeOffset="11">27792 825 8912,'6'-25'0,"-1"-3"0,9 3 0,-3 2 0,5 6 0,1 5 0,0 7 0,2 3 0,2 4 0,2 3 0,-2 7 0,6 11 0,-6 13 0,6 16 0,-2 9 0,-6 8 0,-6 5 0,2 4 0,-13 8-243,4 0 0,-6 0 243,-6 0 0,-3-2 0,-10-2 0,-4-1 0,-4-9 0,-9 5 0,-5-10 0,-6-4 0,-7-8 0,-3-7 0,-16 1 0,2-5 0,-11 6 0,38-26 0,-2-2 0,-5-1 0,-3-2 0,-5-1 0,0 0 0</inkml:trace>
  <inkml:trace contextRef="#ctx0" brushRef="#br0" timeOffset="12">27276 4677 8912,'-17'0'0,"-1"1"0,3 7 0,4 9 0,5 10 0,4 13 0,2 6 0,0 2 0,0-2 0,2 3 0,2-3 0,3 2 0,3-2 0,1-4 0,5-10 0,-5-3 0,4 1 0,-3-7 0,3-7 0,-3-9 0,-3-9 0,-1-3 0,5-13 0,-5-8 0,3-9 0,5 1 0,-5 0 0,-1 5 0,1 0 0,1 1 0,-3 1 0,5 8 0,-7 9 0,3 3 0,-6 1 0,9 8 0,-7 3 0,5 13 0,-5 10 0,5 11 0,-3 3 0,2 1 0,-5-4 0,5 1 0,-1-6 0,1-5 0,-6-4 0,11-10 0,-3-4 0,3-5 0,2-12 0,0-13 0,1-13 0,-1-6 0,-8-10 0,5 4 0,-9-6 0,-1 4 0,6-3 0,-8 7 0,3-2 0,-3 9 0,-2 11 0,0 4 0,0 3 0,0 8 0,0 3 0,0 12 0,0 3 0,2 8 0,4 1 0,4-9 0,7-1 0</inkml:trace>
  <inkml:trace contextRef="#ctx0" brushRef="#br0" timeOffset="13">27895 4780 8912,'-2'-29'0,"-3"0"0,3 8 0,-6-5 0,8 5 0,0-2 0,0 0 0,0 13 0,0 4 0,0 12 0,0 9 0,0 12 0,0 10 0,0 16 0,0 4 0,0 6 0,0-3 0,0 5 0,0-8 0,0-2 0,0 6 0,6-9 0,0 1 0,-3-5 0,1-11 0,0-1 0,2-8 0,-2-3 0,-3-9 0,5-11 0,0-10 0,7-13 0,-9-8 0,8-9 0,-7-5 0,7 0 0,-6-6 0,5 6 0,-1 0 0,3 7 0,-2 5 0,-5-3 0,6 8 0,-1 2 0,6 10 0,-5 3 0,-1 8 0,1 14 0,5 5 0,0 6 0,0 3 0,3 1 0,2-2 0,7-3 0,4-1 0,-5-5 0,1-3 0,2-4 0,-1-3 0,1-8 0,-4-2 0,-3-4 0,-1-3 0,-7-10 0,-5-4 0,3-4 0,-9-7 0,1 5 0,-6 0 0,0-1 0,-8 5 0,1 0 0,-7 8 0,3 0 0,-1 7 0,-5 6 0,0 8 0,0 6 0,5 14 0,1 5 0,7 2 0,-2-3 0,-1 5 0,1-6 0,2-1 0,2 7 0,2-14 0,0 4 0,0-4 0,0-2 0,0-7 0,8-5 0,3-12 0,5-9 0,1-5 0,0-9 0,0 3 0,0-7 0,1-1 0,-1 1 0,0 7 0,-2 4 0,-3 4 0,3 2 0,-5 7 0,1 3 0,1 7 0,-9 9 0,5 7 0,0 5 0,-5 7 0,7-5 0,-2-2 0,3 0 0,-5 2 0,7-6 0,-3 2 0,-1-5 0,7-10 0,-7 3 0,8-7 0,1 0 0,-1-7 0,0-11 0,0-8 0,1-1 0,1-7 0,0 1 0,0-5 0,-4 0 0,-7-6 0,3-2 0,-7 0 0,2-5 0,-4 10 0,-2-14 0,0 15 0,-2 7 0,-4 10 0,4 4 0,-5 12 0,7 7 0,-6 11 0,0 16 0,2 9 0,2 6 0,2 6 0,0 2 0,0 1 0,0 1 0,0-6 0,0-2 0,0-2 0,2-2 0,2-6 0,4 1 0,1-1 0,3-7 0,-1-2 0,1-8 0,-1 0 0,6 0 0</inkml:trace>
  <inkml:trace contextRef="#ctx0" brushRef="#br0" timeOffset="14">28790 5020 8912,'-17'6'0,"0"0"0,-1 0 0,1 1 0,8-5 0,1 6 0,16-8 0,9-10 0,14-5 0,7-6 0,13-4 0,12 4 0,4-2 0,2-7 0,8 3 0,1-8 0</inkml:trace>
  <inkml:trace contextRef="#ctx0" brushRef="#br0" timeOffset="15">29530 4694 8912,'0'17'0,"0"0"0,0 0 0,-6 6 0,1 2 0,1 2 0,2 1 0,2 5 0,0-4 0,0 3 0,0-3 0,0 3 0,0 3 0,0-9 0,2 1 0,2-6 0,1 2 0,1-8 0,-6-7 0</inkml:trace>
  <inkml:trace contextRef="#ctx0" brushRef="#br0" timeOffset="16">29427 4608 8912,'-17'-23'0,"-1"0"0,1-6 0,2 6 0,3 2 0,5 2 0,7 2 0,0 0 0,7 7 0,11-3 0,12 5 0,8-1 0,6 3 0,8-5 0,0-1 0,-1-5 0</inkml:trace>
  <inkml:trace contextRef="#ctx0" brushRef="#br0" timeOffset="17">30322 4161 8912,'-25'-17'0,"6"-1"0,-6 3 0,8 4 0,-1 3 0,1 8 0,0 0 0,6 8 0,1 5 0,0 8 0,1 8 0,5 11 0,-2 6 0,4 11 0,2 6 0,0-2 0,0 2 0,0 2-707,0 10 707,0-5 0,0 5 0,0-12 0,0-6 0,0-11 0,0-4 0,0-10 0,0-3 0,0-4 0,0-8 0</inkml:trace>
  <inkml:trace contextRef="#ctx0" brushRef="#br0" timeOffset="18">29943 4711 8912,'-17'0'0,"0"0"0,-1 0 0,9 0 0,1 0 0,12 0 0,8 0 0,10 0 0,11-8 0,7-3 0,4-4 0,8-3 0,-1 1 0,1 0 0,0 0 0,7 0-68,-13-1 0,4-6 1,-16-3-1</inkml:trace>
  <inkml:trace contextRef="#ctx0" brushRef="#br0" timeOffset="19">27603 6379 8912,'-17'0'0,"-1"0"0,1 2 0,0 5 0,0 10 0,7 3 0,4 10 0,4 4 0,2 5 0,0-1 0,0 0 0,2-2 0,4 1 0,6-5 0,-3-3 0,3-1 0,1-7 0,2-7 0,3-7 0,-1-7 0,0-3 0,0-9 0,0-11 0,1-7 0,-1-5 0,0-1 0,0-4 0,0 4 0,1-5 0,-3 11 0,-2 3 0,-1 2 0,1 4 0,-3 10 0,1 5 0,-1 6 0,1 6 0,3 5 0,-9 12 0,9 10 0,-3 7 0,-1 6 0,1-6 0,3-2 0,1-2 0,0-9 0,-3-4 0,3-4 0,-7-11 0,5-8 0,-2-10 0,-5-7 0,6-6 0,-9-9 0,3-9 0,2-4 0,-2 5 0,-1-6 0,-5 6 0,-2-1 0,-1 9 0,-5 3 0,-2 6 0,-1 12 0,-1-2 0,1 7 0,0 0 0,-7 6 0</inkml:trace>
  <inkml:trace contextRef="#ctx0" brushRef="#br0" timeOffset="20">28222 6533 8912,'-9'0'0,"1"0"0,23 0 0,-3 0 0,11 0 0,-2-7 0,2-5 0,-4 3 0,4-3 0,-6 1 0,-6-6 0,3-1 0,-8 1 0,-3 0 0,-1 0 0,-2 0 0,-7 1 0,-7 5 0,-7 5 0,2 4 0,-8 4 0,6 6 0,-2 9 0,0 4 0,6 13 0,2-1 0,2 13 0,3 0 0,2-2 0,10 5 0,10-13 0,11 5 0,11-7 0,12-5 0,11-6 0,6-12 0,2-5 0,0-14 0,-3-11 0,-3-13 0,-2-10 0,-5-10 0</inkml:trace>
  <inkml:trace contextRef="#ctx0" brushRef="#br0" timeOffset="21">28945 5949 8912,'17'0'0,"-5"2"0,-1 3 0,-5 13 0,5 10 0,-7 14 0,2 10 0,-4 9 0,-2 14 0,0-3-158,0 8 0,6-9 158,-1-2 0,1-8 0,-6-9 0,0-7 0,0-3 0,0-5 78,0-11-78,8-5 0,-6-11 0,5-10 0,-7-11 0,0-12 0,0-6 0,2-3 0,4-3 0,-4-7 0,13 4 79,-3-8 0,3 8 1,2-2-80,0 3 0,0 7 0,1 7 0,-1 0 0,0 12 0,2 3 0,2 4 0,2 8 0,0 7 0,-6 12 0,6-2 0,2 6 0,2-2 0,-6 5 0,6-10 0,-4 2 0,3-4 0,9-7 0,-1-5 0,1-4 0,-1-2 0,1 0 0,-1-14 0,2-5 0,4-6 0,-9 3 0,3-7 0,-5 2 0,0-2 0,-4-3 0,-8 3 0,-8 5 0,-3 1 0,-13 5 0,-11 7 0,1-2 0,-8 7 0,0 6 0,-3 9 0,1 5 0,-2 14 0,8-7 0,-4 12 0,10-6 0,4-1 0,-3 5 0,8-8 0,1 6 0,5-7 0,0-1 0,0-1 0,2-5 0,3-4 0,-1 3 0,8-9 0,-1 9 0,6-12 0,1 2 0,-1-8 0,2-6 0,4-7 0,-4-6 0,4-2 0,-4-2 0,-2-3 0,-1-3 0,-5-1 0,2 2 0,-7 3 0,0 4 0,-6 8 0,2 0 0,4-1 0,-5 9 0,7 3 0,-8 12 0,8 3 0,-4 9 0,5-1 0,1 0 0,-1 0 0,5 0 0,1 8 0,2-6 0,0 4 0,-1-9 0,-5-3 0,4-7 0,-3 2 0,3-4 0,2-2 0,1 0 0,-9-8 0,5-2 0,-7-7 0,3 0 0,-6 0 0,1 0 0,3-6 0,0 0 0,-1 2 0,1 2 0,-2 1 0,-6 1 0,0 0 0,0 8 0,7 3 0,5 12 0,-3 1 0,3 5 0,-8 3 0,11-6 0,-6 9 0,1-1 0,5 0 0,-5 0 0,7-1 0,0-5 0,-7-3 0,5-10 0,-3-4 0,1-4 0,-2-7 0,5-8 0,-12 4 0,5-5 0,-1 1 0,3-6 0,-5 3 0,0 3 0,-6 2 0,6 9 0,1 5 0,3 1 0,1 4 0,6 10 0,-3 4 0,3 7 0,-2 0 0,14 0 0,-6 1 0,6-1 0,-1-2 0,7-4 0,7-3 0,-8-8 0,3-2 0,-7-4 0,-3-3 0,3-10 0,-5-4 0,-6-6 0,2-3 0,-19-3 0,4 1 0,-4 0 0,-2 1 0,0 4 0,-8 5 0,-3 8 0,-4 5 0,-3 5 0,-5 4 0,1 2 0,-1 16 0,5-3 0,1 17 0,0 7 0,5-3 0,1 6 0,7-3 0,-3-3 0,7-2 0,0-3 0,9 2 0,8-10 0,12-6 0,9-7 0,6-7 0,8-1 0,7-7 0,2-5 0,8-11 0,-8-11 0,-1-10 0</inkml:trace>
  <inkml:trace contextRef="#ctx0" brushRef="#br0" timeOffset="22">27775 8115 8912,'-29'-11'0,"2"1"0,2 3 0,4 3 0,2 2 0,4 4 0,4 5 0,5 11 0,4 8 0,2 7 0,0 3 0,0 4 0,0-2 0,0 6 0,2-2 0,4-3 0,-5-11 0,7 3 0,-8-8 0,0-2 0,0-2 0,0-10 0,0-1 0,0-27 0,0-8 0,0-7 0,0-1 0,0-10 0,0 6 0,0-10 0,0 5 0,0 0 0,0-6 0,6 14 0,2-2 0,-1 7 0,1 8 0,5 10 0,1 3 0,7 3 0,0 10 0,7 15 0,-1 6 0,2 11 0,3 7 0,-3 4 0,-4 3 0,-2 3 0,-4-2 0,-2-3 0,0-3 0,1-2 0,-9-2 0,-1-13 0,-8-2 0,0-15 0,0-12 0,0-16 0,0-10 0,2-9 0,3-3 0,-3-7 0,8 3 0,-4-8 0,-3-3 0,9 3 0,-6 1 0,3 14 0,1 7 0,-1 5 0,5 10 0,-7 5 0,9 12 0,-7 4 0,1 5 0,5 20 0,-5-3 0,7 14 0,-2-2 0,-2-1 0,-1-7 0,-1 3 0,7-11 0,-1 3 0,0-10 0,0 1 0,0-17 0,3 5 0,1-4 0,2-4 0,-2-4 0,-2-9 0,-2-8 0,-2-7 0,-3 1 0,3-3 0,-7-3 0,3 1 0,-3-1 0,-8 3 0,0 1 0,0 3 0,0 7 0,0 3 0,0 13 0,0 10 0,0 13 0,0 6 0,0 5 0,0 4 0,2-7 0,2 1 0,3-4 0,3-4 0,1-2 0,6 1 0,1-9 0,-1-3 0,0-4 0,0-2 0,-1-2 0,-5-4 0,4-9 0,-5-10 0,1 0 0,1 0 0,-8-5 0,9 9 0,-7-8 0,-1 8 0,-5-2 0,0 10 0,0 1 0,2 10 0,2 2 0,2 10 0,0 5 0,-4 2 0,3 1 0,-1 5 0,8-1 0,-3 1 0,5-5 0,-3-1 0,1 0 0,5 0 0,0-2 0,0-3 0,-5-4 0,-1-8 0,-7 0 0,4 0 0</inkml:trace>
  <inkml:trace contextRef="#ctx0" brushRef="#br0" timeOffset="23">28945 7668 8912,'0'-17'0,"0"5"0,0 1 0,0 9 0,0 2 0,0 8 0,-6 17 0,1 3 0,1 5 0,2 9 0,4 0 0,2 6 0,3-3 0,3 3 0,1 0 0,6-2 0,1 2 0,-1-8 0,0 0 0,0-8 0,0-3 0,1-12 0,5-4 0,0-7 0,-2-2 0,3-12 0,-1-11 0,-2-11 0,-1-9 0,-3-8 0,0-3 0,0-7 0,0-8 0,1 4 0</inkml:trace>
  <inkml:trace contextRef="#ctx0" brushRef="#br0" timeOffset="24">29272 7582 8912,'-10'-17'0,"-3"6"0,7-1 0,-7 8 0,1-1 0,5 5 0,-1 7 0,0 10 0,7 10 0,-5 13 0,4 4 0,2 8 0,8-1 0,-5 1 0,9-1 0,-3-1 0,3-4 0,3 2 0,-3-8 0,3-2 0,2-4 0,0-5 0,-5-10 0,-1-7 0,1-9 0,5 5 0,0-16 0,0-3 0,-5-12 0,-1-6 0,-1 3 0,3-3 0,-3 0 0,-1 1 0,1-1 0,-6 8 0,2-2 0,-3 10 0,3 1 0,-4 8 0,8-3 0,-5 7 0,-3 7 0,4 5 0,-2 3 0,2 2 0,-5 1 0,13 5 0,-7-1 0,3-1 0,2-1 0,-1-11 0,0-3 0,3-4 0,1-2 0,2-8 0,1-1 0</inkml:trace>
  <inkml:trace contextRef="#ctx0" brushRef="#br0" timeOffset="25">29651 7479 8912,'-12'17'0,"1"0"0,1 1 0,-1-1 0,-3 0 0,8 0 0,-5 0 0,5 1 0,1-1 0,5 0 0,0 0 0,7-7 0,5-3 0,9-7 0,2 0 0,0 0 0,-8-7 0,-4-5 0,3-3 0,-7-2 0,1 0 0,0-1 0,-5 1 0,-1 0 0,-9 2 0,-5 1 0,-3 3 0,-2 7 0,-6-4 0,0 8 0,-6 8 0,6 4 0,-7 3 0,3 10 0,-8 1 0</inkml:trace>
  <inkml:trace contextRef="#ctx0" brushRef="#br0" timeOffset="26">29220 8012 8912,'-23'8'0,"0"3"0,6-1 0,6 1 0,7-7 0,-4 4 0,16-16 0,9-2 0,14-9 0,7-4 0,6-3 0,8-9 0,-1 1 0,1-1 0,-1 1 0,1 2 0,0 3 0,7-4 0,2 7 0</inkml:trace>
  <inkml:trace contextRef="#ctx0" brushRef="#br0" timeOffset="27">30081 7599 8912,'-17'0'0,"-1"0"0,1 0 0,2 2 0,3 4 0,-3 4 0,13 9 0,-4 2 0,6 4 0,4 3 0,2 8 0,7-1 0,-9 13 0,8-6 0,1 2 0,-5-6 0,5 11 0,-7-5 0,-2 0 0,-2 4 0,-2-8 0,0 0 0,0 2 0,-8-7 0,-4-1 0,-3-9 0,-2-14 0,7-3 0,-5-8 0,6-8 0,-9-1 0</inkml:trace>
  <inkml:trace contextRef="#ctx0" brushRef="#br0" timeOffset="28">29874 7668 8912,'16'-32'0,"-5"3"0,4 6 0,-3 12 0,9-3 0,2 9 0,7-7 0,-1 6 0,4 1 0,-5 10 0,-1 3 0,0 3 0,-2 7 0,-1 3 0,-1 9 0,-11-9 0,-3 6 0,-1-2 0,-2 5 0,-6-1 0,0 3 0,0-3 0,0 0 0,-2-6 0,-4 3 0,-5-1 0,-5-4 0,-1-9 0,8-5 0,-7-7 0,7 0 0</inkml:trace>
  <inkml:trace contextRef="#ctx0" brushRef="#br0" timeOffset="29">30356 7256 8912,'10'-18'0,"-3"7"0,-5 1 0,4 3 0,-4 1 0,11 15 0,-7 9 0,7 7 0,-5 17 0,5 3 0,-1 5 0,1 2 0,-3-1 0,1-1 0,3-4 0,7 1 0,2-6 0,7-1 0,-9-14 0,8-3 0,-6-9 0,6-5 0,1-1 0,-5-4 0,-2-10 0,-4-5 0,-2-12 0,2 2 0,1-8 0,-1-2 0,-4-1 0,-9-2 0,1 5 0,-7 0 0,0-1 0,0 5 0,-2 6 0,-3 9 0,-7 3 0,-3 3 0,-2 9 0,0 9 0,-1 7 0,1 6 0,2 15 0,1 3 0,3 5 0,7-6 0,-2-2 0,4 0 0,6-7 0,8-1 0,1-2 0,18-9 0,5-2 0,6-9 0,17-6 0,6-12 0,6-8 0,4-7 0,7-13 0,-4-10 0</inkml:trace>
  <inkml:trace contextRef="#ctx0" brushRef="#br0" timeOffset="30">28308 9301 8912,'-34'0'0,"1"0"0,5 0 0,5 0 0,2 2 0,0 6 0,-2 7 0,2 6 0,7 18 0,5 3 0,1 11 0,4 18 0,12 17 0,-1-40 0,1 1 0,2 2 0,1-1 0,4 1 0,1-2 0,14 35 0,7-6 0,3-11 0,-2-14 0,-2-16 0,5-20 0,-1-11 0,-2-8 0,-2-10 0,-3-9 0,-3-19 0,-1-6 0,-8-11 0,10-6 0,-8-12 0,-2-5 0,-4 4 0,-6 3 0,-5 6 0,-4 4 0,-10 8 0,-3-10 0,-12 8 0,-6 7 0,-11 10 0,2 11 0,-8 8 0,0 8 0,2 7 0,2 12 0,8 7 0,-1 8 0,8 6 0,-3 15 0,7 4 0,0 2 0,6-3 0,0 5 0,-1-4 0,-6 4 0,-3 1 0</inkml:trace>
  <inkml:trace contextRef="#ctx0" brushRef="#br0" timeOffset="31">27999 10024 8912,'0'-10'0,"7"-5"0,5 3 0,11-3 0,7-2 0,16-2 0,11-4 0,14-2 0,4-4 0,7-3 0,-4 5 0,8-7 0,-1-1 0,-9 1 0,-13 0 0,-11-8 0,-18-2 0</inkml:trace>
  <inkml:trace contextRef="#ctx0" brushRef="#br0" timeOffset="32">29410 8975 8912,'0'-25'0,"0"-4"0,2-1 0,3 1 0,7-1 0,11 7 0,3 2 0,11 9 0,1 6 0,2 5 0,6 10 0,-6 8 0,0 4 0,-5 14 0,-3-3 0,-3 14 0,-6 2 0,-12-4 0,-5 2 0,-4-3 0,-2 3 0,-2 4 0,-4-4 0,-5-4 0,-12-2 0,4-4 0,-4-1 0,4-1 0,2 0 0,-1 1 0,1-1 0,6 6 0,-1 0 0,8 1 0,-3-7 0</inkml:trace>
  <inkml:trace contextRef="#ctx0" brushRef="#br0" timeOffset="33">29891 10161 8912,'-26'61'0,"-7"-7"0,5-8 0,3-8 0,7 4 0,13-8 0,3-1 0,2-5 0,7-5 0,5-11 0,11-5 0,6-7 0,-3 0 0,3-2 0,2-3 0,-7-12 0,7-4 0,-10-6 0,-6 2 0,3-6 0,-17 10 0,5-5 0,-4 1 0,-2 4 0,-9 2 0,-9 1 0,-8 1 0,1 0 0,-8 2 0,6 3 0,1 7 0,-7 3 0,5 2 0,3-8 0,0-1 0</inkml:trace>
  <inkml:trace contextRef="#ctx0" brushRef="#br0" timeOffset="34">27345 11502 8912,'0'-23'0,"0"-2"0,0 1 0,0-3 0,0 2 0,0 0 0,0 2 0,-2 6 0,-2 0 0,-2 0 0,2 0 0,0 1 0,-1 3 0,-5 1 0,1-1 0,-7 5 0,7 1 0,-8 5 0,-1-2 0,1-2 0,-2 1 0,-2 6 0,-2 5 0,-8 6 0,3 11 0,-12 11 0,-6 12 0,2 3 0,0 3 0,2 0 0,3-1 0,11 1 0,-1-3 0,12-1 0,7-2 0,6-8 0,8 2 0,8-9 0,11-2 0,7-8 0,7 9 0,3-7 0,-2-6 0,6-5 0,0 1 0,-4 2 0,-4 3 0,1-7 0,-14 1 0,4-7 0,-10 7 0,4-1 0,-21 6 0,0 1 0,-10 1 0,-13 4 0,-5-2 0,-13 5 0,-4-1 0,-5 4 0,-2-6 0,1-2 0,-1-2 0,0-4 0,1-3 0,7-5 0,7-7 0,11 0 0,1 0 0,9-7 0,11-5 0,3-11 0,9-11 0,3-10 0</inkml:trace>
  <inkml:trace contextRef="#ctx0" brushRef="#br0" timeOffset="35">27482 11709 8912,'-17'19'0,"-8"4"0,-3-12 0,3-3 0,0 7 0,6-4 0,-4 5 0,4 7 0,-2 1 0,7 1 0,8 0 0,-3 6 0,7-10 0,-4 7 0,4-1 0,2 2 0,6-4 0,2-8 0,1 0 0,3-7 0,5-5 0,0-3 0,0-2 0,1-7 0,-1-5 0,-2-5 0,-3-6 0,1-2 0,-7-4 0,1-1 0,-1 7 0,-4-6 0,4 6 0,-4 2 0,-2 2 0,2 8 0,3-1 0,-3 9 0,8-5 0,-6 10 0,1 4 0,7 5 0,-6 12 0,7 2 0,-2 3 0,5 5 0,1-8 0,2 5 0,4-1 0,-4-8 0,4 0 0,-4-8 0,-2-5 0,1-8 0,-9 0 0,14-15 0,-4-4 0</inkml:trace>
  <inkml:trace contextRef="#ctx0" brushRef="#br0" timeOffset="36">27861 11640 8912,'0'27'0,"0"-3"0,0 1 0,0-4 0,0 8 0,0-1 0,0 9 0,0 3 0,0-8 0,0 9 0,6-15 0,3 7 0,5-7 0,5-5 0,4-7 0,0-3 0,1-9 0,5-2 0,4-4 0,-5-13 0,-1-4 0,2-13 0,-8-2 0,2-5 0,-4 3 0,-4-8 0,-2-1 0,-1-3 0,-8 6 0,2 4 0,-5 5 0,-1 5 0,0 1 0,0 16 0,0-2 0,0 22 0,0 5 0,0 11 0,0 5 0,0 10 0,0 5 0,0 0 0,0 5 0,0-6 0,6 6 0,2-6 0,1 2 0,3 2 0,-1 3 0,1-3 0,-8 2 0,1-8 0,-3 6 0,-4-4 0,-3 2 0,-5-6 0,-7 2 0,0-3 0,-1-3 0,-6-7 0,4 3 0,-2-7 0,2-6 0,3-5 0,0-8 0,0 0 0,0-8 0,7-6 0,-3-17 0,7-7 0,0-6 0,6-6 0,0-11 0,8 11 0,1-13 0</inkml:trace>
  <inkml:trace contextRef="#ctx0" brushRef="#br0" timeOffset="37">28756 11554 8912,'-10'-10'0,"-3"-5"0,5 5 0,-1 1 0,5-6 0,-4 11 0,8-8 0,0-1 0,8 5 0,3 1 0,4-1 0,3 6 0,-1-6 0,0 8 0,0 0 0,1 0 0,-1 0 0,0 0 0,0 8 0,-5 0 0,-1 3 0,-7 4 0,2-3 0,-4 3 0,-2 2 0,-2-5 0,-4-1 0,4 1 0,-4 5 0,4 0 0,2-5 0,0-1 0,0 2 0,0 3 0,2-5 0,4 1 0,4-3 0,7 3 0,2 3 0,2-4 0,2 5 0,7-7 0,-10 12 0,3-4 0,-4 10 0,-2-2 0,-2 2 0,-3 3 0,-7 3 0,-3 1 0,-15 1 0,-4-3 0,-2-3 0,-8 3 0,2-13 0,-4 4 0,-1-4 0,7-1 0,0-9 0,6-3 0,1-8 0,5-10 0,3 1 0,16-29 0,1 4 0</inkml:trace>
  <inkml:trace contextRef="#ctx0" brushRef="#br0" timeOffset="38">29599 11485 8912,'11'0'0,"1"0"0,-8 0 0,3 0 0,-7 0 0,0 2 0,0 4 0,0 5 0,0 12 0,0 6 0,6 3 0,0 3 0,1 1 0,-1 4 0,-2 4 0,7 7 0,-5-1 0,6-4 0,-3-2 0,3-4 0,-3-4 0,-3 4 0,-4-11 0,4-6 0,-4-4 0,-18-2 0,-3 1 0</inkml:trace>
  <inkml:trace contextRef="#ctx0" brushRef="#br0" timeOffset="39">29496 11554 8912,'9'-17'0,"7"-1"0,-5 1 0,-1 0 0,1 0 0,1 0 0,7-1 0,4 1 0,5 2 0,5 4 0,1-5 0,6 14 0,0-3 0,6 3 0,-5 2 0,-3 9 0,-10 8 0,1 8 0,-12 10 0,2-1 0,-13 0 0,-2 1 0,-10 5 0,-5 2 0,-4 2 0,-8-6 0,0 2 0,-6-4 0,6-1 0,2-8 0,9-4 0,5-4 0,9-17 0,3-8 0,13-15 0,8-14 0,9-9 0</inkml:trace>
  <inkml:trace contextRef="#ctx0" brushRef="#br0" timeOffset="40">30201 11468 8912,'12'-6'0,"-1"0"0,-7 1 0,4 5 0,-10 0 0,-4 0 0,-4 2 0,1 3 0,-6 5 0,3 7 0,-3 0 0,-2 0 0,5 1 0,1-1 0,7 0 0,-2 0 0,4 0 0,2-7 0,0 5 0,2-13 0,4 4 0,5-4 0,5-10 0,1-3 0,0-5 0,0-1 0,0-8 0,1-3 0,-1 1 0,0-2 0,-2 3 0,-3-3 0,1 4 0,-7 8 0,5 0 0,-3 1 0,2 5 0,-7 3 0,11 10 0,-8 4 0,5 3 0,-5 9 0,7-7 0,-1 1 0,3-3 0,2 3 0,0 1 0,1-7 0,6 5 0,5-5 0,-2 0 0,2-6 0,1 0 0,3 0 0,-1-6 0,-3 0 0,1-5 0,-7 5 0,6-7 0,-6 1 0,0 3 0,-6-3 0,0 3 0,1-3 0,-7-3 0,1 3 0,-9-3 0,5 4 0,-8-1 0,-8 8 0,-3-1 0,-4 3 0,-3 2 0,1 0 0,0 0 0,5 0 0,1 0 0,0 7 0,-7-3 0,1 8 0,8-7 0,3 7 0,4 1 0,2-5 0,0 7 0,0-5 0,8 5 0,3-4 0,6-3 0,6-8 0,-2 0 0,8 0 0,-6 0 0,6 0 0,-1-2 0,1-4 0,0-5 0,-8-4 0,3-3 0</inkml:trace>
  <inkml:trace contextRef="#ctx0" brushRef="#br0" timeOffset="41">31234 11141 8912,'0'17'0,"0"-7"0,0 5 0,0-5 0,0 7 0,0 0 0,0 0 0,0 1 0,0-1 0,0 0 0,0 2 0,0 2 0,0 2 0,0 0 0,0 2 0,0-6 0,0 6 0,-2-8 0,-4 0 0,4 0 0,-5-5 0,7-1 0,-2-7 0,-4 2 0,4-6 0,-6-6 0,1-6 0,3-10 0,-6-9 0,3-7 0,1 0 0,6-8 0,0 6 0,0-6 0,2 8 0,4-3 0,-3 11 0,9 1 0,-1 8 0,7-2 0,-1 6 0,2 6 0,4 5 0,-2 4 0,6 4 0,-3 6 0,-2 9 0,4 0 0,-7 8 0,4-8 0,-9 6 0,-3 0 0,-5 0 0,5-6 0,-7 0 0,2 0 0,-2 1 0,0-1 0,1 0 0,3-6 0,-2 1 0,3-8 0,8 1 0,1-8 0,-1-3 0,0-8 0,0 5 0,1-8 0,-1-2 0,0-4 0,0 4 0,0-4 0,1 4 0,-3-1 0,-2-1 0,-3-1 0,-3 0 0,-1 3 0,-6 2 0,-2 2 0,-3 3 0,1 5 0,-8 7 0,-1 0 0,-2 2 0,-3 5 0,1 11 0,0 1 0,0 9 0,1 1 0,3 3 0,2-3 0,7 4 0,-4-9 0,8 5 0,2-4 0,4-8 0,5 0 0,12-1 0,6-5 0,3-3 0,3-8 0,-1 0 0,1 0 0,7-16 0,-6 3 0,4-16 0,-3 5 0,-3-11 0,0-3 0,1-14 0</inkml:trace>
  <inkml:trace contextRef="#ctx0" brushRef="#br0" timeOffset="42">32111 10522 8912,'-17'0'0,"6"0"0,-1 0 0,1 0 0,-6 0 0,5 8 0,3 5 0,1 8 0,2 6 0,6 9 0,0 4 0,0 6 0,8 4 0,1 7 0,9 1 0,-1-3 0,0 6 0,0-9 0,0-1 0,1-7 0,-1-9 0,-2-9 0,-3-3 0,3-11 0,-6-9 0,3-6 0,-1-9 0,-5-5 0,6-6 0,-9-4 0,11-7 0,-8 0 0,1-1 0,-1 1 0,-4 7 0,4 4 0,-3 4 0,3 2 0,-4 3 0,4 9 0,-4 7 0,-2 22 0,0 5 0,0 9 0,0 2 0,5 1 0,1-7 0,8 0 0,-3 1 0,4-9 0,3-5 0,-1-7 0,2-6 0,2-8 0,2 0 0,-2 0 0,-2-16 0,4 3 0,0-16 0,0 1 0,-6-7 0,0 3 0,0 3 0,-5-2 0,-1 9 0,-1-1 0,1 5 0,-3 11 0,-8 7 0,0 9 0,0 14 0,0-2 0,0 8 0,0 0 0,0 5 0,0 0 0,0 1 0,0-3 0,0-3 0,0 3 0,0-5 0,0 0 0,-8 3 0,-3-9 0,-4-5 0,-10 1 0,-2-8 0</inkml:trace>
  <inkml:trace contextRef="#ctx0" brushRef="#br0" timeOffset="43">31974 11090 8912,'-12'-18'0,"1"1"0,-3 0 0,7 7 0,-1-5 0,12 8 0,9-7 0,16 5 0,15 1 0,11 4 0,7-5 0,6 7 0,1-4 0,4 4 0,-2 0 0,-4-4-388,-10 4 0,10-20 1,-6 2-1</inkml:trace>
  <inkml:trace contextRef="#ctx0" brushRef="#br0" timeOffset="44">33058 10797 8912,'-25'10'0,"6"5"0,-6-11 0,6 5 0,-4-1 0,4 6 0,-4-3 0,4 4 0,2 2 0,5 1 0,3 1 0,1 2 0,4 2 0,2 0 0,8 0 0,2-1 0,1-1 0,3-1 0,5-3 0,0-6 0,0 1 0,0-7 0,1 7 0,-1-8 0,0 1 0,-7-3 0,3 6 0,-7 3 0,5-1 0,-5 1 0,-4 3 0,-6 1 0,-6 8 0,-7 0 0,-6 0 0,0-6 0,-5 6 0,5 0 0,0 0 0,6-6 0,-1 0 0,1 0 0,0-1 0,0-5 0,5-3 0,1-8 0,7-8 0,-4-1 0</inkml:trace>
  <inkml:trace contextRef="#ctx0" brushRef="#br0" timeOffset="45">33264 11313 8912,'-11'8'0,"-1"3"0,1 14 0,-8 9 0,-4 10 0,-2 10 0,-7 9 0,-1 13 0,-3 12 0,10-40 0,-2 0 0,1 3 0,1 1 0</inkml:trace>
  <inkml:trace contextRef="#ctx0" brushRef="#br0" timeOffset="46">27345 13256 8912,'-33'-17'0,"2"0"0,5-3 0,1 1 0,4 2 0,4 9 0,5 10 0,3 12 0,5 14 0,-2 13 0,2 8 0,2 9 0,2 5 0,6 3 0,0 3 0,-1-2 0,3-4 0,-6 2 0,4-8 0,1 3 0,-1-7 0,-2-1 0,-2-8 0,-2-14 0,0-7 0,0-4 0,0-9 0,0-5 0,0-12 0,0-12 0,0-14 0,0-9 0,0-9 0,0-1 0,2 0 0,4 1 0,-3 1 0,9 4 0,-3 6 0,5 12 0,-3 7 0,3 7 0,1 7 0,2 7 0,2 9 0,4 8 0,-4 14 0,4 9 0,4 8 0,2-2 0,5-4 0,6-2 0,-3-4 0,12-9 0,-3-4 0,2-6 0,-2-8 0,-6-9 0,4-15 0,0-12 0</inkml:trace>
  <inkml:trace contextRef="#ctx0" brushRef="#br0" timeOffset="47">27981 13617 8912,'-17'17'0,"0"0"0,0 1 0,-1-1 0,3 2 0,4 4 0,-5 4 0,5 7 0,-2 0 0,1 1 0,-3-1 0,13 0 0,-4 1 0,4-1 0,10-7 0,-4-4 0,7-12 0,3-5 0,8-4 0,-2-4 0,3-4 0,-4-5 0,-8-6 0,-1-6 0,-1-6 0,1-3 0,-6 5 0,3-6 0,-7 7 0,0-1 0,0-6 0,0 14 0,0-4 0,-2 4 0,-3 2 0,3 6 0,-4-1 0,4 10 0,2 2 0,8 8 0,-4 11 0,7 4 0,-5-2 0,5 6 0,3-2 0,3 3 0,6-5 0,-4-6 0,4-5 0,-4-8 0,-2 1 0,0-3 0,3-2 0,1-2 0,1-3 0,1-11 0,-5-9 0,-1 1 0,0-1 0,0-6 0,-1 10 0,-5-7 0,2 5 0,-7-6 0,0 8 0,-6-2 0,0 4 0,0 9 0,0 10 0,6 16 0,-1 9 0,-1 1 0,4 3 0,-1 5 0,3 1 0,2-1 0,3 0 0,-4 1 0,12-8 0,-11 3 0,11-9 0,-4-6 0,-2-5 0,2-10 0,4 0 0,-4-15 0,4-8 0,-4-8 0,-3-11 0,-5-4 0,4-3 0,-5-3 0,-1 2 0,-3 5 0,-4 3 0,-2 9 0,0 4 0,0 7 0,2 4 0,4 7 0,5 5 0,-1 4 0,1 2 0,-7 8 0,19 1 0,-4 9 0</inkml:trace>
  <inkml:trace contextRef="#ctx0" brushRef="#br0" timeOffset="48">28962 13583 8912,'-9'0'0,"-1"1"0,4 5 0,6-4 0,0 4 0,10-4 0,13-2 0,-2 0 0,8 0 0,-3-8 0,3-3 0,2-5 0,-8-1 0,-1-6 0,-4 0 0,-1 0 0,-8 1 0,-3-1 0,-4 2 0,-17 9 0,1 8 0,-14 16 0,-1 11 0,2 7 0,4 5 0,-3-1 0,12 0 0,-1 1 0,5-1 0,5 1 0,7-3 0,5-3 0,10-6 0,8-4 0,17-10 0,6-3 0,8-4 0,-3-10 0,6-5 0,-1-8 0,-1-8 0,0-11 0,-5-4 0</inkml:trace>
  <inkml:trace contextRef="#ctx0" brushRef="#br0" timeOffset="49">29943 12946 8912,'0'-9'0,"0"3"0,-2 14 0,-4 9 0,5 8 0,-7 11 0,8 4 0,0 6 0,0 4 0,2 7 0,2 2 0,1 2 0,7-11 0,-5 2 0,1-5 0,0-3 0,3-2 0,-5-7 0,0-8 0,-6-3 0,0-6 0,-8-9 0,-3-3 0,-12-12 0,-4-3 0</inkml:trace>
  <inkml:trace contextRef="#ctx0" brushRef="#br0" timeOffset="50">29788 13428 8912,'8'-25'0,"0"6"0,3-6 0,-5 0 0,3 6 0,3-4 0,5 4 0,6 2 0,0 2 0,9 1 0,7 5 0,3 1 0,4-5 0,5 9 0,-1-6 0,-2 1 0,-4 1 0,-2 0 0,2-3 0,-10 5 0,1-1 0,-18 1 0,2 2 0,-13-7 0,-8 7 0,-10-2 0,-9 4 0,-2 2 0,0 2 0,6 4 0,0 3 0,0 9 0,5 4 0,3 3 0,1 0 0,4 0 0,2 4 0,2-6 0,10-1 0,7-4 0,0-1 0,16-8 0,-3-3 0,7-4 0,3-2 0,6-9 0,-6-7 0,-2-5 0,-9-9 0,-6 1 0,-6-3 0,-6-3 0,-3 1 0,-12 1 0,-7 5 0,-3-3 0,-14 8 0,-3 2 0,-1 4 0,-3 5 0,8 5 0,4 7 0,4 0 0,10 7 0,1-3 0,8 8 0,15-8 0,5 3 0</inkml:trace>
  <inkml:trace contextRef="#ctx0" brushRef="#br0" timeOffset="51">31285 12723 8912,'-2'-17'0,"-1"0"0,-3-1 0,2 1 0,2 6 0,2-1 0,0 8 0,14-3 0,3 7 0,2 0 0,0 0 0,-2 0 0,0 7 0,1 3 0,-1 0 0,-6 5 0,1-4 0,-3 5 0,3 1 0,-5-8 0,-7 7 0,0-3 0,0 6 0,0 4 0,-7 0 0,-5-4 0,-3 4 0,5-4 0,-5 6 0,6-8 0,-1 0 0,2 0 0,8 1 0,0-1 0,2-6 0,4 1 0,6-7 0,10 7 0,0-3 0,6 3 0,-1 3 0,2-3 0,1 3 0,-7 2 0,0 0 0,-6 1 0,-7 4 0,-4 1 0,-6 2 0,-8-2 0,-9 4 0,-10 0 0,-13 5 0,2-13 0,-10 4 0,-4-4 0,-3-3 0,-1-5 0,10 4 0,-3-13 0,3 4 0,-12-12 0,-3-3 0</inkml:trace>
  <inkml:trace contextRef="#ctx0" brushRef="#br0" timeOffset="52">30872 12517 8912,'-15'-27'0,"2"4"0,1 4 0,-1 2 0,-1-1 0,3 1 0,-4 8 0,3 3 0,-3 4 0,-2 2 0,-1 0 0,7 10 0,0 7 0,1 8 0,-3 9 0,3 2 0,2 4 0,-3-1 0,3 5 0,-1-2 0,5-2 0,-2-8 0,4-3 0,2-6 0,0 4 0,2-16 0,6-1 0,9-12 0,2-10 0,10-11 0,-8-3 0,9-17 0,-7-2 0,-2-5 0,-1-2 0,-3 1 0,-2-1 0,-3 1 0,-5-7 0,-7 1 0,0 4 0,0 5 0,-7 6 0,3 15 0,-8 6 0,-1 8 0,5 5 0,-5 12 0,7 7 0,-7 10 0,3 19 0,1 8 0,3 6 0,4 3 0,2 0 0,0-5 0,0-2 0,0-5 0,8 5 0,1-14 0,8 3 0,1-9 0,4-11 0,1-9 0,-2-3 0,-1-3 0,4-10 0,-4-5 0,2-12 0,-2-6 0,-3-11 0,0 2 0,-2-6 0,-3 2 0,1 2 0,-5 6 0,-1-1 0,1 1 0,-2 7 0,-6 2 0,0 16 0,-6 3 0,-2 14 0,-1 9 0,-1 2 0,-3 10 0,3 1 0,3 3 0,1 1 0,6-7 0,0-2 0,0-1 0,0-4 0,0-3 0,8-10 0,5-7 0,6-3 0,6-7 0,2-7 0,-6-18 0,2 1 0,-4-4 0,-2 3 0,-7 1 0,-3 0 0,-7 1 0,0 5 0,-7 3 0,-5 9 0,-5 5 0,-6 5 0,-4 8 0,-7 10 0,5 1 0,1 16 0,6 7 0,-6 0 0,9 4 0,3-3 0,3 5 0,-4 2 0</inkml:trace>
  <inkml:trace contextRef="#ctx0" brushRef="#br0" timeOffset="53">28962 14924 8912,'-36'-2'0,"-2"-2"0,-3-4 0,3-1 0,8 7 0,3 4 0,2 13 0,2 16 0,8 11 0,3 2 0,7 3 0,3 5 0,2 5 0,3 4 0,5 0 0,4-3 0,12-5 0,-6-1 0,3-6 0,-4-2 0,0-2 0,-2-8 0,-1-9 0,-3-6 0,-7 2 0,-4-34 0,-9 1 0</inkml:trace>
  <inkml:trace contextRef="#ctx0" brushRef="#br0" timeOffset="54">28601 14992 8912,'-8'-17'0,"6"0"0,-3 0 0,3 0 0,2-1 0,7 9 0,5-6 0,11 3 0,5-3 0,5 5 0,3 3 0,2 1 0,3 0 0,-1 0 0,-6 14 0,1 4 0,-1 3 0,-15 10 0,2 1 0,-15 9 0,-2-1 0,-10 1 0,-4-1 0,-9 0 0,-2 1 0,-2-1 0,-5-1 0,5-5 0,0-3 0,6-8 0,-1 1 0,1-9 0,0-9 0,0-9 0</inkml:trace>
  <inkml:trace contextRef="#ctx0" brushRef="#br0" timeOffset="55">29272 14373 8912,'-6'-22'0,"0"-1"0,-7 2 0,2 9 0,1 6 0,-1 12 0,5 11 0,-6 12 0,9 11 0,-5 4 0,8 8 0,0 1 0,0 4 0,2-3 0,4 3 0,5-3 0,10-5 0,2-3 0,6-6 0,-6-11 0,7-4 0,-5-8 0,4 0 0,3-7 0,-13-10 0,6-10 0</inkml:trace>
  <inkml:trace contextRef="#ctx0" brushRef="#br0" timeOffset="56">29547 14597 8912,'0'44'0,"0"-4"0,-7-4 0,-1-1 0,-5-1 0,1 0 0,8-5 0,-1 0 0,3-8 0,4-4 0,3-11 0,7-4 0,3-2 0,2-2 0,0-4 0,1-5 0,7-12 0,-6-6 0,2-11 0,-8-6 0,2 4 0,-13-8 0,4 6 0,-6 0 0,-6 4 0,-5 4 0,-4 7 0,-3 1 0,1 14 0,-2-7 0,-2 16 0,-2 1 0,0 9 0,12 5 0,1 9 0,2 4 0,3-4 0,5 14 0,0-7 0</inkml:trace>
  <inkml:trace contextRef="#ctx0" brushRef="#br0" timeOffset="57">30081 14012 8912,'-17'-7'0,"-1"7"0,1 0 0,8 7 0,-1 18 0,6 6 0,-2 7 0,3 8 0,1 5 0,2 5 0,0 1 0,0 0 0,5-5 0,3-2 0,2-4 0,1-6 0,6-12 0,1-5 0,-1-11 0,0 1 0,0-7 0,0-4 0,1-6 0,-1-6 0,0-13 0,0 1 0,0-9 0,1 2 0,-7-3 0,-1-3 0,-1 1 0,1 0 0,-6-1 0,1 3 0,-3 3 0,-2 4 0,0 14 0,0-1 0,0 9 0,0-3 0,0 12 0,0 7 0,0 10 0,0 11 0,6 3 0,0 6 0,-2 0 0,5 4 0,-7-9 0,6 8 0,-1 2 0,-5-6 0,6 0 0,-8-7 0,0-1 0,0 0 0,-2-7 0,-4-4 0,-5-4 0,-5-9 0,-8-3 0,-3-7 0</inkml:trace>
  <inkml:trace contextRef="#ctx0" brushRef="#br0" timeOffset="58">29771 14511 8912,'-11'-2'0,"-1"-4"0,8-3 0,4-8 0,19-2 0,18-2 0,12-2 0,11-8 0,16 10 0,4-6 0,8 2 0,-39 14 0,0 1 0,43-7-1319,-41 11 0,1 1 1319,40-11 0,-42 15 0,1 1 0,45-8 0</inkml:trace>
  <inkml:trace contextRef="#ctx0" brushRef="#br0" timeOffset="59">31492 13909 8912,'-27'-32'0,"4"3"0,4 6 0,2 6 0,0 6 0,-1 3 0,1 8 0,0 0 0,0 4 0,0 7 0,1 14 0,5 11 0,-3 10 0,9 10 0,1 3 0,2 2 0,2 2 0,0 6 0,0 0 0,8-1 0,3-1 0,2-4 0,-1-6 0,3-3 0,-11 3 0,6-1 0,-3-7 0,-1 1 0,-6-10 0,-10-5 0,-7-9 0,-10-1 0,-1-10 0,-7-9 0,5-4 0,-12-2 0</inkml:trace>
  <inkml:trace contextRef="#ctx0" brushRef="#br0" timeOffset="60">31010 14528 8912,'25'-7'0,"-8"-5"0,0 4 0,-13-7 0,8 4 0,-1-5 0,8 5 0,4 1 0,6 3 0,3-7 0,10 11 0,4-9 0,6 3 0,3-5 0,3 3 0,-3-3 0,-1-1 0,-18 6 0,4-7 0,-21 14 0,-3-5 0,-16 7 0,-8 0 0,-9 2 0,0 3 0,-1 7 0,1 3 0,0 10 0,2-6 0,1 4 0,3-4 0,7-2 0,-4 0 0,10-1 0,4-5 0,3 3 0,9-9 0,1 1 0,4-8 0,5-4 0,-1-3 0,0-8 0,-2-1 0,5 1 0,-12-6 0,1 0 0,-6 2 0,-9 2 0,4 2 0,-8 0 0,0 0 0,0 0 0,-8 5 0,-3 2 0,-5 3 0,5 1 0,1 4 0,3-4 0,1 5 0,6-9 0,0 4 0,15 4 0,-3-11 0,11 7 0,-4 2 0,-2 3 0,0 1 0,0 0 0,0 0 0,1 0 0,-3 1 0,-4 5 0,5 4 0,-9 1 0,7 1 0,-3 1 0,3 2 0,1 3 0,2-1 0,-2 0 0,-3 0 0,3 0 0,-3 0 0,-5 1 0,7-7 0,-9 1 0,3-11 0,-4-1 0,2-9 0,7-14 0,-9 2 0,7-6 0,3 2 0,-7-5 0,9 11 0,-5-4 0,4 4 0,3 2 0,-1-1 0,0 9 0,0 1 0</inkml:trace>
  <inkml:trace contextRef="#ctx0" brushRef="#br0" timeOffset="61">28136 16540 8912,'-34'0'0,"1"0"0,5 0 0,5 0 0,11 0 0,14-2 0,15-4 0,10-5 0,6-5 0,7-1 0,0 0 0,-2-2 0,-2-4 0,-3 4 0,-4-4 0,-3 2 0,-6 0 0,-3-2 0,-4 0 0,-13 6 0,0 0 0,0 0 0,-15 5 0,-8 1 0,-8 7 0,-3 0 0,-1 8 0,1 13 0,0 12 0,-1 3 0,3 4 0,3 5 0,6 4 0,4-3 0,4 8 0,3-6 0,6 0 0,5-2 0,1-8 0,13-1 0,6-6 0,6-10 0,5-8 0,9-9 0,1 0 0,8-7 0,-10-3 0,8-7 0,-8-8 0,2-4 0,-3-3 0,-3-2 0,-7 1 0,-6 3 0,-8 3 0,-5 2 0,-1 4 0,-5 2 0,6 7 0,-8 1 0,-8 7 0,-1-4 0,-8 8 0,5 8 0,1 4 0,7 3 0,-2 2 0,4-7 0,2 5 0,2-11 0,4 7 0,-4-7 0,13 6 0,-4-7 0,5 3 0,1-2 0,0-2 0,6-8 0,0 0 0,0 1 0,-4 3 0,4-4 0,-4 4 0,8-6 0,-6 8 0,2 0 0,0 0 0,2 0 0,-6-7 0,6 5 0,0-13 0,1 5 0</inkml:trace>
  <inkml:trace contextRef="#ctx0" brushRef="#br0" timeOffset="62">28997 16213 8912,'-25'0'0,"4"2"0,-6 4 0,2 5 0,2 5 0,6 1 0,0 8 0,0 3 0,7 5 0,4 1 0,4 6 0,2 0 0,14 0 0,5-7 0,6-4 0,5-7 0,10-10 0,-1-4 0,7-8 0,1 0 0,-5-16 0,8-3 0,-6-15 0</inkml:trace>
  <inkml:trace contextRef="#ctx0" brushRef="#br0" timeOffset="63">29306 15921 8912,'-17'9'0,"0"7"0,2-5 0,3 4 0,-3 3 0,11 6 0,-7 5 0,7 4 0,-2 3 0,4 4 0,2-4 0,6 6 0,2-7 0,1-1 0,1-1 0,3-5 0,-2-5 0,3-4 0,-6-9 0,7-3 0,-4-7 0,-3 0 0,5-7 0,-5-7 0,2-7 0,-1 0 0,4-5 0,-1-1 0,1 0 0,-5 6 0,7-4 0,-3 8 0,-3 2 0,3 1 0,1 3 0,2 7 0,3-2 0,-5 5 0,4 1 0,-7 1 0,11 5 0,0 6 0,2-3 0,0 3 0,-2-1 0,7 6 0,1-5 0,6-1 0,7-7 0,2 4 0</inkml:trace>
  <inkml:trace contextRef="#ctx0" brushRef="#br0" timeOffset="64">30167 15697 8912,'-17'12'0,"-1"-1"0,1 1 0,0 7 0,0 4 0,7 2 0,4 3 0,5 7 0,1-3 0,1 8 0,5 4 0,4 0 0,7 2 0,0 4 0,0-14 0,1 4 0,-1-4 0,0-3 0,0-5 0,-7-3 0,-4-8 0,-5 1 0,-1-9 0,-1-1 0,-5-8 0,-4-8 0,-7-1 0</inkml:trace>
  <inkml:trace contextRef="#ctx0" brushRef="#br0" timeOffset="65">29891 15835 8912,'0'-27'0,"0"2"0,0 8 0,8 0 0,4 0 0,3 0 0,10-6 0,3 0 0,5 2 0,7 7 0,0 5 0,-2 1 0,-1 4 0,-3 2 0,-1 12 0,-5 5 0,-5 6 0,-11 2 0,1 0 0,-7 0 0,0 6 0,-8-5 0,-4 1 0,-5 2 0,-5 0 0,-1-6 0,0 9 0,0-7 0,-1-2 0,7-3 0,-1-7 0,1-3 0,-6-8 0</inkml:trace>
  <inkml:trace contextRef="#ctx0" brushRef="#br0" timeOffset="66">30649 15508 8912,'-27'0'0,"-6"-6"0,5 1 0,3-1 0,2 8 0,4 4 0,2 3 0,1 16 0,3 2 0,1 0 0,9 5 0,-5-5 0,8 7 0,6-5 0,1-2 0,3-3 0,3-5 0,3-5 0,8-7 0,-4-7 0,2-1 0,-2-5 0,-1-6 0,4-11 0,-10 2 0,4-7 0,-3 7 0,-5-10 0,-1 8 0,-2 0 0,-1-1 0,1 4 0,-6-2 0,0 2 0,0 11 0,0-6 0,0 3 0,0 4 0,0 1 0,0 9 0,0 3 0,8 5 0,-6 1 0,5 1 0,1 1 0,-6-5 0,11 2 0,-5-7 0,1 3 0,-5 0 0,12-6 0,-5 0 0,4 0 0,3 0 0,-1 0 0,0 7 0,-6-5 0,1 4 0,1-4 0,3-2 0,1 0 0,8 0 0,-6 0 0,4 0 0,-2 0 0,0 0 0,2 0 0,0 0 0,0-2 0,0-2 0,-2-1 0,-2-1 0,-8 4 0,1-2 0,1-2 0,-3-7 0,-1 1 0,-1-3 0,-2 4 0,-6-1 0,-2 3 0,-4-3 0,4 5 0,-13 1 0,3 0 0,-3 0 0,-2 6 0,-1 0 0,1 0 0,6 6 0,1 2 0,3 1 0,1-3 0,6 6 0,0-1 0,0 6 0,0 0 0,8-5 0,3-3 0,4-1 0,2-4 0,1-2 0,-1-2 0,8 0 0,2 0 0,-1 0 0,7-6 0,-5 0 0,-3-7 0,8 9 0,-6-5 0,-1-1 0,-3 2 0,-4 1 0,6-7 0,-11 7 0,3-7 0,-2 3 0,-7-1 0,-1-5 0,-7 0 0,0 8 0,-1 9 0,-5 11 0,4 4 0,-4 2 0,4 1 0,2 5 0,0-1 0,0 1 0,0-5 0,0-1 0,0 0 0,0 0 0,0 0 0,0 1 0,0-9 0,0-1 0,6-10 0,0-4 0,-2-5 0,-3-10 0,-1-2 0,2-6 0,4 6 0,-4-2 0,4 2 0,-2 4 0,1-4 0,-3 4 0,4 2 0,2 6 0,-1 1 0,3 2 0,3 5 0,-3-5 0,1 2 0,1 0 0,5 14 0,0 4 0,0 3 0,1 2 0,-1 0 0,0 0 0,0 1 0,0-3 0,1-4 0,-1 3 0,0-9 0,-5 7 0,-1-6 0,2-3 0,3-1 0,9-9 0,-6 1 0,6-9 0,-1-4 0,-3-4 0,8 0 0,-8 4 0,2-4 0,-4 4 0,-2 1 0,-1 1 0,-5 0 0,4 8 0,-11 1 0,8 8 0,-8 0 0,3 0 0,1 2 0,3 2 0,5 1 0,1 1 0,-6-6 0,1 0 0,-8 0 0,11 0 0,-15 0 0,0 0 0,-2 2 0,-9 4 0,-3 5 0,5-1 0,-3 1 0,8 1 0,-3 5 0,7 0 0,2-5 0,3-1 0,5 0 0,9-1 0,2-2 0,4-3 0,2 1 0,3-2 0,3-2 0,1-8 0,-1-3 0,-5-7 0,5 3 0,-8-20 0,3 5 0,5-12 0,-14-4 0,6-8 0</inkml:trace>
  <inkml:trace contextRef="#ctx0" brushRef="#br0" timeOffset="67">32559 14855 8912,'-23'6'0,"0"-1"0,0 9 0,6-5 0,0 8 0,5 8 0,3 2 0,1 0 0,2 5 0,6-3 0,2 3 0,4 3 0,3-7 0,9 1 0,-1-8 0,0 2 0,0-4 0,0-2 0,1-7 0,-1-1 0,0-3 0,0-4 0,0 4 0,1-10 0,-1-2 0,0-7 0,0 1 0,0-3 0,1-2 0,3 5 0,-4 1 0,4 7 0,-11-9 0,7 7 0,0 2 0,0 2 0,0 2 0,-7 0 0,5 0 0,-3 2 0,3 4 0,-4-2 0,1 7 0,1 3 0,3 1 0,-7-6 0,6 7 0,-5-5 0,0 5 0,5-5 0,-4 0 0,-3-7 0,0 4 0,-8-8 0</inkml:trace>
  <inkml:trace contextRef="#ctx0" brushRef="#br0" timeOffset="68">32456 15233 8912,'-25'-8'0,"6"7"0,-6-13 0,8 8 0,-1-7 0,11 11 0,7-4 0,15 5 0,21 1 0,16 0 0,7 0 0,10 0 0,6 0 0,1 0 0,2 0-340,3-8 0,-3 6 1,-1-6-1</inkml:trace>
  <inkml:trace contextRef="#ctx0" brushRef="#br0" timeOffset="69">33436 15268 8912,'-24'-8'0,"4"0"0,-2-5 0,2 1 0,11 7 0,3-7 0,4 8 0,10-3 0,9 7 0,12 0 0,3 0 0,3 0 0,-1 0 0,0 0 0,1 0 0,-1 0 0</inkml:trace>
  <inkml:trace contextRef="#ctx0" brushRef="#br0" timeOffset="70">33712 15285 8912,'-17'5'0,"-1"1"0,1 0 0,0-6 0,7 0 0,-5 0 0,13-2 0,-4-4 0,6 4 0,6-3 0,4 3 0,17-4 0,7 0 0,8-7 0,10 3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6T02:53:25.1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16400 3525 8912,'-23'0'0,"0"0"0,2 0 0,2 0 0,2 0 0,-1 0 0,1 0 0,0 0 0,0 0 0,0 0 0,-1 0 0,1 0 0,0 0 0,0 0 0,0 0 0,-6 0 0,0-2 0,2-2 0,1-2 0,3-5 0,0 5 0,0-7 0,-2 3 0,-2 0 0,-2 5 0,0-3 0,6 2 0,-1-5 0,1 5 0,0 0 0,0 6 0,0-7 0,-1 5 0,9-6 0,1 8 0,8 0 0,15 0 0,8 0 0,18 0 0,10 0 0,18-7 0,17-3 0,-38 4 0,2 1 0,3-1 0,1 0 0,2 1 0,0 1 0,4-2 0,1 0-207,3 2 1,0 0-1,-4 4 1,0 0 206,1 1 0,-1-2 0,0-1 0,-2-1 0,-3 0 0,-2 0 0,-3 1 0,-1 0 0,39 0 0,-12 2 0,-7-2 0,-6-3 0,-7 1 0,-16-8 0,-2 7 0,-15-7 0,-8 1 0,-1-1 0,-8 1 0,-3-3 0,-8 7 0,-7-3 0,-13 6 413,-9-1 0,-10-1-413,-13 6 0,-20 0 0,-15 0 0,1 6 0,-1 1 0,4 1 0,2 0-133,0 5 1,0-11 0,0 4 132,0-4 0,0 5 0,7-1 0,5 9 0,3 4 0,17 4 0,12-2 0,15 4 0,16 2 0,7 9 0,8 0 0,7 6 0,12 0 0,16-5 0,8 3 0,18-12 0,16-5 0,12-11 0,-39-9 0,1-2 0,2-2 0,-1-2-488,1-1 1,-1-4 487,3-5 0,1-4 0,0 0 0,0-2 0,5-7 0,0-2 0,1 0 0,-2-1 0,-3-1 0,-1-1 0,-5-2 0,-1-1 0,-6 1 0,-1 1 0,-3 0 0,-2 1 0,27-25 0,-17 3 0,-14 11 0,-13 13 0,-10 8 0,-19 12 358,-7 3-358,-8 4 0,-25 2 0,-8 4 0,-9 7 0,-8 3 0,-6 14 0,-5-1 0,-12 4 0,43-16 0,-1 0 0,-4 4 0,1-2-90,4-3 1,0-1 0,-4 7 0,-1 0-1,-38 9 90,3 3 0,43-13 0,0 1 0,-40 14 0,13 2 0,23-13 0,16-2 966,15-2-966,9-1 0,20-1 0,9 0 0,14 0 0,16 0 0,12-5 0,8-3 0,0-1 0,2-10 0,1-9 0,3-7 0,-2-4 0,5-5 0,-7-2 0,2 0 82,-8-1-82,-6-3 0,-15-1 0,-4 0 0,-11 5 0,-8 0 0,-8-3 0,-7-6 0,-4-4 0,-2-4 0,0 6 0,0 3 0</inkml:trace>
  <inkml:trace contextRef="#ctx0" brushRef="#br0" timeOffset="1">16451 1633 8912,'-26'-7'0,"3"-5"0,4 5 0,9 3 0,4 17 0,4 16 0,1 13 0,-3 17 0,-2 10 0,2 9 0,2 6 0,2 4 0,0 4 0,0 1 0,0-3 0,0-6 0,0-15 0,8-6 0,3-6 0,3-7 0,-3-12 0,5-15 0,-5-6 0,-3-7 0,7-18 0,-6-1 0</inkml:trace>
  <inkml:trace contextRef="#ctx0" brushRef="#br0" timeOffset="2">16761 2149 8912,'-28'6'0,"-1"0"0,8 7 0,-2-2 0,4 12 0,3 6 0,5 3 0,3 9 0,8-1 0,0-2 0,2 2 0,4-6 0,5 3 0,11-14 0,0-2 0,9-2 0,-6-10 0,6-3 0,-3-4 0,-7-2 0,10-2 0,-8-4 0,-2-5 0,-8-10 0,-3-4 0,-3 0 0,-3 0 0,-2-5 0,-2 3 0,-4-7 0,-7-1 0,-1 9 0,-11 3 0,-1 3 0,1 3 0,0 0 0,5 0 0,1 5 0,0 1 0,6 7 0,-1-2 0,10 5 0,2 1 0,10 0 0,13 0 0,5 0 0,5-2 0,1-4 0,3-4 0,3-7 0,-2 2 0,8 3 0,-6-1 0,6 7 0,-8-7 0,-3 11 0,-12-4 0,-4 4 0,-10 10 0,-3 3 0,-4 7 0,-2 5 0,-8 3 0,-1 9 0,-7-1 0,5 0 0,-4 1 0,7-3 0,-5-1 0,1-2 0,8-1 0,-3-1 0,7-4 0,0-10 0,0-1 0,7-8 0,5 1 0,5-7 0,4-7 0,2-8 0,6-14 0,-6-3 0,5-1 0,-5-5 0,0 2 0,-6-2 0,1 4 0,-1 1 0,0 12 0,-7 4 0,-5 2 0,3 11 0,-2 12 0,5 11 0,-5 18 0,5 5 0,-5 0 0,6 8 0,-7-3 0,9 5 0,-11 2 0,7-3 0,-2-1 0,-4-4 0,-3-2 0,-2-4 0,-5-9 0,-4 3 0,-7-7 0,-2 4 0,-4-6 0,4-4 0,-14-2 0,5 0 0,1-7 0,-2-4 0,8-5 0,-2-1 0,4 0 0,4-3 0,3-9 0,-3-7 0,13-23 0,-6-2 0</inkml:trace>
  <inkml:trace contextRef="#ctx0" brushRef="#br0" timeOffset="3">18017 1994 8912,'-17'0'0,"0"0"0,0 0 0,0 0 0,-1 0 0,1 0 0,0 0 0,0 6 0,0 2 0,-1 1 0,3 5 0,2 9 0,1 5 0,3 5 0,-3 1 0,6 2 0,5 5 0,1-5 0,0 6 0,1-8 0,5 1 0,4-11 0,7-6 0,6-3 0,0-9 0,0-1 0,-6-8 0,0-9 0,-1-1 0,-3-18 0,-2-5 0,-7 2 0,2-7 0,-4 5 0,-2 2 0,-2-1 0,-4 1 0,-3 0 0,-9 7 0,1 4 0,0 4 0,-6 7 0,-2 3 0,0 1 0,1 4 0,1 10 0,5 6 0,3 3 0,4 2 0,3 0 0,8 0 0,0 1 0,15-9 0,4-1 0</inkml:trace>
  <inkml:trace contextRef="#ctx0" brushRef="#br0" timeOffset="4">18499 1513 8912,'-2'-17'0,"-3"0"0,-7-1 0,3 1 0,-3 0 0,3 6 0,-5 1 0,3 2 0,-3 5 0,5 1 0,-3 2 0,7 7 0,-7 5 0,8 11 0,-3 5 0,7 12 0,0 4 0,0 8 0,0 7 0,0 2 0,0 0 0,0 1 0,2-7 0,3 2 0,-1 3 0,8-3 0,-9-6 0,3 1 0,-4-2 0,-2-10 0,0 0 0,0-6 0,0 1 0,0-9 0,-8-1 0,-1-8 0,-8 1 0</inkml:trace>
  <inkml:trace contextRef="#ctx0" brushRef="#br0" timeOffset="5">18138 2218 8912,'-17'0'0,"0"0"0,7 0 0,2 0 0,12-2 0,8-2 0,11-2 0,15-7 0,15-2 0,14-10 0,6-2 0,9-1 0,-2-7 0,5-7 0,1-2 0</inkml:trace>
  <inkml:trace contextRef="#ctx0" brushRef="#br0" timeOffset="6">25039 5863 8912,'-10'-2'0,"4"-4"0,-3 4 0,7-13 0,-6 13 0,8-6 0,0 8 0,0-1 0,0-5 0,0 4 0,2-8 0,2 5 0,2-7 0,9-5 0,2-6 0,10-8 0,5-7 0,18-21 0,-19 23 0,1-2-340,10-10 0,2-2 0,3-2 1,2-3 339,5-7 0,1-2 0,4-1 0,0 0-389,4-4 0,1 1 0,2 2 0,1 2 389,0 0 0,-2 2 0,-4 8 0,-1 3 0,-3 4 0,-1 4 0,-5 5 0,-1 3 0,-7 5 0,-2 1 0,28-15 0,-12 10 0,-9 9 0,-21 13 0,-4-3 0,-21 13 0,5-4 1121,-7 12-1121,0-4 0,0 8 1794,0-5-1794,0-3 0,0 6 0,-1-8 0,-5 0 0,4 8 0,-13-1 0,3 5 0,-3 3 0,-2-7 0,-1 3 0,1-3 0,-8-8 0,-1 0 0</inkml:trace>
  <inkml:trace contextRef="#ctx0" brushRef="#br0" timeOffset="7">26346 3886 8912,'-28'-10'0,"1"-3"0,2-4 0,4 1 0,10 11 0,5-3 0,12 8 0,13-6 0,15 0 0,8 1 0,12 5 0,3 0 0,-3 7 0,13 5 0,-4 11 0,-2 5 0,2 12 0,-2 6 0,0 12 0,-11 5 0,-14 4 0,-11 3 0,-13 5 0,-7 5-272,-26 4 1,-1 2 271,-24 0 0,0-8 0,-6-3 0,2-3 0,5-9 0,4-3 0,13-26 0,5-9 0,4-10 0,3-7 0,5-8 0,3 0 0</inkml:trace>
  <inkml:trace contextRef="#ctx0" brushRef="#br0" timeOffset="8">27362 3611 8912,'-8'-18'0,"-3"1"0,-5 0 0,7 0 0,1 9 0,10 10 0,4 13 0,1 4 0,7 10 0,-5 2 0,-1 1 0,5 3 0,-11-1 0,4 0 0,-2 1 0,0-1 0,1 0 0,1 1 0,-6-7 0,0-1 0,0-2 0,0-4 0,0-2 0,0-9 0,-2-3 0,-3-7 0,3-2 0,-6-3 0,0-7 0,1-11 0,-5-5 0,5-12 0,1 3 0,0-5 0,2 0 0,2 6 0,2-4 0,0 5 0,0 7 0,0 3 0,0 8 0,8 0 0,2 1 0,7 5 0,0 3 0,2 8 0,4 0 0,-4 10 0,4 7 0,-4 0 0,-2 6 0,1 4 0,-3 1 0,-2 5 0,-1 1 0,-8-7 0,1-4 0,-3-2 0,-2 2 0,0-12 0,0 12 0,0-13 0,0-8 0,0-6 0,-2-19 0,-3-6 0,3-3 0,-4-3 0,4 1 0,2 0 0,0 1 0,0 3 0,2 3 0,4 2 0,-2 2 0,7 6 0,1 7 0,5 3 0,0 7 0,0 0 0,6 7 0,2 7 0,0 5 0,0 4 0,5 7 0,-1-1 0,-4-4 0,7 0 0,-3-8 0,3 0 0,-3-7 0,0-5 0,-6-3 0,5-2 0,-7-7 0,4-9 0,-7-8 0,-1-3 0,0 0 0,0-4 0,-2 3 0,-3-3 0,-4-1 0,-8 5 0,0 4 0,-2-2 0,-4 4 0,-6 6 0,-3 7 0,-2 8 0,0 6 0,5 6 0,1 9 0,-3 3 0,-1 3 0,6 2 0,-5 5 0,7 1 0,-3-1 0,6-5 0,-2-1 0,5-5 0,1 6 0,0-8 0,0-2 0,0-8 0,1-7 0,5 2 0,-2-4 0,7-4 0,5-4 0,5-5 0,-2-12 0,6 2 0,-8-8 0,0-1 0,0 5 0,-1 0 0,-3 2 0,-1 0 0,-9 8 0,11 0 0,-7 5 0,3 0 0,-6 3 0,3 9 0,-7 3 0,8-3 0,-4 14 0,7-5 0,-7-3 0,12-1 0,-5-7 0,6 0 0,4 0 0,2 0 0,2-2 0,-2-3 0,-2-5 0,6-7 0,0 0 0,-1 0 0,-5 7 0,4-5 0,-8 3 0,1-3 0,-9-2 0,5 5 0,-9 1 0,1 5 0,-6-5 0,0 7 0,0-4 0,-8 8 0,6 2 0,-3 4 0,3-2 0,2 7 0,0 3 0,0 1 0,0 2 0,0 0 0,0 0 0,0 1 0,0 5 0,0-1 0,0-1 0,0-1 0,0-3 0,0 0 0,0 0 0,0 0 0,0-7 0,0-2 0,0-10 0,0-4 0,0-6 0,0-3 0,0-4 0,0-2 0,0-2 0,7-7 0,-3 5 0,6-4 0,-3 6 0,-1 4 0,0 2 0,2 2 0,1 3 0,-3-1 0,5 7 0,3 2 0,1 2 0,0 4 0,-1 2 0,-3 2 0,-7 7 0,11-9 0,-3 5 0,3-1 0,2 4 0,1-7 0,-1-1 0,0-2 0,0-2 0,0 0 0,1-8 0,1-1 0,0-8 0,-2-1 0,4 7 0,-9 0 0,3-1 0,-6 1 0,-3-1 0,-4 8 0,-2-3 0,-2 9 0,-4 3 0,-11 5 0,-10 7 0</inkml:trace>
  <inkml:trace contextRef="#ctx0" brushRef="#br0" timeOffset="9">27895 3593 8912,'-17'10'0,"0"-4"0,0-4 0,-1-2 0,1 0 0,8 0 0,1 0 0,10 0 0,2-2 0,1-4 0,9 2 0,-3-7 0,-1-1 0,1-5 0,1 0 0,5 0 0,0-1 0,-7 1 0,-4 0 0,-5 0 0,-1 7 0,0-5 0,-7 21 0,-5-1 0,-3 11 0,-2 7 0,7 3 0,-3 16 0,7 4 0,0 4 0,6 2 0,0-3 0,2-3 0,6-6 0,9-5 0,10-7 0,13-11 0,4-11 0,8-14 0,-1-9 0,16-23 0,4-13 0</inkml:trace>
  <inkml:trace contextRef="#ctx0" brushRef="#br0" timeOffset="10">29358 3095 8912,'-8'-17'0,"6"-3"0,-3-2 0,-3 2 0,2-2 0,-1 10 0,3 8 0,-2 8 0,-7 6 0,3 13 0,-7 1 0,0 3 0,-4 2 0,2 5 0,3 1 0,1-1 0,5-5 0,1-3 0,1-1 0,-3 4 0,5-6 0,4-2 0,6-2 0,7-4 0,10-3 0,4-7 0,2-3 0,2-2 0,7 6 0,0 0 0,1-2 0,-7-3 0,-3-1 0,-4 2 0,-6 4 0,-1-2 0,-5 7 0,2 1 0,-7 5 0,-8 0 0,-9 0 0,-12 1 0,2 5 0,-8 1 0,-1 3 0,-3-6 0,0 2 0,5-6 0,5-5 0,4 3 0,3-15 0,5 0 0,3-8 0,8-9 0</inkml:trace>
  <inkml:trace contextRef="#ctx0" brushRef="#br0" timeOffset="11">29823 2717 8912,'-8'-35'0,"6"8"0,-11 3 0,7 6 0,0 9 0,6 3 0,2 14 0,2 9 0,4 10 0,1 5 0,3 4 0,5 5 0,-6 2 0,1 9 0,-1-6 0,6 0 0,1-6 0,-1 6 0,-2 0 0,-3 5 0,1-5 0,-7 0 0,5-2 0,-5 2 0,-2-6 0,-2-4 0,-2-9 0,-8-2 0,-1-8 0</inkml:trace>
  <inkml:trace contextRef="#ctx0" brushRef="#br0" timeOffset="12">29633 3267 8912,'-17'-8'0,"6"-1"0,-1-9 0,8 1 0,-1 0 0,12 0 0,10 0 0,16-8 0,7 4 0,12-8 0,-4 2 0,11-3 0,0 1 0,0-3 0,4-3 0,-11-3 0,-12 9 0,-5-1 0,-7 1 0,-3-1 0,-8 7 0,-7 7 0,-2 1 0,-10 13 0,-4-4 0,4 6 0,-4 6 0,-1 9 0,1 8 0,0 8 0,6-4 0,0 7 0,0 0 0,0 1 0,0-1 0,0 1 0,0-1 0,-7 0 0,5-5 0,-4 0 0,4 1 0,2-5 0,0 6 0,0-8 0,0 0 0,0-18 0,0-10 0,0-5 0,6-23 0,1 5 0,3-5 0,1 5 0,7-1 0,-1 8 0,2-2 0,2 4 0,2 2 0,0 7 0,-6-3 0,0 7 0,6-1 0,2 3 0,2-2 0,-4 0 0,6 6 0,-1 0 0,7-2 0,-1-2 0,0-1 0,-1-7 0,-4 7 0,-5-9 0,-1 5 0,0-9 0,-2 1 0,-9 0 0,-3 0 0,-3 0 0,-4 5 0,4 1 0,-6 1 0,-6-1 0,-5 5 0,1-2 0,-1 3 0,-1-1 0,-5 8 0,0 4 0,-1 5 0,1 4 0,0 2 0,0 8 0,5-6 0,1 4 0,7-4 0,-2-1 0,4-1 0,-5 0 0,5-6 0,-4 1 0,4 1 0,10-5 0,3-2 0,5-4 0,1-4 0,0-2 0,0-2 0,0-7 0,1 1 0,-7 3 0,1-1 0,1 3 0,2-7 0,3 12 0,-1-3 0,-8 3 0,7 2 0,-5 0 0,2 2 0,-1 3 0,3-3 0,-11 6 0,8-8 0,-1 0 0,6 0 0,0 0 0,1-2 0,-1-4 0,0-5 0,0-5 0,-1-8 0,-3-5 0,-2-4 0,1-3 0,5-4 0,-7 0 0,-5-10 0,-3-3 0,4-10 0,0 2 0,-2-1 0,-4 5 0,-6 11 0,4 10 0,-4 7 0,-3 16 0,7 0 0,-6 20 0,2 12 0,1 14 0,-1 3 0,6 10 0,0 6 0,0 5 0,0 8 0,0-2 0,0-4 0,6 0 0,-1-7 0,9-1 0,-5 1 0,1 0 0,5-8 0,-1-4 0,5-4 0,4-2 0,5-5 0,-5 0 0,0-16 0,-6 2 0,1-15 0,-9-15 0,-1-4 0</inkml:trace>
  <inkml:trace contextRef="#ctx0" brushRef="#br0" timeOffset="13">31044 2820 8912,'-24'9'0,"4"1"0,-2-4 0,2-5 0,11 15 0,13-14 0,19 3 0,11-10 0,35-7 0,11-9 0,12-4 0,-43 12 0,-1 0 0,2-2 0,-2-1 0,42-16 0,-44 14 0,0 1-1366,42-17 1366,-18-1 0,5 1 0,-14 0 0</inkml:trace>
  <inkml:trace contextRef="#ctx0" brushRef="#br0" timeOffset="14">27482 5124 8912,'-7'-12'0,"-5"1"0,3 1 0,-3-1 0,8 3 0,-3 8 0,7 2 0,0 4 0,2 3 0,1 8 0,3 2 0,-2 4 0,-2 6 0,0 5 0,3 7 0,-3 1 0,6 5 0,-2-1 0,0 2 0,7 2 0,-5-1 0,5-5 0,-2-9 0,7-3 0,5-9 0,7-2 0,-1-10 0,3-5 0,5-4 0,1-4 0,2-4 0,0-11 0,-5-4 0,-1-7 0,-7 7 0,-4-2 0,-10 4 0,-1 1 0,-9 7 0,3-1 0,-4 9 0,-2-5 0,0 8 0,-6 2 0,1 4 0,-1-4 0,-2 13 0,6-6 0,-5 1 0,-1-2 0,-2-8 0</inkml:trace>
  <inkml:trace contextRef="#ctx0" brushRef="#br0" timeOffset="15">28360 4831 8912,'-12'0'0,"1"0"0,-2 0 0,-3 0 0,-1 0 0,0 0 0,0 0 0,-6 8 0,0 5 0,2 8 0,-4 8 0,2 11 0,2 8 0,2 7 0,3 6 0,5 10 0,5 2 0,4 1 0,4-7 0,4-10 0,7-5 0,8-6 0,8-6 0,0-11 0,5-7 0,-3-10 0,11-4 0,0-16 0,2-2 0</inkml:trace>
  <inkml:trace contextRef="#ctx0" brushRef="#br0" timeOffset="16">28549 5072 8912,'-34'0'0,"1"0"0,5 0 0,5 0 0,4 8 0,1 3 0,9 4 0,-5 4 0,9 4 0,3 8 0,6 5 0,7 4 0,6 0 0,6-5 0,-4-1 0,12-1 0,-6-5 0,2-5 0,-6-4 0,9-9 0,-7-4 0,-2-4 0,-2-2 0,-2-4 0,1-6 0,-1-9 0,0-6 0,-2-3 0,-3-7 0,1 1 0,-7-1 0,0-5 0,-6 0 0,0 0 0,0 6 0,-6 1 0,0 5 0,-13-3 0,2 8 0,-6 2 0,2 10 0,-2 5 0,2 4 0,-4 2 0,2 2 0,2 4 0,2 3 0,8 8 0,-1 1 0,-1-1 0,-3 0 0,-1 0 0</inkml:trace>
  <inkml:trace contextRef="#ctx0" brushRef="#br0" timeOffset="17">28463 5364 8912,'-9'0'0,"-7"0"0,14-2 0,-3-3 0,5-3 0,5-3 0,7-7 0,11 1 0,4 0 0,7-14 0,0 7 0,1-3 0,-1 4 0,1-4 0,-1 2 0,-7-13 0,-2 2 0</inkml:trace>
  <inkml:trace contextRef="#ctx0" brushRef="#br0" timeOffset="18">28584 4677 8912,'0'-18'0,"0"1"0,2 8 0,3 3 0,12 8 0,12 7 0,4 9 0,3 12 0,2 4 0,4 10 0,2 6 0,-5 2 0,4 1 0,-6 4 0,-3 7 0,-3 2 0,-14 3 0,-7-6 0,-5 0 0,-3 2 0,-9-6 0,-5-1 0,-9-7 0,-2-5 0,0-4 0,6-9 0,0-5 0,0-11 0,-1-11 0,1-12 0,0-3 0</inkml:trace>
  <inkml:trace contextRef="#ctx0" brushRef="#br0" timeOffset="19">29840 4969 8912,'11'-10'0,"-1"3"0,-1-1 0,-1-3 0,0-5 0,-3-3 0,-5-2 0,0-2 0,0 2 0,0 2 0,-1 2 0,-5 0 0,-4 0 0,-7-1 0,0 1 0,0 8 0,-2 3 0,-4 4 0,2 4 0,-6 4 0,2 5 0,-6 12 0,12 4 0,-4 9 0,4 4 0,2-2 0,2 6 0,3-2 0,5-4 0,7-9 0,0 2 0,1-10 0,5-6 0,4 2 0,13-15 0,0 4 0,5-12 0,-5-5 0,6-10 0,-4-4 0,0 0 0,-1 0 0,-1-5 0,-5 1 0,-1-2 0,0 3 0,-5-3 0,-3 8 0,-1 2 0,-3 10 0,-5-5 0,0 16 0,2 2 0,2 14 0,2 10 0,7 14 0,-9 4 0,8 8 0,-3 0 0,3-1 0,1 3 0,-7 3 0,5-4 0,-5 3 0,0-6 0,-1-5 0,1 3 0,-2-8 0,-10-5 0,2-9 0,-7-8 0,0-1 0,-7-2 0,-1-3 0,-4-7 0,4-5 0,-4-5 0,4-7 0,2-3 0,0-10 0,1 4 0,5-8 0,5-1 0,4-3 0,2-1 0,2-1 0,4 1 0,9 0 0,8-1 0,6-1 0,-6-4 0,7 4 0,-1-5 0,9 3 0,2 0 0,1-4 0,1-2 0,-6 6 0,4-2 0,-11 11 0,-4-3 0,-8 5 0,0 0 0,-7 2 0,-3 14 0,-7-1 0,-5 7 0,-3-5 0,-2 2 0,-3 5 0,-2 8 0,-3 5 0,1 9 0,0 4 0,0 4 0,2 1 0,3 3 0,6 5 0,4-1 0,2 1 0,0-7 0,0 1 0,2-5 0,4 0 0,6-4 0,3-4 0,10 4 0,1-19 0,9 4 0,1-12 0,4-6 0,4-5 0,6-4 0,-4-2 0,4-7-95,-22 3 0,20-15 0,-12-2 1</inkml:trace>
  <inkml:trace contextRef="#ctx0" brushRef="#br0" timeOffset="20">30545 4144 8912,'-17'-16'0,"2"3"0,3 1 0,-1 12 0,7 6 0,1 11 0,5 18 0,1 7 0,5 4 0,4 11 0,7 6 0,2 4 0,2 4 0,4 1 0,2 3 0,-4-7 0,5-5 0,-7-15 0,6 8 0,-4-16 0,-4-8 0,4-9 0,-4-11 0,-1-7 0,-1-3 0,2-11 0,4-9 0,-2-6 0,8-11 0,-8-1 0,3-4 0,-3-6 0,-3-4 0,3 6 0,-14-5 0,5 3 0,-5 4 0,-7 2 0,0 5 0,0 7 0,-1 5 0,-5 11 0,4 12 0,-6 17 0,8 12 0,0 4 0,2 3 0,4 4 0,-2-4 0,7 4 0,1-3 0,5 1 0,0-2 0,0-3 0,0-5 0,1 1 0,-1-6 0,-2 2 0,-3-2 0,-5 0 0,-7-6 0,0 0 0,-7 0 0,-11 6 0,-10 0 0,-5-8 0,-9 1 0,-2-7 0</inkml:trace>
  <inkml:trace contextRef="#ctx0" brushRef="#br0" timeOffset="21">30304 4780 8912,'-17'0'0,"8"0"0,1-8 0,25-1 0,12-9 0,26-1 0,22-4 0,11-5 0,-41 8 0,1 0 0,4-2 0,0 0 0,-1-1 0,-1 2 0,-1 0 0,0 2 0,-3 1 0,-1 1 0,36-12 0,-14 10 0,-16 8 0,-22 7 0,-14-11 0,-15 5 0</inkml:trace>
  <inkml:trace contextRef="#ctx0" brushRef="#br0" timeOffset="22">27758 7118 8912,'-44'0'0,"2"2"0,1 2 0,1 3 0,2 3 0,2 3 0,1 3 0,8 8 0,6 5 0,8 4 0,0 3 0,7 4 0,2 4 0,2 0 0,2-4 0,8-4 0,3-1 0,5-9 0,1-5 0,0-7 0,0-7 0,0-7 0,1 0 0,-1-15 0,6-4 0,0-15 0,-2-1 0,-4-13 0,-4-3 0,-1-3 0,1 1 0,-5-1 0,-2-3 0,-4 4 0,-2-12 0,-2 7 0,-4 3 0,2 1 0,-7 3 0,-1 7 0,1-2 0,-1 12 0,8 13 0,-1 23 0,3 13 0,9 10 0,5 17 0,9 4 0,2 3 0,2 5 0,-2 3 0,-2-3 0,7 3 0,-7-11 0,6 1 0,-6-6 0,2-3 0,6-10 0,-6-5 0,0-5 0,2-7 0,-6-3 0,7-10 0,-5-6 0,2-9 0,0 0 0,-7-16 0,-3 5 0,-1-5 0,-9-1 0,3-1 0,-4 3 0,-2 3 0,-8 2 0,-3 6 0,-4 0 0,-3 6 0,1-2 0,0 15 0,0-4 0,0 4 0,-1 10 0,3 7 0,4 10 0,5 2 0,4 2 0,2 5 0,0-2 0,0-3 0,8 2 0,3-7 0,4 3 0,4-8 0,4-1 0,4-3 0,8-9 0,5-1 0,0-5 0,6-7 0,-6-5 0,0-3 0,-6-2 0,1-8 0,-1-4 0,-7-3 0,6-3 0,-7 1 0</inkml:trace>
  <inkml:trace contextRef="#ctx0" brushRef="#br0" timeOffset="23">28446 6894 8912,'-12'0'0,"1"0"0,5-1 0,-5-5 0,-1 4 0,-5-4 0,0 12 0,5 3 0,1 9 0,7 6 0,-4 5 0,1 4 0,5 1 0,-4 2 0,6 2 0,6 3 0,3-1 0,9-8 0,-1-3 0,6-4 0,0-8 0,2-6 0,-2 1 0,1-8 0,5 1 0,4-12 0,-5-10 0,-3-8 0,15-10 0,-3 1 0</inkml:trace>
  <inkml:trace contextRef="#ctx0" brushRef="#br0" timeOffset="24">28618 6929 8912,'-11'9'0,"-1"-3"0,8 4 0,-3-8 0,7 5 0,2-7 0,5 2 0,10 4 0,1-4 0,8 7 0,-3-3 0,-4-2 0,4 7 0,-4 3 0,-1 1 0,-1 2 0,-8 0 0,-1 1 0,-8-1 0,0-6 0,0 1 0,0-8 0,0 1 0,0-10 0,0-1 0,0-10 0,0-3 0,0-4 0,0 1 0,2 2 0,4-2 0,-2-3 0,7 2 0,2 2 0,3 2 0,7 7 0,0 3 0,-2-1 0,0 2 0,2 1 0,-4 1 0,8 6 0,-5 0 0,-2 0 0,3 0 0,-4 6 0,-2 0 0,0-1 0,0-5 0,0 0 0,1 0 0,-1 0 0,0-7 0,0-5 0,-7-3 0,-4-2 0,-4-1 0,-2 1 0,0 0 0,-8 2 0,-4 3 0,-3 5 0,-2 7 0,-6 0 0,0 0 0,0 4 0,6 7 0,0 0 0,-1 14 0,1 0 0,2-4 0,3 6 0,7-2 0,3 0 0,2-3 0,7-2 0,5 3 0,11-6 0,6-6 0,3 3 0,4-9 0,5-1 0,3-2 0,0-10 0,-4-3 0,2-12 0,-2-6 0,0 3 0,-6-3 0,-7 0 0,-6-5 0,-5-1 0,-5 1 0,-7 0 0,2-1 0,-4 9 0,-2 3 0,-2 9 0,-4 3 0,2 7 0,-7-2 0,-1 4 0,3 10 0,1 5 0,0 8 0,6 0 0,-3 6 0,3-2 0,2-2 0,0-6 0,0 6 0,0 0 0,0-6 0,0-5 0,0-1 0,0 1 0,2-3 0,3-1 0,-1-4 0,8-10 0,-3-4 0,5-7 0,-3 0 0,1 0 0,-1 5 0,0 1 0,-1-1 0,1-5 0,3 0 0,-8 0 0,5 5 0,-5 1 0,7 7 0,-11-4 0,6 8 0,-3 2 0,1 4 0,2-4 0,-2 4 0,-3-4 0,9-2 0,-1 0 0,7 0 0,-1-8 0,0-2 0,0-7 0,-5 6 0,-1-1 0,-7 6 0,2-5 0,3 7 0,-5-3 0,8 7 0,-9 0 0,11 7 0,-8 5 0,7 3 0,-2 4 0,5 2 0,1 4 0,0 2 0,0-6 0,1 11 0,-1-3 0,-2-4 0,-4-2 0,3-2 0,-8 1 0,-1-2 0,-5 3 0,0-4 0,-3-4 0,-9-4 0,-1 3 0,-14-7 0,2 3 0,-6-6 0,3 1 0,-5-5 0,-1-5 0,7-5 0,-5-15 0,5-1 0</inkml:trace>
  <inkml:trace contextRef="#ctx0" brushRef="#br0" timeOffset="25">29978 6757 8912,'0'9'0,"0"-1"0,0-8 0,1 0 0,5 0 0,-2 0 0,7 0 0,3-8 0,7-3 0,2-4 0,7-2 0,-1-8 0,9-2 0,2 0 0,1-5 0,-7 5 0,0 0 0,-1-3 0,-4 7 0,-6 0 0,-12 6 0,-3-1 0,-16 7 0,-3 0 0,-5 7 0,-1-2 0,-6 6 0,-2 6 0,-1 5 0,4 4 0,0 3 0,2-1 0,9 2 0,-1 4 0,7-4 0,-5 4 0,3-4 0,1-2 0,8 0 0,3 1 0,5-9 0,7-3 0,8-4 0,4-2 0,3 0 0,5-2 0,1-4 0,2-5 0,6-10 0,-6-2 0,-2-6 0,-9 6 0,2-2 0,-9 2 0,1 4 0,-7-4 0,-5 4 0,-3 2 0,-8 6 0,0-1 0,-2 8 0,-4-1 0,-5 3 0,3 9 0,-7 3 0,3 7 0,3 2 0,-3 4 0,7-2 0,-5 6 0,2-2 0,3-2 0,5-4 0,0 2 0,0 2 0,0-8 0,2-2 0,3-7 0,7-2 0,9-10 0,2-5 0,0-5 0,-12-8 0,1-5 0,-1-4 0,6-1 0,-5-6 0,-3-2 0,-1-2 0,-4-4 0,-2-2 0,-2 7 0,0 2 0,0 13 0,-2 3 0,-4 8 0,4 0 0,-6 9 0,8 8 0,0 9 0,0 14 0,0 6 0,0 4 0,2 1 0,4 0 0,2 3 0,5 1 0,-1 2 0,-1-8 0,12 1 0,0-6 0,-2-1 0,6-1 0,-6-4 0,8-2 0,-1-5 0,-1-5 0,4-3 0,-8-6 0,7-15 0,-3-4 0</inkml:trace>
  <inkml:trace contextRef="#ctx0" brushRef="#br0" timeOffset="26">31199 5828 8912,'-7'-11'0,"-5"0"0,5 7 0,-1-4 0,8 18 0,0 5 0,0 8 0,0 4 0,8 1 0,-1 12 0,7 0 0,-3-1 0,1 3 0,5-2 0,-6 0 0,1-6 0,-8 1 0,9-3 0,-7-3 0,-1-4 0,-5-8 0,0 0 0,8 0 0,-6-7 0,6-10 0,-3-10 0,3-9 0,2-4 0,1 4 0,6-6 0,0 8 0,1 0 0,6 7 0,-4-3 0,3 7 0,-4 2 0,4 3 0,0 1 0,-1 0 0,-10 1 0,-2 5 0,-1 6 0,-1 3 0,-1 2 0,-1 0 0,-8 6 0,-4 2 0,-5 2 0,-4-6 0,-3 2 0,7-10 0,0-1 0,7-9 0,-6 5 0,4-8 0,5-8 0,1-9 0,11-11 0,4-5 0,2-9 0,1-2 0,-1-2 0,0 0 0,0 8 0,-5-4 0,-1 8 0,3-1 0,-5 9 0,3 3 0,-8 11 0,11 5 0,-6 9 0,9 3 0,-7 3 0,1 5 0,1-1 0,2 1 0,2-5 0,3 5 0,1-7 0,2-2 0,7-2 0,-9-4 0,8-4 0,1-6 0,-5-3 0,2-2 0,-6 0 0,2 0 0,0-1 0,-12 3 0,1 4 0,-8-5 0,1 5 0,-3 3 0,-2 10 0,0 15 0,0 8 0,0 12 0,0 3 0,0 4 0,0 7 0,0 1 0,6-1 0,2 1 0,1-1 0,-5 1 0,4 5 0,-8-1 0,0-7 0,-8 3 0,-5-6 0,-10 4 0,-12 1 0,-14 8 0,-14-5-332,-12 3 0,33-29 0,-2-2 0,-4-1 0,0 1 0</inkml:trace>
  <inkml:trace contextRef="#ctx0" brushRef="#br0" timeOffset="27">29048 8390 8912,'-27'-13'0,"5"-2"0,2-5 0,3-1 0,0 4 0,0 0 0,0 0 0,-1 2 0,1 3 0,0 6 0,0 5 0,0 1 0,1 1 0,3 5 0,1 6 0,1 11 0,-6 5 0,1 5 0,3 1 0,3-1 0,3-5 0,-1 5 0,2-5 0,5-3 0,-5-2 0,4-11 0,2-5 0,8-7 0,3-2 0,4-3 0,4-11 0,2-9 0,2-1 0,6-1 0,-6-4 0,-2 3 0,0 7 0,2-2 0,-4 9 0,4 5 0,-4 1 0,-2-5 0,1 13 0,1 0 0,4 9 0,3 7 0,3 3 0,0 4 0,-1-2 0,7 5 0,-1 1 0,1-2 0,-1 0 0,1-2 0,-1-14 0,0-1 0,1-8 0</inkml:trace>
  <inkml:trace contextRef="#ctx0" brushRef="#br0" timeOffset="28">30184 7685 8912,'-23'-23'0,"0"0"0,0 1 0,6 4 0,0 3 0,-2 4 0,-4 5 0,4 4 0,-4 4 0,4 6 0,1 9 0,-7 8 0,12 11 0,-2 4 0,5 6 0,4 3 0,6 3 0,0 0 0,0-1 0,0 1 0,8-1 0,4 1 0,3 0 0,2 7 0,0 0 0,1-2 0,-1-5 0,0-4 0,-2-4 0,-3-6 0,-7-8 0,-10-5 0,-5-8 0</inkml:trace>
  <inkml:trace contextRef="#ctx0" brushRef="#br0" timeOffset="29">29668 8356 8912,'0'-17'0,"0"-1"0,0 1 0,4 0 0,7 0 0,1 0 0,28 0 0,2-1 0,11 1 0,1 0 0,13-2 0,-4-2 0,4-2 0,2-8 0,-4 10 0,-8-5 0,-11 1 0,-16 4 0,-7 7 0,-3 3 0,-11 7 0,-9-4 0,-11 8 0,-5 0 0,-1 8 0,0 0 0,0 5 0,-1-1 0,7-1 0,0 6 0,-3 0 0,-1 1 0,5-1 0,1-6 0,5 1 0,-2 1 0,0-5 0,6 7 0,0-13 0,0 6 0,0-8 0,2 0 0,4 0 0,6 0 0,-3 0 0,3 0 0,3-2 0,6-4 0,-2 4 0,8-8 0,-4 5 0,-2 3 0,7-4 0,1 2 0,7 0 0,5-1 0,-5-1 0,8 0 0,-4 1 0,-4-11 0,5-1 0,-5 0 0,-2-8 0</inkml:trace>
  <inkml:trace contextRef="#ctx0" brushRef="#br0" timeOffset="30">30838 7823 8912,'-17'0'0,"0"0"0,-1 0 0,1 2 0,0 4 0,0-5 0,5 9 0,1-4 0,1 3 0,-1 8 0,1 6 0,4 0 0,5 6 0,-5-6 0,6 6 0,6-7 0,5-1 0,4 4 0,2-4 0,1-5 0,1-1 0,4-9 0,4-1 0,7-5 0,-2-3 0,-3-9 0,4 1 0,-7-30 0,9 5 0</inkml:trace>
  <inkml:trace contextRef="#ctx0" brushRef="#br0" timeOffset="31">31130 7479 8912,'0'17'0,"2"8"0,4 4 0,-2 5 0,7 4 0,3 2 0,-1 8 0,1-4 0,-3 0 0,1 6 0,3-14 0,-2 4 0,-1-4 0,-8-3 0,-1-4 0,-6-7 0,-7-10 0,-7-4 0</inkml:trace>
  <inkml:trace contextRef="#ctx0" brushRef="#br0" timeOffset="32">31010 7892 8912,'17'0'0,"2"-6"0,4-2 0,6-1 0,3-3 0,3-5 0,7 0 0,0 0 0,4-1 0,2 1 0,-10 0 0,-6 0 0,-3 2 0,-10 1 0,-2 3 0,-3 7 0,-14-2 0,0 12 0,0 4 0,0 7 0,0 0 0,0 2 0,0 4 0,0-10 0,0 5 0,0-3 0,8 0 0,-5-5 0,9-3 0,1 1 0,-3-6 0,-1 2 0,-1-8 0,-2-6 0,-1-1 0,1-1 0,-2-1 0,-2-2 0,-2-3 0,0 1 0,0 0 0,0 0 0,-6 5 0,0 1 0,1 0 0,5-1 0,0 1 0,0-1 0,0-5 0</inkml:trace>
  <inkml:trace contextRef="#ctx0" brushRef="#br0" timeOffset="33">31733 7548 8912,'0'-12'0,"0"1"0,0-1 0,9-5 0,9 0 0,1 2 0,9 3 0,1 5 0,5 7 0,1 2 0,-1 3 0,1 11 0,-1 6 0,-7 9 0,-4-2 0,-12 9 0,-5 2 0,-6-2 0,-6-1 0,-3-5 0,-8-3 0,-1-5 0,-5-8 0,0-5 0,2-5 0,2-4 0,2-12 0,2-7 0,3-10 0,5-5 0,7-10 0,0-4 0,2-4 0,3 1 0,7 3 0,11-8 0,5 9 0,11-7 0,1 12-247,8 0 1,3-2 0,10-2-1</inkml:trace>
  <inkml:trace contextRef="#ctx0" brushRef="#br0" timeOffset="34">28119 9972 8912,'-10'0'0,"1"-2"0,3-4 0,4 3 0,-4-9 0,5 6 0,-1-3 0,-2-1 0,-2 1 0,-5 3 0,3-4 0,-2 3 0,-3 3 0,3 2 0,-1 2 0,-2 2 0,-8 6 0,-2 9 0,0 10 0,5 13 0,-1 4 0,0 7 0,0 1 0,4-1 0,0 1 0,7-1 0,0-1 0,8-6 0,0-10 0,2-7 0,4-10 0,3-7 0,9-4 0,-1-20 0,6-5 0,0-15 0,0-2 0,-6-5 0,0 3 0,-2-6 0,-3 2 0,1 2 0,-5 6 0,0-1 0,-1 1 0,-1 7 0,-6 8 0,0 8 0,2 9 0,4 2 0,-3 9 0,9 14 0,-1 6 0,8 9 0,4 2 0,-3 0 0,4-5 0,1-1 0,0-1 0,4-5 0,3-3 0,-5-8 0,7-1 0,1-5 0,-1-3 0,-1-12 0,-3-8 0,-1-11 0,0-15 0,5-6 0</inkml:trace>
  <inkml:trace contextRef="#ctx0" brushRef="#br0" timeOffset="35">28601 9697 8912,'-17'-34'0,"1"1"0,5 4 0,-3 5 0,9 6 0,-1 9 0,-2 1 0,6 8 0,-5 14 0,5 7 0,-4 9 0,4 3 0,-4 12 0,6 1 0,6 6 0,-2 1 0,8 3 0,-1 1 0,-1-2 0,5-1 0,-4-2 0,7-7 0,4 1 0,-2-2 0,3 2 0,-4-6 0,-4-9 0,-2-5 0,-1-1 0,-8-9 0,-4-9 0,-10-7 0</inkml:trace>
  <inkml:trace contextRef="#ctx0" brushRef="#br0" timeOffset="36">28394 10161 8912,'-17'0'0,"6"0"0,-1 0 0,8 0 0,-1-6 0,10-1 0,7-3 0,11-1 0,5-6 0,13-1 0,4 1 0,5 0 0,-4-6 0,-2 0 0,-2 2 0,4-6 0,-8-1 0,-5-5 0,1 7 0,-15-15 0,6 5 0</inkml:trace>
  <inkml:trace contextRef="#ctx0" brushRef="#br0" timeOffset="37">28893 9473 8912,'0'-17'0,"0"8"0,8 32 0,2 1 0,7 30 0,2-1 0,4 3 0,-4 9 0,8-6 0,-6 6 0,2-2 0,2-8 0,-4 5 0,2-5 0,-2-3 0,-8-5 0,-2-12 0,-7-9 0,0-3 0,-8-4 0,-13-9 0,-12-6 0,-3-8 0,-3-13 0,1-10 0</inkml:trace>
  <inkml:trace contextRef="#ctx0" brushRef="#br0" timeOffset="38">28790 10041 8912,'0'-17'0,"0"5"0,0 1 0,8 1 0,3-1 0,5 3 0,1 0 0,2 6 0,4-3 0,7 1 0,9-2 0,5-3 0,2-3 0,-1 1 0,1-1 0,4-5 0,-4 0 0,-10 2 0,-9 1 0,-2 3 0,-4-3 0,-2-1 0,-2-2 0,-7 5 0,-4 1 0,-5 0 0,-1-7 0,0 1 0,0 8 0,-7-7 0,3 14 0,-8-3 0,1 3 0,-6 4 0,0 3 0,-1 5 0,1 9 0,0 4 0,0 6 0,0 3 0,7 2 0,2 1 0,1-1 0,5 4 0,-4-3 0,6 3 0,6-9 0,3 1 0,9-1 0,1-4 0,4-8 0,1-7 0,7-5 0,-2-3 0,1-2 0,3-4 0,1-7 0,-7-1 0,6-20 0,-7 5 0</inkml:trace>
  <inkml:trace contextRef="#ctx0" brushRef="#br0" timeOffset="39">29599 9783 8912,'-12'0'0,"1"0"0,7 0 0,-2 0 0,12 0 0,6 0 0,3 0 0,10 8 0,3 3 0,5 4 0,1 2 0,-5 1 0,0-1 0,-8 6 0,2 0 0,-4 0 0,-2 1 0,-7-3 0,-5 8 0,-3-8 0,-2 2 0,-2-6 0,-3-5 0,-7-7 0,-3-3 0,-2-2 0,-1-7 0,1-5 0,2-11 0,3-5 0,-1-5 0,7-1 0,1-6 0,5 0 0,0-1 0,7 7 0,5 0 0,3-1 0,4 7 0,4 1 0,6 2 0,3-5 0,3 3 0</inkml:trace>
  <inkml:trace contextRef="#ctx0" brushRef="#br0" timeOffset="40">30700 9405 8912,'-26'-12'0,"3"1"0,3-1 0,5 1 0,4-1 0,-3 10 0,9 2 0,-1 16 0,6 12 0,6 12 0,1 8 0,3 8 0,-5-3 0,7 6 0,1 1 0,3-7 0,1 4 0,0-5 0,0-6 0,2-6 0,4-11 0,4-5 0,8-6 0,-1-1 0</inkml:trace>
  <inkml:trace contextRef="#ctx0" brushRef="#br0" timeOffset="41">29220 11519 8912,'-28'0'0,"-3"0"0,2 0 0,3 0 0,5 0 0,3 8 0,7 4 0,5 3 0,4 4 0,2 4 0,2 4 0,4 7 0,3 2 0,9 4 0,5-3 0,0 3 0,1-6 0,-3-3 0,2-5 0,-2-1 0,-1-6 0,-3-5 0,-8-7 0,-1-7 0,-8-7 0,0-3 0</inkml:trace>
  <inkml:trace contextRef="#ctx0" brushRef="#br0" timeOffset="42">28773 11537 8912,'-15'-18'0,"1"1"0,5 0 0,1 0 0,2 0 0,8-1 0,4 1 0,11 0 0,12 0 0,11 0 0,6 5 0,9 1 0,3-3 0,5-1 0,-6-2 0,0 0 0,-5 0 0</inkml:trace>
  <inkml:trace contextRef="#ctx0" brushRef="#br0" timeOffset="43">29530 11107 8912,'0'9'0,"0"7"0,0-5 0,0 6 0,0 6 0,0 6 0,0 11 0,0 10 0,0 7 0,8 8 0,3-4 0,6 2 0,6 0 0,-4-15 0,14 7 0,-4-15 0,1-7 0,1-12 0,-2-8 0,-7-5 0,5-10 0,-2-4 0,-4-5 0,-2-10 0,-2-2 0,-5-6 0,-1 6 0,-7-5 0,2 5 0,-4 0 0,-2 6 0,-2-1 0,-4 1 0,-3 2 0,-9 3 0,1 7 0,0 3 0,0 4 0,0 3 0,5 5 0,3 7 0,1 0 0,4 1 0,2-1 0,2-8 0,0 7 0,0-5 0,2 4 0,4 3 0,3-9 0,9-3 0,1-4 0,4-2 0,-2 0 0,7 0 0,-7-8 0,12 6 0,-4-4 0,3 5 0,-3 1 0,-1 0 0,1 0 0,-2 0 0,5 0 0,-12 7 0,3 5 0,-4 3 0,-4 2 0,-4 0 0,-5 0 0,-4 1 0,-10-9 0,-1-1 0,-8-8 0</inkml:trace>
  <inkml:trace contextRef="#ctx0" brushRef="#br0" timeOffset="44">29530 11657 8912,'0'-10'0,"0"-5"0,0 4 0,10 1 0,7-1 0,12-3 0,9-1 0,13 5 0,13-5 0,10 4 0,3 1 0,5-1 0,-2-3 0,-7-1 0,3-2 0</inkml:trace>
  <inkml:trace contextRef="#ctx0" brushRef="#br0" timeOffset="45">30477 11279 8912,'-18'0'0,"7"0"0,-1 0 0,1 0 0,-1 2 0,1 1 0,-2 3 0,-1 8 0,1-5 0,1 1 0,9 5 0,-5-6 0,8 9 0,0-9 0,2 5 0,4-7 0,5 3 0,4-6 0,3-1 0,-1-6 0,8-15 0,1-8 0</inkml:trace>
  <inkml:trace contextRef="#ctx0" brushRef="#br0" timeOffset="46">30528 9594 8912,'-25'17'0,"-1"-2"0,-1-3 0,8 1 0,7-7 0,10 5 0,2-5 0,8 2 0,9-5 0,2 3 0,4-2 0,-2-4 0,8-6 0,2-3 0,1-1 0,2-5 0,-5 0 0,-2-8 0,-2 2 0,-4 2 0,-2-4 0,-2-2 0,0-2 0,-7 6 0,-2-10 0,-8 7 0,0-1 0,-2 0 0,-4 4 0,-4 10 0,-7 5 0,0 4 0,-2 2 0,-2 2 0,-2 4 0,0 11 0,6 11 0,1 12 0,5 6 0,-3 2 0,9 0 0,1 0 0,2 5 0,2-9 0,10 17 0,7-15 0,2-2 0,10-15 0,-1-5 0,9-8 0,1-5 0,2-5 0,2-8 0,-4-9 0,2-12 0,1-8 0,-7-5 0,-1-2 0,-5-3 0,-3 1 0,-8 0 0,-1 0 0,-5 2 0,2 3 0,-7 7 0,-4 7 0,-6 7 0,-5-1 0,-14 13 0,0-3 0,2 3 0,2 2 0,1 2 0,1 1 0,0 3 0,6 13 0,1-2 0,2 4 0,5 4 0,-7-6 0,8 14 0,-4-6 0,4-1 0,2-1 0,0-2 0,0 0 0,0-2 0,0-2 0,0-9 0,8 5 0,2-15 0,7 0 0,0-10 0,0-5 0,2-8 0,2-2 0,2-1 0,0-1 0,-7-2 0,-3 6 0,-2 4 0,1 2 0,3 6 0,-1 1 0,-3 2 0,-5 3 0,5 5 0,3 0 0,-7 7 0,9-3 0,-7 8 0,1 1 0,5-5 0,-5 5 0,9-7 0,2-3 0,2-1 0,7-2 0,-1 0 0,3 0 0,-5-7 0,6-10 0,-7-10 0,9-8 0</inkml:trace>
  <inkml:trace contextRef="#ctx0" brushRef="#br0" timeOffset="47">31561 9336 8912,'-18'-10'0,"1"3"0,0 7 0,0 0 0,0 0 0,-1 2 0,1 3 0,2 11 0,3 8 0,7 3 0,3 4 0,2 1 0,0-3 0,2 0 0,3 1 0,5-5 0,7 0 0,0-8 0,8-2 0,2-3 0,2-7 0,-1-3 0,3-2 0,2-13 0,1-4 0,0-4 0,1 4 0,-1-8 0,-5-2 0,0-7 0,-8-8 0,3-2 0</inkml:trace>
  <inkml:trace contextRef="#ctx0" brushRef="#br0" timeOffset="48">31716 9009 8912,'-18'-9'0,"1"3"0,0-4 0,0 8 0,7 2 0,3 18 0,8 10 0,5 5 0,-4 9 0,11-4 0,-5 8 0,0 2 0,-1 1 0,5 1 0,-4-4 0,1-6 0,3-4 0,-3-7 0,-1-2 0,-1-3 0,-5-8 0,8-3 0,-6-9 0,1-6 0,9-6 0,-5-9 0,1 0 0,5-8 0,-5 4 0,7-6 0,0 3 0,0 1 0,1 5 0,-1 3 0,2 4 0,4 5 0,4 4 0,7 2 0,1 4 0,-1 5 0,0 9 0,3 12 0,3 5 0,-4 1 0,4 10 0,-3 0 0,-5 5 0,-5 3 0,-10 1 0,-9 2 0,-6 1 0,-2-7 0</inkml:trace>
  <inkml:trace contextRef="#ctx0" brushRef="#br0" timeOffset="49">30752 11657 8912,'-12'-6'0,"1"0"0,5-5 0,-5 3 0,-1-1 0,3-5 0,-7 7 0,5-1 0,-4 2 0,-3 1 0,1-1 0,0 8 0,0 4 0,0 5 0,7 4 0,-5 8 0,3 2 0,-1 2 0,1 3 0,-1-3 0,7 0 0,2-2 0,3-2 0,1-6 0,0-8 0,0 7 0,7-14 0,5 1 0,3-6 0,2-9 0,0-3 0,1-8 0,-1 0 0,4 0 0,-4 6 0,4 0 0,-9 0 0,3 1 0,2 5 0,0-3 0,0 9 0,1-1 0,-1 6 0,0 0 0,0 6 0,1 1 0,-1 3 0,0-6 0,0 9 0,0-5 0,1-1 0,-1 1 0,0-2 0,0-6 0,0 0 0,-7-8 0,5-9 0,-5-10 0</inkml:trace>
  <inkml:trace contextRef="#ctx0" brushRef="#br0" timeOffset="50">30907 11176 8912,'-8'-10'0,"6"2"0,-5 8 0,7 4 0,0 6 0,0 7 0,7 12 0,1-3 0,3 9 0,5-1 0,-7 0 0,3 1 0,-1-3 0,3-3 0,-7 3 0,7-12 0,-7 2 0,3-2 0,-6-3 0,1 0 0,-3 0 0,-2-7 0,0-3 0,0-7 0,0-2 0,0-3 0,0-7 0,2-3 0,4-2 0,-2 0 0,7-1 0,1 1 0,5 0 0,0-2 0,0-4 0,0 10 0,3-5 0,1 3 0,2 0 0,0 5 0,-6-3 0,0 7 0,0 2 0,-7-5 0,5 7 0,-4-4 0,5 4 0,1 2 0,0 0 0,-7 0 0,5 0 0,-3 0 0,-3 0 0,3 0 0,1 0 0,2 0 0,2 2 0,1 4 0,-1-4 0,-6 5 0,1-7 0,1 0 0,2 0 0,3 0 0,-1 2 0,0 4 0,-7-4 0,5 6 0,-4-8 0,3 2 0,-3 3 0,5-3 0,-14 8 0,3-4 0,5-5 0,-8 7 0,5-6 0,-9 2 0,-3 2 0,3-1 0,-13-5 0,5-7 0,-7-3 0</inkml:trace>
  <inkml:trace contextRef="#ctx0" brushRef="#br0" timeOffset="51">31423 10969 8912,'0'-17'0,"-6"0"0,1 0 0,-1-1 0,6 1 0,7 8 0,-1-1 0,10 6 0,3-1 0,2-1 0,-4 8 0,0 4 0,0 1 0,0 5 0,1 3 0,-1-6 0</inkml:trace>
  <inkml:trace contextRef="#ctx0" brushRef="#br0" timeOffset="52">30700 11519 8912,'-34'10'0,"1"-4"0,5-4 0,10-2 0,11-8 0,16-7 0,9-12 0,8-6 0,24 1 0,11-14 0,14-2 0,-33 24 0,0-1 0,33-27 0,-27 29 0,3 2 0,-5 1 0,0 0-668,3 2 1,1 0 667,2-3 0,-1 0 0,5-4 0,-1-2 0,2-3 0,-1-1 0</inkml:trace>
  <inkml:trace contextRef="#ctx0" brushRef="#br0" timeOffset="53">28842 13067 8912,'0'-12'0,"0"1"0,0-3 0,0-1 0,-2 0 0,-4 3 0,-5 5 0,-5-1 0,5 6 0,-1-3 0,-1 5 0,-2 5 0,-3 5 0,1 9 0,0 6 0,0 9 0,0 2 0,-1 12 0,1 6 0,2-3 0,3 8 0,7-3 0,3-5 0,2 5 0,0-22 0,2 3 0,3-7 0,5-17 0,7 3 0,0-16 0,1 0 0,-1-16 0,6 1 0,0-17 0,-2-5 0,-2-6 0,-2 0 0,0 0 0,1-5 0,-9-2 0,-1 6 0,-8 4 0,0 4 0,-8 1 0,-1 9 0,-11 5 0,-3 7 0,4 7 0,-11 9 0,7 3 0,0 5 0,6 7 0,-1 2 0,3 2 0,4 2 0,3 0 0,8-6 0,0 0 0,0 1 0,8-1 0,1 0 0</inkml:trace>
  <inkml:trace contextRef="#ctx0" brushRef="#br0" timeOffset="54">28911 13136 8912,'17'0'0,"0"0"0,0 0 0,0 0 0,1-6 0,-1 0 0,0 2 0,0-3 0,0 1 0,1 2 0,-1 2 0,0 10 0,0 5 0,0 8 0,1 6 0,-1 7 0,-2 3 0,-1 1 0,-3 2 0,-7 8 0,4-12 0,-8 4 0,0-4 0,-8-9 0,4-4 0,-7-11 0,5-5 0,-4-11 0,3-7 0,3-12 0,2-9 0,2-9 0,0-3 0,0-7 0,0-1 0,8 1 0,3-1 0,4 1 0,-5-1 0,5 8 0,-3 4 0,3 4 0,2 9 0,0-6 0,1 7 0</inkml:trace>
  <inkml:trace contextRef="#ctx0" brushRef="#br0" timeOffset="55">29427 12723 8912,'0'-29'0,"0"3"0,0-1 0,0 0 0,7 12 0,5-2 0,3 11 0,2 0 0,1 12 0,1 5 0,2 14 0,2 10 0,5 8 0,-5 15 0,-2 3 0,-1 0 0,-3 6 0,-8-6 0,-3 8 0,-4 1 0,-2 5 0,-10 1 0,-5 5 0,-6-7 0,-10-3 0,5-1 0,-9-1 0,1-6 0,-8 0 0,-2-19 0</inkml:trace>
  <inkml:trace contextRef="#ctx0" brushRef="#br0" timeOffset="56">28308 12603 8912,'-34'22'0,"-1"5"0,1 6 0,0 9 0,13 17 0,3 15 0,7 9 0,5-33 0,0 3-395,3 2 1,1 1 0,2 1 0,2 0 394,3 1 0,1-1 0,-1-1 0,3-1 0,6-5 0,3-1 0,0-2 0,2 0 0,23 37 0,2-6 0,12-17 0,-5-9 0,5-5 0,1-5 165,1-7 1,-1-8 0,-7-12-166,-4-4 0,-10-1 0,-7-12 0,1-6 0,3-1 0</inkml:trace>
  <inkml:trace contextRef="#ctx0" brushRef="#br0" timeOffset="57">27259 14683 8912,'1'-15'0,"5"3"0,-4-3 0,4 3 0,-4-3 0,-2-2 0,0 0 0,0 0 0,0 5 0,0 1 0,-2 7 0,-4-2 0,4 4 0,-5 4 0,7 6 0,0 11 0,1 13 0,5 12 0,-2 14 0,7 5 0,3 3 0,1 3 0,-3-4 0,-1 4 0,1-4 0,-1 11 0,1-7 0,-9-2 0,3-4 0,-4-6 0,-2-3 0,0-16 0,0-4 0,-8-18 0,-1 7 0,-8-14 0</inkml:trace>
  <inkml:trace contextRef="#ctx0" brushRef="#br0" timeOffset="58">27086 14820 8912,'-9'-11'0,"3"0"0,-1 5 0,1-6 0,2 1 0,10-6 0,3 0 0,10 1 0,4 5 0,4-3 0,7 9 0,3 1 0,3 2 0,-4 2 0,4 0 0,-3 4 0,-3 7 0,-1 3 0,-5 14 0,-10 1 0,-13 5 0,-3 8 0,-2 4 0,-7-4 0,-3 6 0,-7-8 0,-6 0 0,-2-4 0,-2 5 0,6-13 0,-2 1 0,4-10 0,2-8 0,0-3 0,0-8 0</inkml:trace>
  <inkml:trace contextRef="#ctx0" brushRef="#br0" timeOffset="59">27758 14528 8912,'-10'-17'0,"2"0"0,3 0 0,-3-1 0,0 1 0,1 0 0,-7 0 0,12 23 0,-3 11 0,10 13 0,7 10 0,-4 12 0,5 3 0,-5 7 0,-1-3 0,3-2 0,-1 0 0,5 1 0,-5-1 0,3-5 0,-3-8 0,3-4 0,1-6 0,-7-5 0,7-4 0,-3-8 0</inkml:trace>
  <inkml:trace contextRef="#ctx0" brushRef="#br0" timeOffset="60">27964 14838 8912,'-8'-10'0,"5"-3"0,-9 7 0,1 0 0,1 16 0,4 7 0,3 10 0,-3 5 0,4 3 0,-4-1 0,6-5 0,6-1 0,2-1 0,3 2 0,4-4 0,-5-10 0,7-4 0,0-3 0,2-8 0,4 0 0,-4-2 0,3-4 0,-7-5 0,-4-4 0,-1-8 0,1 0 0,3-8 0,-9 3 0,1 1 0,-6-2 0,0 6 0,0-5 0,-7 7 0,-3-4 0,-7 9 0,0 5 0,-1 3 0,1 8 0,0 0 0,0 0 0,0 8 0,-1 1 0</inkml:trace>
  <inkml:trace contextRef="#ctx0" brushRef="#br0" timeOffset="61">28377 14477 8912,'-17'0'0,"7"0"0,-5 0 0,13 9 0,-4 6 0,6 8 0,6 4 0,-4 9 0,11 3 0,-7 6 0,8-1 0,-3 4 0,4-2 0,1-2 0,-5 2 0,2 2 0,-7-8 0,6-2 0,-7-8 0,-1-3 0,-2-2 0,-2-2 0,0-6 0</inkml:trace>
  <inkml:trace contextRef="#ctx0" brushRef="#br0" timeOffset="62">28239 14924 8912,'0'-18'0,"0"1"0,-5 6 0,-1-1 0,0 7 0,6-7 0,14 6 0,3-5 0,13 5 0,5-5 0,-1 7 0,16-11 0,-4 3 0,4-3 0,1-2 0,-1 0 0,-4-1 0,-6 1 0,-4-8 0,-1-1 0</inkml:trace>
  <inkml:trace contextRef="#ctx0" brushRef="#br0" timeOffset="63">28773 14425 8912,'-8'-17'0,"6"0"0,-3-1 0,3 7 0,2 0 0,0 7 0,0-2 0,0 12 0,2 11 0,3 12 0,-3-1 0,6 5 0,-2 3 0,-1 0 0,1 8 0,-6-7 0,0 3 0,6 2 0,0-2 0,-1 2 0,-5-2 0,2-4 0,2 4 0,2-3 0,-2-5 0,-2-3 0,-2 3 0,0-18 0,0 3 0,-2-11 0,-4-1 0,4-5 0,-4-5 0,4-7 0,2-11 0,0-5 0,0-5 0,0-1 0,0-1 0,0 1 0,6 5 0,2-1 0,1-7 0,3 9 0,5-7 0,0 7 0,2-1 0,2 4 0,2 0 0,0 6 0,0-4 0,0 12 0,6-3 0,-6 9 0,0-7 0,-6 7 0,0-1 0,0 6 0,-5 0 0,-1 0 0,-5 7 0,4 5 0,-1 1 0,1-1 0,-7 3 0,11-5 0,-8 7 0,5 0 0,-3 0 0,1 0 0,-3 1 0,5-1 0,-5-6 0,6 1 0,-3-7 0,5 5 0,-3-2 0,2-5 0,3-1 0,-5-4 0,1-3 0,-1-5 0,8-7 0,4 0 0,-4-6 0,4 0 0,-9-6 0,-3 4 0,3 1 0,1-1 0,-4 2 0,1 6 0,-8-1 0,3 7 0,-7 0 0,0 7 0,0-4 0,0 8 0,-5 8 0,-1 3 0,2 4 0,2 3 0,4-1 0,4 0 0,-2 2 0,7 2 0,2 2 0,3 2 0,1-2 0,-2-2 0,-3 7 0,3-5 0,-4 6 0,-1 0 0,0 5 0,-3 0 0,-1-1 0,-8-2 0,-4-3 0,-3-1 0,-8 2 0,-8-5 0,-2-6 0</inkml:trace>
  <inkml:trace contextRef="#ctx0" brushRef="#br0" timeOffset="64">29048 14494 8912,'-17'-17'0,"0"-8"0,7 6 0,5-4 0,3 11 0,9-3 0,7 5 0,9-1 0,11 0 0,6 7 0,8-4 0,-2 0 0,4 7 0,1-5 0,12-11 0,-9-2 0</inkml:trace>
  <inkml:trace contextRef="#ctx0" brushRef="#br0" timeOffset="65">30253 13926 8912,'0'-17'0,"0"0"0,0 0 0,0 0 0,0-1 0,0 9 0,0 5 0,0 16 0,0 9 0,-2 19 0,-4 6 0,4 3 0,-3 3 0,3-1 0,2 3 0,0-1 0,0 1 0,0-4 0,0-10 0,0 2 0,0-8 0,2-3 0,3-8 0,-1-2 0,8-16 0,-1-14 0,6-10 0</inkml:trace>
  <inkml:trace contextRef="#ctx0" brushRef="#br0" timeOffset="66">30425 14150 8912,'-17'8'0,"0"-5"0,-1 9 0,7 1 0,-1 10 0,9-4 0,-11 12 0,8-8 0,1 5 0,5-5 0,7 0 0,5-6 0,3 1 0,2-9 0,1-3 0,1-4 0,4-2 0,-4 0 0,6-2 0,-6-4 0,4-5 0,-4-5 0,2-1 0,-8-2 0,1-4 0,3 4 0,-12-6 0,-1 2 0,-2 0 0,-2 1 0,0 4 0,0 1 0,0 0 0,6 5 0,0 1 0,7 7 0,-1-2 0,3 3 0,2-1 0,0-2 0,0 0 0,1 6 0,-1 0 0,0-5 0,0-1 0,-1-2 0,-5 3 0,-3 3 0,-8-14 0,-2 14 0,-4-3 0,-5 3 0,-5 2 0,-1 2 0,0 3 0,0-1 0,-1 8 0,9-1 0,-6 6 0,5 1 0,1-1 0,-7-8 0,14 7 0,-3-5 0,3 4 0,2 3 0,0-9 0,7 6 0,3-13 0,7 4 0,0-4 0,0-2 0,1 0 0,-1 0 0,0-2 0,0-2 0,1-2 0,-1 3 0,0 1 0,0 4 0,0 1 0,1 3 0,-3 8 0,-4-3 0,3 10 0,-9 2 0,7 2 0,-6-2 0,-3 3 0,-1 1 0,-2 6 0,-2-7 0,-1 9 0,-3-1 0,-7-7 0,3 4 0,-7-9 0,0-1 0,1-1 0,5-3 0,-4-8 0,5-1 0</inkml:trace>
  <inkml:trace contextRef="#ctx0" brushRef="#br0" timeOffset="67">31234 13479 8912,'0'-44'0,"0"10"0,0 11 0,-2 12 0,-4 5 0,-3 19 0,-9 14 0,1 15 0,-8 12 0,4 14 0,-6 3 0,3 4 0,3 5 0,7-2 0,5 0 0,1-1 0,2-3 0,6-7 0,2-4 0,4-5 0,3-13 0,9-10 0,-1-12 0,0-4 0,0-10 0,6-1 0,2-8 0,2-2 0,2-4 0,-3-5 0,7-4 0,-6-10 0,7-2 0</inkml:trace>
  <inkml:trace contextRef="#ctx0" brushRef="#br0" timeOffset="68">31457 13669 8912,'-9'-23'0,"3"-2"0,4 0 0,2 0 0,0 2 0,0 6 0,0 0 0,8 7 0,-4 3 0,5 9 0,-1 3 0,-2 12 0,-6 18 0,-2 9 0,-4 0 0,4 5 0,-7-5 0,5 8 0,-2-1 0,2 1 0,2 0 0,2-1 0,0-7 0,0-4 0,8-9 0,1-4 0,1-3 0,13-1 0,-12-13 0,12-4 0,-4-4 0,4-12 0,2-5 0,0-6 0,0 0 0,6-6 0,-12 8 0,4-4 0,-4 4 0,-2 2 0,-7-1 0,-5 1 0,-3 0 0,-2 0 0</inkml:trace>
  <inkml:trace contextRef="#ctx0" brushRef="#br0" timeOffset="69">31957 13565 8912,'-6'-26'0,"0"3"0,-5 4 0,5 1 0,0 9 0,6 1 0,-6 10 0,-1 4 0,-3 5 0,6 12 0,-11 6 0,5 9 0,1 2 0,-6 0 0,11 0 0,-8 1 0,7 4 0,-7-4 0,8-1 0,-1-6 0,3 0 0,2 1 0,7-3 0,5-3 0,3-6 0,2-12 0,8 5 0,2-7 0</inkml:trace>
  <inkml:trace contextRef="#ctx0" brushRef="#br0" timeOffset="70">32232 13600 8912,'-12'-29'0,"1"0"0,1 14 0,-1-2 0,-4 11 0,7 1 0,-4 10 0,-1 7 0,5 9 0,1 4 0,-1 1 0,2 3 0,6 5 0,0-5 0,0 0 0,0-1 0,0 5 0,2-5 0,4-5 0,-4 4 0,13-8 0,-3 2 0,3-7 0,2 1 0,0-13 0,1 4 0,-1-5 0,0-1 0,0-7 0,0-5 0,1-3 0,-1-2 0,0-6 0,0 0 0,-5-6 0,-1 6 0,-7-1 0,2 3 0,-4-2 0,3 5 0,1 7 0,-2-2 0,-2 5 0,-4 0 0,-4 8 0,-3-7 0,-8-3 0</inkml:trace>
  <inkml:trace contextRef="#ctx0" brushRef="#br0" timeOffset="71">32146 13772 8912,'-12'0'0,"1"0"0,-1 0 0,-5 0 0,8 0 0,5-2 0,15-4 0,1-3 0,20-9 0,-1 1 0,5 0 0,4 0 0,0 1 0,-5 3 0,-1 2 0,1-1 0,-9-5 0,-1 0 0,-7 0 0</inkml:trace>
  <inkml:trace contextRef="#ctx0" brushRef="#br0" timeOffset="72">32387 13290 8912,'-10'8'0,"3"-6"0,8 7 0,5-3 0,-2 2 0,7 3 0,-5 10 0,6-4 0,-1 4 0,4 4 0,-1 4 0,-5 3 0,-1 3 0,-2 5 0,-6 2 0,0 2 0,0-6 0,0 4 0,-2-7 0,-4-1 0,4 0 0,-13-7 0,5-2 0</inkml:trace>
  <inkml:trace contextRef="#ctx0" brushRef="#br0" timeOffset="73">32404 13101 8912,'23'-17'0,"0"0"0,7 7 0,-3 3 0,6 9 0,-5 3 0,5 12 0,-14 18 0,4 11 0,-6 5 0,-3 8 0,-3 10 0,-7 0 0,2 6 0,-12-5 0,-2-1 0,-5 2 0,1 3 0,1-9 0,-6 4 0,-2-6 0,-4 0 0,2 2 0,-8-8 0,0-7 0,-5-8 0</inkml:trace>
  <inkml:trace contextRef="#ctx0" brushRef="#br0" timeOffset="74">27912 16248 8912,'-17'-8'0,"0"-4"0,0-3 0,2-2 0,1 0 0,3 0 0,7-1 0,-2 13 0,12 10 0,5 16 0,5 10 0,3 5 0,2 2 0,2 4 0,0 0 0,2 1 0,-6-5 0,4-10 0,1 3 0,-1-6 0,-2 0 0,-1-1 0,-3-3 0,0-9 0,-7-4 0,5-10 0,-6-6 0,3-11 0,-1-14 0,-7-9 0,11-11 0,-5-4 0,0-6 0,-3 1 0,-7-1 0,8 8 0,-6 2 0,4 7 0,-5 9 0,-1 3 0,0 15 0,0 11 0,0 8 0</inkml:trace>
  <inkml:trace contextRef="#ctx0" brushRef="#br0" timeOffset="75">28652 15921 8912,'-5'-12'0,"-1"1"0,-7 7 0,3-4 0,-5 10 0,3 4 0,3 4 0,5 7 0,-2 2 0,2 4 0,2-4 0,2 12 0,0-7 0,0 3 0,0-6 0,0 4 0,0-8 0,0 0 0,8 1 0,-4-1 0,7 0 0,3-2 0,1-3 0,2-7 0,0 3 0,1-2 0,7 7 0,-6-11 0,4 6 0,-4-1 0,-2 3 0,-6 1 0,1 1 0,-8-1 0,1 8 0,-3 4 0,-9-4 0,-5 6 0,-3-2 0,-2 0 0,-6 0 0,0-6 0,0 0 0,4-1 0,-2-5 0,-2-5 0,0-4 0,6-2 0</inkml:trace>
  <inkml:trace contextRef="#ctx0" brushRef="#br0" timeOffset="76">29513 15543 8912,'-6'-12'0,"-2"3"0,1-1 0,-3 2 0,1 1 0,5 3 0,-2 10 0,4 5 0,2 4 0,2 10 0,2 4 0,2 3 0,7 3 0,-3-1 0,-1 1 0,7-1 0,-7 0 0,3 1 0,-1-1 0,1-7 0,-1 3 0,0-7 0,1 6 0,3-6 0,-1-4 0,-3-4 0,2-3 0,3-8 0,3 9 0,2-7 0,2-3 0,7-1 0,-9-4 0,6-3 0,-2-7 0,-10-11 0,1 4 0,-14-21 0,5 4 0</inkml:trace>
  <inkml:trace contextRef="#ctx0" brushRef="#br0" timeOffset="77">29582 15783 8912,'-17'33'0,"-1"-5"0,1-3 0,0-8 0,7-7 0,-3 0 0,7-5 0,0-3 0,6 4 0,2-10 0,4-2 0,6-7 0,11 2 0,3-10 0,9-2 0,1-8 0,4 2 0,6-3 0,-2 3 0,2 1 0,-6 7 0,6-2 0,-8-2 0,2 2 0,4 0 0,0 6 0</inkml:trace>
  <inkml:trace contextRef="#ctx0" brushRef="#br0" timeOffset="78">30717 15233 8912,'-11'0'0,"0"0"0,-3 2 0,-1 4 0,-2-2 0,-2 5 0,-3 3 0,-2 1 0,-3 6 0,-4 10 0,-7-1 0,-2 5 0,2 3 0,7 2 0,2 2 0,10-1 0,2-9 0,9-1 0,6-8 0,2 2 0,8-12 0,2-3 0,9-8 0,4 0 0,-4-2 0,6-2 0,-2-3 0,0-3 0,7 6 0,-1-2 0,0-1 0,5 1 0,-11 0 0,17 1 0,-11-1 0,-4 0 0,-1 6 0,-1 2 0,0 4 0,-7 3 0,-11 10 0,-10 4 0,-7 6 0,-11 4 0,-5 1 0,-11 0 0,-1 1 0,-6-1 0,6 0 0,2-1 0,2-4 0,1-12 0,8-4 0,4-7 0,4-2 0,2-18 0,0-5 0</inkml:trace>
  <inkml:trace contextRef="#ctx0" brushRef="#br0" timeOffset="79">30786 15199 8912,'0'-17'0,"-5"5"0,-1 1 0,0 7 0,6-4 0,0 12 0,2 6 0,4 7 0,-4 11 0,3 1 0,5 11 0,-6-2 0,5 8 0,-1 2 0,-2-4 0,-6 0 0,2-2 0,3-4 0,-3-2 0,4-1 0,-4-3 0,-2-3 0,0-4 0,0-8 0,8-8 0,-6-1 0,11-16 0,-5-3 0,1-6 0,4-6 0,-5-4 0,7-7 0,-5-1 0,0 1 0,5 0 0,-11 5 0,7 0 0,-7 8 0,4-2 0,-1 4 0,3 10 0,-1 1 0,1 10 0,-6 4 0,2 5 0,7 4 0,-5 3 0,3-1 0,4 0 0,-7-6 0,5-1 0,-1-2 0,1-5 0,-5-1 0,7-2 0,-3 0 0,-5 0 0,9 0 0,-5 0 0,-3-7 0,7 3 0,-4-8 0,5 3 0,1-3 0,0 5 0,-7 7 0,3 2 0,-7 3 0,5 5 0,-5 7 0,6-5 0,-7-1 0,7-5 0,-7 5 0,3-5 0,-2 6 0,-4-9 0,7 5 0,-3-8 0,-4 0 0,6-2 0,-8-4 0,0-5 0,0-4 0,-6-3 0,0 1 0,0 0 0,-1 0 0,5 0 0,-8-1 0,6 1 0,-1 0 0,-1 0 0,-2 0 0,-1-1 0</inkml:trace>
  <inkml:trace contextRef="#ctx0" brushRef="#br0" timeOffset="80">31423 15388 8912,'-2'11'0,"-4"1"0,4-8 0,-5 3 0,7-7 0,0 8 0,0-4 0,0 7 0,6-5 0,1 3 0,3 1 0,3 0 0,-3-5 0,1 7 0,1-8 0,5 3 0,0-7 0,0 0 0,0 0 0,-5 0 0,-2-2 0,-3-3 0,1-5 0,-4-7 0,1-2 0,-1-4 0,6 4 0,-8-12 0,3 8 0,-3 2 0,-2 2 0,0 2 0,0 0 0,0 7 0,0 3 0,2 7 0,2 1 0,2 5 0,-2 6 0,5-5 0,-5 7 0,7-9 0,-5 7 0,6-6 0,-7-1 0,7-5 0,1 0 0,3 0 0,1-2 0,0-3 0,0-7 0,0-3 0,1-2 0,-3-2 0,-4-4 0,5 4 0,-7-12 0,7 6 0,-5-2 0,4 6 0,-11-9 0,6 7 0,-3 2 0,-1 9 0,2-3 0,-6 13 0,-2-5 0,-2 7 0,-6 0 0,8 7 0,0 3 0,0 7 0,0-6 0,2 1 0,4 1 0,-2 1 0,5-1 0,-1-1 0,5-3 0,-1 3 0,-3 1 0,3-7 0,1-3 0,2 7 0,-3-8 0,-1 4 0,3-4 0,-7-2 0,9 0 0,-5 0 0,-1-2 0,1-4 0,3-6 0,-7 3 0,-1-3 0,2 7 0,-3-7 0,1 8 0,-8-5 0,-4 3 0,4 4 0,-13-11 0,4 7 0,3-2 0,0 5 0,1-3 0,5 0 0,-13 6 0,13 0 0,-6 0 0,8 0 0,0 0 0,-8 8 0,6-6 0,-13 5 0,13-7 0,-13-2 0,3-3 0,3 1 0,-3-8 0,1 1 0,-8-6 0,-2 0 0,-2-1 0,2 1 0,-4-2 0,2-4 0,-6-2 0,6-3 0,-5-3 0,5 8 0,0 0 0,7 6 0,5 0 0,-2 5 0,7 1 0,0 9 0,6 4 0,2 13 0,4 12 0,3 13 0,9 2 0,-1 8 0,0 1 0,0-10 0,0 14 0,1-13 0,-1 2 0,0 2 0,-2 0 0,-1-4 0,-3-6 0,-1 2 0,3-13 0,-1-4 0,-1-6 0,6-15 0</inkml:trace>
  <inkml:trace contextRef="#ctx0" brushRef="#br0" timeOffset="81">32215 15010 8912,'-35'-8'0,"1"-3"0,7 3 0,4 2 0,4 4 0,2 2 0,0 0 0,-1 8 0,1 3 0,6 7 0,-1 4 0,8-1 0,-1 6 0,3-2 0,2 4 0,2-6 0,1-2 0,3-2 0,8-2 0,-11-6 0,9 1 0,-1-8 0,7 3 0,-1-7 0,6-7 0,0-5 0,0-11 0,-6-5 0,0-5 0,0-1 0,0-1 0,-1-1 0,-5-4 0,4 4 0,-13-14 0,4 4 0,-4-4 0,-2-9 0,-6 8 0,-1-3 0,-3 6 0,-1 18 0,-1-6 0,1 18 0,1 9 0,-1 22 0,5 16 0,4 11 0,4 17 0,4 3 0,5 1 0,-3 2 0,7-2 0,-3-4 0,3-3 0,2-3 0,2 1 0,2-3 0,2-3 0,6 2 0,-6-8 0,7-7 0,-3-9 0</inkml:trace>
  <inkml:trace contextRef="#ctx0" brushRef="#br0" timeOffset="82">28549 17640 8912,'-27'-17'0,"1"-2"0,5-2 0,-2 0 0,2 6 0,2-1 0,1 9 0,1-1 0,0 0 0,2 5 0,1 6 0,3 5 0,-3 2 0,-1 7 0,-2 8 0,0 1 0,-1 5 0,7 1 0,-1 3 0,3-1 0,-3 1 0,5-1 0,7 0 0,0-1 0,0-5 0,0-5 0,0-4 0,7-9 0,3-4 0,7-12 0,0-5 0,1-7 0,-1-5 0,8-3 0,-12-9 0,4 1 0,-1 0 0,-1-1 0,0 3 0,-3 3 0,-7 6 0,5 4 0,0 2 0,7 9 0,0 8 0,6 15 0,0 14 0,2 9 0,-2 2 0,-4 14 0,4-3 0,-12 5 0,4 1 0,-5 0 0,0-1 0,-3-3 0,-7-1 0,-2-2 0,-3-5 0,-5-2 0,-7-11 0,0-3 0,-1-6 0,-6-12 0,3-3 0,-6-8 0,2 0 0,-4-8 0,6-3 0,0-12 0,6-6 0,0-3 0,7-3 0,5 1 0,5-1 0,5 1 0,5 0 0,7-1 0,6 7 0,0-1 0,8 0 0,-3-5 0,5-1 0,1 1 0,-1 5 0,-5 1 0,3 5 0,-6-4 0,0 2 0,0 4 0,-10 10 0,-8 3 0,-7 8 0,0 0 0,-7 8 0,-5 3 0,-3 5 0,0 6 0,1 3 0,3 2 0,7 2 0,-4-1 0,8 1 0,0 2 0,0-5 0,0 1 0,0-2 0,0-4 0,0-2 0,2-4 0,4-3 0,4-5 0,9-9 0,2-3 0,2-7 0,0-11 0,0-5 0,1-11 0,3-1 0,-6-7 0,8 3 0,-10-8 0,-4 1 0,-3-1 0,-1 0 0,-5 1 0,-4-1 0,-2 1 0,-2 7 0,-4 4 0,-1 5 0,-7 7 0,3 5 0,7 11 0,-9 6 0,7 12 0,0 11 0,6 12 0,2 5 0,4 6 0,-4 4 0,3 8 0,3 0 0,0-1 0,1-1 0,5-4 0,-5-4 0,3-8 0,-3 0 0,3 1 0,1-3 0,-7-3 0,7-4 0,-11-8 0,6-7 0,-23-3 0,-5-7 0</inkml:trace>
  <inkml:trace contextRef="#ctx0" brushRef="#br0" timeOffset="83">28859 17743 8912,'-10'-17'0,"5"0"0,10 0 0,7 0 0,11 7 0,5-11 0,13 4 0,6-2 0,7-2 0,3-2 0,3 4 0,-3-4 0,-3 4 0,3 1 0,-4 1 0,-1 0 0</inkml:trace>
  <inkml:trace contextRef="#ctx0" brushRef="#br0" timeOffset="84">29651 17520 8912,'-18'11'0,"1"1"0,2-1 0,3 6 0,-3 2 0,4 4 0,-3 6 0,3 4 0,-5 1 0,15 6 0,-5 0 0,4-2 0,2-1 0,0-5 0,0-3 0,0-6 0,8-12 0,1-3 0,8-16 0,0-3 0,1-12 0,-1-4 0,0-7 0,0-1 0,-1 1 0,-5 0 0,4-1 0,-5 1 0,1 1 0,1 5 0,-8 3 0,9 8 0,-7-1 0,5 5 0,-3 7 0,2 12 0,1 15 0,6 8 0,0 3 0,3-3 0,2-2 0,7-3 0,4 5 0,3-6 0,4-2 0,-4-2 0,7-2 0</inkml:trace>
  <inkml:trace contextRef="#ctx0" brushRef="#br0" timeOffset="85">30717 17589 8912,'-26'-25'0,"-5"6"0,8-4 0,2 4 0,2 1 0,2 9 0,0 3 0,-1 4 0,1 2 0,-6 2 0,0 4 0,0 5 0,6 10 0,0 4 0,0 2 0,1-4 0,5 6 0,-4-3 0,3 3 0,5 1 0,1-7 0,4 6 0,2-6 0,0-2 0,0-2 0,0-2 0,8 0 0,3 1 0,6-7 0,6-1 0,6-3 0,0 1 0,3-4 0,4 2 0,1-3 0,-1-1 0,-2-2 0,1 2 0,-1 4 0,-7-4 0,-4 4 0,-4-3 0,-2 3 0,-7-2 0,-4 7 0,-6 1 0,-6 5 0,-11 0 0,-4 0 0,-8 3 0,-2 1 0,-1 1 0,-3-1 0,7-3 0,-1-7 0,8 2 0,-2-7 0,4-2 0,2-10 0,0-11 0,-1-10 0</inkml:trace>
  <inkml:trace contextRef="#ctx0" brushRef="#br0" timeOffset="86">30907 17382 8912,'9'-17'0,"-1"0"0,-8 0 0,0 7 0,0 2 0,6 30 0,-1 6 0,1 16 0,-4 2 0,2 4 0,2 1 0,7 1 0,-5-6 0,5-1 0,-1 3 0,-1-6 0,6-2 0,-1-3 0,-5-3 0,2-7 0,-7-4 0,-2-4 0,-2-10 0,-2-1 0</inkml:trace>
  <inkml:trace contextRef="#ctx0" brushRef="#br0" timeOffset="87">30958 17778 8912,'-5'-12'0,"-1"1"0,0-1 0,4-3 0,-3 4 0,3-5 0,-6 12 0,10-5 0,4 1 0,-1-3 0,13 5 0,-3-7 0,14 1 0,-6 3 0,5-3 0,1 8 0,5-5 0,1 5 0,-1-2 0,1 1 0,-3 5 0,-3 1 0,-6 5 0,-4-2 0,-2 8 0,-6-1 0,1 6 0,-8 0 0,1 1 0,-3-1 0,-2 0 0,-2-6 0,-3 1 0,3-8 0,-8 5 0,5-3 0,3-4 0,-6-2 0,14-4 0,-1-7 0,9 5 0,-3-6 0,5-1 0,-5 0 0,1 1 0,-1-3 0,6 5 0,0-1 0,1-1 0,-1 1 0,0 1 0,0 5 0,-1 1 0,-3 0 0,-2-2 0,1 1 0,5 5 0,-5 5 0,-1 1 0,-5 6 0,5-7 0,-5 7 0,5-7 0,-7 9 0,4-10 0,-8 7 0,6-5 0,-1 5 0,1-7 0,-6 4 0,0-8 0,0 0 0</inkml:trace>
  <inkml:trace contextRef="#ctx0" brushRef="#br0" timeOffset="88">31578 17417 8912,'-19'-8'0,"-4"-3"0,4-3 0,-4 3 0,11-5 0,5 13 0,7-9 0,15 8 0,-2-9 0,14 5 0,-2-1 0,11-1 0,-1-1 0,5 1 0,0 4 0,4 5 0,6-5 0,-2 2 0,-3-2 0,1 4 0,6-3 0,-8 3 0,2 2 0,-12 0 0,-7 0 0,-8 7 0,-7 5 0,-7 3 0,-10 2 0,-9-1 0,-7-5 0,-4 2 0,-3-7 0,-5 8 0,14-11 0,-4 7 0,4-2 0,2 5 0,1-4 0,5 9 0,-2-1 0,7 0 0,0 0 0,8 0 0,2 3 0,2 2 0,7-2 0,-2 4 0,12-6 0,-4 5 0,4-1 0,-3 1 0,-3-5 0,0-1 0,0 0 0,-2 0 0,-1 0 0,-3 1 0,-7-1 0,2 0 0,-4 0 0,-2 0 0,-8 0 0,-3 1 0,-5-3 0,-1-4 0,0 3 0,0-8 0,0-1 0,-1-5 0</inkml:trace>
  <inkml:trace contextRef="#ctx0" brushRef="#br0" timeOffset="89">32266 17056 8912,'0'-18'0,"0"1"0,0 8 0,0 1 0,8 10 0,3 4 0,-1 5 0,1 12 0,-5 4 0,6 7 0,-7 1 0,5-1 0,-2 0 0,-5 1 0,7-1 0,-8-5 0,4-1 0,1-1 0,-1 2 0,-2-6 0,-2-4 0,5-4 0,5-3 0,-5-20 0,7-5 0,-6-16 0,1-2 0,-3-3 0,5-6 0,-1 9 0,1-3 0,3 11 0,-7 0 0,3 6 0,3 5 0,-3 5 0,1 7 0,-5 0 0,6 0 0,-7 7 0,7 5 0,-1 3 0,6 2 0,1 1 0,-1-1 0,2-2 0,4-4 0,-2 3 0,8-8 0,-6-1 0,5-5 0,-5-2 0,4-3 0,0-7 0,0-3 0,-6-10 0,3-2 0,-4-9 0,2-4 0,-8-2 0,3-4 0,-9-4 0,3 5 0,-7-5 0,2-2 0,-4 10 0,-4 8 0,-2 9 0,-2 6 0,-7 9 0,11 3 0,-6 14 0,8 5 0,0 13 0,0 7 0,0 6 0,0 8 0,0-6 0,2 2 0,2-3 0,4 1 0,1-2 0,-3-4 0,5-5 0,-5 3 0,6-3 0,-7-2 0,7 1 0,-8-14 0,11 9 0,-6-14 0</inkml:trace>
  <inkml:trace contextRef="#ctx0" brushRef="#br0" timeOffset="90">32869 17228 8912,'-27'0'0,"4"0"0,6-2 0,5-4 0,5-4 0,16-3 0,8-4 0,10 3 0,13-10 0,6-1 0,6-2 0,5-7 0,-1 5 0,5 2 0,-2 2 0,-4 4 0,7 2 0,-18 10 0,-4 3 0,-19 12 0,-14 3 0</inkml:trace>
  <inkml:trace contextRef="#ctx0" brushRef="#br0" timeOffset="91">30683 18465 8912,'-17'-9'0,"2"-6"0,1 5 0,3 0 0,5 3 0,-6 7 0,9 4 0,-3 5 0,4 8 0,4 14 0,2 1 0,1 7 0,3 7 0,-2-6 0,2 5 0,5-4 0,-2-1 0,3-2 0,1-4 0,2 3 0,0-14 0,1-1 0,-1-10 0,0-1 0,0-7 0,1 0 0,-1-8 0,0-5 0,0-10 0,0-4 0,1 2 0,-1-8 0,0-2 0,0 7 0,-2-1 0,-3 8 0,-6-1 0,3 1 0,-5 6 0,8-1 0,-9 10 0,3 2 0,-4 10 0,-2 5 0,0 4 0,0 2 0,0 2 0,0 0 0,0-6 0,8 0 0,-6 1 0,3-1 0,5-8 0,-8-1 0,13-8 0,-5 0 0</inkml:trace>
  <inkml:trace contextRef="#ctx0" brushRef="#br0" timeOffset="92">30976 18483 8912,'-18'-18'0,"1"1"0,0 6 0,0-1 0,7 8 0,4-9 0,12 7 0,4 1 0,9 5 0,4 0 0,2 0 0,3 0 0,13-8 0,-5-2 0</inkml:trace>
  <inkml:trace contextRef="#ctx0" brushRef="#br0" timeOffset="93">31509 18534 8912,'-21'6'0,"4"0"0,5 1 0,1-1 0,-4-4 0,13 13 0,-4-3 0,-2-3 0,3 3 0,-1-1 0,6 6 0,0 1 0,0-1 0,0 0 0,0 0 0,0 0 0,0-7 0,0-2 0,0-24 0,0 3 0,0-14 0,0 2 0,6 2 0,1 6 0,3 0 0,1 0 0,6 0 0,1-1 0,1 3 0,2 2 0,2 1 0,2 7 0,-2-7 0,-2 8 0,7-1 0,3 3 0,1 2 0,3 0 0,-1-6 0,3 0 0,3 2 0,-4-5 0,14-3 0,-6-9 0,0-2 0,3-7 0,-8 1 0,-7-3 0,-7-3 0,-6 9 0,-9-5 0,-4 8 0,-5 2 0,-16 10 0,-4 3 0,-15 8 0,-3 8 0,-3 5 0,-6 8 0,4 6 0,2 7 0,9 4 0,5-1 0,3-5 0,7 1 0,7-9 0,9-1 0,11-4 0,12-1 0,12-9 0,24-1 0,6-10 0,8-4 0,5-11 0,8-12 0,-2-5 0,-4-6 0,-3-12 0,-8-9 0</inkml:trace>
  <inkml:trace contextRef="#ctx0" brushRef="#br0" timeOffset="94">18086 7359 8912,'-17'15'0,"0"-4"0,0-5 0,-1-4 0,1-2 0,0 0 0,0 0 0,0 0 0,1-2 0,5-4 0,3-3 0,8-8 0,0-1 0,2 1 0,2 0 0,4 2 0,1 3 0,-5-3 0,9 6 0,-5-7 0,0 3 0,-1 1 0,1 1 0,-2-6 0,-2 0 0,7-1 0,-7 1 0,2 0 0,-5 0 0,5 0 0,0-1 0,0 1 0,-6 0 0,2 0 0,1 0 0,3-1 0,0 1 0,-6 0 0,0 0 0,0 5 0,0 1 0,0 7 0,0-4 0,0 8 0,0 0 0,0 8 0,0-6 0,0 8 0,0-5 0,0-1 0,0 8 0,-2-3 0,-2 4 0,-2-1 0,-1-1 0,3 7 0,-2-1 0,2 0 0,2 0 0,-3-5 0,-1-1 0,2 2 0,2 3 0,0-5 0,-1 1 0,-3 1 0,0 2 0,6 3 0,0-1 0,0 2 0,0 4 0,0 4 0,0 7 0,0 0 0,0 8 0,0-3 0,0 6 0,0 3 0,0 2 0,0 1 0,0 1 0,0 0 0,0 1 0,0 2 0,0 1 0,0-7 0,0 3 0,0-2 0,0 7 0,0 0 0,0-5 0,0-8 0,0-4 0,0 0 0,0-6 0,0 9 0,0-15 0,0 7 0,0-11 0,0 3 0,0 4 0,0 1 0,0 10 0,6-4 0,1 10 0,3 6 0,-6 5 0,9 17-227,-7 5 0,7 3 227,-1 2 0,3 0 0,2-1 0,-1 0 0,-3-5 0,-2-8 0,3-7-180,1-7 180,2-5 0,-5 3 0,-3-3 0,-1-3 0,5-10 0,-11 2 0,4-8 0,2 6 0,-3 0 0,3 1 0,-4-5 0,2 4 0,-1 12 0,-3 11 0,2 3 0,2 3 0,7 0 0,-9 6 0,8 1 150,1 2-150,2 2 0,2-1 0,1-3 0,-1 1 0,0-7 0,0 7 0,0-8 0,1-14 0,-1-5 0,0-5 0,0-3 183,1 0-183,-9-9 0,6-1 0,-3-3 0,3 4 0,2 1 0,-5 0 0,-1 1 0,1-1 0,5 0 0,0 9 0,0 2 0,1 5 0,-1 9 0,2-5 0,2 5 0,4 0 0,2 4 0,1-4 0,7-1 0,-7-5 0,1-1 0,-2-1 0,2 1 0,-3-8 150,-3-4 1,-4-4-151,4-1 0,-4-1 0,-1 1 0,-1-7 0,0 1 0,0-1 0,0 7 0,1 1 0,-1 2 0,0 2 0,0 8 0,1-10 0,-1 8 0,6 0 0,0 6 0,5-3 0,-3-1 0,2-2 0,-6-8 0,11 10 0,-3-8 0,4 0 0,1-5 0,-5-7 0,-2-1 0,-1 0 0,1-1 0,-6-5 0,2 2 0,-4-3 0,-2-3 0,1 2 0,-1 4 0,0 5 0,0-3 0,0 8 0,1-5 0,5 11 0,-1 1 0,1 0 0,-5-6 0,-1 1 0,0-7 0,0-1 0,2 0 0,4-1 0,-4-5 0,8-1 0,-6-9 0,2 2 0,8 3 0,-10-1 0,6-2 0,-3-1 0,7-1 0,-4 6 0,7 1 0,-1-1 0,-5 0 0,3 0 0,-6 0 0,2 1 0,-6-1 0,4 0 0,-3 0 0,1 0 0,0 1 0,-5-7 0,-1 1 0,0-3 0,0 3 0,0 1 0,1-7 0,-1 5 0,0-5 0,0 1 0,0-3 0,1 2 0,-1 7 0,0-11 0,2 6 0,4 0 0,-4-5 0,6 9 0,0-1 0,4-1 0,3-2 0,-3-3 0,0 1 0,-1 5 0,7-5 0,-1 2 0,0-2 0,-5-3 0,0 9 0,-6-8 0,5 1 0,-7 3 0,2-2 0,-3 7 0,-3-3 0,0 1 0,0 1 0,6-1 0,0 6 0,0-5 0,-6-1 0,2 1 0,2 3 0,2-4 0,6 5 0,-4-7 0,2 3 0,3-1 0,3-7 0,1 11 0,1-3 0,-3-5 0,-3-1 0,3-2 0,-5 0 0,0 1 0,-2 1 0,-8-6 0,0 2 0,0 4 0,0-4 0,1 3 0,-1-1 0,0 2 0,-7-4 0,5 6 0,-5-3 0,7 1 0,-6 2 0,1-3 0,-1-3 0,6 4 0,1 2 0,-1-3 0,0 3 0,2-4 0,2 4 0,4-1 0,2 1 0,-6 5 0,9-11 0,-7 4 0,2 1 0,-2-1 0,-4 0 0,4-4 0,-4 4 0,-9-5 0,5 7 0,-5-8 0,7 0 0,-7 0 0,5 0 0,-11 0 0,7 0 0,-5 2 0,5 4 0,-5-4 0,6 3 0,-7-3 0,7-2 0,-7 0 0,7 0 0,-6 2 0,5 4 0,-5-4 0,5 4 0,1-4 0,-3-2 0,5 1 0,-8 5 0,1-4 0,-1 4 0,-4-4 0,7 0 0,-3 3 0,-4-3 0,8 8 0,-5-4 0,-1-5 0,6 7 0,-3 0 0,-1-6 0,-6 5 0,6-5 0,0 4 0,-1-4 0,-5 5 0,0-7 0,0 0 0,0 8 0,0-6 0,0 6 0,0-8 0,0 0 0,8 7 0,-6-5 0,13 6 0,-5-8 0</inkml:trace>
  <inkml:trace contextRef="#ctx0" brushRef="#br0" timeOffset="95">19704 12568 8912,'-17'-17'0,"0"0"0,-1 2 0,3 1 0,2 5 0,3-1 0,2 0 0,-5 7 0,2-3 0,-5 4 0,-1 4 0,0 4 0,5-3 0,1 9 0,-2 1 0,-3 5 0,-1 4 0,6-2 0,1 2 0,2-2 0,-3-3 0,5 2 0,2 2 0,2 2 0,10 0 0,-4-6 0,7 0 0,3 0 0,1 1 0,2-1 0,0 0 0,6 0 0,0 0 0,0-5 0,-6-1 0,1 3 0,-1-1 0,0 0 0,0-1 0,1 1 0,-1 2 0,-6-3 0,1-1 0,-9-5 0,3 6 0,-6-1 0,-6 6 0,-5 0 0,-4 1 0,-8-1 0,-2 0 0,-2 0 0,6 0 0,-9-1 0,7-3 0,2-2 0,1-7 0,3 2 0,0-4 0,7-10 0,3-1 0,7-10 0,0-4 0,7 4 0,-1-14 0,11 4 0,-3-3 0,11-2 0</inkml:trace>
  <inkml:trace contextRef="#ctx0" brushRef="#br0" timeOffset="96">19790 12757 8912,'0'-17'0,"0"0"0,0 0 0,0 0 0,0 7 0,0 2 0,0 8 0,0 8 0,0 2 0,0 7 0,0 0 0,0 6 0,0 2 0,0 1 0,0-5 0,0 4 0,2-8 0,4 1 0,-3-1 0,9-2 0,-1-1 0,-1-3 0,5-7 0,-11 3 0,8-7 0,1 0 0,2 0 0,2-7 0,1-5 0,-9-5 0,-3-6 0,4 4 0,-9-11 0,5 7 0,-2 0 0,0 6 0,2-1 0,-3 1 0,-1 6 0,-2-1 0,0 8 0,0-1 0,2 10 0,4 7 0,-4-5 0,7 9 0,-5-5 0,2 5 0,7 1 0,-5-6 0,5-1 0,-1-3 0,1-3 0,3-2 0,1-2 0,0 0 0,-8 0 0,7-2 0,-5-4 0,5-5 0,1-4 0,-2-2 0,-3-1 0,1-1 0,-5-2 0,-1-2 0,1 2 0,-2 2 0,-4 10 0,3 3 0,-3 4 0,6 17 0,-8 8 0,0 8 0,0 11 0,0 2 0,0 7 0,0 1 0,0-1 0,0 3 0,0 1 0,0 3 0,0-1 0,0-7 0,0-5 0,0-4 0,-8-5 0,6-7 0,-3-1 0,3-14 0,-6-7 0,-2-16 0</inkml:trace>
  <inkml:trace contextRef="#ctx0" brushRef="#br0" timeOffset="97">20151 12723 8912,'0'-34'0,"0"-1"0,0 1 0,6 7 0,0 4 0,7 4 0,-1 2 0,3 0 0,10-1 0,-4 1 0,8 0 0,-1 6 0,7-1 0,-3 8 0,-3-1 0,-4 3 0,-8 4 0,0 3 0,0 7 0,-7 11 0,-4 5 0,-6 5 0,-6 1 0,-4 2 0,-7 5 0,2-5 0,3 4 0,-3-6 0,4-5 0,1 2 0,-1-8 0,7 1 0,-2-1 0,4-4 0,4-1 0,4-13 0,3-10 0,8-5 0,1-7 0,-1 0 0,0-1 0,0 1 0,1-2 0,-1-4 0,0 12 0,0-12 0,0 11 0,-5-1 0,-3 0 0,-1 1 0,-2 8 0,-6-3 0,0 7 0,0 0 0,0 7 0,0-5 0,2 6 0,3-8 0,-1 0 0,8 0 0,-8 0 0,11 0 0,-11 0 0,7 0 0,-7 0 0,11 0 0,-5 8 0,1-5 0,1 9 0,-8-6 0,3 3 0,1-1 0,-6 5 0,4-1 0,-5-3 0,-1 3 0,0-1 0,0 6 0,0 0 0</inkml:trace>
  <inkml:trace contextRef="#ctx0" brushRef="#br0" timeOffset="98">20048 13359 8912,'-25'-25'0,"6"6"0,-4-4 0,4 4 0,2 2 0,0 0 0,7 7 0,2-1 0,8 11 0,0 11 0,2 12 0,4 11 0,-2-3 0,7 9 0,-5 2 0,6-2 0,-7 0 0,7-5 0,-3-1 0,3 1 0,1-9 0,-7-3 0,7 2 0,-1-2 0,3-8 0,2-7 0,1-10 0,-1-4 0,0-3 0,0-10 0,0-4 0,1-6 0,-7-2 0,-1 1 0,-1 1 0,1-1 0,-6 5 0,5 0 0,-3 8 0,-4 0 0,5 7 0,-7 10 0,6 10 0,0 7 0,-2 0 0,-2 0 0,-2 0 0,0 1 0,0-1 0,0 0 0,0 0 0,0 0 0,0-7 0,0 5 0,0-13 0,0 6 0,0-8 0</inkml:trace>
  <inkml:trace contextRef="#ctx0" brushRef="#br0" timeOffset="99">20255 13359 8912,'2'-11'0,"3"-1"0,-3 1 0,6-7 0,-8 1 0,7 8 0,-5-7 0,6 7 0</inkml:trace>
  <inkml:trace contextRef="#ctx0" brushRef="#br0" timeOffset="100">20341 13445 8912,'0'17'0,"0"-5"0,0-1 0,-2-1 0,-4 1 0,4 4 0,-6-13 0,8 8 0,0-4 0,0-4 0,0 5 0,0-7 0,0-7 0,2 5 0,4-4 0,4-2 0,7 3 0,-2-3 0,-1 4 0,-3-2 0,0 1 0,7-1 0,-1 0 0,0-1 0,0 3 0,1-4 0,-1 0 0,0 1 0,0-7 0,-2 11 0,-3-9 0,3 3 0,-3-3 0,-5-3 0,9 5 0,-14-7 0,3 8 0,-10 3 0,3 4 0,-12 4 0,9 4 0,-9 3 0,12 8 0,-5 0 0,7 1 0,0-7 0,0 1 0,0-7 0,0 7 0,7-8 0,3 3 0,7-9 0,0-3 0,0-5 0,-5-1 0,-1-1 0,3-1 0,1-3 0,2 5 0,0 0 0,-5 1 0,-3-3 0,1 1 0,0-1 0,-7 5 0,5 0 0,-8 8 0,0 0 0,6 2 0,0 4 0,5-2 0,-5 7 0,1-7 0,-1 2 0,-4 4 0,6-7 0,-8 9 0,0-8 0,5 5 0,1-3 0,0-4 0,-6 7 0,0-3 0,0-4 0,0 6 0,0-16 0,0 4 0,0-7 0,8-1 0,3-5 0,-3 0 0,7 2 0,-4 1 0,5 3 0,1-1 0,0-5 0,0 2 0,1 3 0,-1-3 0,0 6 0,0-3 0,0 1 0,1 7 0,-7-4 0,1 8 0,-1 0 0,6-8 0,0-1 0</inkml:trace>
  <inkml:trace contextRef="#ctx0" brushRef="#br0" timeOffset="101">20547 13823 8912,'-6'-19'0,"1"-4"0,-9 4 0,5-4 0,-3 4 0,1 2 0,-1 7 0,-5 5 0,0 3 0,0 4 0,-1 5 0,1 10 0,0 10 0,8 6 0,-5 3 0,8 4 0,3 6 0,1 4 0,2-1 0,0-3 0,2 2 0,1-10 0,5-3 0,2-7 0,3-3 0,2-2 0,2-8 0,1-3 0,-1-5 0,0-7 0,6-7 0,0-7 0,-2-7 0,-2 2 0,-7-8 0,-1 5 0,-5-3 0,5-4 0,-7-3 0,2 5 0,-4 0 0,-2-5 0,0 12 0,0-2 0,0 2 0,0 13 0,0 7 0,0 7 0,-2 11 0,-4-1 0,4 6 0,-4 0 0,5 2 0,1-3 0,5-2 0,1 2 0,2-8 0,-3-3 0,-1-7 0,8 2 0,-7-4 0,7-2 0,-3-2 0,5-4 0,-5-5 0,-1-5 0,-2-1 0,-6 0 0,0 0 0,0 0 0,0-1 0,-6 7 0,0-1 0,-7 1 0,3 1 0,1 3 0,1-1 0,1 6 0,-3-5 0</inkml:trace>
  <inkml:trace contextRef="#ctx0" brushRef="#br0" timeOffset="102">20822 13926 8912,'0'10'0,"0"-2"0,0-6 0,0 3 0,0-3 0,0 8 0,0-5 0,0 5 0,0 7 0,0 0 0,0-7 0,0 0 0,0-5 0,0-3 0,0 6 0,0-8 0,0 0 0,0-8 0,8-1 0,4-9 0,-3 1 0,3 0 0,-1 6 0,6-1 0,1 3 0,-1-3 0,0 3 0,0 3 0,0 4 0,1-4 0,-1 4 0,0 2 0,0 0 0,0 0 0,1 2 0,-1 2 0,0 2 0,0-2 0,0-3 0,1-1 0,-7 0 0,1 0 0,1 0 0,2 0 0,-3-1 0,-1-5 0,-5-4 0,5-7 0,-5 0 0,6 0 0,-9-1 0,3 1 0,-4 6 0,-2-1 0,0-1 0,0 5 0,-8 1 0,5 14 0,-9 5 0,8 3 0,-1 2 0,-3 0 0,2 1 0,1-1 0,5 0 0,0 0 0,1-1 0,5-5 0,4-5 0,7-12 0,0 2 0,0-7 0,1-1 0,-1-5 0,6-6 0,0 0 0,-2 2 0,-2 10 0,-2-5 0,0 5 0,-1 1 0,-3 1 0,-2 1 0,-7 3 0,11 3 0,-3-2 0,3-2 0,-5 0 0,5 6 0,-13-7 0,11 3 0,-7-8 0,0 9 0,-6-5 0,0 8 0,0 0 0,0 8 0,0 3 0,0 4 0,0 4 0,0 4 0,0-2 0,0 8 0,0 0 0,0 5 0,2 0 0,4 1 0,-5-1 0,13 1 0,-8-1 0,-1 0 0,-5 1 0,0-3 0,0-3 0,0-2 0,0-4 0,-7-4 0,-5 4 0,-3-10 0,-2-2 0,-1-7 0,1 2 0,0-4 0,0-2 0,0 0 0,7-8 0,-5-1 0,5-8 0,1-1 0,1 1 0,8 0 0,0-2 0,0-4 0,0 4 0,8-8 0,5 6 0,6-4 0,4-2 0,8 5 0,-3-7 0,5 0 0,1-7 0,1-4 0,7 4 0,-6-5 0,4 11 0,-3 1 0,-11 2 0,-3-1 0,-11 11 0,3 1 0,-15 9 0,0-5 0,-9 8 0,-7 8 0,7-2 0,-5 13 0,9-3 0,-7 3 0,6 2 0,1 1 0,5-1 0,0 0 0,0 0 0,2-2 0,3-3 0,-1-5 0,8-5 0,1 4 0,-5-4 0,7 6 0,-4-8 0,-1 0 0,1 0 0,1-2 0,-3-4 0,7 4 0,-5-4 0,4 4 0,-3 2 0,-1 0 0,-7 0 0,4 8 0,-8 4 0,0-5 0,0 1 0,0-8 0,0 0 0,0-8 0,0 4 0,0-7 0,0-1 0,2-3 0,4 4 0,-3-3 0,9 9 0,-1-7 0,7 6 0,-1-7 0,-6 11 0,1-4 0,-1 5 0,6 1 0,1 0 0,-1 0 0,0 0 0,0-6 0,0 0 0,-5-7 0,-1 1 0,-1 3 0,1-3 0,-5-1 0,4-2 0,-8 3 0,3 1 0,-3-1 0,-2-5 0,-2 0 0,-3 0 0,1 7 0,-8 4 0,1 4 0,-6 4 0,1 4 0,3 5 0,1 5 0,-1 1 0,-2 0 0,5 6 0,4 2 0,5 2 0,-5-6 0,0 2 0,0 3 0,12-7 0,0 4 0,9-4 0,0-3 0,6-5 0,10-3 0,-2-8 0,3 0 0,5 0 0,1-2 0,2-4 0,0-3 0,-5-14 0,-1 0 0,-7-6 0,-6 4 0,-8-1 0,-5 5 0,-8-6 0,0 4 0,-2 4 0,-4-4 0,-9 11 0,-10 7 0,0 3 0,-2 4 0,1 3 0,5 13 0,-6 10 0,4 12 0,6 4 0,-1 8 0,3 5 0,9 2 0,3 3 0,8-5 0,9 4 0,7-4 0,7-7 0,13-6 0,4-10 0,13 1 0,1-3 0,4-3 0,4-12 0,-6-9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6T02:53:25.2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27499 17846 8912,'0'-24'0,"8"3"0,2-6 0,1 0 0,1 0 0,-3-1 0,3-7 0,-7 1 0,3 5 0,-2 3 0,-4 1 0,-6 4 0,2 9 0,-19 5 0,4 7 0,-4 2 0,-2 5 0,-2 10 0,-2 10 0,4 6 0,-4 1 0,3 2 0,2 4 0,3-1 0,4 3 0,2-4 0,1-6 0,8-7 0,-1 2 0,3-2 0,2-4 0,0-10 0,0-3 0,2-8 0,3-2 0,9-6 0,5-9 0,6-10 0,2-5 0,-5-3 0,5 1 0,0 0 0,0-1 0,-6 9 0,4 1 0,-2 9 0,1 5 0,3 7 0,2 10 0,0 13 0,-1 13 0,-1 12 0,2 14 0,-4 5 0,-1 4 0,-6 1 0,-1-1 0,-9-2 0,-7-2 0,-1-5 0,0 1 0,-1-4 0,-5-5 0,-6-10 0,-9-2 0,-2-5 0,2-5 0,-4-12 0,2-1 0,1-6 0,-3-5 0,6-2 0,-6-15 0,8-6 0,-1-6 0,9-4 0,1-11 0,8-4 0,0-6 0,8 3 0,5-11 0,6 7 0,4 5 0,8-4 0,-6 6 0,5-5 0,-1 3 0,-8 4 0,10 13 0,-7 2 0,3 3 0,-6 1 0,-2 7 0,-9 3 0,-2 2 0,-3 7 0,-5-4 0,-2 8 0,-3 0 0,3 0 0,-8 2 0,6 4 0,-1 5 0,-7 4 0,6 3 0,3-1 0,1 8 0,-4-4 0,0 5 0,2-1 0,2-4 0,8-2 0,2-1 0,1-1 0,3 0 0,5-7 0,0-5 0,0-3 0,3-4 0,1-5 0,2-11 0,-2-8 0,-2-7 0,4-9 0,0-4 0,-2-3 0,-10-3 0,2 6 0,-7 2 0,-2 2 0,-2 2 0,-4 8 0,-2 3 0,-2 6 0,-7 12 0,9 11 0,-7 11 0,-1 4 0,-5 10 0,0 2 0</inkml:trace>
  <inkml:trace contextRef="#ctx0" brushRef="#br0" timeOffset="1">9671 5949 8912,'-26'0'0,"6"0"0,9 0 0,-2 0 0,5 0 0,10 0 0,15 0 0,4-14 0,13-3 0,7-13 0,18-3 0,10-5 0,1-12 0,11-1 0,-40 21 0,0-1 0,4-3 0,2-1-241,1-2 0,1-1 0,2 2 0,0 0 241,0-4 0,1 0 0,0 0 0,-1-1 0,1-2 0,-1 0 0,-2 4 0,0 0 0,0 1 0,-1 2-87,-6 7 0,-1 2 0,33-23 87,-22 16 0,-2 0 0,-10-1 0,-2 9 0,-9 3 0,-5 11 0,-6 5 937,-9 7-937,-9 0 0,-9 7 288,-9 5-288,-6 3 0,-3 8 0,-8 0 0,-14 7 0,-5-3 0</inkml:trace>
  <inkml:trace contextRef="#ctx0" brushRef="#br0" timeOffset="2">9964 5124 8912,'0'21'0,"0"-4"0,0-2 0,-2-7 0,-2-1 0,-4-1 0,-1 0 0,-3 7 0,-5-1 0,0 5 0,0 6 0,-6 5 0,0 13 0,-8 2 0,5 11 0,-9 3 0,1 6 0,1 10-194,5 1 1,3 3 193,7-3 0,1-3 0,2 3 0,3-10 0,7-9 0,3-7 0,2-14 0,2-11 0,3-4 0,7-2 0,11 0 0,4-7 0,7-4 0,8-6 0,4-6 0,19-4 0,-2-7 0,12 0 0,-5-6 0,-1 0 0,0 2 0,-2 4 0,-6 6 0,-9 5 0,-10 4 0,-8 4 0,-5 4 0,0 7 0,-12 4 0,-4-3 0</inkml:trace>
  <inkml:trace contextRef="#ctx0" brushRef="#br0" timeOffset="3">11994 4126 8912,'2'-11'0,"2"-1"0,2-1 0,0-2 0,-1-2 0,1-1 0,-2 1 0,-2 0 0,-2 0 0,0 0 0,0-1 0,-6 7 0,-2 1 0,-1 3 0,3-1 0,-5 2 0,5 4 0,-5-3 0,-3 3 0,6 9 0,-5-3 0,5 10 0,1 3 0,-1 4 0,2 9 0,6-1 0,0 4 0,0 9 0,0-4 0,0 6 0,0-2 0,8 6 0,-4-10 0,7 8 0,1-1 0,-3-1 0,7 6 0,-5-4 0,4-2 0,3 2 0,-7-6 0,-1 4 0,-3-2 0,7-2 0,-12-11 0,3-1 0,-3-14 0,-17 8 0,-4-12 0</inkml:trace>
  <inkml:trace contextRef="#ctx0" brushRef="#br0" timeOffset="4">11822 4745 8912,'-15'-23'0,"4"0"0,-5 1 0,9 4 0,-5 1 0,5 0 0,7 0 0,13-2 0,6-2 0,6-2 0,4-8 0,13 10 0,4-6 0,3 3 0,9-5 0,1 6 0,0 2 0,0 2 0,6 2 0,-11 7 0,0 2 0,-12 1 0,-2 5 0,-21-13 0,6 5 0</inkml:trace>
  <inkml:trace contextRef="#ctx0" brushRef="#br0" timeOffset="5">12476 4298 8912,'-7'10'0,"-3"5"0,-7-3 0,0-5 0,-1 9 0,1-5 0,2 4 0,2 4 0,1 4 0,8-4 0,-9 14 0,7-6 0,2-1 0,2-1 0,12-8 0,5-1 0,6-5 0,10-3 0,-2-8 0,3 0 0,4-14 0,5-3 0,-13-10 0,1 5 0,-4-7 0,-6 6 0,-4 2 0,-9-6 0,7 8 0,-7-4 0,-2 4 0,-10 2 0,-5 0 0,-5 1 0,-1 5 0,0-2 0,0 7 0,0 0 0,-1 6 0,1 2 0,0 4 0,7-4 0,1 11 0,3-7 0,4-1 0,-6-5 0</inkml:trace>
  <inkml:trace contextRef="#ctx0" brushRef="#br0" timeOffset="6">12889 4212 8912,'16'-17'0,"-3"0"0,-2 0 0,1 7 0,5 4 0,6-1 0,0 1 0,6 2 0,-4 10 0,-1 5 0,1 5 0,-2 9 0,-6-4 0,1 7 0,-1 3 0,-8 1 0,-1-3 0,-8-2 0,0-2 0,0 3 0,0-5 0,0 0 0,-2-15 0,-4-8 0,4-16 0,-5-10 0,7-9 0,-6-7 0,0-4 0,3-3 0,1-3 0,2 1 0,7-1 0,3-7 0,7 0 0,0 3 0,8-1 0,-6 21 0,4-5 0,4-3 0,0 1 0</inkml:trace>
  <inkml:trace contextRef="#ctx0" brushRef="#br0" timeOffset="7">14111 3611 8912,'0'-12'0,"0"1"0,0 7 0,0-6 0,0 5 0,0 3 0,0-6 0</inkml:trace>
  <inkml:trace contextRef="#ctx0" brushRef="#br0" timeOffset="8">14111 3611 8912,'12'0'0,"-1"0"0,-7 0 0,4-2 0,-8-4 0,0 4 0,0-6 0,0 10 0,-2 4 0,-2 5 0,-2 5 0,0 1 0,6 6 0,-2 2 0,-3 1 0,3-3 0,-4 4 0,4 0 0,2 0 0,0-6 0,-6 3 0,1-6 0,-1-1 0,6 0 0,0-7 0,0-3 0,0-9 0,0-5 0,0-12 0,0-14 0,2-3 0,2-10 0,1 0 0,-1 2 0,6-6 0,-6 12 0,7-8 0,-7 14 0,2-2 0,-3 5 0,3 0 0,-4 12 0,13 9 0,-3 8 0,3 14 0,2 5 0,1 6 0,-1 5 0,6 3 0,0 1 0,-2 1 0,-10-1 0,4 0 0,-5-5 0,7 0 0,0-10 0,-1 0 0,-3-8 0,-1-3 0,-1-2 0,4-8 0,-3-4 0,3-11 0,-3-12 0,-3-3 0,1-3 0,-3 1 0,-1 0 0,-6-1 0,0-1 0,0-4 0,6 11 0,0 0 0,-3 8 0,-1 4 0,-2 8 0,0-7 0,0 22 0,0-4 0,0 15 0,8 0 0,3 1 0,-1-1 0,1 0 0,3 0 0,-1 0 0,-1 1 0,3-7 0,-4 1 0,-1-7 0,2 5 0,1-3 0,-5 7 0,7-12 0,-6 5 0,9-7 0,-7-2 0,1-3 0,-1-5 0,1-7 0,-3 0 0,-1 0 0,-3-1 0,-5 1 0,0 0 0,0 0 0,0 0 0,0 5 0,0 1 0,0 7 0,0-4 0,2 10 0,2 4 0,4 5 0,-1 5 0,1 1 0,6 0 0,-7 0 0,7 0 0,-3 1 0,1-1 0,5 0 0,2-2 0,4-3 0,-4 3 0,8-13 0,-6 4 0,2-4 0,-2-2 0,-2 0 0,-2 0 0,8-16 0,2-3 0</inkml:trace>
  <inkml:trace contextRef="#ctx0" brushRef="#br0" timeOffset="9">15161 3060 8912,'-17'-17'0,"1"0"0,3 0 0,1 0 0,9 7 0,-7-3 0,4 7 0,4 0 0,-5 14 0,7 5 0,0 8 0,0 12 0,0 9 0,0 2 0,0 2 0,2 5 0,3 1 0,5-1 0,7-1 0,0-4 0,1-6 0,-1-4 0,8-9 0,1-2 0,7-10 0,-4-3 0,3-5 0,-11-7 0,6-4 0,-2-7 0,3-2 0,-5-16 0,-3-4 0,-7-5 0,2-6 0,-11-7 0,8-1 0,-9-5 0,3-1 0,-4-6 0,-2 0 0,0-2 0,-8-3 0,5 10 0,-7 7 0,2 10 0,-3 13 0,5 6 0,0 14 0,6 9 0,0 17 0,0 17 0,0 10 0,0 14 0,6 1 0,2 6 0,1-2 0,-3 0 0,6 4 0,-1-4 0,-1-6 0,5-3 0,-6-12 0,9-8 0,-1-1 0,0-11 0,0-6 0,0-11 0,1-5 0,-1-5 0,6-11 0,0-8 0,-2-3 0,-2-4 0,-2-1 0,-2-4 0,-3-5 0,3 5 0,-7-12 0,3 8 0,-5 2 0,-4 2 0,-2 3 0,0 5 0,0 5 0,2 6 0,4 5 0,-4 12 0,5 17 0,-7 12 0,6 3 0,0 3 0,7-1 0,-1 1 0,-3-1 0,3 0 0,-1-1 0,6-3 0,0-1 0,1-8 0,-1 0 0,0-6 0,0-3 0,-7-8 0,13 3 0,-4-7 0</inkml:trace>
  <inkml:trace contextRef="#ctx0" brushRef="#br0" timeOffset="10">16056 2802 8912,'-10'-7'0,"4"-5"0,4 5 0,2-1 0,0 10 0,-1 4 0,-3 5 0,-2 4 0,-7 10 0,3 2 0</inkml:trace>
  <inkml:trace contextRef="#ctx0" brushRef="#br0" timeOffset="11">15453 3456 8912,'-9'0'0,"1"-8"0,10-1 0,4-10 0,5-4 0,14-6 0,10-11 0,16-4 0,18-10 0,9-3 0,-36 30 0,1 1 0,0-4 0,0 0 0,0 0 0,0 1 0,35-17 0,-11-3 0,-15 14 0,-16 9 0,-13 4 0,-4 9 0,-2 7 0,-7 4 0,-3 10 0,-7 2 0,0 7 0,0 0 0,0 0 0,0 8 0,0 4 0,0 3 0,0 3 0,6 5 0,2 2 0,-1 2 0,3 2 0,0-3 0,-7 7 0,7-14 0,-4 5 0,-2-3 0,7 2 0,-7-6 0,2 1 0,-5-3 0,-1-9 0,0 2 0,0-2 0,0-12 0,-7-11 0,-3-19 0</inkml:trace>
  <inkml:trace contextRef="#ctx0" brushRef="#br0" timeOffset="12">16279 2974 8912,'0'-24'0,"0"-5"0,0-4 0,0 5 0,0-1 0,2 6 0,4-5 0,0 7 0,11-2 0,-4 5 0,12 5 0,0 2 0,-6 7 0,6-2 0,-6 12 0,4 5 0,-6 6 0,2 6 0,-5 6 0,-1 3 0,-5 3 0,0-1 0,-8 1 0,0-1 0,0 8 0,-6-6 0,0 4 0,-2-3 0,3-3 0,3 1 0,-4-3 0,4-3 0,2-4 0,-8-16 0,-1-1 0</inkml:trace>
  <inkml:trace contextRef="#ctx0" brushRef="#br0" timeOffset="13">16641 2459 8912,'0'-27'0,"0"4"0,0 4 0,7 9 0,-5 6 0,4 16 0,2 15 0,-3 19 0,-1 3 0,0 5 0,2 3 0,-4-4 0,11 11 0,-7-13 0,7 3 0,-1-14 0,9 4 0,4-8 0,1-4 0,-5-11 0,2-3 0,4-9 0,-8-9 0,4-2 0,-4-3 0,-1-7 0,-1-5 0,0-6 0,-6 2 0,-1-6 0,-2 2 0,-3-5 0,-5 11 0,0-4 0,0 4 0,0 1 0,-7 3 0,-5 4 0,-3 3 0,-2 8 0,0 0 0,1 13 0,5 5 0,-3 10 0,9 1 0,-1 5 0,6 6 0,0-3 0,2 3 0,4-4 0,11-1 0,10-3 0,7-3 0,6-10 0,2-10 0,2-1 0,2-6 0,-2-6 0,6-13 0,-6-10 0</inkml:trace>
  <inkml:trace contextRef="#ctx0" brushRef="#br0" timeOffset="14">17501 2149 8912,'-9'2'0,"3"4"0,2 19 0,-2 15 0,4 13 0,-3 5 0,3 6 0,2 0 0,0 2 0,9 7 0,7-4 0,5-8 0,9-6 0,-3-11 0,7-4 0,1-11 0,-1-4 0,1-8 0</inkml:trace>
  <inkml:trace contextRef="#ctx0" brushRef="#br0" timeOffset="15">17777 2579 8912,'-16'13'0,"5"5"0,3 3 0,8 1 0,0 3 0,0 2 0,0-4 0,2 4 0,2-2 0,2-4 0,7-2 0,-2-10 0,11-3 0,0-4 0,1-2 0,0 0 0,0 0 0,6-8 0,-6-3 0,2-10 0,-4-4 0,2-2 0,0 4 0,-8-3 0,-2-1 0,-1 0 0,7-2 0,8-5 0</inkml:trace>
  <inkml:trace contextRef="#ctx0" brushRef="#br0" timeOffset="16">18241 2338 8912,'-36'-2'0,"-4"-3"0,3 3 0,-3-4 0,4 4 0,1 10 0,1 3 0,5 4 0,1 3 0,12 5 0,-1 0 0,10 5 0,-5-5 0,8 8 0,-1-3 0,5-3 0,3-2 0,5-4 0,2-2 0,3 1 0,10-1 0,-4-8 0,4-3 0,-4 2 0,-2-3 0,0 1 0,1-4 0,-1 4 0,0-4 0,0 13 0,1-4 0,1 5 0,0 1 0,0 0 0,-4 2 0,0 4 0,-7 4 0,6 5 0,-9-3 0,-1 9 0,-10-3 0,-3 5 0,-8 0 0,-8-4 0,-4 4 0,2-5 0,-1-7 0,7-9 0,-2-7 0,-2-8 0,4-1 0,5-6 0,-1-15 0,15-8 0,-3-9 0,8-1 0,7-2 0,3-4 0,8 0 0,4 0 0,4-6 0,0 6 0,-1-4 0,-1 4 0,2 8 0,3-6 0,-5-1 0,0 3 0,-2 2 0,-8 9 0,0 4 0,0 4 0,-7 10 0,-3 9 0,-7 11 0,2-1 0,4 1 0,-2 1 0,7 5 0,-5 0 0,6 0 0,-1 6 0,6 0 0,-5-2 0,-1-10 0,-1 5 0,3-7 0,-1 3 0,1-1 0,-3-7 0,1 2 0,1-4 0,-1-2 0,0 0 0,1-8 0,3 4 0,-3-7 0,3-1 0,-4-5 0,-3 8 0,2 1 0,-5 8 0,-3 8 0,6 1 0,-8 8 0,0 1 0,0 6 0,0-5 0,0 4 0,0-4 0,-2 4 0,-2 0 0,-3-4 0,-3-5 0,-9 1 0,-8-5 0</inkml:trace>
  <inkml:trace contextRef="#ctx0" brushRef="#br0" timeOffset="17">18241 2304 8912,'-28'-29'0,"-1"1"0,14 8 0,-3 3 0,13 0 0,-1 15 0,12-4 0,3 5 0,16 1 0,4 0 0,3 0 0,8 0 0,1 0 0,6-8 0,-3-2 0</inkml:trace>
  <inkml:trace contextRef="#ctx0" brushRef="#br0" timeOffset="18">18809 2166 8912,'0'19'0,"0"4"0,0 2 0,0 4 0,-8-4 0,7 0 0,-5 3 0,4 10 0,2 4 0,2 0 0,2 0 0,1-3 0,9 5 0,-7-8 0,5 4 0,3-11 0,-3-6 0,-3-4 0,3-2 0,-1-8 0,6-3 0,-5-4 0,-1-4 0,3-4 0,1-3 0,0-10 0,-1-4 0,-3-6 0,-7 2 0,4 1 0,-3-1 0,1 0 0,0 6 0,-6 2 0,0 8 0,7-1 0,-5 3 0,6 1 0,-6 14 0,2 3 0,1 7 0,1-3 0,0 12 0,0-8 0,-2 0 0,3 6 0,1 0 0,-1-2 0,1-2 0,-2-9 0,1-3 0,3 1 0,7 2 0</inkml:trace>
  <inkml:trace contextRef="#ctx0" brushRef="#br0" timeOffset="19">19119 2201 8912,'-15'-17'0,"1"-3"0,3-2 0,7 10 0,-4-5 0,8 11 0,0 4 0,8 0 0,3 8 0,5 7 0,1-1 0,0 9 0,0 2 0,0 2 0,-1-4 0,-5 2 0,5-1 0,-7-4 0</inkml:trace>
  <inkml:trace contextRef="#ctx0" brushRef="#br0" timeOffset="20">18689 2751 8912,'-23'0'0,"0"0"0,7 0 0,3-2 0,7-4 0,4 2 0,14-7 0,15 0 0,20-9 0,9-3 0,7 2 0,10-7 0,3-5 0,3-5 0,-7 2 0,5-21 0,-8 3 0</inkml:trace>
  <inkml:trace contextRef="#ctx0" brushRef="#br0" timeOffset="21">19601 2149 8912,'-18'0'0,"1"0"0,0 0 0,0 0 0,-8 2 0,-4 6 0,-3 9 0,-3 15 0,3 12 0,1 10 0,3 3 0,14 12 0,-7-4 0,17 2 0,6-6 0,8-12 0,13-8 0,7-7 0,9-5 0,5-12 0,13-10 0,0-7 0,8-13 0,-2-4 0,-3-19 0,-1-1 0</inkml:trace>
  <inkml:trace contextRef="#ctx0" brushRef="#br0" timeOffset="22">20530 2063 8912,'-29'-7'0,"2"-3"0,3-1 0,5-1 0,5-1 0,8 5 0,12 2 0,9 6 0,10 6 0,2 6 0,2 3 0,-2 2 0,3 2 0,-7 4 0,-2 4 0,-2 0 0,-2 5 0,-1-5 0,-5 1 0,-5 1 0,-2-6 0,1 6 0,-3-6 0,4 5 0,-12-7 0,-1-11 0,-5-16 0,5-15 0,7-8 0,0-3 0,0-10 0,0 6 0,2-5 0,1 5 0,3 2 0,7 1 0,-1 5 0,3 5 0,2 4 0,6 1 0,0 3 0,-2 4 0,4 3 0,0 8 0,2 0 0,3 0 0,11-8 0,-5 6 0,4-5 0,-4-1 0,-1 6 0,-1-13 0,-1 4 0,-5-5 0,-3-1 0,-9 0 0,-5 0 0,-3 5 0,-8 1 0,-8 7 0,-1-9 0,-9 7 0,-1 0 0,-2 6 0,-4 0 0,-1 0 0,-3 8 0,-6 3 0,9 4 0,3 3 0,4 5 0,1 0 0,1-2 0,8 5 0,1-5 0,8 6 0,0-2 0,4-2 0,5-6 0,10-2 0,6-3 0,4-5 0,7-7 0,3-2 0,1-3 0,8-5 0,-18-7 0,5 0 0,-3 0 0,-7-1 0,0 1 0,-8 0 0,0 7 0,-5 7 0,-3 12 0,-1 8 0,-2 14 0,-5 1 0,5 7 0,-4 8 0,6-1 0,-8 10 0,0 1 0,0 0 0,0-5 0,0-1 0,0 1 0,0-8 0,-6-4 0,-2-11 0,-1-6 0,-3-4 0,-5-10 0,0-3 0,0-4 0,0-2 0,-1-13 0,1-5 0,6-10 0,1-1 0,2-5 0,5-6 0,1-6 0,9-4 0,3-2 0,7 1 0,0-1 0,8 1 0,-4-7 0,6 1 0,-2 2 0,5-6 0,-9 7 0,8-3 0,-10 5 0,0 6 0,-5 8 0,-3 8 0,-1 7 0,-3 11 0,-7 5 0,0 7 0,0 7 0,0 5 0,0 3 0,0 2 0,0 6 0,0 2 0,0 2 0,0-6 0,8 3 0,4-4 0,3 1 0,2 2 0,0-1 0,1-4 0,4 1 0,1 4 0,8-4 0,-4 2 0,1-6 0,1-3 0,0-9 0,5 5 0,1 0 0,-7-6 0,-1 1 0,0-6 0,0-9 0,-6-3 0,9-2 0,-7-1 0,-6-5 0,-5 1 0,-3-9 0,3 2 0,-6-3 0,-4 5 0,-2-5 0,-2 5 0,-4 0 0,-4 10 0,-7 4 0,0 7 0,0 2 0,-2 4 0,-2 6 0,-2 7 0,2 8 0,1 6 0,5 5 0,4-1 0,5-2 0,4-1 0,2 7 0,0-1 0,0 0 0,0-7 0,10-2 0,5-8 0,6 0 0,10-7 0,-3-4 0,5-4 0,1-2 0,1-8 0,-1-7 0,0-10 0,1-2 0,-8-2 0,3-7 0,-7-4 0,6 4 0,-6-4 0,-6 3 0,-7 3 0,-3 0 0,1-1 0,-4 3 0,1 3 0,-1 6 0,-2 4 0,-10 9 0,-1 3 0,-1 14 0,5 7 0,3 7 0,2-2 0,0 13 0,0-3 0,0-2 0,2 0 0,3-1 0,7 1 0,1-6 0,-1 2 0,3 2 0,-5-2 0,-1-2 0,6-2 0,-13-2 0,4 0 0,-4 0 0,-2 1 0,-8 5 0,-5 1 0,-8 3 0,-6-6 0,-7 2 0,-1-4 0,1-2 0,-1 1 0,3-3 0,1-4 0,3-5 0,-1-12 0,-5-3 0</inkml:trace>
  <inkml:trace contextRef="#ctx0" brushRef="#br0" timeOffset="23">22836 1496 8912,'-6'-17'0,"-1"-1"0,-3 1 0,4 2 0,-5 3 0,-1 5 0,-5 7 0,0 0 0,0 13 0,-1 6 0,1 6 0,0 6 0,0 9 0,5-4 0,3 6 0,-1-2 0,1 0 0,5-1 0,-2-11 0,6 5 0,6-5 0,3-3 0,9-4 0,-1-7 0,6-5 0,2-5 0,1 2 0,5-2 0,-6-3 0,5 5 0,-7 0 0,-2-2 0,6 5 0,-8-5 0,4 8 0,-11-1 0,-5 0 0,-7 1 0,-2-1 0,-3 7 0,-7-1 0,-3 0 0,-2 0 0,-8 8 0,6-6 0,-4 2 0,4-7 0,1-7 0,1-7 0,8 0 0,-7 0 0,7 0 0</inkml:trace>
  <inkml:trace contextRef="#ctx0" brushRef="#br0" timeOffset="24">23077 1668 8912,'9'11'0,"-3"1"0,-4-1 0,-2 6 0,0-7 0,-6 5 0,1-3 0,-1 3 0,0 4 0,0 4 0,1-12 0,5 12 0,0-11 0,0 3 0,7-3 0,5-1 0,3-7 0,2 2 0,0-5 0,3-2 0,3-5 0,-4 2 0,4-7 0,0-1 0,-4-5 0,-4 0 0,-4-1 0,3 1 0,-3 0 0,-7 0 0,2 0 0,-4 5 0,-2 1 0,0 5 0,0-5 0,0 5 0,0-6 0,0 9 0,0-7 0,2 6 0,3-2 0,-3 1 0,14-1 0,-5 0 0,4 1 0,3 5 0,-1 0 0,0 0 0,0 7 0,-1 5 0,-5 3 0,2 2 0,-5 2 0,0 2 0,-1 2 0,-1 0 0,-6 0 0,0 0 0,0-2 0,0-2 0,0-2 0,0 0 0,-2-7 0,-4-4 0,4-4 0,-13-2 0,-2-16 0,-10-3 0</inkml:trace>
  <inkml:trace contextRef="#ctx0" brushRef="#br0" timeOffset="25">23008 1410 8912,'-17'-17'0,"5"1"0,1 5 0,7-4 0,-2 3 0,4 5 0,4-7 0,4 8 0,5 3 0,7-5 0,7 2 0,9 2 0,8 2 0,10 2 0,-1 6 0,3 2 0,1 1 0,3 5 0,-1 1 0,-5 2 0</inkml:trace>
  <inkml:trace contextRef="#ctx0" brushRef="#br0" timeOffset="26">24247 1547 8912,'-34'0'0,"-1"0"0,1 0 0,5-5 0,0-1 0,-1 2 0,-8 8 0,-1 4 0,7 1 0,-1 3 0,10 5 0,8 2 0,9 2 0,4 2 0,2 0 0,2-6 0,4 0 0,6 0 0,3 1 0,4-3 0,4-4 0,-2-3 0,8-8 0,-6-2 0,3-4 0,-1-5 0,-4-4 0,-2-8 0,-1 0 0,-1-2 0,0 4 0,-2-2 0,-3 2 0,3 9 0,-13-3 0,13 13 0,-13-5 0,8 14 0,-5 5 0,-1 3 0,8 2 0,1 0 0,-3-5 0,1-1 0,1 1 0,5-3 0,0-3 0,0-4 0,2-4 0,2-4 0,2-5 0,-2-4 0,-1-10 0,1-2 0,-2-9 0,-4-4 0,0-6 0,1-4 0,-7-2 0,-1-7 0,-8-4 0,0-4 0,-6 0 0,0 4 0,-5 6 0,5 11 0,-7 4 0,11 15 0,-6 18 0,8 15 0,0 22 0,-6 9 0,1 14 0,1 1 0,2-1 0,2 1 0,8 7 0,-5-7 0,9-1 0,-1-1 0,7-10 0,-1-2 0,2-3 0,4-7 0,-4-3 0,12-10 0,-8-3 0,5-4 0,-5-8 0,6-2 0,-4-4 0,1-6 0,1-5 0,2-4 0,-6-2 0,-4 0 0,-2 6 0,-5 0 0,-1 0 0,-7 7 0,4-5 0,-8 13 0,0-6 0,1 10 0,5 4 0,-2 4 0,8 7 0,-1 0 0,-1 0 0,3 2 0,-7 4 0,5-2 0,-5 6 0,-2 0 0,-2 0 0,-2 1 0,0 7 0,-8-7 0,-4 1 0,-5-8 0,-6 2 0,4 0 0,-4-6 0,4 4 0,2-19 0,7-4 0,5-15 0,10-16 0,5-11 0</inkml:trace>
  <inkml:trace contextRef="#ctx0" brushRef="#br0" timeOffset="27">25280 1186 8912,'-12'6'0,"1"0"0,-1 7 0,-5-1 0,2 3 0,1 4 0,5 2 0,1 2 0,2 0 0,6-6 0,4 0 0,8 0 0,1-5 0,16-3 0,1-1 0,3-4 0,-1-2 0,-3-2 0,2-2 0,-9-2 0,0-2 0,-11-7 0,-5 2 0,-4-5 0,-4-1 0,-6 0 0,-9 0 0,-2 1 0,-10 5 0,6-2 0,-4 7 0,2 0 0,4 0 0,2 1 0,2-1 0,0 6 0</inkml:trace>
  <inkml:trace contextRef="#ctx0" brushRef="#br0" timeOffset="28">22819 2717 8912,'-8'-25'0,"-3"-4"0,-5-2 0,-1 1 0,-2 3 0,-4 2 0,2 2 0,-8 8 0,-1 4 0,-3 5 0,-7 6 0,-2 8 0,0 9 0,0 9 0,-4 22 0,8 11 0,5 12 0,8 9 0,14 12 0,8-44 0,0 2 0,-1 6 0,0 2 0,2 1 0,1 1 0,1-1 0,2 0 0,2-1 0,3-1-504,3-1 0,1-2 504,1-2 0,3-2 0,4-3 0,2-3 0,21 35 0,2-11 0,4-8-446,9-14 446,-3-12 0,5-13 0,-9-17 0,-4-16 0,-4-5 0,-8-12 0,1 1 0</inkml:trace>
  <inkml:trace contextRef="#ctx0" brushRef="#br0" timeOffset="29">23008 2974 8912,'-17'-7'0,"5"5"0,3-2 0,1 10 0,4 11 0,2 10 0,4 7 0,6 6 0,7 6 0,6 4 0,4-3 0,-2 5 0,-4-12 0,8 17 0,-6-13 0,2 0 0,0 6 0,-6-6 0,0 0 0,-9-10 0,-8-11 0,-23-11 0,-13-5 0</inkml:trace>
  <inkml:trace contextRef="#ctx0" brushRef="#br0" timeOffset="30">22888 3525 8912,'0'-12'0,"0"1"0,1-1 0,5-5 0,4-8 0,15 4 0,5-7 0,8-3 0,12-3 0,8-7 0,-3-4 0,-1-5 0,-11-2 0,-6-5-354,-9 0 1,1-1 0,6 7 0</inkml:trace>
  <inkml:trace contextRef="#ctx0" brushRef="#br0" timeOffset="31">23404 2802 8912,'-10'2'0,"5"4"0,3 11 0,4 12 0,3 11 0,7 6 0,3 11 0,2 4 0,0 8 0,6 0 0,0 0 0,-2-1 0,-2-6 0,-3-11 0,-5-11 0,3-9 0,-9-2 0,1-16 0,-6-5 0,0-26 0,0-10 0,0-7 0,0-5 0,0-8 0,0-7 0,0 2 0,-6-7 0,1 9 0,-1 1 0,6 4 0,0 4 0,0 10 0,2 1 0,4 2 0,5 18 0,12 5 0,-4 12 0,8 19 0,-4 4 0,2-3 0,3 3 0,5 0 0,-4 3 0,3-3 0,2-4 0,-1-14 0,-2-1 0,-3-3 0,-7-1 0,2-8 0,-4-4 0,-1-5 0,-1-12 0,-8 2 0,-3-8 0,-4 2 0,-2-1 0,0-3 0,0 8 0,0 2 0,-8 2 0,6 8 0,-5 1 0,-1 3 0,6 3 0,-4 9 0,12 5 0,4 7 0,7 0 0,0 1 0,0-1 0,6 0 0,2 0 0,2 0 0,-6-7 0,10-2 0,-7-8 0,3 0 0,-6-8 0,4-2 0,-8-7 0,-1 0 0,-3-2 0,-2-4 0,-7 4 0,4-12 0,-8 8 0,0-5 0,0 5 0,-2 0 0,-4 6 0,4-1 0,-5 11 0,7 7 0,0 15 0,7 12 0,5 7 0,3 1 0,2-1 0,1 0 0,-1 1 0,0-3 0,0-3 0,-5 7 0,-1-7 0,-7 5 0,0-11 0,-8-2 0,-9-2 0,-8-1 0,-14-9 0,-1-1 0,-6-8 0</inkml:trace>
  <inkml:trace contextRef="#ctx0" brushRef="#br0" timeOffset="32">23714 2923 8912,'-18'-17'0,"7"-6"0,-1 0 0,9 6 0,-3 5 0,12 3 0,7-5 0,8 3 0,6 7 0,15-11 0,4 3 0,9 3 0,3-3 0,7 6 0,-2-5 0,-4-2 0,-2-10 0,4-4 0,1-7 0</inkml:trace>
  <inkml:trace contextRef="#ctx0" brushRef="#br0" timeOffset="33">24832 2407 8912,'0'12'0,"0"1"0,0 4 0,0 4 0,0 8 0,0-6 0,8 7 0,1-3 0,10 7 0,4 1 0,-3 7 0,10-6 0,-7 4 0,0-4 0,-6-1 0,-2 1 0,-3 0 0,-6-1 0,-4-5 0,-2-7 0,0 0 0,0-7 0,-2-9 0,-2-9 0,-2-3 0,-7-7 0,3-9 0,1-2 0,-7-7 0,13 3 0,-9-8 0,8 7 0,-2-1 0,5-1 0,1 5 0,0 2 0,0 4 0,1 3 0,5 3 0,6 2 0,-3 5 0,5-4 0,3 3 0,4 3 0,2 2 0,2 2 0,1 0 0,1 0 0,6 8 0,-7-5 0,9 7 0,-1-2 0,-7 5 0,4-5 0,-6 3 0,1-5 0,-3-4 0,4-2 0,-2 0 0,-4 0 0,-2 0 0,-2-2 0,0-4 0,1-5 0,-1-12 0,0 2 0,0-8 0,1 8 0,-1-2 0,-2-2 0,-4 2 0,-5 2 0,2 2 0,-4 4 0,-6 3 0,-6 5 0,-9 7 0,-2 0 0,-4 0 0,4 7 0,-12 1 0,8 4 0,-2 3 0,2-4 0,4 5 0,-4 1 0,4 0 0,2 0 0,7 0 0,3 1 0,-1-1 0,6 0 0,-4 0 0,5 0 0,8 1 0,-1-7 0,9-1 0,4-3 0,2-1 0,2-8 0,2-4 0,2-5 0,-4-4 0,4-5 0,-2-1 0,-4-2 0,-2 1 0,-2-1 0,0-2 0,0-2 0,1 6 0,-9-4 0,4 8 0,-7 0 0,2 7 0,-2 5 0,-4 3 0,7 4 0,-3 3 0,-2-1 0,7 6 0,3-3 0,-5-1 0,3-6 0,-1 0 0,6-8 0,0-1 0,1-8 0,-1-1 0,0 1 0,0-6 0,0-2 0,1-1 0,-3 3 0,-4-4 0,-5 2 0,-4 4 0,6 10 0,-6-5 0,3 5 0,-3 3 0,-2 1 0,0 7 0,0 7 0,0 5 0,0 3 0,0 2 0,2 0 0,4 3 0,5 3 0,5-4 0,3 5 0,2-1 0,2 0 0,0 8 0,0-12 0,0 6 0,-2 0 0,-2-6 0,-4 11 0,-3-7 0,-7-2 0,-3 6 0,-2-8 0,-2 4 0,-3-4 0,1-4 0,-6-1 0,1-5 0,-1-1 0,6-2 0,-11-6 0,13-16 0,-6-3 0</inkml:trace>
  <inkml:trace contextRef="#ctx0" brushRef="#br0" timeOffset="34">26381 1754 8912,'0'-17'0,"0"-1"0,0 11 0,0 7 0,8 15 0,3 14 0,4 3 0,1 10 0,-1 4 0,0 4 0,4-1 0,0-3 0,1 4 0,-1-8 0,2 6 0,2-3 0,0-6 0,-8 5 0,-4-6 0,-5 0 0,-4-6 0,-2-5 0,-15-10 0,-4 1 0</inkml:trace>
  <inkml:trace contextRef="#ctx0" brushRef="#br0" timeOffset="35">26501 2218 8912,'0'-27'0,"2"4"0,4 4 0,-2 4 0,5 1 0,1 3 0,0-2 0,1-3 0,12 5 0,0-1 0,6 3 0,-5-4 0,3 3 0,4 2 0,1 5 0,-5 1 0,4 4 0,-8 3 0,0 1 0,-6 9 0,0 4 0,-2 2 0,-3 4 0,3-6 0,-11 6 0,7-8 0,-5-1 0,6-5 0,-1-3 0,6-8 0,0 0 0,1-2 0,-1-4 0,0-5 0,0-12 0,0 2 0,-1-8 0,-5-2 0,-5-1 0,-4 3 0,-2 3 0,0 1 0,-8 2 0,-1 8 0,-10 3 0,-4 6 0,-4 4 0,-2 2 0,0 0 0,8 8 0,-2 4 0,4 3 0,2 0 0,0-3 0,7 3 0,3-11 0,7 7 0,0-7 0,15-4 0,4-10 0</inkml:trace>
  <inkml:trace contextRef="#ctx0" brushRef="#br0" timeOffset="36">27259 1582 8912,'0'-23'0,"0"0"0,0 0 0,-8 6 0,6 7 0,-6 6 0,8 16 0,0 7 0,0 15 0,0 8 0,0 4 0,0 4 0,0 9 0,6-5 0,0 3 0,-2-5 0,-2-7 0,3 5 0,1-4 0,0-4 0,-6-2 0,2-11 0,1-4 0,3-1 0,0-12 0,-6 3 0,0-17 0,0-4 0,0-5 0,0-12 0,0-6 0,8-3 0,-5-2 0,7-1 0,0 1 0,-1-1 0,-3 1 0,5 0 0,-1 7 0,1 4 0,5 6 0,-5 3 0,4 3 0,3 7 0,5-4 0,1 8 0,3 0 0,2 6 0,5 2 0,1-1 0,-1 1 0,1-2 0,-1-6 0,0 0 0,-5 0 0,0 0 0,-6-6 0,3-3 0,-1-7 0,-7 7 0,-9-12 0,-1 0 0,-4 2 0,-3 0 0,-2 1 0,-5 1 0,-4 8 0,-7 1 0,0 8 0,0 2 0,1 4 0,3 3 0,1 1 0,9 5 0,-11-5 0,9 7 0,-7 0 0,6 0 0,1 0 0,5 0 0,0-5 0,0-1 0,0-5 0,0 6 0,2-9 0,3 3 0,5-4 0,7-2 0,0-2 0,0-4 0,1-3 0,-1-8 0,0-1 0,0 1 0,8-8 0,-6 6 0,2-4 0,-7 4 0,1 2 0,-5 0 0,7 2 0,0 3 0,0-3 0,-2 3 0,-1-1 0,-3 2 0,8-5 0,-5 7 0,3-8 0,-4 1 0,5 5 0,-7-4 0,1 3 0,-1-3 0,-1 3 0,-5 1 0,-3 7 0,-2-2 0,0 12 0,2 11 0,4 12 0,-2 5 0,7 6 0,1 10 0,3 9 0,-4 2 0,12 10 0,-11 0 0,11 1 0,-4-5 0,-2-4 0,6-5 0,0 1 0,-2-6 0,-2 3 0,-2-22 0,1 2 0,-1-5 0,-8-10 0,1-4 0,-4-11 0,-4-6 0,3-6 0,-10-11 0,-5-10 0</inkml:trace>
  <inkml:trace contextRef="#ctx0" brushRef="#br0" timeOffset="37">28119 1668 8912,'17'-25'0,"-7"4"0,-3-6 0,1 2 0,-6-5 0,11 9 0,-7-8 0,7 14 0,-1-2 0,5 3 0,6 5 0,6 3 0,-4 4 0,7 10 0,-3 3 0,3 4 0,-5 10 0,4 4 0,-8 11 0,0-2 0,-6 8 0,-2 0 0,-3 6 0,-7-3 0,-1-1 0,2-2 0,-4-8 0,5 4 0,-7-8 0,0-7 0,0-4 0,0-4 0,0-2 0</inkml:trace>
  <inkml:trace contextRef="#ctx0" brushRef="#br0" timeOffset="38">28756 1530 8912,'0'25'0,"0"4"0,2 11 0,3 6 0,-1 5 0,8 7 0,-1-3 0,6 6 0,1-2 0,-1-3 0,0-10 0,-2 1 0,-1-7 0,-3-1 0,-1-9 0,1-1 0,-3-16 0,-24 2 0,-3-15 0</inkml:trace>
  <inkml:trace contextRef="#ctx0" brushRef="#br0" timeOffset="39">28738 1651 8912,'0'-27'0,"0"4"0,0-2 0,0 2 0,0 0 0,0 12 0,0-1 0,2 8 0,4-1 0,-2 3 0,7 4 0,3 3 0,7-1 0,2 8 0,-2-1 0,-2-1 0,6 5 0,-4-7 0,6 5 0,-3-1 0,-1-1 0,0 0 0,0 1 0,-2 1 0,-3-3 0,-5-1 0,-2 1 0,3-1 0,1-5 0,-3 4 0,-1-8 0,0 0 0,7 0 0,-1 0 0,-6 0 0,1 0 0,-8-8 0,1-3 0,5-4 0,-10-3 0,0 3 0,-10 4 0,-5 3 0,-4 8 0,-4 0 0,4 8 0,-6 1 0,8 8 0,0 1 0,-1-1 0,9 0 0,3 0 0,4 0 0,2-5 0,0-1 0,2-1 0,4 1 0,5-5 0,7-6 0,5-6 0,3-3 0,9-8 0,-1-6 0,1-2 0,-1-2 0,0 6 0,-5-11 0,-2 5 0,-2 0 0,-8 8 0,-6 7 0,3-1 0,-7 5 0,1 3 0,-8 10 0,6 7 0,0 11 0,-1-2 0,-5 8 0,0-7 0,0 7 0,0-6 0,0 4 0,0-2 0,0-2 0,0-6 0,0 0 0,0-8 0,0-9 0,2-15 0,4-8 0,-2-7 0,7 1 0,1-3 0,5-3 0,0 1 0,0-1 0,1 7 0,-1 1 0,0 2 0,0 2 0,6 14 0,0 3 0,2-2 0,-2 3 0,-4 1 0,4 11 0,-4 11 0,-2-1 0,0 8 0,1-2 0,-1-1 0,8 1 0,-4-5 0,7-1 0,1-8 0,-2-1 0,-2-8 0</inkml:trace>
  <inkml:trace contextRef="#ctx0" brushRef="#br0" timeOffset="40">29702 636 8912,'2'10'0,"4"-3"0,5 1 0,-1 2 0,3 7 0,6 0 0,6 17 0,10 12 0,-1 13 0,0 25 0,-17-35 0,-1 2 0,-1 6 0,-1 2-178,3 5 0,-2 0 1,-5 4-1,-3 0 1,3-1-1,-2 0 178,-4-1 0,-1-1 0,-2-2 0,0-1 0,2 1 0,0 0 0,0-4 0,0 0 0,-2 2 0,1-1 0,3-6 0,0 0 0,-1 8 0,0 1 0,1-8 0,1-2 0,-2 1 0,-2-1 0,-1 0 0,0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6T02:53:25.2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4939 14339 8912,'0'-29'0,"0"3"0,0 1 0,0 4 0,0 2 0,0 2 0,-2 7 0,-2 2 0,-2 1 0,-1 5 0,1-4 0,4 4 0,-7 2 0,3 0 0,4 0 0,-6 8 0,8 3 0,-2-1 0,-1 1 0,-3 3 0,-8 7 0,3 2 0,1 1 0,-1-1 0,-1 6 0,-5 11 0,0 0 0,0 12 0,0-3 0,-1 15 0,1 2 0,0 7 0,0 5 0,0 8 0,-1 2-1061,1 4 1061,8-12 0,-1 2 0,6-17 0,-2-6 0,3-3 0,1-7 0,2-8 0,0-1 0,2-12 0,3-5 0,-3-4 0,4-1 0,4-1 0,-9 0 0,13-6 353,-8 1 1,5-1 0,-3 7-354,1-1 0,-3-6 0,5 1 0,1-3 0,5 3 0,0 3 0,8-11 0,4 5 0,3-1 0,3 3 0,-1-5 0,1 0 0,-1-6 0,2 6 0,5-1 0,-5 1 0,4-6 0,-4 0 0,-1 0 0,-1 0 0,1 0 0,-1 0 0,0 0 0,1 0 0,-1 0 0,1 0 0,-1 0 0,6 0 0,0 0 0,1 0 0,-9-6 0,-1-1 0,-3-3 0,-1 1 0,2-3 0,-4-3 0,-8 5 0,0-1 0,0-1 0,1 1 0,-1-6 0,0 0 0,0-6 0,-2 0 0,-3 2 0,1 2 0,-5 1 0,0 1 0,-1 0 0,5-6 0,-7 0 0,7-6 0,-6 7 0,5-9 0,-5 2 0,5-3 0,-5-3 0,7 1 0,-11 0 0,6-1 0,-2-1 0,1-2 0,3-2 0,-6 0 0,5-1 0,-5 1 0,2 2 0,2-4 0,-5 0 0,3 0 0,-2 0 0,-2-4 0,-2 6 0,0-8 0,0 2 0,0-1 0,0 1 0,0-2 0,0 8 0,-2 2 0,-4 1 0,2 5 0,-7 3 0,1 5 0,-1 6 0,-4-5 0,3 0 0,3 6 0,-3 6 0,1-1 0,-7-5 0,3 6 0,4-1 0,-3 6 0,9-5 0,-9 7 0,6-5 0,-5 5 0,2-2 0,-1-5 0,-5 5 0,-8-6 0,-4 7 0,-11-1 0,-6 6 0,-11 0 0,-6 0 0,-4 0 0,-2 0 0,-5 2 0,-1 4 0,6-3 0,6 9 0,0-3 0,-6 3 0,8 3 0,2-7 0,7 5 0,0-1 0,3-1 0,3-1 0,4 5 0,9-11 0,5 7 0,3 1 0,15-3 0,3-1 0,8-8 0,5 0 0,-2 8 0,7 3 0,-7 4 0,4 3 0,-2 1 0,-1 4 0,9-4 0,-5 5 0</inkml:trace>
  <inkml:trace contextRef="#ctx0" brushRef="#br0" timeOffset="1">5989 14580 8912,'-12'-2'0,"1"-4"0,7-3 0,-4-1 0,8 2 0,0 8 0,0 0 0,8-7 0,-6-3 0,11-1 0,-7-1 0,2 7 0,-3-7 0,-1 1 0,8-7 0,-7 1 0,5 0 0,-2 0 0,3 0 0,-5-1 0,7 1 0,-3-2 0,5-2 0,-4-2 0,5 0 0,-5 0 0,12 0 0,-2-1 0,8 1 0,-6-2 0,5-6 0,3 3 0,2 7 0,9-12 0,2 5 0,0-5 0,5-1 0,-10-1 0,6 1 0,3-1 0,10-7 0,-3 6 0,6-6 0,2 2 0,4 0 0,0-8 0,14 2 0,-9 4-129,3 2 1,-12 6 128,-6 5 0,-9-1 0,-2 7 0,-12 0 0,6 5 0,-7 1 0,7 0 0,6 0 0,4 0 0,7 0 0,4-1 0,4 1 0,2-8 0,-2 4 0,4-7 0,-12 7 0,8-2 0,-3 4 0,-1-6 0,15 6-179,5-4 1,-5 4 178,-1 1 0,1-4 0,-1-3 0,-3-2 0,-1 6 0,-2-6 0,0 4 0,0 4 0,-1-4 0,1 6 0,0 6 0,-6-3 0,0 8 0,-7-1 0,1 3 124,-3-2 0,-3 1-124,1 5 0,1 0 0,5 0 0,-3 0 0,8 0 0,-1 1 0,3 3 0,-4 4 0,-2 1 0,-2-5 0,-5 10 0,-2-7 0,-4 3 0,3-6 0,-10 9 0,6-7 0,-4 5 0,3-3 0,-2 1 0,-2 3 0,-12 3 0,1-1 0,2-3 0,-4 0 0,1 7 0,-5 1 366,6 4-366,-8-4 0,6 6 0,-6-8 0,2 0 0,-2 0 0,-2 0 0,-2 8 0,0-6 0,0 4 0,-1-4 0,-5-1 0,4-1 0,-3 0 0,3 6 0,1 0 0,-3 0 0,-2 0 0,3 0 0,-7 7 0,7-9 0,-8 8 0,7-6 0,-2 5 0,-1-5 0,1 6 0,-1-2 0,3 3 0,-1-1 0,-1-2 0,7 1 0,-7 3 0,0-8 0,1 0 0,5 0 0,-2 0 0,-3-2 0,1 0 0,-5 0 0,2 2 0,-1-1 0,4-4 0,-1-1 0,-6 2 0,5 4 0,-1-2 0,1 8 0,4-8 0,-3 2 0,3 3 0,2-7 0,-5 12 0,-1-8 0,1-2 0,-3-2 0,7-2 0,-7 0 0,3 1 0,-1-1 0,-7 0 0,6-2 0,-7-1 0,3-3 0,0 1 0,-6-1 0,0 0 0,0-7 0,0 4 0,0-8 0,0 0 0,-8 8 0,6-7 0,-13 7 0,5-8 0</inkml:trace>
  <inkml:trace contextRef="#ctx0" brushRef="#br0" timeOffset="2">11375 14322 8912,'9'-8'0,"-3"-3"0,-4 3 0,0-5 0,4 7 0,-2 0 0,7 6 0,1 0 0,5 2 0,2 4 0,2 7 0,2 8 0,0-2 0,-6 12 0,0-8 0,6 7 0,0-1 0,0-2 0,-6 2 0,0-1 0,1-1 0,-7 4 0,-1-9 0,-3-1 0,7 6 0,-12-8 0,5 0 0,-7-7 0,0 1 0,0 3 0,8-7 0,-6-3 0,4-14 0,-4-9 0,5 0 0,3-16 0,7 7 0</inkml:trace>
  <inkml:trace contextRef="#ctx0" brushRef="#br0" timeOffset="3">11857 14253 8912,'0'-23'0,"0"0"0,0 0 0,0 6 0,7 0 0,-5 7 0,6 10 0,-8 12 0,0 11 0,-6 5 0,-1 13 0,-1 3 0,-2 1 0,1 1 0,5 0 0,-6 6 0,7-1 0,-3 1 0,0-1 0,6 1 0,0 0 0,-7-1 0,5-1 0,-4-4 0,4-6 0,-6-4 0,-1-2 0</inkml:trace>
  <inkml:trace contextRef="#ctx0" brushRef="#br0" timeOffset="4">10945 13393 8912,'0'-17'0,"0"0"0,0 0 0,2 0 0,3-1 0,-3 1 0,6 0 0,0 0 0,-5 0 0,7 0 0,-2-1 0,3 7 0,-5-1 0,7 1 0,-1-6 0,3 0 0,2-1 0,2 1 0,2 0 0,4 0 0,2 0 0,9-1 0,4-5 0,12-1 0,5-3 0,7-4 0,4-1 0,-3-8 0,10 0-83,3 0 1,-7-3 0,4 0 82,-5-1 0,7-6 0,-4 12 0,9-8 0,-38 22 0,0 0 0,42-18 0,-41 22 0,0 0 0,39-16 0,-4 1 0,0 1 0,6 0 0,0 1 0,1 4 0,4-1-1178,1 7 1178,0 0 0,-8 0 0,-4 0 0,-3 2 0,-6 8 0,3 1 0,1 1 0,7-6 0,0 1 0,-5 5 0,-5-4 0,-3 7 0,0-5 0,0 1 0,0 1 0,1-7 0,3 3 0,2 4 0,-1-5 0,-7 9 0,-6-5 0,-9 7 0,-8 3 72,-10 2 1,-1 0-1,-3 0-72,-1 0 0,-8 0 0,4 0 1208,0 0-1208,-6 7 0,13-5 0,-3 4 0,4-4 0,9-2 0,4 0 0,9 0 0,2 0 0,1 0 0,-9 0 0,-1 0 0,-2 0 0,-2 0 0,4 0 0,-4 0 0,-2 0 0,-2 0 0,2 0 0,2 0 0,0 0 0,6 0 0,-6 0 0,7 0 0,1 0 0,0 0 0,5 0 0,0 0 0,-1 0 0,5 0 0,0 0 0,8 0 0,0 0 0,5 0 0,3 0 0,-1 0 0,1 0 0,5 0 0,-13 0 0,2 2 0,-6 4-195,5-5 0,5 15 195,11-5 0,-6-1 0,6 1 0,0-1 0,-7 3 0,-1-1 0,12-1 0,-4 4 0,2-1 0,0-3 0,0-1 0,4 1 0,-4 4 0,0-5 0,-8 7 0,-5-5 0,5-1 0,2 2 0,2 3 0,-5-5 0,-5 1 0,-3 1 0,-4 2 0,-4 3 0,4-1 0,-4 0 0,-4 0 0,6 0 0,-5 1 0,1-1 0,-4 0 0,4 2 0,-1 2 0,-5 2 0,-1 0 0,-1 0 0,3 2 0,1 1 0,0 1 0,-5 2 0,5 1 0,1-7 0,7 8 0,-6-12 0,4 4 0,-6-4 0,-5 2 0,-4 0 0,-2-2 0,2 2 0,-6 0 0,2-9 0,-4-1 0,6 2 0,3 10 0,3-5 0,0-1 0,1 0 0,4-6 0,-3 5 0,1 1 0,-7 0 0,0-5 0,-10-1 0,-5 2 0,1 1 130,-5-3 0,-2 4 0,1-3-130,3 3 0,1 2 0,9 1 0,-1-1 0,0 0 0,-6 0 0,1 0 0,-1 2 0,1 4 0,-3-2 0,-1 6 0,-5 0 0,-1 0 0,4-4 0,-6 5 0,6-1 0,-6 2 0,0 3 0,-1-7 0,1 4 0,0 1 0,-5-7 0,-1 6 0,0-4 0,0 1 0,-5-5 0,-1 2 0,1-4 0,-3-1 0,6-1 0,-5 6 0,7 0 0,0 0 0,1-6 0,-3 0 0,-2 0 0,-1 0 0,-1 0 0,6 6 0,-1 0 0,-5-2 0,5-2 0,-5-1 0,-1 5 0,1-1 0,-7 1 0,4-7 0,-1-5 0,-5-3 0,6-1 0,-8-5 0,0 6 0,2-8 0,3 0 0,-3 0 0,8 0 0,-4 0 0,-4 0 0,5-2 0,-7-4 0,0 3 0,0-9 0,-2-1 0,-3-3 0,-5-8 0,-7-3 0</inkml:trace>
  <inkml:trace contextRef="#ctx0" brushRef="#br0" timeOffset="5">21941 13892 8912,'2'-9'0,"4"3"0,3 12 0,8 3 0,3 8 0,1 0 0,3 1 0,3-1 0,2 2 0,7 2 0,4 2 0,-3 0 0,3-6 0,-4 0 0,-1 0 0,-3 1 0,-3-1 0,-6 0 0,-4-6 0,-4 1 0,-3 1 0,-5-5 0,-14 0 0,-5-8 0,-3 0 0,-2-8 0,-1-2 0</inkml:trace>
  <inkml:trace contextRef="#ctx0" brushRef="#br0" timeOffset="6">22629 13617 8912,'10'-2'0,"-2"-2"0,-1-1 0,-5-1 0,13 6 0,-13 2 0,4 3 0,-4 7 0,-2 3 0,0 2 0,-2 8 0,-4 4 0,-5 3 0,-6 5 0,-6 3 0,-4 4-686,-7 7 686,-1 8 0,-11-3 0,-11 7 0,-4-8 0,19-21 0,0-1 0,2-2 0,1-1 0</inkml:trace>
  <inkml:trace contextRef="#ctx0" brushRef="#br0" timeOffset="7">27259 10866 8912,'-35'-8'0,"1"-1"0,1-3 0,3 3 0,1 1 0,0 4 0,2 2 0,-3 2 0,7 0 0,2 0 0,2 2 0,2 4 0,5 11 0,3 12 0,1 5 0,4 6 0,2 6 0,4 12 0,4 5 0,1 11 0,7 5 0,-3 1 0,3 0 0,-7 0 0,7 8 0,-9 2-1110,-1 2 1110,6-1 0,-8-12 0,3-5 0,-3-3 0,-9-4 0,-5-4 0,-3-14 0,-2-14 0,-8-16 0,-8-6 0,-7-7 0,0 0 0</inkml:trace>
  <inkml:trace contextRef="#ctx0" brushRef="#br0" timeOffset="8">26519 12070 8912,'-10'-8'0,"2"4"0,8-7 0,4-1 0,8-5 0,9-2 0,19-4 0,11 2 0,14-6 0,6 0 0,4 1 0,7 5 0,-7-4-306,-1 8 0,-7-1 0,-15 1 0</inkml:trace>
  <inkml:trace contextRef="#ctx0" brushRef="#br0" timeOffset="9">27345 12001 8912,'-8'32'0,"-4"-1"0,-1-1 0,2 7 0,-3-3 0,8 4 0,3-5 0,1-5 0,2 1 0,7-2 0,5-4 0,3-4 0,2-2 0,2-7 0,3-5 0,0-3 0,9-2 0,-10-7 0,8-5 0,-8-11 0,2-5 0,-4-5 0,-4-1 0,-3-1 0,-5 1 0,-7 0 0,0 1 0,0 4 0,-7-3 0,-3 13 0,-7-4 0,0 4 0,-1 2 0,1 1 0,0 5 0,-6 3 0,0 8 0,0 0 0,6 0 0,-8 8 0,-2 1 0</inkml:trace>
  <inkml:trace contextRef="#ctx0" brushRef="#br0" timeOffset="10">27207 12345 8912,'-12'0'0,"1"0"0,7-2 0,-2-4 0,14-4 0,9-7 0,4-8 0,12-1 0,3-1 0,8-6 0,-2 7 0,2-1 0,-6-5 0,12 5 0,-6-8 0</inkml:trace>
  <inkml:trace contextRef="#ctx0" brushRef="#br0" timeOffset="11">28119 10780 8912,'-17'-11'0,"0"1"0,-1 2 0,1 5 0,-2 1 0,-2 2 0,-2 0 0,0 15 0,6 10 0,0 11 0,-1 12 0,1 15 0,2 11 0,3 9 0,5 3 0,7 0 0,2-1 0,3 1 0,5-9 0,7-8 0,0-10 0,3-13 0,1-8 0,2-8 0,-2-7 0,-2-11 0,-2-5 0</inkml:trace>
  <inkml:trace contextRef="#ctx0" brushRef="#br0" timeOffset="12">28171 11090 8912,'17'-18'0,"-4"-1"0,2-2 0,5 0 0,-1 6 0,7 0 0,3 9 0,4 2 0,1 2 0,1 2 0,-3 8 0,-3 5 0,-6 8 0,-4 8 0,-4 11 0,-3 6 0,-5-2 0,-7 2 0,-7 0 0,-5 5 0,-3-1 0,-2-4 0,-6-1 0,0-8 0,2-7 0,2-3 0,-1-4 0,-3-6 0,10-9 0,-4-8 0,3-8 0,-3-9 0</inkml:trace>
  <inkml:trace contextRef="#ctx0" brushRef="#br0" timeOffset="13">28601 11004 8912,'-23'11'0,"0"-1"0,2-1 0,2 1 0,2 7 0,-1 6 0,1 7 0,-4-1 0,2 9 0,4 2 0,9 8 0,0-4 0,6 0 0,6-4 0,4-4 0,9-9 0,4-2 0,5 0 0,5-12 0,1 3 0,1-7 0,-1-5 0,0-2 0,1-10 0,-8-9 0,-3-10 0</inkml:trace>
  <inkml:trace contextRef="#ctx0" brushRef="#br0" timeOffset="14">28825 11227 8912,'17'-19'0,"0"-4"0,-7 4 0,-5-4 0,-3 12 0,-2 3 0,0 8 0,0 8 0,0 5 0,0 8 0,-6 0 0,1 8 0,-1-1 0,6 5 0,0-3 0,0-3 0,0-2 0,0 4 0,2-6 0,4-2 0,-4-2 0,13-4 0,-4-4 0,-3-3 0,7-8 0,-5 0 0</inkml:trace>
  <inkml:trace contextRef="#ctx0" brushRef="#br0" timeOffset="15">28928 10797 8912,'-33'12'0,"3"-3"0,1-1 0,8 3 0,-2-3 0,4 2 0,9-5 0,5 7 0,3-8 0,2 3 0,7-7 0,5 0 0,3-7 0,0 3 0,-3-8 0,1 7 0,-7-7 0,7 8 0,-11-5 0,4 3 0,-4-4 0,-2-7 0</inkml:trace>
  <inkml:trace contextRef="#ctx0" brushRef="#br0" timeOffset="16">28842 10281 8912,'13'-5'0,"2"1"0,6 6 0,6 9 0,10 10 0,7 8 0,13 11 0,4 6 0,0 4 0,4 9 0,-7 4 0,-1 6 0,-7 3 0,-8 5 0,-14 1-109,-3 2 0,-23 6 1,2 0 108,-8 0 0,-5 0 0,-14-8 0,-2-1 0,-2-1 0,6-5 0,-2 2 0,4-9 0,0-2 0,0-9 0,2-1 0,3-5 0</inkml:trace>
  <inkml:trace contextRef="#ctx0" brushRef="#br0" timeOffset="17">29995 10763 8912,'-42'0'0,"7"0"0,10 0 0,6 0 0,17 0 0,8-2 0,7-4 0,12-1 0,4-7 0,4 3 0,1-3 0,0-1 0,1 0 0,-1 1 0,1 3 0,-3 7 0,-1-3 0,-3-1 0,-7 6 0,2-4 0,-4 12 0,-1 4 0</inkml:trace>
  <inkml:trace contextRef="#ctx0" brushRef="#br0" timeOffset="18">30012 11330 8912,'-34'0'0,"7"-2"0,4-3 0,13-5 0,12-7 0,13-2 0,12-4 0,8-4 0,5-7 0,4-1 0,5 3 0,-1 1 0,-2 5 0,2 1 0,0 2 0,-2 6 0,-2-2 0,-4-4 0,4-4 0,7-8 0</inkml:trace>
  <inkml:trace contextRef="#ctx0" brushRef="#br0" timeOffset="19">30872 10539 8912,'-17'-17'0,"6"6"0,-1-1 0,6 8 0,-5 1 0,-2 6 0,-3 11 0,-1 13 0,0 7 0,7 12 0,-3 3 0,7 9 0,2-1 0,2 2 0,2 1 0,2 3 0,4-6 0,4-4 0,7-9 0,2-5 0,4-9 0,-4-7 0,4-12 0,-4-5 0,-2-4 0,1-2 0,5-13 0,-1-8 0,-1-10 0,-1 1 0,-3-20 0,0 4 0,0-4 0,-1 5 0,-3-1 0,-4 0 0,-1 2 0,-2-6 0,-6 8 0,-2-2 0,-4 10 0,-3 7 0,-14 12 0,0 2 0,2 1 0,2 8 0,1 0 0,1 8 0,2 6 0,3 7 0,-1 0 0,7 0 0,2 1 0,-5-1 0,-1 0 0</inkml:trace>
  <inkml:trace contextRef="#ctx0" brushRef="#br0" timeOffset="20">30580 10935 8912,'-17'0'0,"-1"0"0,1 0 0,8 0 0,12-2 0,18-4 0,12-5 0,15-5 0,2-1 0,5 0 0,2-8 0,-5 6 0,0-4 0,-3 4 0,-3 2 0,-6 2 0,-7 1 0,-10 3 0,0-1 0,-14-5 0,8 0 0</inkml:trace>
  <inkml:trace contextRef="#ctx0" brushRef="#br0" timeOffset="21">31199 9903 8912,'-11'-11'0,"1"-1"0,3-1 0,1 5 0,6 10 0,0 15 0,0 10 0,0 6 0,0 1 0,0 0 0,2 7 0,4-1 0,1 7 0,5-1 0,3-4 0,-5 8 0,5-4 0,-4 2 0,-5-3 0,4-3 0,-8-15 0,5-2 0</inkml:trace>
  <inkml:trace contextRef="#ctx0" brushRef="#br0" timeOffset="22">31062 10024 8912,'0'-27'0,"2"2"0,3 8 0,5 0 0,7 1 0,0 3 0,0 2 0,8 7 0,4-2 0,5 4 0,7 2 0,-5 8 0,8 1 0,-4 8 0,-4 8 0,6 2 0</inkml:trace>
  <inkml:trace contextRef="#ctx0" brushRef="#br0" timeOffset="23">31595 10505 8912,'17'-2'0,"1"-2"0,-1-1 0,2 1 0,4 2 0,-4 4 0,4 3 0,-4 7 0,-4 5 0,-1 4 0,-3 2 0,-7 8 0,2-3 0,-4 5 0,-4 1 0,-4-1 0,-5-5 0,-11 5 0,0-5 0,-1 3 0,-2-2 0,6 3 0,-4-13 0,9 2 0,3-7 0,7-7 0,-11-7 0,5 0 0</inkml:trace>
  <inkml:trace contextRef="#ctx0" brushRef="#br0" timeOffset="24">31853 10453 8912,'0'-17'0,"0"6"0,0-1 0,-2 8 0,-3-1 0,3 10 0,-12 7 0,7 11 0,-1 7 0,-2 7 0,1 3 0,5 8 0,-4-6 0,8 5 0,0-1 0,2-2 0,4 2 0,11-4 0,4-8 0,8-1 0,2-3 0,1-5 0,3-6 0,7-5 0,-4-14 0,6-4 0,-2-7 0,4-3 0,-6-15 0,0-7 0,-6-8 0</inkml:trace>
  <inkml:trace contextRef="#ctx0" brushRef="#br0" timeOffset="25">32352 10677 8912,'-11'-10'0,"1"3"0,3-1 0,1 6 0,6-5 0,0 14 0,0 3 0,0 9 0,0 4 0,2-2 0,2 6 0,1-1 0,-1 1 0,-2 0 0,-2 3 0,0-1 0,6-2 0,0 1 0,-1-3 0,-5-8 0,0 1 0</inkml:trace>
  <inkml:trace contextRef="#ctx0" brushRef="#br0" timeOffset="26">32163 10196 8912,'-27'-25'0,"2"6"0,8-4 0,6 9 0,-1 3 0,1 7 0,-6-11 0,-1 5 0</inkml:trace>
  <inkml:trace contextRef="#ctx0" brushRef="#br0" timeOffset="27">30631 9955 8912,'-9'-8'0,"3"-3"0,6-3 0,6 3 0,5 3 0,14 8 0,10 0 0,7-5 0,11-1 0,7 2 0,8 2 0,16-6 0,-35 4 0,0-1 0,1 0 0,1 0 0,1 2 0,0 1-323,43-8 0,-9-7 0,-9-10 0</inkml:trace>
  <inkml:trace contextRef="#ctx0" brushRef="#br0" timeOffset="28">9499 17056 8912,'6'-18'0,"0"1"0,-3 0 0,-1 0 0,-2 7 0,-2 3 0,-3 7 0,-5 0 0,-7 2 0,0 3 0,-8-1 0,-4 8 0,-3 1 0,-10 2 0,-4 2 0,-6 6 0,-5 0 0,1 8 0,-7-3 0,6-1 0,-6 2 0,7-2 0,-1 1 0,0 5 0,5-5 0,4-3 0,16-2 0,3-4 0,4-2 0,8 1 0,7-9 0,5 5 0,10-9 0,7 1 0,11-6 0,4 0 0,7-2 0,2-2 0,4-1 0,-3-9 0,11 10 0,-6-5 0,2 1 0,2-3 0,5 5 0,-1 2 0,-4 2 0,2 2 0,-8 0 0,0 0 0,-6 0 0,1 0 0,-10 8 0,-8 3 0,-10 5 0,-9 8 0,-9 5 0,-10 9 0,-19 2 0,-12 8 0,-9-4 0,-2 2 0,0 0 0,7-2 0,-1 2 0,5-6 0,6-12 0,4 5 0,6-12 0,0 4 0,1-6 0,5 2 0,14-12 0,5 9 0,3-9 0,12 1 0,8-5 0,9-3 0,19 4 0,4-4 0,15-2 0,4 0 0,12-2 0,7-4 0,8-5 0,0-4 0,5-3 0,-3 1 0,-8 0 0,-13 0 0,-16 0 0,-14 1 0,-13 5 0,-14 3 0,-7 8 0,-14 0 0,-5 0 0,-3 6 0,-2 0 0,-1 7 0,-6-3 0,-3 7 0</inkml:trace>
  <inkml:trace contextRef="#ctx0" brushRef="#br0" timeOffset="29">8604 18483 8912,'-15'-2'0,"2"-2"0,1-2 0,6-1 0,-5 1 0,7 4 0,-3-6 0,7 8 0,0 8 0,0 1 0,0 9 0,0-1 0,0 0 0,0 0 0,0 0 0,0 1 0,0 6 0,0-4 0,-2 2 0,-4-2 0,4-3 0,-4 0 0,4 0 0,2 0 0,0-7 0,8 5 0,2-13 0,7 6 0</inkml:trace>
  <inkml:trace contextRef="#ctx0" brushRef="#br0" timeOffset="30">8587 18345 8912,'-17'-8'0,"0"7"0,1-7 0,5 0 0,1 6 0,5-3 0,3 3 0,-6 2 0,8 7 0,0-5 0,0 6 0,0-8 0,8 0 0,-6 0 0,5 0 0,-7 0 0,0 0 0,0 8 0,6-5 0,0 9 0,7-8 0,-3 3 0</inkml:trace>
  <inkml:trace contextRef="#ctx0" brushRef="#br0" timeOffset="31">8914 18517 8912,'0'-17'0,"0"0"0,0 5 0,0 1 0,2 5 0,4-4 0,5 3 0,5-7 0,1 12 0,0-3 0,0 3 0,6 2 0,2 0 0,2 0 0,3 0 0,-5 7 0,4-3 0,-10 6 0,-4-2 0,-1 5 0,3-4 0</inkml:trace>
  <inkml:trace contextRef="#ctx0" brushRef="#br0" timeOffset="32">8966 18723 8912,'-10'0'0,"3"0"0,22 0 0,8 0 0,7-7 0,7-1 0,3-5 0,6 1 0,3-1 0,3-2 0,0-3 0,-1 1 0</inkml:trace>
  <inkml:trace contextRef="#ctx0" brushRef="#br0" timeOffset="33">9585 18431 8912,'0'12'0,"0"-1"0,0-5 0,0 5 0,0 3 0,0 1 0,0 2 0,-6 8 0,-1 4 0,-1 3 0,1 2 0,-7 1 0,12 1 0,-5 2 0,-1 2 0,6-1 0,-4-11 0,4-3 0,2-8 0</inkml:trace>
  <inkml:trace contextRef="#ctx0" brushRef="#br0" timeOffset="34">8518 16901 8912,'-15'-12'0,"4"1"0,1 5 0,4-5 0,2 9 0,-5 2 0,1 9 0,2 7 0,6 1 0,0 0 0,0 0 0,2 6 0,2 0 0,2-2 0,-2 0 0,-2 2 0,-2-4 0,0 6 0,-2-8 0,-2 0 0,-2 1 0,-5-1 0,5 0 0,0-7 0,-1-3 0,3-9 0,-8-3 0,8-5 0,-1-9 0,3-4 0,2-6 0,2-3 0,3-3 0,3 1 0,4 0 0,3 1 0,-4 5 0,12-5 0,-4 14 0,4-4 0,2 12 0,0 5 0,2 4 0,2 6 0,-3 7 0,7 8 0,-12 18 0,6 1 0,-3 2 0,-1 8 0,-5-2 0,-1-3 0,0 3 0,0-7 0,-5 4 0,-3-4 0,-1 1 0,5-8 0,-3-7 0</inkml:trace>
  <inkml:trace contextRef="#ctx0" brushRef="#br0" timeOffset="35">10514 16798 8912,'-7'-17'0,"-3"1"0,-9 3 0,-4 3 0,-5 3 0,-7 1 0,-3 6 0,-4 0 0,-2 0 0,-4 0 0,0 8 0,0 1 0,3 1 0,6 3 0,-1-5 0,4 1 0,1 5 0,3 1 0,3 2 0,4 0 0,8 0 0,2 1 0,3-1 0,-1 2 0,7 2 0,2 2 0,3 7 0,1-3 0,0 8 0,0-1 0,0 2 0,0 2 0,0 6 0,0 6 0,0-10 0,0 23 0,0-9 0,0 5 0,0 12 0,1 13 0,3 9-1207,2 3 1207,0-6 0,-6-39 0,0 1 0,0-1 0,0 1 0,0 4 0,0 1 0,0-2 0,0 0 0,0-1 0,0-1-31,0-2 0,0-2 0,0 42 1,0-10 30,0-7 0,2-18 0,3-11 0,-3-14 0,14-6 0,-5-8 0,10 0 0,2 0 0,6-7 0,-4-4 0,1-4 0,9-2 0,7-2 0,0-4 0,0-5 0,6-12 0,-12 3 0,6-4 0,0-1 0,-13 6 0,3-6 0,-14 8 1190,-1-1-1190,-8 1 0,-1 0 0,-8 0 0</inkml:trace>
  <inkml:trace contextRef="#ctx0" brushRef="#br0" timeOffset="36">10256 17898 8912,'-11'-2'0,"1"-4"0,3-5 0,3-4 0,-4 3 0,2 1 0,3-1 0,8-3 0,7 2 0,5 1 0,6-1 0,-2 3 0,8-1 0,-1 1 0,7-1 0,-1 5 0,1 4 0,-3 2 0,-3 0 0,3 0 0,-13 0 0,6 8 0,-7 1 0</inkml:trace>
  <inkml:trace contextRef="#ctx0" brushRef="#br0" timeOffset="37">10704 17537 8912,'0'-23'0,"0"0"0,0 2 0,0 2 0,0 2 0,0 7 0,0 5 0,2 10 0,2 7 0,1 5 0,-1 6 0,6 4 0,-3 7 0,7-2 0,-3-3 0,1 4 0,5-14 0,-2 4 0,-1-4 0,-3-2 0,0-8 0,7-3 0,-1-4 0,0-2 0,6-4 0,0-5 0,-2-8 0,-2-12 0,-2 2 0,1-7 0,-1-6 0,0 0 0,-2 1 0,-1 11 0,-5 5 0,-1 4 0,-2 1 0,-6 17 0,0 12 0,0 23 0,0 10 0,0 14 0,-2-3 0,-2 6 0,-2 0 0,2 0 0,2-5 0,2-1 0,0-7 0,0-6 0,-2-8 0,-3 1 0,3-8 0,-13-8 0,3-8 0,-3-7 0,-2 2 0,-6-4 0,-2-2 0,-2 0 0,-2 0 0,1-2 0,-1-2 0,-2-2 0,6-2 0,3 3 0,2-7 0,5 3 0,4-3 0,3-7 0,8-8 0</inkml:trace>
  <inkml:trace contextRef="#ctx0" brushRef="#br0" timeOffset="38">11513 17795 8912,'-10'-10'0,"-5"3"0,11 7 0,-6 2 0,3 3 0,-7 13 0,12 3 0,-5 7 0,1 1 0,0-2 0,1 3 0,5-5 0,0 2 0,7-6 0,-5 9 0,4-7 0,2 0 0,-1-6 0,1 1 0,-1-1 0,7-8 0,-5-1 0,16-16 0,2-1 0</inkml:trace>
  <inkml:trace contextRef="#ctx0" brushRef="#br0" timeOffset="39">11650 17399 8912,'-17'0'0,"0"0"0,0 0 0,-1 0 0,1 0 0,0 0 0,6 0 0,-1 0 0,8 0 0,-3 2 0,7 4 0,0-4 0,2 6 0,3-8 0,-3 0 0,13 0 0,-3 0 0,-3 0 0,3 0 0,-8-8 0,11-2 0,-5-7 0</inkml:trace>
  <inkml:trace contextRef="#ctx0" brushRef="#br0" timeOffset="40">15023 17657 8912,'0'-11'0,"0"-1"0,2 9 0,4-3 0,11 4 0,12 2 0,5 0 0,6 0 0,4-6 0,8 1 0,0 1 0,-3 2 0,-1 2 0,-4 0 0,-2-2 0,-4-4 0,-9 4 0,-6-4 0,-4 5 0,-9 1 0,-5 0 0,-10-2 0,-7-4 0,-3-11 0,-2-10 0</inkml:trace>
  <inkml:trace contextRef="#ctx0" brushRef="#br0" timeOffset="41">15367 17279 8912,'-17'-9'0,"8"1"0,1 8 0,8 9 0,0 9 0,0 8 0,2 9 0,2 5 0,1 8 0,-1 7 0,4-1 0,-2 3 0,7 4 0,-11-8 0,4 5 0,1-5 0,1-1 0,1-1 0,-5-7 0,2-3 0,-4-13 0,-2-3 0</inkml:trace>
  <inkml:trace contextRef="#ctx0" brushRef="#br0" timeOffset="42">16331 17210 8912,'17'0'0,"0"0"0,1 0 0,-1 0 0,0 0 0,-2-2 0,-1-1 0,-3-3 0,1-6 0,5 5 0,0-3 0,6-1 0,0-6 0,-2-1 0,-2 1 0,4-2 0,0-2 0,-2-4 0,-2-2 0,-3 6 0,-5-1 0,-5 2 0,-4 3 0,-4 2 0,-6 4 0,-9 5 0,-8 4 0,-11 4 0,-3 4 0,-1 5 0,-8 4 0,12 4 0,-4 4 0,4 6 0,9 3 0,2 3 0,4-3 0,4-3 0,-4 3 0,19-5 0,-4 8 0,12-1 0,5 0 0,12-7 0,8-6 0,7-8 0,8 1 0,9-8 0,5-3 0,1-1 0,-6-2 0,3-9 0,-12-8 0,3-8 0,-5-10 0</inkml:trace>
  <inkml:trace contextRef="#ctx0" brushRef="#br0" timeOffset="43">16985 17004 8912,'10'-17'0,"-3"7"0,1 3 0,-4 7 0,5 2 0,-1 3 0,3 5 0,-3 7 0,2 2 0,3 4 0,2-4 0,2 12 0,1-8 0,-1-2 0,0 5 0,-5-6 0,-1 2 0,2-2 0,-5-3 0,-2 0 0,-4 0 0,-2 0 0</inkml:trace>
  <inkml:trace contextRef="#ctx0" brushRef="#br0" timeOffset="44">17209 16952 8912,'-10'8'0,"-3"-4"0,7 7 0,-7 1 0,-1 7 0,-7 4 0,2 9 0,-4 8 0,4 1 0,2 1 0,1-6 0,5 4 0,-2 0 0,7-5 0,0 1 0,6-13 0,0 0 0,0-6 0,0-8 0,8-9 0,1-9 0</inkml:trace>
  <inkml:trace contextRef="#ctx0" brushRef="#br0" timeOffset="45">17501 17073 8912,'-9'0'0,"-1"0"0,4 0 0,3 2 0,-7 3 0,2 7 0,1 9 0,3 4 0,-2 1 0,2 5 0,-3-4 0,1 1 0,0 1 0,6 5 0,0 1 0,0-1 0,0-1 0,0-5 0,0 3 0,0-8 0,0-2 0,0-10 0,0-11 0,0-9 0</inkml:trace>
  <inkml:trace contextRef="#ctx0" brushRef="#br0" timeOffset="46">17450 17038 8912,'9'-7'0,"1"3"0,-5-8 0,-1 9 0,8-3 0,-7 4 0,7 2 0,1 0 0,3 0 0,3 0 0,4 0 0,-4 0 0,6 2 0,-8 4 0,0 3 0,-5 8 0,-3 1 0,-1-1 0,-2 0 0,-8 0 0,-4 0 0,-6 1 0,-3-1 0,-2 0 0,0 0 0,-1 0 0,1 1 0,0-1 0,0-8 0,7 7 0,3-7 0</inkml:trace>
  <inkml:trace contextRef="#ctx0" brushRef="#br0" timeOffset="47">18104 16746 8912,'0'-9'0,"0"-7"0,-2 14 0,-4-3 0,-4 3 0,-9 4 0,-2 5 0,-4 10 0,-1 10 0,-3 13 0,-4 6 0,5 4 0,-5 1 0,14 3 0,-4 1 0,4 3 0,4 3 0,1-8 0,5-5 0,1-4 0,2-4 0,14-6 0,3-1 0,5-4 0,7-5 0,0-6 0,7-3 0,-1-4 0,3-3 0,3-16 0,-1-1 0</inkml:trace>
  <inkml:trace contextRef="#ctx0" brushRef="#br0" timeOffset="48">18620 16884 8912,'7'-10'0,"-5"-5"0,4 3 0,-4-3 0,-2-2 0,0 0 0,0 0 0,-2 1 0,-4 5 0,3-3 0,-9 7 0,-1-3 0,-3 6 0,-1-1 0,0 3 0,0 2 0,0 7 0,-1 5 0,1 7 0,0 10 0,0-1 0,-1 22 0,1-4 0,2 3 0,4 3 0,-3 0 0,6-1 0,-1 1 0,5-1 0,-4-5 0,8-2 0,0-2 0,0-2 0,2-5 0,2-3 0,2-3 0,0-4 0,-6-8 0,0 0 0,0 0 0</inkml:trace>
  <inkml:trace contextRef="#ctx0" brushRef="#br0" timeOffset="49">18224 17313 8912,'0'-17'0,"0"8"0,0-7 0,2 7 0,6-6 0,9 3 0,8-3 0,9 7 0,2-3 0,5 5 0,2-3 0,9 7 0,-2-4 0,-4 4 0,-4 2 0,-8 0 0,8-8 0,2-1 0</inkml:trace>
  <inkml:trace contextRef="#ctx0" brushRef="#br0" timeOffset="50">18809 17193 8912,'-17'0'0,"0"0"0,-1 2 0,1 4 0,0 5 0,0 5 0,5 6 0,3 3 0,1 2 0,2 2 0,6 5 0,0-1 0,0-3 0,0-1 0,8-8 0,5 2 0,8-4 0,-1-2 0,4-7 0,-6-5 0,5-3 0,0-4 0,-2-3 0,3-5 0,-1-7 0,0 0 0,-5-2 0,-3-2 0,-4-2 0,3-8 0,-7 4 0,1 1 0,0 3 0,-3-4 0,-5 8 0,0-4 0,-7 4 0,-3 9 0,-7 4 0,0 5 0,-8 1 0,6 0 0,-6 0 0</inkml:trace>
  <inkml:trace contextRef="#ctx0" brushRef="#br0" timeOffset="51">18654 17417 8912,'2'-12'0,"4"1"0,3 7 0,16-6 0,4 7 0,3-3 0,11-8 0,0 11 0,9-9 0,-8 1 0,6-7 0,-6 1 0</inkml:trace>
  <inkml:trace contextRef="#ctx0" brushRef="#br0" timeOffset="52">19411 16901 8912,'-2'-17'0,"-3"-1"0,-5 9 0,-7 3 0,0 4 0,0 10 0,-1 5 0,-1 8 0,-4 8 0,4 5 0,-4 6 0,4 6 0,10-2 0,3 2 0,-2-8 0,2 2 0,1-1 0,5-1 0,2 0 0,3-5 0,-3-7 0,14-1 0,-7-6 0,3-2 0,-1-11 0,1-12 0,5-3 0</inkml:trace>
  <inkml:trace contextRef="#ctx0" brushRef="#br0" timeOffset="53">19411 17090 8912,'18'-27'0,"-3"2"0,-4 8 0,7 2 0,-1 3 0,0 3 0,8 5 0,-2-2 0,0 3 0,0 1 0,-6 9 0,0 5 0,0 3 0,-7 4 0,-4 4 0,-4-2 0,-2 8 0,0-3 0,0 3 0,-8-2 0,-4-4 0,-3-2 0,-2 6 0,0-3 0,-1-3 0,1-2 0,0-1 0,0-3 0,0-4 0,7 5 0,-5-14 0,13 5 0,2-14 0,9-11 0,9-8 0</inkml:trace>
  <inkml:trace contextRef="#ctx0" brushRef="#br0" timeOffset="54">19721 17038 8912,'-9'-9'0,"1"1"0,2 10 0,0 4 0,-5 9 0,5 8 0,1 8 0,5-3 0,-8 5 0,6-5 0,-4 1 0,6 0 0,6-3 0,-2 7 0,7-6 0,3-1 0,1-1 0,4-9 0,2-3 0,2-2 0,0-7 0,-4 4 0,2-10 0,2-4 0,0-11 0,-6-10 0</inkml:trace>
  <inkml:trace contextRef="#ctx0" brushRef="#br0" timeOffset="55">19996 17142 8912,'0'17'0,"-7"0"0,5 0 0,-6 0 0,8 1 0,-2 4 0,-3 1 0,3-5 0,-4-7 0,-4 0 0,1 7 0</inkml:trace>
  <inkml:trace contextRef="#ctx0" brushRef="#br0" timeOffset="56">19945 17004 8912,'0'-29'0,"0"1"0,0 7 0,0-4 0,0 15 0,0 3 0,0-1 0,0 14 0,0-1 0,0 9 0,0 3 0,0 0 0,0 0 0,0 1 0</inkml:trace>
  <inkml:trace contextRef="#ctx0" brushRef="#br0" timeOffset="57">20134 16729 8912,'17'-6'0,"1"-1"0,-1-3 0,8 6 0,-6 0 0,4 16 0,-6 7 0,-4 17 0,-3 4 0,-3 6 0,-1 12 0,-6-5 0,0 6 0,0 0 0,-7 3 0,3-1 0,-8-4 0,-1-4 0,3-9 0,-1-3 0,-3-5 0,-1-2 0,-2 1 0,0-14 0,0-4 0,-1-11 0,1-6 0,0-10 0</inkml:trace>
  <inkml:trace contextRef="#ctx0" brushRef="#br0" timeOffset="58">20513 16419 8912,'0'-17'0,"0"0"0,0 0 0,0 0 0,0 11 0,2 12 0,1 15 0,3 9 0,8 12 0,-5 6 0,1 7 0,5 7 0,-4 8 0,5 5 0,-5-5 0,-1 7 0,-3-1 0,-3 5 0,-2-5 0,-2-2 0,-15-5 0,-8-6 0,-10 4 0,-7-6 0,-8 0 0,-7-3 0,-6 3-221,-8-8 1,31-20 0,0 1-1,-2-3 1,1-1 0</inkml:trace>
  <inkml:trace contextRef="#ctx0" brushRef="#br0" timeOffset="59">16383 17915 8912,'-27'-11'0,"4"1"0,6 1 0,5-1 0,7 6 0,12 0 0,10 8 0,4-2 0,14 4 0,7-4 0,8-2 0,9 0 0,10 0 0,11-2 0,-31 0 0,1-2 0,8-2 0,1-1 0,7-3 0,2-1 0,11 1 0,3-1-471,6-4 0,1 1 1,5 3-1,2 1 471,-30 2 0,1 0 0,0 1 0,1 1 0,1 0 0,-1 1 0,2 0 0,1 1 0,-2 0 0,-2 0 0,-2 1 0,0 0 0,29-1 0,0 0 0,1 1 0,1 1 0,0 1 0,1 2 0,-30-1 0,0 0 0,0 0 0,27 0 0,-1 0 0,2 0 0,-1 0 0,-2 0 0,0 0 0,0 0 0,0 0 0,0 0 0,-1 0 0,-2 0 0,0 0 0,0 0 0,0 0 0,-5 0 0,-2 0 0,-13-3 0,-2-2 0,-6 0 0,-2-1 0,-3 1 0,-3 0 0,35-6 0,-19-3 0,-23 7 0,-36-1 0,-14 8 0,-23 4 0,-13 7 0,-14 8 0,-20 16 0,-12-9 0,38-13 0,0-1 0</inkml:trace>
  <inkml:trace contextRef="#ctx0" brushRef="#br0" timeOffset="60">16692 18173 8912,'-9'-17'0,"-1"5"0,6 5 0,-1 5 0,-1 11 0,6 18 0,0 4 0,0 5 0,0 10 0,0-2 0,0 2 0,0 0 0,0-2 0,0 3 0,0-3 0,0-2 0,0-2 0,0-5 0,2-3 0,2-3 0,1-6 0,3-6 0,-2-6 0,-2-3 0,7-10 0,3-4 0,1-11 0,2-9 0</inkml:trace>
  <inkml:trace contextRef="#ctx0" brushRef="#br0" timeOffset="61">17071 18259 8912,'0'-17'0,"0"7"0,0 3 0,0 22 0,2 8 0,4 8 0,-4 9 0,3 2 0,-1 2 0,2 3 0,-4-3 0,4 2 0,-5 4 0,-1 1 0,-7 5 0,-3-20 0,-7 2 0,0-7 0,-8 1 0,-2-5 0</inkml:trace>
  <inkml:trace contextRef="#ctx0" brushRef="#br0" timeOffset="62">16933 18586 8912,'-7'-17'0,"5"-1"0,-4 1 0,4 8 0,4-5 0,4 9 0,3-3 0,10 4 0,4-2 0,6 3 0,4 1 0,1 2 0,0 0 0,1 0 0,-1 0 0,6 0 0,1 0 0,-3 0 0,-2-8 0,-1-2 0</inkml:trace>
  <inkml:trace contextRef="#ctx0" brushRef="#br0" timeOffset="63">17639 18448 8912,'-10'-7'0,"5"-5"0,3 4 0,2-1 0,2 5 0,3-2 0,5-1 0,7 3 0,0-2 0,1-7 0,-1 3 0,2-1 0,4-1 0,-4 1 0,4-6 0,-6 0 0,-5-1 0,1 1 0,-7 0 0,-3 0 0,-1 0 0,-2-1 0,0 1 0,-7 2 0,-5 3 0,-3 5 0,-2 7 0,0 0 0,-6 7 0,0 7 0,2 7 0,2 7 0,1 13 0,3-3 0,4 8 0,3-2 0,8 1 0,0 5 0,0-4 0,0-2 0,2-2 0,4-4 0,5-5 0,4-16 0,3 0 0,-1-11 0,0 1 0</inkml:trace>
  <inkml:trace contextRef="#ctx0" brushRef="#br0" timeOffset="64">18017 18259 8912,'0'-17'0,"0"0"0,0 0 0,2 7 0,4 4 0,-2 12 0,7 7 0,3 8 0,1 6 0,2 2 0,1-1 0,-1 3 0,-2 0 0,-2-1 0,-1-3 0,1-2 0,1 3 0,-3-5 0,3 0 0,-9-6 0,3 1 0,-2-1 0,3-8 0,8-1 0,1-16 0,-1-1 0</inkml:trace>
  <inkml:trace contextRef="#ctx0" brushRef="#br0" timeOffset="65">18310 18225 8912,'-11'0'0,"-1"0"0,1 0 0,-7 0 0,1 2 0,0 3 0,0 5 0,-8 20 0,-2 7 0,0 5 0,-5 4 0,3 5 0,2-1 0,1-2 0,3-4 0,7-2 0,1 2 0,9-10 0,1-11 0,12-15 0,3-8 0</inkml:trace>
  <inkml:trace contextRef="#ctx0" brushRef="#br0" timeOffset="66">18465 18294 8912,'-10'-12'0,"5"1"0,1 7 0,-2-2 0,4 6 0,-4 6 0,4 5 0,2 12 0,0 6 0,0 3 0,0 5 0,0 3 0,0-4 0,0 4 0,-1 2 0,-5-2 0,4 6 0,-4-6 0,-3 0 0,7-1 0,-6-3 0,0-4 0,7-9 0,-7-6 0,0-9 0,-1-8 0</inkml:trace>
  <inkml:trace contextRef="#ctx0" brushRef="#br0" timeOffset="67">18499 18122 8912,'12'-12'0,"-1"1"0,1 7 0,5-2 0,0 4 0,0 2 0,1 8 0,-3 3 0,-4 5 0,5-1 0,-5-4 0,4 10 0,3-3 0,-9 3 0,-3-4 0,-4 0 0,-2 2 0,0 4 0,-4-4 0,-6 6 0,-7 0 0,-11 0 0,-1 5 0,-4-1 0,-1 1 0,0 3 0,1-6 0,4-5 0,-3-2 0,5-3 0</inkml:trace>
  <inkml:trace contextRef="#ctx0" brushRef="#br0" timeOffset="68">19239 17881 8912,'0'-19'0,"0"-4"0,-2 6 0,-3-1 0,-3 11 0,-3 13 0,-11 5 0,5 12 0,-11 13 0,-1 16 0,-4 7 0,-3 12 0,-2 3 0,-2 6 0,0 5 0,5 0 0,3 0-194,3-5 0,0 0 194,12-11 0,-2-6 0,13-17 0,0-6 0,6-12 0,8-3 0,4-9 0,11-5 0,3-3 0,16-24 0,2-3 0</inkml:trace>
  <inkml:trace contextRef="#ctx0" brushRef="#br0" timeOffset="69">19635 18036 8912,'-8'-18'0,"-3"3"0,-4 2 0,-3 1 0,1 7 0,0-5 0,0 2 0,0 3 0,-1 5 0,1 0 0,0 3 0,0 9 0,-6 3 0,0 20 0,0-3 0,6 14 0,1 4 0,5 5 0,1 0 0,5 8 0,3-7 0,-4 1 0,4-3 0,2-10 0,0-4 0,0-4 0,0 2 0,0-3 0,-6-3 0,1-9 0,-11-6 0,-1 0 0,-8 1 0,-9-9 0</inkml:trace>
  <inkml:trace contextRef="#ctx0" brushRef="#br0" timeOffset="70">19084 18586 8912,'0'-17'0,"0"-1"0,2 3 0,4 2 0,6 1 0,3 1 0,10-1 0,3 3 0,5 1 0,9-3 0,4 5 0,4-7 0,3 11 0,4-4 0,-3-2 0,3 3 0,5-9 0,-1 5 0</inkml:trace>
  <inkml:trace contextRef="#ctx0" brushRef="#br0" timeOffset="71">19738 18465 8912,'-26'0'0,"3"2"0,4 4 0,1 4 0,1 7 0,0 0 0,2 8 0,3 4 0,6 3 0,-1 2 0,1 1 0,0-1 0,8-1 0,2-3 0,2-1 0,7-8 0,-1 2 0,-3-6 0,3-6 0,-1 5 0,6-14 0,1 1 0,-1-6 0,0-3 0,0-11 0,0 3 0,1-9 0,-7-1 0,1 1 0,-1-8 0,0 12 0,-1-6 0,-2 0 0,-3 6 0,-5-4 0,8-3 0,-6 6 0,4-2 0,-4 2 0,-2 3 0,-8 15 0,-2 4 0</inkml:trace>
  <inkml:trace contextRef="#ctx0" brushRef="#br0" timeOffset="72">19601 18723 8912,'0'-11'0,"0"-1"0,0 9 0,7-11 0,5 8 0,3-5 0,2 5 0,8-1 0,4 1 0,3-4 0,9-1 0,-1-1 0,-2 1 0,-2 1 0,-1-12 0,-1 2 0</inkml:trace>
  <inkml:trace contextRef="#ctx0" brushRef="#br0" timeOffset="73">20255 18173 8912,'-18'-6'0,"1"1"0,6-1 0,-1 6 0,1 10 0,-8 7 0,-4 9 0,2 9 0,-8 5 0,6 4 0,-4 7 0,2 1 0,4 3 0,10-3 0,-2 2 0,7-14 0,2-2 0,2-4 0,4-5 0,4-6 0,3-6 0,8-6 0,1-3 0,7-16 0,1-1 0</inkml:trace>
  <inkml:trace contextRef="#ctx0" brushRef="#br0" timeOffset="74">20289 18379 8912,'8'-9'0,"1"-1"0,8 5 0,1 3 0,-1-4 0,0 4 0,0 2 0,6 2 0,0 4 0,-2 3 0,-9 8 0,3 1 0,-4-1 0,-3-4 0,-2 4 0,-4-3 0,-10 13 0,-3-6 0,-5 1 0,-9 7 0,-3-6 0,-5 2 0,-1-2 0,5-4 0,2 4 0,3-4 0,3-2 0,1-7 0,3-3 0,15-7 0,4 0 0</inkml:trace>
  <inkml:trace contextRef="#ctx0" brushRef="#br0" timeOffset="75">20547 18414 8912,'-7'-17'0,"-5"-1"0,2 9 0,-1 3 0,7 4 0,-3 10 0,7 3 0,0 10 0,0 2 0,0 6 0,0-6 0,0 6 0,0-7 0,1 3 0,3-4 0,4 2 0,1-2 0,3-2 0,-1-3 0,1-3 0,1-2 0,3-7 0,1 12 0,0-7 0</inkml:trace>
  <inkml:trace contextRef="#ctx0" brushRef="#br0" timeOffset="76">20840 18534 8912,'-12'0'0,"1"0"0,-1 0 0,-5 0 0,8 0 0,1 8 0,8 1 0,0 11 0,0 2 0,0-2 0,0 4 0,0-6 0,0-1 0,6 0 0,-1 0 0,1 0 0,-6 1 0,0-1 0,0 0 0,8-8 0,1-1 0</inkml:trace>
  <inkml:trace contextRef="#ctx0" brushRef="#br0" timeOffset="77">20857 18345 8912,'-2'-15'0,"-4"3"0,4-3 0,-5 13 0,7-5 0,0 7 0,7 7 0,11 3 0,8 7 0</inkml:trace>
  <inkml:trace contextRef="#ctx0" brushRef="#br0" timeOffset="78">20977 18104 8912,'0'-11'0,"0"-1"0,0 9 0,8-5 0,3 10 0,5 4 0,3 11 0,4 11 0,-4 5 0,8 9 0,-8 2 0,-2 0 0,2 11 0,-13-3 0,-2 1 0,-2 1 0,-4 1 0,-4-3 0,-11 3 0,-4-19 0,-8 5 0,0-7 0,-5-7 0,0-10 0,-1-8 0,1-9 0</inkml:trace>
  <inkml:trace contextRef="#ctx0" brushRef="#br0" timeOffset="79">21390 17864 8912,'25'-10'0,"2"2"0,15 8 0,4 0 0,-2 16 0,0 7 0,-2 7 0,-4 14 0,-11 8 0,-10 13 0,-9 13 0,-14 10 0,-2-37 0,-3 1 0,-5 2 0,-2-1 0,-4 2 0,-2-1-167,-3 0 1,-2 1 0,-1 5-1,-1 0 1,-3-4 0,-1-1 166,1 5 0,-1 2 0,20-36 0</inkml:trace>
  <inkml:trace contextRef="#ctx0" brushRef="#br0" timeOffset="80">27086 13153 8912,'0'-17'0,"0"-1"0,0-1 0,0-2 0,-1-2 0,-5 2 0,4 2 0,-6 2 0,1 0 0,3 11 0,-8 12 0,8 11 0,-1 21 0,3 6 0,2 8 0,2 11 0,3 0 0,5 2 0,0-2 0,5-4 0,-4-7 0,5-1 0,7-3 0,0-6 0,-2-10 0,-2-5 0,-2-12 0,0-7 0,0-8 0,1 0 0,-1-8 0,-2-9 0,-2-11 0,-1-5 0,-6-1 0,3 1 0,-1 3 0,-4 1 0,-2 0 0,3 3 0,1 3 0,-2 4 0,-2 9 0,5 2 0,3 16 0,7 4 0,0 10 0,1 7 0,-1-2 0,0 2 0,2-1 0,4-1 0,4-2 0,2-10 0,1-3 0,6-7 0,-9-3 0,13-9 0,-11-9 0,4-11 0,-5-3 0,-3-16 0,-6 0 0,-9 2 0,-6-5 0,-6 7 0,-4-4 0,-11-2 0,-12 8 0,-1 5 0,-1 9 0,2 1 0,8 2 0,0 6 0,8 0 0,5 7 0,10 2 0,6 8 0,9 0 0,0 0 0,16-7 0,-7-3 0</inkml:trace>
  <inkml:trace contextRef="#ctx0" brushRef="#br0" timeOffset="81">27981 12946 8912,'-11'-15'0,"-1"4"0,9-5 0,-5 14 0,8-5 0,0 16 0,0 9 0,0 8 0,0 14 0,-6 10 0,0 9 0,3 2 0,1-3 0,2 3 0,0-2 0,0-3 0,0-3 0,0-9 0,0-6 0,0-7 0,0-6 0,0-8 0,7-8 0,-5-9 0,6-13 0,0-8 0,-1-6 0,7-9 0,-3-2 0,2-2 0,3-1 0,1 7 0,0 2 0,0 3 0,1 4 0,-1 10 0,0 1 0,0 3 0,0 7 0,-1-2 0,-1 12 0,2 6 0,-3 3 0,9 4 0,-2 2 0,1 2 0,-2 0 0,14-8 0,-1-1 0,5-3 0,2-7 0,0 3 0,2-8 0,2-5 0,-6-4 0,3-9 0,-11-2 0,-1-2 0,-14-7 0,0 3 0,-5 0 0,-6 4 0,-2 4 0,-12 2 0,-7 0 0,-2 5 0,-10 1 0,6 7 0,-4 0 0,3 8 0,-5 6 0,6 7 0,2 0 0,2 0 0,2 0 0,7 6 0,2 0 0,1-2 0,5 0 0,-4 2 0,4-11 0,4 11 0,4-12 0,5 2 0,5-1 0,7-5 0,-1-7 0,1-7 0,-5-5 0,6-3 0,-4-8 0,1 0 0,-8 2 0,2-4 0,-5 2 0,-1 2 0,-3 2 0,4 2 0,-8 6 0,3-1 0,-3 8 0,-2-3 0,0 14 0,0 7 0,0 7 0,6-2 0,0 4 0,-1-2 0,3 2 0,-6-4 0,6 4 0,-1-4 0,3-10 0,7 7 0,0-14 0,1 3 0,-1-3 0,0-4 0,0-3 0,0-7 0,1-5 0,-1-6 0,0-6 0,0-3 0,0-4 0,1-3 0,-1-1 0,-8-7 0,5 8 0,-8-7 0,-3-1 0,-1-1 0,-2 2 0,0 6 0,0 4 0,0 1 0,-5 14 0,-1 4 0,-8 11 0,12 8 0,-3 15 0,3 10 0,2 13 0,-2 8 0,-2 7 0,-2 9 0,1-5 0,-1 8 0,0-6 0,2 0 0,2-2 0,4-2 0,6-1 0,9-7 0,2-5 0,10-9 0,2-3 0,1-3 0,-5-12 0,5-9 0,-5-8 0</inkml:trace>
  <inkml:trace contextRef="#ctx0" brushRef="#br0" timeOffset="82">29048 13153 8912,'0'-17'0,"0"5"0,0 1 0,4 1 0,8-1 0,9-5 0,19 5 0,6-2 0,11-1 0,6 3 0,4-3 0,2-9 0,0-3 0</inkml:trace>
  <inkml:trace contextRef="#ctx0" brushRef="#br0" timeOffset="83">30373 12671 8912,'-17'0'0,"0"2"0,0 4 0,1 9 0,5 8 0,-4 8 0,13-4 0,-4 7 0,4 0 0,2 1 0,8-1 0,3 0 0,6-7 0,6-4 0,2-4 0,4-2 0,1-7 0,-7-4 0,6-4 0,-4-4 0,0-4 0,0-6 0,3-5 0,-5-6 0,-2-5 0,6-5 0,-10-1 0,2-1 0,-5 1 0,-3 0 0,1-1 0,-3 1 0,-1 0 0,-2 7 0,-6 4 0,0 4 0,7 2 0,-5 9 0,4 8 0,4 9 0,1 14 0,-1 4 0,1 8 0,2-1 0,-5 8 0,5-6 0,-5 6 0,2 0 0,-6-5 0,1 3 0,-3-4 0,-2-2 0,-7 1 0,-3-8 0,-5-5 0,3-2 0,-3-11 0,3-3 0,5-8 0,1-10 0,-4-7 0,1-15 0</inkml:trace>
  <inkml:trace contextRef="#ctx0" brushRef="#br0" timeOffset="84">30408 12190 8912,'-25'0'0,"-2"0"0,-2 0 0,1 0 0,12 2 0,-1 4 0,11 3 0,1 3 0,10-3 0,7-1 0,11-2 0,6-6 0,-5 0 0,1 0 0,0 0 0,-13 0 0,11-6 0,-12 0 0,-3-7 0,-1 11 0,-14-12 0,-7 9 0,-7 1 0,-7 2 0,-5 10 0,-1 1 0</inkml:trace>
  <inkml:trace contextRef="#ctx0" brushRef="#br0" timeOffset="85">26587 14683 8912,'-7'9'0,"-5"-3"0,-1-2 0,0 0 0,-1 2 0,-3-3 0,-4-1 0,-2-2 0,6 0 0,0 0 0,5 0 0,1 0 0,9 0 0,2-2 0,9-3 0,8 3 0,6-4 0,4-4 0,8-1 0,-1-4 0,6 3 0,2 1 0,2-3 0,2-1 0,6-2 0,-3 0 0,-3 0 0,12-1 0,-20 1 0,8 2 0,-8 2 0,-4 1 0,-5 8 0,-4 0 0,-6 8 0,2 6 0,-19 22 0,4 8 0,-4 8 0,-4 11 0,-4 4 0,-5 6 0,-12 6 0,4-5 0,-8 7 0,6-10 0,-2-4 0,-2-4 0,4-9 0,-2-5 0,2-4 0,2-5 0,3-9 0,5-4 0,-4-12 0,13-3 0,-6-8 0,8-2 0,0-4 0,0-5 0,0-5 0,0-1 0,-2-2 0,-3-4 0,3 4 0,-21-21 0,4 4 0</inkml:trace>
  <inkml:trace contextRef="#ctx0" brushRef="#br0" timeOffset="86">26656 14563 8912,'-17'-10'0,"0"4"0,7 4 0,-5 2 0,3 0 0,5 10 0,1 9 0,4 14 0,16 9 0,3 9 0,11 8 0,1 4 0,9 4 0,4 2 0,1-2 0,-1-4 0,5-4 0,-12-9 0,1-6 0,-5-10 0,-10-7 0,-4-10 0,-9-2 0,-1-3 0,-5-5 0,6-7 0</inkml:trace>
  <inkml:trace contextRef="#ctx0" brushRef="#br0" timeOffset="87">28257 14477 8912,'0'-18'0,"0"1"0,0 0 0,0 0 0,0 0 0,0-1 0,0 1 0,0 0 0,-6 0 0,-2 0 0,-1 0 0,-3 1 0,-5 3 0,0 1 0,0-1 0,-3 5 0,-1 3 0,-1 3 0,0 2 0,3 2 0,4 3 0,2 9 0,1 7 0,8 11 0,-3 10 0,-1 2 0,6 10 0,-4 9 0,5 4 0,1 1 0,0 1 0,0 0 0,0 0 0,0-1 0,0 1 0,5-8 0,3-5 0,1-8 0,-5-8 0,4-10 0,0-1 0,-7-8 0,7-4 0,-16-17 0,-1-9 0</inkml:trace>
  <inkml:trace contextRef="#ctx0" brushRef="#br0" timeOffset="88">27809 14941 8912,'0'-10'0,"0"3"0,2 1 0,4 0 0,5-7 0,12 1 0,6-3 0,9-4 0,4-2 0,2-2 0,2 0 0,6 6 0,-1 0 0,1 0 0,-8 7 0,-2-5 0,-8 5 0</inkml:trace>
  <inkml:trace contextRef="#ctx0" brushRef="#br0" timeOffset="89">28480 14975 8912,'-17'0'0,"0"0"0,0 2 0,0 4 0,-1-2 0,1 7 0,6 6 0,-1 8 0,-1 2 0,5 2 0,2 5 0,4 0 0,4 1 0,4-1 0,4 1 0,9-3 0,2-3 0,2-6 0,2-10 0,-4-4 0,2-1 0,-2-4 0,-2-2 0,-2-10 0,0-3 0,-2-6 0,-1-4 0,-3-2 0,-5-8 0,6 2 0,-9 5 0,5-9 0,-8 4 0,0-3 0,0 3 0,-2 3 0,-2 1 0,-1 4 0,-9 2 0,10 1 0,-7 1 0,7 8 0,-4 1 0,1 8 0,-3 0 0</inkml:trace>
  <inkml:trace contextRef="#ctx0" brushRef="#br0" timeOffset="90">28412 15285 8912,'-18'0'0,"1"0"0,0 0 0,0 0 0,5 0 0,1 0 0,15-8 0,-1 4 0,20-7 0,6-3 0,4-1 0,7-2 0,2-2 0,2-4 0,-6 4 0,12-14 0,-14 7 0,6-9 0</inkml:trace>
  <inkml:trace contextRef="#ctx0" brushRef="#br0" timeOffset="91">28979 14219 8912,'-23'0'0,"-1"0"0,-3 0 0,4 2 0,-6 3 0,8 13 0,-2 12 0,4 8 0,2 10 0,0 7 0,7 7 0,4 6 0,4-5 0,2 0 0,0 1 0,6-5 0,0-8 0,7-7 0,-1-9 0,3-9 0,0-3 0,-3-4 0,3-7 0,-3-1 0,3-7 0,2-4 0,0-9 0</inkml:trace>
  <inkml:trace contextRef="#ctx0" brushRef="#br0" timeOffset="92">28893 14494 8912,'10'0'0,"-1"0"0,-3 0 0,-4 0 0,13 0 0,-11 0 0,8 0 0,3 0 0,4 0 0,4 0 0,8 7 0,-6 3 0,5 7 0,-1 0 0,-8 1 0,4 1 0,-10 4 0,-4 5 0,-3-3 0,-8 6 0,0-6 0,0 1 0,-8-3 0,-3 4 0,-4-2 0,-3-4 0,1-10 0,0 3 0,0-9 0,0 1 0,-1-6 0</inkml:trace>
  <inkml:trace contextRef="#ctx0" brushRef="#br0" timeOffset="93">29306 14391 8912,'-17'7'0,"0"3"0,0-1 0,0 7 0,1-3 0,5 8 0,-3 6 0,9 7 0,-1 1 0,6 1 0,0 2 0,0 2 0,8 0 0,3-5 0,4-7 0,3 1 0,6-8 0,-3-4 0,6-9 0,-2 0 0,6-7 0,-12-1 0,6-9 0,-8-8 0</inkml:trace>
  <inkml:trace contextRef="#ctx0" brushRef="#br0" timeOffset="94">29513 14511 8912,'0'17'0,"8"0"0,-7 3 0,5 2 0,-4-2 0,-2 6 0,0-5 0,0 2 0,0 8 0,0-3 0,0 3 0,0-2 0,0 1 0,2-5 0,4 2 0,-4-6 0,3 2 0,-3-12 0,-2-3 0,0-8 0</inkml:trace>
  <inkml:trace contextRef="#ctx0" brushRef="#br0" timeOffset="95">29478 14219 8912,'-17'0'0,"0"0"0,0 0 0,0 0 0,7 0 0,-3 2 0,7 3 0,0-3 0,6 6 0,2-8 0,4 0 0,5 0 0,-3-8 0,7 6 0,-5-5 0,-1-1 0,7 6 0,-7-13 0,8 5 0</inkml:trace>
  <inkml:trace contextRef="#ctx0" brushRef="#br0" timeOffset="96">29513 13686 8912,'17'9'0,"2"7"0,4-3 0,8 8 0,7 8 0,8 11 0,9 7 0,3 9 0,5 7 0,-8 10 0,-7 1 0,-12-1 0,-9 5 0,-17-7 0,-6 3 0,-8-3-200,-21-2 0,-11-1 200,-16 1 0,-7-2-397,-4-4 0,-4-4 0,-2-7 0</inkml:trace>
  <inkml:trace contextRef="#ctx0" brushRef="#br0" timeOffset="97">27327 15663 8912,'-2'-10'0,"-1"3"0,-5 1 0,-2 0 0,5 1 0,-7 5 0,-1 0 0,-2 7 0,-3 7 0,1 7 0,2 7 0,3 5 0,-1 3 0,7 2 0,2 4 0,2 2 0,2 0 0,0 2 0,2-6 0,4-4 0,4-9 0,15-4 0,3-11 0,5-7 0,1-3 0,6-17 0,0-8 0,8-10 0,-2-7 0,-4-2 0,-2-5 0,-3 1 0,-11 2 0,-4-4 0,-9 4 0,-7 2 0,-12 2 0,-11 11 0,-12 1 0,-9 7 0,-2-2 0,-1 6 0,9 5 0,3 6 0,4 4 0,8 2 0,0 0 0,0 0 0,7 8 0,1 2 0,3 7 0,4 0 0,-4 0 0,6 6 0,6 0 0,-4 0 0,4-6 0,3 0 0,1 1 0</inkml:trace>
  <inkml:trace contextRef="#ctx0" brushRef="#br0" timeOffset="98">27172 15938 8912,'-17'15'0,"0"-1"0,0-3 0,7 1 0,5 5 0,3-8 0,9 5 0,7-9 0,7-1 0,5-2 0,11-4 0,1-3 0,2-7 0,0-3 0,1-2 0,1-2 0,2-4 0,-6 3 0,2-2 0,-6 4 0,-5 7 0,-4-4 0,-2 7 0,-2-5 0,-6 1 0,10 1 0,-6-7 0</inkml:trace>
  <inkml:trace contextRef="#ctx0" brushRef="#br0" timeOffset="99">30287 14184 8912,'-11'0'0,"1"-2"0,3-3 0,3 3 0,11-4 0,11 4 0,6 2 0,11-2 0,-1-3 0,6 3 0,1-4 0,-3 2 0,-2 0 0,-1-2 0,-3 1 0,-3 5 0,1-6 0,-7 0 0,-2 2 0,-2 3 0,-1 8 0,-1 3 0</inkml:trace>
  <inkml:trace contextRef="#ctx0" brushRef="#br0" timeOffset="100">30373 14580 8912,'19'-2'0,"4"-4"0,12-3 0,11-9 0,3 1 0,3 0 0,0-6 0,-1 0 0,1 2 0,-6 2 0,-4 2 0,-6 0 0,-5-1 0,-14 1 0</inkml:trace>
  <inkml:trace contextRef="#ctx0" brushRef="#br0" timeOffset="101">31062 13806 8912,'9'-13'0,"-1"-4"0,-2-3 0,1 3 0,5 4 0,5 3 0,4 3 0,11 1 0,3 6 0,7 2 0,4 4 0,-2 7 0,-2 6 0,-4 4 0,-2 8 0,-3-3 0,-4 3 0,-6-3 0,-12 5 0,-5-4 0,-4 3 0,-2 1 0,0-5 0,-10 3 0,-9-6 0,-13 1 0,-5 1 0,-9 2 0,0 1 0,-5-7 0,7 0 0,4-6 0,3-1 0,5-5 0,3-5 0,12-8 0,11-10 0,12-14 0,3-18 0</inkml:trace>
  <inkml:trace contextRef="#ctx0" brushRef="#br0" timeOffset="102">31664 13823 8912,'-8'-9'0,"-1"-7"0,-8 9 0,-1-5 0,1 7 0,0 3 0,0 2 0,5 4 0,1 7 0,1 0 0,-1 12 0,3 4 0,6 4 0,-2 5 0,-1 4 0,-1 0 0,6-5 0,2-1 0,4 0 0,3 1 0,8-7 0,2-1 0,4-2 0,-2-2 0,8-6 0,0-7 0,5-5 0,-7-3 0,5-2 0,-5 0 0</inkml:trace>
  <inkml:trace contextRef="#ctx0" brushRef="#br0" timeOffset="103">31957 14047 8912,'0'17'0,"-2"6"0,-4 0 0,4 7 0,-4-1 0,4 2 0,2-3 0,0 5 0,0-5 0,8-3 0,-4 2 0,7-6 0,3 2 0,1-8 0,2-7 0,0-8 0,8-8 0,2-1 0</inkml:trace>
  <inkml:trace contextRef="#ctx0" brushRef="#br0" timeOffset="104">32077 13583 8912,'-29'5'0,"3"3"0,1 2 0,4 3 0,7-4 0,3 3 0,7-1 0,-4 1 0,10-3 0,4-1 0,4-2 0,7-6 0,0-8 0,0-3 0,-7 3 0,3-7 0,-7 3 0,-2-3 0,-2 4 0,-2-1 0,-2 8 0,-4-2 0,-4 6 0,-7 6 0,0 4 0,0 7 0,0 2 0,-1 4 0,1-4 0,0 6 0</inkml:trace>
  <inkml:trace contextRef="#ctx0" brushRef="#br0" timeOffset="105">12115 17365 8912,'-8'10'0,"6"-1"0,-3-3 0,3-4 0,2 5 0,0-7 0,7 2 0,5 4 0,3-4 0,2 13 0,1-1 0,-1 5 0,0 6 0,0 1 0,0 5 0,1 9 0,-9-4 0,-1 8 0,-8-6 0,0 3 0,-8 4 0,-3-4 0,-12-1 0,-6-6 0,-3 0 0,-3-7 0,1-4 0,1-4 0,5-3 0,5-5 0,3-3 0,3-8 0,8-14 0,3-3 0,4-19 0,2-1 0</inkml:trace>
  <inkml:trace contextRef="#ctx0" brushRef="#br0" timeOffset="106">12511 17468 8912,'0'-17'0,"0"0"0,0 0 0,0-1 0,-8 9 0,-3 3 0,-5 12 0,-1 5 0,0 12 0,0 8 0,-1 7 0,1-2 0,0 14 0,2-4 0,1 2 0,5-3 0,1-4 0,2 1 0,6-2 0,0-2 0,0-9 0,8 3 0,4-15 0,9 2 0,2-5 0,7-10 0,-1 1 0,3-3 0,3-9 0,-1-3 0,1-7 0</inkml:trace>
  <inkml:trace contextRef="#ctx0" brushRef="#br0" timeOffset="107">12889 17726 8912,'-15'2'0,"2"2"0,1 2 0,1 7 0,-5-3 0,3 7 0,2 0 0,-1 0 0,2 6 0,5 0 0,3-2 0,2-2 0,2-2 0,3 0 0,7 1 0,3-1 0,2-2 0,1-2 0,-1-1 0,0-8 0,8 3 0,2-7 0</inkml:trace>
  <inkml:trace contextRef="#ctx0" brushRef="#br0" timeOffset="108">13027 17382 8912,'-23'0'0,"0"0"0,2 0 0,-4 6 0,2 0 0,2 7 0,10-1 0,-3 3 0,9 2 0,1 0 0,10-7 0,5-4 0,10-5 0,2-1 0,-2 0 0,-2 0 0,6-7 0,-6-8 0,4-8 0,-11 3 0,-7 3 0,-3 4 0,-2-12 0,0 8 0,-2 7 0,-3 5 0,-5 3 0,-7 2 0,0 7 0,1 5 0,5 5 0,5 6 0,4-4 0,2 6 0</inkml:trace>
  <inkml:trace contextRef="#ctx0" brushRef="#br0" timeOffset="109">22302 16849 8912,'18'-9'0,"1"1"0,4 2 0,5 1 0,5 1 0,1 2 0,1 4 0,1 2 0,0 3 0,1 3 0,-5 3 0,-9 4 0,-2 4 0,-7 4 0,-9 2 0,-7 2 0,-9 5 0,-14 0 0,-11 3 0,-10 3 0,-4-10 0,-1 5 0,-1-7 0,2 3 0,4-4 0,6-2 0,11-10 0,5-8 0,6-7 0,1 0 0</inkml:trace>
  <inkml:trace contextRef="#ctx0" brushRef="#br0" timeOffset="110">22888 16746 8912,'-23'0'0,"-2"0"0,-2 0 0,4 2 0,-4 4 0,2 5 0,2 12 0,6 6 0,6 3 0,-1 3 0,8 7 0,-1 2 0,5 1 0,5 1 0,5-7 0,7 6 0,0-8 0,1-5 0,-1-9 0,6 0 0,0-10 0,-2-1 0,4-8 0,-2 1 0,0-3 0,1-2 0,3 0 0</inkml:trace>
  <inkml:trace contextRef="#ctx0" brushRef="#br0" timeOffset="111">23369 17090 8912,'-26'0'0,"1"8"0,8 3 0,-3 4 0,-3 3 0,4 6 0,-2 3 0,8 2 0,7-1 0,4-7 0,2 10 0,0-6 0,0 2 0,0-6 0,8 3 0,3-8 0,5-5 0,7 3 0,0-9 0,1 1 0,-1-6 0,-3-8 0,12-1 0,-5-8 0</inkml:trace>
  <inkml:trace contextRef="#ctx0" brushRef="#br0" timeOffset="112">23473 16746 8912,'-18'0'0,"1"0"0,-2 0 0,-2 2 0,-2 4 0,0-2 0,6 7 0,0-7 0,5 5 0,1-3 0,7-4 0,-4 6 0,8-8 0,8 0 0,3-2 0,5-4 0,-1 2 0,-3-7 0,3 7 0,-6-19 0,9 4 0</inkml:trace>
  <inkml:trace contextRef="#ctx0" brushRef="#br0" timeOffset="113">23266 16127 8912,'-17'-17'0,"7"0"0,3 7 0,18 1 0,12 3 0,12 2 0,18-5 0,4 1 0,5 0 0,6 3 0,3 3 0,2-4 0,1 4 0,-5 10 0,-6 3 0,-9 14 0,-2 9 0,-5 8 0,-12 10 0,-7 1 0,-1 5 0,-15 11 0,9 9-429,-16 8 0,1 9 429,-5-44 0,-2 1 0,1 4 0,0 1 0,0 6 0,0 0 0,0 1 0,0 0 0,0 2 0,-2 0 0,0-3 0,-1 0 0,-2-1 0,-2-2 0,-3 1 0,-3-1 0,1-3 0,-3-2 0,-1 1 0,-2-3 0,-2-7 0,-2-2 0,-24 36 0,-17-7 0,28-38 0,-1-1 0,-2 0 0,0 1 0,-3-1 0,-1 0 0,4 1 0,0-1 0,-5 0 0,0-1 0,0 0 0,0-1 0,-4 0 0,-2-1 0,-4 1 0,-3-1 0,-2 2 0,0 1 0,-3-2 0,1 1 0,3-2 0,1 1-817,5-1 1,3 1 816,4 2 0,2 1 0,0-4 0,2 1 0,2-1 0,9-6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6T02:53:25.3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13492 13084 8912,'-20'0'0,"-1"0"0,-1 0 0,0 0 0,3 0 0,10 0 0,3 0 0,12 0 0,5 0 0,6-2 0,6-4 0,6-5 0,4-4 0,9-5 0,4-2 0,-2 4 0,1-1 0,3 6 0,-6 3 0,-2-1 0,-3 5 0,-3-3 0,1-1 0</inkml:trace>
  <inkml:trace contextRef="#ctx0" brushRef="#br0" timeOffset="1">13560 13565 8912,'-11'0'0,"1"-2"0,3-3 0,1 1 0,6-8 0,10-1 0,7-10 0,10 0 0,13-9 0,8-6 0,7-4 0,4 1 0,4-4 0,4 4-587,-4-4 587,-11 6 0,5-10 0,-13 5 0</inkml:trace>
  <inkml:trace contextRef="#ctx0" brushRef="#br0" timeOffset="2">14369 12998 8912,'-34'27'0,"1"-4"0,5-2 0,5 2 0,4-4 0,9 19 0,4-4 0,4 10 0,2-2 0,2 0 0,6 0 0,9-3 0,8-3 0,9-6 0,1-5 0,-1-8 0,6-11 0,1 0 0,-1-4 0,-6-2 0,1-2 0,-1-4 0,-7-11 0,-4-12 0,-6-3 0,-6-3 0,3-5 0,-9 0 0,1-8 0,-6 3 0,-7-3 0,-5 2 0,-3 4 0,-4 2 0,-4 0 0,2 2 0,-6 7 0,2 2 0,-4 14 0,6 0 0,2 3 0,2 3 0,2 5 0,6-2 0,-1 12 0,8-2 0,-1 7 0,3 1 0,2 5 0</inkml:trace>
  <inkml:trace contextRef="#ctx0" brushRef="#br0" timeOffset="3">14146 13342 8912,'0'-12'0,"0"1"0,7-1 0,5-5 0,11 0 0,5 0 0,12-8 0,6-4 0,4-1 0,2 1 0,7-1 0,4 7 0,-4-6 0,-1 6 0,-7 6 0,-5 5 0,-4 1 0,-7-6 0</inkml:trace>
  <inkml:trace contextRef="#ctx0" brushRef="#br0" timeOffset="4">15040 13032 8912,'-15'2'0,"4"4"0,3 6 0,0 3 0,6 12 0,-3 7 0,3 10 0,2 13 0,0 6 0,0 4 0,0 2 0,0 0 0,2-1 0,3 1 0,5-13 0,7-5 0,0-13 0,1-3 0,1-10 0,4-6 0,-2-10 0,7-3 0,1-4 0,4-10 0,-5-3 0,5-12 0,-5-6 0,-3-3 0,0-3 0,-8 1 0</inkml:trace>
  <inkml:trace contextRef="#ctx0" brushRef="#br0" timeOffset="5">15058 13514 8912,'-35'9'0,"8"5"0,4-9 0,12 1 0,3-6 0,8 0 0,10 0 0,7 0 0,10 0 0,5-2 0,3-3 0,7-5 0,2-5 0,0 3 0,4-3 0,-8 4 0,8-5 0,-4-1 0</inkml:trace>
  <inkml:trace contextRef="#ctx0" brushRef="#br0" timeOffset="6">15849 13325 8912,'-17'0'0,"0"0"0,7 7 0,12-5 0,15 4 0,12-6 0,9-6 0,12-3 0,7-9 0,1 1 0,-7 0 0,1 0 0,0 0 0,-1 0 0,1-1 0,-16 1 0,2 2 0,-15 3 0,-7-3 0,-13 13 0,-14-2 0,-12 8 0,-8 8 0,-3 3 0,0 2 0,-3 6 0,-3 0 0,4 2 0,-4-2 0,5-4 0,7 4 0,-3-4 0,8-2 0,2 0 0,2 0 0,9 1 0,3-1 0</inkml:trace>
  <inkml:trace contextRef="#ctx0" brushRef="#br0" timeOffset="7">16847 13222 8912,'-9'-25'0,"-7"4"0,7-6 0,-1 2 0,5 4 0,3 2 0,2 2 0,2 5 0,3 3 0,7 1 0,3 4 0,10 2 0,4 2 0,3 8 0,3 4 0,-1 10 0,0 7 0,-1 5 0,-3 7 0,-1 4 0,-8 13 0,4-5 0,-10 5 0,-3-3 0,-6 0 0,-5 3 0,-8-3 0,-5-9 0,-11 4 0,-1-20 0,-5 3 0,6-7 0,-4-10 0,14-11 0,-4-10 0,5-9 0,-1-14 0,1-13 0,8-8 0,1-10 0,6-10 0,9-9 0,3-7 0,4-4-89,4 3 1,2 0 0,6 15 88,-3 4 0,-7 18 0,10 3 0,-8 23 0,2 7 0,-2 16 0,-4 10 0,4 7 0,-4 0 0,-2 16 0,0-6 0</inkml:trace>
  <inkml:trace contextRef="#ctx0" brushRef="#br0" timeOffset="8">17673 13222 8912,'-17'-18'0,"8"7"0,3-1 0,-4 10 0,1 4 0,-1 14 0,-3 16 0,7 14 0,-7 11 0,11-1 0,-6 9 0,0 5 0,6 1 0,-3 7 0,3-1 0,2-5 0,7-9 0,3-3 0,7-9 0,2-13 0,2-7 0,2-10 0,8-8 0,-6-15 0,3-3 0,5-12 0,-4-12 0,-4-19 0,-1-5 0</inkml:trace>
  <inkml:trace contextRef="#ctx0" brushRef="#br0" timeOffset="9">17673 13634 8912,'-17'10'0,"0"-5"0,0-3 0,7-2 0,-5 0 0,15 0 0,2-2 0,13-3 0,12-7 0,13-11 0,6-5 0,11 3 0,4-8 0,8 5 0,0-5-531,8-1 0,1-8 1,8-2-1</inkml:trace>
  <inkml:trace contextRef="#ctx0" brushRef="#br0" timeOffset="10">19979 12431 8912,'10'-8'0,"-4"-3"0,-5-5 0,-1-1 0,-5-6 0,-3 0 0,-3 2 0,-7 2 0,-3 2 0,-9 0 0,-1 0 0,-7-1 0,-8 1 0,-11 2 0,-6 3 0,-4 7 0,-2 3 0,0 2 0,2 2 0,4 3 0,6 7 0,11 3 0,6 2 0,5 6 0,6 0 0,7 2 0,8-4 0,5 4 0,1 2 0,2 1 0,6 7 0,-2 5 0,-3 0 0,3 8 0,-6-3 0,8 13 0,-2-3 0,-2 8 0,-1 2 0,-9 10 0,10 5-128,-7 12 1,-1 3 0,4-43 0,-1 1 127,1 2 0,-1-1 0,-2 1 0,-1 1 0,0 3 0,1 0 0,0 0 0,-1 1 0,-1 1 0,1 0 0,3-2 0,-1-1 0,-2-4 0,1 0 0,5-1 0,1 0 0,-9 40 0,9-7 0,-1-9 0,8-14 0,4-6 0,3-9-61,8-3 61,8-6 0,8-5 0,9-11 0,2-4 0,-4-9 0,6-5 0,3-5 0,5-5 0,-4-7 0,-1-3 0,1-10 0,4 4 0,3-8 0,-3 6 0,1-3 0,-7 1 0,2-6 0,-6 5 0,-1-3 0,-2 0 0,-5-1 0,-2-3 0,1-1 0</inkml:trace>
  <inkml:trace contextRef="#ctx0" brushRef="#br0" timeOffset="11">21322 12327 8912,'11'-7'0,"-1"-5"0,-3-3 0,-3-2 0,-2 0 0,-2 0 0,0-1 0,0 1 0,-2 2 0,-6 3 0,-9 7 0,-11 3 0,-11 2 0,-7 9 0,-11 8 0,-6 10 0,-12 8 0,-5 5 0,-2 4 0,40-18 0,2 1 0,-39 29 0,3 1 0,3-2 0,12 4 0,9-1 0,8-7 0,10-5 0,15-15 0,3 1 0,16-15 0,10-1 0,5-5 0,8-5 0,4-4 0,4-2 0,9 0 0,4 0 0,7 0 0,1-2 0,0-4 0,-1-1 0,1-5 0,5-1 0,1 7 0,-3 0 0,-9 6 0,-6 0 0,-11 0 0,-12 8 0,-11 5 0,-10 10 0,-13 12 0,-12 7 0,-25 9 0,-3 3 0,-6 3-69,4 4 0,-1 6 0,11-4 69,3-6 0,10-3 0,7-3 0,15-7 0,-1-4 0,15-11 0,0-6 0,8-10 0,5-3 0,8-2 0,8-5 0,11-3 0,6-5 0,6 1 0,5-8 0,4-5 0,8-6 0,0 0 0,0 6 0,-8 0 0,-4 0 0,-11 7 0,-6 5 0,-13 5 0,-8 5 0,-6 7 0,-9 3 0,-4 10 0,-9 2 0</inkml:trace>
  <inkml:trace contextRef="#ctx0" brushRef="#br0" timeOffset="12">20771 14081 8912,'-8'10'0,"6"5"0,-11-11 0,7 7 0,-5 1 0,5 5 0,-7 0 0,9 8 0,-6 4 0,1 3 0,1 3 0,0-1 0,-3 6 0,5 0 0,0 0 0,6-5 0,0-3 0,0-3 0,0-4 0,-7-16 0,5-1 0,-6-8 0</inkml:trace>
  <inkml:trace contextRef="#ctx0" brushRef="#br0" timeOffset="13">20564 14116 8912,'-17'-23'0,"2"-2"0,3-2 0,5 6 0,7-2 0,0 4 0,0 2 0,0 0 0,0-1 0,0 1 0,9 6 0,9-1 0,1 1 0,9-4 0,3 1 0,1 3 0,10 7 0,-3-6 0,7 7 0,1-3 0,3 0 0,9-2 0,3-1 0</inkml:trace>
  <inkml:trace contextRef="#ctx0" brushRef="#br0" timeOffset="14">21167 13978 8912,'7'-17'0,"3"2"0,7 3 0,0-3 0,2 3 0,4-3 0,6-2 0,4 0 0,1-1 0,-7 9 0,-4 3 0,2 4 0,-3 2 0,-6 0 0,-9 10 0,-7 7 0,-7 8 0,-3 9 0</inkml:trace>
  <inkml:trace contextRef="#ctx0" brushRef="#br0" timeOffset="15">21132 14408 8912,'-25'27'0,"8"-3"0,0-6 0,7-9 0,10-1 0,8-16 0,5-3 0,8-5 0,6-1 0,10-6 0,1-2 0,2-1 0,8-3 0,-10 0 0,6 1 0,-2-3 0,6-1 0,-4-3 0</inkml:trace>
  <inkml:trace contextRef="#ctx0" brushRef="#br0" timeOffset="16">21683 13909 8912,'-8'29'0,"-3"0"0,3-8 0,2 2 0,5-4 0,1 0 0,0 4 0,0-4 0,0 4 0,7 1 0,3 1 0,1 2 0,1 4 0,-1-5 0,6 3 0,-7-8 0,-2 4 0,-8 0 0,0 1 0</inkml:trace>
  <inkml:trace contextRef="#ctx0" brushRef="#br0" timeOffset="17">20633 11915 8912,'-15'-23'0,"2"0"0,3 2 0,2 2 0,3 2 0,5-1 0,0 11 0,0 7 0,0 15 0,0 14 0,0 3 0,0 3 0,0-1 0,0 0 0,0 7 0,0-1 0,-2-4 0,-4-5 0,2-1 0,-7-7 0,7 0 0,-2-6 0,2-5 0,-1-1 0,3-7 0,-6-12 0,8-13 0,2-19 0,4-6 0,3-9 0,8-2 0,1-6 0,-1 5 0,-2 5 0,-3 5 0,3 2 0,-4 12 0,5 3 0,1 14 0,0 7 0,0 5 0,2 18 0,4 10 0,2 15 0,4 8 0,3 4 0,1 5 0,9-1 0,2-5 0,8-3 0,5 0 0,16-12 0,-3-9 0</inkml:trace>
  <inkml:trace contextRef="#ctx0" brushRef="#br0" timeOffset="18">23163 13393 8912,'-25'-32'0,"6"3"0,6 6 0,9 14 0,-2 9 0,10 7 0,3 9 0,3-5 0,9-3 0,8-8 0</inkml:trace>
  <inkml:trace contextRef="#ctx0" brushRef="#br0" timeOffset="19">24041 13445 8912,'9'0'0,"-1"0"0,-8 0 0,2 0 0,3 0 0,-1 0 0,10 0 0,3-2 0,4-4 0,9-3 0,-3-8 0</inkml:trace>
  <inkml:trace contextRef="#ctx0" brushRef="#br0" timeOffset="20">25056 13342 8912,'9'2'0,"-3"4"0,-4-5 0,-2 9 0,-2-6 0,-4 2 0,4 7 0,-5-11 0,7 5 0,0-7 0</inkml:trace>
  <inkml:trace contextRef="#ctx0" brushRef="#br0" timeOffset="21">25280 12052 8912,'-16'-40'0,"5"0"0,5 2 0,19 7 0,10 5 0,10 1 0,9 2 0,10-2 0,-1 8 0,8 0 0,-1 9 0,-1 6 0,8 17 0,-2 8 0,2 17 0,0 12 0,0 11 0,-29-28 0,-1 3 0,2 4 0,1 2-324,2 4 1,0 1-1,-1 2 1,-2 1 323,-1 2 0,-3 1 0,-1 1 0,-3 1 0,1 6 0,-4 2 0,-4 0 0,-4 2 0,-1 0 0,-5 1 0,-8-2 0,-4 0 0,-3 0 0,-6 0 0,-8 0 0,-8 0 0,-9 4 0,-7-1 0,-7 2 0,-7-2 0,-7 0 0,-4-1 0,18-18 0,-1 1 0,-1-1 0,1 0 0,-1 0 0,0-1 0,-6 1 0,-1 1 0,1 1 0,2 5 0,0 3 0,-2-1 0,-4-2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28c7d931fb2_0_8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28c7d931fb2_0_8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8" name="Google Shape;598;g28c7d931fb2_0_80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28c7d931fb2_0_4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0" name="Google Shape;570;g28c7d931fb2_0_4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71" name="Google Shape;571;g28c7d931fb2_0_49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28c7d931fb2_0_6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8" name="Google Shape;578;g28c7d931fb2_0_6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79" name="Google Shape;579;g28c7d931fb2_0_6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BAB3E-BED4-5A45-825D-47C1CDD72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F640DE-C538-1260-C3AA-A824191FF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621D1F-7EB0-D53D-C71F-D42158F247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E36144-064B-906A-407A-2901EF5469F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636600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1">
          <a:extLst>
            <a:ext uri="{FF2B5EF4-FFF2-40B4-BE49-F238E27FC236}">
              <a16:creationId xmlns:a16="http://schemas.microsoft.com/office/drawing/2014/main" id="{F62E9664-C3DA-6294-E2E5-2E0AB97CE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10:notes">
            <a:extLst>
              <a:ext uri="{FF2B5EF4-FFF2-40B4-BE49-F238E27FC236}">
                <a16:creationId xmlns:a16="http://schemas.microsoft.com/office/drawing/2014/main" id="{FA807286-F23C-20FA-8B78-7604389D1B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603" name="Google Shape;603;p10:notes">
            <a:extLst>
              <a:ext uri="{FF2B5EF4-FFF2-40B4-BE49-F238E27FC236}">
                <a16:creationId xmlns:a16="http://schemas.microsoft.com/office/drawing/2014/main" id="{A8E56351-7109-F48B-12F2-380F2B724B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289204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>
          <a:extLst>
            <a:ext uri="{FF2B5EF4-FFF2-40B4-BE49-F238E27FC236}">
              <a16:creationId xmlns:a16="http://schemas.microsoft.com/office/drawing/2014/main" id="{0ECD8850-F09D-7B29-C0BB-31C05687D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24c2a52beb4_0_654:notes">
            <a:extLst>
              <a:ext uri="{FF2B5EF4-FFF2-40B4-BE49-F238E27FC236}">
                <a16:creationId xmlns:a16="http://schemas.microsoft.com/office/drawing/2014/main" id="{9E03C2A1-E030-FF11-2EF7-DC249CC061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544" name="Google Shape;544;g24c2a52beb4_0_654:notes">
            <a:extLst>
              <a:ext uri="{FF2B5EF4-FFF2-40B4-BE49-F238E27FC236}">
                <a16:creationId xmlns:a16="http://schemas.microsoft.com/office/drawing/2014/main" id="{5F729559-F53C-C1ED-12C5-265AEDFAE2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132259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34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183204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8" name="Google Shape;468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027680" y="1183257"/>
            <a:ext cx="82296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042421" y="3429000"/>
            <a:ext cx="82296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10733828" y="1110597"/>
            <a:ext cx="2286000" cy="508000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10045959" y="4117661"/>
            <a:ext cx="3657600" cy="512064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508000" y="0"/>
            <a:ext cx="8128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2" name="Rectangle 11"/>
          <p:cNvSpPr/>
          <p:nvPr/>
        </p:nvSpPr>
        <p:spPr bwMode="auto">
          <a:xfrm>
            <a:off x="368448" y="0"/>
            <a:ext cx="139552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4" name="Rectangle 13"/>
          <p:cNvSpPr/>
          <p:nvPr/>
        </p:nvSpPr>
        <p:spPr bwMode="auto">
          <a:xfrm>
            <a:off x="1320800" y="0"/>
            <a:ext cx="242496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9" name="Rectangle 18"/>
          <p:cNvSpPr/>
          <p:nvPr/>
        </p:nvSpPr>
        <p:spPr bwMode="auto">
          <a:xfrm>
            <a:off x="1521760" y="0"/>
            <a:ext cx="30704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4179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12192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1138816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2302187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422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12151808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27" name="Rectangle 26"/>
          <p:cNvSpPr/>
          <p:nvPr/>
        </p:nvSpPr>
        <p:spPr bwMode="auto">
          <a:xfrm>
            <a:off x="1625600" y="0"/>
            <a:ext cx="1016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21" name="Oval 20"/>
          <p:cNvSpPr/>
          <p:nvPr/>
        </p:nvSpPr>
        <p:spPr bwMode="auto">
          <a:xfrm>
            <a:off x="812800" y="3429000"/>
            <a:ext cx="17272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23" name="Oval 22"/>
          <p:cNvSpPr/>
          <p:nvPr/>
        </p:nvSpPr>
        <p:spPr bwMode="auto">
          <a:xfrm>
            <a:off x="1746176" y="4866752"/>
            <a:ext cx="855232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24" name="Oval 23"/>
          <p:cNvSpPr/>
          <p:nvPr/>
        </p:nvSpPr>
        <p:spPr bwMode="auto">
          <a:xfrm>
            <a:off x="1454773" y="5500632"/>
            <a:ext cx="18288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26" name="Oval 25"/>
          <p:cNvSpPr/>
          <p:nvPr/>
        </p:nvSpPr>
        <p:spPr bwMode="auto">
          <a:xfrm>
            <a:off x="2218944" y="5788152"/>
            <a:ext cx="36576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25" name="Oval 24"/>
          <p:cNvSpPr/>
          <p:nvPr/>
        </p:nvSpPr>
        <p:spPr>
          <a:xfrm>
            <a:off x="2540000" y="4495800"/>
            <a:ext cx="48768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767392" y="4928702"/>
            <a:ext cx="812800" cy="517524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69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9956800" cy="487375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539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1590" y="494193"/>
            <a:ext cx="82296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51616" y="3280744"/>
            <a:ext cx="82296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10732008" y="1106932"/>
            <a:ext cx="2286000" cy="508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10046208" y="4114800"/>
            <a:ext cx="3657600" cy="512064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508000" y="0"/>
            <a:ext cx="8128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0" name="Rectangle 9"/>
          <p:cNvSpPr/>
          <p:nvPr/>
        </p:nvSpPr>
        <p:spPr bwMode="auto">
          <a:xfrm>
            <a:off x="368448" y="0"/>
            <a:ext cx="139552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1" name="Rectangle 10"/>
          <p:cNvSpPr/>
          <p:nvPr/>
        </p:nvSpPr>
        <p:spPr bwMode="auto">
          <a:xfrm>
            <a:off x="1320800" y="0"/>
            <a:ext cx="242496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2" name="Rectangle 11"/>
          <p:cNvSpPr/>
          <p:nvPr/>
        </p:nvSpPr>
        <p:spPr bwMode="auto">
          <a:xfrm>
            <a:off x="1521760" y="0"/>
            <a:ext cx="30704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4179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12192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138816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2302187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422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8" name="Rectangle 17"/>
          <p:cNvSpPr/>
          <p:nvPr/>
        </p:nvSpPr>
        <p:spPr bwMode="auto">
          <a:xfrm>
            <a:off x="1625600" y="0"/>
            <a:ext cx="1016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9" name="Oval 18"/>
          <p:cNvSpPr/>
          <p:nvPr/>
        </p:nvSpPr>
        <p:spPr bwMode="auto">
          <a:xfrm>
            <a:off x="812800" y="3429000"/>
            <a:ext cx="17272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20" name="Oval 19"/>
          <p:cNvSpPr/>
          <p:nvPr/>
        </p:nvSpPr>
        <p:spPr bwMode="auto">
          <a:xfrm>
            <a:off x="1766272" y="4866752"/>
            <a:ext cx="855232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21" name="Oval 20"/>
          <p:cNvSpPr/>
          <p:nvPr/>
        </p:nvSpPr>
        <p:spPr bwMode="auto">
          <a:xfrm>
            <a:off x="1454773" y="5500632"/>
            <a:ext cx="18288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22" name="Oval 21"/>
          <p:cNvSpPr/>
          <p:nvPr/>
        </p:nvSpPr>
        <p:spPr bwMode="auto">
          <a:xfrm>
            <a:off x="2218944" y="5791200"/>
            <a:ext cx="36576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23" name="Oval 22"/>
          <p:cNvSpPr/>
          <p:nvPr/>
        </p:nvSpPr>
        <p:spPr bwMode="auto">
          <a:xfrm>
            <a:off x="2505387" y="4479888"/>
            <a:ext cx="48768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12130592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787488" y="4928702"/>
            <a:ext cx="812800" cy="517524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09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48768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5693664" y="1600200"/>
            <a:ext cx="48768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57923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0584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362200"/>
            <a:ext cx="48768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5829300" y="2362200"/>
            <a:ext cx="48768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609600" y="1569720"/>
            <a:ext cx="48768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5791200" y="1569720"/>
            <a:ext cx="48768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65543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041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638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5547360" y="3124200"/>
            <a:ext cx="6309360" cy="6096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083040" y="274320"/>
            <a:ext cx="2036064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83312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256395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2" name="Rectangle 11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4" name="Oval 13"/>
          <p:cNvSpPr/>
          <p:nvPr/>
        </p:nvSpPr>
        <p:spPr>
          <a:xfrm>
            <a:off x="10875264" y="5715000"/>
            <a:ext cx="73152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406400" y="274320"/>
            <a:ext cx="7518400" cy="6327648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719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3" name="Oval 12"/>
          <p:cNvSpPr/>
          <p:nvPr/>
        </p:nvSpPr>
        <p:spPr>
          <a:xfrm>
            <a:off x="10875264" y="5715000"/>
            <a:ext cx="73152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5518404" y="3124200"/>
            <a:ext cx="6309360" cy="6096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2296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21064" y="264795"/>
            <a:ext cx="2032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1" name="Rectangle 10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83312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256395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3748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782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235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6928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694150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74638"/>
            <a:ext cx="99568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99568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10454640" y="1017843"/>
            <a:ext cx="2011680" cy="512064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9853648" y="3676280"/>
            <a:ext cx="3200400" cy="48768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016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0" name="Rectangle 9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2" name="Oval 11"/>
          <p:cNvSpPr/>
          <p:nvPr/>
        </p:nvSpPr>
        <p:spPr>
          <a:xfrm>
            <a:off x="10875264" y="5715000"/>
            <a:ext cx="73152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0838688" y="5734050"/>
            <a:ext cx="8128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025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4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customXml" Target="../ink/ink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46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4.png"/><Relationship Id="rId5" Type="http://schemas.openxmlformats.org/officeDocument/2006/relationships/image" Target="../media/image20.png"/><Relationship Id="rId10" Type="http://schemas.openxmlformats.org/officeDocument/2006/relationships/customXml" Target="../ink/ink4.xml"/><Relationship Id="rId4" Type="http://schemas.openxmlformats.org/officeDocument/2006/relationships/image" Target="../media/image19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0.png"/><Relationship Id="rId2" Type="http://schemas.openxmlformats.org/officeDocument/2006/relationships/image" Target="../media/image7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customXml" Target="../ink/ink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7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7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customXml" Target="../ink/ink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7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33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9.png"/><Relationship Id="rId5" Type="http://schemas.openxmlformats.org/officeDocument/2006/relationships/image" Target="../media/image35.png"/><Relationship Id="rId10" Type="http://schemas.openxmlformats.org/officeDocument/2006/relationships/image" Target="../media/image8.png"/><Relationship Id="rId4" Type="http://schemas.openxmlformats.org/officeDocument/2006/relationships/image" Target="../media/image34.png"/><Relationship Id="rId9" Type="http://schemas.openxmlformats.org/officeDocument/2006/relationships/image" Target="../media/image7.png"/><Relationship Id="rId1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8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customXml" Target="../ink/ink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customXml" Target="../ink/ink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pn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customXml" Target="../ink/ink18.xml"/><Relationship Id="rId4" Type="http://schemas.openxmlformats.org/officeDocument/2006/relationships/image" Target="../media/image4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gif"/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customXml" Target="../ink/ink1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gif"/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customXml" Target="../ink/ink2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gif"/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customXml" Target="../ink/ink2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gif"/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customXml" Target="../ink/ink2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customXml" Target="../ink/ink23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49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png"/><Relationship Id="rId4" Type="http://schemas.openxmlformats.org/officeDocument/2006/relationships/customXml" Target="../ink/ink2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49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png"/><Relationship Id="rId4" Type="http://schemas.openxmlformats.org/officeDocument/2006/relationships/customXml" Target="../ink/ink2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49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png"/><Relationship Id="rId4" Type="http://schemas.openxmlformats.org/officeDocument/2006/relationships/customXml" Target="../ink/ink2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47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png"/><Relationship Id="rId4" Type="http://schemas.openxmlformats.org/officeDocument/2006/relationships/customXml" Target="../ink/ink2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0.png"/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6.png"/><Relationship Id="rId4" Type="http://schemas.openxmlformats.org/officeDocument/2006/relationships/customXml" Target="../ink/ink2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9.xml"/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69"/>
          <p:cNvSpPr txBox="1">
            <a:spLocks noGrp="1"/>
          </p:cNvSpPr>
          <p:nvPr>
            <p:ph type="title"/>
          </p:nvPr>
        </p:nvSpPr>
        <p:spPr>
          <a:xfrm>
            <a:off x="2167128" y="1225296"/>
            <a:ext cx="9706004" cy="3520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Rockwell"/>
              <a:buNone/>
            </a:pPr>
            <a:r>
              <a:rPr lang="en-US" sz="6000"/>
              <a:t>LOGISTIC REGRESSION</a:t>
            </a:r>
            <a:endParaRPr/>
          </a:p>
        </p:txBody>
      </p:sp>
      <p:sp>
        <p:nvSpPr>
          <p:cNvPr id="567" name="Google Shape;567;p69"/>
          <p:cNvSpPr txBox="1"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4FF1E72-7E2B-54F9-6720-82599B7AE67B}"/>
                  </a:ext>
                </a:extLst>
              </p14:cNvPr>
              <p14:cNvContentPartPr/>
              <p14:nvPr/>
            </p14:nvContentPartPr>
            <p14:xfrm>
              <a:off x="3766680" y="1810800"/>
              <a:ext cx="8215200" cy="44532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4FF1E72-7E2B-54F9-6720-82599B7AE67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57320" y="1801440"/>
                <a:ext cx="8233920" cy="4471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0" name="Google Shape;600;p72"/>
          <p:cNvCxnSpPr/>
          <p:nvPr/>
        </p:nvCxnSpPr>
        <p:spPr>
          <a:xfrm>
            <a:off x="3920097" y="2188379"/>
            <a:ext cx="5700" cy="42624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triangle" w="med" len="med"/>
            <a:tailEnd type="none" w="sm" len="sm"/>
          </a:ln>
        </p:spPr>
      </p:cxnSp>
      <p:cxnSp>
        <p:nvCxnSpPr>
          <p:cNvPr id="601" name="Google Shape;601;p72"/>
          <p:cNvCxnSpPr/>
          <p:nvPr/>
        </p:nvCxnSpPr>
        <p:spPr>
          <a:xfrm flipH="1">
            <a:off x="3042604" y="5631244"/>
            <a:ext cx="5456700" cy="36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triangle" w="med" len="med"/>
            <a:tailEnd type="none" w="sm" len="sm"/>
          </a:ln>
        </p:spPr>
      </p:cxnSp>
      <p:sp>
        <p:nvSpPr>
          <p:cNvPr id="602" name="Google Shape;602;p72"/>
          <p:cNvSpPr/>
          <p:nvPr/>
        </p:nvSpPr>
        <p:spPr>
          <a:xfrm>
            <a:off x="7893771" y="5622491"/>
            <a:ext cx="824100" cy="6759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72"/>
          <p:cNvSpPr/>
          <p:nvPr/>
        </p:nvSpPr>
        <p:spPr>
          <a:xfrm>
            <a:off x="2791279" y="1954200"/>
            <a:ext cx="1159800" cy="10236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3169" r="-6349" b="-90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4" name="Google Shape;604;p72"/>
          <p:cNvCxnSpPr/>
          <p:nvPr/>
        </p:nvCxnSpPr>
        <p:spPr>
          <a:xfrm rot="10800000">
            <a:off x="5339783" y="3281680"/>
            <a:ext cx="562200" cy="937200"/>
          </a:xfrm>
          <a:prstGeom prst="straightConnector1">
            <a:avLst/>
          </a:prstGeom>
          <a:noFill/>
          <a:ln w="53975" cap="flat" cmpd="sng">
            <a:solidFill>
              <a:srgbClr val="0070C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5" name="Google Shape;605;p72"/>
          <p:cNvSpPr txBox="1"/>
          <p:nvPr/>
        </p:nvSpPr>
        <p:spPr>
          <a:xfrm>
            <a:off x="5112845" y="3004418"/>
            <a:ext cx="531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0070C0"/>
                </a:solidFill>
                <a:latin typeface="Rockwell"/>
                <a:ea typeface="Rockwell"/>
                <a:cs typeface="Rockwell"/>
                <a:sym typeface="Rockwell"/>
              </a:rPr>
              <a:t>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72"/>
          <p:cNvSpPr/>
          <p:nvPr/>
        </p:nvSpPr>
        <p:spPr>
          <a:xfrm>
            <a:off x="7523257" y="6189450"/>
            <a:ext cx="1722300" cy="4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100" b="1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fluffiness</a:t>
            </a:r>
            <a:endParaRPr sz="2100" b="1" i="0" u="none" strike="noStrike" cap="none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607" name="Google Shape;607;p7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45833" y="4780431"/>
            <a:ext cx="682542" cy="697711"/>
          </a:xfrm>
          <a:prstGeom prst="rect">
            <a:avLst/>
          </a:prstGeom>
          <a:noFill/>
          <a:ln>
            <a:noFill/>
          </a:ln>
        </p:spPr>
      </p:pic>
      <p:pic>
        <p:nvPicPr>
          <p:cNvPr id="608" name="Google Shape;608;p7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6440" y="4273850"/>
            <a:ext cx="741594" cy="678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609" name="Google Shape;609;p7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269729" y="4950182"/>
            <a:ext cx="649191" cy="587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0" name="Google Shape;610;p7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548033" y="3609877"/>
            <a:ext cx="641547" cy="556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" name="Google Shape;611;p72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003407" y="3771820"/>
            <a:ext cx="796106" cy="7268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" name="Google Shape;612;p72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57040" y="2596819"/>
            <a:ext cx="719402" cy="654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613" name="Google Shape;613;p72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134300" y="2234000"/>
            <a:ext cx="671750" cy="62733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4" name="Google Shape;614;p72"/>
          <p:cNvCxnSpPr/>
          <p:nvPr/>
        </p:nvCxnSpPr>
        <p:spPr>
          <a:xfrm rot="10800000" flipH="1">
            <a:off x="3965009" y="2774391"/>
            <a:ext cx="4445100" cy="2566200"/>
          </a:xfrm>
          <a:prstGeom prst="straightConnector1">
            <a:avLst/>
          </a:prstGeom>
          <a:noFill/>
          <a:ln w="952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15" name="Google Shape;615;p72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707600" cy="16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LOGISTIC REGRESSION: DECISION BOUNDARY</a:t>
            </a:r>
            <a:endParaRPr/>
          </a:p>
        </p:txBody>
      </p:sp>
      <p:pic>
        <p:nvPicPr>
          <p:cNvPr id="616" name="Google Shape;616;p7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918925" y="2291680"/>
            <a:ext cx="3815875" cy="264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72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9228298" y="2632125"/>
            <a:ext cx="1159800" cy="285667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77F8441-F1DA-9C26-F9EE-22F8649BFDC9}"/>
                  </a:ext>
                </a:extLst>
              </p14:cNvPr>
              <p14:cNvContentPartPr/>
              <p14:nvPr/>
            </p14:nvContentPartPr>
            <p14:xfrm>
              <a:off x="707040" y="43200"/>
              <a:ext cx="11212560" cy="62085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77F8441-F1DA-9C26-F9EE-22F8649BFDC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97680" y="33840"/>
                <a:ext cx="11231280" cy="6227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70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707600" cy="16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SIGMOID FUNCTION</a:t>
            </a:r>
            <a:endParaRPr/>
          </a:p>
        </p:txBody>
      </p:sp>
      <p:pic>
        <p:nvPicPr>
          <p:cNvPr id="574" name="Google Shape;574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9848" y="2758106"/>
            <a:ext cx="4542453" cy="3615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38350" y="1633538"/>
            <a:ext cx="8115300" cy="100012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87E40A8-7804-1591-6741-BB004C079367}"/>
                  </a:ext>
                </a:extLst>
              </p:cNvPr>
              <p:cNvSpPr txBox="1"/>
              <p:nvPr/>
            </p:nvSpPr>
            <p:spPr>
              <a:xfrm>
                <a:off x="6120882" y="3023118"/>
                <a:ext cx="5243804" cy="14573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0" dirty="0">
                    <a:solidFill>
                      <a:srgbClr val="FF0000"/>
                    </a:solidFill>
                  </a:rPr>
                  <a:t>Question:</a:t>
                </a:r>
                <a:r>
                  <a:rPr lang="en-US" sz="3600" b="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3600" dirty="0"/>
                  <a:t> 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87E40A8-7804-1591-6741-BB004C0793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0882" y="3023118"/>
                <a:ext cx="5243804" cy="1457387"/>
              </a:xfrm>
              <a:prstGeom prst="rect">
                <a:avLst/>
              </a:prstGeom>
              <a:blipFill>
                <a:blip r:embed="rId5"/>
                <a:stretch>
                  <a:fillRect l="-3382" t="-6957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28E6266-A1AB-FB9B-2B57-EBA7876D4C64}"/>
                  </a:ext>
                </a:extLst>
              </p14:cNvPr>
              <p14:cNvContentPartPr/>
              <p14:nvPr/>
            </p14:nvContentPartPr>
            <p14:xfrm>
              <a:off x="10172520" y="2934000"/>
              <a:ext cx="1405800" cy="8409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28E6266-A1AB-FB9B-2B57-EBA7876D4C6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163160" y="2924640"/>
                <a:ext cx="1424520" cy="859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71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707600" cy="16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LOGISTIC REGRESSION: MODEL CONDITIONAL PROBABILITY</a:t>
            </a:r>
            <a:endParaRPr/>
          </a:p>
        </p:txBody>
      </p:sp>
      <p:sp>
        <p:nvSpPr>
          <p:cNvPr id="582" name="Google Shape;582;p71"/>
          <p:cNvSpPr txBox="1"/>
          <p:nvPr/>
        </p:nvSpPr>
        <p:spPr>
          <a:xfrm>
            <a:off x="1069850" y="1790001"/>
            <a:ext cx="9854400" cy="16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82880" lvl="0" indent="-5333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latin typeface="Rockwell"/>
                <a:ea typeface="Rockwell"/>
                <a:cs typeface="Rockwell"/>
                <a:sym typeface="Rockwell"/>
              </a:rPr>
              <a:t>Transform the linear model’s real-valued outputs to [0,1] using Sigmoid function.</a:t>
            </a:r>
            <a:endParaRPr sz="2400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marL="182880" lvl="0" indent="-5333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583" name="Google Shape;583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7800" y="2613873"/>
            <a:ext cx="7300549" cy="461150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71"/>
          <p:cNvSpPr txBox="1"/>
          <p:nvPr/>
        </p:nvSpPr>
        <p:spPr>
          <a:xfrm>
            <a:off x="1069850" y="3314001"/>
            <a:ext cx="9854400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82880" lvl="0" indent="-5333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latin typeface="Rockwell"/>
                <a:ea typeface="Rockwell"/>
                <a:cs typeface="Rockwell"/>
                <a:sym typeface="Rockwell"/>
              </a:rPr>
              <a:t>This implies:</a:t>
            </a:r>
            <a:endParaRPr sz="2400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marL="182880" lvl="0" indent="-5333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585" name="Google Shape;585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1600" y="3780201"/>
            <a:ext cx="7910487" cy="46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6" name="Google Shape;586;p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900775" y="2346177"/>
            <a:ext cx="2146725" cy="97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7" name="Google Shape;587;p7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372019" y="3704001"/>
            <a:ext cx="1857956" cy="76545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71"/>
          <p:cNvSpPr txBox="1"/>
          <p:nvPr/>
        </p:nvSpPr>
        <p:spPr>
          <a:xfrm>
            <a:off x="1069850" y="4380801"/>
            <a:ext cx="9854400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82880" lvl="0" indent="-5333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latin typeface="Rockwell"/>
                <a:ea typeface="Rockwell"/>
                <a:cs typeface="Rockwell"/>
                <a:sym typeface="Rockwell"/>
              </a:rPr>
              <a:t>Which implies:</a:t>
            </a:r>
            <a:endParaRPr sz="2400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marL="182880" lvl="0" indent="-5333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589" name="Google Shape;589;p7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71600" y="4946526"/>
            <a:ext cx="2970511" cy="97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p7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138873" y="4745426"/>
            <a:ext cx="4187178" cy="1173975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71"/>
          <p:cNvSpPr txBox="1"/>
          <p:nvPr/>
        </p:nvSpPr>
        <p:spPr>
          <a:xfrm>
            <a:off x="4752050" y="5142801"/>
            <a:ext cx="3657600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82880" lvl="0" indent="-5333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latin typeface="Rockwell"/>
                <a:ea typeface="Rockwell"/>
                <a:cs typeface="Rockwell"/>
                <a:sym typeface="Rockwell"/>
              </a:rPr>
              <a:t>and</a:t>
            </a:r>
            <a:endParaRPr sz="2400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marL="182880" lvl="0" indent="-5333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592" name="Google Shape;592;p71"/>
          <p:cNvSpPr txBox="1"/>
          <p:nvPr/>
        </p:nvSpPr>
        <p:spPr>
          <a:xfrm>
            <a:off x="8748349" y="5522600"/>
            <a:ext cx="2726276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0033CC"/>
                </a:solidFill>
                <a:latin typeface="Rockwell"/>
                <a:ea typeface="Rockwell"/>
                <a:cs typeface="Rockwell"/>
                <a:sym typeface="Rockwell"/>
              </a:rPr>
              <a:t>Linear classification rule!</a:t>
            </a:r>
            <a:endParaRPr sz="2600" b="1">
              <a:solidFill>
                <a:srgbClr val="0033CC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593" name="Google Shape;593;p7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292825" y="1421786"/>
            <a:ext cx="4918449" cy="606150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71"/>
          <p:cNvSpPr txBox="1"/>
          <p:nvPr/>
        </p:nvSpPr>
        <p:spPr>
          <a:xfrm>
            <a:off x="1084550" y="1445096"/>
            <a:ext cx="10992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Rockwell"/>
                <a:ea typeface="Rockwell"/>
                <a:cs typeface="Rockwell"/>
                <a:sym typeface="Rockwell"/>
              </a:rPr>
              <a:t>Sigmoid:</a:t>
            </a:r>
            <a:endParaRPr sz="1900">
              <a:latin typeface="Rockwell"/>
              <a:ea typeface="Rockwell"/>
              <a:cs typeface="Rockwell"/>
              <a:sym typeface="Rockwel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E4B33BA-5498-A6C3-3BEC-62BC3AC28A60}"/>
                  </a:ext>
                </a:extLst>
              </p14:cNvPr>
              <p14:cNvContentPartPr/>
              <p14:nvPr/>
            </p14:nvContentPartPr>
            <p14:xfrm>
              <a:off x="470880" y="-360"/>
              <a:ext cx="11077200" cy="6858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E4B33BA-5498-A6C3-3BEC-62BC3AC28A6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61520" y="-9720"/>
                <a:ext cx="11095920" cy="6876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04E82-9FB6-9E38-B85E-67CEE1057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FINALLY, LOGISTIC REGRESSION USING LIKELIHOOD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9FF274-DEDC-88FF-507F-4CAD52776C3F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200" dirty="0"/>
                  <a:t>Since we are modeling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acc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3200" dirty="0"/>
                  <a:t>, the conditional distribution of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3200" dirty="0"/>
                  <a:t> given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3200" dirty="0"/>
                  <a:t>, perhaps better to use it directly</a:t>
                </a:r>
              </a:p>
              <a:p>
                <a:r>
                  <a:rPr lang="en-US" sz="3200" dirty="0"/>
                  <a:t>Recall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acc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3200">
                        <a:latin typeface="Cambria Math" panose="02040503050406030204" pitchFamily="18" charset="0"/>
                        <a:sym typeface="Rockwell"/>
                      </a:rPr>
                      <m:t>softmax</m:t>
                    </m:r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  <a:sym typeface="Rockwell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3200" i="1">
                                <a:latin typeface="Cambria Math" panose="02040503050406030204" pitchFamily="18" charset="0"/>
                                <a:sym typeface="Rockwell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3200">
                                <a:latin typeface="Cambria Math" panose="02040503050406030204" pitchFamily="18" charset="0"/>
                                <a:sym typeface="Rockwell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  <a:sym typeface="Rockwell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  <a:sym typeface="Rockwell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  <a:sym typeface="Rockwell"/>
                                      </a:rPr>
                                      <m:t>𝑓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en-US" sz="3200" i="1">
                                            <a:latin typeface="Cambria Math" panose="02040503050406030204" pitchFamily="18" charset="0"/>
                                            <a:sym typeface="Rockwell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3200" i="1">
                                            <a:latin typeface="Cambria Math" panose="02040503050406030204" pitchFamily="18" charset="0"/>
                                            <a:sym typeface="Rockwell"/>
                                          </a:rPr>
                                          <m:t>𝜃</m:t>
                                        </m:r>
                                      </m:e>
                                      <m:sup>
                                        <m:r>
                                          <a:rPr lang="en-US" sz="3200" i="1">
                                            <a:latin typeface="Cambria Math" panose="02040503050406030204" pitchFamily="18" charset="0"/>
                                            <a:sym typeface="Rockwell"/>
                                          </a:rPr>
                                          <m:t>𝑦</m:t>
                                        </m:r>
                                      </m:sup>
                                    </m:sSup>
                                  </m:sub>
                                </m:sSub>
                                <m:d>
                                  <m:d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  <a:sym typeface="Rockwell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  <a:sym typeface="Rockwell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d>
                          </m:e>
                        </m:func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  <a:sym typeface="Rockwell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3200" b="0" i="1" smtClean="0">
                            <a:latin typeface="Cambria Math" panose="02040503050406030204" pitchFamily="18" charset="0"/>
                            <a:sym typeface="Rockwell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  <a:sym typeface="Rockwell"/>
                          </a:rPr>
                          <m:t>0,1</m:t>
                        </m:r>
                      </m:e>
                    </m:d>
                  </m:oMath>
                </a14:m>
                <a:endParaRPr lang="en-US" sz="3200" dirty="0"/>
              </a:p>
              <a:p>
                <a:r>
                  <a:rPr lang="en-US" sz="3200" dirty="0"/>
                  <a:t>Then, for a </a:t>
                </a:r>
                <a:r>
                  <a:rPr lang="en-US" sz="3200" b="1" i="1" u="sng" dirty="0"/>
                  <a:t>single</a:t>
                </a:r>
                <a:r>
                  <a:rPr lang="en-US" sz="3200" dirty="0"/>
                  <a:t> data point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acc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3200" dirty="0"/>
                  <a:t> is the probability or “belief”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3200" dirty="0"/>
                  <a:t> is classified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3200" dirty="0"/>
                  <a:t> according to the model parameters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3200" dirty="0"/>
                  <a:t> </a:t>
                </a:r>
              </a:p>
              <a:p>
                <a:r>
                  <a:rPr lang="en-US" sz="3200" dirty="0">
                    <a:solidFill>
                      <a:srgbClr val="FF0000"/>
                    </a:solidFill>
                  </a:rPr>
                  <a:t>We should maximize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acc>
                      </m:e>
                      <m:sub>
                        <m:r>
                          <a:rPr 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9FF274-DEDC-88FF-507F-4CAD52776C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765" t="-1563" r="-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63E4130-F5D7-9AE7-9E05-69190637CF37}"/>
                  </a:ext>
                </a:extLst>
              </p14:cNvPr>
              <p14:cNvContentPartPr/>
              <p14:nvPr/>
            </p14:nvContentPartPr>
            <p14:xfrm>
              <a:off x="4838400" y="2785320"/>
              <a:ext cx="6789600" cy="28846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63E4130-F5D7-9AE7-9E05-69190637CF3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29040" y="2775960"/>
                <a:ext cx="6808320" cy="2903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60784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BFD827A-A59A-5B02-D4C2-D97D6718591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09600" y="274638"/>
                <a:ext cx="10661374" cy="1143000"/>
              </a:xfrm>
            </p:spPr>
            <p:txBody>
              <a:bodyPr/>
              <a:lstStyle/>
              <a:p>
                <a:r>
                  <a:rPr lang="en-US"/>
                  <a:t>Log Reg FOR BINARY PREDICTION VARIABLES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BFD827A-A59A-5B02-D4C2-D97D671859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09600" y="274638"/>
                <a:ext cx="10661374" cy="1143000"/>
              </a:xfrm>
              <a:blipFill>
                <a:blip r:embed="rId2"/>
                <a:stretch>
                  <a:fillRect l="-1429" b="-16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C3C54A-699B-4049-6580-1D459FB8A527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dirty="0" smtClean="0">
                        <a:solidFill>
                          <a:srgbClr val="FF0000"/>
                        </a:solidFill>
                      </a:rPr>
                      <m:t>Q</m:t>
                    </m:r>
                    <m:r>
                      <m:rPr>
                        <m:nor/>
                      </m:rPr>
                      <a:rPr lang="en-US" sz="2000" dirty="0" smtClean="0">
                        <a:solidFill>
                          <a:srgbClr val="FF0000"/>
                        </a:solidFill>
                      </a:rPr>
                      <m:t>: </m:t>
                    </m:r>
                    <m:r>
                      <m:rPr>
                        <m:nor/>
                      </m:rPr>
                      <a:rPr lang="en-US" sz="2000" dirty="0" smtClean="0">
                        <a:solidFill>
                          <a:srgbClr val="FF0000"/>
                        </a:solidFill>
                      </a:rPr>
                      <m:t>For</m:t>
                    </m:r>
                    <m:r>
                      <m:rPr>
                        <m:nor/>
                      </m:rPr>
                      <a:rPr lang="en-US" sz="2000" dirty="0" smtClean="0">
                        <a:solidFill>
                          <a:srgbClr val="FF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2000" dirty="0" smtClean="0">
                        <a:solidFill>
                          <a:srgbClr val="FF0000"/>
                        </a:solidFill>
                      </a:rPr>
                      <m:t>the</m:t>
                    </m:r>
                    <m:r>
                      <m:rPr>
                        <m:nor/>
                      </m:rPr>
                      <a:rPr lang="en-US" sz="2000" dirty="0" smtClean="0">
                        <a:solidFill>
                          <a:srgbClr val="FF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2000" dirty="0" smtClean="0">
                        <a:solidFill>
                          <a:srgbClr val="FF0000"/>
                        </a:solidFill>
                      </a:rPr>
                      <m:t>dataset</m:t>
                    </m:r>
                    <m:r>
                      <m:rPr>
                        <m:nor/>
                      </m:rPr>
                      <a:rPr lang="en-US" sz="2000" dirty="0" smtClean="0">
                        <a:solidFill>
                          <a:srgbClr val="FF0000"/>
                        </a:solidFill>
                      </a:rPr>
                      <m:t> </m:t>
                    </m:r>
                    <m:sSubSup>
                      <m:sSubSupPr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b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r>
                      <m:rPr>
                        <m:nor/>
                      </m:rPr>
                      <a:rPr lang="en-US" sz="2000" dirty="0">
                        <a:solidFill>
                          <a:srgbClr val="FF0000"/>
                        </a:solidFill>
                      </a:rPr>
                      <m:t>, 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rgbClr val="FF0000"/>
                        </a:solidFill>
                      </a:rPr>
                      <m:t>which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rgbClr val="FF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rgbClr val="FF0000"/>
                        </a:solidFill>
                      </a:rPr>
                      <m:t>of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rgbClr val="FF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rgbClr val="FF0000"/>
                        </a:solidFill>
                      </a:rPr>
                      <m:t>the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rgbClr val="FF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rgbClr val="FF0000"/>
                        </a:solidFill>
                      </a:rPr>
                      <m:t>following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rgbClr val="FF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rgbClr val="FF0000"/>
                        </a:solidFill>
                      </a:rPr>
                      <m:t>two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rgbClr val="FF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rgbClr val="FF0000"/>
                        </a:solidFill>
                      </a:rPr>
                      <m:t>likelihoods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rgbClr val="FF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rgbClr val="FF0000"/>
                        </a:solidFill>
                      </a:rPr>
                      <m:t>should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rgbClr val="FF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rgbClr val="FF0000"/>
                        </a:solidFill>
                      </a:rPr>
                      <m:t>be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rgbClr val="FF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rgbClr val="FF0000"/>
                        </a:solidFill>
                      </a:rPr>
                      <m:t>maximized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rgbClr val="FF0000"/>
                        </a:solidFill>
                      </a:rPr>
                      <m:t>?</m:t>
                    </m:r>
                  </m:oMath>
                </a14:m>
                <a:endParaRPr lang="en-US" sz="2000" dirty="0">
                  <a:solidFill>
                    <a:srgbClr val="FF0000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nary>
                      <m:naryPr>
                        <m:chr m:val="∏"/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nor/>
                          </m:rPr>
                          <a:rPr lang="en-US" sz="2000">
                            <a:solidFill>
                              <a:srgbClr val="FF0000"/>
                            </a:solidFill>
                          </a:rPr>
                          <m:t> </m:t>
                        </m:r>
                      </m:e>
                    </m:nary>
                  </m:oMath>
                </a14:m>
                <a:endParaRPr lang="en-US" sz="2000" dirty="0">
                  <a:solidFill>
                    <a:srgbClr val="FF0000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nor/>
                          </m:rPr>
                          <a:rPr lang="en-US" sz="2000">
                            <a:solidFill>
                              <a:srgbClr val="FF0000"/>
                            </a:solidFill>
                          </a:rPr>
                          <m:t> </m:t>
                        </m:r>
                      </m:e>
                    </m:nary>
                  </m:oMath>
                </a14:m>
                <a:endParaRPr lang="en-US" sz="2000" dirty="0">
                  <a:solidFill>
                    <a:srgbClr val="FF0000"/>
                  </a:solidFill>
                </a:endParaRPr>
              </a:p>
              <a:p>
                <a:r>
                  <a:rPr lang="en-US" sz="2000" dirty="0"/>
                  <a:t>In Binary log reg, the function to be maximized </a:t>
                </a:r>
                <a:r>
                  <a:rPr lang="en-US" sz="2000" dirty="0" err="1"/>
                  <a:t>wrt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000" dirty="0"/>
                  <a:t> for is given by, </a:t>
                </a:r>
                <a:br>
                  <a:rPr lang="en-US" sz="2000" dirty="0"/>
                </a:b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𝑙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nor/>
                          </m:rPr>
                          <a:rPr lang="en-US" sz="2000"/>
                          <m:t> </m:t>
                        </m:r>
                      </m:e>
                    </m:nary>
                  </m:oMath>
                </a14:m>
                <a:br>
                  <a:rPr lang="en-US" sz="200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                               =</m:t>
                    </m:r>
                    <m:nary>
                      <m:naryPr>
                        <m:chr m:val="∏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=1: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23"/>
                              </m:r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brk m:alnAt="23"/>
                              </m:r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brk m:alnAt="23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exp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e>
                            </m:func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func>
                              <m:func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exp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e>
                            </m:func>
                          </m:den>
                        </m:f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brk m:alnAt="23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nary>
                          <m:naryPr>
                            <m:chr m:val="∏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=1: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brk m:alnAt="23"/>
                                  </m:r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m:rPr>
                                    <m:brk m:alnAt="23"/>
                                  </m:r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m:rPr>
                                <m:brk m:alnAt="23"/>
                              </m:r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f>
                              <m:f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func>
                                  <m:func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000">
                                        <a:latin typeface="Cambria Math" panose="02040503050406030204" pitchFamily="18" charset="0"/>
                                      </a:rPr>
                                      <m:t>exp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i="1">
                                                <a:latin typeface="Cambria Math" panose="02040503050406030204" pitchFamily="18" charset="0"/>
                                              </a:rPr>
                                              <m:t>𝑓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i="1">
                                                <a:latin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ctrlPr>
                                              <a:rPr lang="en-US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0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0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d>
                                  </m:e>
                                </m:func>
                              </m:den>
                            </m:f>
                          </m:e>
                        </m:nary>
                      </m:e>
                    </m:nary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r>
                  <a:rPr lang="en-US" sz="2000" dirty="0">
                    <a:solidFill>
                      <a:srgbClr val="FF0000"/>
                    </a:solidFill>
                  </a:rPr>
                  <a:t>Q: What do we want to do with this: a. Maximize or b. Minimize </a:t>
                </a:r>
                <a:r>
                  <a:rPr lang="en-US" sz="2000" dirty="0" err="1">
                    <a:solidFill>
                      <a:srgbClr val="FF0000"/>
                    </a:solidFill>
                  </a:rPr>
                  <a:t>wrt</a:t>
                </a:r>
                <a:r>
                  <a:rPr lang="en-US" sz="20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US" sz="2000" dirty="0">
                  <a:solidFill>
                    <a:srgbClr val="FF0000"/>
                  </a:solidFill>
                </a:endParaRPr>
              </a:p>
              <a:p>
                <a:r>
                  <a:rPr lang="en-US" sz="2000" dirty="0"/>
                  <a:t>Fact: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00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lim>
                        </m:limLow>
                      </m:fNam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− </m:t>
                            </m:r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lim>
                        </m:limLow>
                      </m:fNam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(−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sz="2000" dirty="0"/>
                  <a:t>, so we can minimize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𝑙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2000" dirty="0"/>
                  <a:t> also, they are both equivalent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C3C54A-699B-4049-6580-1D459FB8A5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3"/>
                <a:stretch>
                  <a:fillRect l="-128" t="-521" b="-2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44E2B41-5D34-E56E-6259-D47D531A4FD6}"/>
                  </a:ext>
                </a:extLst>
              </p14:cNvPr>
              <p14:cNvContentPartPr/>
              <p14:nvPr/>
            </p14:nvContentPartPr>
            <p14:xfrm>
              <a:off x="606960" y="160920"/>
              <a:ext cx="11281680" cy="66106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44E2B41-5D34-E56E-6259-D47D531A4FD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7600" y="151560"/>
                <a:ext cx="11300400" cy="6629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07815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0B25B-AF8F-36EE-F078-917BEDB1C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184296" cy="1143000"/>
          </a:xfrm>
        </p:spPr>
        <p:txBody>
          <a:bodyPr/>
          <a:lstStyle/>
          <a:p>
            <a:r>
              <a:rPr lang="en-US" dirty="0"/>
              <a:t>INCREASING FUNCTIONS DO NOT CHANGE MAXIMIZERS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DD9383-33DD-8000-DAC7-1BCE184813AF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800" dirty="0"/>
                  <a:t>We want to maximize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𝑙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2800" dirty="0"/>
                  <a:t>. But the expression looks big and not in empirical form, i.e., no sum over data points</a:t>
                </a:r>
              </a:p>
              <a:p>
                <a:r>
                  <a:rPr lang="en-US" sz="2800" dirty="0"/>
                  <a:t>Consider another function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𝑙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 where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sz="2800" dirty="0"/>
                  <a:t> is some increasing function. Then, by Chain rule,</a:t>
                </a:r>
                <a:br>
                  <a:rPr lang="en-US" sz="28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𝑙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n-US" sz="2800" dirty="0"/>
              </a:p>
              <a:p>
                <a:r>
                  <a:rPr lang="en-US" sz="2800" dirty="0"/>
                  <a:t>Since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sz="2800" dirty="0"/>
                  <a:t> is increasing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𝑙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𝑙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800" dirty="0"/>
                  <a:t> for all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sz="2800" dirty="0"/>
              </a:p>
              <a:p>
                <a:r>
                  <a:rPr lang="en-US" sz="2800" dirty="0"/>
                  <a:t>This means that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2800" dirty="0"/>
                  <a:t> have same points at which gradients vanish!</a:t>
                </a:r>
              </a:p>
              <a:p>
                <a:r>
                  <a:rPr lang="en-US" sz="2800" dirty="0">
                    <a:solidFill>
                      <a:srgbClr val="FF0000"/>
                    </a:solidFill>
                  </a:rPr>
                  <a:t>Q: What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sz="2800" dirty="0">
                    <a:solidFill>
                      <a:srgbClr val="FF0000"/>
                    </a:solidFill>
                  </a:rPr>
                  <a:t> to choose? Hint: we want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sz="2800" dirty="0">
                    <a:solidFill>
                      <a:srgbClr val="FF0000"/>
                    </a:solidFill>
                  </a:rPr>
                  <a:t> to turn products in to sum..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DD9383-33DD-8000-DAC7-1BCE184813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510" t="-1563" r="-765" b="-18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44B8F78-D5AA-1021-A77B-4A2995042BD9}"/>
                  </a:ext>
                </a:extLst>
              </p14:cNvPr>
              <p14:cNvContentPartPr/>
              <p14:nvPr/>
            </p14:nvContentPartPr>
            <p14:xfrm>
              <a:off x="191880" y="525960"/>
              <a:ext cx="11864160" cy="62395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44B8F78-D5AA-1021-A77B-4A2995042BD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2520" y="516600"/>
                <a:ext cx="11882880" cy="6258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219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AF8F5-97B0-2FE5-FFCD-8716B6660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-154853"/>
            <a:ext cx="9956800" cy="1143000"/>
          </a:xfrm>
        </p:spPr>
        <p:txBody>
          <a:bodyPr/>
          <a:lstStyle/>
          <a:p>
            <a:r>
              <a:rPr lang="en-US" dirty="0"/>
              <a:t>LOGISTIC REGRESSION LOSS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1C12B0-24A4-967B-9EF5-2611FDEEC39C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09599" y="988147"/>
                <a:ext cx="10487891" cy="5257800"/>
              </a:xfrm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𝑙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</m:acc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nor/>
                          </m:rPr>
                          <a:rPr lang="en-US" sz="1800"/>
                          <m:t> </m:t>
                        </m:r>
                      </m:e>
                    </m:nary>
                  </m:oMath>
                </a14:m>
                <a:endParaRPr lang="en-US" sz="1800" dirty="0"/>
              </a:p>
              <a:p>
                <a:r>
                  <a:rPr lang="en-US" sz="1800" dirty="0"/>
                  <a:t>Choose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(⋅)</m:t>
                        </m:r>
                      </m:e>
                    </m:func>
                  </m:oMath>
                </a14:m>
                <a:endParaRPr lang="en-US" sz="1800" b="0" dirty="0"/>
              </a:p>
              <a:p>
                <a:r>
                  <a:rPr lang="en-US" sz="1800" dirty="0"/>
                  <a:t>Then, consider the function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1800" dirty="0"/>
                  <a:t>, that is,</a:t>
                </a:r>
                <a:br>
                  <a:rPr lang="en-US" sz="1800" dirty="0"/>
                </a:br>
                <a:br>
                  <a:rPr lang="en-US" sz="1800" dirty="0"/>
                </a:br>
                <a14:m>
                  <m:oMath xmlns:m="http://schemas.openxmlformats.org/officeDocument/2006/math">
                    <m:r>
                      <a:rPr lang="en-US" sz="1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                               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=1: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23"/>
                              </m:rPr>
                              <a:rPr lang="en-US" sz="1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brk m:alnAt="23"/>
                              </m:rPr>
                              <a:rPr lang="en-US" sz="1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brk m:alnAt="23"/>
                          </m:rPr>
                          <a:rPr lang="en-US" sz="18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unc>
                          <m:func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8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func>
                                      <m:func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800">
                                            <a:latin typeface="Cambria Math" panose="02040503050406030204" pitchFamily="18" charset="0"/>
                                          </a:rPr>
                                          <m:t>exp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sz="1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18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800" i="1">
                                                    <a:latin typeface="Cambria Math" panose="02040503050406030204" pitchFamily="18" charset="0"/>
                                                  </a:rPr>
                                                  <m:t>𝑓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800" i="1">
                                                    <a:latin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sub>
                                            </m:sSub>
                                            <m:d>
                                              <m:dPr>
                                                <m:ctrlPr>
                                                  <a:rPr lang="en-US" sz="18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sz="18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18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18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e>
                                        </m:d>
                                      </m:e>
                                    </m:func>
                                  </m:num>
                                  <m:den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func>
                                      <m:func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800">
                                            <a:latin typeface="Cambria Math" panose="02040503050406030204" pitchFamily="18" charset="0"/>
                                          </a:rPr>
                                          <m:t>exp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sz="1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18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800" i="1">
                                                    <a:latin typeface="Cambria Math" panose="02040503050406030204" pitchFamily="18" charset="0"/>
                                                  </a:rPr>
                                                  <m:t>𝑓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800" i="1">
                                                    <a:latin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sub>
                                            </m:sSub>
                                            <m:d>
                                              <m:dPr>
                                                <m:ctrlPr>
                                                  <a:rPr lang="en-US" sz="18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sz="18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18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18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e>
                                        </m:d>
                                      </m:e>
                                    </m:func>
                                  </m:den>
                                </m:f>
                              </m:e>
                            </m:d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</m:func>
                      </m:e>
                    </m:nary>
                    <m:nary>
                      <m:naryPr>
                        <m:chr m:val="∑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=1: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23"/>
                              </m:rPr>
                              <a:rPr lang="en-US" sz="1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brk m:alnAt="23"/>
                              </m:rPr>
                              <a:rPr lang="en-US" sz="1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brk m:alnAt="23"/>
                          </m:rPr>
                          <a:rPr lang="en-US" sz="18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unc>
                          <m:func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8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func>
                                      <m:func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800">
                                            <a:latin typeface="Cambria Math" panose="02040503050406030204" pitchFamily="18" charset="0"/>
                                          </a:rPr>
                                          <m:t>exp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sz="1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18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800" i="1">
                                                    <a:latin typeface="Cambria Math" panose="02040503050406030204" pitchFamily="18" charset="0"/>
                                                  </a:rPr>
                                                  <m:t>𝑓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800" i="1">
                                                    <a:latin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sub>
                                            </m:sSub>
                                            <m:d>
                                              <m:dPr>
                                                <m:ctrlPr>
                                                  <a:rPr lang="en-US" sz="18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sz="18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18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18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e>
                                        </m:d>
                                      </m:e>
                                    </m:func>
                                  </m:den>
                                </m:f>
                              </m:e>
                            </m:d>
                          </m:e>
                        </m:func>
                      </m:e>
                    </m:nary>
                  </m:oMath>
                </a14:m>
                <a:br>
                  <a:rPr lang="en-US" sz="1800" dirty="0"/>
                </a:br>
                <a:br>
                  <a:rPr lang="en-US" sz="1800" dirty="0"/>
                </a:b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unc>
                          <m:func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8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func>
                                      <m:func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800" b="0" i="0" smtClean="0">
                                            <a:latin typeface="Cambria Math" panose="02040503050406030204" pitchFamily="18" charset="0"/>
                                          </a:rPr>
                                          <m:t>exp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en-US" sz="18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800" i="1">
                                                    <a:latin typeface="Cambria Math" panose="02040503050406030204" pitchFamily="18" charset="0"/>
                                                  </a:rPr>
                                                  <m:t>𝑓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800" i="1">
                                                    <a:latin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sub>
                                            </m:sSub>
                                            <m:d>
                                              <m:dPr>
                                                <m:ctrlPr>
                                                  <a:rPr lang="en-US" sz="18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sz="18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18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18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e>
                                        </m:d>
                                      </m:e>
                                    </m:func>
                                  </m:num>
                                  <m:den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func>
                                      <m:func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800" b="0" i="0" smtClean="0">
                                            <a:latin typeface="Cambria Math" panose="02040503050406030204" pitchFamily="18" charset="0"/>
                                          </a:rPr>
                                          <m:t>exp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𝑓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sub>
                                            </m:sSub>
                                            <m:d>
                                              <m:dPr>
                                                <m:ctrlP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sz="18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18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18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e>
                                        </m:d>
                                      </m:e>
                                    </m:func>
                                  </m:den>
                                </m:f>
                              </m:e>
                            </m:d>
                          </m:e>
                        </m:func>
                      </m:e>
                    </m:nary>
                  </m:oMath>
                </a14:m>
                <a:br>
                  <a:rPr lang="en-US" sz="1800" b="0" dirty="0"/>
                </a:br>
                <a:br>
                  <a:rPr lang="en-US" sz="1800" b="0" dirty="0"/>
                </a:br>
                <a14:m>
                  <m:oMath xmlns:m="http://schemas.openxmlformats.org/officeDocument/2006/math"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                  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1+</m:t>
                            </m:r>
                            <m:func>
                              <m:func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1800">
                                    <a:latin typeface="Cambria Math" panose="02040503050406030204" pitchFamily="18" charset="0"/>
                                  </a:rPr>
                                  <m:t>exp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80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e>
                            </m:func>
                          </m:e>
                        </m:d>
                      </m:e>
                    </m:func>
                  </m:oMath>
                </a14:m>
                <a:endParaRPr lang="en-US" sz="1800" dirty="0"/>
              </a:p>
              <a:p>
                <a:endParaRPr lang="en-US" sz="1800" dirty="0"/>
              </a:p>
              <a:p>
                <a:r>
                  <a:rPr lang="en-US" sz="1800" dirty="0"/>
                  <a:t>This is the loss function used in logistic regression and the overall optimization problem is, </a:t>
                </a:r>
                <a:br>
                  <a:rPr lang="en-US" sz="1800" dirty="0"/>
                </a:br>
                <a:br>
                  <a:rPr lang="en-US" sz="1800" dirty="0"/>
                </a:br>
                <a14:m>
                  <m:oMath xmlns:m="http://schemas.openxmlformats.org/officeDocument/2006/math">
                    <m:func>
                      <m:func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180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lim>
                        </m:limLow>
                      </m:fName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en-US" sz="1800" b="0" i="0" smtClean="0">
                                <a:latin typeface="Cambria Math" panose="02040503050406030204" pitchFamily="18" charset="0"/>
                              </a:rPr>
                              <m:t>− </m:t>
                            </m:r>
                            <m:r>
                              <m:rPr>
                                <m:sty m:val="p"/>
                              </m:rPr>
                              <a:rPr lang="en-US" sz="1800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lim>
                        </m:limLow>
                      </m:fName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(−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br>
                  <a:rPr lang="en-US" sz="1800" b="0" dirty="0"/>
                </a:br>
                <a:endParaRPr lang="en-US" sz="1800" dirty="0"/>
              </a:p>
              <a:p>
                <a:endParaRPr lang="en-US" sz="1800" dirty="0"/>
              </a:p>
              <a:p>
                <a:r>
                  <a:rPr lang="en-US" sz="1800" dirty="0"/>
                  <a:t>So it also has a minimization form. What about convexity?</a:t>
                </a:r>
                <a:br>
                  <a:rPr lang="en-US" sz="1800" dirty="0"/>
                </a:br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1C12B0-24A4-967B-9EF5-2611FDEEC3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09599" y="988147"/>
                <a:ext cx="10487891" cy="5257800"/>
              </a:xfrm>
              <a:blipFill>
                <a:blip r:embed="rId2"/>
                <a:stretch>
                  <a:fillRect t="-7692" b="-204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8A7ADAC-8426-3FF8-ADAC-61F0ECA3F7E7}"/>
                  </a:ext>
                </a:extLst>
              </p14:cNvPr>
              <p14:cNvContentPartPr/>
              <p14:nvPr/>
            </p14:nvContentPartPr>
            <p14:xfrm>
              <a:off x="191880" y="435960"/>
              <a:ext cx="11985480" cy="64220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8A7ADAC-8426-3FF8-ADAC-61F0ECA3F7E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2520" y="426600"/>
                <a:ext cx="12004200" cy="6440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43259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8BD97-5C37-61FE-CAE6-C05CB80F0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5488D-D206-A898-5DE8-4AA3CB181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274638"/>
            <a:ext cx="10584873" cy="1143000"/>
          </a:xfrm>
        </p:spPr>
        <p:txBody>
          <a:bodyPr/>
          <a:lstStyle/>
          <a:p>
            <a:r>
              <a:rPr lang="en-US"/>
              <a:t>CONVEXITY: IS THE SECOND DERIVATIVE POSITIVE ALWAYS?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1CBA46-CE55-1DA8-92F5-12FFCF89FC1D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Assume as before: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∋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Second derivative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(linear model) is,</a:t>
                </a:r>
                <a:br>
                  <a:rPr lang="en-US" dirty="0"/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func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func>
                                  <m:func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exp</m:t>
                                    </m:r>
                                  </m:fNam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func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This is actually true without this assumptions stated as well, so “simple” logistic regression is convex!</a:t>
                </a:r>
              </a:p>
              <a:p>
                <a:r>
                  <a:rPr lang="en-US" dirty="0"/>
                  <a:t>Also true for “multiple” logistic regression, when, </a:t>
                </a:r>
                <a:br>
                  <a:rPr lang="en-US" dirty="0"/>
                </a:br>
                <a:r>
                  <a:rPr lang="en-US" dirty="0"/>
                  <a:t>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This means that finding parameters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(i.e., solving binary logistic regression corresponds to solving a convex optimization problem which can be done efficiently as we will see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1CBA46-CE55-1DA8-92F5-12FFCF89FC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3"/>
                <a:stretch>
                  <a:fillRect l="-383" t="-1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0D9A6CF-5D41-7060-C495-CC08F3B94C25}"/>
                  </a:ext>
                </a:extLst>
              </p14:cNvPr>
              <p14:cNvContentPartPr/>
              <p14:nvPr/>
            </p14:nvContentPartPr>
            <p14:xfrm>
              <a:off x="5619600" y="1349280"/>
              <a:ext cx="4937400" cy="35409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0D9A6CF-5D41-7060-C495-CC08F3B94C2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10240" y="1339920"/>
                <a:ext cx="4956120" cy="3559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00570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08F6F-C7FF-1F4D-3FBF-A939097AA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AE9C6-DDED-EAA5-577F-9285E2E06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WITH LOGISTIC LOSS </a:t>
            </a:r>
            <a:r>
              <a:rPr lang="en-US" b="1" i="1" u="sng" dirty="0"/>
              <a:t>IS</a:t>
            </a:r>
            <a:r>
              <a:rPr lang="en-US" dirty="0"/>
              <a:t> CONVEX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2617401-3A03-D9EB-12B3-1C36CE674104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rcRect/>
          <a:stretch/>
        </p:blipFill>
        <p:spPr>
          <a:xfrm>
            <a:off x="1287624" y="1348316"/>
            <a:ext cx="7385321" cy="55096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4F24003-0B64-0647-5AEE-265E61947A2E}"/>
              </a:ext>
            </a:extLst>
          </p:cNvPr>
          <p:cNvSpPr txBox="1"/>
          <p:nvPr/>
        </p:nvSpPr>
        <p:spPr>
          <a:xfrm>
            <a:off x="8672945" y="2228671"/>
            <a:ext cx="303334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+mn-lt"/>
              </a:rPr>
              <a:t>This is a much better loss compared to the squared sigmoid function before!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C62ED0D-D589-6317-475E-9C01F63590EA}"/>
                  </a:ext>
                </a:extLst>
              </p14:cNvPr>
              <p14:cNvContentPartPr/>
              <p14:nvPr/>
            </p14:nvContentPartPr>
            <p14:xfrm>
              <a:off x="2545920" y="1649160"/>
              <a:ext cx="8525160" cy="43675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C62ED0D-D589-6317-475E-9C01F63590E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36560" y="1639800"/>
                <a:ext cx="8543880" cy="4386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5731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64F95-6D01-0AAB-6D60-A5F324A1C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BINARY LOGISTIC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529A5A-B17A-D7CA-B5B0-45F1EC3FD0A9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09600" y="1600200"/>
                <a:ext cx="9956800" cy="5472404"/>
              </a:xfrm>
            </p:spPr>
            <p:txBody>
              <a:bodyPr>
                <a:noAutofit/>
              </a:bodyPr>
              <a:lstStyle/>
              <a:p>
                <a:r>
                  <a:rPr lang="en-US" dirty="0"/>
                  <a:t>In logistic regression, the loss function to minimize is given by,</a:t>
                </a:r>
                <a:br>
                  <a:rPr lang="en-US" dirty="0"/>
                </a:b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=1: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func>
                                      <m:func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>
                                            <a:latin typeface="Cambria Math" panose="02040503050406030204" pitchFamily="18" charset="0"/>
                                          </a:rPr>
                                          <m:t>exp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𝑓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sub>
                                            </m:sSub>
                                            <m:d>
                                              <m:d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e>
                                        </m:d>
                                      </m:e>
                                    </m:func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func>
                                      <m:func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>
                                            <a:latin typeface="Cambria Math" panose="02040503050406030204" pitchFamily="18" charset="0"/>
                                          </a:rPr>
                                          <m:t>exp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𝑓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sub>
                                            </m:sSub>
                                            <m:d>
                                              <m:d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e>
                                        </m:d>
                                      </m:e>
                                    </m:func>
                                  </m:den>
                                </m:f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</m:func>
                      </m:e>
                    </m:nary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=1: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func>
                                      <m:func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>
                                            <a:latin typeface="Cambria Math" panose="02040503050406030204" pitchFamily="18" charset="0"/>
                                          </a:rPr>
                                          <m:t>exp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𝑓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sub>
                                            </m:sSub>
                                            <m:d>
                                              <m:d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e>
                                        </m:d>
                                      </m:e>
                                    </m:func>
                                  </m:den>
                                </m:f>
                              </m:e>
                            </m:d>
                          </m:e>
                        </m:func>
                      </m:e>
                    </m:nary>
                  </m:oMath>
                </a14:m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       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1+</m:t>
                            </m:r>
                            <m:func>
                              <m:func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exp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e>
                            </m:func>
                          </m:e>
                        </m:d>
                      </m:e>
                    </m:func>
                  </m:oMath>
                </a14:m>
                <a:br>
                  <a:rPr lang="en-US" dirty="0"/>
                </a:br>
                <a:endParaRPr lang="en-US" dirty="0"/>
              </a:p>
              <a:p>
                <a:r>
                  <a:rPr lang="en-US" sz="2800" dirty="0">
                    <a:solidFill>
                      <a:srgbClr val="0099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Good news</a:t>
                </a:r>
                <a:r>
                  <a:rPr lang="en-US" sz="2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"/>
                        <a:cs typeface="Times"/>
                        <a:sym typeface="Times"/>
                      </a:rPr>
                      <m:t>𝐿</m:t>
                    </m:r>
                    <m:r>
                      <a:rPr lang="en-US" sz="28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"/>
                        <a:cs typeface="Times"/>
                        <a:sym typeface="Times"/>
                      </a:rPr>
                      <m:t>(</m:t>
                    </m:r>
                    <m:r>
                      <a:rPr lang="en-US" sz="28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"/>
                        <a:cs typeface="Times"/>
                        <a:sym typeface="Times"/>
                      </a:rPr>
                      <m:t>𝜃</m:t>
                    </m:r>
                    <m:r>
                      <a:rPr lang="en-US" sz="28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"/>
                        <a:cs typeface="Times"/>
                        <a:sym typeface="Times"/>
                      </a:rPr>
                      <m:t>)</m:t>
                    </m:r>
                  </m:oMath>
                </a14:m>
                <a:r>
                  <a:rPr lang="en-US" sz="2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is convex function of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"/>
                        <a:cs typeface="Times"/>
                        <a:sym typeface="Times"/>
                      </a:rPr>
                      <m:t>𝜽</m:t>
                    </m:r>
                  </m:oMath>
                </a14:m>
                <a:r>
                  <a:rPr lang="en-US" sz="2800" b="1" dirty="0"/>
                  <a:t> →</a:t>
                </a:r>
                <a:r>
                  <a:rPr lang="en-US" sz="2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no locally optimal solutions</a:t>
                </a:r>
              </a:p>
              <a:p>
                <a:r>
                  <a:rPr lang="en-US" sz="2800" dirty="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Bad news</a:t>
                </a:r>
                <a:r>
                  <a:rPr lang="en-US" sz="2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: no closed-form solution to minimize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"/>
                        <a:cs typeface="Times"/>
                        <a:sym typeface="Times"/>
                      </a:rPr>
                      <m:t>𝐿</m:t>
                    </m:r>
                    <m:d>
                      <m:dPr>
                        <m:ctrlPr>
                          <a:rPr lang="en-US" sz="28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"/>
                            <a:cs typeface="Times"/>
                            <a:sym typeface="Times"/>
                          </a:rPr>
                        </m:ctrlPr>
                      </m:dPr>
                      <m:e>
                        <m:r>
                          <a:rPr lang="en-US" sz="28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"/>
                            <a:cs typeface="Times"/>
                            <a:sym typeface="Times"/>
                          </a:rPr>
                          <m:t>𝜃</m:t>
                        </m:r>
                      </m:e>
                    </m:d>
                  </m:oMath>
                </a14:m>
                <a:endParaRPr lang="en-US" sz="2800" b="0" dirty="0">
                  <a:solidFill>
                    <a:srgbClr val="000000"/>
                  </a:solidFill>
                  <a:latin typeface="Calibri"/>
                  <a:ea typeface="Times"/>
                  <a:cs typeface="Times"/>
                  <a:sym typeface="Times"/>
                </a:endParaRPr>
              </a:p>
              <a:p>
                <a:r>
                  <a:rPr lang="en-US" sz="2800" dirty="0">
                    <a:solidFill>
                      <a:srgbClr val="0099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Good news</a:t>
                </a:r>
                <a:r>
                  <a:rPr lang="en-US" sz="2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: convex functions (relatively) easy to minimize</a:t>
                </a:r>
                <a:endParaRPr lang="en-US" sz="2800" dirty="0"/>
              </a:p>
              <a:p>
                <a:endParaRPr lang="en-US" dirty="0"/>
              </a:p>
              <a:p>
                <a:endParaRPr lang="en-US" dirty="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endParaRP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529A5A-B17A-D7CA-B5B0-45F1EC3FD0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09600" y="1600200"/>
                <a:ext cx="9956800" cy="5472404"/>
              </a:xfrm>
              <a:blipFill>
                <a:blip r:embed="rId2"/>
                <a:stretch>
                  <a:fillRect l="-510" t="-85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1AFE00C-878A-536C-7F3E-3D447047973E}"/>
                  </a:ext>
                </a:extLst>
              </p14:cNvPr>
              <p14:cNvContentPartPr/>
              <p14:nvPr/>
            </p14:nvContentPartPr>
            <p14:xfrm>
              <a:off x="545040" y="31680"/>
              <a:ext cx="11312640" cy="58417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1AFE00C-878A-536C-7F3E-3D447047973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5680" y="22320"/>
                <a:ext cx="11331360" cy="5860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39542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AD4A3-0E4C-5B02-B34B-A98A8B6E6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MULTICLASS LOGISTIC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F8E4C-70A1-5A09-F8CD-A25AD0BF1763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Loss function for multiclass (i.e.,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can take more than 2 values, not binary) logistic regression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classes can be derived similarly</a:t>
                </a:r>
              </a:p>
              <a:p>
                <a:r>
                  <a:rPr lang="en-US" dirty="0"/>
                  <a:t>In this case, the loss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to minimize becomes,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sub>
                            </m:sSub>
                            <m:func>
                              <m:func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sym typeface="Rockwell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  <a:sym typeface="Rockwell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sym typeface="Rockwell"/>
                                              </a:rPr>
                                              <m:t>𝑃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sym typeface="Rockwell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sym typeface="Rockwell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sym typeface="Rockwell"/>
                                          </a:rPr>
                                          <m:t>𝑌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sym typeface="Rockwell"/>
                                          </a:rPr>
                                          <m:t>=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sym typeface="Rockwell"/>
                                          </a:rPr>
                                          <m:t>𝑐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sym typeface="Rockwell"/>
                                          </a:rPr>
                                          <m:t>|</m:t>
                                        </m:r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  <a:sym typeface="Rockwell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sym typeface="Rockwell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  <a:sym typeface="Rockwell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e>
                            </m:func>
                          </m:e>
                        </m:nary>
                      </m:e>
                    </m:nary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where, </a:t>
                </a:r>
                <a:br>
                  <a:rPr lang="en-US" dirty="0"/>
                </a:br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1, 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if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otherwise</m:t>
                            </m:r>
                          </m:e>
                        </m:eqAr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So,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one-hot (one label per data point as in our example before) encoded, then we get just one term per data point!</a:t>
                </a:r>
              </a:p>
              <a:p>
                <a:r>
                  <a:rPr lang="en-US" dirty="0"/>
                  <a:t>Fact: Solving multiclass logistic regression is also a convex optimization problem that can be done efficiently (won’t discuss more in this class..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F8E4C-70A1-5A09-F8CD-A25AD0BF17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383" t="-3646" b="-109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6694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604">
          <a:extLst>
            <a:ext uri="{FF2B5EF4-FFF2-40B4-BE49-F238E27FC236}">
              <a16:creationId xmlns:a16="http://schemas.microsoft.com/office/drawing/2014/main" id="{08B5B921-B345-4F5F-3EE5-C6B1B849E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10">
            <a:extLst>
              <a:ext uri="{FF2B5EF4-FFF2-40B4-BE49-F238E27FC236}">
                <a16:creationId xmlns:a16="http://schemas.microsoft.com/office/drawing/2014/main" id="{1BE1CC0D-6E8E-6A5D-A0D4-11329746D8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69848" y="179832"/>
            <a:ext cx="10058400" cy="16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 dirty="0"/>
              <a:t>LINEAR ALGEBRA AND MACHINE LEARNING</a:t>
            </a:r>
            <a:endParaRPr dirty="0"/>
          </a:p>
        </p:txBody>
      </p:sp>
      <p:sp>
        <p:nvSpPr>
          <p:cNvPr id="606" name="Google Shape;606;p10">
            <a:extLst>
              <a:ext uri="{FF2B5EF4-FFF2-40B4-BE49-F238E27FC236}">
                <a16:creationId xmlns:a16="http://schemas.microsoft.com/office/drawing/2014/main" id="{C6873573-2B1B-DAA5-50E1-EFC1C137FC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525" y="1804106"/>
            <a:ext cx="706716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AI and machine learning rely on algorithms that learn to distinguish between classes of objects by using data examples</a:t>
            </a:r>
            <a:endParaRPr dirty="0"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182880" lvl="0" indent="-3175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380"/>
              <a:buNone/>
            </a:pPr>
            <a:endParaRPr sz="2800" dirty="0"/>
          </a:p>
          <a:p>
            <a:pPr marL="182880" lvl="0" indent="-3175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380"/>
              <a:buNone/>
            </a:pPr>
            <a:endParaRPr sz="2800"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 dirty="0">
                <a:solidFill>
                  <a:srgbClr val="C00000"/>
                </a:solidFill>
              </a:rPr>
              <a:t>Linear algebra concept</a:t>
            </a:r>
            <a:r>
              <a:rPr lang="en-US" dirty="0"/>
              <a:t>: hyperplanes separate a              D-dimensional space into two half-spaces 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 dirty="0">
                <a:solidFill>
                  <a:srgbClr val="0070C0"/>
                </a:solidFill>
              </a:rPr>
              <a:t>Machine learning algorithm</a:t>
            </a:r>
            <a:r>
              <a:rPr lang="en-US" dirty="0"/>
              <a:t>: find the hyperplane that separates positive from negative examples the best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Allows predicting the class of new examples</a:t>
            </a:r>
            <a:endParaRPr dirty="0"/>
          </a:p>
        </p:txBody>
      </p:sp>
      <p:cxnSp>
        <p:nvCxnSpPr>
          <p:cNvPr id="607" name="Google Shape;607;p10">
            <a:extLst>
              <a:ext uri="{FF2B5EF4-FFF2-40B4-BE49-F238E27FC236}">
                <a16:creationId xmlns:a16="http://schemas.microsoft.com/office/drawing/2014/main" id="{DA80EFD4-559D-36C0-D76F-2B217070BF29}"/>
              </a:ext>
            </a:extLst>
          </p:cNvPr>
          <p:cNvCxnSpPr/>
          <p:nvPr/>
        </p:nvCxnSpPr>
        <p:spPr>
          <a:xfrm>
            <a:off x="8621776" y="2199391"/>
            <a:ext cx="3894" cy="2911995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triangle" w="med" len="med"/>
            <a:tailEnd type="none" w="sm" len="sm"/>
          </a:ln>
        </p:spPr>
      </p:cxnSp>
      <p:cxnSp>
        <p:nvCxnSpPr>
          <p:cNvPr id="608" name="Google Shape;608;p10">
            <a:extLst>
              <a:ext uri="{FF2B5EF4-FFF2-40B4-BE49-F238E27FC236}">
                <a16:creationId xmlns:a16="http://schemas.microsoft.com/office/drawing/2014/main" id="{6554E570-589E-829F-AD0F-5A36AE7EC20C}"/>
              </a:ext>
            </a:extLst>
          </p:cNvPr>
          <p:cNvCxnSpPr/>
          <p:nvPr/>
        </p:nvCxnSpPr>
        <p:spPr>
          <a:xfrm flipH="1">
            <a:off x="8022166" y="4551580"/>
            <a:ext cx="3728156" cy="24884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triangle" w="med" len="med"/>
            <a:tailEnd type="none" w="sm" len="sm"/>
          </a:ln>
        </p:spPr>
      </p:cxnSp>
      <p:sp>
        <p:nvSpPr>
          <p:cNvPr id="609" name="Google Shape;609;p10">
            <a:extLst>
              <a:ext uri="{FF2B5EF4-FFF2-40B4-BE49-F238E27FC236}">
                <a16:creationId xmlns:a16="http://schemas.microsoft.com/office/drawing/2014/main" id="{D82FD216-F7A4-061C-64C4-04642F955D21}"/>
              </a:ext>
            </a:extLst>
          </p:cNvPr>
          <p:cNvSpPr/>
          <p:nvPr/>
        </p:nvSpPr>
        <p:spPr>
          <a:xfrm>
            <a:off x="11284557" y="4649721"/>
            <a:ext cx="562975" cy="46166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532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 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10">
            <a:extLst>
              <a:ext uri="{FF2B5EF4-FFF2-40B4-BE49-F238E27FC236}">
                <a16:creationId xmlns:a16="http://schemas.microsoft.com/office/drawing/2014/main" id="{44DA17AC-E1DA-1BBC-920E-49825041B50D}"/>
              </a:ext>
            </a:extLst>
          </p:cNvPr>
          <p:cNvSpPr/>
          <p:nvPr/>
        </p:nvSpPr>
        <p:spPr>
          <a:xfrm>
            <a:off x="7850560" y="2039398"/>
            <a:ext cx="792205" cy="69935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4613" r="-7688" b="-11401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 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1" name="Google Shape;611;p10">
            <a:extLst>
              <a:ext uri="{FF2B5EF4-FFF2-40B4-BE49-F238E27FC236}">
                <a16:creationId xmlns:a16="http://schemas.microsoft.com/office/drawing/2014/main" id="{3C07B58C-89B6-EDF9-AB22-4983CD323F4D}"/>
              </a:ext>
            </a:extLst>
          </p:cNvPr>
          <p:cNvCxnSpPr/>
          <p:nvPr/>
        </p:nvCxnSpPr>
        <p:spPr>
          <a:xfrm rot="10800000" flipH="1">
            <a:off x="8033703" y="2585279"/>
            <a:ext cx="3580554" cy="1903083"/>
          </a:xfrm>
          <a:prstGeom prst="straightConnector1">
            <a:avLst/>
          </a:prstGeom>
          <a:noFill/>
          <a:ln w="952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12" name="Google Shape;612;p10">
            <a:extLst>
              <a:ext uri="{FF2B5EF4-FFF2-40B4-BE49-F238E27FC236}">
                <a16:creationId xmlns:a16="http://schemas.microsoft.com/office/drawing/2014/main" id="{C9543336-2A76-2FE2-A51E-5E2AD851F95D}"/>
              </a:ext>
            </a:extLst>
          </p:cNvPr>
          <p:cNvCxnSpPr/>
          <p:nvPr/>
        </p:nvCxnSpPr>
        <p:spPr>
          <a:xfrm rot="10800000">
            <a:off x="9363166" y="2946563"/>
            <a:ext cx="384048" cy="640080"/>
          </a:xfrm>
          <a:prstGeom prst="straightConnector1">
            <a:avLst/>
          </a:prstGeom>
          <a:noFill/>
          <a:ln w="53975" cap="flat" cmpd="sng">
            <a:solidFill>
              <a:srgbClr val="0070C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13" name="Google Shape;613;p10">
            <a:extLst>
              <a:ext uri="{FF2B5EF4-FFF2-40B4-BE49-F238E27FC236}">
                <a16:creationId xmlns:a16="http://schemas.microsoft.com/office/drawing/2014/main" id="{B6CA9491-6D0A-043E-BB68-E70550444794}"/>
              </a:ext>
            </a:extLst>
          </p:cNvPr>
          <p:cNvSpPr txBox="1"/>
          <p:nvPr/>
        </p:nvSpPr>
        <p:spPr>
          <a:xfrm>
            <a:off x="9076028" y="2833114"/>
            <a:ext cx="362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70C0"/>
                </a:solidFill>
                <a:latin typeface="Rockwell"/>
                <a:ea typeface="Rockwell"/>
                <a:cs typeface="Rockwell"/>
                <a:sym typeface="Rockwell"/>
              </a:rPr>
              <a:t>w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10">
            <a:extLst>
              <a:ext uri="{FF2B5EF4-FFF2-40B4-BE49-F238E27FC236}">
                <a16:creationId xmlns:a16="http://schemas.microsoft.com/office/drawing/2014/main" id="{8F36D1A2-E1A0-BD85-EBEB-B02915F71FBD}"/>
              </a:ext>
            </a:extLst>
          </p:cNvPr>
          <p:cNvSpPr/>
          <p:nvPr/>
        </p:nvSpPr>
        <p:spPr>
          <a:xfrm>
            <a:off x="8474791" y="5916888"/>
            <a:ext cx="2896242" cy="46166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t="-2665" r="-208" b="-1999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 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5" name="Google Shape;615;p10">
            <a:extLst>
              <a:ext uri="{FF2B5EF4-FFF2-40B4-BE49-F238E27FC236}">
                <a16:creationId xmlns:a16="http://schemas.microsoft.com/office/drawing/2014/main" id="{806ED082-7113-C0D5-70CC-69331287303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90255" y="2833114"/>
            <a:ext cx="4609800" cy="1327822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p10">
            <a:extLst>
              <a:ext uri="{FF2B5EF4-FFF2-40B4-BE49-F238E27FC236}">
                <a16:creationId xmlns:a16="http://schemas.microsoft.com/office/drawing/2014/main" id="{DC15AA6D-4A4B-754C-8B2C-DD77EEAFCED5}"/>
              </a:ext>
            </a:extLst>
          </p:cNvPr>
          <p:cNvSpPr/>
          <p:nvPr/>
        </p:nvSpPr>
        <p:spPr>
          <a:xfrm>
            <a:off x="11031417" y="5037081"/>
            <a:ext cx="96853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fluffiness</a:t>
            </a:r>
            <a:endParaRPr sz="1600" b="1" i="0" u="none" strike="noStrike" cap="none" dirty="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617" name="Google Shape;617;p10">
            <a:extLst>
              <a:ext uri="{FF2B5EF4-FFF2-40B4-BE49-F238E27FC236}">
                <a16:creationId xmlns:a16="http://schemas.microsoft.com/office/drawing/2014/main" id="{D034D0CD-9216-C51C-886F-211BB8AE8A9B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27528" y="3970299"/>
            <a:ext cx="466318" cy="476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8" name="Google Shape;618;p10">
            <a:extLst>
              <a:ext uri="{FF2B5EF4-FFF2-40B4-BE49-F238E27FC236}">
                <a16:creationId xmlns:a16="http://schemas.microsoft.com/office/drawing/2014/main" id="{70830892-7D8D-F936-58AC-189321474EF6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176989" y="3624199"/>
            <a:ext cx="506662" cy="463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619" name="Google Shape;619;p10">
            <a:extLst>
              <a:ext uri="{FF2B5EF4-FFF2-40B4-BE49-F238E27FC236}">
                <a16:creationId xmlns:a16="http://schemas.microsoft.com/office/drawing/2014/main" id="{BD09EAAB-EEBC-59B4-DBD9-6899A66E248B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910268" y="4086274"/>
            <a:ext cx="443532" cy="401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20" name="Google Shape;620;p10">
            <a:extLst>
              <a:ext uri="{FF2B5EF4-FFF2-40B4-BE49-F238E27FC236}">
                <a16:creationId xmlns:a16="http://schemas.microsoft.com/office/drawing/2014/main" id="{161E27C5-82B9-A5E5-20EA-05BA67448637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1100407" y="3170568"/>
            <a:ext cx="438309" cy="380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21" name="Google Shape;621;p10">
            <a:extLst>
              <a:ext uri="{FF2B5EF4-FFF2-40B4-BE49-F238E27FC236}">
                <a16:creationId xmlns:a16="http://schemas.microsoft.com/office/drawing/2014/main" id="{CF65FD51-D6C1-32BD-D9F3-80B682280886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678694" y="3281209"/>
            <a:ext cx="543905" cy="496609"/>
          </a:xfrm>
          <a:prstGeom prst="rect">
            <a:avLst/>
          </a:prstGeom>
          <a:noFill/>
          <a:ln>
            <a:noFill/>
          </a:ln>
        </p:spPr>
      </p:pic>
      <p:pic>
        <p:nvPicPr>
          <p:cNvPr id="622" name="Google Shape;622;p10">
            <a:extLst>
              <a:ext uri="{FF2B5EF4-FFF2-40B4-BE49-F238E27FC236}">
                <a16:creationId xmlns:a16="http://schemas.microsoft.com/office/drawing/2014/main" id="{BD8735D1-1124-59FF-FA33-BBE5C8F512D3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355033" y="2478440"/>
            <a:ext cx="491501" cy="447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3" name="Google Shape;623;p10">
            <a:extLst>
              <a:ext uri="{FF2B5EF4-FFF2-40B4-BE49-F238E27FC236}">
                <a16:creationId xmlns:a16="http://schemas.microsoft.com/office/drawing/2014/main" id="{48E19452-4134-2C16-F749-443967C539D6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527528" y="2306759"/>
            <a:ext cx="458944" cy="428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624" name="Google Shape;624;p10">
            <a:extLst>
              <a:ext uri="{FF2B5EF4-FFF2-40B4-BE49-F238E27FC236}">
                <a16:creationId xmlns:a16="http://schemas.microsoft.com/office/drawing/2014/main" id="{35A48E5C-D8DE-5931-DEBF-03D406551AA2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110373" y="5270057"/>
            <a:ext cx="636841" cy="553168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10">
            <a:extLst>
              <a:ext uri="{FF2B5EF4-FFF2-40B4-BE49-F238E27FC236}">
                <a16:creationId xmlns:a16="http://schemas.microsoft.com/office/drawing/2014/main" id="{D3262EF7-6920-128A-F042-4B593BE86394}"/>
              </a:ext>
            </a:extLst>
          </p:cNvPr>
          <p:cNvSpPr txBox="1"/>
          <p:nvPr/>
        </p:nvSpPr>
        <p:spPr>
          <a:xfrm>
            <a:off x="9757000" y="5221750"/>
            <a:ext cx="37702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?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492453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>
          <a:extLst>
            <a:ext uri="{FF2B5EF4-FFF2-40B4-BE49-F238E27FC236}">
              <a16:creationId xmlns:a16="http://schemas.microsoft.com/office/drawing/2014/main" id="{1705A03A-4C15-5F11-098E-38000AAEF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24c2a52beb4_0_654">
            <a:extLst>
              <a:ext uri="{FF2B5EF4-FFF2-40B4-BE49-F238E27FC236}">
                <a16:creationId xmlns:a16="http://schemas.microsoft.com/office/drawing/2014/main" id="{4073492D-259A-854D-D942-36D3F16C34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67128" y="1225296"/>
            <a:ext cx="9281100" cy="35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Rockwell"/>
              <a:buNone/>
            </a:pPr>
            <a:r>
              <a:rPr lang="en-US" sz="7000" dirty="0"/>
              <a:t>NUMERICAL OPTIMIZATION</a:t>
            </a:r>
            <a:endParaRPr sz="7000" dirty="0"/>
          </a:p>
        </p:txBody>
      </p:sp>
      <p:sp>
        <p:nvSpPr>
          <p:cNvPr id="547" name="Google Shape;547;g24c2a52beb4_0_654">
            <a:extLst>
              <a:ext uri="{FF2B5EF4-FFF2-40B4-BE49-F238E27FC236}">
                <a16:creationId xmlns:a16="http://schemas.microsoft.com/office/drawing/2014/main" id="{4D04E3A5-D244-7C4D-4A5C-B150DC61E9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650683" y="4950783"/>
            <a:ext cx="90525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dirty="0"/>
              <a:t>LDS Ch 20</a:t>
            </a:r>
            <a:endParaRPr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C46D992-3E5C-A8C8-63FE-C54EDE3DB0A9}"/>
                  </a:ext>
                </a:extLst>
              </p14:cNvPr>
              <p14:cNvContentPartPr/>
              <p14:nvPr/>
            </p14:nvContentPartPr>
            <p14:xfrm>
              <a:off x="2725920" y="4481280"/>
              <a:ext cx="1481040" cy="10400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C46D992-3E5C-A8C8-63FE-C54EDE3DB0A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16560" y="4471920"/>
                <a:ext cx="1499760" cy="1058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938131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AA363-8458-D44B-2069-5FB6C65BC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FIND PARAMETERS OF LOGISTIC REGRESSION?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BA87D8-2EF2-FB83-BC11-FA8B57CC2FC7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600" dirty="0"/>
                  <a:t>So far, we have only talked about formulating a binary classification problem using parameters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sz="3600" dirty="0"/>
              </a:p>
              <a:p>
                <a:r>
                  <a:rPr lang="en-US" sz="3600" dirty="0"/>
                  <a:t>How do we find parameters that minimize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US" sz="3600" b="0" dirty="0"/>
              </a:p>
              <a:p>
                <a:r>
                  <a:rPr lang="en-US" sz="3600" dirty="0"/>
                  <a:t>For this, we need some numerical optimization “theory” – I mean there is theory, but this is how all parameters are found in all of ML, DS, CV, NLP, DSP, NN training and so on…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BA87D8-2EF2-FB83-BC11-FA8B57CC2F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1020" t="-2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6CA0AB3-5EA1-A2D0-76EB-69D5C75B2CF8}"/>
                  </a:ext>
                </a:extLst>
              </p14:cNvPr>
              <p14:cNvContentPartPr/>
              <p14:nvPr/>
            </p14:nvContentPartPr>
            <p14:xfrm>
              <a:off x="957600" y="637560"/>
              <a:ext cx="4451040" cy="20862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6CA0AB3-5EA1-A2D0-76EB-69D5C75B2CF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48240" y="628200"/>
                <a:ext cx="4469760" cy="2104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90336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SMOOTH OPTIMIZATION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endParaRPr lang="en-US" sz="1000" dirty="0"/>
              </a:p>
              <a:p>
                <a:r>
                  <a:rPr lang="en-US" dirty="0"/>
                  <a:t>Goal: find local optima of </a:t>
                </a:r>
                <a:r>
                  <a:rPr lang="en-US" dirty="0">
                    <a:solidFill>
                      <a:srgbClr val="FF0000"/>
                    </a:solidFill>
                  </a:rPr>
                  <a:t>differentiable </a:t>
                </a:r>
                <a:r>
                  <a:rPr lang="en-US" dirty="0"/>
                  <a:t>a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b="0" dirty="0">
                    <a:solidFill>
                      <a:srgbClr val="FF0000"/>
                    </a:solidFill>
                  </a:rPr>
                  <a:t>Q:  What is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b="0" dirty="0">
                    <a:solidFill>
                      <a:srgbClr val="FF0000"/>
                    </a:solidFill>
                  </a:rPr>
                  <a:t> in linear regression?</a:t>
                </a:r>
              </a:p>
              <a:p>
                <a:pPr lvl="1"/>
                <a:r>
                  <a:rPr lang="en-US" b="0" dirty="0">
                    <a:solidFill>
                      <a:srgbClr val="FF0000"/>
                    </a:solidFill>
                  </a:rPr>
                  <a:t>Q:  What is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b="0" dirty="0">
                    <a:solidFill>
                      <a:srgbClr val="FF0000"/>
                    </a:solidFill>
                  </a:rPr>
                  <a:t> in logistic regression?</a:t>
                </a:r>
              </a:p>
              <a:p>
                <a:r>
                  <a:rPr lang="en-US" dirty="0"/>
                  <a:t>Idea: Gradient (also known as first derivative) tells us direction of greatest increase, negative gradient gives us direction of greatest decrease</a:t>
                </a:r>
              </a:p>
              <a:p>
                <a:pPr lvl="1"/>
                <a:endParaRPr lang="en-US" sz="1000" dirty="0"/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Q: Which direction to choose to minimize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?</a:t>
                </a:r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Q: Which direction to choose to maximize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? </a:t>
                </a:r>
              </a:p>
              <a:p>
                <a:pPr lvl="1"/>
                <a:endParaRPr lang="en-US" sz="1000" dirty="0"/>
              </a:p>
              <a:p>
                <a:r>
                  <a:rPr lang="en-US" dirty="0"/>
                  <a:t>Definition of derivative guarantees that if we take a small enough step in the direction of the negative gradient, the function will decrease in value</a:t>
                </a:r>
              </a:p>
              <a:p>
                <a:pPr lvl="1"/>
                <a:endParaRPr lang="en-US" sz="1000" dirty="0"/>
              </a:p>
              <a:p>
                <a:pPr lvl="1"/>
                <a:r>
                  <a:rPr lang="en-US" dirty="0"/>
                  <a:t>How small is small enough?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83" r="-638" b="-2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122963" y="6350454"/>
            <a:ext cx="8827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68DACDF-E1A9-A04C-A5FF-FC2443684BF5}" type="slidenum">
              <a:rPr lang="en-US" smtClean="0"/>
              <a:pPr/>
              <a:t>16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A2BF044-0D5A-18F5-1F65-50359BA32D33}"/>
                  </a:ext>
                </a:extLst>
              </p14:cNvPr>
              <p14:cNvContentPartPr/>
              <p14:nvPr/>
            </p14:nvContentPartPr>
            <p14:xfrm>
              <a:off x="2137320" y="117720"/>
              <a:ext cx="10017720" cy="66787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A2BF044-0D5A-18F5-1F65-50359BA32D3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27960" y="108360"/>
                <a:ext cx="10036440" cy="6697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28142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Gradient Descent: Basic Iterative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sz="1000" dirty="0"/>
              </a:p>
              <a:p>
                <a:endParaRPr lang="en-US" sz="1000" dirty="0"/>
              </a:p>
              <a:p>
                <a:pPr marL="0" indent="0">
                  <a:buNone/>
                </a:pPr>
                <a:r>
                  <a:rPr lang="en-US" dirty="0"/>
                  <a:t>Gradient Descent Algorithm: ((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is the iteration counter) )</a:t>
                </a:r>
              </a:p>
              <a:p>
                <a:pPr marL="0" indent="0">
                  <a:buNone/>
                </a:pPr>
                <a:endParaRPr lang="en-US" sz="1000" dirty="0"/>
              </a:p>
              <a:p>
                <a:r>
                  <a:rPr lang="en-US" dirty="0"/>
                  <a:t>Pick an initial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b="0" dirty="0"/>
                  <a:t> (subscript here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b="0" dirty="0"/>
                  <a:t> which is equal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0 </m:t>
                    </m:r>
                  </m:oMath>
                </a14:m>
                <a:r>
                  <a:rPr lang="en-US" b="0" dirty="0"/>
                  <a:t>initially) </a:t>
                </a:r>
              </a:p>
              <a:p>
                <a:endParaRPr lang="en-US" b="0" dirty="0"/>
              </a:p>
              <a:p>
                <a:r>
                  <a:rPr lang="en-US" dirty="0"/>
                  <a:t>Repeat (or Iterate or Update)</a:t>
                </a:r>
                <a:br>
                  <a:rPr lang="en-US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is the learning rate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nor/>
                          </m:rPr>
                          <a:rPr lang="en-US">
                            <a:latin typeface="Cambria Math" panose="02040503050406030204" pitchFamily="18" charset="0"/>
                          </a:rPr>
                          <m:t>th</m:t>
                        </m:r>
                      </m:sup>
                    </m:sSup>
                  </m:oMath>
                </a14:m>
                <a:r>
                  <a:rPr lang="en-US" dirty="0"/>
                  <a:t> iteration (also called as step size)</a:t>
                </a:r>
              </a:p>
              <a:p>
                <a:r>
                  <a:rPr lang="en-US" dirty="0"/>
                  <a:t>Natural choice for learning rate: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dirty="0"/>
                  <a:t> (that is, a constant learning rate)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Q: When do we stop?</a:t>
                </a:r>
              </a:p>
              <a:p>
                <a:endParaRPr lang="en-US" sz="1000" dirty="0"/>
              </a:p>
              <a:p>
                <a:endParaRPr lang="en-US" sz="1000" dirty="0"/>
              </a:p>
              <a:p>
                <a:pPr marL="0" indent="0" algn="ctr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122963" y="6350454"/>
            <a:ext cx="8827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68DACDF-E1A9-A04C-A5FF-FC2443684BF5}" type="slidenum">
              <a:rPr lang="en-US" smtClean="0"/>
              <a:pPr/>
              <a:t>17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C621786-0261-1B3C-6265-17278B3DA447}"/>
                  </a:ext>
                </a:extLst>
              </p14:cNvPr>
              <p14:cNvContentPartPr/>
              <p14:nvPr/>
            </p14:nvContentPartPr>
            <p14:xfrm>
              <a:off x="241560" y="56520"/>
              <a:ext cx="11919960" cy="67647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C621786-0261-1B3C-6265-17278B3DA44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2200" y="47160"/>
                <a:ext cx="11938680" cy="6783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75743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FEAAA48-A2E9-788B-E99D-ECF7C8DA8E8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09599" y="274638"/>
                <a:ext cx="10543309" cy="1143000"/>
              </a:xfrm>
            </p:spPr>
            <p:txBody>
              <a:bodyPr/>
              <a:lstStyle/>
              <a:p>
                <a:r>
                  <a:rPr lang="en-US" dirty="0"/>
                  <a:t>First Iteration of GD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=0.2, 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FEAAA48-A2E9-788B-E99D-ECF7C8DA8E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09599" y="274638"/>
                <a:ext cx="10543309" cy="1143000"/>
              </a:xfrm>
              <a:blipFill>
                <a:blip r:embed="rId2"/>
                <a:stretch>
                  <a:fillRect l="-1444" b="-16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76674-7104-BC98-5EDB-74A20FE74CB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7E071F-E29E-E337-F56B-0D7F3301EA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45294" y="1779714"/>
            <a:ext cx="6138778" cy="48768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3C7175A-7D94-9A9D-89D3-1C78E16C4C9B}"/>
                  </a:ext>
                </a:extLst>
              </p14:cNvPr>
              <p14:cNvContentPartPr/>
              <p14:nvPr/>
            </p14:nvContentPartPr>
            <p14:xfrm>
              <a:off x="319320" y="44640"/>
              <a:ext cx="11699640" cy="60584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3C7175A-7D94-9A9D-89D3-1C78E16C4C9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9960" y="35280"/>
                <a:ext cx="11718360" cy="6077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20597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E9441-0C31-BBDA-B6A5-27738A0F7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2CE1163-24DD-53F7-B721-DC365DCE8C6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09599" y="274638"/>
                <a:ext cx="10903528" cy="1143000"/>
              </a:xfrm>
            </p:spPr>
            <p:txBody>
              <a:bodyPr/>
              <a:lstStyle/>
              <a:p>
                <a:r>
                  <a:rPr lang="en-US" dirty="0"/>
                  <a:t>Second Iteration of GD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=0.2, 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2CE1163-24DD-53F7-B721-DC365DCE8C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09599" y="274638"/>
                <a:ext cx="10903528" cy="1143000"/>
              </a:xfrm>
              <a:blipFill>
                <a:blip r:embed="rId2"/>
                <a:stretch>
                  <a:fillRect l="-1397" b="-16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E87DD-C9A4-DD01-D2FF-CBF4BBBF9E9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FCF9B1-BBA8-B16A-66B6-47C6F3B80D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45294" y="1779714"/>
            <a:ext cx="6138778" cy="487679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C365022-677A-84AA-199C-0B80DFD2321F}"/>
                  </a:ext>
                </a:extLst>
              </p14:cNvPr>
              <p14:cNvContentPartPr/>
              <p14:nvPr/>
            </p14:nvContentPartPr>
            <p14:xfrm>
              <a:off x="353880" y="1002600"/>
              <a:ext cx="9075600" cy="4982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C365022-677A-84AA-199C-0B80DFD2321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4520" y="993240"/>
                <a:ext cx="9094320" cy="500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36018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10F20-23D0-EC50-B485-7DBB8626E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C37FD62-43F5-E20C-AE35-7B33510C87D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249382" y="274638"/>
                <a:ext cx="11429999" cy="1143000"/>
              </a:xfrm>
            </p:spPr>
            <p:txBody>
              <a:bodyPr/>
              <a:lstStyle/>
              <a:p>
                <a:r>
                  <a:rPr lang="en-US" dirty="0"/>
                  <a:t>After 30 Iterations of GD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=0.2, 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C37FD62-43F5-E20C-AE35-7B33510C87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49382" y="274638"/>
                <a:ext cx="11429999" cy="1143000"/>
              </a:xfrm>
              <a:blipFill>
                <a:blip r:embed="rId2"/>
                <a:stretch>
                  <a:fillRect l="-1221" b="-16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887867-A378-D8CB-072E-514E41A34973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nor/>
                      </m:rPr>
                      <a:rPr lang="en-US"/>
                      <m:t>1.473826131471562</m:t>
                    </m:r>
                    <m:r>
                      <m:rPr>
                        <m:nor/>
                      </m:rPr>
                      <a:rPr lang="en-US"/>
                      <m:t>e</m:t>
                    </m:r>
                    <m:r>
                      <m:rPr>
                        <m:nor/>
                      </m:rPr>
                      <a:rPr lang="en-US"/>
                      <m:t>−06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887867-A378-D8CB-072E-514E41A349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3"/>
                <a:stretch>
                  <a:fillRect l="-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6D3F4742-7E07-8C2E-7D3E-D3359C4B0E8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24690" y="1417638"/>
            <a:ext cx="6053221" cy="480883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4042B68-EF49-C5D8-DEDD-4F6FC4827043}"/>
                  </a:ext>
                </a:extLst>
              </p14:cNvPr>
              <p14:cNvContentPartPr/>
              <p14:nvPr/>
            </p14:nvContentPartPr>
            <p14:xfrm>
              <a:off x="552960" y="1423440"/>
              <a:ext cx="8869320" cy="48344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4042B68-EF49-C5D8-DEDD-4F6FC482704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3600" y="1414080"/>
                <a:ext cx="8888040" cy="4853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553805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E6BF7-7BA7-99F0-72AA-2949B47CB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 OF LEARNING RATE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F967BF-BEB6-C6A4-0584-8C71D790B9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 vs small learning rate can affect the procedure significantly</a:t>
            </a:r>
          </a:p>
        </p:txBody>
      </p:sp>
    </p:spTree>
    <p:extLst>
      <p:ext uri="{BB962C8B-B14F-4D97-AF65-F5344CB8AC3E}">
        <p14:creationId xmlns:p14="http://schemas.microsoft.com/office/powerpoint/2010/main" val="38850734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8EF92-9312-C1BD-EE36-3CA5CA494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FEF0C10-B398-655D-ABAC-FA632C8FE94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249382" y="274638"/>
                <a:ext cx="11429999" cy="1143000"/>
              </a:xfrm>
            </p:spPr>
            <p:txBody>
              <a:bodyPr/>
              <a:lstStyle/>
              <a:p>
                <a:r>
                  <a:rPr lang="en-US" dirty="0"/>
                  <a:t>Can View as an Animation in MATPLOTLIB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=0.9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FEF0C10-B398-655D-ABAC-FA632C8FE9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49382" y="274638"/>
                <a:ext cx="11429999" cy="1143000"/>
              </a:xfrm>
              <a:blipFill>
                <a:blip r:embed="rId2"/>
                <a:stretch>
                  <a:fillRect l="-1221" b="-16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 descr="large learning rate">
            <a:extLst>
              <a:ext uri="{FF2B5EF4-FFF2-40B4-BE49-F238E27FC236}">
                <a16:creationId xmlns:a16="http://schemas.microsoft.com/office/drawing/2014/main" id="{94CB82A7-B0E9-AB1C-ED8F-5B07B2DDC722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3"/>
          <a:stretch>
            <a:fillRect/>
          </a:stretch>
        </p:blipFill>
        <p:spPr>
          <a:xfrm>
            <a:off x="2313709" y="1581293"/>
            <a:ext cx="6511636" cy="4883727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ADFAF1C-A6E7-0BD5-223D-17472EC497B0}"/>
                  </a:ext>
                </a:extLst>
              </p14:cNvPr>
              <p14:cNvContentPartPr/>
              <p14:nvPr/>
            </p14:nvContentPartPr>
            <p14:xfrm>
              <a:off x="507960" y="2011680"/>
              <a:ext cx="10812240" cy="25070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ADFAF1C-A6E7-0BD5-223D-17472EC497B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8600" y="2002320"/>
                <a:ext cx="10830960" cy="2525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531274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1469E-C355-5D62-3E83-45CE65CF9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B6EA911-A322-2BB2-654A-DDF581241DA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249382" y="274638"/>
                <a:ext cx="11429999" cy="1143000"/>
              </a:xfrm>
            </p:spPr>
            <p:txBody>
              <a:bodyPr/>
              <a:lstStyle/>
              <a:p>
                <a:r>
                  <a:rPr lang="en-US" dirty="0"/>
                  <a:t>Can View as an Animation in MATPLOTLIB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=0.2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B6EA911-A322-2BB2-654A-DDF581241D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49382" y="274638"/>
                <a:ext cx="11429999" cy="1143000"/>
              </a:xfrm>
              <a:blipFill>
                <a:blip r:embed="rId2"/>
                <a:stretch>
                  <a:fillRect l="-1221" b="-16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Content Placeholder 6" descr="small learning rate">
            <a:extLst>
              <a:ext uri="{FF2B5EF4-FFF2-40B4-BE49-F238E27FC236}">
                <a16:creationId xmlns:a16="http://schemas.microsoft.com/office/drawing/2014/main" id="{71AABD5C-B442-4D4A-8F25-F2997A63E890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3"/>
          <a:stretch>
            <a:fillRect/>
          </a:stretch>
        </p:blipFill>
        <p:spPr>
          <a:xfrm>
            <a:off x="2292736" y="1565563"/>
            <a:ext cx="6033846" cy="4525385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CAE2B5E-4FE9-3E45-157A-98E4F87956BC}"/>
                  </a:ext>
                </a:extLst>
              </p14:cNvPr>
              <p14:cNvContentPartPr/>
              <p14:nvPr/>
            </p14:nvContentPartPr>
            <p14:xfrm>
              <a:off x="8772120" y="2255760"/>
              <a:ext cx="1809360" cy="11397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CAE2B5E-4FE9-3E45-157A-98E4F87956B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762760" y="2246400"/>
                <a:ext cx="1828080" cy="1158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34124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DCAED-38FC-EEDE-B056-46BCBF75F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0918865-A989-0609-B69F-8A3A2078E15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249382" y="274638"/>
                <a:ext cx="11429999" cy="1143000"/>
              </a:xfrm>
            </p:spPr>
            <p:txBody>
              <a:bodyPr>
                <a:normAutofit fontScale="90000"/>
              </a:bodyPr>
              <a:lstStyle/>
              <a:p>
                <a:r>
                  <a:rPr lang="en-US" dirty="0"/>
                  <a:t>NONCONVEX LOSS: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=0.2,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0918865-A989-0609-B69F-8A3A2078E1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49382" y="274638"/>
                <a:ext cx="11429999" cy="1143000"/>
              </a:xfrm>
              <a:blipFill>
                <a:blip r:embed="rId2"/>
                <a:stretch>
                  <a:fillRect l="-999" b="-54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 descr="A graph with a line and a dotted line&#10;&#10;Description automatically generated">
            <a:extLst>
              <a:ext uri="{FF2B5EF4-FFF2-40B4-BE49-F238E27FC236}">
                <a16:creationId xmlns:a16="http://schemas.microsoft.com/office/drawing/2014/main" id="{D8965F9A-CD1D-6186-C6DF-6BB60EB524A9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3"/>
          <a:stretch>
            <a:fillRect/>
          </a:stretch>
        </p:blipFill>
        <p:spPr>
          <a:xfrm>
            <a:off x="2313992" y="1417638"/>
            <a:ext cx="6923315" cy="5192486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CC578F3-D457-1D50-1002-3EE7520CC9A0}"/>
                  </a:ext>
                </a:extLst>
              </p14:cNvPr>
              <p14:cNvContentPartPr/>
              <p14:nvPr/>
            </p14:nvContentPartPr>
            <p14:xfrm>
              <a:off x="4683600" y="600480"/>
              <a:ext cx="6238800" cy="60660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CC578F3-D457-1D50-1002-3EE7520CC9A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74240" y="591120"/>
                <a:ext cx="6257520" cy="6084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182518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064B4-EDF1-96E2-5A36-442910FA2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3504AB4-3C0F-E2DF-E2EB-8AE4CDD7A04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249382" y="274638"/>
                <a:ext cx="11429999" cy="1143000"/>
              </a:xfrm>
            </p:spPr>
            <p:txBody>
              <a:bodyPr>
                <a:normAutofit fontScale="90000"/>
              </a:bodyPr>
              <a:lstStyle/>
              <a:p>
                <a:r>
                  <a:rPr lang="en-US" dirty="0"/>
                  <a:t>NONCONVEX LOSS: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=0.72,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3504AB4-3C0F-E2DF-E2EB-8AE4CDD7A0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49382" y="274638"/>
                <a:ext cx="11429999" cy="1143000"/>
              </a:xfrm>
              <a:blipFill>
                <a:blip r:embed="rId2"/>
                <a:stretch>
                  <a:fillRect l="-999" b="-54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Content Placeholder 7" descr="goes to a local solution">
            <a:extLst>
              <a:ext uri="{FF2B5EF4-FFF2-40B4-BE49-F238E27FC236}">
                <a16:creationId xmlns:a16="http://schemas.microsoft.com/office/drawing/2014/main" id="{41946B9B-9464-0A5A-0963-3D6243690EFD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3"/>
          <a:stretch>
            <a:fillRect/>
          </a:stretch>
        </p:blipFill>
        <p:spPr>
          <a:xfrm>
            <a:off x="2631233" y="1417638"/>
            <a:ext cx="6295053" cy="4721290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77AD21D-2F66-05A5-E5A6-A4A2E4263794}"/>
                  </a:ext>
                </a:extLst>
              </p14:cNvPr>
              <p14:cNvContentPartPr/>
              <p14:nvPr/>
            </p14:nvContentPartPr>
            <p14:xfrm>
              <a:off x="7149240" y="3308040"/>
              <a:ext cx="3822840" cy="1773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77AD21D-2F66-05A5-E5A6-A4A2E426379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39880" y="3298680"/>
                <a:ext cx="3841560" cy="1792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563338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30BE9-16D2-A59A-8282-11C2288C2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14E11-EE4B-1A3A-D2FC-6176B199B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KNOW IF WE ARE SOLVING?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48BA97-BFDB-7F2F-7E0E-D7C680DC26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 what it does it mean for an algorithm to “converge”?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409CE71-FDE2-27B3-D5EE-F5D712DB68CC}"/>
                  </a:ext>
                </a:extLst>
              </p14:cNvPr>
              <p14:cNvContentPartPr/>
              <p14:nvPr/>
            </p14:nvContentPartPr>
            <p14:xfrm>
              <a:off x="4028040" y="990360"/>
              <a:ext cx="3418920" cy="7246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409CE71-FDE2-27B3-D5EE-F5D712DB68C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18680" y="981000"/>
                <a:ext cx="3437640" cy="743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713375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A9CD7-75B0-90CD-6B7E-FAA82C29A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38805-F5FC-5A87-067C-33F2162EE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82" y="274638"/>
            <a:ext cx="11429999" cy="1143000"/>
          </a:xfrm>
        </p:spPr>
        <p:txBody>
          <a:bodyPr/>
          <a:lstStyle/>
          <a:p>
            <a:r>
              <a:rPr lang="en-US" dirty="0"/>
              <a:t>NOT ALWAYS POSSIBLE TO ANIMATE! So, plot loss value</a:t>
            </a:r>
          </a:p>
        </p:txBody>
      </p:sp>
      <p:pic>
        <p:nvPicPr>
          <p:cNvPr id="7" name="Content Placeholder 6" descr="small learning rate">
            <a:extLst>
              <a:ext uri="{FF2B5EF4-FFF2-40B4-BE49-F238E27FC236}">
                <a16:creationId xmlns:a16="http://schemas.microsoft.com/office/drawing/2014/main" id="{44A6CACA-8E37-D4F2-CDA7-38412A1E9A05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450082" y="1607127"/>
            <a:ext cx="3872537" cy="2904403"/>
          </a:xfr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A4F1DDD-D50F-74E6-ECFA-69D69C60A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9241" y="1909618"/>
            <a:ext cx="4738832" cy="468713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856CDD7-7BF8-23AD-A5A8-A4F3E3039377}"/>
                  </a:ext>
                </a:extLst>
              </p14:cNvPr>
              <p14:cNvContentPartPr/>
              <p14:nvPr/>
            </p14:nvContentPartPr>
            <p14:xfrm>
              <a:off x="6114600" y="3169080"/>
              <a:ext cx="5321880" cy="26362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856CDD7-7BF8-23AD-A5A8-A4F3E303937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05240" y="3159720"/>
                <a:ext cx="5340600" cy="2655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786116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4B38F-D119-0921-FF1E-3A09B25EF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65A89-3A78-61CF-D9DA-03B5C0B35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82" y="274638"/>
            <a:ext cx="11429999" cy="1143000"/>
          </a:xfrm>
        </p:spPr>
        <p:txBody>
          <a:bodyPr/>
          <a:lstStyle/>
          <a:p>
            <a:r>
              <a:rPr lang="en-US" dirty="0"/>
              <a:t>NOT ALWAYS POSSIBLE TO ANIMATE! So, plot parameter value</a:t>
            </a:r>
          </a:p>
        </p:txBody>
      </p:sp>
      <p:pic>
        <p:nvPicPr>
          <p:cNvPr id="7" name="Content Placeholder 6" descr="small learning rate">
            <a:extLst>
              <a:ext uri="{FF2B5EF4-FFF2-40B4-BE49-F238E27FC236}">
                <a16:creationId xmlns:a16="http://schemas.microsoft.com/office/drawing/2014/main" id="{464CAC8C-F255-369B-3A5E-BD0807F390AC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450082" y="1607127"/>
            <a:ext cx="3872537" cy="2904403"/>
          </a:xfr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2287F53-DD4C-DA64-B8F1-C14230F778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79241" y="1909618"/>
            <a:ext cx="4738832" cy="468713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B79C86E-A791-F77A-A9D3-040721669627}"/>
                  </a:ext>
                </a:extLst>
              </p14:cNvPr>
              <p14:cNvContentPartPr/>
              <p14:nvPr/>
            </p14:nvContentPartPr>
            <p14:xfrm>
              <a:off x="7354440" y="247680"/>
              <a:ext cx="4807080" cy="5787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B79C86E-A791-F77A-A9D3-04072166962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345080" y="238320"/>
                <a:ext cx="4825800" cy="5806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127574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D7B23-4009-5816-28A4-7C0619C2B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CF437-A038-C6B4-9D57-959C59414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82" y="274638"/>
            <a:ext cx="11429999" cy="1143000"/>
          </a:xfrm>
        </p:spPr>
        <p:txBody>
          <a:bodyPr/>
          <a:lstStyle/>
          <a:p>
            <a:r>
              <a:rPr lang="en-US" dirty="0"/>
              <a:t>LINEAR CONVERGENCE WITH LOG-LOSS value</a:t>
            </a:r>
          </a:p>
        </p:txBody>
      </p:sp>
      <p:pic>
        <p:nvPicPr>
          <p:cNvPr id="7" name="Content Placeholder 6" descr="small learning rate">
            <a:extLst>
              <a:ext uri="{FF2B5EF4-FFF2-40B4-BE49-F238E27FC236}">
                <a16:creationId xmlns:a16="http://schemas.microsoft.com/office/drawing/2014/main" id="{1FA76EBC-E291-CE13-6AAB-3D5638D70470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450082" y="1607127"/>
            <a:ext cx="3872537" cy="2904403"/>
          </a:xfr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2723DBA-394D-CAA6-19D6-71E2907015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79241" y="1909618"/>
            <a:ext cx="4738831" cy="468713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941D01E-CA24-A397-EA96-78DC6AB0E163}"/>
                  </a:ext>
                </a:extLst>
              </p14:cNvPr>
              <p14:cNvContentPartPr/>
              <p14:nvPr/>
            </p14:nvContentPartPr>
            <p14:xfrm>
              <a:off x="5674680" y="501480"/>
              <a:ext cx="6362640" cy="6318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941D01E-CA24-A397-EA96-78DC6AB0E16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65320" y="492120"/>
                <a:ext cx="6381360" cy="633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200560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1A2A6-28FA-623D-DDAB-58DD863F4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C872F29-E1EE-2B6F-46C9-1EBE1CB7733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249382" y="274638"/>
                <a:ext cx="11429999" cy="1143000"/>
              </a:xfrm>
            </p:spPr>
            <p:txBody>
              <a:bodyPr/>
              <a:lstStyle/>
              <a:p>
                <a:r>
                  <a:rPr lang="en-US" dirty="0"/>
                  <a:t>TOGETHER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C872F29-E1EE-2B6F-46C9-1EBE1CB773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49382" y="274638"/>
                <a:ext cx="11429999" cy="1143000"/>
              </a:xfrm>
              <a:blipFill>
                <a:blip r:embed="rId2"/>
                <a:stretch>
                  <a:fillRect l="-1221" b="-16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458E6F56-BAE5-03E0-3833-1F740FC48B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0258" y="1842655"/>
            <a:ext cx="11244857" cy="399010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1A6ED49-8ED2-0815-175F-BA18E9535CB9}"/>
                  </a:ext>
                </a:extLst>
              </p14:cNvPr>
              <p14:cNvContentPartPr/>
              <p14:nvPr/>
            </p14:nvContentPartPr>
            <p14:xfrm>
              <a:off x="3438360" y="228960"/>
              <a:ext cx="7391160" cy="64746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1A6ED49-8ED2-0815-175F-BA18E9535CB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29000" y="219600"/>
                <a:ext cx="7409880" cy="6493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956032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FBD33-4196-7F68-4402-FA3190007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81980-84AA-9FC4-95BA-330277A16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LOGISTIC REGRESSION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5AC880-152A-E5AB-26C1-787EE7AB77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Gradient Descent algorithm remains the same, we just have to calculate gradient</a:t>
            </a:r>
          </a:p>
        </p:txBody>
      </p:sp>
    </p:spTree>
    <p:extLst>
      <p:ext uri="{BB962C8B-B14F-4D97-AF65-F5344CB8AC3E}">
        <p14:creationId xmlns:p14="http://schemas.microsoft.com/office/powerpoint/2010/main" val="34396843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74FFA-9A62-6A4E-667D-FB3B440C2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F1C059E-6600-5886-FA16-46FD729B1E5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BINARY LOGISTIC REGRESSION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F1C059E-6600-5886-FA16-46FD729B1E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531" b="-16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34360A-B260-1882-5E1A-4A476F5A8808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09600" y="1600200"/>
                <a:ext cx="9956800" cy="5472404"/>
              </a:xfrm>
            </p:spPr>
            <p:txBody>
              <a:bodyPr>
                <a:noAutofit/>
              </a:bodyPr>
              <a:lstStyle/>
              <a:p>
                <a:r>
                  <a:rPr lang="en-US" dirty="0"/>
                  <a:t>In logistic regression, the loss function to minimize is given by,</a:t>
                </a:r>
                <a:br>
                  <a:rPr lang="en-US" dirty="0"/>
                </a:b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=1: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func>
                                      <m:func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>
                                            <a:latin typeface="Cambria Math" panose="02040503050406030204" pitchFamily="18" charset="0"/>
                                          </a:rPr>
                                          <m:t>exp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𝑓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sub>
                                            </m:sSub>
                                            <m:d>
                                              <m:d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e>
                                        </m:d>
                                      </m:e>
                                    </m:func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func>
                                      <m:func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>
                                            <a:latin typeface="Cambria Math" panose="02040503050406030204" pitchFamily="18" charset="0"/>
                                          </a:rPr>
                                          <m:t>exp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𝑓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sub>
                                            </m:sSub>
                                            <m:d>
                                              <m:d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e>
                                        </m:d>
                                      </m:e>
                                    </m:func>
                                  </m:den>
                                </m:f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</m:func>
                      </m:e>
                    </m:nary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=1: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func>
                                      <m:func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>
                                            <a:latin typeface="Cambria Math" panose="02040503050406030204" pitchFamily="18" charset="0"/>
                                          </a:rPr>
                                          <m:t>exp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𝑓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sub>
                                            </m:sSub>
                                            <m:d>
                                              <m:d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e>
                                        </m:d>
                                      </m:e>
                                    </m:func>
                                  </m:den>
                                </m:f>
                              </m:e>
                            </m:d>
                          </m:e>
                        </m:func>
                      </m:e>
                    </m:nary>
                  </m:oMath>
                </a14:m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       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1+</m:t>
                            </m:r>
                            <m:func>
                              <m:func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exp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e>
                            </m:func>
                          </m:e>
                        </m:d>
                      </m:e>
                    </m:func>
                  </m:oMath>
                </a14:m>
                <a:br>
                  <a:rPr lang="en-US" dirty="0"/>
                </a:br>
                <a:endParaRPr lang="en-US" dirty="0"/>
              </a:p>
              <a:p>
                <a:r>
                  <a:rPr lang="en-US" dirty="0"/>
                  <a:t>So gradient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err="1"/>
                  <a:t>wrt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is given by,   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∇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exp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𝑓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d>
                                  </m:e>
                                </m:func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exp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𝑓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d>
                                  </m:e>
                                </m:func>
                              </m:den>
                            </m:f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∇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nary>
                  </m:oMath>
                </a14:m>
                <a:br>
                  <a:rPr lang="en-US" b="0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br>
                  <a:rPr lang="en-US" b="0" dirty="0"/>
                </a:b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           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dirty="0"/>
              </a:p>
              <a:p>
                <a:endParaRPr lang="en-US" dirty="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endParaRP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34360A-B260-1882-5E1A-4A476F5A88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09600" y="1600200"/>
                <a:ext cx="9956800" cy="5472404"/>
              </a:xfrm>
              <a:blipFill>
                <a:blip r:embed="rId3"/>
                <a:stretch>
                  <a:fillRect l="-383" t="-8585" b="-11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60F173B-AD33-1A25-327A-125FBC253516}"/>
                  </a:ext>
                </a:extLst>
              </p14:cNvPr>
              <p14:cNvContentPartPr/>
              <p14:nvPr/>
            </p14:nvContentPartPr>
            <p14:xfrm>
              <a:off x="1648080" y="3528000"/>
              <a:ext cx="9999000" cy="33300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60F173B-AD33-1A25-327A-125FBC25351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38720" y="3518640"/>
                <a:ext cx="10017720" cy="3348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73200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F2124-FD18-2AD5-0A39-2EEBC57EF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B475C-3877-AF6D-A198-493D323C4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Gradient Descent For Logistic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13936D-DA21-BD9F-2B29-3EE7FFEC64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sz="1000" dirty="0"/>
              </a:p>
              <a:p>
                <a:endParaRPr lang="en-US" sz="1000" dirty="0"/>
              </a:p>
              <a:p>
                <a:pPr marL="0" indent="0">
                  <a:buNone/>
                </a:pPr>
                <a:r>
                  <a:rPr lang="en-US" dirty="0"/>
                  <a:t>Gradient Descent Algorithm: ((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is the iteration counter) )</a:t>
                </a:r>
              </a:p>
              <a:p>
                <a:pPr marL="0" indent="0">
                  <a:buNone/>
                </a:pPr>
                <a:endParaRPr lang="en-US" sz="1000" dirty="0"/>
              </a:p>
              <a:p>
                <a:r>
                  <a:rPr lang="en-US" dirty="0"/>
                  <a:t>Pick an initial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b="0" dirty="0"/>
                  <a:t> (subscript here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b="0" dirty="0"/>
                  <a:t> which is equal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0 </m:t>
                    </m:r>
                  </m:oMath>
                </a14:m>
                <a:r>
                  <a:rPr lang="en-US" b="0" dirty="0"/>
                  <a:t>initially) </a:t>
                </a:r>
              </a:p>
              <a:p>
                <a:endParaRPr lang="en-US" b="0" dirty="0"/>
              </a:p>
              <a:p>
                <a:r>
                  <a:rPr lang="en-US" dirty="0"/>
                  <a:t>Repeat (or Iterate or Update)</a:t>
                </a:r>
                <a:br>
                  <a:rPr lang="en-US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is the learning rate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nor/>
                          </m:rPr>
                          <a:rPr lang="en-US">
                            <a:latin typeface="Cambria Math" panose="02040503050406030204" pitchFamily="18" charset="0"/>
                          </a:rPr>
                          <m:t>th</m:t>
                        </m:r>
                      </m:sup>
                    </m:sSup>
                  </m:oMath>
                </a14:m>
                <a:r>
                  <a:rPr lang="en-US" dirty="0"/>
                  <a:t> iteration (also called as step size)</a:t>
                </a:r>
              </a:p>
              <a:p>
                <a:r>
                  <a:rPr lang="en-US" dirty="0"/>
                  <a:t>Natural choice for learning rate: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dirty="0"/>
                  <a:t> (that is, a constant learning rate)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Constant learning rate will work, but have to be sufficiently small!</a:t>
                </a:r>
              </a:p>
              <a:p>
                <a:endParaRPr lang="en-US" sz="1000" dirty="0"/>
              </a:p>
              <a:p>
                <a:endParaRPr lang="en-US" sz="1000" dirty="0"/>
              </a:p>
              <a:p>
                <a:pPr marL="0" indent="0" algn="ctr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13936D-DA21-BD9F-2B29-3EE7FFEC64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45C8D0-1AB8-0D45-97B0-2713A3E34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22963" y="6350454"/>
            <a:ext cx="8827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68DACDF-E1A9-A04C-A5FF-FC2443684BF5}" type="slidenum">
              <a:rPr lang="en-US" smtClean="0"/>
              <a:pPr/>
              <a:t>33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057F2AD-405D-A26B-AA22-3ABADFEFD0A9}"/>
                  </a:ext>
                </a:extLst>
              </p14:cNvPr>
              <p14:cNvContentPartPr/>
              <p14:nvPr/>
            </p14:nvContentPartPr>
            <p14:xfrm>
              <a:off x="4814280" y="4191120"/>
              <a:ext cx="4732920" cy="1137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057F2AD-405D-A26B-AA22-3ABADFEFD0A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04920" y="4181760"/>
                <a:ext cx="4751640" cy="1156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6309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AD4A3-0E4C-5B02-B34B-A98A8B6E6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MULTICLASS LOGISTIC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F8E4C-70A1-5A09-F8CD-A25AD0BF1763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Loss function for multiclass (i.e.,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can take more than 2 values, not binary) logistic regression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classes can be derived similarly</a:t>
                </a:r>
              </a:p>
              <a:p>
                <a:r>
                  <a:rPr lang="en-US" dirty="0"/>
                  <a:t>In this case, the loss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to minimize becomes,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sub>
                            </m:sSub>
                            <m:func>
                              <m:func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sym typeface="Rockwell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  <a:sym typeface="Rockwell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sym typeface="Rockwell"/>
                                              </a:rPr>
                                              <m:t>𝑃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sym typeface="Rockwell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sym typeface="Rockwell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sym typeface="Rockwell"/>
                                          </a:rPr>
                                          <m:t>𝑌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sym typeface="Rockwell"/>
                                          </a:rPr>
                                          <m:t>=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sym typeface="Rockwell"/>
                                          </a:rPr>
                                          <m:t>𝑐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sym typeface="Rockwell"/>
                                          </a:rPr>
                                          <m:t>|</m:t>
                                        </m:r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  <a:sym typeface="Rockwell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sym typeface="Rockwell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  <a:sym typeface="Rockwell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e>
                            </m:func>
                          </m:e>
                        </m:nary>
                      </m:e>
                    </m:nary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where, </a:t>
                </a:r>
                <a:br>
                  <a:rPr lang="en-US" dirty="0"/>
                </a:br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1, 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if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otherwise</m:t>
                            </m:r>
                          </m:e>
                        </m:eqAr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So,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one-hot (one label per data point as in our example before) encoded, then we get just one term per data point!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F8E4C-70A1-5A09-F8CD-A25AD0BF17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3"/>
                <a:stretch>
                  <a:fillRect l="-383" t="-1302" b="-171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7946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9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 dirty="0"/>
              <a:t>ACKNOWLEDGMENTS</a:t>
            </a:r>
            <a:endParaRPr dirty="0"/>
          </a:p>
        </p:txBody>
      </p:sp>
      <p:sp>
        <p:nvSpPr>
          <p:cNvPr id="471" name="Google Shape;471;p29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These slides use materials by the Brian </a:t>
            </a:r>
            <a:r>
              <a:rPr lang="en-US" dirty="0" err="1"/>
              <a:t>Ziebart</a:t>
            </a: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23066</TotalTime>
  <Words>1561</Words>
  <Application>Microsoft Macintosh PowerPoint</Application>
  <PresentationFormat>宽屏</PresentationFormat>
  <Paragraphs>159</Paragraphs>
  <Slides>35</Slides>
  <Notes>9</Notes>
  <HiddenSlides>2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4" baseType="lpstr">
      <vt:lpstr>Arial</vt:lpstr>
      <vt:lpstr>Calibri</vt:lpstr>
      <vt:lpstr>Cambria Math</vt:lpstr>
      <vt:lpstr>Gill Sans MT</vt:lpstr>
      <vt:lpstr>Rockwell</vt:lpstr>
      <vt:lpstr>Times</vt:lpstr>
      <vt:lpstr>Wingdings</vt:lpstr>
      <vt:lpstr>Wingdings 2</vt:lpstr>
      <vt:lpstr>Oriel</vt:lpstr>
      <vt:lpstr>LOGISTIC REGRESSION</vt:lpstr>
      <vt:lpstr>LOGISTIC REGRESSION: DECISION BOUNDARY</vt:lpstr>
      <vt:lpstr>SIGMOID FUNCTION</vt:lpstr>
      <vt:lpstr>LOGISTIC REGRESSION: MODEL CONDITIONAL PROBABILITY</vt:lpstr>
      <vt:lpstr>FINALLY, LOGISTIC REGRESSION USING LIKELIHOOD</vt:lpstr>
      <vt:lpstr>Log Reg FOR BINARY PREDICTION VARIABLES y</vt:lpstr>
      <vt:lpstr>INCREASING FUNCTIONS DO NOT CHANGE MAXIMIZERS</vt:lpstr>
      <vt:lpstr>LOGISTIC REGRESSION LOSS FUNCTION</vt:lpstr>
      <vt:lpstr>CONVEXITY: IS THE SECOND DERIVATIVE POSITIVE ALWAYS?</vt:lpstr>
      <vt:lpstr>CLASSIFICATION WITH LOGISTIC LOSS IS CONVEX</vt:lpstr>
      <vt:lpstr>Summary OF BINARY LOGISTIC REGRESSION</vt:lpstr>
      <vt:lpstr>MULTICLASS LOGISTIC REGRESSION</vt:lpstr>
      <vt:lpstr>LINEAR ALGEBRA AND MACHINE LEARNING</vt:lpstr>
      <vt:lpstr>NUMERICAL OPTIMIZATION</vt:lpstr>
      <vt:lpstr>HOW TO FIND PARAMETERS OF LOGISTIC REGRESSION?</vt:lpstr>
      <vt:lpstr>SMOOTH OPTIMIZATION</vt:lpstr>
      <vt:lpstr>Gradient Descent: Basic Iterative Algorithm</vt:lpstr>
      <vt:lpstr>First Iteration of GD on L(θ)=θ^2 with γ=0.2,  "and" θ_0=4</vt:lpstr>
      <vt:lpstr>Second Iteration of GD on L(θ)=θ^2 with γ=0.2,  "and" θ_0=4</vt:lpstr>
      <vt:lpstr>After 30 Iterations of GD on L(θ)=θ^2 with γ=0.2,  "and" θ_0=4</vt:lpstr>
      <vt:lpstr>IMPACT OF LEARNING RATE</vt:lpstr>
      <vt:lpstr>Can View as an Animation in MATPLOTLIB with γ=0.9</vt:lpstr>
      <vt:lpstr>Can View as an Animation in MATPLOTLIB with γ=0.2</vt:lpstr>
      <vt:lpstr>NONCONVEX LOSS: L(θ)=θ^4/16-θ^3/16-θ^2/2-θ/4-1/20 with γ=0.2, θ_0=4</vt:lpstr>
      <vt:lpstr>NONCONVEX LOSS: L(θ)=θ^4/16-θ^3/16-θ^2/2-θ/4-1/20 with γ=0.72, θ_0=4</vt:lpstr>
      <vt:lpstr>HOW TO KNOW IF WE ARE SOLVING?</vt:lpstr>
      <vt:lpstr>NOT ALWAYS POSSIBLE TO ANIMATE! So, plot loss value</vt:lpstr>
      <vt:lpstr>NOT ALWAYS POSSIBLE TO ANIMATE! So, plot parameter value</vt:lpstr>
      <vt:lpstr>LINEAR CONVERGENCE WITH LOG-LOSS value</vt:lpstr>
      <vt:lpstr>TOGETHER for L(θ)=θ^2</vt:lpstr>
      <vt:lpstr>SOLVING LOGISTIC REGRESSION</vt:lpstr>
      <vt:lpstr>BINARY LOGISTIC REGRESSION with f_θ (x_i )=θ^⊤ x_i</vt:lpstr>
      <vt:lpstr>Gradient Descent For Logistic Regression</vt:lpstr>
      <vt:lpstr>MULTICLASS LOGISTIC REGRESSION</vt:lpstr>
      <vt:lpstr>ACKNOWLEDGMENTS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DATA SCIENCE</dc:title>
  <dc:subject/>
  <dc:creator>sathya@uic.edu</dc:creator>
  <cp:keywords/>
  <dc:description/>
  <cp:lastModifiedBy>yuting lu</cp:lastModifiedBy>
  <cp:revision>833</cp:revision>
  <dcterms:created xsi:type="dcterms:W3CDTF">2017-08-21T17:08:06Z</dcterms:created>
  <dcterms:modified xsi:type="dcterms:W3CDTF">2024-11-26T04:38:39Z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">
    <vt:lpwstr>Sathya Ravi</vt:lpwstr>
  </property>
</Properties>
</file>