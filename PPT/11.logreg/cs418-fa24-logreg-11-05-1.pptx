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8.xml" ContentType="application/inkml+xml"/>
  <Override PartName="/ppt/notesSlides/notesSlide11.xml" ContentType="application/vnd.openxmlformats-officedocument.presentationml.notesSlide+xml"/>
  <Override PartName="/ppt/ink/ink9.xml" ContentType="application/inkml+xml"/>
  <Override PartName="/ppt/notesSlides/notesSlide12.xml" ContentType="application/vnd.openxmlformats-officedocument.presentationml.notesSlide+xml"/>
  <Override PartName="/ppt/ink/ink10.xml" ContentType="application/inkml+xml"/>
  <Override PartName="/ppt/notesSlides/notesSlide13.xml" ContentType="application/vnd.openxmlformats-officedocument.presentationml.notesSlide+xml"/>
  <Override PartName="/ppt/ink/ink11.xml" ContentType="application/inkml+xml"/>
  <Override PartName="/ppt/notesSlides/notesSlide14.xml" ContentType="application/vnd.openxmlformats-officedocument.presentationml.notesSlide+xml"/>
  <Override PartName="/ppt/ink/ink12.xml" ContentType="application/inkml+xml"/>
  <Override PartName="/ppt/notesSlides/notesSlide15.xml" ContentType="application/vnd.openxmlformats-officedocument.presentationml.notesSlide+xml"/>
  <Override PartName="/ppt/ink/ink13.xml" ContentType="application/inkml+xml"/>
  <Override PartName="/ppt/notesSlides/notesSlide16.xml" ContentType="application/vnd.openxmlformats-officedocument.presentationml.notesSlide+xml"/>
  <Override PartName="/ppt/ink/ink14.xml" ContentType="application/inkml+xml"/>
  <Override PartName="/ppt/notesSlides/notesSlide17.xml" ContentType="application/vnd.openxmlformats-officedocument.presentationml.notesSlide+xml"/>
  <Override PartName="/ppt/ink/ink15.xml" ContentType="application/inkml+xml"/>
  <Override PartName="/ppt/notesSlides/notesSlide18.xml" ContentType="application/vnd.openxmlformats-officedocument.presentationml.notesSlide+xml"/>
  <Override PartName="/ppt/ink/ink16.xml" ContentType="application/inkml+xml"/>
  <Override PartName="/ppt/notesSlides/notesSlide19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20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notesSlides/notesSlide21.xml" ContentType="application/vnd.openxmlformats-officedocument.presentationml.notesSlide+xml"/>
  <Override PartName="/ppt/ink/ink21.xml" ContentType="application/inkml+xml"/>
  <Override PartName="/ppt/notesSlides/notesSlide22.xml" ContentType="application/vnd.openxmlformats-officedocument.presentationml.notesSlide+xml"/>
  <Override PartName="/ppt/ink/ink22.xml" ContentType="application/inkml+xml"/>
  <Override PartName="/ppt/notesSlides/notesSlide23.xml" ContentType="application/vnd.openxmlformats-officedocument.presentationml.notesSlide+xml"/>
  <Override PartName="/ppt/ink/ink23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24.xml" ContentType="application/inkml+xml"/>
  <Override PartName="/ppt/notesSlides/notesSlide26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notesSlides/notesSlide27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notesSlides/notesSlide28.xml" ContentType="application/vnd.openxmlformats-officedocument.presentationml.notesSlide+xml"/>
  <Override PartName="/ppt/ink/ink29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3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40"/>
  </p:notesMasterIdLst>
  <p:sldIdLst>
    <p:sldId id="276" r:id="rId2"/>
    <p:sldId id="277" r:id="rId3"/>
    <p:sldId id="279" r:id="rId4"/>
    <p:sldId id="278" r:id="rId5"/>
    <p:sldId id="280" r:id="rId6"/>
    <p:sldId id="281" r:id="rId7"/>
    <p:sldId id="283" r:id="rId8"/>
    <p:sldId id="284" r:id="rId9"/>
    <p:sldId id="285" r:id="rId10"/>
    <p:sldId id="515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516" r:id="rId21"/>
    <p:sldId id="297" r:id="rId22"/>
    <p:sldId id="261" r:id="rId23"/>
    <p:sldId id="260" r:id="rId24"/>
    <p:sldId id="521" r:id="rId25"/>
    <p:sldId id="517" r:id="rId26"/>
    <p:sldId id="262" r:id="rId27"/>
    <p:sldId id="263" r:id="rId28"/>
    <p:sldId id="264" r:id="rId29"/>
    <p:sldId id="269" r:id="rId30"/>
    <p:sldId id="518" r:id="rId31"/>
    <p:sldId id="519" r:id="rId32"/>
    <p:sldId id="520" r:id="rId33"/>
    <p:sldId id="265" r:id="rId34"/>
    <p:sldId id="266" r:id="rId35"/>
    <p:sldId id="268" r:id="rId36"/>
    <p:sldId id="522" r:id="rId37"/>
    <p:sldId id="523" r:id="rId38"/>
    <p:sldId id="286" r:id="rId39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0099A61-60B1-E343-B0A1-10E31D92ED86}">
          <p14:sldIdLst>
            <p14:sldId id="276"/>
            <p14:sldId id="277"/>
            <p14:sldId id="279"/>
            <p14:sldId id="278"/>
            <p14:sldId id="280"/>
            <p14:sldId id="281"/>
            <p14:sldId id="283"/>
            <p14:sldId id="284"/>
            <p14:sldId id="285"/>
            <p14:sldId id="515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516"/>
            <p14:sldId id="297"/>
            <p14:sldId id="261"/>
            <p14:sldId id="260"/>
            <p14:sldId id="521"/>
            <p14:sldId id="517"/>
            <p14:sldId id="262"/>
            <p14:sldId id="263"/>
            <p14:sldId id="264"/>
            <p14:sldId id="269"/>
            <p14:sldId id="518"/>
            <p14:sldId id="519"/>
            <p14:sldId id="520"/>
            <p14:sldId id="265"/>
            <p14:sldId id="266"/>
            <p14:sldId id="268"/>
            <p14:sldId id="522"/>
            <p14:sldId id="523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6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8F00"/>
    <a:srgbClr val="FE8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1"/>
    <p:restoredTop sz="75710"/>
  </p:normalViewPr>
  <p:slideViewPr>
    <p:cSldViewPr snapToGrid="0">
      <p:cViewPr varScale="1">
        <p:scale>
          <a:sx n="81" d="100"/>
          <a:sy n="81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138" Type="http://schemas.openxmlformats.org/officeDocument/2006/relationships/viewProps" Target="viewProps.xml"/><Relationship Id="rId141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139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137" Type="http://schemas.openxmlformats.org/officeDocument/2006/relationships/presProps" Target="presProps.xml"/><Relationship Id="rId20" Type="http://schemas.openxmlformats.org/officeDocument/2006/relationships/slide" Target="slides/slide19.xml"/><Relationship Id="rId14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8.563"/>
    </inkml:context>
    <inkml:brush xml:id="br0">
      <inkml:brushProperty name="height" value="0.053" units="cm"/>
      <inkml:brushProperty name="color" value="#FF0000"/>
    </inkml:brush>
  </inkml:definitions>
  <inkml:trace contextRef="#ctx0" brushRef="#br0">21322 5192 8912,'9'-9'0,"-1"1"0,-8 0 0,-2 7 0,-4-5 0,4 2 0,-5 0 0,-1-2 0,6 3 0,-4 8 0,4 5 0,2 7 0,0 4 0,0 8 0,0 3 0,-2 18 0,-1 5 0,-3 5 0,0 8 0,6 7 0,-6-1 0,1-5 0,-7-8 0,6-5 0,1-10 0,-3-12 0,6-7 0,-5-22 0,7-10 0,0-13 0,0-18 0,0-4 0,0-6 0,0-3 0,0-3 0,0 0 0,0 1 0,0-3 0,0-3 0,5 2 0,1-8 0,2 7 0,-3 1 0,5 7 0,-1 8 0,7 11 0,-5 6 0,6 12 0,6 5 0,-2 8 0,8 9 0,-6 10 0,6 20 0,-2 4 0,1 13 0,3 3 0,-8 8 0,-2 1 0,-2 5 0,-4-12 0,-3 0 0,1-8 0,-7-3 0,-2-1 0,-2 1 0,3-14 0,1-3 0,0-12 0,-6-1 0,0-2 0,-8-11 0,-3-3 0,-5-4 0,-9-17 0,-1-5 0</inkml:trace>
  <inkml:trace contextRef="#ctx0" brushRef="#br0" timeOffset="1">21339 5743 8912,'0'11'0,"0"0"0,0 3 0,0-7 0,2 1 0,3-8 0,5-6 0,7-1 0,2-1 0,4 0 0,4-5 0,7 2 0,3-5 0,3-1 0,-4 6 0,6 1 0,0 2 0,-5-5 0,5 4 0</inkml:trace>
  <inkml:trace contextRef="#ctx0" brushRef="#br0" timeOffset="2">22044 5622 8912,'0'17'0,"0"-7"0,-7-2 0,-3-8 0,-5 1 0,3 5 0,5-2 0,7 7 0,0 3 0,0 7 0,0 4 0,0 1 0,0 3 0,0 5 0,0 1 0,0-1 0,0 1 0,0-1 0,0-2 0,0-3 0,0-4 0,-2-10 0,-4-3 0,4-12 0,-4-12 0,4-7 0,2-9 0,0-3 0,0-15 0,0-2 0,0-1 0,6 3 0,0 0 0,7 0 0,-1-5 0,3 7 0,2 5 0,-1 7 0,-5 3 0,10 14 0,-4-2 0,4 13 0,-3 4 0,-1 15 0,-2 16 0,-2 5 0,-1 4 0,-3 6 0,3-6 0,1 6 0,-5-6 0,0-4 0,-1-5 0,5 0 0,-7-8 0,9-6 0,-3-6 0,-3-7 0,7-4 0,-5-10 0</inkml:trace>
  <inkml:trace contextRef="#ctx0" brushRef="#br0" timeOffset="3">22595 5571 8912,'-8'11'0,"-3"-1"0,-4-1 0,-3 1 0,1-5 0,0 7 0,2-1 0,3 7 0,-1-1 0,7 0 0,2 0 0,2 0 0,2 2 0,0 4 0,6-2 0,0 8 0,0-8 0,-6 2 0,1-4 0,5-2 0,-4 0 0,8-7 0,-5-4 0,-3-4 0,6-16 0,-8-3 0,6-12 0,-1 1 0,1-7 0,2-5 0,-4 2 0,7-8 0,-5 8 0,5-2 0,1 4 0,5 1 0,-6 3 0,1 3 0,-1 10 0,7 7 0,-7 9 0,1-3 0,-3 14 0,3 9 0,1 13 0,-5 12 0,-1 0 0,1 0 0,3-1 0,-5-7 0,6 0 0,-7 1 0,7-7 0,-5-1 0,3-2 0,1-4 0,7-10 0,-9-3 0,7-16 0,-7-1 0</inkml:trace>
  <inkml:trace contextRef="#ctx0" brushRef="#br0" timeOffset="4">23146 5519 8912,'-8'11'0,"-3"1"0,-5-4 0,-1 9 0,-6-2 0,0 14 0,-6-1 0,7 7 0,4 5 0,9 0 0,1-2 0,4-2 0,2 3 0,2-5 0,8-3 0,3-14 0,11-8 0,0-3 0,9-6 0,-2-6 0,3-5 0,3-12 0,-7-9 0,1-9 0,-2-4 0,0 4 0,-8 1 0,-6-2 0,-9 6 0,2-4 0,-12 0 0,-6 5 0,-5 1 0,-6 17 0,-5-2 0,-13 13 0,5 2 0,-4 10 0,4 11 0,1 12 0,8 1 0,4 1 0,4-2 0,2-1 0,0 7 0</inkml:trace>
  <inkml:trace contextRef="#ctx0" brushRef="#br0" timeOffset="5">23576 5605 8912,'6'-17'0,"-1"0"0,1-1 0,-6 1 0,-2 6 0,-4-1 0,-3 8 0,-8-1 0,-1 3 0,3 4 0,2 3 0,3 9 0,3 7 0,-1 0 0,2 8 0,4-7 0,-3 7 0,3-6 0,2 6 0,0-3 0,0 3 0,5-4 0,1-8 0,7-2 0,-3-1 0,2-5 0,-1-1 0,0-2 0,7-6 0,-1-8 0,0-3 0,0-12 0,1-6 0,-3-3 0,-4-3 0,5-5 0,-5 0 0,-3 0 0,-3 5 0,-1 9 0,0 3 0,2 4 0,0 9 0,-6 16 0,0 11 0,0 12 0,0-1 0,0 5 0,0 1 0,7-1 0,5-5 0,3-3 0,2-8 0,0-1 0,3-5 0,1-5 0,1-4 0,9-4 0,-2-4 0,1-5 0,-1-12 0,4-4 0,-5-7 0,-1-1 0,2 1 0,-10-1 0,-2 1 0,-2 0 0,-9-1 0,0 8 0,-6 5 0,0 2 0,0 13 0,0 7 0,-6 7 0,0 11 0,-5 6 0,5 5 0,-2 9 0,3 2 0,1 1 0,-8-7 0,7-5 0,-7-1 0,6-1 0,-5 2 0,5-3 0,-5-3 0,7-9 0,-4 1 0,1-5 0,5-5 0,-4-7 0,12-3 0,3-11 0,9-7 0,-1-13 0,0 2 0,6-6 0,0 0 0,2 1 0,-2-7 0,-4 3 0,6-3 0,-2 7 0,-1 9 0,0 5 0,-11 8 0,4 7 0,-3 5 0,-5 7 0,-1 9 0,-4 8 0,-2 15 0,0 8 0,0 4 0,-8-4 0,-3-2 0,1 3 0,-1-3 0,1 0 0,-1-8 0,5-3 0,4-6 0,2-4 0,0-2 0,0 0 0</inkml:trace>
  <inkml:trace contextRef="#ctx0" brushRef="#br0" timeOffset="6">24746 5364 8912,'-17'10'0,"0"-1"0,-1-3 0,1-2 0,0 7 0,0 3 0,0 1 0,-1 2 0,3 2 0,2 4 0,1 6 0,1 5 0,-6 6 0,5-1 0,1 6 0,5-1 0,-4 2 0,3-6 0,3-3 0,2-11 0,2-3 0,2-5 0,4-7 0,5-5 0,4-4 0,10-4 0,4-4 0,5-11 0,6-12 0,-3-3 0,3-3 0,-4 5 0,-1-5 0,-1 5 0,1-10 0,-9 3 0,-3 3 0,-9 0 0,-3-1 0,-7 8 0,0 6 0,-8 8 0,-8 7 0,-10 4 0,-7 2 0,-4 16 0,-1 7 0,-1 9 0,1 8 0,0-2 0,1 6 0,4-2 0,7-3 0,4-3 0,7-2 0,5-5 0,12 0 0,5-10 0,12-2 0,8-9 0,7-7 0,6-2 0,8-5 0,-6-6 0,-1-11 0,-4 2 0,5-7 0,-8 5 0,2-6 0,-4 1 0,-1-7 0</inkml:trace>
  <inkml:trace contextRef="#ctx0" brushRef="#br0" timeOffset="7">25641 5622 8912,'-27'27'0,"-5"-8"0,3-8 0,10-7 0,2 2 0,3-4 0,5-2 0,1 2 0,8 4 0,0 5 0,0 4 0,6 3 0,0-1 0,-1 0 0,-5 0 0,6 6 0,0 0 0,-1 2 0,-5-2 0,-1-6 0,-3 2 0,-2-6 0,2 1 0,-5-7 0,7 1 0,-6-8 0,8-8 0,0-3 0,0-6 0,0-6 0,2 2 0,4-8 0,3 0 0,8-5 0,1 0 0,-1-1 0,-6 7 0,1-1 0,-1 8 0,7-2 0,-7 4 0,0 2 0,1 7 0,5 4 0,-5 5 0,-3 2 0,1 5 0,-1 6 0,-5 9 0,2 2 0,1 7 0,-1-1 0,0-2 0,-6 1 0,-2-5 0,-4 6 0,4-8 0,-3 2 0,-3-4 0,0-4 0,1-1 0,-1-3 0,2-7 0,6-4 0,2-14 0,2-7 0,2-7 0,7-3 0,-1 3 0,3-3 0,2 8 0,-2-6 0,-3 6 0,3 6 0,-3 6 0,3-1 0,2 3 0,0 1 0,1 8 0,-1 2 0,0 4 0,6-2 0,0 7 0,8-5 0,-5 3 0,3-1 0,0-4 0,3-2 0,3-2 0,3 0 0,-9 0 0,3-2 0,2-4 0,-3-3 0,-8-9 0,-2 1 0,-15 0 0,-1 0 0,-5 0 0,-1-1 0,-5 1 0,-6 2 0,-11 3 0,-1-1 0,-5 7 0,-4 1 0,5 5 0,-5 2 0,-1 3 0,5 7 0,0 11 0,8-2 0,-2 7 0,4 3 0,2 1 0,8 3 0,3-1 0,4 1 0,2-1 0,8-5 0,3-1 0,14-9 0,9-1 0,8-9 0,10-9 0,5 0 0,1-4 0,-3-7 0,-1-12 0,5-8 0,2-3 0</inkml:trace>
  <inkml:trace contextRef="#ctx0" brushRef="#br0" timeOffset="8">26811 5519 8912,'-2'10'0,"-4"-5"0,3-1 0,-9 2 0,1-2 0,-7 7 0,7-1 0,0 3 0,-3 0 0,-1 7 0,0-3 0,1 6 0,3-2 0,-3 2 0,5-4 0,-1 4 0,3-4 0,3-2 0,-4 0 0,2 0 0,-1-5 0,1-1 0,4-7 0,-6 2 0,8-12 0,0-4 0,0-7 0,2-8 0,4-1 0,6-3 0,3 0 0,2 1 0,0-7 0,0 3 0,1 3 0,5-1 0,0 7 0,1 6 0,-1 5 0,-4 8 0,4-1 0,-2 5 0,0 7 0,2 8 0,-2 6 0,-1 10 0,-3-2 0,-6 3 0,1 3 0,-7-7 0,5-1 0,-2-2 0,-5-4 0,5-8 0,-2-1 0,7-9 0,-3 5 0,7-8 0</inkml:trace>
  <inkml:trace contextRef="#ctx0" brushRef="#br0" timeOffset="9">27293 4917 8912,'10'-7'0,"-3"-3"0,-7-7 0,0 5 0,0 1 0,-7 7 0,-3 0 0,0 8 0,-3 13 0,7 14 0,2 9 0,3 12 0,-1 9 0,-2 13 0,-2 6 0,2 4 0,2 8 0,2 0 0,0-10 0,0-13 0,0-10 0,0-13 0,2-8 0,4-15 0,5-12 0,5-14 0,1-9 0,0-11 0,0-5 0,6-5 0,0-1 0,2-1 0,-2-1 0,4-2 0,0-2 0,3 0 0,-5 3 0,0-1 0,0-2 0,3-6 0,-5 6 0,0 6 0,-5 5 0,-9 16 0,-1-10 0,-8 30 0,0 5 0,0 13 0,0 7 0,0 8 0,0 2 0,0 0 0,0 0 0,0 0 0,0-2 0,7-3 0,5 3 0,1-11 0,-1-7 0,1-2 0,-7-3 0,-2 0 0,-2-8 0,-12-1 0,-7-8 0,-2 0 0,-10 0 0,6 0 0,-6 0 0,1-8 0,-14-1 0,-2-8 0</inkml:trace>
  <inkml:trace contextRef="#ctx0" brushRef="#br0" timeOffset="10">27000 5347 8912,'-28'10'0,"1"-5"0,2-3 0,2-9 0,16-3 0,7-7 0,15 2 0,15 1 0,9 3 0,7-3 0,3-1 0,3-2 0,5 2 0,1 3 0,9-3 0,1 3-848,1 5 0,23-16 0,-4 4 0</inkml:trace>
  <inkml:trace contextRef="#ctx0" brushRef="#br0" timeOffset="11">28446 5124 8912,'-42'0'0,"13"-8"0,-3-2 0,22 1 0,2 3 0,8 12 0,8 3 0,4 9 0,11-1 0,-4 8 0,6 1 0</inkml:trace>
  <inkml:trace contextRef="#ctx0" brushRef="#br0" timeOffset="12">28291 5725 8912,'-42'0'0,"13"0"0,1 0 0,7 0 0,13-2 0,8-1 0,10-3 0,12-8 0,7 5 0,4-3 0,1 1 0,0-8 0,1-8 0</inkml:trace>
  <inkml:trace contextRef="#ctx0" brushRef="#br0" timeOffset="13">21390 7204 8912,'27'17'0,"-10"-5"0,-11-1 0,-6 4 0,-6 6 0,-3 8 0,-8 13 0,1 10 0,5 9 0,-4 8 0,3 5 0,-1 4 0,1 1 0,-1-1 0,5-5 0,1 1 0,-1-1 0,2-5 0,6-5 0,0-5 0,0-14 0,2-10 0,4-9 0,3-14 0,9-5 0,-1-12 0,8-11 0,1-10 0</inkml:trace>
  <inkml:trace contextRef="#ctx0" brushRef="#br0" timeOffset="14">21993 7737 8912,'-29'0'0,"0"0"0,8 0 0,-2 0 0,4 6 0,2 1 0,0 3 0,0 3 0,1 2 0,5 3 0,1-1 0,6 0 0,-1 0 0,1 0 0,4-7 0,6-4 0,3 1 0,8-1 0,6 0 0,0-6 0,2-6 0,-4-2 0,2-3 0,-2-8 0,-2 2 0,-2-6 0,-5 4 0,-1 1 0,-7 1 0,2 0 0,-4 0 0,-4 9 0,-2 8 0,-2 10 0,-7 5 0,3 2 0</inkml:trace>
  <inkml:trace contextRef="#ctx0" brushRef="#br0" timeOffset="15">23025 7393 8912,'14'0'0,"-9"0"0,-8 2 0,-5 4 0,-7 5 0,3 12 0,-1 6 0,1 3 0,-1 18 0,7 7 0,2 8 0,2 4 0,2 2 0,0 1 0,2 1 0,4-6 0,4 0 0,7-10 0,-6-2 0,-1-11 0,-1-8 0,1-5 0,-6-10 0,2 2 0,-5-12 0,-1-11 0,-15-24 0,-4-13 0</inkml:trace>
  <inkml:trace contextRef="#ctx0" brushRef="#br0" timeOffset="16">22870 7341 8912,'21'10'0,"-3"-4"0,-13-4 0,11-10 0,-5-3 0,12 1 0,6-1 0,11-1 0,8-3 0,5 1 0,5 3 0,5 7 0,-6-2 0,0 5 0,-5 1 0,-4 15 0,-8 8 0,-9 9 0,-20 8 0,-7 12 0,-18 13 0,-16 6 0,-18 3 0,-11-1 0,-10-10 0,0-4-199,0-8 1,2-7 198,4-3 0,14-15 0,14-9 0,8-7 0,10-10 0,10-8 0,7-3 0,7-12 0,10-4 0</inkml:trace>
  <inkml:trace contextRef="#ctx0" brushRef="#br0" timeOffset="17">23593 7806 8912,'8'-10'0,"-6"-5"0,7 7 0,-3-3 0,4 3 0,7 16 0,2 5 0,2 8 0,2 8 0,0 5 0,-6 6 0,0-3 0,0 3 0,1 2 0,-1-2 0,-8 0 0,-3-6 0,2-1 0,-3-5 0,-1-3 0,-8-7 0,-3-3 0,-3-4 0,-1-3 0,-6-8 0,-1-13 0,1-5 0,0-10 0,0-1 0,7-3 0,4-3 0,5 1 0,1-1 0,1-5 0,5 0 0,6 0 0,11 6 0,7 1 0,8 5 0,6-3 0,8 8 0,7 0 0,3 6 0,6 0 0</inkml:trace>
  <inkml:trace contextRef="#ctx0" brushRef="#br0" timeOffset="18">24367 7788 8912,'0'18'0,"0"-1"0,0 0 0,-7 2 0,-5 4 0,-3-2 0,-2 8 0,-6-6 0,0 5 0,0 1 0,6 5 0,2 1 0,3-3 0,6-3 0,4-6 0,4-4 0,4-2 0,4-7 0,7-5 0,6-10 0,0-7 0,5-11 0,-5-5 0,0-5 0,-6-1 0,1-1 0,-1 1 0,-6 0 0,1-1 0,-8 3 0,1 3 0,-8 4 0,-3 8 0,-8 0 0,3 0 0,-4 7 0,-4 4 0,-2 4 0,-2 2 0,5 2 0,7 4 0,5 4 0,-5 7 0,7-6 0,-2 1 0,12-3 0,5 3 0,5-6 0,1-5 0,6-1 0,0 0 0,13 0 0,-2 0 0,10-5 0,-3-1 0,-1-5 0,-6 5 0,-1 2 0,-5 2 0,5 2 0,-14 8 0,4 3 0,-10 12 0,-1 6 0,-8 5 0,1 6 0,-1 4 0,2 8 0,-4 5 0,4 0 0,-5 1 0,-1-7 0,0 1 0,0-1 0,0 5 0,0-5 0,-7-5 0,-5-17 0,-5 1 0,-4-7 0,-2-2 0,2-1 0,-4-11 0,2-3 0,-2-6 0,3-6 0,1-7 0,-8-16 0,0-2 0,-5-14 0,1-9 0,5-9 0,-13-19 0,5-6 0</inkml:trace>
  <inkml:trace contextRef="#ctx0" brushRef="#br0" timeOffset="19">24281 7806 8912,'0'-56'0,"0"7"0,0 5 0,-1 5 0,-3 11 0,-2 5 0,2 4 0,2 7 0,2 1 0,2 7 0,4-2 0,3 4 0,9 2 0,1 2 0,4 4 0,9 4 0,12 7 0,4 0 0,6 0 0,3 0 0,0 1 0,-3 6 0,5 3 0</inkml:trace>
  <inkml:trace contextRef="#ctx0" brushRef="#br0" timeOffset="20">25090 7943 8912,'-7'27'0,"3"-2"0,-8-8 0,7-6 0,-7 1 0,6-6 0,-5 5 0,7-7 0,-4 4 0,16-10 0,4-4 0,9-4 0,3-9 0,1-2 0,0-2 0,4-7 0,-6 1 0,0 2 0,-6-1 0,-8 7 0,-3-2 0,-4-2 0,-2 2 0,-2 4 0,-4 6 0,-9 5 0,-8 8 0,-7 4 0,1 7 0,-4 4 0,-1 20 0,2-5 0,3 11 0,4 2 0,10 3 0,3 2 0,6-2 0,14-4 0,9-8 0,16-3 0,13-8 0,5-8 0,7-15 0,3-15 0,8-4 0</inkml:trace>
  <inkml:trace contextRef="#ctx0" brushRef="#br0" timeOffset="21">25847 7771 8912,'-1'-9'0,"-5"3"0,0 4 0,-11 2 0,2 2 0,-14 4 0,6 9 0,-6 8 0,6 9 0,-3 1 0,3 5 0,7 0 0,7 4 0,9-2 0,0 1 0,0-7 0,7-7 0,5-4 0,3-12 0,2-5 0,8-4 0,2-6 0,2-8 0,-1-10 0,-5-9 0,6-3 0,-2-3 0,1-3 0,-1-2 0,-4-4 0,-4-5 0,4-1 0,-6-1 0,-5-10 0,1 0 0,-7-6 0,0 0 0,1 0 0,-5 4 0,4 8 0,-4 15 0,-2 19 0,0 12 0,0 7 0,0 15 0,0 12 0,0 23 0,-2 9 0,-4 20 0,4 3 0,-3 8 0,3 0 0,0 0 0,-2 0 0,-2 0 0,1 4-114,5-4 1,1-14 113,5-20 0,6-16 0,11-13 0,3-13 0,9-10 0,5-16 0,0-16 0,-2-12 0,-7 2 0,-2-15 0,-1-1 0</inkml:trace>
  <inkml:trace contextRef="#ctx0" brushRef="#br0" timeOffset="22">25985 7548 8912,'-17'17'0,"-2"0"0,-4 0 0,4 1 0,-4-1 0,4-2 0,3-2 0,5-1 0,5 1 0,20-5 0,8-2 0,24-6 0,12-6 0,9-6 0,7-9 0,5-2 0,-1 2 0,-2-5 0,-14-1 0,-3-7 0</inkml:trace>
  <inkml:trace contextRef="#ctx0" brushRef="#br0" timeOffset="23">27809 7445 8912,'-19'17'0,"-2"-2"0,-2-2 0,2 1 0,4 5 0,3 8 0,3 5 0,7 18 0,-2 9 0,5 12 0,1 9 0,7 4 0,5 2 0,-3 8 0,1-1 0,-3-3 0,-3-10 0,-2-11 0,0-10 0,2-11 0,2-10 0,-1-15 0,3-31 0,2-11 0</inkml:trace>
  <inkml:trace contextRef="#ctx0" brushRef="#br0" timeOffset="24">27568 7720 8912,'-17'-23'0,"2"0"0,1 2 0,3 2 0,9 2 0,2-1 0,11-1 0,11-4 0,12 4 0,12-4 0,5-2 0,7 3 0,3 1 0,0 1 0,2 11 0,-11 3 0,1 14 0,-12 9 0,-5 10 0,-13 13 0,-8 4 0,-15 7 0,-2 1 0,-3 0 0,-7 1 0,-11 4 0,2-9 0,-8 2 0,1-6 0,1-6 0,-4-4 0,8-5 0,-5-4 0,5-8 0,0-7 0,6-10 0,-1-18 0,1-8 0</inkml:trace>
  <inkml:trace contextRef="#ctx0" brushRef="#br0" timeOffset="25">28188 7771 8912,'27'-7'0,"-3"-3"0,-6-7 0,-1 5 0,0 1 0,0 7 0,0-2 0,-5 6 0,-1 6 0,-1 4 0,1 7 0,3 8 0,-8 3 0,1 5 0,-3-1 0,2-1 0,-2-2 0,-2-3 0,-2 3 0,0-2 0,0-4 0,0-10 0,0 4 0,0-11 0,0 0 0,-2-14 0,-2-7 0,-2-6 0,0-12 0,6-1 0,0-1 0,0-5 0,2 2 0,4-2 0,4 9 0,7-3 0,0 5 0,0 1 0,2 3 0,4 8 0,2 7 0,4 4 0,3 5 0,-3 1 0,3 15 0,3 4 0</inkml:trace>
  <inkml:trace contextRef="#ctx0" brushRef="#br0" timeOffset="26">28928 7806 8912,'9'7'0,"-3"5"0,-4-5 0,-10 7 0,-3-8 0,-3 1 0,3-1 0,-4-2 0,3 7 0,-3 1 0,-2 5 0,7-6 0,4 1 0,-1-1 0,1 6 0,0-5 0,6-1 0,2-7 0,4 2 0,4-6 0,7-6 0,2-5 0,4-5 0,-4-8 0,4-5 0,2-4 0,-2-1 0,-6 5 0,-6 1 0,-7 1 0,2-2 0,-4 5 0,-2 6 0,-2 7 0,-4-1 0,-3 9 0,-9-3 0,1 12 0,0 5 0,6 4 0,1 3 0,2-1 0,4 0 0,3 8 0,1 1 0</inkml:trace>
  <inkml:trace contextRef="#ctx0" brushRef="#br0" timeOffset="27">29530 7668 8912,'-8'-9'0,"3"-7"0,-13 5 0,5-3 0,-10 3 0,-2-2 0,0 7 0,-1 2 0,-5 2 0,4 2 0,-1 0 0,7 8 0,-2 3 0,4 12 0,1 6 0,3 1 0,4-1 0,3 2 0,8-8 0,2-1 0,4-4 0,3-3 0,8-4 0,8-3 0,4-8 0,1-2 0,-1-4 0,4-3 0,-5-8 0,3-1 0,-2 1 0,-6 0 0,-4 0 0,-4 5 0,-4 1 0,5 7 0,-12-9 0,7 7 0,-7 8 0,2 9 0,-4 12 0,-4 8 0,-2 7 0,-2 8 0,-5 6 0,5 5 0,-6 4 0,7 8 0,-7 5 0,6 1 0,-5-3 0,5-9 0,-5 2 0,5-7 0,-7-11 0,1-12 0,-3-10 0,-2-14 0,-1-5 0,1-8 0,0-10 0,2-9 0,3-19 0,-1-4 0,7-7 0,0-1 0,6 1 0,0-1 0,0 1 0,8-1 0,3 0 0,7 7 0,5-1 0,-2 7 0,7-3 0,3 2 0,1 0 0,3 0 0,-1 6 0,3-6 0,1-1 0,2 3 0,-2 2 0,-3 2 0,-7-1 0,-3 8 0,-8 5 0,-7 10 0,-2 4 0,-8 8 0,-8 8 0,-3 4 0,1 10 0,-2 7 0,9-2 0,-3 1 0,4 1 0,2 6 0,0-7 0,0-1 0,2 0 0,4-1 0,1-5 0,5 2 0,3 2 0,-3-2 0,5-2 0,6-2 0,-4-3 0,4-5 0,-4 2 0,-2-7 0,2 2 0,4-3 0,-2-5 0,8 0 0,-8-1 0,2-11 0,4-5 0,1-6 0,-3-6 0,-2 6 0,-4-7 0,-2 3 0,1-2 0,-1 1 0,-8 7 0,-3-2 0,-4-2 0,-2 2 0,-2 4 0,-4 6 0,-3-1 0,-8 8 0,-1 1 0,1 5 0,-2 7 0,-4 5 0,4 5 0,-4 6 0,4-2 0,2 8 0,5-1 0,1 7 0,7-3 0,-2-3 0,4 1 0,2-7 0,6 2 0,4-6 0,3-2 0,6-7 0,10-6 0,0-4 0,-1-2 0,7-4 0,-5-11 0,10-12 0,-3-3 0,-3-3 0,6-5 0,0 0 0,-1-2 0,-11 2 0,3 4 0,-8-4 0,0 3 0,-6 3 0,-7 2 0,-5 3 0,-5 12 0,-5 11 0,1 8 0,-8 9 0,3 8 0,-3 16 0,5-1 0,7 1 0,2-1 0,3 0 0,5-1 0,7-5 0,0 5 0,0-4 0,1-5 0,-1-1 0,0-4 0,0-1 0,0-1 0,-1 0 0,-5 0 0,-3-5 0,-8-1 0,-10-7 0,-5 4 0,-6-1 0,-2-5 0,6 4 0,-6-4 0,0-2 0,0 0 0,6 0 0,0-8 0,-1-1 0,1-9 0</inkml:trace>
  <inkml:trace contextRef="#ctx0" brushRef="#br0" timeOffset="28">31509 7617 8912,'0'-12'0,"0"1"0,-2-3 0,-2-1 0,-3-2 0,-3 0 0,4-1 0,-3 1 0,-1 2 0,1 3 0,-8-1 0,-6 7 0,0 3 0,-2 1 0,-2 4 0,-7 3 0,-1 7 0,1 11 0,1 3 0,3 9 0,3-1 0,2 1 0,4 5 0,10 0 0,-3-2 0,8-9 0,1 3 0,5-3 0,9-4 0,8-2 0,3-4 0,8-2 0,1-6 0,5 1 0,1-8 0,-1 1 0,-5 3 0,0-2 0,-3 1 0,3-1 0,-6-2 0,-12 7 0,-13 1 0,-17 5 0,-15 2 0,-16 4 0,-11 6 0,-14 11 0,5-4 0,-5 4 0,6-3 0,6-3 0,-2-7 0,8-4 0,1-6 0,11-6 0,-5-3 0,6-8 0</inkml:trace>
  <inkml:trace contextRef="#ctx0" brushRef="#br0" timeOffset="29">22578 9783 8912,'7'-17'0,"-5"-2"0,4-2 0,-4-4 0,0-2 0,4-4 0,5-1 0,-1 5 0,1 4 0,3 4 0,1 2 0,10 7 0,1 5 0,3 7 0,0 9 0,-1 16 0,9 21 0,-1 7 0,-1 8 0,1-2 0,-13 0 0,-2-1 0,-2-5 0,-4-4 0,-3-5 0,-5-6 0,-7-11 0,0-6 0,-5-13 0,-1-12 0,2-16 0,2-14 0,2-18 0,0-13 0,0-4 0,0-1 0,2 1 0,4 4 0,-4 4 0,5 9 0,-1 4 0,0 6 0,7 11 0,-1 6 0,5 12 0,6 5 0,2 4 0,3 2 0,7 0 0,-1 0 0,3 8 0,8 3 0,-1-1 0,2 1 0,4 8 0,-6 8 0</inkml:trace>
  <inkml:trace contextRef="#ctx0" brushRef="#br0" timeOffset="30">23524 9594 8912,'10'34'0,"-1"-13"0,-3-4 0,-4-3 0,4 3 0,-4 0 0,-2 0 0,0-7 0,2-2 0,3-8 0,-1 0 0,8 0 0,-7-2 0,7-4 0,-1-9 0,7-8 0,-1-6 0,0 6 0,-6-6 0,1 7 0,-8-7 0,1 6 0,-3 2 0,-2 2 0,-7 4 0,-5 3 0,-3 4 0,-2 8 0,-2 2 0,-4 4 0,4 11 0,-4 12 0,-2 5 0,2 6 0,0 2 0,6 4 0,7 2 0,4-8 0,4 6 0,2-6 0,10-2 0,7-9 0,8-6 0,9-12 0,3-3 0,3-8 0,-4-10 0,6-7 0,-2-11 0,1-11 0,-1 3 0,-6-4 0,-7-2 0,-4 2 0,-6 0 0,-5 5 0,1 1 0,-7 0 0,-1 7 0,-5 2 0,0 15 0,0 12 0,0 16 0,0 8 0,-5 14 0,-1 6 0,0 12 0,6 5 0,2 3 0,4 3 0,-4 0 0,4 0 0,1 0 0,-1-1 0,5-1 0,-3-6 0,0-9 0,-1-10 0,-1-6 0,-6-1 0,0-16 0,-8-19 0,-1-19 0</inkml:trace>
  <inkml:trace contextRef="#ctx0" brushRef="#br0" timeOffset="31">23800 9628 8912,'0'-11'0,"0"-1"0,0 7 0,0-7 0,0 6 0,0-5 0,0 7 0,0-11 0,9 13 0,8-4 0,10 6 0,6 6 0,9 3 0,4 9 0,3 1 0,3 4 0,-8 1 0,-4 5 0,-11 4 0,-6-5 0,-12 5 0,-5 1 0,-8 2 0,-9 5 0,-11-5 0,-16 6 0,-4-2 0,-2 0 0,0-6 0,-2-7 0,6-4 0,4-8 0,-6 3 0,-2-9 0</inkml:trace>
  <inkml:trace contextRef="#ctx0" brushRef="#br0" timeOffset="32">24230 9817 8912,'17'-26'0,"-2"-7"0,-3 4 0,-3 6 0,-3 6 0,-4 8 0,6 11 0,-10 5 0,-4 10 0,-4 16 0,-5 13 0,2 5 0,1 7 0,8-5 0,-1 4 0,3-3 0,2-2 0,0-8 0,0-4 0,7-6 0,5-5 0,3-12 0,2-11 0,3-8 0,3-10 0,-4-9 0,4-19 0,1-2 0,-1-4 0,-5-3 0,-7 3 0,1-4 0,-3-2 0,-1 9 0,-8 2 0,-8 5 0,-3 2 0,-5 9 0,-1 8 0,-6 7 0,0 10 0,-5 4 0,5 7 0,2 3 0,9 14 0,-3-7 0,5 12 0,-7-6 0</inkml:trace>
  <inkml:trace contextRef="#ctx0" brushRef="#br0" timeOffset="33">24867 9766 8912,'0'-17'0,"-6"-1"0,0 1 0,-7 0 0,11 7 0,-6 5 0,8 10 0,2 11 0,2 8 0,4 3 0,1 4 0,-5 1 0,2 3 0,1-1 0,-1 0 0,0-5 0,-6 0 0,0-6 0,0 3 0,0-1 0,0-4 0,0-2 0,0-1 0,-2-11 0,-2-7 0,-2-11 0,2-10 0,3-8 0,1-11 0,0 4 0,0-4 0,5-2 0,1 1 0,7 1 0,-1 6 0,5 0 0,6-1 0,-2 3 0,8 3 0,-3 4 0,3 8 0,2 0 0,-8 0 0,7-1 0,-3 1 0</inkml:trace>
  <inkml:trace contextRef="#ctx0" brushRef="#br0" timeOffset="34">25400 9456 8912,'0'-17'0,"0"0"0,0 0 0,0 5 0,0 1 0,0 7 0,0-2 0,0 14 0,0 11 0,0 13 0,0 10 0,0 10 0,0 5 0,0 1 0,0 5 0,0-6 0,0 6 0,0-6 0,0-1 0,0-10 0,0 1 0,0-7 0,0-7 0,0-10 0,-8-19 0,-1-6 0</inkml:trace>
  <inkml:trace contextRef="#ctx0" brushRef="#br0" timeOffset="35">25366 9714 8912,'-23'0'0,"0"0"0,-6 0 0,6 0 0,-6 0 0,6 0 0,0 6 0,6 0 0,8-1 0,5-5 0,15 0 0,12 0 0,23-9 0,12-8 0,14-8 0,9-10-545,-5-7 0,1-2 1,-9-7-1</inkml:trace>
  <inkml:trace contextRef="#ctx0" brushRef="#br0" timeOffset="36">26897 9886 8912,'17'2'0,"2"2"0,3 2 0,0-3 0,-6-8 0,-11-7 0,-3-3 0,-2-4 0,0-4 0,0 4 0,-2-4 0,-1 2 0,-3-2 0,-7 4 0,1-4 0,-3 4 0,-2 2 0,-3 1 0,-2 5 0,2-3 0,-3 9 0,-1 1 0,1 10 0,-6 13 0,6 15 0,-6 10 0,4 15 0,1 10 0,-1 9 0,8 4 0,5-1 0,10-1 0,2-11 0,10-6 0,13-17 0,3-14 0,9-15 0,7-17 0,4-17 0,-2-17 0,2-18 0,0-7 0,-2-2 0,-4-6 0,-12 4 0,-3 2 0,-8-2 0,-7 2 0,-4-2 0,-4-4 0,-2 4 0,-8-2 0,-3 2 0,1 0 0,0 13 0,3 12 0,3 11 0,2 16 0,2 5 0,0 12 0,2 5 0,4 12 0,-2 13 0,7 16 0,0 7 0,7 10 0,-3 5 0,-2 1 0,-1-1 0,1 3 0,1-9 0,-3 1 0,4-8 0,-3-9 0,1-8 0,-1-4 0,3-11 0,-7-14 0,3-15 0,4-10 0,-3-13 0,1-3 0,1-9 0,-5-1 0,-1-4 0,3-2 0,-5-4 0,2-2 0,-3 8 0,-3 0 0,4 6 0,-4 1 0,-2 5 0,0 3 0,8 17 0,3 8 0,-1 15 0,1 14 0,-5 3 0,5 3 0,-5-1 0,6 1 0,-3-7 0,3 1 0,3-8 0,-4 2 0,-1-4 0,1-2 0,3 0 0,1-7 0,2-4 0,1-12 0,-1-4 0,0-7 0,0-8 0,0-3 0,1-5 0,-1-1 0,-2 1 0,-2 3 0,-3 3 0,-2 2 0,-1 2 0,-1 6 0,-4 8 0,6 1 0,-3 23 0,1 8 0,6 10 0,-7 7 0,9-4 0,-5 4 0,3-4 0,-1-1 0,1-3 0,5-3 0,0-10 0,0-8 0,0-7 0,1 2 0,-1-6 0,0-6 0,0-5 0,1-12 0,-7 2 0,0-8 0,-7 1 0,2-7 0,-4 1 0,-2-1 0,0 3 0,0 3 0,0 4 0,0 8 0,-8 0 0,-1 8 0,-8 3 0,-1 8 0,1 9 0,6 8 0,-1 16 0,8 1 0,-1 2 0,3 2 0,2-2 0,0-7 0,0-2 0,9-8 0,8 2 0,3-6 0,8-6 0,7-3 0,5-8 0,8-8 0,-2-3 0,-4-12 0,-2-6 0,4-3 0,0-3 0</inkml:trace>
  <inkml:trace contextRef="#ctx0" brushRef="#br0" timeOffset="37">29289 9645 8912,'-19'6'0,"-4"2"0,-6 1 0,-5 5 0,-4 3 0,-2 6 0,1 5 0,3 7 0,4 7 0,3 8 0,6 5 0,11 0 0,7-7 0,5-4 0,5-2 0,7-9 0,11-12 0,7-8 0,9-7 0,-1-8 0,8-10 0,0-3 0,5-18 0,-1-5 0,-4-4 0,-10-2 0,-7-2 0,-10-3 0,-2 3 0,-7-2 0,-12 0 0,-4 3 0,-5-3 0,-14 6 0,-10 2 0,-5 11 0,-6 6 0,-3 6 0,3 5 0,4 7 0,3 10 0,9 9 0,7 7 0,11 0 0,7 8 0,12-3 0,11 3 0,6-4 0,11-8 0,7 0 0,10 0 0,9 1 0</inkml:trace>
  <inkml:trace contextRef="#ctx0" brushRef="#br0" timeOffset="38">29616 9628 8912,'35'-7'0,"-9"-3"0,-8-7 0,-3 7 0,-11 3 0,7 7 0,-7 7 0,2 5 0,-2 9 0,1 2 0,-3 7 0,4-1 0,-4 3 0,-2 3 0,0-1 0,0 0 0,0-1 0,0-4 0,0-5 0,0-6 0,0-1 0,0 0 0,-6-11 0,0-12 0,-1-7 0,1-22 0,4 3 0,-4-14 0,6 0 0,6-5 0,-2-7 0,7 1 0,1 0 0,7 7 0,2 4 0,2 6 0,0 9 0,-6 3 0,6 14 0,0 3 0,0 9 0,-6 8 0,6 11 0,0 12 0,2 3 0,-4 2 0,2 1 0,-2-1 0,6 1 0,1-1 0,-3-5 0,-2-1 0,-4-14 0,-2 9 0,1-14 0</inkml:trace>
  <inkml:trace contextRef="#ctx0" brushRef="#br0" timeOffset="39">30890 9336 8912,'0'17'0,"0"2"0,0 4 0,0 8 0,0 9 0,0 11 0,0 10 0,0 6 0,0 0 0,0-2 0,0-4 0,1-1 0,5-5 0,-4-5 0,4-8 0,-4-10 0,-2-5 0,0-12 0,0-15 0,0-9 0</inkml:trace>
  <inkml:trace contextRef="#ctx0" brushRef="#br0" timeOffset="40">30580 9559 8912,'-8'18'0,"-3"-9"0,-10-1 0,-2-2 0,2-1 0,9 1 0,6-8 0,14-4 0,9-3 0,10-1 0,21-11 0,9 4 0,3-12 0,3 1 0,0 1 0,6-2 0,-8 8 0,-6-2 0,-7 4 0,-8 2 0,4 0 0,0 0 0</inkml:trace>
  <inkml:trace contextRef="#ctx0" brushRef="#br0" timeOffset="41">31182 9353 8912,'0'12'0,"0"-1"0,0-7 0,-6 5 0,1-3 0,-1-4 0,6 13 0,0-3 0,0 5 0,0 6 0,0 4 0,0 7 0,0 10 0,0 6 0,0 7 0,0 4 0,0-4 0,0 6 0,-2-7 0,-4 1 0,2-5 0,-7-6 0,7-12 0,-2-11 0,3-12 0,-3-5 0,4-4 0,-6-4 0,10-6 0,2-9 0,6-10 0,5-5 0,-2-8 0,10 0 0,-2-2 0,2 2 0,-2 3 0,8-3 0,-6 10 0,6 1 0,-8 14 0,0-3 0,-6 5 0,-4 4 0,1 1 0,3 10 0,-3 4 0,1 3 0,-7 8 0,5 1 0,-5-1 0,2 0 0,-3 0 0,5 0 0,-1 0 0,7 1 0,-5-1 0,4-8 0,3-3 0,-1-4 0,0-2 0,0 0 0,1 0 0,-3-4 0,-4-7 0,5-1 0,-5-11 0,-1-1 0,-1-1 0,-1-2 0,-4-4 0,-2 1 0,-2 1 0,0 4 0,0 8 0,0 0 0,0 0 0,0 7 0,0 3 0,0 26 0,0 4 0,0 11 0,0-5 0,1 1 0,5-1 0,-2 1 0,8-7 0,-1 0 0,6-6 0,0-7 0,1-4 0,1-4 0,4-2 0,-2-2 0,7-4 0,-5-5 0,6-12 0,-6-2 0,6-4 0,-8-3 0,2 5 0,-4-2 0,-2 1 0,0 7 0,-7-4 0,-3 15 0,-7 4 0,0 12 0,2 10 0,2 6 0,2-1 0,-2-1 0,5-1 0,3 4 0,3-4 0,2 4 0,0-4 0,1-2 0,6 0 0,3 0 0</inkml:trace>
  <inkml:trace contextRef="#ctx0" brushRef="#br0" timeOffset="42">30356 10986 8912,'-9'-1'0,"3"-5"0,4 6 0,2 0 0,0 15 0,0 14 0,2 5 0,4 6 0,-3 10 0,7 9 0,-2 0 0,-5 1 0,5-3 0,-2-6 0,-2-1 0,-2-4 0,-2-12 0,0-11 0,1-6 0,5-5 0,-2-6 0,7-12 0,1-11 0,5-10 0</inkml:trace>
  <inkml:trace contextRef="#ctx0" brushRef="#br0" timeOffset="43">30717 10986 8912,'10'-19'0,"-4"-2"0,-4-2 0,-2 2 0,0 2 0,0 2 0,0 8 0,0 9 0,2 15 0,1 10 0,3 9 0,2 18 0,-2-1 0,-3 5 0,9-5 0,-6 6 0,5 1 0,-7-1 0,2-5 0,1-3 0,-1-3 0,5 0 0,-3-12 0,2-7 0,-6-6 0,3-4 0</inkml:trace>
  <inkml:trace contextRef="#ctx0" brushRef="#br0" timeOffset="44">31406 10574 8912,'0'-17'0,"0"-1"0,-2 3 0,-4 4 0,4-5 0,-7 9 0,5-1 0,-2 14 0,2 15 0,-3 25 0,1 11 0,-2 16 0,3 7 0,-5 12-200,2-44 1,-1 1 0,0 2 0,1 1 199,-1 2 0,0 1 0,0-2 0,-1-1 0,0 2 0,-1-1 0,0-4 0,-1-2 0,-9 33 0,10-11 0,5-18 0,4-20 0,2-8 0,2-18 0,4-5 0,3-15 0,16-12 0,2-7 0</inkml:trace>
  <inkml:trace contextRef="#ctx0" brushRef="#br0" timeOffset="45">31698 11004 8912,'-17'0'0,"0"0"0,0 0 0,5-6 0,1 0 0,-3 2 0,-1 2 0,4 6 0,-1 8 0,8 7 0,-1 15 0,-3 10 0,2 8 0,0-1 0,6 7 0,8-7 0,6-5 0,5-8 0,4-7 0,7-8 0,-1-12 0,-2-5 0,1-12 0,-5-9 0,6-8 0,-8-8 0,2 3 0,-4-5 0,-2-1 0,-7 0 0,-4-1 0,-5 1 0,-2-1 0,-5 1 0,-6 0 0,3-1 0,-3 1 0,1 7 0,-6 4 0,5 6 0,1 5 0,-1 5 0,-5-1 0,0-1 0</inkml:trace>
  <inkml:trace contextRef="#ctx0" brushRef="#br0" timeOffset="46">32197 10900 8912,'-34'0'0,"7"0"0,4 0 0,8 0 0,9 0 0,16-1 0,19-5 0,11 2 0,6-7 0,-2 5 0,1-6 0,-4 9 0,4-3 0,-12 2 0,1 0 0,-3-2 0,-4 3 0,5 1 0,-13 2 0,-1 0 0,-11 9 0,-7 8 0,-2 8 0,-3 10 0,-5 7 0,-7 4 0,-6 3 0,0 5 0,4 1 0,5 2 0,-1-5 0,4-6 0,1-2 0,-1 2 0,7-10 0,-2-7 0,4-8 0,2 1 0,0-8 0,0-3 0,0-7 0,0 4 0,8-16 0,1-1 0</inkml:trace>
  <inkml:trace contextRef="#ctx0" brushRef="#br0" timeOffset="47">32370 11262 8912,'-33'-6'0,"4"-2"0,6-1 0,12 5 0,7-6 0,16 4 0,7-1 0,15-5 0,10-3 0,8 2 0,9-6 0,6-4 0,15-2 0,4 2 0,10 4-239,-5-4 0,-41 7 0,0-2 1,-2-1-1,-1 1 0</inkml:trace>
  <inkml:trace contextRef="#ctx0" brushRef="#br0" timeOffset="48">23473 12706 8912,'-18'0'0,"1"-6"0,0 0 0,0-1 0,0 1 0,1 2 0,5-7 0,5 7 0,12-2 0,5 4 0,12 2 0,6-2 0,5-3 0,6-7 0,4 2 0,8-1 0,0-4 0,-1-6 0,1 2 0,0-4 0,-1 4 0,1 1 0,-2 3 0,-5 4 0,-4 1 0,-13 4 0,-3 4 0,-8-3 0,-19 3 0,-15 2 0,-15 7 0,-20 3 0</inkml:trace>
  <inkml:trace contextRef="#ctx0" brushRef="#br0" timeOffset="49">24694 12224 8912,'-5'18'0,"-3"-3"0,-1-4 0,5 5 0,-2-5 0,4-1 0,2 3 0,0 4 0,0 4 0,0 10 0,0-3 0,0 5 0,0 1 0,2 8 0,2 2 0,3 2 0,3 0 0,0-2 0,1 2 0,4-4 0,-3-10 0,1-3 0,-1-6 0,3-4 0,-4-2 0,5-2 0,3-3 0,2-6 0,2-5 0,5-8 0,-5-5 0,8-3 0,-2-2 0,-3-6 0,3 0 0,-8-2 0,2 2 0,2 4 0,-2-4 0,0 6 0,-6 6 0,-7-5 0,-5 5 0,5-4 0,-8-3 0,5 1 0</inkml:trace>
  <inkml:trace contextRef="#ctx0" brushRef="#br0" timeOffset="50">24832 12620 8912,'-23'-2'0,"0"-4"0,2-5 0,8-3 0,3 1 0,3 1 0,1 7 0,6-7 0,8 8 0,3-1 0,10-3 0,2 2 0,8-1 0,-1 3 0,6-4 0,5-1 0,5 3 0,-6-6 0,0 7 0,-6-7 0,4 3 0,-3-3 0,1-9 0,-13 4 0,0-4 0,-6 4 0</inkml:trace>
  <inkml:trace contextRef="#ctx0" brushRef="#br0" timeOffset="51">24815 12293 8912,'-35'25'0,"1"-8"0,2-9 0,3-6 0,4-2 0,17-2 0,10-4 0,16-5 0,14-5 0,18-3 0,13-4 0,4 2 0,2-7 0,-8 7 0,-4-2-262,4 4 1,0-6-1,8-2 1</inkml:trace>
  <inkml:trace contextRef="#ctx0" brushRef="#br0" timeOffset="52">25693 12259 8912,'-12'0'0,"1"0"0,-3 0 0,7 7 0,1 5 0,4 3 0,2 4 0,0 4 0,0 6 0,0 11 0,0 4 0,0 7 0,0 1 0,0 0 0,0-3 0,0-3 0,2 2 0,4-8 0,-5 0 0,5-6 0,2-7 0,-2-4 0,-3-4 0,-1-9 0,-2-10 0,0-10 0</inkml:trace>
  <inkml:trace contextRef="#ctx0" brushRef="#br0" timeOffset="53">25641 12276 8912,'-27'8'0,"2"-7"0,8 5 0,0-4 0,0-2 0,-1 0 0,9 0 0,5 0 0,14 0 0,11 0 0,9 0 0,1 0 0,9 0 0,-4 0 0,-1 0 0,5 2 0,0 4 0,0 3 0,-5 8 0,-7 6 0,1 0 0,-2 14 0,1-3 0,-5 6 0,-11 0 0,-4 2 0,-10 8 0,-6-2 0,-9-1 0,-14 7 0,-9-8 0,-8-4 0,2 0 0,-3-4 0,-3-4 0,0 5 0,1-11 0,-1-1 0,0 2 0,10-14 0,8 2 0,7-11 0,18-6 0,1-10 0</inkml:trace>
  <inkml:trace contextRef="#ctx0" brushRef="#br0" timeOffset="54">26605 12396 8912,'-8'17'0,"4"-5"0,-7-3 0,-3-1 0,5 4 0,-3-5 0,-1 3 0,5-5 0,2 7 0,5-1 0,1 7 0,0-1 0,0 2 0,0 2 0,0 2 0,0 5 0,0-5 0,0 2 0,0-2 0,0-4 0,5 6 0,1-8 0,0-7 0,-6-2 0,0-8 0,0-2 0,0-4 0,0-11 0,0-12 0,0-11 0,0-6 0,2-6 0,3-5 0,5-4 0,7-8 0,0 6 0,1 0 0,5 0 0,1-4 0,3 6 0,4 10 0,-6 9 0,-2 13 0,-4 4 0,-2 15 0,-2 18 0,-1 17 0,-5 11 0,-1 10 0,-1 11 0,-1 6 0,-4-1 0,4 1 0,-4 5 0,-2 7 0,5-6 0,1-6 0,6-8 0,-7 2 0,9-5 0,-3-6 0,-1-6 0,1-11 0,-1-5 0,3-6 0,-3-1 0,-3 0 0,7-5 0,-3-1 0,-3-7 0,7 3 0,-13-14 0,6-3 0</inkml:trace>
  <inkml:trace contextRef="#ctx0" brushRef="#br0" timeOffset="55">26639 12362 8912,'0'-17'0,"0"-1"0,-2 3 0,-4 4 0,4-5 0,-5 7 0,16-1 0,9 5 0,10 5 0,18 5 0,8-3 0,15 4 0,5-4 0,1-2-327,7 0 0,-11-15 0,5-4 0</inkml:trace>
  <inkml:trace contextRef="#ctx0" brushRef="#br0" timeOffset="56">23765 14219 8912,'0'11'0,"-2"-1"0,-2-1 0,-1 1 0,-1-6 0,6 3 0,0-7 0,0 0 0,8 0 0,3-5 0,12-1 0,6 0 0,3-2 0,3 5 0,-1-9 0,6 1 0,2-5 0,0 3 0,0 2 0,-7 5 0,-6-6 0,-8 9 0,1-7 0,-10 4 0,-4 4 0,-16-5 0,-4 7 0,-3 0 0,-10 2 0,-3 3 0,-7-3 0,-3 6 0,-2-2 0,2-1 0,3 7 0,6-6 0,-1 1 0,7-1 0,0-2 0,6 7 0,0 1 0,-1 5 0</inkml:trace>
  <inkml:trace contextRef="#ctx0" brushRef="#br0" timeOffset="57">24746 13995 8912,'-11'0'0,"-1"0"0,-1 0 0,5-2 0,2-3 0,4-5 0,2-7 0,8 0 0,-4 7 0,7 4 0,-5-1 0,4 3 0,-3 6 0,7 0 0,-3 9 0,3 6 0,-3 6 0,4 8 0,-3-2 0,3 3 0,2 2 0,1 1 0,-1-1 0,0 1 0,0-1 0,0-5 0,1-1 0,-7-7 0,1 2 0,-7-6 0,7-5 0,-7-5 0,7-7 0,-8-13 0,1-4 0,3-17 0,-2-1 0,5-11 0,-5 0 0,2-3 0,-3-3 0,-3 1 0,4-1 0,-4 6 0,-2 2 0,0 4 0,0 8 0,0-1 0,0 10 0,0 8 0,0 7 0,0 10 0,0 6 0,0 9 0,0 2 0,0 8 0,0-2 0,0 5 0,0-3 0</inkml:trace>
  <inkml:trace contextRef="#ctx0" brushRef="#br0" timeOffset="58">25520 14081 8912,'10'-7'0,"-2"3"0,-8-8 0,0 7 0,0-7 0,0 6 0,-2-3 0,-4 1 0,-4 2 0,-7 14 0,2 4 0,3 10 0,5-2 0,7 2 0,0 3 0,0-2 0,0 6 0,0-6 0,0-2 0,0-2 0,7-2 0,-3 0 0,8 1 0,-6-9 0,5-3 0,-7-4 0,3-2 0</inkml:trace>
  <inkml:trace contextRef="#ctx0" brushRef="#br0" timeOffset="59">25486 13737 8912,'-17'31'0,"0"-6"0,-1-10 0,1-5 0,6-3 0,-1-1 0,8-4 0,-3 5 0,7-7 0,0 0 0,7-7 0,-5 5 0,6-8 0,-8 5 0,0 3 0,0-8 0,0 4 0,-8 5 0,-1-7 0</inkml:trace>
  <inkml:trace contextRef="#ctx0" brushRef="#br0" timeOffset="60">25865 13961 8912,'0'-17'0,"0"-1"0,0 7 0,0 0 0,-8 7 0,-3-2 0,-1 4 0,-5 2 0,3 2 0,-8 4 0,2 5 0,3 4 0,6 1 0,-1-5 0,3 6 0,-3 1 0,5-1 0,7 6 0,0-4 0,0-2 0,0 0 0,0 0 0,7 4 0,5-2 0,3-3 0,2-1 0,-3 0 0,3 3 0,-10-7 0,11 0 0,-5-7 0,4 2 0,-5 2 0,-1-3 0,-7 3 0,2-2 0,-4-2 0,-4 5 0,-4 1 0,-5-1 0,-5 3 0,-1 5 0,0-6 0,0 1 0,-1-1 0,1 6 0,0-5 0,0-1 0,0-5 0,-1 4 0,1-3 0,8-3 0,3-10 0,12-3 0,5-8 0,4-6 0,3 0 0,1-6 0,4 6 0,-2-7 0,5 1 0,1-3 0,0-3 0,-4 6 0,6 1 0,-6 1 0,5-2 0,-1-1 0,2 7 0,1 2 0,-7 9 0,0-1 0,-6 7 0,1 1 0,-9 12 0,-3 5 0,-4 5 0,-2 6 0,2-2 0,3 8 0,-1-1 0,6 7 0,-1-3 0,1-3 0,-1 1 0,3-7 0,3 0 0,-3-6 0,-3 1 0,3-1 0,-1 0 0,6-8 0,-5-1 0,-3-10 0,-1-4 0,-4-5 0,4-4 0,-3-2 0,1-8 0,-6-4 0,0 2 0,0-1 0,6 1 0,0-2 0,-1-1 0,-5 7 0,0 2 0,0 2 0,0 7 0,0 1 0,0 7 0,8-4 0,-6 18 0,4 7 0,-3 2 0,1 8 0,4 0 0,1-1 0,-3 1 0,6 2 0,-1 1 0,6-7 0,1 0 0,-1-6 0,0-1 0,0-5 0,6 2 0,0-7 0,0-2 0,-6-10 0,8-11 0,2-10 0</inkml:trace>
  <inkml:trace contextRef="#ctx0" brushRef="#br0" timeOffset="61">26828 13926 8912,'-26'0'0,"1"0"0,7 0 0,-6 2 0,-5 4 0,4-4 0,2 4 0,-2 3 0,2 3 0,0 3 0,6 2 0,2 0 0,3 1 0,5 1 0,7 4 0,0-4 0,0 4 0,0-4 0,0-2 0,2-6 0,3 1 0,5-8 0,7 3 0,0-7 0,1 0 0,-1-2 0,0-3 0,0-3 0,0-3 0,-5-5 0,-1 5 0,-5-3 0,6 3 0,-7-2 0,7 7 0,-8-2 0,1 3 0,5 3 0,-6-6 0,7 8 0,-5 0 0,5 0 0,-7 2 0,2 4 0,4-4 0,-1 13 0,8-8 0,1 5 0,-7-4 0,0-8 0,1 7 0,5 3 0</inkml:trace>
  <inkml:trace contextRef="#ctx0" brushRef="#br0" timeOffset="62">26949 13651 8912,'-2'-28'0,"-4"1"0,-3 2 0,-1 4 0,-5 4 0,3 5 0,3 5 0,-3 7 0,8 2 0,-1 5 0,3 11 0,2 8 0,0 9 0,0 5 0,7-2 0,5 8 0,3 0 0,2 5 0,-1-5 0,-3 0 0,-1 2 0,1 1 0,2-5 0,2-4 0,-1-3 0,-5-3 0,4-7 0,-3-4 0,-2-12 0,1-5 0,-5-4 0,5-2 0,-1-13 0,1-5 0,3-8 0,-9 3 0,7-8 0,-6 2 0,5 3 0,-5-3 0,-1 8 0,-3-2 0,4 4 0,-4 9 0,6 3 0,-8 14 0,0 5 0,0 5 0,0 6 0,-6-4 0,0 4 0,0-4 0,6 0 0,0 4 0,8-4 0,4 4 0,3-9 0,2-3 0,-5-7 0,-1 2 0,1-4 0,5-2 0,-8 0 0,7 0 0,-7 0 0</inkml:trace>
  <inkml:trace contextRef="#ctx0" brushRef="#br0" timeOffset="63">27190 13634 8912,'-23'0'0,"0"0"0,4-2 0,5-3 0,-1 3 0,4-4 0,1-2 0,-1 3 0,7 1 0,-2 9 0,4 1 0,2 11 0,2-3 0,4 9 0,1-4 0,5-2 0,3 0 0,-3 0 0,1-5 0,-2-1 0,5-7 0,-5 2 0,4-4 0,-5-4 0,-4-4 0,-4 2 0,-2-7 0,0-1 0,0-5 0,-8 6 0,-3-1 0,-5 3 0,-1-3 0,0-1 0,0 7 0,-1 2 0,1 2 0,0 8 0,0 0 0,7 7 0,-5 4 0,5 10 0</inkml:trace>
  <inkml:trace contextRef="#ctx0" brushRef="#br0" timeOffset="64">27379 13823 8912,'10'0'0,"-3"0"0,-7 0 0,2-5 0,4-1 0,-2 0 0,7 6 0,3 0 0,1 0 0,2 0 0,-5 0 0,-1 0 0,-5 6 0,3 1 0,-1 3 0,-2 1 0,-8 7 0,-4-1 0,-4 0 0,-7 0 0,0 6 0,0 0 0,2 6 0,3-6 0,-3 0 0,3-6 0,3 2 0,-1 2 0,3 2 0,1 0 0,8-12 0,3 1 0,7-8 0,11 1 0,-2-1 0,8 2 0,-1 1 0,7 5 0,-1 3 0,1-3 0,-3 11 0,-3 5 0,-6 3 0,-4-3 0,-10 5 0,-3-4 0,-12 3 0,-5 2 0,-6-5 0,-6 0 0,-4-8 0,-7 2 0,5-4 0,0-2 0,0-2 0,-3-1 0,1-5 0,3-1 0,7-2 0,-2-6 0,4-2 0,1-4 0,1-11 0,0-10 0</inkml:trace>
  <inkml:trace contextRef="#ctx0" brushRef="#br0" timeOffset="65">28016 13926 8912,'-17'0'0,"-1"0"0,7 0 0,-1 0 0,-5 2 0,-6 4 0,-2 6 0,2 10 0,4-1 0,-4 8 0,6 2 0,6 1 0,3 3 0,8-1 0,0-5 0,0-1 0,2-9 0,4-1 0,3-9 0,8-9 0,1-2 0,-1-4 0,6-3 0,0-10 0,-2-2 0,-2-2 0,-2-6 0,0 6 0,1-5 0,-1 5 0,-6 0 0,1 6 0,-9-1 0,13 1 0,-14 8 0,5 9 0,-7 13 0,0 6 0,0 6 0,0 2 0,0-1 0,0 3 0,6 2 0,0-8 0,1 0 0,-1-6 0,-2 0 0,8 0 0,-9-7 0,13-3 0,-7-7 0</inkml:trace>
  <inkml:trace contextRef="#ctx0" brushRef="#br0" timeOffset="66">28532 13393 8912,'-17'-5'0,"0"-3"0,-1-1 0,9 7 0,3 2 0,-2 7 0,3 12 0,1 6 0,2 10 0,2 7 0,0 9 0,0 1 0,0-1 0,0 14 0,0 4 0,6 9-111,-1-3 1,7-2 110,-6-10 0,7-10 0,-2-11 0,5-6 0,-7-13 0,5-23 0,-9-11 0,7-10 0,-6-2 0,5-10 0,-5-1 0,7 0 0,-1-6 0,1 3 0,0 5 0,-3 1 110,-2 3 1,3 7-111,-5-2 0,2 5 0,-3 7 0,-3-4 0,6 13 0,-8 4 0,0 15 0,0 10 0,-6 7 0,0 4 0,3 2 0,1-1 0,2-3 0,0-2 0,0-1 0,0-5 0,7 3 0,5-8 0,3-6 0,2-6 0,0-9 0,1-2 0,7-7 0,-6-18 0,6-2 0</inkml:trace>
  <inkml:trace contextRef="#ctx0" brushRef="#br0" timeOffset="67">28807 13342 8912,'-17'17'0,"0"-5"0,0-1 0,1-5 0,3 3 0,3 1 0,3-1 0,1 3 0,6 5 0,0 6 0,0 0 0,2 7 0,4-3 0,5 0 0,4-4 0,8 2 0,0-2 0,0-6 0,-5-6 0,-1-7 0,0 4 0,0-8 0,-7-2 0,-5-4 0,-3-3 0,-2-9 0,0-1 0,0-4 0,0-2 0,0-3 0,-2 3 0,-3 0 0,-3 6 0,-3-4 0,-5 12 0,5 5 0,-4 4 0,-3 2 0,1 8 0,0 1 0,0 8 0</inkml:trace>
  <inkml:trace contextRef="#ctx0" brushRef="#br0" timeOffset="68">28257 14167 8912,'0'-17'0,"-2"2"0,-4 3 0,4-3 0,-4 3 0,4-3 0,2-2 0,0 0 0,0 0 0,2-1 0,4 1 0,11 0 0,14 0 0,5 0 0,4-1 0,14 1 0,-2 0 0,11 0 0,0 0 0,4-8 0,1-2 0</inkml:trace>
  <inkml:trace contextRef="#ctx0" brushRef="#br0" timeOffset="69">29134 13806 8912,'-17'10'0,"-8"-3"0,-3-7 0,1 6 0,-2 0 0,0 7 0,-5-1 0,1 3 0,5 2 0,3 2 0,8 4 0,5-2 0,1 8 0,7-2 0,-2 1 0,12-3 0,5-8 0,5-2 0,1-3 0,0-4 0,0-8 0,6 0 0,0 0 0,2-8 0,-2-4 0,-4-3 0,4-2 0,-11-6 0,-7 0 0,3-2 0,-2 2 0,-2 4 0,-8-4 0,-4 4 0,-1 2 0,-3 0 0,-5 0 0,0 5 0,-1 1 0,-5 7 0,1-2 0,-1 4 0,5 2 0,3 8 0,4 3 0,-3-1 0,8 1 0,3 3 0,1 1 0,11-5 0,9-5 0,1-3 0,9-2 0,-5 0 0,6 0 0,-2-5 0,3-1 0,-1 2 0,2 2 0,-5 2 0,3 0 0,-8 0 0,2 0 0,-4 8 0,-2 3 0,-1 10 0,-5 2 0,2 2 0,-7-4 0,-2 2 0,-2-2 0,-4-2 0,-4-2 0,2-5 0,-7-1 0,5-7 0,-5 2 0,5-4 0,-5-2 0,7-2 0,-2-4 0,4-6 0,2-3 0,0-8 0,0 0 0,2-5 0,4 5 0,-2-6 0,7 6 0,1 0 0,5 6 0,-6 0 0,3 2 0,3 1 0,4 3 0,2 7 0,-6-2 0,0 4 0,0 4 0,1 4 0,-7 3 0,1 9 0,-9 7 0,3 3 0,-4 5 0,-2 1 0,8 0 0,1 1 0</inkml:trace>
  <inkml:trace contextRef="#ctx0" brushRef="#br0" timeOffset="70">29840 11966 8912,'7'-17'0,"5"0"0,3 0 0,2 0 0,-1-1 0,-3 1 0,-3 0 0,-3 0 0,7 0 0,-3-1 0,-1 1 0,1 2 0,3 4 0,-7-5 0,9 7 0,-5-7 0,4 5 0,-5-4 0,-1 13 0,-3-4 0,-4 4 0,-2 2 0,-4 10 0,-7 5 0,-3 6 0,-1 2 0,-2-6 0,0 0 0,0 0 0,-3 1 0,-1-1 0,-2 0 0,2 0 0,-3-5 0,1-1 0,-6-1 0,6 1 0,-8 3 0,3-9 0,-5 7 0,-1-6 0,5 5 0,0-5 0,1 5 0,-7-5 0,1 7 0,-1-1 0,7 3 0,1 2 0,0 4 0,0 8 0,1 1 0,-3 16 0,-2 4 0,8 13 0,-5 10-325,5 18 1,8 5 324,11-45 0,2 1 0,1 0 0,0 1 0,0 1 0,2 1 0,2-2 0,2 1 0,0 1 0,1 1 0,1-2 0,1-1 0,0-2 0,2-1 0,12 42 0,1-1 0,0-1 0,-5 2 0,-1-6 0,0 0 0,2 5 0,4-5 0,-13-37 0,-1 0 0,3-1 0,-1 1 0,-1 2 0,-1 0 0,0 0 0,-1 1 0,3 0 0,1 1 0,1 0 0,-1 1 0,1 0 0,-1 1 0,0-1 0,1-1 0,19 36 0,3-8 0,5-24-43,6-11 1,6-18 42,-1-10 0,-7-9 0,2-9 0,-8-7 0,-3-5 0,-7-11 0,1-6 0,-8-3 0,2-2 0,-4-3 0,-2-3 0,1-2 0,-1-4 0,-8-3 0,3 12 0,-5-3 0,5 4 0,-1 2 0</inkml:trace>
  <inkml:trace contextRef="#ctx0" brushRef="#br0" timeOffset="71">30287 12792 8912,'0'-29'0,"0"2"0,0 2 0,0 4 0,0 2 0,0 2 0,-7 8 0,3 3 0,-6 14 0,3 11 0,3 13 0,2 12 0,2 13 0,0 12 0,0 9 0,-2 3 0,-4-1 0,4-2 0,-3 2 0,3 1 0,2-13 0,-2-4 0,-2-19 0,-2-6 0,2-9 0,-5-13 0,-1-17 0,-7-9 0</inkml:trace>
  <inkml:trace contextRef="#ctx0" brushRef="#br0" timeOffset="72">30115 12843 8912,'-7'-9'0,"-3"-7"0,-5 13 0,3-9 0,5 8 0,7-3 0,1 7 0,7 2 0,9 3 0,2 7 0,10 11 0,0 5 0,-2 5 0,3 1 0,-7 1 0,6 1 0,-6 4 0,0 2 0,-6 4 0,0 4 0,0-5 0,-7-1 0,-4 2 0,-6-8 0,-6 3 0,-8-5 0,-7-2 0,0-1 0,-7-5 0,7 3 0,-2-8 0,-2-2 0,2-10 0,0 3 0,6-9 0,7 1 0,-5-13 0,5-3 0</inkml:trace>
  <inkml:trace contextRef="#ctx0" brushRef="#br0" timeOffset="73">30821 12964 8912,'-17'-8'0,"3"6"0,-3-4 0,4 4 0,-10 2 0,3 0 0,3 0 0,-6 10 0,0 7 0,-7 10 0,1 13 0,2 4 0,1 8 0,1 1 0,4 4 0,9-9 0,6 4 0,5-14 0,1-4 0,1-13 0,5-9 0,6-8 0,11 1 0,-4-10 0,4-9 0,-2-5 0,2-4 0,-4-9 0,4-3 0,-4 1 0,-2-6 0,0 4 0,0 1 0,-1-5 0,-5 0 0,5 6 0,-7 7 0,1 2 0,-5 4 0,-3 8 0,-2 1 0,2 8 0,4-1 0,-4 12 0,4 10 0,-3 2 0,3 10 0,-4-2 0,6 3 0,-1-3 0,5-2 0,-3-2 0,3-6 0,-3 0 0,3 1 0,3-9 0,-3-3 0,3-4 0,2-2 0,-2-2 0,-1-4 0,-5-7 0,-1-8 0,4 0 0,-7-8 0,9 0 0,-5-5 0</inkml:trace>
  <inkml:trace contextRef="#ctx0" brushRef="#br0" timeOffset="74">31113 12706 8912,'12'-17'0,"-1"-1"0,-7 1 0,11 0 0,-13 9 0,4 8 0,-6 16 0,-6 12 0,2 12 0,-7 6 0,7 6 0,-2 5 0,4-3 0,2 5 0,0-2 0,0 0 0,0 1 0,0-7 0,0-1 0,0-4 0,0-4 0,0-8 0,0-7 0,0-2 0</inkml:trace>
  <inkml:trace contextRef="#ctx0" brushRef="#br0" timeOffset="75">30958 13015 8912,'-9'-17'0,"3"0"0,4 0 0,2-1 0,0 1 0,0 6 0,0-1 0,4 7 0,7-7 0,9 3 0,16-5 0,4 5 0,6 1 0,17-3 0,6 5 0,-2-6 0,-4 7 0,-2-1 0,2 6 0,-5-6 0,-14 0 0,-10 3 0,-9 1 0,-6 2 0,-9-8 0,-5 6 0,-10-4 0,-7-1 0,-11 1 0,4 2 0,-4 10 0,-4 4 0,-1 7 0,1 6 0,0 1 0,2 3 0,4 4 0,2-1 0,2-1 0,0 3 0,-1-3 0,9-4 0,3-2 0,4-4 0,2-2 0,0 0 0,8-7 0,3-4 0,5-8 0,1-10 0,6-1 0,0-16 0,5 6 0,-5-5 0,0 5 0,-6-6 0,-5 2 0,-1-1 0,1-3 0,3 8 0,-3 2 0,-5 10 0,1 3 0,-6 16 0,4 3 0,1 10 0,-1 2 0,7 2 0,-1-4 0,3 2 0,2-2 0,-5-8 0,-1-1 0,1-8 0,5 3 0</inkml:trace>
  <inkml:trace contextRef="#ctx0" brushRef="#br0" timeOffset="76">31716 12327 8912,'1'16'0,"5"-5"0,-4-3 0,6-8 0,-6 0 0,3 0 0,5 0 0,7 0 0,0 0 0,1 6 0,-1-1 0,6 3 0,2-2 0,-1 7 0,1 8 0,4 8 0,-6 11 0,6 13 0,-6 16 0,5 9-40,-5 14 0,-11-44 1,-3 2-1,-2 3 1,-2 1-1,-2 1 0,-1 0 40,0 2 0,-2-1 0,0-3 0,-2-1-165,1 0 0,-3-1 1,-15 43 164,-16-14 0,-7-5 0,-9-12 0,-9-4 0,-3-8 0,2-7 0,-2-3 0,5-5 0,-7 0 0,-3 0 0,-5-1 0,-9 1 0,1-13 0,-1 2 0,-2-6 0,-2-2 0,-4-3 0</inkml:trace>
  <inkml:trace contextRef="#ctx0" brushRef="#br0" timeOffset="77">23610 15972 8912,'2'16'0,"2"-3"0,2-1 0,0-11 0,-6-1 0,5-1 0,3-9 0,1 0 0,5 1 0,7-3 0,4-3 0,1 2 0,5 1 0,2 1 0,1-4 0,0 1 0,1 3 0,-6 1 0,-1-1 0,-7 3 0,4 2 0,-8 1 0,-9-1 0,-8 6 0,-15 6 0,-14-1 0,-4 7 0,-1-6 0,0 5 0,-1-5 0,1 7 0,-1-1 0,1-3 0,1 3 0,3-1 0,1-1 0,2 3 0,-1-7 0,-3 7 0,8-1 0,6-5 0,6-1 0,9-4 0,2-2 0,15 0 0,14 0 0,11-8 0,6-3 0,9-6 0,2-6 0,8 3 0,-1-2 0,2-13 0,3-1 0</inkml:trace>
  <inkml:trace contextRef="#ctx0" brushRef="#br0" timeOffset="78">25142 15371 8912,'11'0'0,"1"0"0,1 0 0,2 0 0,-5-2 0,-4-4 0,-4 2 0,-2-7 0,0 7 0,0-11 0,0 11 0,0-8 0,0 9 0,-2-5 0,-4 8 0,4-8 0,-11 4 0,5-5 0,-1 1 0,-5 4 0,-1 3 0,-2 1 0,-1 0 0,1 0 0,0 0 0,0 0 0,0 7 0,-1 5 0,1 3 0,0 2 0,2 8 0,3 4 0,5 5 0,7 6 0,0 4 0,0 8 0,7 7 0,5 2 0,5 0 0,6-4 0,-4 3 0,4-3 0,-4-2 0,-2-9 0,0-4 0,1-7 0,-9-3 0,-3-3 0,-4 1 0,-2-7 0,-2-6 0,-4-5 0,2-3 0,-7 3 0,-1-4 0,-5-8 0,-8-8 0,-1-9 0,-9-10 0</inkml:trace>
  <inkml:trace contextRef="#ctx0" brushRef="#br0" timeOffset="79">24746 15938 8912,'-19'12'0,"-4"-1"0,4-9 0,-4-2 0,13-8 0,10-9 0,10 0 0,13 0 0,4-6 0,7 0 0,8 0 0,4 6 0,-2-1 0,2 1 0,-8 0 0,2 0 0,-3 5 0,-3 1 0,0 0 0,1-7 0</inkml:trace>
  <inkml:trace contextRef="#ctx0" brushRef="#br0" timeOffset="80">25280 15818 8912,'-8'17'0,"4"-8"0,-7-3 0,5 2 0,-6-2 0,9 1 0,-3-1 0,4-4 0,4 5 0,4-7 0,3 0 0,8-1 0,1-3 0,-1-2 0,8-7 0,3 1 0,-1-1 0,2 1 0,-2-3 0,1 4 0,-3-3 0,-8 3 0,-1-5 0,-5 5 0,-3 3 0,-12-1 0,-8 3 0,-1 4 0,-18-2 0,-3 8 0,-4 8 0,-4 5 0,2 6 0,3 2 0,-3 7 0,4 1 0,1 3 0,9 10 0,3 0 0,11 3 0,6 3 0,6-3 0,6-3 0,17-6 0,11-11 0,14-6 0,4-12 0,9-5 0,14-12 0,1-5 0,4-12 0,-11-11 0,-11-14 0,-5-7 0,-9-7 0,-2-6 0</inkml:trace>
  <inkml:trace contextRef="#ctx0" brushRef="#br0" timeOffset="81">25813 15766 8912,'-8'17'0,"-1"-5"0,-8-1 0,-6-5 0,0 5 0,-6 1 0,6 5 0,-6 2 0,6 4 0,1 2 0,4 4 0,9 3 0,3-3 0,4 1 0,2-1 0,2 2 0,4-9 0,3-1 0,9-7 0,-1-5 0,0-1 0,6-4 0,0-10 0,2 2 0,-2-7 0,-4-6 0,4-6 0,-4-2 0,-2 2 0,-2 4 0,-3-4 0,1 4 0,-7 2 0,0-1 0,-6 1 0,0 0 0,0 6 0,0-1 0,0 10 0,0 2 0,0 2 0,0 10 0,2 1 0,3 10 0,-3-4 0,4 4 0,2-4 0,-3-2 0,9 0 0,-3 1 0,4-7 0,3 1 0,-1-9 0,0 3 0,0-8 0,1-9 0,-1-1 0,0-28 0,0 4 0</inkml:trace>
  <inkml:trace contextRef="#ctx0" brushRef="#br0" timeOffset="82">26209 15525 8912,'-2'20'0,"-4"2"0,4-1 0,-3 8 0,-3 2 0,2 9 0,0-2 0,6 8 0,0 2 0,0 1 0,0 5 0,0 3 0,2-3 0,4 3 0,-4-4 0,4-1 0,-4-2 0,-2-5 0,0-10 0,-16-10 0,-3-8 0</inkml:trace>
  <inkml:trace contextRef="#ctx0" brushRef="#br0" timeOffset="83">25933 15990 8912,'-17'0'0,"0"0"0,6 0 0,-1 0 0,8 0 0,-1 0 0,10 0 0,7 0 0,18-2 0,11-4 0,14-4 0,8-7 0,4 0 0,2 0 0,0-2 0,-1-4 0,-8 4 0,-9-4 0,-7 4 0,-9 1 0,-8 7 0,-5 0 0,-10 7 0,-6-2 0,-12 10 0,-6 3 0,-3 3 0,-2-4 0,0 5 0,0-1 0,-1 1 0,1 5 0,0-5 0,7-1 0,5 1 0,3 0 0,2 9 0,0 1 0,0 2 0,0-1 0,0-4 0,7-1 0,5 0 0,3 0 0,2 0 0,1-7 0,1-4 0,2-4 0,2-2 0,0-2 0,-6-4 0,0-4 0,0-7 0,-1 0 0,-5 0 0,2-2 0,-7-4 0,0 4 0,-6-4 0,0 4 0,0 1 0,0 1 0,0 6 0,0-1 0,-2 9 0,-4-3 0,4 4 0,-5 4 0,7 4 0,2 3 0,3 8 0,-1 0 0,8 1 0,3-1 0,6 0 0,-2 0 0,4 0 0,2-1 0,0-3 0,0-3 0,-1-3 0,-1-1 0,-5-6 0,-1 0 0</inkml:trace>
  <inkml:trace contextRef="#ctx0" brushRef="#br0" timeOffset="84">26932 15869 8912,'11'0'0,"1"0"0,-7 0 0,7 0 0,-7 0 0,7 2 0,1 4 0,1-2 0,-3 7 0,3-5 0,-9 5 0,7 1 0,-6 5 0,5-5 0,-5-1 0,5 0 0,-5 7 0,0-9 0,-6-1 0,0-8 0,5-2 0,1-4 0,-2-5 0,0-6 0,0-4 0,1-2 0,1 2 0,2 1 0,-6 3 0,13 0 0,-6 0 0,9 0 0</inkml:trace>
  <inkml:trace contextRef="#ctx0" brushRef="#br0" timeOffset="85">27259 15835 8912,'15'8'0,"-4"3"0,3-1 0,-9 1 0,9-7 0,-5 3 0,9-7 0,-7 0 0,1 0 0,-7-1 0,7-5 0,-7 2 0,7-7 0,-1-1 0,7-5 0,-1 0 0,-6-1 0,1 1 0,-8 0 0,1 0 0,-3 5 0,-2 1 0,-2 5 0,-3-5 0,1 7 0,-8-2 0,1 4 0,-6 2 0,1 10 0,5 7 0,-3 2 0,7 10 0,-1-1 0,1-1 0,1 6 0,6-5 0,0 3 0,0-2 0,7 1 0,5-7 0,3 0 0,2-6 0,8-7 0,4-5 0,3-5 0,3-5 0,-1-7 0,1-11 0,-1 2 0,1-7 0,-3-1 0,-3-5 0,1 5 0,-7 0 0,-6 3 0,-7-3 0,-2 4 0,-4 0 0,-3 12 0,-1-4 0,0 11 0,0-2 0,0 12 0,0 8 0,2-1 0,4 12 0,-2 4 0,7 1 0,-5 5 0,6 1 0,-7-5 0,7 0 0,-6-1 0,5 7 0,-7-9 0,2-1 0,-5-2 0,-1 0 0,-1 0 0,-5-6 0,-4 2 0,-7 4 0,0-4 0,0 4 0,1-4 0,5-1 0,-4-7 0,3 0 0,-3-7 0,-2 4 0</inkml:trace>
  <inkml:trace contextRef="#ctx0" brushRef="#br0" timeOffset="86">28670 15886 8912,'-2'-15'0,"-2"2"0,-2 1 0,2-1 0,2-2 0,2-3 0,0 7 0,0 0 0,0 9 0,0 2 0,0 7 0,0 10 0,0 8 0,0 4 0,0 3 0,0 3 0,0 7 0,0 4 0,0 3 0,0 3 0,-7 7 0,-3 2 0</inkml:trace>
  <inkml:trace contextRef="#ctx0" brushRef="#br0" timeOffset="87">29272 15611 8912,'-15'2'0,"1"4"0,5 5 0,1 5 0,2 3 0,6 6 0,0 9 0,0 10 0,-5 8 0,-1 5 0,0 4 0,6 8 0,0-2 0,0-4 0,0-10 0,0-7 0,0-10 0,0-1 0,0-10 0,2-14 0,4-5 0,-2-6 0,7-6 0,1-5 0,-3-5 0,-1-16 0,-8-4 0</inkml:trace>
  <inkml:trace contextRef="#ctx0" brushRef="#br0" timeOffset="88">29048 15697 8912,'-11'-23'0,"-1"0"0,1-5 0,-6 5 0,7-6 0,4 6 0,4 0 0,2 6 0,0 0 0,14 2 0,3 3 0,12 5 0,-1 7 0,7 0 0,5 0 0,4 0 0,8 0 0,-3 13 0,-1 4 0,-4 4 0,-2 4 0,-4 2 0,-9 7 0,-6-5 0,-12-1 0,-3-1 0,-8 2 0,0 1 0,0-7 0,-9 2 0,-9-2 0,-1-4 0,-9 4 0,1-4 0,-4-2 0,4-1 0,3-5 0,-5 3 0,6-9 0,0 1 0,6-6 0,7 0 0,-5-8 0,5-1 0</inkml:trace>
  <inkml:trace contextRef="#ctx0" brushRef="#br0" timeOffset="89">29513 15749 8912,'15'-2'0,"-3"-4"0,-3 4 0,-3-3 0,4-5 0,7 2 0,0-3 0,0 3 0,0 10 0,1 4 0,1 4 0,2 7 0,2 0 0,-2 0 0,-8 6 0,-1 0 0,-1 0 0,6-6 0,-7 0 0,-1-1 0,-3-5 0,-4-1 0,4-5 0,-4-3 0,-4 6 0,-2-10 0,-2-4 0,-1-1 0,3-9 0,-2 1 0,2-4 0,2-2 0,2 4 0,6-6 0,0 0 0,7 0 0,-1 6 0,-3 0 0,3-1 0,-1 1 0,6 0 0,0 0 0,1 0 0</inkml:trace>
  <inkml:trace contextRef="#ctx0" brushRef="#br0" timeOffset="90">30064 15766 8912,'-6'29'0,"0"-1"0,-5-12 0,5 1 0,0-11 0,6 1 0,8-7 0,3 0 0,-1 0 0,1 0 0,1-2 0,5-3 0,0-7 0,0-3 0,1-2 0,-7-1 0,1 1 0,-7 0 0,7 0 0,-8 0 0,3 0 0,-7-1 0,-2 3 0,-3 4 0,-5 3 0,-7 8 0,0 0 0,-1 0 0,1 8 0,0 3 0,2 12 0,3 6 0,-1 3 0,7 2 0,0-5 0,6 0 0,10-2 0,7 1 0,8 1 0,9-10 0,3-6 0,3-3 0,4-4 0,7-6 0,7-14 0,-1-3 0,6-12 0,-5 1 0,-3-5 0,-9-1 0,0-1 0,-12 1 0,-11 0 0,-17-1 0,-8 7 0,-7 1 0,-11 2 0,-4 4 0,-5 10 0,-6 5 0,-5 4 0,0 2 0,-6 8 0,6 3 0,6 10 0,5 2 0,6 8 0,-6-3 0,10-1 0,2 2 0,2-8 0,9 2 0,2-4 0,2-2 0,10-8 0,3-3 0,7-4 0,5-2 0,3-13 0,9-4 0,-7-10 0,1 4 0,-2-8 0,2 3 0,-5-5 0,-6-1 0,-1-1 0,0 1 0,-7-6 0,-5 0 0,-3 0 0,-2 5 0,0 3 0,0 3 0,-6 10 0,1 8 0,-1 7 0,-2-4 0,6 18 0,-3 7 0,3 11 0,2 11 0,0-1 0,0 8 0,7 0 0,5 5 0,-3-1 0,3-4 0,-1-4 0,7-8 0,5-1 0,0-5 0,5-5 0,-5-11 0,0-5 0,-6-7 0,1-2 0,-1-3 0,0-7 0,0-3 0,-7-4 0,-5-4 0,-3-2 0,-2-4 0,6-1 0,0 7 0,0-6 0,-6 6 0,0 0 0,0 6 0,0 0 0,0 9 0,0 8 0,0 14 0,0 9 0,0 7 0,0-1 0,0-2 0,0 1 0,5-5 0,1 6 0,7-8 0,-3 2 0,7-12 0,0-5 0,1-4 0,-7-4 0,1-4 0,-1-11 0,6-10 0</inkml:trace>
  <inkml:trace contextRef="#ctx0" brushRef="#br0" timeOffset="91">30976 15233 8912,'-18'27'0,"1"-2"0,0-8 0,2 0 0,3 0 0,3 2 0,3 4 0,4-4 0,-4 4 0,6-5 0,6-7 0,-2 2 0,7-7 0,1 0 0,5-6 0,0 0 0,0 0 0,1-8 0,-1-3 0,-6-5 0,1-1 0,-8-2 0,1-4 0,-1 4 0,2-4 0,-4 4 0,4 2 0,-6 0 0,-6 0 0,4 7 0,-13-5 0,5 5 0</inkml:trace>
  <inkml:trace contextRef="#ctx0" brushRef="#br0" timeOffset="92">31406 15474 8912,'-17'0'0,"-6"0"0,0 0 0,0 0 0,6 0 0,-6 0 0,-2 2 0,0 5 0,0 11 0,-4 1 0,6 9 0,2 1 0,10 5 0,-2 6 0,7 1 0,0 4 0,6-4 0,4-9 0,5-9 0,11-6 0,4-5 0,-1-5 0,6-7 0,5-7 0,7-5 0,1-5 0,-2-6 0,-4 2 0,2-8 0,-5 1 0,-4 1 0,-1-5 0,7-3 0,-1-9 0</inkml:trace>
  <inkml:trace contextRef="#ctx0" brushRef="#br0" timeOffset="93">31526 15182 8912,'-17'0'0,"0"0"0,0 0 0,5 0 0,1 0 0,7 0 0,-4 1 0,8 7 0,0 7 0,0 6 0,0 18 0,6-3 0,2 15 0,1 1 0,3 7 0,-1-5 0,1 3 0,-3-5 0,3-6 0,1-1 0,-7-10 0,7-5 0,-9-20 0,7-4 0,1-6 0,5-6 0,0-9 0,1-8 0,-1-2 0,0 2 0,-2 4 0,-3-4 0,3 4 0,-4 2 0,-3 5 0,-2 1 0,3 7 0,-7 4 0,4 11 0,-12 12 0,4-4 0,-3 4 0,3-2 0,2 2 0,0-4 0,0 4 0,0-4 0,2-2 0,3-1 0,7-5 0,-1-3 0,7-8 0,-11 0 0,10 0 0,-3-2 0,3-4 0,0-9 0,-1-10 0,-3-4 0,-2-7 0,1-6 0,5-9 0</inkml:trace>
  <inkml:trace contextRef="#ctx0" brushRef="#br0" timeOffset="94">31939 15130 8912,'10'-8'0,"-4"-3"0,-4 1 0,-2-1 0,-8 7 0,-4-2 0,3 4 0,-3 2 0,1 2 0,-6 4 0,1 4 0,5 7 0,-2 2 0,7 4 0,0-4 0,6 4 0,0-4 0,0-2 0,8-5 0,3-1 0,4-7 0,3 2 0,-1-4 0,0-2 0,0 0 0,1 0 0,-1-8 0,0-4 0,-6-3 0,1-2 0,-6 2 0,5 3 0,-7-3 0,2 3 0,-6-1 0,-6 2 0,-4-3 0,-7 9 0,-2-1 0,-2 6 0,-2 0 0,-15 7 0,1 3 0</inkml:trace>
  <inkml:trace contextRef="#ctx0" brushRef="#br0" timeOffset="95">31440 15663 8912,'-27'0'0,"5"0"0,2 0 0,11-8 0,16-1 0,16-8 0,10-6 0,7 0 0,6-2 0,9 4 0,5-2 0,1 2 0,-4 2 0,6 2 0,0-2 0,6-4 0,8-4 0,1-8 0</inkml:trace>
  <inkml:trace contextRef="#ctx0" brushRef="#br0" timeOffset="96">32352 15319 8912,'-28'27'0,"-1"-4"0,-5-4 0,-7-2 0,7-4 0,5 5 0,8-5 0,-2 10 0,4 2 0,2-2 0,7 0 0,5-6 0,3 0 0,2 0 0,7-5 0,7-3 0,5-1 0,4-4 0,7-2 0,-1-2 0,2-2 0,-3-4 0,3 2 0,-8-7 0,6-1 0,-6-5 0,-2 0 0,-10 0 0,2-1 0,-7 1 0,-2 0 0,-2 0 0,-2 0 0,-8 1 0,-3 5 0,-4 1 0,-3 5 0,1 3 0,0-4 0,0 4 0,-1 2 0,1 0 0,0 0 0,7 8 0,3-6 0,9 5 0,3-7 0,7 0 0,11 0 0,-4 0 0,6 0 0,-2 2 0,0 4 0,5-2 0,-5 7 0,2-5 0,-2 5 0,-6 1 0,1 5 0,-3 0 0,-9 0 0,-1 1 0,-5-1 0,0 0 0,-7-7 0,-5-5 0,3-3 0,-3-2 0,1 0 0,1-2 0,4-3 0,5-11 0,1-7 0,0-5 0,1 3 0,5 0 0,6 0 0,3-3 0,2 5 0,6 0 0,0 5 0,6 9 0,-6 3 0,7 4 0,-1 2 0,3 8 0,3 3 0,-6 14 0,-1 8 0,5 7 0,5 4 0,-2-6 0,6 12 0,-7-6 0</inkml:trace>
  <inkml:trace contextRef="#ctx0" brushRef="#br0" timeOffset="97">22216 10539 8912,'-11'2'0,"-1"2"0,-1 4 0,-4-1 0,-4 3 0,-4 0 0,-4 5 0,-7 6 0,0 11 0,-10 10 0,0 4 0,2 8 0,-4 5 0,8 12 0,2 3 0,1 6 0,16-3 0,4-3 0,11-11 0,1-5 0,5-7 0,5-5 0,7-8 0,3-7 0,8-6 0,0-8 0,13-2 0,-1-3 0,5-5 0,-2-7 0,2-2 0,-1-3 0,5-20 0,0-12 0</inkml:trace>
  <inkml:trace contextRef="#ctx0" brushRef="#br0" timeOffset="98">22475 10952 8912,'17'11'0,"0"1"0,-7-1 0,-5 7 0,3-1 0,-2 0 0,-1 6 0,-5 2 0,0 2 0,0 3 0,0-3 0,0 1 0,0-1 0,0 4 0,0-4 0,0-3 0,0-6 0,0-7 0,8-7 0,-6-12 0,6-11 0</inkml:trace>
  <inkml:trace contextRef="#ctx0" brushRef="#br0" timeOffset="99">22492 10729 8912,'-17'0'0,"5"-2"0,1-4 0,-1 4 0,3-8 0,3 5 0,-4 3 0,8-6 0,-3 8 0,10 0 0,7 0 0,5 8 0,4 1 0,2 1 0,8 5 0,-5-5 0</inkml:trace>
  <inkml:trace contextRef="#ctx0" brushRef="#br0" timeOffset="100">22836 11004 8912,'0'11'0,"0"1"0,0-9 0,0 5 0,0-8 0,0 0 0,0 8 0,0 1 0,2 10 0,2 2 0,1 2 0,1 14 0,-6-3 0,0 12 0,0 0 0,0 1 0,0-1 0,0 2 0,0-8 0,0-2 0,0-1 0,0-5 0,0-3 0,0-12 0,0-9 0,-8-16 0,-1-2 0</inkml:trace>
  <inkml:trace contextRef="#ctx0" brushRef="#br0" timeOffset="101">22836 10918 8912,'0'-10'0,"0"2"0,8 1 0,-7 5 0,15-6 0,-5 8 0,-1 0 0,1 0 0,3 2 0,1 4 0,8 3 0,0 9 0,-2-1 0,-10 0 0,3 2 0,-9 4 0,1-2 0,-6 8 0,-2-6 0,-3 5 0,-7-5 0,-11 6 0,4-8 0,-4 2 0,4-6 0,2-6 0,-8-3 0,6-2 0,-4 0 0,11-3 0,7-8 0,3-5 0,2-7 0,0-8 0,0-2 0</inkml:trace>
  <inkml:trace contextRef="#ctx0" brushRef="#br0" timeOffset="102">23232 10935 8912,'11'0'0,"1"0"0,-9-2 0,3-4 0,-2 4 0,2-3 0,-4 3 0,5 4 0,-7 3 0,2 5 0,4 7 0,5 0 0,3 0 0,-3 1 0,5-7 0,-5 1 0,4-9 0,3 3 0,-1-4 0,0-2 0,0 0 0,0 0 0,-1-8 0,-5-3 0,3-4 0,-9-3 0,1 1 0,-6 0 0,0 0 0,0 5 0,0 1 0,0 7 0,0-2 0,-2 12 0,-4 6 0,4 5 0,-3 6 0,-3 3 0,2 9 0,1-1 0,5 1 0,-6-1 0,0 0 0,0 6 0,6 1 0,-1-7 0,-5-5 0,2-3 0,-8 3 0,7-4 0,-7-8 0,1 0 0,-6 0 0,-1-7 0,3-6 0,2-6 0,1-4 0,8-7 0,-1 1 0,3-5 0,2-6 0,0-4 0,0-7 0</inkml:trace>
  <inkml:trace contextRef="#ctx0" brushRef="#br0" timeOffset="103">23593 11055 8912,'17'-2'0,"1"-3"0,-7 1 0,0-8 0,-7 8 0,4-11 0,-8 13 0,0-5 0,0 7 0,0 7 0,0 5 0,0 3 0,0 2 0,0 0 0,0 6 0,0 0 0,0 0 0,0-6 0,0 1 0,0-1 0,0 0 0,0-8 0,0-1 0,0-23 0,0-2 0,0-12 0,6-2 0,-1 9 0,3-7 0,-2 6 0,-2-6 0,7 6 0,1 0 0,5 6 0,0 2 0,0 3 0,0-1 0,1 7 0,-1 1 0,0 5 0,0 9 0,0 6 0,1 6 0,-1 1 0,0 4 0,0 3 0,-5-2 0,-1 1 0,-7-7 0,2 2 0,1-4 0,-1-1 0,2-1 0,-2 0 0,-5-8 0,7-1 0,-8-8 0</inkml:trace>
  <inkml:trace contextRef="#ctx0" brushRef="#br0" timeOffset="104">24230 10780 8912,'0'-11'0,"0"-1"0,-6 6 0,0-5 0,1 7 0,5-5 0,0 3 0,0 4 0,-6-4 0,0 12 0,2 5 0,2 5 0,2 1 0,0 8 0,0 3 0,0 7 0,0 5 0,0-4 0,0 4 0,0-5 0,0-7 0,0 5 0,0-5 0,0-3 0,0-2 0,0-9 0,0-3 0,0-7 0,0 2 0,0-12 0,0-4 0,0-7 0,6-6 0,0 0 0,5-5 0,-5 5 0,6 0 0,-7 6 0,9-4 0,-3 3 0,4-3 0,3 10 0,-7 3 0,1 3 0,-1-3 0,6 2 0,-1 2 0,-5 10 0,4-2 0,-3 7 0,-5 1 0,-1 5 0,-4 6 0,-2 0 0,-2 2 0,-4-2 0,-5-4 0,-12 4 0,2 2 0,-8-3 0,6 3 0,-5-2 0,1-4 0,-2 4 0,-1-9 0,7-5 0,2-1 0,2-4 0,9-2 0,2-2 0</inkml:trace>
  <inkml:trace contextRef="#ctx0" brushRef="#br0" timeOffset="105">24144 11176 8912,'25'-42'0,"1"-2"0</inkml:trace>
  <inkml:trace contextRef="#ctx0" brushRef="#br0" timeOffset="106">24471 10505 8912,'7'-17'0,"-5"0"0,4-1 0,4 9 0,-8 1 0,13 10 0,-6 6 0,5 11 0,3 13 0,-2 7 0,14 12 0,-6 1 0,6 17 0,-8 3-243,2 14 0,-17-36 0,-1 1 243,-1 3 0,-2 1 0,-2 3 0,0 1 0,-2 1 0,-2 0 0,-6-4 0,-5-1 0,-2-2 0,-6-3 0,-7-5 0,-3-2 0,-1-4 0,-3-2 0,-6-2 0,0-1 0</inkml:trace>
  <inkml:trace contextRef="#ctx0" brushRef="#br0" timeOffset="107">20203 17038 8912,'-2'10'0,"-4"-4"0,-3-4 0,-1-10 0,6-5 0,8-7 0,8-2 0,5-1 0,4 5 0,2 1 0,-2 0 0,-2 0 0,-2 0 0,0 1 0,1 5 0,5 3 0,0 8 0,-2 0 0,-2 0 0,-2 8 0,0 3 0,-2 12 0,-3 6 0,1 0 0,-7 3 0,-2 6 0,-2 4 0,-4-2 0,-4 6 0,-11-2 0,-12 2 0,-3 8 0,-3-9 0,-7 7 0,-4-12 0,2 6 0,-2-6 0,6 4 0,-6-10 0,10 3 0,2-14 0,7 0 0,10-6 0,1-10 0,5-7 0,3-9 0,8-14 0,0-4 0,0-7 0,8-1 0,3 1 0,-1 2 0,1 1 0,3 4 0,1 2 0,2 2 0,1 6 0,1 2 0,2 4 0,2 5 0,-2 4 0,0 10 0,2 3 0,-2 6 0,7 6 0,-7 4 0,2 7 0,2-1 0,-2-5 0,2 5 0,-2-5 0,-10 3 0,5-2 0,-5-3 0,4-3 0,0-4 0,1 4 0,-1-11 0,0 3 0,0-5 0</inkml:trace>
  <inkml:trace contextRef="#ctx0" brushRef="#br0" timeOffset="108">21029 17313 8912,'-29'10'0,"3"-4"0,1-4 0,4-2 0,-4 0 0,2 0 0,0 0 0,6 0 0,7 0 0,-5 0 0,13 0 0,-4 0 0,12 0 0,3 0 0,9 0 0,-1 0 0,0 0 0,0-8 0,1 4 0,-3-7 0,-4-3 0,-1 7 0,-4 1 0,-4-4 0,3-1 0,-3 3 0,-2 1 0,-2 7 0,-3 0 0,1 2 0,-8 3 0,1 5 0,-6 15 0,-1 1 0</inkml:trace>
  <inkml:trace contextRef="#ctx0" brushRef="#br0" timeOffset="109">22148 17090 8912,'5'-17'0,"1"0"0,-2-1 0,-2 1 0,-2 0 0,0 7 0,-2 3 0,-4 7 0,4 2 0,-4 5 0,5 11 0,1 8 0,0 9 0,0 5 0,0 6 0,0 11 0,0 0 0,0 12 0,0-2 0,0 11 0,0-1 0,0-5 0,0-9 0,0-5 0,1-11 0,5-1 0,-2-17 0,8-6 0,-1-12 0,6-11 0,-5-4 0,-1-7 0,-7-8 0,11-38 0,-5-6 0</inkml:trace>
  <inkml:trace contextRef="#ctx0" brushRef="#br0" timeOffset="110">22612 16935 8912,'-17'-7'0,"0"5"0,0-4 0,5 6 0,1 6 0,-1 5 0,-5 12 0,5 11 0,3 10 0,1 2 0,4 0 0,3 6 0,1 5 0,1 6 0,5-6 0,2 1 0,3-7 0,3 1 0,-9-1 0,7 1 0,-6-2 0,-3-6 0,-1-10 0,-9-7 0,-10-10 0,-10 0 0</inkml:trace>
  <inkml:trace contextRef="#ctx0" brushRef="#br0" timeOffset="111">22199 17554 8912,'12'-2'0,"-1"-3"0,8 1 0,10-8 0,3-1 0,3-10 0,7 4 0,2-21 0,8 3 0</inkml:trace>
  <inkml:trace contextRef="#ctx0" brushRef="#br0" timeOffset="112">22922 17210 8912,'0'18'0,"0"-9"0,0-1 0,0-24 0,0 11 0,0-12 0,8 11 0,3 0 0,4 2 0,3-1 0,-1 3 0,0-4 0,-2 6 0,-3 6 0,1 3 0,-7 8 0,0 2 0,-6 2 0,-2 4 0,-4 2 0,-4 2 0,-7 5 0,0-1 0,0-5 0,1-3 0,5-8 0,-4 0 0,13 1 0,-6-9 0,16-1 0,5-8 0,8 0 0,6 0 0,7 0 0,1 0 0,-1 0 0,1 0 0,-1 0 0,-1 0 0,-5 0 0,-5 7 0,-11 5 0,-7 5 0,-10 6 0,-7-2 0,-11 8 0,-5-1 0,-13 7 0,3-1 0,-8 1 0,8-7 0,-2 1 0,4-8 0,1 2 0,6-6 0,1-6 0,13-3 0,-3-8 0,5-15 0,-4-4 0</inkml:trace>
  <inkml:trace contextRef="#ctx0" brushRef="#br0" timeOffset="113">23868 17365 8912,'10'10'0,"-10"-3"0,-4-1 0,-7 0 0,7 7 0,-4-1 0,8 9 0,0 2 0,0-2 0,2 3 0,4-1 0,-2 6 0,7-4 0,1 0 0,-3-1 0,6-6 0,-3-7 0,-2-1 0,1 1 0,2-3 0,10-8 0,-4-2 0,4-4 0,2-9 0,-2-8 0,2-8 0,-2 3 0,-4-5 0,4-1 0,-4 5 0,-2 1 0,-1 6 0,-5 0 0,4 2 0,-5 3 0,0 0 0,-1 8 0,-3 3 0,-4 6 0,4 6 0,-5 5 0,-1 12 0,6 4 0,0 7 0,5 0 0,-5 1 0,2-1 0,-2 1 0,-5-1 0,5 0 0,2-5 0,-2-2 0,-3-2 0,-3-2 0,-5-6 0,-5-2 0,-7-4 0,0-3 0,-1-8 0,-5 0 0,1 0 0,-1-8 0,5-1 0</inkml:trace>
  <inkml:trace contextRef="#ctx0" brushRef="#br0" timeOffset="114">24006 16952 8912,'-17'27'0,"0"-2"0,-1-8 0,1 0 0,0 1 0,2-1 0,1 0 0,5 0 0,1 0 0,2 1 0,6-1 0,0-6 0,0 1 0,8-8 0,4 1 0,3-3 0,2-9 0,0-5 0,0-3 0,1-2 0,-7-6 0,1 0 0,-9-2 0,3 2 0,-4 2 0,-4-4 0,-4 4 0,-5 6 0,-4 3 0,-3 1 0,1-2 0,0 7 0,0 0 0,0 6 0,1 8 0,5 3 0,-3 12 0,9 6 0,-1-3 0,6 3 0,8 7 0,1 8 0</inkml:trace>
  <inkml:trace contextRef="#ctx0" brushRef="#br0" timeOffset="115">24746 17296 8912,'-11'0'0,"-1"0"0,-1 0 0,3 0 0,-1 0 0,-1 6 0,-5 2 0,0 1 0,5 1 0,1 1 0,7 10 0,-2-4 0,4 6 0,2 0 0,0-2 0,0 8 0,2-8 0,4 2 0,4-4 0,-1-2 0,6-2 0,-3-3 0,3-4 0,2-8 0,1 0 0,-1 0 0,0-8 0,0-4 0,-1-3 0,-3-4 0,-3-2 0,-3-2 0,-1-2 0,-6 2 0,-8 4 0,-3-4 0,-5 4 0,-1 2 0,-6 0 0,0 0 0,-1 7 0,1 4 0,3-3 0,-12 7 0,5-6 0</inkml:trace>
  <inkml:trace contextRef="#ctx0" brushRef="#br0" timeOffset="116">25090 17313 8912,'-15'2'0,"3"4"0,-1 4 0,7 7 0,-1 0 0,3 0 0,-2 0 0,2 1 0,4 6 0,6 5 0,-2-4 0,7-2 0,1 0 0,5-6 0,0 4 0,0-11 0,1-1 0,-1-3 0,0-6 0,0-6 0,0-5 0,1-12 0,-3 2 0,-4-8 0,3 0 0,-8-5 0,-1 5 0,-5 1 0,0 7 0,0-2 0,0 4 0,0 1 0,0 7 0,0 0 0,0 14 0,0 3 0,0 7 0,0 5 0,0 5 0,0 0 0,2 5 0,4-5 0,-2 0 0,7-6 0,1-1 0,5-5 0,0 2 0,0-7 0,2 0 0,4-6 0,-3-2 0,4-6 0,-1-7 0,0-6 0,6-4 0,-6 2 0,2-4 0,-2-7 0,-6-6 0,0 0 0,0-6 0,-5 6 0,-5-8 0,-1 2 0,-4 4 0,-2 4 0,0 7 0,0 9 0,0 10 0,-2 4 0,-4 8 0,3 18 0,-9 10 0,6 12 0,-5 12 0,5 1 0,-5 5 0,7-5 0,-2 5 0,2-5 0,-1-1 0,3-3 0,-4-3 0,4 2 0,4-10 0,2-3 0,2-5 0,5-9 0,-5 2 0,1-12 0,-1-5 0,-2-4 0,7-2 0,-7 0 0,12-15 0,-7-4 0,8-16 0</inkml:trace>
  <inkml:trace contextRef="#ctx0" brushRef="#br0" timeOffset="117">25555 17245 8912,'-29'9'0,"1"-3"0,12 2 0,-1-3 0,11 1 0,1-6 0,10 0 0,12-2 0,12-4 0,4 3 0,1-9 0,2 6 0,5-5 0,-5 1 0,4-1 0,-4-4 0,-1 3 0,-1-3 0,1-2 0</inkml:trace>
  <inkml:trace contextRef="#ctx0" brushRef="#br0" timeOffset="118">7641 15250 8912,'9'18'0,"-3"-15"0,-6-12 0,-4-8 0,-2 1 0,3 1 0,-1 2 0,0-1 0,-2 3 0,-5-1 0,5-5 0,0 6 0,6-1 0,-2 8 0,-3-1 0,3-5 0,2 8 0,13-4 0,8 3 0,8-3 0,5 4 0,6-4 0,6-1 0,12 1 0,-3-6 0,8 7 0,0-9 0,6 5 0,-2-1 0,-4 5 0,4 3 0,-4 2 0,6 2-163,6 3 1,-3 3 162,8 3 0,-7 5 0,2-5 0,-3-3 0,3-3 0,5-3 0,4-2 0,10 0 0,4 0 0,-1-2-223,-45 0 1,-1-1 0,41-1 222,-43-2 0,0 0 0,-1 4 0,1 1 0,0-2 0,0 0 0,2 2 0,1 0 0,3 1 0,-1 0 0,43 0 0,1 0 0,-2 0 0,-5 0 0,-40 0 0,0 0 0,1 0 0,-1 0 0,45 0 0,1 0 0,-7 0 0,-6 2 0,-2 2-194,-1 1 1,-1 3 193,6-2 0,0-2 0,0 7 0,0-5 0,0 5 0,-7 1 0,-5 5 0,4-6 0,5 1 0,5 1 0,3 3 0,-42-11 0,0-1 0,43 2 0,-8-4 0,-10-2 0,3 0 0,-3 0 0,3 0 0,-2 0 0,3 0 0,8 0 0,-2-6 0,-4-2 0,-5 1 0,-4-1 0,-2-3 0,-1 5 0,9-6 0,3 7 0,6-7 0,6 7 0,-2-7 0,-42 8 0,1 0 0,1 1 0,0-1 0,0 0 0,1 0 0,3-2 0,1-1 0,-1 1 0,1 0 0,2 2 0,1-1-146,-3-1 1,-1 0 0,1 3 0,-1 1 145,-2-4 0,-1 0 0,-2 4 0,0 0 0,-1-1 0,1 1 0,49 0 0,-46 1 0,1 2 0,-1-1 0,-1 0 0,47 0 0,-48 0 0,-1 0 0,37 0 0,8 0 0,-43 0 0,1 0 0,2 0 0,-1 0 0,-1 0 0,-1 0 0,0-3 0,-2 0 0,37-3 0,7 0 0,5 6 0,-47-2 0,-1-1 0,1 0 0,0 0 0,-2 1 0,1 0-23,48 0 0,-14-4 23,2 1 0,0-1 0,0 6 0,4-2 0,-10-4 0,4 4 0,4-5 0,0 1 0,-2 0 0,4-5 0,-10 5 0,12 0-5,6 6 1,-49 0-1,1 0 5,48 0 0,-7 0 0,-10 0 0,1 0 0,-4 0 0,3 0 46,1 0 0,-2 0-46,-11 0 0,-8 0 0,-4 0 0,-5 0 291,-6 0 1,-6-7-292,-11-5 0,-2-3 0,-6-2 0,2 0 171,-2-1 0,5-6-171,3-5 0,-2-2 341,1 3 1,1-10-342,6 3 0,-1-9 160,0 4 0,1-8-160,-1 3 0,-1-5 0,-5-4 0,-5-1 0,-3-2 0,-3-10 0,0-2 0,-2-5-195,-3-7 1,1-3 194,-7 4 0,0 4 0,-6 1 0,0 6 0,-2 8 0,-4 8 0,-6 5 0,-9 12 0,-2 1 0,-7 8 0,1 10 0,-3 6 0,-5 1 0,-3 3 0,-6 3 0,-9 2 0,-3 2 0,-5 6 0,6-1 0,-8 9 0,2-3 0,-10 4 0,-3 3 0,-5-3 0,-6-4 0,-9 5 0,42-10 0,-1-1 0,2-1 0,1 0-184,-2-1 0,-1 0 0,-1 0 0,-1 1 184,0-1 0,-1 0 0,-4 0 0,-2 0 0,-2-3 0,0 0 0,5 0 0,0 2 0,1-1 0,1 1 0,2 1 0,-1 0 0,2-1 0,0 0 0,-2-1 0,-1 0 0,-4-1 0,0 0 0,2-1 0,1 0 0,0-2 0,0 0 0,-1 0 0,0-1 0,0-2 0,1 0 0,-3-2 0,-2 1 0,-4 1 0,0 0 0,4 1 0,0 1 0,3-1 0,0 0 0,2 1 0,1 1 0,2 0 0,0 2 0,-4 0 0,-1 0 0,-4 1 0,0 0 0,5 0 0,0 0 0,0 0 0,2 0 0,2 0 0,1 0 0,-3 0 0,-1 0 0,-1 0 0,0 0 0,-5-1 0,0 2 0,8 1 0,1 2 0,-1-1 0,0-1 0,1 0 0,1 0 0,-1-1 0,-1 0 0,-2 2 0,0 0 0,-4 0 0,1 0 0,4 0 0,0-1 0,1-1 0,1-2 0,4 1 0,1 0 0,-40 0 0,43 0 0,-1 0 0,-8 0 0,1 0 0,6 0 0,1 0 0,-4 0 0,1 0 0,2 0 0,2 0 0,-46 0 0,1 6 0,42-4 0,1 2 0,0 2 0,0 1 0,-6-1 0,0 0 0,-1 1 0,1 1 0,-3 0 0,-1 1 0,0 0 0,0-1 0,-2 1 0,0-1 0,2 1 0,-1 0 0,0-1 0,0 1 0,3-1 0,1 1 0,3 0 0,1-1 0,5 0 0,1-1 0,-44 5 1,4 1-1,2-7 0,0 2 0,0-3 0,0-3 0,0 4 0,8-4 0,3-2 0,2 0 0,-1 0 0,-6 0 0,-5 0 0,-6-6 0,-1 1 0,8-3 0,9 2 0,6 4 0,6-4 0,6 5 0,9 1 0,0 0 0,-5 0 0,1 0 0,-5 0 0,5 0 0,6 0 0,4 5 0,8 1 0,1 0 0,5-4 0,3 2 368,0 1 0,6 1-368,-4-6 0,4 0 97,1 0 0,-1 2 0,-4 2 0,-5 1-97,-5-1 0,-3 4 0,-4-2 0,-4 7 0,-8-2 0,-5-1 0,-1 1 0,-5-5 0,6 4 0,3-1 0,7 1 0,4-4 0,9 5 0,5-7 0,1 2 0,5 1 0,-6-1 0,0 0 0,-5-6 0,0 0 0,-1 0 0,1 0 0,1 0 0,3 0 0,1 0 0,2-2 0,-2-4 0,3 2 0,3-7 0,4 7 0,-4-2 0,4 4 0,1-5 0,1 5 0,0-4 0,0 4 0,0 2 0,-1 0 0,1 0 0,-2 0 0,-4 0 0,4 0 0,-4 0 0,-2 0 0,0 0 0,-1 0 0,-5 0 0,-2 2 0,-1 4 0,0-4 0,-1 3 0,1-3 0,-1 0 0,1 2 0,-1 2 0,9 0 0,3-6 0,9 0 0,3 0 0,7 0 0,-4 0 0,8 1 0,0 5 0,-1-4 0,-5 4 0,2-2 0,-8 1 0,3-1 0,-3 8 0,-3-7 0,4 5 0,-3-1 0,3 1 0,-4-4 0,3 5 0,-1-5 0,1 5 0,-3-5 0,3 6 0,5-9 0,-9 13 0,5-5 0,3-1 0,3 1 0,3 1 0,0 5 0,-4 0 0,4 0 0,-4 0 0,5-5 0,1-1 0,-2 5 0,-4 5 0,4-2 0,-4 4 0,4-4 0,2-2 0,0 6 0,0 0 0,-2 7 0,-3-1 0,3 4 0,-6 1 0,2 0 0,1 1 0,-7-1 0,6 0 0,-5-7 0,5-4 0,-1-2 0,1 2 0,4-4 0,-6 6 0,6-10 0,-1-1 0,-3-3 0,0-5 0,6 5 0,0 1 0,0 5 0,0-4 0,0 5 0,0-5 0,0 10 0,0 2 0,0-2 0,0-1 0,0 3 0,2-6 0,4 4 0,-2-4 0,7-1 0,-7-1 0,2 0 0,-5-6 0,-1 1 0,8-8 0,-6 3 0,6-7 0,-8 0 0,0 0 0,7 0 0,-5 2 0,4 4 0,-4-4 0,0 8 0,4-5 0,-5-3 0,7 13 0,-6-7 0,2 5 0,2-1 0,-1-8 0,-5 11 0,2-11 0,4 7 0,-4-7 0,13 11 0,-11-11 0,7 8 0,3 1 0,-5-3 0,3 1 0,-6-5 0,5 5 0,-5-5 0,5 4 0,3-3 0,-5 5 0,3-7 0,-8 1 0,11 2 0,-6-6 0,3 5 0,-1-7 0,-5 0 0,6 0 0,-7 0 0,7 0 0,-7 0 0,7 0 0,1 0 0,-3 0 0,1 0 0,-5-5 0,6-1 0,-1 0 0,6-2 0,0 1 0,1-5 0,-1-3 0,0 13 0,0-5 0,-5 1 0,-1 0 0,-5 0 0,5 6 0,3 0 0,-5 0 0,3 0 0,-6-5 0,5-1 0,-5 0 0,5 6 0,-5 0 0,6 0 0,-7 0 0,7 0 0,-8 0 0,3 0 0,-7 0 0,8 0 0,1 8 0,7 5 0,-3 10 0,-1 11 0,-9 16 0,5 11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8.947"/>
    </inkml:context>
    <inkml:brush xml:id="br0">
      <inkml:brushProperty name="height" value="0.053" units="cm"/>
      <inkml:brushProperty name="color" value="#FF0000"/>
    </inkml:brush>
  </inkml:definitions>
  <inkml:trace contextRef="#ctx0" brushRef="#br0">6797 7427 8912,'8'-9'0,"-6"-1"0,6 7 0,-1-3 0,-5 0 0,6-2 0,-8 6 0,7-5 0,-3 7 0,8 0 0,-8 0 0,5 0 0,-3 0 0,-2 0 0,7 0 0,-5 6 0,5-1 0,-7 9 0,4-12 0,0 5 0,1-7 0</inkml:trace>
  <inkml:trace contextRef="#ctx0" brushRef="#br0" timeOffset="1">6866 7135 8912,'0'17'0,"0"1"0,0-1 0,0-6 0,0 1 0,0-9 0,2 5 0,2-6 0,2 4 0,7-4 0,-3 11 0,7-7 0,-6 1 0,1-1 0,-1-4 0,-1 6 0,-2-8 0</inkml:trace>
  <inkml:trace contextRef="#ctx0" brushRef="#br0" timeOffset="2">6918 7066 8912,'8'-9'0,"-1"-6"0,5 3 0,1 3 0,-7-3 0,0 8 0,-1 6 0,1 15 0,7 2 0,-1 10 0,-3-6 0,3 6 0,5-1 0,6 7 0,8-9 0,-5-8 0,9-11 0</inkml:trace>
  <inkml:trace contextRef="#ctx0" brushRef="#br0" timeOffset="3">9413 8012 8912,'-9'-2'0,"1"-2"0,0-1 0,4-1 0,-7 6 0,5 0 0,-5 0 0,7 0 0,-4 0 0,1 0 0,5 0 0,-6 0 0,8 0 0,-8-8 0,7 6 0,-7-5 0,8 5 0,0-4 0,0-4 0,0-1 0,0 0 0,0 5 0,0-6 0,8 1 0,-7 1 0,7 1 0,-6 5 0,4-2 0,-2 0 0,7 6 0,-5 0 0,5 0 0,-5 6 0,4 2 0,-1 1 0,1 5 0,-5-5 0,7 3 0,-6-1 0,5 6 0,-5-1 0,5-5 0,-7 6 0,2 1 0,-4-1 0,-4 4 0,-4-8 0,-3 2 0,-9-5 0</inkml:trace>
  <inkml:trace contextRef="#ctx0" brushRef="#br0" timeOffset="4">9551 7806 8912,'7'-18'0,"-5"7"0,4 0 0,-4 7 0,-2-4 0,0 8 0,0 10 0,0 7 0,0 0 0,0 6 0,0 4 0,0 1 0,0 5 0,8 9 0,1 2 0</inkml:trace>
  <inkml:trace contextRef="#ctx0" brushRef="#br0" timeOffset="5">6212 9130 8912,'10'-12'0,"-2"1"0,-1-3 0,-5 5 0,4-3 0,-6 1 0,-4-6 0,-4-1 0,-1 1 0,3 6 0,-3-1 0,1-1 0,-4 3 0,7-1 0,-1 7 0,6-4 0,0 10 0,0 4 0,8 2 0,3 3 0,4 3 0,3-9 0,6 7 0,5-7 0,5 7 0,5-4 0,3-1 0,2 1 0,2 3 0,5-5 0,1 0 0,0-6 0,5 0 0,4 0 0,4-2 0,6-4 0,2 2 0,-5-7 0,3-1-103,4-5 1,-10 6 102,4-1 0,-12 7 0,0-7 0,3 8 0,-3-1 0,0 3 0,3 2 0,-5 2 0,8 3 0,-4 3 0,10 3 0,-11 3 0,5-9 0,-8 1 0,-1-6 0,3 0 0,6 0 0,-4 0 0,-1 0 0,3-7 0,2-5 0,-2-3 0,2-2 0,-9 1 0,-3 5 0,-3-4 0,-13 3 0,1 3 0,-13-3 0,0 8 0,-6-3 0,0 7 0,-7 0 0,-1 0 205,-3 0-205,-4 0 0,8 0 0,-5 0 0,-3 0 0,6 0 0,-6 0 0,4 0 0,-5 0 0,9 0 0,-4 0 0,-4-8 0,5-2 0,-1-7 0,0 0 0,0 0 0,-6 0 0</inkml:trace>
  <inkml:trace contextRef="#ctx0" brushRef="#br0" timeOffset="6">8931 8717 8912,'2'9'0,"4"-3"0,5-4 0,-3-2 0,0 8 0,-8-4 0,0 7 0,0 1 0,0 5 0,5 6 0,3 1 0,0 3 0,-1 4 0,9 1 0,1 3 0,2-3 0,10-3 0,-1 1 0,7-7 0,7 0 0,4-8 0,3-3 0,3-6 0,5-6 0,1-6 0,1-6 0,-2-10 0,3-5 0,3-8 0,4-1 0,-4-2 0,2-2 0,-2 2 0,0 1 0,-11 3 0,-6 9 0,-18 8 0,-3 0 0,-15 15 0,-3-4 0,-7 12 0,0-4 0,-2 5 0,-3-7 0,3 2 0,-4 4 0,4-4 0,2 6 0,0-8 0,0 0 0,8-8 0,-6-2 0,5-7 0</inkml:trace>
  <inkml:trace contextRef="#ctx0" brushRef="#br0" timeOffset="7">10256 8356 8912,'-17'8'0,"0"-7"0,0 5 0,0-4 0,-1-2 0,9 0 0,1 0 0,10 0 0,4 0 0,3 8 0,9 3 0,4 6 0,1 6 0,8-2 0,-2 8 0,3 0 0,3-3 0,-9 5 0,-3-8 0,-4 7 0,-1-1 0,-3-2 0,-4 1 0,-3-1 0,-8 2 0,0-2 0,0-4 0,-8-4 0,-3 4 0,-4-6 0,-3-6 0,1-1 0,0-5 0,0-3 0,0 4 0,7-19 0,-5-6 0,5-16 0</inkml:trace>
  <inkml:trace contextRef="#ctx0" brushRef="#br0" timeOffset="8">11151 8476 8912,'0'-11'0,"0"-1"0,0-1 0,0-2 0,-2-1 0,-3 3 0,-7 2 0,3 1 0,-3-1 0,-1 3 0,-3 0 0,-3 6 0,0-2 0,2 8 0,-4 14 0,9 10 0,-3 5 0,-2 1 0,2 6 0,3 2 0,5 0 0,-1 0 0,6-2 0,-4-5 0,4-3 0,2-3 0,0-6 0,0-4 0,8-10 0,2-3 0,7-13 0,0-11 0,0-8 0,0-9 0,1-5 0,-1-2 0,0-4 0,-6-3 0,1 3 0,-6 2 0,3-4 0,-1-2 0,-4 1 0,0-5 0,1 14 0,-3 2 0,4 9 0,-4 4 0,-2 8 0,0 8 0,0 5 0,0 15 0,0 12 0,0 10 0,0 9 0,0 7 0,0 7 0,2 3 0,3-2 0,-1-3 0,8 3 0,-7-11 0,7-6 0,-1-4 0,7-1 0,-1-3 0,0-3 0,0-8 0,0-8 0,6-5 0,0-8 0,8 0 0,-2 0 0,3-15 0,3-8 0,-1-4 0,0-7 0,1 3 0,-1-9 0,-7 4 0,-4 1 0,-4 1 0,-4 1 0,-3 5 0,-6 5 0,-12 6 0,-6 5 0,-3 4 0,-2 8 0,-6 0 0,0 0 0,-8 8 0,3 4 0,3 5 0,2 6 0,-2-2 0,2 7 0,6-5 0,5 6 0,3-8 0,-5 4 0,5-2 0,1 0 0,3 0 0,5-6 0,0 0 0,1-2 0,5-3 0,4-5 0,7-7 0,0-2 0,0-3 0,6-5 0,0-7 0,2-6 0,-4-2 0,2-2 0,-2-3 0,-2-1 0,-2 3 0,1-3 0,-1 8 0,0 0 0,0 6 0,-5 2 0,-1 3 0,-7-3 0,4 15 0,-8 0 0,0 10 0,0 5 0,0 4 0,0 4 0,2-4 0,3 4 0,-3-4 0,4-2 0,2 0 0,-3 1 0,3-3 0,-2-4 0,-2 3 0,7-9 0,1 1 0,5-8 0,0-3 0,0-7 0,0-11 0,-7-4 0,13-15 0,-4-2 0</inkml:trace>
  <inkml:trace contextRef="#ctx0" brushRef="#br0" timeOffset="9">11977 7995 8912,'8'-10'0,"-4"-3"0,7 7 0,-7 0 0,4 6 0,-8 0 0,-2 10 0,-4 7 0,4 8 0,-4 9 0,4 8 0,2 4 0,0 4 0,0 2 0,0 5 0,0 0 0,0 0 0,0-5 0,0-8 0,0-4 0,-1-6 0,-5-5 0,-4 4 0,-7-7 0</inkml:trace>
  <inkml:trace contextRef="#ctx0" brushRef="#br0" timeOffset="10">11788 8390 8912,'0'-26'0,"-6"1"0,0 7 0,3-3 0,8 2 0,7 4 0,3 0 0,4 7 0,4 2 0,2-1 0,4 1 0,3 0 0,-3 6 0,5 0 0,7 0 0,-3 0 0,8 0 0,-8-2 0,2-3 0,-2-5 0,2 1 0,-3-12 0,3 3 0,-9 3 0,-3 4 0,-13 1 0,3-1 0,-13 3 0,3 0 0,-16 6 0,-5-3 0,-8 3 0,0 9 0,-8 5 0,6 9 0,-5 2 0,5 7 0,-6-1 0,14-2 0,-2 1 0,3-7 0,-3 2 0,5 2 0,1-2 0,7 0 0,-2-6 0,5 0 0,2-7 0,5-4 0,4-4 0,7-2 0,6-8 0,0-3 0,6-10 0,-7-2 0,3-6 0,-2 6 0,-2 0 0,8 6 0,-8 2 0,2 1 0,-4 5 0,-2 1 0,0 0 0,1 3 0,-1 3 0,0-4 0,-2 12 0,-3 5 0,1 5 0,-7 1 0,5-6 0,-5 1 0,0-1 0,-6 6 0,0-7 0,0-3 0</inkml:trace>
  <inkml:trace contextRef="#ctx0" brushRef="#br0" timeOffset="11">10549 7926 8912,'-25'-2'0,"-2"-2"0,1-3 0,3-1 0,3 0 0,3 5 0,0 1 0,0 2 0,5 2 0,3 5 0,1 10 0,4 14 0,2 13 0,2 13 0,2 18 0,4 13 0,0-39 0,1 3 0,3 4 0,1 1 0,5 1 0,3 0 0,4-1 0,2-1 0,1-4 0,1-1-198,1-3 1,2-2-1,4-6 1,2-2 197,33 31 0,4-8 0,-4-10 0</inkml:trace>
  <inkml:trace contextRef="#ctx0" brushRef="#br0" timeOffset="12">12545 7823 8912,'0'-17'0,"0"-1"0,2 3 0,4 8 0,5 12 0,5 9 0,1 20 0,0 8 0,0 6 0,0 13 0,2 8 0,3 9 0,0 6 0,-4 10 0,-13-45 0,-1 1 0,0 4 0,-2 1 0,-1 4 0,-4 2 0,-6 6 0,-5 0-427,-4 4 1,-4 1 0,-4 3 0,-2-1 426,1-2 0,-3 0 0,-5 0 0,-3-1 0,3-2 0,0-1 0</inkml:trace>
  <inkml:trace contextRef="#ctx0" brushRef="#br0" timeOffset="13">23714 8597 8912,'9'-8'0,"-1"4"0,-8-7 0,0-3 0,-6 5 0,-2-1 0,1 1 0,-1-1 0,-5 6 0,3-9 0,-7 7 0,0 0 0,0 6 0,-1 2 0,-1 6 0,-4 9 0,2 8 0,-7 9 0,-1 14 0,-7 8 0,-3 7 0,-1 7 0,8 9 0,9-5 0,5 4 0,7-9 0,3 2 0,8-14 0,4-7 0,8-10 0,7-9 0,15-3 0,1-9 0,-1-2 0,6-7 0,0-10 0,0-15 0,-5-4 0</inkml:trace>
  <inkml:trace contextRef="#ctx0" brushRef="#br0" timeOffset="14">23972 8751 8912,'17'0'0,"-6"-2"0,-1-3 0,-2-7 0,3 3 0,-5-3 0,-2-1 0,-2 3 0,-2-1 0,0-3 0,0 7 0,0-1 0,0 23 0,-2 6 0,-4 20 0,2-3 0,-7 8 0,5-1 0,-6 7 0,9 5 0,-3-1 0,4-5 0,2-3 0,0-10 0,0 2 0,8-5 0,3-7 0,4-8 0,3-9 0,4-9 0,1-2 0,6-10 0,-6-13 0,8-5 0,-3-12 0,-3 3 0,-2-3 0,-6 4 0,-5 2 0,-3 5 0,-5 2 0,2 2 0,-2 4 0,-4 8 0,-6 2 0,-5 9 0,-12 2 0,3 15 0,-2 14 0,-3 5 0,2 6 0,0-4 0,6 4 0,7-3 0,4-3 0,4-1 0,2-5 0,0-5 0,0-4 0,8-3 0,3-5 0,11-5 0,0-12 0,11-4 0,1-7 0,1-9 0,5-9 0,-6 1 0,-5-6 0,4 1 0,-5-1 0,-5 4 0,-6-4 0,-1 9 0,-9 5 0,1 1 0,0 4 0,-3 9 0,-5 5 0,-2 9 0,-1 3 0,-3 7 0,2 3 0,2 10 0,2 4 0,0-3 0,0 1 0,2 0 0,4 0 0,-2-6 0,7 1 0,-5 3 0,5-2 0,-7 0 0,2-6 0,-4 1 0,-2-1 0,0 2 0,0 4 0,-8-4 0,-3 4 0,-7-6 0,-4-6 0,2 9 0,-4-9 0,1-3 0,0-5 0,0-3 0,5 0 0,1-15 0,0-4 0</inkml:trace>
  <inkml:trace contextRef="#ctx0" brushRef="#br0" timeOffset="15">24780 8597 8912,'-9'7'0,"-6"-5"0,11 8 0,-8-5 0,9 5 0,-3 9 0,4 2 0,2 2 0,2 13 0,2 1 0,3 5 0,3 5 0,1 3 0,6 2 0,1-1 0,-1 1 0,0-3 0,0-3 0,-5-11 0,-3-12 0,-1-4 0,-2-10 0,-14-9 0,-1-9 0</inkml:trace>
  <inkml:trace contextRef="#ctx0" brushRef="#br0" timeOffset="16">24780 8820 8912,'-17'10'0,"0"-1"0,0-3 0,0-4 0,7 5 0,18-8 0,15-5 0,15 2 0,8-7 0,4-1 0,1-5 0,-5 5 0,0 1 0,-15 0 0,9-7 0,-14 1 0</inkml:trace>
  <inkml:trace contextRef="#ctx0" brushRef="#br0" timeOffset="17">23972 9078 8912,'17'0'0,"0"0"0,2-8 0,4-3 0,6-6 0,11-6 0,12-12 0,11-9 0,6-1 0,5-1 0,5 8 0,7-3-668,-8 5 1,6-6 0,-6-2 0</inkml:trace>
  <inkml:trace contextRef="#ctx0" brushRef="#br0" timeOffset="18">25607 8700 8912,'17'-2'0,"0"-4"0,-6 2 0,1-5 0,-1-1 0,-1 1 0,-4-5 0,-4-1 0,-2-2 0,0 7 0,-8-3 0,-4 7 0,-3 0 0,-2 6 0,0 0 0,0 2 0,-3 4 0,-3 5 0,2 5 0,-7 1 0,5 0 0,-6 0 0,6 6 0,-6 0 0,8 6 0,-2-4 0,6 0 0,6-1 0,3 7 0,8-2 0,2-5 0,4-1 0,3-4 0,9-1 0,6-1 0,5 0 0,-2-6 0,0-1 0,-1-2 0,1-5 0,-6 5 0,2-2 0,-4 0 0,-7-4 0,-1 3 0,-9-1 0,-2 6 0,-9-3 0,-14 7 0,-6-3 0,-5 4 0,-7 3 0,3-1 0,-8 0 0,6 0 0,-6 0 0,8-5 0,-2-1 0,11-7 0,-3-4 0,5-9 0</inkml:trace>
  <inkml:trace contextRef="#ctx0" brushRef="#br0" timeOffset="19">25710 8889 8912,'-2'9'0,"-4"-3"0,4-2 0,-4 2 0,5-4 0,-5 7 0,0-3 0,0-2 0,6 7 0,2-1 0,4 1 0,4-3 0,9-8 0,4 0 0,-4 0 0,4 0 0,-4-6 0,-2 0 0,4-7 0,-2 2 0,-4-5 0,1-1 0,-3 0 0,-1 0 0,-5-1 0,-7 1 0,0 6 0,0-1 0,0 1 0,0-6 0,-7 7 0,-5 4 0,3 5 0,-3 1 0,1 3 0,-7 7 0,1 7 0,0 2 0,6 2 0,-1 2 0,8-2 0,-1 8 0,3-8 0,2 2 0,0-4 0,0-2 0,2 0 0,3 0 0,-1-7 0,8-4 0,-1 1 0,6-1 0,6-2 0,0-10 0,2 0 0,-2-11 0,2 2 0,3-14 0,3 1 0,-6-7 0,0 1 0,0-1 0,3-1 0,-5-4 0,0-2 0,-6-4 0,-5-2 0,-1 8 0,-7 0 0,2 8 0,-4 3 0,-2 6 0,0 4 0,-8 2 0,4 7 0,-7 5 0,7 10 0,-4 9 0,3 7 0,-3 7 0,-2 5 0,7 1 0,-5 1 0,8-1 0,-6 0 0,1 1 0,-1-1 0,6 1 0,0-1 0,0-2 0,2-1 0,3-2 0,-1-3 0,8 3 0,-7-6 0,7-12 0,-1-3 0,7-16 0,-1-1 0</inkml:trace>
  <inkml:trace contextRef="#ctx0" brushRef="#br0" timeOffset="20">26071 8700 8912,'-17'25'0,"0"-8"0,0-10 0,7-5 0,6-4 0,18-3 0,14-9 0,14-7 0,14 2 0,1-4 0,8-2 0,-2 2 0,-4-5 0,-1 5 0,-5-15 0,-1 1 0</inkml:trace>
  <inkml:trace contextRef="#ctx0" brushRef="#br0" timeOffset="21">26553 8012 8912,'17'10'0,"-2"-7"0,-3-6 0,3-1 0,-3-8 0,5 1 0,4-4 0,4 3 0,2 6 0,-1 6 0,3 6 0,2 13 0,-8 16 0,-2 24 0,-8 21 0,-3 16 0,-6-44 0,-1 3 0,-3 3 0,-2 2 0,-2 2 0,-3 2 0,-3 8 0,-1 1-280,0-1 1,-1-1 0,-3 0 0,-1-2 279,2-5 0,0-2 0,2-11 0,-1-3 0,-20 44 0,6-23 0</inkml:trace>
  <inkml:trace contextRef="#ctx0" brushRef="#br0" timeOffset="22">6126 11038 8912,'-11'15'0,"-1"-1"0,-1-3 0,-4 2 0,-4 1 0,-2-1 0,2-1 0,2-3 0,-1 5 0,-1-3 0,-1 2 0,-1 8 0,5 4 0,1 2 0,0 4 0,2 1 0,1 2 0,5 3 0,1 3 0,2-4 0,6 4 0,0-5 0,0-7 0,8 1 0,3-12 0,10 4 0,2-9 0,8-5 0,-2-1 0,3-6 0,3-6 0,7-9 0,4-8 0,3-13 0,3 1 0,0-10 0,-1 1 0</inkml:trace>
  <inkml:trace contextRef="#ctx0" brushRef="#br0" timeOffset="23">6591 11004 8912,'0'-10'0,"0"2"0,0 8 0,0 0 0,0 8 0,0 4 0,0 10 0,0 9 0,0 7 0,0 8 0,0 4 0,0 1 0,0 1 0,0-1 0,0-5 0,0 0 0,6-10 0,-1-1 0,1-8 0,-6-10 0,0-8 0,-8-1 0,-1-8 0</inkml:trace>
  <inkml:trace contextRef="#ctx0" brushRef="#br0" timeOffset="24">6453 11347 8912,'-9'2'0,"1"2"0,0 2 0,6 0 0,-5-6 0,14-8 0,5-3 0,5-5 0,6-1 0,2 0 0,4 0 0,1 0 0,-7-1 0,8-7 0,-4-1 0</inkml:trace>
  <inkml:trace contextRef="#ctx0" brushRef="#br0" timeOffset="25">6711 11244 8912,'12'0'0,"-1"0"0,-5-5 0,4-3 0,-1-2 0,1-3 0,-5 3 0,7-1 0,-1 1 0,7-1 0,-1 3 0,0 8 0,0 0 0,0 0 0,1 8 0,-1 3 0,0 5 0,0 1 0,-1 6 0,-5 0 0,-1 5 0,-7-5 0,3 0 0,-2 2 0,-2-12 0,-2 5 0,0-5 0,-2-3 0,-4-5 0,4-3 0,-5-11 0,7-8 0,2-8 0,3-10 0,-1 1 0,10 0 0,3-1 0,4 1 0,2 5 0,-6 0 0,2 8 0,4-2 0,-4 4 0,4 2 0,-2 8 0,2 3 0,-4 4 0,4 2 0,-4 0 0,-3 8 0,-5 3 0,-5 4 0,-4 3 0,-2-1 0,-2-8 0,-4-3 0,2-2 0,-7 2 0,1-3 0,-1 9 0,-5-6 0,5 5 0,1-5 0,-1 5 0,5 1 0,-3 5 0,1 0 0,-4 0 0,7 1 0,-1-1 0,6 0 0,0 0 0,0 0 0,2-7 0,4-4 0,-3-6 0,9-6 0,-1-6 0,-1-3 0,5-4 0,-3-4 0,3 4 0,2-4 0,-1-2 0,-5 2 0,2 6 0,-7 6 0,8-1 0,-11 3 0,9 3 0,-8 4 0,3 10 0,-7 5 0,0 6 0,0 4 0,6 2 0,0-2 0,5-4 0,-5 4 0,5-4 0,-5-2 0,8-2 0,-5-1 0,3-5 0,-1-1 0,1-2 0,5-6 0,-2-8 0,-3-3 0,-5-12 0,-7-4 0</inkml:trace>
  <inkml:trace contextRef="#ctx0" brushRef="#br0" timeOffset="26">7469 10883 8912,'-10'0'0,"-5"0"0,7-2 0,-3-3 0,3 3 0,10-12 0,4 9 0,3-1 0,8 6 0,1 0 0,-1 0 0,8 0 0,1 0 0</inkml:trace>
  <inkml:trace contextRef="#ctx0" brushRef="#br0" timeOffset="27">7830 11090 8912,'-6'11'0,"-1"-1"0,-3-3 0,4-1 0,-5-6 0,5 0 0,-5 0 0,7 2 0,-2 4 0,2-3 0,-2 9 0,5-1 0,-5 7 0,-4-1 0,6 0 0,-7 0 0,7 0 0,-2 1 0,-3-1 0,7-8 0,-4-9 0,12-11 0,2-4 0,3-3 0,4-5 0,-3 0 0,9-5 0,2 5 0,0 0 0,-6 6 0,0 0 0,0 1 0,1 5 0,-1-4 0,0 13 0,0-4 0,-7 6 0,-5 6 0,5 3 0,-2 8 0,5-1 0,-1-3 0,1-1 0,-3-7 0,1 7 0,0-8 0,7 11 0,-1-13 0,-6 11 0,1-7 0,-8 7 0,3-3 0</inkml:trace>
  <inkml:trace contextRef="#ctx0" brushRef="#br0" timeOffset="28">7606 11124 8912,'-2'-10'0,"-2"3"0,-1-1 0,-1 6 0,6-4 0,0 12 0,0 4 0,0 7 0,2-2 0,4-3 0,3 11 0,16-4 0,2 15 0</inkml:trace>
  <inkml:trace contextRef="#ctx0" brushRef="#br0" timeOffset="29">8346 10952 8912,'10'-17'0,"-4"0"0,-5-1 0,-2 9 0,-5 3 0,2 8 0,-6 8 0,3 7 0,3 2 0,2 8 0,2 1 0,0 3 0,0-2 0,0 1 0,0-7 0,0 6 0,0-6 0,0-2 0,0-2 0,0-10 0,0 7 0,0-7 0</inkml:trace>
  <inkml:trace contextRef="#ctx0" brushRef="#br0" timeOffset="30">8295 10952 8912,'9'-17'0,"-1"0"0,-8-1 0,-2 1 0,-4 0 0,4 6 0,-4-1 0,3 1 0,-1-7 0,-2 1 0,8 8 0,15-5 0,12 9 0,5-1 0,6 6 0,4 0 0,8 0 0</inkml:trace>
  <inkml:trace contextRef="#ctx0" brushRef="#br0" timeOffset="31">8776 11055 8912,'-26'10'0,"-5"-3"0,8-7 0,0 6 0,6 0 0,0 0 0,5-5 0,1 5 0,7-4 0,-2 6 0,12-8 0,-4 0 0,13 0 0,-3 0 0,-3 0 0,3 0 0,-1-2 0,-1-4 0,5 4 0,-5-7 0,7 3 0,-6 2 0,1-7 0,-1 1 0,6-1 0,1-3 0,-3 7 0,0-3 0,2-3 0,-9-1 0,9 3 0,-3-4 0,3 3 0,0-3 0,0-2 0,1 5 0,-1 1 0,-6 1 0,1-1 0,-9 1 0,3 4 0,-6 5 0,-6-5 0,-3 12 0,-8 5 0,5 4 0,1 2 0,1 6 0,-3 0 0,3-2 0,3-2 0,1-1 0,6-1 0,0 6 0,0 0 0,0 0 0,0-6 0,0 0 0,0 0 0,2 0 0,4 1 0,-5 4 0,7 1 0,-2-2 0,0-1 0,-1-3 0,-5 0 0,0 6 0,0 0 0,0 0 0,-5-6 0,-1 0 0,-8 0 0,3 0 0,-4-7 0,-3-2 0</inkml:trace>
  <inkml:trace contextRef="#ctx0" brushRef="#br0" timeOffset="32">9671 10729 8912,'-17'0'0,"6"0"0,-1 0 0,1 0 0,-7 0 0,-1 0 0,-4 0 0,4 0 0,-4 0 0,4 1 0,2 5 0,0 2 0,0 7 0,1 0 0,5 4 0,3 2 0,8-3 0,2 1 0,4 4 0,-2-4 0,7 4 0,6-4 0,6-2 0,0 0 0,-6 0 0,-1 1 0,-3-1 0,-1 0 0,1 0 0,-5-5 0,-3-1 0,3 1 0,-2 5 0,-1-6 0,-5 1 0,-5-1 0,-1 6 0,-7-5 0,1-1 0,-3 3 0,-2 1 0,7-6 0,-5-9 0,5-9 0</inkml:trace>
  <inkml:trace contextRef="#ctx0" brushRef="#br0" timeOffset="33">9723 10866 8912,'0'12'0,"0"-1"0,0-5 0,0 5 0,0-5 0,0 5 0,0-5 0,0 6 0,0-7 0,2 5 0,4-3 0,9-1 0,8-6 0,9-7 0,3-5 0,-1-3 0,6-2 0,-3-6 0,-3 0 0,-7-6 0,-4 4 0,-4 0 0,-2 1 0,-7-5 0,-5 6 0,-3-6 0,-2 6 0,0 1 0,-7 6 0,-5 5 0,3-3 0,-3 9 0,-1 1 0,-10 10 0,4 11 0,-4 11 0,4 7 0,1 3 0,-1 4 0,-4 2 0,10 4 0,-4 9 0,11-3 0,0 3 0,6-4 0,6-1 0,5-2 0,12-5 0,4-12 0,8-16 0,5-7 0,0-10 0,6-16 0,-4-8 0,0-11 0,0-5 0,-8-10 0,-5-1 0,-6-1 0,6-5 0,-14 3 0,2 3 0,-3-1 0,3 1 0,0-9 0,0-3 0,-1 4 0,-3 2 0,-2 5 0,3 6 0,-7 6 0,-1 12 0,-4 11 0,-2 13 0,0 15 0,-2 14 0,-4 15 0,-3 14 0,-8-3 0,5 10 0,1-1 0,-3 1 0,-1 4 0,4-6 0,-1-2 0,8-5 0,-1-6 0,3 1 0,2-7 0,2-7 0,3-10 0,5-12 0,7-5 0,6-6 0,0-8 0,-4-9 0,-6-10 0,3-5 0,-7-2 0</inkml:trace>
  <inkml:trace contextRef="#ctx0" brushRef="#br0" timeOffset="34">10428 10643 8912,'-32'0'0,"3"0"0,-1 0 0,7 0 0,7 0 0,11 5 0,10 1 0,15 0 0,14-6 0,8 0 0,12-2 0,3-4 0,6-5 0,8-5 0,-2-1-383,-4 0 0,-6-8 1,2-2-1</inkml:trace>
  <inkml:trace contextRef="#ctx0" brushRef="#br0" timeOffset="35">10962 9938 8912,'-38'32'0,"3"-3"0,10-6 0,10-4 0,7 8 0,8 7 0,8 8 0,5 13 0,7 8 0,3 12 0,0 15 0,-14-42 0,-1 1 0,7 45-449,-4-3 1,3 5 448,-11-48 0,0 1 0,-1 4 0,-1 1 0,-2 1 0,-3-1 0,-3 3 0,-2-1 0,-1-4 0,-3-1 0,-5 3 0,-2-1 0,2-5 0,0 0 0</inkml:trace>
  <inkml:trace contextRef="#ctx0" brushRef="#br0" timeOffset="36">13147 13840 8912,'-9'18'0,"-6"-9"0,7-3 0,-4-12 0,5 4 0,9-5 0,3 7 0,3 2 0,4 3 0,5-1 0,-2 8 0,6 1 0,0 2 0,6-3 0,2-1 0,5-5 0,4 3 0,4-1 0,2-4 0,10 4 0,9-3 0,6 1 0,5-6 0,-3 0-120,4 0 1,-5 2 119,-1 4 0,-6-4 0,0 3 0,-1-3 0,1 0 0,-6 2 0,-3 2 0,3-1 0,0-5 0,-1 0 0,-10 0 0,1 0 0,-6 0 0,6 0 0,-1 0 0,-4-7 0,-1-3 0,-3-1 0,2-1 0,4-1 0,8-10 0,1 4 0,4-4 0,-3 4 0,3 2 0,3-1 0,-3 1 0,0 6 0,-7-1 0,-2 1 119,-2 1 1,-2-5-120,2 4 0,-4 1 0,-8-1 0,6-1 0,0-5 0,14 0 0,-2 0 0,3 3 0,-3-1 0,-3-4 0,-3 0 0,8 0 0,-8 1 0,0 1 0,-12 0 0,0 0 0,1 0 0,3-1 0,-4 1 0,5 2 0,-11 3 0,5-3 0,3 4 0,2-5 0,3-1 0,5-2 0,-6-4 0,0 2 0,-6-7 0,1 1 0,-1-2 0,-5-3 0,-1 3 0,-7-3 0,2-3 0,-3 1 0,-3-1 0,-6 1 0,1 0 0,-1-1 0,-1 1 0,3-2 0,-7-5 0,0 5 0,-6-4 0,0-2 0,0 2 0,-2-6 0,-4 6 0,2 0 0,-7 5 0,-7 3 0,-5 3 0,-7-1 0,3 7 0,-2 2 0,1 2 0,-1 7 0,-5 1 0,-6 1 0,-1-1 0,-6 3 0,1 8 0,-4-6 0,-2 1 0,-5-1 0,0 6 0,-8 0 0,3 2 0,-3 2 0,-3 1 0,1 9 0,-14-3 0,7-1-243,-7 1 0,-1 1 243,-10 5 0,12 2 0,0 2 0,7 2-90,4-2 1,6-2 89,0-2 0,8 0 0,-3 1 0,5-7 0,1 1 0,-1-3 0,-5 3 0,10 1 0,-3-7 0,5 1 0,0-1 0,-6-2 119,1 7 0,-8-5 1,-12 4-1,-4-1-119,-5 1 0,-4 1 0,-2 6 0,15-5 94,8-1 0,9-5-94,8 5 0,2-7 0,4 2 0,-2 2 0,-6-3 0,3-1 0,-3-2 0,-4 4 0,-5 0 0,3-1 0,-3-5 0,3 6 0,3 0 0,-1 7 0,0-1 0,3-3 0,1 3 0,4 1 0,2 2 0,-6 10 0,2 4 0,4-2 0,2 1 0,2-1 0,-2 2 0,9 3 0,-3-3 0,3 1 0,4-1 0,2 3 0,8-3 0,0 5 0,0 7 0,1-3 0,5 8 0,-2 1 0,7 11 0,-6-3 0,7 8 0,-1-7 0,6 1 0,2-11 0,4-6 0,9 2 0,10-2 0,0-4 0,-1-5 0,13-4 0,-3-5 0,6-2 0,0 3 0,4-12 0,8-5 0,-6 1 0,0-1 0,2-2 0,1-2 0,-3-8 0,0 0 0,-8-13 0,3 2 0,1-6 0,-2 0 0,2-2 0,-2-3 0,-2-3 0,8 8 0,-2-2 0,4 6 0,-4 0 0,-2 4 0,-8 9 0,-5 0 0,-8-1 0,2 1 0,-6 2 0,-5 10 0,-7 5 0,-3 5 0,-2 1 0,0 0 0,0 0 0,2 0 0,4 1 0,4 5 0,7-2 0,0-6 0,0-6 0,0-9 0</inkml:trace>
  <inkml:trace contextRef="#ctx0" brushRef="#br0" timeOffset="37">16142 13755 8912,'0'11'0,"0"0"0,0-7 0,0 6 0,0-4 0,-2-5 0,-4 5 0,4-4 0,-5-2 0,7 2 0,0 4 0,0-2 0,0 7 0,5 6 0,1 6 0,7 8 0,1-3 0,7 7 0,7 5 0,7-2 0,5 8 0,4-6 0,8 6 0,7-8-104,4 2 0,2-9 104,-2-3 0,2-8 0,-7-3 0,5-2 0,-6-9 0,-2-1 0,-7-5 0,-2-1 0,2-5 0,7-2 0,3-3 0,7-10 0,-2 4 0,-2-6 0,2 0 0,4 4 0,2-4 0,-4-2 0,-13 2 0,-3-6 0,-3 6 0,2-5 0,-8 5 0,-2 0 0,-1-2 0,-5 4 0,-3-8 0,3 6 0,-3-5 0,-2 7 104,1-2 0,-5 4-104,6 1 0,-8 1 0,2 0 0,-4 8 0,-2 3 0,-7-4 0,-2 8 0,-8-5 0,0 7 0,0 0 0,-8 7 0,6-3 0,-4 8 0,-1-7 0,1 7 0,-2-8 0,3 1 0,3-3 0,-14-2 0,7 0 0</inkml:trace>
  <inkml:trace contextRef="#ctx0" brushRef="#br0" timeOffset="38">18000 13617 8912,'-17'0'0,"0"0"0,0 0 0,-1 0 0,9-2 0,3-4 0,4 3 0,2-9 0,2 2 0,4-3 0,5 2 0,5-3 0,9 5 0,3-3 0,5 7 0,1-7 0,1 8 0,-1-1 0,-2 3 0,-3 2 0,4 0 0,-7 0 0,3 3 0,0 9 0,-8 1 0,2 16 0,-4 0 0,-2 5 0,-5 8 0,-1 4 0,-7 4 0,2 1 0,-5 1 0,-1-1 0,-1 1 0,-5-1 0,-4-1 0,-7-4 0,0-10 0,0-7 0,-8 0 0,-4 5 0,0-7 0,-5-4 0,-4-4 0,-21-10 0,-3-1 0</inkml:trace>
  <inkml:trace contextRef="#ctx0" brushRef="#br0" timeOffset="39">16624 13669 8912,'11'-2'0,"-1"-4"0,-3-6 0,-5-1 0,-6 2 0,-1-3 0,-11 7 0,-5-1 0,-4 0 0,2 3 0,-5 5 0,-3 0 0,-1 0 0,-3 0 0,1 0 0,-1 1 0,1 5 0,0 2 0,-1 5 0,1-1 0,-1 1 0,1 2 0,0 3 0,-1 1 0,-1 2 0,-2 2 0,-3-2 0,1 3 0,6-1 0,-1 2 0,1-2 0,1-4 0,7 4 0,8-4 0,9-9 0,9 5 0,2-11 0,4 7 0,5 3 0,4 1 0,3 10 0,-1 4 0,6 5 0,2 8 0,-1 10 0,1 9 0,4 7 0,-6 7 0,6-4-190,-6 3 0,5-1 190,-5 1 0,6-5 0,-6 0 0,-2-8-7,-10-10 1,3 3 6,-9 3 0,1-11 0,-6 0 0,0-2 0,0-8 0,0-9 0,0-10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8.987"/>
    </inkml:context>
    <inkml:brush xml:id="br0">
      <inkml:brushProperty name="height" value="0.053" units="cm"/>
      <inkml:brushProperty name="color" value="#FF0000"/>
    </inkml:brush>
  </inkml:definitions>
  <inkml:trace contextRef="#ctx0" brushRef="#br0">17897 6723 8912,'17'-8'0,"0"6"0,-5-8 0,-3 5 0,-1-7 0,-2 3 0,-6-3 0,0-1 0,0 3 0,0-1 0,0 5 0,0-5 0,0-1 0,-2 3 0,-4 3 0,2-2 0,-7 3 0,5-1 0,-5 6 0,-1 9 0,-5 10 0,-2 16 0,-4 14 0,-4 13 0,-7 12 0,5 12-57,14-38 0,1 2 0,3 4 0,-1 2 0,-1 5 0,0 1 1,0 3-1,3 1 57,1 2 0,2 0 0,2-5 0,1-2 0,3-8 0,2-3 0,1 31 0,4-20 0,7-14 0,8-12 0,0-16 0,8-13 0,1-6 0,10-6 0,-3-5 0,3-12 0,-11-12 0,3-7 0,-3-4 0,3 4 0</inkml:trace>
  <inkml:trace contextRef="#ctx0" brushRef="#br0" timeOffset="1">18465 6826 8912,'11'-23'0,"-1"0"0,-2 2 0,-5 9 0,-8 7 0,1 12 0,-8 10 0,7 10 0,-5 13 0,1 6 0,-1 4 0,6 7 0,-2 0 0,3 3 0,-3-3 0,4-4 0,-4 5 0,4-7 0,2-5 0,6-4 0,0-7 0,1-9 0,-1-3 0,-4-11 0,13-5 0,-7-16 0,5-8 0,-1-10 0,1-6 0,-3-7 0,1 0 0,-5-2 0,5 2 0,-1 4 0,3-2 0,-1 5 0,1 4 0,-3 10 0,1 2 0,-5 2 0,6 9 0,-1 0 0,4 14 0,-1 5 0,-5 6 0,-1 4 0,5 8 0,-1-2 0,-3-5 0,3-1 0,-1 2 0,6-2 0,-5 0 0,-1-6 0,1-7 0,-3-3 0,-1-22 0,-8-4 0</inkml:trace>
  <inkml:trace contextRef="#ctx0" brushRef="#br0" timeOffset="2">18809 6894 8912,'0'-17'0,"0"6"0,0-1 0,-8 9 0,1-3 0,-5 12 0,5-3 0,7 9 0,0-1 0,0 6 0,7 1 0,5-1 0,5 2 0,6 4 0,-2-4 0,8 4 0,-8-4 0,2-2 0,3-5 0,3-1 0,-4 1 0,-2 5 0,-4-6 0,-2 1 0,-1-1 0,-5 6 0,2-5 0,-7-1 0,-2 3 0,-2 1 0,-4 0 0,-4-3 0,4 3 0,-3-4 0,-3 5 0,2 1 0,-1-6 0,1 1 0,2-1 0,-8 6 0,9 1 0,-5-9 0,8-1 0,2-16 0,2-5 0,3-6 0,3-4 0,-4-6 0,5 6 0,-1 0 0,1 6 0,3 0 0,-9 0 0,9 0 0,-5-1 0,8 9 0,1 3 0,-1 4 0,-6 10 0,1 3 0,-1 5 0,7 1 0,1 0 0,2-2 0,2-3 0,0 1 0,-6-7 0,2 0 0,4-6 0,-4 0 0,6-2 0,-2-4 0,0-6 0,5-3 0,-5-2 0,-2 0 0,-9 0 0,1-3 0,-7-2 0,5 2 0,-7-3 0,-6 4 0,-5 10 0,-11 3 0,-1 6 0,-4 6 0,-1 5 0,-5 12 0,2-2 0,4 8 0,6-2 0,0 1 0,1 3 0,11-8 0,-7 5 0,6-3 0,3 0 0,1 0 0,9-4 0,5-10 0,9 3 0,2-8 0,7-3 0,-1-8 0,6-5 0,5-7 0,-10-2 0,5-2 0,-5-4 0,-3-2 0,-2 6 0,-8-2 0,-5-2 0,-1 2 0,-7 1 0,2 4 0,-4 7 0,-2-1 0,0 9 0,0-13 0,-2 16 0,-4 0 0,4 8 0,-4 9 0,-1 0 0,1 1 0,0-7 0,6 0 0,0 1 0,0 5 0,0-5 0,0-1 0,6-5 0,0 5 0,7-7 0,-2 2 0,5-4 0,-5-4 0,1-4 0,-1-2 0,6-3 0,1-4 0,-1 3 0,-2-3 0,-3-2 0,3 5 0,-4 1 0,-3 5 0,-2-5 0,3 7 0,-7-4 0,6 8 0,-8 0 0,0 0 0,0 8 0,0 1 0</inkml:trace>
  <inkml:trace contextRef="#ctx0" brushRef="#br0" timeOffset="3">20048 6998 8912,'17'-10'0,"-1"1"0,-5 3 0,4 4 0,-11-6 0,8 8 0,-9 0 0,13 2 0,-5 4 0,-1-2 0,1 7 0,-1 1 0,1 5 0,5 0 0,-5 0 0,-1 0 0,-1 1 0,-1-1 0,-2 0 0,-6 0 0,0-5 0,0-1 0,0-7 0,0 4 0,0-16 0,0-2 0,0-7 0,0 0 0,0-2 0,0-4 0,5 4 0,1-6 0,0 2 0,1 0 0,-3 0 0,8 6 0,-1 2 0,6 1 0,1 5 0,-1 1 0,2 2 0,4 6 0,-4 0 0,4 0 0,4 0 0,0 0 0</inkml:trace>
  <inkml:trace contextRef="#ctx0" brushRef="#br0" timeOffset="4">20805 6912 8912,'12'-2'0,"-3"-4"0,-1-5 0,-2 1 0,-6-1 0,2 7 0,3-2 0,-3 4 0,8 4 0,-4 4 0,-5 3 0,5 8 0,-4 6 0,-2 0 0,6 0 0,0-6 0,-1 6 0,-5 0 0,0 0 0,0-6 0,0 1 0,0-7 0,0 0 0,0-7 0,-5-4 0,-1-11 0,0-6 0,6-6 0,8-6 0,3-11 0,5 4 0,1-4 0,8-2 0,1 1 0,3 5 0,0 6 0,-2-1 0,1 8 0,3 2 0,-8 10 0,5 3 0,-5 8 0,-5 0 0,-7 0 0,1 8 0,-1-1 0,-1 7 0,-3-3 0,7-7 0,-5 4 0,6-10 0,-3-4 0,-3 2 0,-5-7 0,2-3 0,0 5 0,-6-3 0,0 6 0,0-5 0,-2 7 0,-4-2 0,2 5 0,-7 1 0,-1 5 0,-5 1 0,-6 7 0,0-1 0,0 5 0,8 4 0,2 2 0,1-2 0,6-2 0,-5-2 0,7 0 0,-2 1 0,6-1 0,6 0 0,4-7 0,7-5 0,6-3 0,0-2 0,7-13 0,-1-4 0,4-6 0,1 0 0,0-6 0,1-3 0,-3 3 0,-3 0 0,-4 8 0,-8-2 0,-2 4 0,-3 2 0,-3 8 0,-3 3 0,-4 4 0,6 4 0,-8 4 0,0 11 0,0 11 0,0 5 0,0 3 0,0 2 0,0 3 0,0 4 0,0-4 0,-2 4 0,-2-3 0,-4 2 0,-1 4 0,-3 0 0,-5-2 0,-2-4 0,-4-8 0,4 1 0,-4-1 0,-2-7 0,2-4 0,0-12 0,6-5 0,0-4 0,1-12 0,5-7 0,3-2 0,8-10 0,0-3 0,0-7 0,2 3 0,4-4 0,4-2 0,7 2 0,8-6 0,1 4 0,3 0 0,0 0 0,-2 0 0,5 4 0,1-2 0,3 1 0,0 3 0,-7 2 0,-4 7 0,-8 4 0,0 6 0,0 5 0,-7-3 0,-2 13 0,-8-5 0,0 14 0,-2 5 0,-4 11 0,2-2 0,-7 7 0,7-5 0,-2 6 0,4-6 0,2 5 0,0-1 0,0 2 0,0-4 0,0-8 0,2 0 0,2 0 0,4 0 0,1 1 0,3-9 0,7 5 0,4-9 0,-4 1 0,4-6 0,-4 0 0,-2 0 0,2-6 0,4 1 0,-4-9 0,4 3 0,2-5 0,-2-1 0,-2 0 0,-2 0 0,-4 0 0,-3-1 0,1 1 0,-7 0 0,0 0 0,-6 0 0,-2 1 0,-4 7 0,-5 9 0,-10 8 0,-2 9 0,0 8 0,5 3 0,1-1 0,0 2 0,2-1 0,3 7 0,-1-3 0,7-1 0,2-5 0,2-1 0,10-4 0,4-9 0,3 1 0,2-7 0,6-2 0,0-10 0,8-4 0,-5-9 0,3-4 0,0-5 0,-8-5 0,2-1 0,-4-6 0,-4 2 0,-3 3 0,-7 5 0,-1 1 0,2-5 0,-4 1 0,3 4 0,-3 5 0,-4 14 0,-3 4 0,3 4 0,-6 4 0,8 4 0,0 4 0,0 7 0,0 6 0,0 0 0,6 7 0,2-3 0,-1 2 0,1-1 0,3-5 0,-5 6 0,0-6 0,-6 5 0,0-5 0,0 6 0,0-8 0,0 2 0,-6-4 0,0-2 0,-7 0 0,1 1 0,-3-1 0,-2 0 0,0-7 0,0-5 0,5-3 0,1-2 0,-3 0 0,7-15 0,1-8 0,4-8 0,10-11 0,1-2 0</inkml:trace>
  <inkml:trace contextRef="#ctx0" brushRef="#br0" timeOffset="5">22750 6533 8912,'11'-2'0,"1"-3"0,-8 1 0,1-8 0,-5 7 0,-5-7 0,1 7 0,-8-7 0,1 8 0,-6-1 0,-1 3 0,1 2 0,-2 2 0,-4 3 0,2 5 0,-8 7 0,3 8 0,-3 3 0,-3 5 0,5 1 0,0 1 0,4-1 0,6 6 0,5 0 0,7-1 0,3-3 0,2-9 0,0-4 0,7-6 0,5-4 0,3-1 0,2 1 0,1-5 0,-1-3 0,6-3 0,0-2 0,0 2 0,-6 4 0,0-4 0,0 4 0,-5-5 0,-1-1 0,-7 8 0,4-4 0,-8 7 0,-8-1 0,-5 3 0,-7-1 0,-2 1 0,-7 2 0,6 3 0,-6-1 0,6 0 0,-2-2 0,4-1 0,-2-5 0,2-1 0,10-2 0,-4-14 0,5-2 0</inkml:trace>
  <inkml:trace contextRef="#ctx0" brushRef="#br0" timeOffset="6">22888 6671 8912,'1'-17'0,"3"0"0,2-1 0,0 11 0,-6 7 0,-6 9 0,0 14 0,-1 4 0,3 7 0,-4-1 0,-1-5 0,5 5 0,-2-4 0,2 1 0,-2-1 0,5 3 0,-5-3 0,4-4 0,2-2 0,0-4 0,-8 6 0,-1 1 0</inkml:trace>
  <inkml:trace contextRef="#ctx0" brushRef="#br0" timeOffset="7">22853 6671 8912,'0'-44'0,"-6"2"0,1 8 0,-7 5 0,6 0 0,-5 8 0,5-2 0,0 4 0,6 10 0,8 1 0,4 8 0,5 2 0,6 4 0,4-4 0,7 3 0,-2 3 0,-3-2 0,4-1 0,-7 3 0,9 2 0</inkml:trace>
  <inkml:trace contextRef="#ctx0" brushRef="#br0" timeOffset="8">23283 6499 8912,'0'17'0,"0"0"0,-7-7 0,3-2 0,-8-8 0,9 1 0,-3 5 0,2-4 0,-2 4 0,4-4 0,-5-2 0,14 6 0,5-1 0,3-1 0,2-2 0,1-2 0,-1 0 0,-2-2 0,-3-4 0,-5 4 0,-7-7 0,0 3 0,-7 4 0,-5-4 0,-3 5 0,-2 1 0,-1 0 0,1 0 0,0 0 0,0 0 0,0 0 0,-1 0 0,1 0 0,8 0 0,1 7 0,16-5 0,3 4 0,12-6 0,6-6 0,3 4 0,3-4 0,-3-1 0,-1 1 0,-3 0 0,3-1 0,-6 5 0,-2-4 0,-4 4 0,-2 2 0,0 0 0,0 8 0,-7 1 0,-2 9 0,-8-1 0,0 0 0,-6-6 0,0 1 0,-1-8 0,3 3 0,-4-1 0,-1 0 0,5 0 0,-4-6 0,8-8 0,0-4 0,0-3 0,0-2 0,2-8 0,4-4 0,3 1 0,8-3 0,3-1 0,3 1 0,-2 3 0,7-1 0,-5-2 0,6 10 0,0 6 0,-3 7 0,7 6 0,-4 2 0,-3 2 0,3 4 0,-2 9 0,1 8 0,-3 8 0,-8-2 0,-1 1 0,-5-1 0,3 3 0,-9-3 0,1-2 0,-6 1 0,0 1 0,0-2 0,-9-4 0,-9-12 0,1 4 0,-8-5 0</inkml:trace>
  <inkml:trace contextRef="#ctx0" brushRef="#br0" timeOffset="9">23989 5588 8912,'-8'-17'0,"6"7"0,2 4 0,12 12 0,11 11 0,5 12 0,7 11 0,5 6 0,-6 5 0,1 7 0,-5 11 0,-12 13 0,-9 7 0,-6-40 0,-2 0 0,-2 1 0,-2-1 0,-1 0 0,-3 0 0,-2 1 0,-3-1 0,-7-3 0,-4 0 0,-2-1 0,-2-1 0,-2 1 0,-3-2 0,-5 1 0,-1-2 0,-1 1 0,0 0 0</inkml:trace>
  <inkml:trace contextRef="#ctx0" brushRef="#br0" timeOffset="10">29427 8425 8912,'-12'0'0,"1"0"0,-2 0 0,-5 0 0,-3 0 0,-2 0 0,0 0 0,-1 0 0,2 0 0,-4 0 0,1 0 0,4 0 0,2-8 0,1-2 0,1-1 0,0 0 0,6 1 0,-1-1 0,8-5 0,-5 9 0,3-5 0,4-3 0,-13 13 0,13-6 0,-13 1 0,13-3 0,-6-7 0,8 0 0,0 0 0,0-1 0,2-1 0,4-4 0,-4 4 0,21-13 0,-4 5 0</inkml:trace>
  <inkml:trace contextRef="#ctx0" brushRef="#br0" timeOffset="11">27362 8029 8912,'-2'15'0,"-4"-3"0,-5-6 0,-3-6 0,1-4 0,1-2 0,9-2 0,-3 3 0,4 3 0,4-12 0,6 7 0,9-3 0,8 5 0,9-7 0,2 3 0,4-3 0,4-3 0,8 3 0,7-3 0,4-2 0,10 0-229,2-1 1,9 1 228,2 0 0,-39 6 0,1-1 0,5 0 0,2-1 0,0 1 0,0-1 0,2 1 0,-1 0 0,1-3 0,-1 1 0,2 2 0,-1 1 0,-3-1 0,-1-1 0,39-10 0,-6 10 0,-12-4 0,-9 9-65,4-3 0,-6 7 65,0-2 0,-13 4 0,-16 2 0,-7 2 0,-11 4 0,-5 5 0,-5 5 0,-4 1 0,-2 0 0,0 6 0,0 0 0,0 7 225,0-1 1,0 5-226,0 7 0,0-5 34,0 4 0,0 4 0,0 0 0,2 4-34,3 3 0,-3-1 0,4 13 0,-4 6 0,-2 5 0,0 8 0,0-3 0,0 1 0,0 0 0,0-2 0,0 3 0,0-7 0,0-11 0,-2-7 0,-4-9 0,4-1 0,-3-11 0,-3 1 0,2-13 0,0 0 0,6-6 0,-5 2 0,-1 4 0,-6-2 0,7 8 0,-9-1 0,3 7 0,-4 1 0,-3 4 0,1-2 0,0 8 0,-6 0 0,0 6 0,-2-1 0,4-1 0,-4-4 0,-1-6 0,3-4 0,-6-2 0,2-1 0,-2-6 0,8-8 0,8-6 0,-2-9 0,3 2 0,3-4 0,-3-2 0,7 0 0,-7 0 0,6 2 0,-5 3 0,-1-3 0,-5 4 0,0-2 0,0 1 0,0 5 0,-1 0 0,-5 5 0,0-4 0,0 10 0,6 2 0,-2 0 0,-4-6 0,-2 8 0,-3 4 0,-7-2 0,3-1 0,-8 1 0,-4 0 0,-2-6 0,-6 2 0,8-4 0,4-2 0,2-5 0,-2-1 0,3-7 0,-3 2 0,4 1 0,-1-1 0,-1 0 0,-2 1 0,-2 1 0,2 3 0,3 3 0,-3-9 0,-4 9 0,-2-3 0,-3 5 0,-3 1 0,1-2 0,-1-2 0,0-1 0,1 1 0,7 1 0,3-3 0,13 2 0,5-7 0,4 0 0,2-6 0,5 6 0,1-1 0,-1 1 0,1-6 0,-1 0 0,8 0 0,-3 0 0,7 0 0,0 0 0,7 0 0,3 6 0,7 0 0,0 7 0,1-3 0,-1 7 0</inkml:trace>
  <inkml:trace contextRef="#ctx0" brushRef="#br0" timeOffset="12">14662 8786 8912,'-17'9'0,"-1"-3"0,3-12 0,4-5 0,1 1 0,4-1 0,4 7 0,-5-6 0,7 5 0,0 3 0,2-6 0,3 8 0,-3 2 0,6 2 0,-2 3 0,-1 3 0,9 2 0,-3 5 0,5 0 0,1 0 0,8 8 0,3 2 0,5 1 0,1 1 0,8 5 0,4 6 0,12 1 0,7-9 0,5-1 0,5-3 0,11-3 0,-6-2 0,8-2-218,-7-15 0,-3 0 218,2-6 0,1 0 0,5 0 0,7-8 0,-44 3 0,0-2 0,46-10-198,-46 6 1,0-1-1,1 2 1,1-1 197,1-3 0,-1 0 0,3 2 0,0 1 0,-6-2 0,-1-1 0,1 1 0,0 1 0,44-9 0,-6 2 0,-6 2 0,-17 2 0,-13 1 0,-4 5 0,-2 1 0,-6 0 0,2 3 0,-9 3 0,-3-4 0,-7 2 400,2-2-400,4 4 0,-8-7 413,4 3 0,-10 2-413,-1-7 0,-3 5 0,5-3 0,-3 1 0,-7 0 0,2 3 0,-4 3 0,-2-6 0,0 8 0,0 0 0,7 0 0,-5-8 0,14-1 0,-7-8 0</inkml:trace>
  <inkml:trace contextRef="#ctx0" brushRef="#br0" timeOffset="13">17398 8407 8912,'-17'0'0,"0"0"0,-1 0 0,1 0 0,0 0 0,0 0 0,0 0 0,7-1 0,4-5 0,6 4 0,6-4 0,9 12 0,8 5 0,10 5 0,-1 1 0,6 0 0,1 0 0,3 6 0,-2 0 0,0 6 0,-7-4 0,-5 1 0,-5 5 0,-4-2 0,-1 5 0,-9-2 0,-3 14 0,-14-2 0,-9 2 0,-8 4 0,-9-4 0,-1-4 0,1-2 0,9-12 0,8-5 0,0-11 0,17 1 0,0-7 0,7-8 0,10-8 0</inkml:trace>
  <inkml:trace contextRef="#ctx0" brushRef="#br0" timeOffset="14">18620 8614 8912,'11'-6'0,"1"0"0,-8-1 0,1 1 0,-5-4 0,-5 1 0,1-5 0,-8 9 0,-1 1 0,-2-4 0,-3 3 0,1 1 0,0 2 0,0 2 0,0 0 0,1 7 0,5 5 0,-3 3 0,9 2 0,-1 2 0,-2 4 0,6-2 0,-3 8 0,5 0 0,5 5 0,-1 1 0,10-3 0,3-1 0,4-3 0,9-13 0,-1 3 0,4-13 0,1 1 0,2-6 0,4-6 0,-3-9 0,3-8 0,-6-7 0,-5 1 0,-6-3 0,-4-3 0,-9 1 0,-5-1 0,-5 7 0,-5-1 0,-13 10 0,-10 2 0,-10 1 0,-3 11 0,-4-1 0,4 6 0,3 0 0,2 0 0,9 6 0,4-1 0,12 3 0,5-2 0,4-4 0,6 5 0,7-7 0,3-2 0,14-3 0,9-5 0,7-7 0</inkml:trace>
  <inkml:trace contextRef="#ctx0" brushRef="#br0" timeOffset="15">19136 8442 8912,'0'9'0,"0"7"0,0-14 0,0 5 0,2-5 0,4 4 0,-2-4 0,7 4 0,0-3 0,7 1 0,-1 4 0,0 1 0,2 3 0,4 5 0,-4 0 0,4 0 0,-4 6 0,-1 0 0,-1 2 0,0-2 0,-7-4 0,-5 4 0,-3-4 0,-2-2 0,0-5 0,0-1 0,0-7 0,-2 2 0,-3-12 0,1-3 0,-8-9 0,8-7 0,-1-3 0,3-7 0,2-5 0,2 4 0,3-4 0,-1 0 0,8 5 0,-1-3 0,6 10 0,3 3 0,2 2 0,3 9 0,4 5 0,-4 1 0,0 4 0,-6 10 0,13 11 0,-5 10 0</inkml:trace>
  <inkml:trace contextRef="#ctx0" brushRef="#br0" timeOffset="16">19893 8493 8912,'10'-17'0,"-3"6"0,-7-1 0,0 1 0,0-6 0,0-1 0,-7 9 0,-5 3 0,-3 4 0,-8 4 0,0 4 0,0 9 0,6 10 0,0 2 0,0 3 0,5 3 0,1 1 0,7 1 0,-2-1 0,4-5 0,2-1 0,0-7 0,0 2 0,8-4 0,3-3 0,5-5 0,1-5 0,0-6 0,0-6 0,6-5 0,0-12 0,2-4 0,-2-7 0,-4-3 0,4-3 0,-4 2 0,-4-8 0,-1-2 0,-3-1 0,-7-11 0,2-3 0,-4 4 0,-2 2 0,0 11 0,0 6 0,0 11 0,0 6 0,0 14 0,0 13 0,0 17 0,0 13 0,0 18 0,0 7 0,0 4 0,0-2 0,0 2 0,0-6 0,0 6 0,9-15 0,7-2 0,6-10 0,5-7 0,-4-4 0,6-8 0,0-8 0,5-3 0,-2-13 0,-3-11 0,2-1 0,-8-9 0,-2 1 0,-8-4 0,-3 3 0,-3-3 0,-1 4 0,-6-1 0,0 1 0,0-2 0,-6 4 0,1 8 0,-3 0 0,2 0 0,4 7 0,-5 5 0,7 10 0,0 7 0,0 3 0,0 10 0,0 4 0,2-3 0,3 3 0,-1-8 0,8 2 0,1-4 0,10-2 0,-2-5 0,8-1 0,-6-7 0,3 0 0,-1-8 0,-2-6 0,-6-14 0,1-3 0</inkml:trace>
  <inkml:trace contextRef="#ctx0" brushRef="#br0" timeOffset="17">20547 7926 8912,'-27'27'0,"-5"3"0,3-7 0,2 0 0,1-6 0,1 2 0,4 4 0,4-2 0,5 8 0,4-14 0,8 3 0,0-11 0,2 3 0,4-3 0,6-3 0,-3-2 0,3-2 0,-3-8 0,3-3 0,-3-4 0,-3-2 0,-4-1 0,5 1 0,-7 0 0,0 0 0,0 0 0,0 7 0,0 2 0,0 12 0,0 8 0,8 7 0,2 15 0</inkml:trace>
  <inkml:trace contextRef="#ctx0" brushRef="#br0" timeOffset="18">20599 8425 8912,'17'9'0,"-7"-1"0,-3-6 0,-7 3 0,0-3 0,0 6 0,0 0 0,0 1 0,0 3 0,0-1 0,-2-5 0,-3 5 0,3-7 0,-6 4 0,8-8 0,0-2 0,0-4 0,0-3 0,0-9 0,8-6 0,3-3 0,4-4 0,3-3 0,1 9 0,4-9 0,-2 5 0,7 0 0,-5 5 0,6 6 0,-8 9 0,2 3 0,-4 6 0,-2 6 0,-1 11 0,-5 12 0,2 3 0,-7 2 0,0-1 0,2-4 0,-5 1 0,9-7 0,-6 0 0,5-6 0,1-7 0,5-4 0,2-5 0,4-1 0,-2-1 0,8-5 0,-8-6 0,2-9 0,-4-4 0,-2-1 0,-2 5 0,-3-2 0,-5-2 0,-7 2 0,0-6 0,0 6 0,0 1 0,-2 6 0,-3 5 0,-7 5 0,-9 4 0,-2 2 0,-5 8 0,5 3 0,-6 6 0,6 6 0,-2-2 0,2 8 0,10-8 0,-4 2 0,5-4 0,1-2 0,3 0 0,8 1 0,0-1 0,8-2 0,3-3 0,6-5 0,6-7 0,-2-7 0,8-5 0,-6-3 0,6-2 0,-8-2 0,2-4 0,-4 4 0,-2-4 0,0 3 0,0 3 0,-5 0 0,-3 0 0,-1 0 0,0 7 0,-3 4 0,-3 5 0,6 4 0,-8 9 0,0-1 0,2 12 0,2-4 0,1-2 0,7 1 0,-6-1 0,5 0 0,-5 0 0,7-5 0,-1-1 0,-3-7 0,3 2 0,-1-4 0,6-2 0,1-8 0,-1-3 0,0-7 0,0-3 0,0-4 0,1-1 0,3-5 0,-4-9 0,4 4 0,-10-4 0,3-4 0,-3-2 0,3-2 0,-9 2 0,1-1 0,-6 6 0,-2 3 0,-4 10 0,-1-3 0,-5 8 0,-3 8 0,4 9 0,-5 4 0,1 17 0,3 8 0,3 10 0,3 7 0,4 6 0,-3 11 0,3 6 0,2 4 0,5 2 0,1 0 0,7-1 0,-1 1 0,1 0 0,-1 0 0,1-6 0,-7-2 0,-2-4 0,-2-7 0,-4-2 0,-4-14 0,-4-11 0,-7-17 0,0-5 0,0-1 0</inkml:trace>
  <inkml:trace contextRef="#ctx0" brushRef="#br0" timeOffset="19">22096 8390 8912,'11'0'0,"1"0"0,-6 0 0,5 0 0,-7 2 0,2 6 0,-4 9 0,-2 10 0,-6 9 0,-2 8 0,-1 9 0,-5 7 0,-3 16 0,-4 10 0,-2 4 0,2 3 0,5-45 0,-2 0 0,-1 4 0,1-1 0</inkml:trace>
  <inkml:trace contextRef="#ctx0" brushRef="#br0" timeOffset="20">22801 8064 8912,'-11'0'0,"0"0"0,5 0 0,-6 0 0,9 7 0,-3 7 0,2 5 0,-2 4 0,4 7 0,-3 1 0,3 5 0,2 4 0,0 0 0,0-5 0,0-1 0,0 0 0,5-5 0,1-2 0,-2-2 0,-2-8 0,-2-6 0,2-7 0,4 2 0,-5-12 0,7-7 0,-2-6 0,0-4 0,5-8 0,-5 3 0,5-7 0,-5-5 0,5 4 0,-5-4 0,8 3 0,-3 3 0,2 7 0,-1 4 0,3 4 0,-3 2 0,3 7 0,2 5 0,0 5 0,1 5 0,-3 11 0,-4 7 0,5 9 0,-5 2 0,4-1 0,3 1 0,-7 1 0,1-7 0,-7-1 0,7 2 0,-8-8 0,1 2 0,5-4 0,-1-2 0,9-7 0,-1-7 0,0-6 0,6-7 0,0-7 0,0-2 0,-6-4 0,6-2 0,0-4 0,0-3 0,-6 3 0,0 4 0,1 2 0,-9-3 0,-1 7 0,-8-4 0,0 15 0,0 14 0,-8 5 0,-1 18 0,-3 1 0,1 3 0,1-1 0,-1-1 0,5-4 0,4-2 0,2 3 0,0-5 0,2-6 0,4-7 0,5-3 0,4-3 0,8-2 0,0-2 0,2-7 0,-2-5 0,4-5 0,0-6 0,-3-4 0,-6-7 0,-1 1 0,-2 3 0,-3 1 0,-7-1 0,-3-1 0,-2 2 0,-7 5 0,-5 6 0,-9 9 0,-2 3 0,-5 4 0,5 2 0,0 8 0,5 3 0,3 5 0,4 1 0,3 0 0,8 0 0,0 0 0,8 8 0,1 2 0</inkml:trace>
  <inkml:trace contextRef="#ctx0" brushRef="#br0" timeOffset="21">23886 8115 8912,'32'0'0,"-3"0"0,-12-7 0,-11-5 0,-6 4 0,-6 3 0,2 12 0,-7 11 0,-3 8 0,-1 7 0,-2 7 0,0 0 0,1 2 0,3-4 0,3 2 0,3-1 0,1-5 0,6-5 0,-6 1 0,1-7 0,-1-6 0,6-5 0,0-8 0,2 1 0,3-10 0,-1-13 0,8-10 0,-7-5 0,7-1 0,-1-6 0,7 0 0,-1-8 0,0 2 0,0-2 0,0 2 0,1 4 0,-1 8 0,0 5 0,0 1 0,1 9 0,-1 1 0,0 9 0,0 9 0,0 2 0,1 3 0,-3 15 0,-2 12 0,-3 8 0,-3 4 0,5-4 0,-6 6 0,5-8 0,-5 2 0,0-5 0,-6-7 0,2-3 0,3-8 0,-3 1 0,6-11 0,-8-7 0,7-15 0,5-14 0,3-9 0,2-2 0,1-8 0,-3 4 0,-2-2 0,-1 1 0,-3 8 0,3 3 0,1 5 0,-7 6 0,0 12 0,-6-2 0,0 18 0,0 7 0,0 11 0,0 9 0,0 8 0,0 6 0,0-6 0,0-2 0,0-1 0,2-5 0,3-3 0,5-4 0,7-8 0,0-6 0,1 1 0,1-8 0,4 1 0,-2-10 0,7-7 0,-7-9 0,2-2 0,-4-7 0,-1 1 0,-1-2 0,0 1 0,0 1 0,0-1 0,-7-1 0,-4 2 0,-2 5 0,1 6 0,-3 1 0,6 11 0,-8 12 0,0 6 0,0 16 0,0-1 0,0 4 0,2-3 0,4 3 0,3-4 0,8 1 0,0-12 0,1 1 0,-1-4 0,0-3 0,0 5 0,1-13 0,-1 4 0,-8-12 0,-3-6 0,4-11 0,-1-3 0</inkml:trace>
  <inkml:trace contextRef="#ctx0" brushRef="#br0" timeOffset="22">24798 7668 8912,'-52'17'0,"8"-1"0,4-5 0,6 4 0,3-3 0,6 3 0,6 2 0,6 0 0,13 1 0,0-1 0,0 0 0,7-7 0,3-3 0,7-7 0,-2-2 0,-3-3 0,1 1 0,-7-8 0,0 1 0,-6-6 0,7-1 0,-5 1 0,4 0 0,-4 0 0,-2 7 0,0-5 0,0 6 0</inkml:trace>
  <inkml:trace contextRef="#ctx0" brushRef="#br0" timeOffset="23">25107 8029 8912,'12'6'0,"-1"2"0,3 1 0,-7-3 0,-1 5 0,-4 1 0,-4 5 0,-4 0 0,-5 0 0,-4 6 0,-3 2 0,-1 0 0,-4 0 0,6 0 0,0-2 0,0-4 0,5 4 0,3-6 0,-1-4 0,3-1 0,1-9 0,12-3 0,1-11 0,3-4 0,3-10 0,8-4 0,2-5 0,-2-6 0,4 3 0,-2-3 0,8 2 0,-5 2 0,3-1 0,0 5 0,-1 9 0,7 0 0,-7 10 0,1 1 0,0 8 0,5-1 0,-5 10 0,0 7 0,-6 3 0,5 2 0,-7 3 0,2 2 0,-6-2 0,-3 2 0,-3-2 0,3-3 0,-5-6 0,3 1 0,-7-8 0,7 1 0,-6-3 0,5-2 0,1-2 0,5-3 0,-6-7 0,1-11 0,-3 4 0,3-4 0,1-2 0,-7 2 0,-2 0 0,-2-1 0,-2 4 0,0-2 0,-8 10 0,-4 6 0,-5 4 0,-6 2 0,2 2 0,-7 4 0,7 9 0,-2 8 0,4 2 0,1-2 0,1-2 0,0 6 0,2-2 0,3-4 0,3-2 0,3-2 0,4 0 0,-6-5 0,8-1 0,8-7 0,3 2 0,5-10 0,1-2 0,6-7 0,0 1 0,5-5 0,-5-4 0,-2-2 0,-1 2 0,-3 8 0,0 1 0,0 3 0,0-3 0,1 5 0,-1 7 0,0 0 0,0 0 0,0 0 0,1 2 0,-1 3 0,-2-1 0,-1 6 0,-3-3 0,2-3 0,3-2 0,1-2 0,0 0 0,0 0 0,6-2 0,2-6 0,0-9 0,0-9 0,0-7 0,-2-1 0,-2-8 0,7-4 0,-1-12 0,2-5 0,-4-11-212,-8-6 0,0-2 212,0 1 0,-5 1 0,-3 13 0,-1 12 0,-4 11 0,-2 23 0,-12 6 0,-7 15 0,-8 22 0,-9 13 0,-3 13 0,-1 11 0,0 10 0,5 9 0,1 8 0,9 6 0,8-4-262,9 3 1,4-3 261,2-2 0,4-8 0,7-3 0,3-10 133,14-2 1,1-10 0,3-3-134,-3-14 0,4 1 0,-5-14 0,5-10 0,1-7 0</inkml:trace>
  <inkml:trace contextRef="#ctx0" brushRef="#br0" timeOffset="24">4096 11760 8912,'26'0'0,"-1"0"0,-8 0 0,1 0 0,-11 0 0,-7 0 0,-9 0 0,-7 0 0,-1 0 0</inkml:trace>
  <inkml:trace contextRef="#ctx0" brushRef="#br0" timeOffset="25">4027 11794 8912,'-10'18'0,"-5"-1"0,5-2 0,-7-3 0,-8-5 0,-1-7 0</inkml:trace>
  <inkml:trace contextRef="#ctx0" brushRef="#br0" timeOffset="26">1979 12052 8912,'-11'0'0,"-1"0"0,-1 0 0,-3 0 0,-1 0 0,0 0 0,7 0 0,3 0 0,20 2 0,4 4 0,6-4 0,0 4 0,6-4 0,9-2 0,4 0 0,2 0 0,8-2 0,5-4 0,18 2 0,5-7 0,6-1 0,-38 4 0,2-1 0,-1 0 0,1 1 0,1-1 0,-1 1 0,-1-1 0,0 0-161,0 1 1,-1-1-1,42-8 161,2 0 0,-4 0 0,-2-1 0,-2 1 0,-3 0 0,-13 0 0,-10 0 0,-12 1 0,-6 5 0,-6-2 0,-5 7 0,-4-6 0,-8 7 0,0 1 0,0 2 0,1 0 0,-1-4 0,-6 4 482,1-3-482,-1 3 0,1 2 0,-1 0 0,-7 0 0,4 0 0,-8 0 0,0 0 0,0 7 0,0-5 0,-8 6 0,-2-8 0</inkml:trace>
  <inkml:trace contextRef="#ctx0" brushRef="#br0" timeOffset="27">3700 11244 8912,'-27'0'0,"2"0"0,8 0 0,0 0 0,0 0 0,7 0 0,2 0 0,22 0 0,5 2 0,6 4 0,5 5 0,11 5 0,4 1 0,7 2 0,5 4 0,5-2 0,6 8 0,3 1 0,4 3 0,-12 3 0,0 4 0,-10 6-144,-7 11 0,-13 6 144,-16 12 0,-11 11 0,-10-37 0,-4 1 0,-3 3 0,-3 1 0,-2 3 0,-4 1 0,-4 2 0,-2 2 0,-2 4 0,-1 0 0,2-2 0,1 0 0,-1 2 0,2 0 0,2-3 0,0 0 0,-3-8 0,0-1 0,4 0 0,0 0 0</inkml:trace>
  <inkml:trace contextRef="#ctx0" brushRef="#br0" timeOffset="28">12339 5622 8912,'9'-7'0,"-1"-5"0,-2-3 0,-1-2 0,1-1 0,-6 1 0,0 0 0,0 0 0,0 5 0,0 1 0,0-2 0,-2 7 0,-4 6 0,4 7 0,-3 11 0,3 6 0,0 5 0,-2 5 0,-2 7 0,1-3 0,5 8 0,0-6 0,0 6 0,0-6 0,0 8 0,0 3 0,0 4 0,0 3 0,0-7 0,0-7 0,0-4 0,0 1 0,0-7 0,0-4 0,0-24 0,0-12 0,2-11 0,3-17 0,-1-6 0,8 0 0,-7-6 0,7 6 0,-6 0 0,5 5 0,0 3 0,-1 3 0,5-1 0,-3 7 0,3 5 0,2 7 0,-5 7 0,-1-2 0,3 4 0,1 2 0,-4 10 0,1 7 0,-8 2 0,1 10 0,3-6 0,-2 6 0,-4-1 0,-6-1 0,0 5 0,-7-3 0,-7 4 0,-5 1 0,0-2 0,4-1 0,-2-4 0,-2-2 0,0-3 0,6-4 0,8-9 0,1-9 0,8-13 0,2-8 0,4-8 0,3-5 0,8-6 0,8 3 0,2-12 0,7 5 0</inkml:trace>
  <inkml:trace contextRef="#ctx0" brushRef="#br0" timeOffset="29">12700 5914 8912,'8'21'0,"3"-3"0,-3 3 0,-2-10 0,-5-1 0,-1 1 0,0-7 0,8 4 0,-4-8 0,7 0 0,-5 0 0,6 0 0,1 0 0,2 0 0,2-6 0,1 0 0,-1-7 0,0 1 0,-5 3 0,-1-3 0,-1 1 0,3-6 0,-3-1 0,-3 1 0,-1 0 0,-6 0 0,-2 7 0,-4 5 0,2 3 0,-7 2 0,-2 0 0,-10 0 0,4 9 0,-4 8 0,2 8 0,1 10 0,1 1 0,4 4 0,4 4 0,-1 8 0,4-8 0,8-4 0,10-4 0,7-2 0,16-15 0,13-7 0,5-10 0,7-8 0,3-11 0,8-18 0,-1-8 0</inkml:trace>
  <inkml:trace contextRef="#ctx0" brushRef="#br0" timeOffset="30">13423 5725 8912,'-23'44'0,"-2"-4"0,-2-1 0,-3 1 0,-1-4 0,2 4 0,4-4 0,10-1 0,4 1 0,5 4 0,4-9 0,2 3 0,8-11 0,3 0 0,6-10 0,6-1 0,-2-3 0,6 3 0,0-6 0,0-5 0,1-2 0,7-5 0,-8-4 0,-5-7 0,5 0 0,0-8 0,7-2 0</inkml:trace>
  <inkml:trace contextRef="#ctx0" brushRef="#br0" timeOffset="31">13870 5846 8912,'-17'7'0,"0"1"0,0 3 0,-8-3 0,-4-8 0,-2 6 0,3 0 0,-5 5 0,5-3 0,-3 1 0,2 5 0,6 3 0,12 6 0,-3-4 0,9 4 0,-1 3 0,6 3 0,0-4 0,0-2 0,6 2 0,1-2 0,3-2 0,3-2 0,-3-4 0,1-4 0,1-3 0,5-8 0,-5 0 0,-1 0 0,0 0 0,1-8 0,-1-3 0,-5-6 0,4-4 0,-3-2 0,-3 2 0,4 2 0,-2 2 0,1-4 0,-1 3 0,-4-3 0,4 10 0,-4-4 0,-1 5 0,5 4 0,-4 4 0,8 4 0,-5 4 0,-1 4 0,8 7 0,-7 0 0,7 2 0,1 2 0,3 2 0,-5 0 0,1-6 0,-1-5 0,6-1 0,0-7 0,1 2 0,-1-4 0,0-2 0,0-8 0,0-2 0</inkml:trace>
  <inkml:trace contextRef="#ctx0" brushRef="#br0" timeOffset="32">14042 5863 8912,'12'0'0,"-1"0"0,-7 0 0,4 0 0,-10 8 0,-4 3 0,4 4 0,-4 2 0,-1 1 0,1-1 0,0 2 0,6 2 0,0 2 0,0-2 0,0 6 0,6-8 0,0 4 0,7-12 0,-1-5 0,3-4 0,2-2 0,2-2 0,4-4 0,-4-9 0,4-8 0,-9-6 0,-3 6 0,-1-7 0,1 1 0,-1 2 0,-6 1 0,1 1 0,-1 4 0,-2 2 0,-2 1 0,0 9 0,-2 3 0,-2 12 0,-1 7 0,1 6 0,2 4 0,2 6 0,0-6 0,2 2 0,3-2 0,1-4 0,11 4 0,-3-10 0,11-3 0,-1-3 0,5-3 0,-2-2 0,2-2 0,-6-8 0,5-3 0,-7-6 0,2-4 0,-4-2 0,-1 2 0,-7 0 0,0-2 0,-5 2 0,6-8 0,-8 8 0,1-2 0,-3 4 0,-2 2 0,-2 7 0,-3 5 0,3 10 0,-4 7 0,4 11 0,2 5 0,2 5 0,4 1 0,-3 1 0,9-1 0,-1 0 0,5 3 0,-3 1 0,-1 2 0,-3 0 0,3-5 0,-5-7 0,-7 1 0,0-2 0,0 1 0,-7 3 0,-5-8 0,-9 0 0,-2-6 0,-6-2 0,6-3 0,1-7 0,-3-3 0,11-4 0,-3-3 0,11-7 0,1-11 0,3-4 0,2-15 0,0-2 0</inkml:trace>
  <inkml:trace contextRef="#ctx0" brushRef="#br0" timeOffset="33">14765 5897 8912,'0'33'0,"0"-5"0,-2-5 0,-4-11 0,4-5 0,-5-7 0,7 0 0,7 0 0,5-2 0,5-3 0,6-7 0,6-3 0,11-2 0,-4-2 0,4-4 0,2 4 0,-1-4 0,-1-4 0,-6 0 0,-1-1 0,-5-1 0,-8 8 0,-9-2 0,-7 4 0,2 2 0,-18 1 0,-5 5 0,-14 5 0,-3 12 0,-2 4 0,-10 7 0,7 9 0,-1 7 0,4 9 0,2 8 0,1-1 0,4 14 0,6-2 0,12 3 0,3 0 0,8-6 0,16-3 0,8-9 0,13-10 0,9-11 0,11-10 0,6-15 0,6-7 0,5-5 0,-3-12-144,4-11 1,-12-7-1,-4-9 1</inkml:trace>
  <inkml:trace contextRef="#ctx0" brushRef="#br0" timeOffset="34">16417 5106 8912,'17'0'0,"0"0"0,1-2 0,-3-3 0,-4-7 0,-3 3 0,-8-3 0,0-1 0,0-2 0,-2-3 0,-2 1 0,-1 0 0,-9 7 0,3 5 0,-5 3 0,-1 2 0,-2 2 0,-2 5 0,-2 11 0,2 8 0,2 11 0,2 8 0,-4 3 0,4 15 0,-4 2 0,11 10 0,0 5 0,5 4 0,3 0 0,2-4 0,7-5 0,5-12 0,3-10 0,2-7 0,6-10 0,0-1 0,0-10 0,-6-14 0,6-3 0,0-8 0,6-4 0,-6-7 0,-8-16 0,1-17 0,-7-8 0</inkml:trace>
  <inkml:trace contextRef="#ctx0" brushRef="#br0" timeOffset="35">16538 5416 8912,'17'0'0,"0"-6"0,0 0 0,-7-1 0,-5 1 0,3 2 0,0-5 0,-1-1 0,1 1 0,5 3 0,-1-6 0,5 9 0,6-3 0,-4 4 0,4 2 0,-4 2 0,-2 4 0,1-3 0,-3 9 0,-2 3 0,-1 6 0,-8-2 0,1 4 0,3 4 0,-2 2 0,-2-3 0,-10 3 0,-6 0 0,-11 5 0,4-5 0,-4-1 0,-1-1 0,1 2 0,0-6 0,5-12 0,1-3 0,0-8 0,7 0 0,3-16 0,7-3 0</inkml:trace>
  <inkml:trace contextRef="#ctx0" brushRef="#br0" timeOffset="36">16933 5261 8912,'12'-11'0,"-1"-1"0,1 1 0,-3 1 0,-1 3 0,-10 8 0,-4 7 0,-5 9 0,1 2 0,-1 10 0,7 5 0,-2 7 0,4 1 0,2-2 0,0-4 0,2 6 0,2-2 0,2 0 0,7 0 0,-1-5 0,3-3 0,2-3 0,2 1 0,4-7 0,-4-7 0,4-11 0,-11-10 0,3-13 0,-5-8 0</inkml:trace>
  <inkml:trace contextRef="#ctx0" brushRef="#br0" timeOffset="37">17312 5416 8912,'27'17'0,"-10"-7"0,-4 5 0,-7-4 0,0 5 0,-6 1 0,0 8 0,0 3 0,0 5 0,0 1 0,0 1 0,0-1 0,0-2 0,0-3 0,0-4 0,0 0 0,7-8 0,5 0 0,3-7 0,2-10 0,8 0 0,-6-16 0,6-3 0</inkml:trace>
  <inkml:trace contextRef="#ctx0" brushRef="#br0" timeOffset="38">17708 5261 8912,'0'12'0,"0"-1"0,0 2 0,0 3 0,0 1 0,0 0 0,0 2 0,0 4 0,0-2 0,0 8 0,2-8 0,3 2 0,5-4 0,7-2 0,6-7 0,0-5 0,2-3 0,-2-2 0,4 0 0,-1 0 0,7-9 0,-4-9 0,-5-1 0,-1-9 0,-4 5 0,-1-6 0,-7 0 0,1-5 0,-9 2 0,3 3 0,-4 4 0,-2 8 0,0 0 0,0 0 0,0 7 0,0 6 0,-2 16 0,-2 11 0,-1 7 0,-1 12 0,6 4 0,6-2 0,-1 2 0,9 3 0,-3 3 0,5 3 0,1-9 0,-2-2 0,-3 2 0,1-8 0,-7 2 0,-1-9 0,-7-4 0,-3-1 0,-7 1 0,-11-6 0,-5 2 0,-5-4 0,-1-2 0,-1-7 0,1-4 0,-1-6 0,1-6 0,7-11 0,-5-25 0,5-12 0</inkml:trace>
  <inkml:trace contextRef="#ctx0" brushRef="#br0" timeOffset="39">17949 4659 8912,'26'0'0,"-1"0"0,-8 0 0,1 0 0,-1 0 0,0 0 0,8 8 0,4 3 0,7 12 0,8 6 0,8 5 0,1 7 0,-5 8 0,-2 9 0,-6 8-175,6 3 1,-16 0 174,-1 5 0,-14-9 0,-5-2 0,-2 0 0,-5-1 0,-10-9 0,-10-7 0,-3-8 0,-8 2 0,1-9 0,-2-3 0,-3-7 0,13-3 0,-6-11 0</inkml:trace>
  <inkml:trace contextRef="#ctx0" brushRef="#br0" timeOffset="40">19652 4952 8912,'-32'5'0,"1"1"0,4-2 0,3-2 0,-5 0 0,6 2 0,2 1 0,9 9 0,7-3 0,5 4 0,5 3 0,5-1 0,7 0 0,2-2 0,4-1 0,4-5 0,0-1 0,3 3 0,-7-5 0,2 0 0,-2-6 0,-4 0 0,4 0 0,-4-6 0,-1-2 0,-1-1 0,0-5 0,0-1 0,0-2 0,1-2 0,-1-4 0,-6 4 0,1-4 0,-8 4 0,1 2 0,-3-1 0,6 9 0,-6 3 0,4 12 0,1 3 0,-1 9 0,2 6 0,-3 5 0,-3 4 0,4 1 0,2 6 0,-3 0 0,1 0 0,-6-5 0,0-3 0,0-3 0,0-4 0,0-8 0,0 0 0,-8-7 0,-7-5 0,-8-10 0,-7-20 0,3-12 0</inkml:trace>
  <inkml:trace contextRef="#ctx0" brushRef="#br0" timeOffset="41">19515 4677 8912,'-25'0'0,"0"0"0,-4 0 0,4-8 0,16 4 0,3-7 0,4 7 0,4-4 0,6 8 0,11 2 0,13 4 0,3-4 0,5 3 0,4 5 0,0 0 0</inkml:trace>
  <inkml:trace contextRef="#ctx0" brushRef="#br0" timeOffset="42">19876 5158 8912,'-11'0'0,"-1"0"0,-1 0 0,3 0 0,-1 0 0,7 2 0,-2 4 0,4 5 0,2 10 0,0 2 0,2-2 0,4-2 0,-4-2 0,3 0 0,-3 1 0,-2-1 0,2 0 0,4 0 0,-4-7 0,6-4 0,-8-12 0,0-6 0,0-11 0,5-3 0,1-9 0,0-1 0,-6-4 0,2 4 0,3-5 0,-1 7 0,8 5 0,-7-3 0,7 5 0,1 0 0,3 5 0,1 10 0,0 6 0,0 6 0,2 8 0,2 9 0,2 10 0,0 13 0,-5 6 0,-1-2 0,0 2 0,0 0 0,0 5 0,-5-7 0,-1-4 0,1-11 0,5-6 0,0-4 0,0-10 0,1-1 0</inkml:trace>
  <inkml:trace contextRef="#ctx0" brushRef="#br0" timeOffset="43">20805 4659 8912,'-2'10'0,"-3"-4"0,1-4 0,-8-2 0,9 1 0,-3 5 0,4 6 0,2 3 0,0 10 0,0 3 0,2 1 0,2 4 0,3 3 0,3 0 0,-4 0 0,5-1 0,-5 1 0,5 4 0,-5-9 0,5 3 0,-7-11 0,2 0 0,-12-12 0,-11 5 0,-10-7 0</inkml:trace>
  <inkml:trace contextRef="#ctx0" brushRef="#br0" timeOffset="44">20668 4986 8912,'0'11'0,"0"1"0,0-8 0,0 3 0,0-14 0,7 1 0,7-9 0,7-4 0,5-2 0,9 2 0,1-2 0,4-2 0,-1-2 0,6 2 0,1 4 0,6-4 0,-6 6 0,-4 3 0,-4 3 0,-5-3 0,-10 5 0,0-3 0,-4 9 0,-10-13 0,-1 7 0,-10-8 0,-4 1 0,-5 5 0,1-3 0,-1 9 0,7-9 0,-11 12 0,13-5 0,-6 9 0,8 3 0,0 11 0,0 7 0,0 7 0,0-1 0,0 3 0,0 1 0,0-3 0,0-1 0,0-2 0,0 1 0,0 3 0,0-8 0,0-2 0,0-2 0,0-2 0,2-2 0,4-3 0,-4-4 0,11-16 0,-7-4 0,1-3 0,-1-2 0,-4 0 0,4 0 0,-4 5 0,-2 1 0,7-1 0,-3-3 0,8 3 0,-7-1 0,7 7 0,-6 1 0,5 5 0,1 0 0,5 0 0,6 0 0,0 0 0,2-2 0,-3-4 0,5 2 0,8-7 0,-1-1 0,0 3 0,-7-7 0,-4 5 0,-4 1 0,-1-1 0,-7 5 0,0-5 0,-9 7 0,-2-2 0,-7 6 0,-12 6 0,-2 5 0,-2 5 0,0 3 0,5 4 0,3-4 0,4 4 0,-3-4 0,9-2 0,-1 0 0,6 0 0,0 1 0,4-3 0,7-4 0,8-3 0,16-8 0,7 0 0,4 0 0,3-8 0,11-9 0,1-10 0</inkml:trace>
  <inkml:trace contextRef="#ctx0" brushRef="#br0" timeOffset="45">22664 4745 8912,'-61'0'0,"3"0"0,10-5 0,4-1 0,1 2 0,-1 2 0,11 4 0,-1 4 0,11 3 0,0 9 0,9-1 0,3 0 0,7 6 0,-2 0 0,6 0 0,6 1 0,-2-4 0,7 3 0,-5-6 0,6-6 0,1-5 0,2-4 0,2-2 0,-5-2 0,-1-4 0,-1-3 0,1-9 0,5-6 0,-5-5 0,3-4 0,-3-1 0,4-2 0,-3-4 0,-3-4 0,3-8 0,-6-5 0,3 0 0,-1 1 0,-4 3 0,-2 3 0,-2 4 0,0 6 0,0 11 0,0 12 0,0 21 0,0 19 0,5 7 0,1 22 0,2 0 0,-3 16 0,5-8 0,7 8 0,2-5 0,4 0 0,4-9 0,7-8 0,3-8 0,3 2 0,-4-17 0,6-8 0,-2-5 0,1-6 0,-1-12 0,-6-9 0,-7-2 0,-4-10 0,-2 0 0,2-5 0,-10 5 0,4 1 0,-11-1 0,0-5 0,-4 5 0,-2 0 0,-2 14 0,-4-2 0,-3 5 0,-10 1 0,-3 5 0,0 4 0,-1 4 0,5 4 0,1 5 0,0 5 0,0 7 0,0 0 0,5 0 0,1-6 0,7 0 0,-4 0 0,2 0 0,1 1 0,-1-1 0,6-6 0,0 1 0,8-9 0,3 3 0,-1-6 0,1-6 0,1 3 0,5-9 0,-2 6 0,-3-5 0,3 7 0,-4-2 0,5 5 0,1 1 0,0 0 0,0 1 0,0 5 0,1-4 0,-1 6 0,0-3 0,0 1 0,0 0 0,3-6 0,1 0 0,2 0 0,7 0 0,-3-15 0,7-4 0</inkml:trace>
  <inkml:trace contextRef="#ctx0" brushRef="#br0" timeOffset="46">23404 4247 8912,'-12'-19'0,"1"-2"0,-3-2 0,-1 2 0,4 7 0,-1 3 0,8 7 0,-3 6 0,7 15 0,0 10 0,0 5 0,0 10 0,0 4 0,5 4 0,1 1 0,6 1 0,-7 0 0,9-1 0,-3 1 0,-3-1 0,-2 1 0,1-8 0,-1-4 0,0-4 0,-6-1 0,0-1 0</inkml:trace>
  <inkml:trace contextRef="#ctx0" brushRef="#br0" timeOffset="47">23180 4677 8912,'-9'-8'0,"1"-2"0,8-7 0,-6 0 0,0 0 0,3 1 0,8 5 0,7-4 0,11 3 0,11 3 0,12-3 0,4 8 0,3-3 0,5 1 0,5 0 0,-4 1 0,-2 5 0,-9-8 0,-2-3 0,-8 1 0,2-2 0,-11 9 0,-12-13 0,-11 14 0,-12-3 0,-5 5 0,-12 4 0,-4 1 0,0-1 0,-5-2 0,3-2 0,2 6 0,-1-1 0,5 7 0,-6-6 0,8 7 0,-2-1 0,4 3 0,2 2 0,0 0 0,5 0 0,3 1 0,1-1 0,2 0 0,14-6 0,3 1 0,5-8 0,1 1 0,2-3 0,4-2 0,-4 2 0,4 4 0,2-4 0,-2 4 0,0 1 0,-6-1 0,6 0 0,0-6 0,5 0 0,-5 0 0,0 0 0,2 0 0,-6-8 0,6-1 0</inkml:trace>
  <inkml:trace contextRef="#ctx0" brushRef="#br0" timeOffset="48">24333 4333 8912,'-17'0'0,"0"0"0,-2 0 0,-4 0 0,2 2 0,-8 3 0,0-1 0,-5 8 0,5-7 0,0 7 0,8 1 0,-2 8 0,6 2 0,6-2 0,3 4 0,8-2 0,0 2 0,0-2 0,8 1 0,3 5 0,5-4 0,1-8 0,0 6 0,0 0 0,-5 0 0,-1-6 0,2 0 0,-3-1 0,2-5 0,-9 4 0,5-13 0,-10 6 0,-4-8 0,4 0 0,-13 0 0,6-8 0,-9-1 0</inkml:trace>
  <inkml:trace contextRef="#ctx0" brushRef="#br0" timeOffset="49">24316 4419 8912,'0'26'0,"0"-1"0,0-8 0,0 1 0,0-9 0,0-1 0,8-8 0,3 0 0,6 0 0,6 0 0,-2-8 0,8-3 0,-6-3 0,4 1 0,-1 1 0,1-1 0,-6-2 0,0-2 0,-6-1 0,-3 1 0,-8 0 0,1 0 0,-10 2 0,-7 3 0,-3-1 0,-2 7 0,-6 0 0,-2 6 0,-2 2 0,-3 4 0,3 9 0,-2 8 0,8 2 0,-2-2 0,6 2 0,6 3 0,-3 9 0,8-9 0,1 9 0,5-9 0,7-1 0,7-2 0,7-4 0,7-6 0,11-9 0,1 0 0,10-12 0,-1-7 0,7-8 0,-1-8 0,-7-4 0,-2-1 0,-8-2 0,0-3 0,-7-1 0,-8 2 0,-4 2 0,-4 1 0,-1-1 0,-3-4 0,-7 2 0,2-8 0,-4-2 0,-2-1 0,5-5 0,1-3 0,0 11 0,-6 0 0,6 16 0,-1 7 0,1 11 0,-6 14 0,-2 17 0,-4 14 0,-3 16 0,-7 14 0,3 6 0,2 6 0,-1-5 0,-5 5 0,5-5 0,3-1 0,1 2 0,4 3 0,3-3 0,1 4 0,0-12 0,0-6 0,9-5 0,8-7 0,1-4 0,4-13 0,-2-11 0,-3-9 0</inkml:trace>
  <inkml:trace contextRef="#ctx0" brushRef="#br0" timeOffset="50">24815 4367 8912,'-44'10'0,"4"-5"0,3-3 0,3-2 0,15-2 0,7-3 0,9 3 0,22-14 0,15 7 0,22-5 0,14-3 0,3 4 0,7-10 0,-1 2 0,3 0 0,-2-2 0,2 2 0,-7-4-261,-6 2 261,-8 0 0,-25-1 0,-3-3 0</inkml:trace>
  <inkml:trace contextRef="#ctx0" brushRef="#br0" timeOffset="51">19170 3868 8912,'18'0'0,"-1"0"0,0-1 0,0-5 0,-7-4 0,-2 1 0,-16 1 0,-2 8 0,-1 0 0,-1 0 0,7 0 0,-7 0 0,1 2 0,-7 2 0,1 2 0,-6-1 0,0-5 0,-1 0 0,2 0 0,-2 0 0,-3 0 0,4 6 0,-6 0 0,1-1 0,-7-5 0,3 2 0,3 4 0,-4-2 0,5 7 0,-5-5 0,-1 6 0,-1 1 0,1 2 0,0-3 0,1-1 0,2 3 0,3 1 0,7 2 0,-2 0 0,-2-5 0,2-1 0,0 1 0,6 5 0,5-6 0,1 1 0,1-7 0,-3 7 0,2-1 0,-3-1 0,-1 5 0,-4-5 0,-4 7 0,4 0 0,-4 0 0,-2 6 0,2 0 0,-8 2 0,5-4 0,-3 4 0,0 2 0,8-6 0,-2 2 0,4 1 0,2-1 0,0 0 0,-1-6 0,1 8 0,0 4 0,2 1 0,3-1 0,-3 6 0,5-3 0,1 6 0,3 0 0,-2-3 0,3-7 0,-1 3 0,6-8 0,0 0 0,0-6 0,0 8 0,0-6 0,0 4 0,0-4 0,0-2 0,6 0 0,-1 1 0,1-1 0,-6 0 0,0 0 0,0 0 0,0 1 0,0-1 0,0 0 0,0 0 0,0-7 0,0-3 0,0-7 0,0 0 0,-7-7 0,-3-3 0</inkml:trace>
  <inkml:trace contextRef="#ctx0" brushRef="#br0" timeOffset="52">17553 5020 8912,'-12'0'0,"3"-2"0,1-3 0,1 3 0,1-4 0,4 2 0,-6 0 0,1-1 0,5-1 0,-6 6 0,14 2 0,1 2 0,3 3 0,3 3 0,-3 1 0,1 7 0,3 1 0,1 4 0,2-2 0,0 5 0,1 1 0,-1 0 0,-2 2 0,-3 5 0,3 0 0,-4 1 0,3-9 0,-3-3 0,-1 0 0,-6-4 0,1-3 0,-1-1 0,-2-7 0,-2-1 0,0-9 0,0-3 0,6-7 0,0-9 0,-3-4 0,-1-1 0,4 3 0,2-4 0,1 2 0,5 4 0,-5-4 0,3 2 0,-1-5 0,6 5 0,1 2 0,-1 2 0,6 1 0,0 1 0,2-6 0,-2 0 0,-4 6 0,4 6 0,-4-1 0,-2 3 0,-8 1 0,7 8 0,-14 0 0,5 2 0,-7 4 0,-5-3 0,-1 9 0,0-1 0,0 1 0,1-1 0,-1-7 0,-2 11 0,-1-5 0</inkml:trace>
  <inkml:trace contextRef="#ctx0" brushRef="#br0" timeOffset="53">19910 3370 8912,'-11'-6'0,"-1"-2"0,-1-1 0,4 3 0,-3-5 0,-1-3 0,5 7 0,2 12 0,10 16 0,4 8 0,1 7 0,3 8 0,3-2 0,-2 0 0,-1 0 0,-6 6 0,3-2 0,1 2 0,-1-2 0,-5 1 0,2-6 0,2 4 0,-1-6 0,1-7 0,0-7 0,-3-14 0,-5-3 0</inkml:trace>
  <inkml:trace contextRef="#ctx0" brushRef="#br0" timeOffset="54">20272 3576 8912,'9'-2'0,"-3"-3"0,-6 1 0,-6-8 0,-3 8 0,-8-1 0,-6 5 0,0 5 0,2 7 0,2 3 0,1 2 0,1 1 0,2 1 0,3 4 0,-1-2 0,7 7 0,1-7 0,5 2 0,-6-4 0,0-2 0,2 1 0,10-9 0,4-1 0,7-16 0,0-3 0,-2-6 0,-3-6 0,1 4 0,-7-4 0,5 4 0,-5 1 0,6 1 0,-5 2 0,3 3 0,-5-1 0,7 7 0,-6 1 0,5 5 0,-1 7 0,1 5 0,4 3 0,-3 2 0,3 6 0,2 0 0,3 0 0,1-6 0,2 0 0,-2 0 0,-2-1 0,-2-5 0,0-3 0,0-8 0,1 0 0,-1 0 0</inkml:trace>
  <inkml:trace contextRef="#ctx0" brushRef="#br0" timeOffset="55">20478 3456 8912,'-17'-17'0,"6"-1"0,-1 1 0,6 2 0,-5 3 0,5-3 0,-5 4 0,9 5 0,2 6 0,2 10 0,9 12 0,1 5 0,5 8 0,0-1 0,0 0 0,-1 1 0,-3-1 0,-2 1 0,3-1 0,-6-2 0,-3-3 0,3 4 0,-2-5 0,5-3 0,-5-2 0,0-4 0,-6-9 0,0-3 0,0-22 0,0-6 0,0-6 0,0-1 0,0-1 0,0-5 0,1-1 0,5 1 0,4 5 0,7 0 0,0 8 0,0-1 0,1 2 0,1 3 0,2 2 0,2 3 0,5 5 0,-5 7 0,-2 7 0,-9 5 0,-5 11 0,-7 6 0,-1 9 0,-5 2 0,-9 2 0,-10-4 0,-2 4 0,-4 2 0,6-6 0,3 2 0,2-11 0,3-6 0,0-12 0,0-11 0,0-9 0</inkml:trace>
  <inkml:trace contextRef="#ctx0" brushRef="#br0" timeOffset="56">20874 3525 8912,'23'-12'0,"-2"1"0,-4-1 0,-3 3 0,-10-7 0,3 14 0,-14-5 0,5 7 0,-6 0 0,8 2 0,0 3 0,2-3 0,4 4 0,-3-4 0,9-2 0,-1 0 0,5-2 0,-5-4 0,-3 4 0,-8-7 0,-2 3 0,-4-5 0,-3 3 0,-9 2 0,1 4 0,-2 2 0,-2 0 0,-2 0 0,-6 2 0,6 4 0,-1 4 0,1 7 0,5 0 0,1 0 0,2 6 0,9 0 0,0 6 0,6-4 0,0-1 0,0 1 0,16 4 0,7-6 0,9-2 0,8-10 0,4 3 0,8-9 0,0-1 0,-1-10 0,1-5 0,-1-10 0,-1-4 0,-4-2 0,-4-7 0,-7-6 0,-9-2 0,-3 2 0,-6-2 0,-5-4 0,-4-6 0,-8 3 0,0-9 0,0-3 0,-8-6 0,-4-1 0,-3 3 0,-2 13 0,0 10 0,0 8 0,-1 11 0,1 17 0,2 17 0,3 24 0,3 9 0,3 13 0,4 12 0,-2 11 0,8 6 0,8 6 0,5-6 0,6 0 0,4-8-238,7-9 1,10 0 237,8-1 0,9-8 0,13-9 0,12-7 0,4-10 0,-41-18 0,0-1 0,0-3 0,1-1 0,1-3 0,0-1 0</inkml:trace>
  <inkml:trace contextRef="#ctx0" brushRef="#br0" timeOffset="57">13354 13342 8912,'17'0'0,"0"0"0,-1-8 0,-5-3 0,-5-5 0,-4-1 0,4 0 0,-1-2 0,-1-2 0,-2-2 0,-2 0 0,0 6 0,0 0 0,0 0 0,-8 1 0,-3 5 0,-3 5 0,3 12 0,-2 11 0,7 12 0,-6 3 0,5 3 0,-1 1 0,0 4 0,3-2 0,5 8 0,0-8 0,0 2 0,7-3 0,5-3 0,9-7 0,2-4 0,9-12 0,3-5 0,5-8 0,6-10 0,4-1 0,-5-16 0,-3-5 0,-1-6 0,-7 0 0,-5 5 0,-12 1 0,-11 0 0,-4 7 0,-2 2 0</inkml:trace>
  <inkml:trace contextRef="#ctx0" brushRef="#br0" timeOffset="58">13698 13187 8912,'-42'-8'0,"6"-1"0,-6-8 0,7 7 0,1 4 0,1 5 0,5 1 0,3 7 0,9 5 0,5 5 0,5 6 0,4-2 0,4 6 0,6-3 0,9-3 0,2-2 0,12-3 0,3-5 0,4-5 0,10-4 0,-2-2 0,-2 0 0,0 0 0,-2 0 0,-4 0 0,-3 0 0,-6 0 0,1 0 0,-7 0 0,0-6 0,-6 0 0,-7-7 0,-3 3 0,-7-7 0,-7 8 0,3 1 0,-6 10 0,3 4 0,3 5 0,-4 4 0,3 3 0,1-1 0,2 0 0,-4 6 0,0 0 0,3-2 0,1-2 0,-4-8 0,0 1 0,2 1 0,2-3 0,2 1 0,0-7 0,0 2 0,0-12 0,8-3 0,2-9 0,1 1 0,1 0 0,-1 0 0,6 0 0,-5-1 0,-1 1 0,-5 2 0,5 4 0,-5 1 0,6 6 0,1-2 0,-3 6 0,1 6 0,-5 9 0,5 3 0,-5-1 0,5 6 0,-5-2 0,6 2 0,-7-4 0,7 4 0,-3-4 0,3-2 0,1 0 0,-5-2 0,1-3 0,-5-4 0,12-16 0,-7-2 0</inkml:trace>
  <inkml:trace contextRef="#ctx0" brushRef="#br0" timeOffset="59">14369 13015 8912,'0'10'0,"-5"-1"0,-1-3 0,-6-2 0,7 7 0,-7 1 0,6 5 0,-7 0 0,3 0 0</inkml:trace>
  <inkml:trace contextRef="#ctx0" brushRef="#br0" timeOffset="60">14300 13273 8912,'0'33'0,"8"-5"0,2 9 0,7-9 0,0 3 0,0-12 0,0-2 0,6-5 0,0-1 0,-2-5 0,-2-4 0,-1-2 0,-1 0 0,0-2 0,0-4 0,-1-4 0,-5-7 0,2 0 0,-7 0 0,0-2 0,-6-4 0,0 4 0,0-4 0,0 4 0,0 1 0,0 9 0,0 3 0,0 12 0,2-2 0,4 7 0,-3 1 0,9 5 0,-1 0 0,7 0 0,5 0 0,-1 1 0,9-3 0,-2-4 0,3-5 0,3-4 0,-1-2 0,1 0 0,-3-6 0,-3 1 0,-4-9 0,-8 3 0,-6-5 0,1-1 0,-8 0 0,1 0 0,-3 0 0,-4 7 0,-3 4 0,-7 4 0,2 16 0,-1 3 0,7 14 0,-2 3 0,5 6 0,1 6 0,0 4 0,0-5 0,1 3 0,5-2 0,-2 8 0,7-9 0,-7 1 0,2-11 0,4-9 0,-1-1 0</inkml:trace>
  <inkml:trace contextRef="#ctx0" brushRef="#br0" timeOffset="61">14989 13978 8912,'-17'23'0,"-1"0"0,-7 7 0,4-5 0,-7 4 0,1-6 0,-2-12 0,4-11 0,8-25 0,0-11 0</inkml:trace>
  <inkml:trace contextRef="#ctx0" brushRef="#br0" timeOffset="62">16314 12912 8912,'11'-2'0,"1"-2"0,-1-3 0,-1-3 0,3 4 0,-7-5 0,7-1 0,-11-5 0,6 0 0,-8 0 0,0 5 0,0 1 0,0-2 0,0-3 0,-2 5 0,-4-1 0,2 3 0,-7-3 0,-2 5 0,-8 7 0,-4 2 0,-2 3 0,-2 9 0,-5 14 0,-1 13 0,1 22 0,1 9 0,18-26 0,2 2 0,1 3 0,3 3 0,1 5 0,2 0 0,2-2 0,1-1 0,2 2 0,2-1 0,2-8 0,3-1 0,10 36 0,6-11 0,5-8 0,-6-20 0,2-4 0,-4-15 0,-1-14 0,-1-5 0,0-7 0,-2-11 0,-3-12 0,3-11 0,-5-18 0</inkml:trace>
  <inkml:trace contextRef="#ctx0" brushRef="#br0" timeOffset="63">16486 12946 8912,'17'0'0,"0"0"0,-5-1 0,-1-5 0,-1 2 0,1-7 0,3 5 0,-7-4 0,3 3 0,3 3 0,3 2 0,1 2 0,2 0 0,4 0 0,-4 7 0,4 5 0,-4 3 0,-2 2 0,0 1 0,1-1 0,-3 6 0,-4 0 0,-3 7 0,-8-1 0,-4 3 0,-7 3 0,-3-1 0,-14 1 0,-7-1 0,-5 0 0,-8 1 0,2-1 0,-1 0 0,1 1 0,6-8 0,11-4 0,4-12 0,8-5 0,0-4 0,15-18 0,4-3 0</inkml:trace>
  <inkml:trace contextRef="#ctx0" brushRef="#br0" timeOffset="64">16968 12929 8912,'-10'17'0,"-11"-5"0,4-1 0,-4 1 0,4 5 0,-6 6 0,0 0 0,-6 7 0,6-1 0,0 9 0,6 2 0,7 2 0,5-3 0,3 1 0,2-2 0,7-4 0,5-5 0,9-6 0,2-12 0,8 3 0,-3-9 0,10 1 0,3-6 0,-7-7 0,-5-5 0,-8-11 0,2-5 0,3-13 0,1-3 0</inkml:trace>
  <inkml:trace contextRef="#ctx0" brushRef="#br0" timeOffset="65">17123 12585 8912,'26'0'0,"5"0"0,-8 0 0,0 2 0,-6 4 0,6 4 0,2 9 0,0 4 0,0 5 0,-2 9 0,-6 8 0,-2 5 0,-3 19 0,-5 0-263,-7 17 0,0-2 263,0 13 0,-7-7 0,-5 2 0,4-12 0,1-8 0,-1-7 0,-3-7 0,-5-7 0,-1-5 0,-8-4 0,-3-8 0,-5-14 0,-1 1 0,-1-16 0,1 1 0</inkml:trace>
  <inkml:trace contextRef="#ctx0" brushRef="#br0" timeOffset="66">18293 13136 8912,'-17'17'0,"-1"-2"0,1-2 0,0-3 0,0 1 0,0 3 0,-1 5 0,3 4 0,4-2 0,5 2 0,4-2 0,2 4 0,0-2 0,2-2 0,4-2 0,3-10 0,8-1 0,1-2 0,-1-1 0,2 1 0,4-6 0,-4 0 0,4 0 0,-4-8 0,0-1 0,2-3 0,2 1 0,0 1 0,-6-1 0,-1-4 0,-5 3 0,4-3 0,-3-2 0,-3 5 0,3 1 0,-8 7 0,11-11 0,-15 15 0,0 0 0,-2 7 0,-9 10 0,5 1 0,-6-1 0,9 2 0,-3 4 0,-2-10 0,2 4 0,1-3 0,5 3 0,0-7 0,2-3 0,3-7 0,5 0 0,7 0 0,0-2 0,1-3 0,4-11 0,1-7 0,6 0 0,-6 6 0,6-6 0,-6 0 0,0 0 0,-6 6 0,0 6 0,0 1 0,0 3 0,1 1 0,-9 8 0,-3 4 0,-4 9 0,-2 8 0,0 2 0,0-2 0,0-2 0,0 7 0,0-7 0,0 2 0,-6-4 0,0-2 0,-7-1 0,2-5 0,-5-3 0,-9-8 0,-1 0 0</inkml:trace>
  <inkml:trace contextRef="#ctx0" brushRef="#br0" timeOffset="67">18413 12895 8912,'-17'0'0,"0"0"0,0 0 0,-1-8 0,1-1 0,8-3 0,7 3 0,9 1 0,11 4 0,12 2 0,5 2 0,3 0 0,14 0 0,3-7 0,14-3 0</inkml:trace>
  <inkml:trace contextRef="#ctx0" brushRef="#br0" timeOffset="68">19532 13204 8912,'-25'10'0,"4"-2"0,-8-8 0,-1 0 0,-3 0 0,-1 0 0,-1 0 0,1 0 0,-6 0 0,0 3 0,3 9 0,7 11 0,-1 9 0,8 8 0,2-1 0,10 6 0,-3-6 0,9 1 0,3-6 0,5-5 0,1-4 0,8-8 0,-1-8 0,6-3 0,3-6 0,2-6 0,0-9 0,6-8 0,-1-13 0,2 1 0,1-5 0,-5 0 0,0-6 0,0-3 0,-2 3 0,-6 0 0,0 2 0,0-2 0,-1-3 0,-5 3 0,-3 4 0,-8 3 0,0 9 0,0 7 0,-6 4 0,0 2 0,-7 7 0,5 10 0,-3 12 0,-3 10 0,9 7 0,1 6 0,2 5 0,2 4 0,0 7 0,2 1 0,4-1 0,9-1 0,8-4 0,13 2 0,-1-8 0,10-2 0,1-9 0,4-8 0,2-8 0,-8-5 0,-4-8 0,0 0 0,-6 0 0,-5-8 0,-17-3 0,1-5 0,-7-3 0,-2-2 0,-3-2 0,-2-2 0,-5 2 0,-4 4 0,-7-4 0,-6 6 0,0 6 0,0-3 0,6 9 0,0 1 0,0 2 0,-1 4 0,1 4 0,0-3 0,0 9 0,0 5 0,-1 6 0,9 0 0,3-6 0,4 0 0,2 0 0,0 1 0,0-1 0,0-6 0,0 1 0,8-8 0,3 1 0,6-3 0,4-2 0,4 0 0,2 0 0,-6 0 0,2 0 0,2-5 0,-2-1 0,0-8 0,-8 11 0,-2-7 0,-1 2 0,-8 3 0,3 7 0,-7 3 0,0-1 0,0 8 0,0-1 0,2 6 0,4-1 0,4-3 0,-1-2 0,7 1 0,-5 5 0,4-7 0,2-3 0,8 1 0,2 1 0</inkml:trace>
  <inkml:trace contextRef="#ctx0" brushRef="#br0" timeOffset="69">20220 13050 8912,'0'11'0,"0"1"0,0 1 0,0 2 0,0 2 0,0 14 0,0 3 0,0 5 0,0 3 0,0 1 0,0 9 0,0 0 0,0-1 0,0-1 0,0-2 0,2-4 0,4-2 0,-4-4 0,3-10 0,-3 5 0,-9-14 0,-3 6 0</inkml:trace>
  <inkml:trace contextRef="#ctx0" brushRef="#br0" timeOffset="70">20083 13548 8912,'7'-17'0,"-5"0"0,4 0 0,3-1 0,3 1 0,-3 0 0,3 0 0,3 2 0,6 3 0,0-1 0,8 7 0,7-2 0,10 3 0,-2 3 0,2-4 0,6 4 0,5 2 0,-2 0 0,-9 0 0,-2-6 0,-7 1 0,-1-1 0,-4-2 0,-3 4 0,0-7 0,-4 7 0,-16-4 0,-3 7 0,-12-3 0,-7-2 0,-8 2 0,-6 2 0,-7 2 0,1 6 0,4 0 0,-1 7 0,7-1 0,0 9 0,6 2 0,0-1 0,1-4 0,5-1 0,5 0 0,-2 0 0,3 0 0,-1 1 0,8-3 0,4-4 0,9-3 0,8-8 0,2 0 0,-4-2 0,4-4 0,1-5 0,-5-4 0,2-3 0,-4-4 0,-1-1 0,-7-6 0,1 6 0,-9 0 0,3 6 0,4 0 0,-8-1 0,5 11 0,-7 7 0,0 13 0,0 10 0,0 0 0,0-6 0,2 6 0,4 0 0,3 0 0,9-6 0,5-5 0,2-3 0,1-1 0,5-4 0,-1-2 0,-1-2 0,4-2 0,-5-4 0,-3-4 0,-2-7 0,0-2 0,-6-4 0,4 2 0,-9-7 0,1-3 0,-1-2 0,-3 1 0,-3 3 0,-4-3 0,4 3 0,-4 4 0,-2 2 0,0 4 0,0 10 0,0 28 0,0 17 0,0 8 0,0-2 0,0 4 0,0-2 0,0 2 0,0 2 0,0-8 0,0 0 0,0-6 0,0-1 0,0-5 0,0-5 0,0-4 0,5-1 0,1-1 0,0-8 0,-8 5 0,-4-9 0,-3 1 0,-9-6 0,7-2 0,-1-4 0,9-3 0,-5-8 0</inkml:trace>
  <inkml:trace contextRef="#ctx0" brushRef="#br0" timeOffset="71">21425 13428 8912,'17'0'0,"0"7"0,-5-5 0,-1 4 0,-5-4 0,5-2 0,-5 0 0,6 0 0,1 0 0,10 0 0,-2-2 0,8-2 0,1-3 0,3-3 0,1 1 0,1-3 0,-3-3 0,-3 3 0,1-3 0,-7-2 0,-2-2 0,-9-4 0,-5-2 0,-7-6 0,-1 3 0,-5-3 0,-6 6 0,-11 2 0,2 6 0,-7 6 0,-1 3 0,-5 8 0,14 8 0,5 1 0</inkml:trace>
  <inkml:trace contextRef="#ctx0" brushRef="#br0" timeOffset="72">21597 13273 8912,'-17'42'0,"7"2"0,-5 8 0,13-8 0,-4-4 0,6-4 0,6-2 0,11-1 0,12-4 0,3-7 0,3-10 0,7-4 0,6-8 0,3 0 0,1 0 0,3-14 0,-9-3 0,-4-14 0,-2-3 0,1-2 0,-7-10 0,2 0 0,-13-6 0,6-1 0,-6-4 0,-2-4 0,-2-1 0,-4-3 0,-3 8 0,-5 0 0,-7 5 0,6-1 0,0 7 0,-2 2 0,-10 21 0,-4 8 0,-7 9 0,0 14 0,0 9 0,5 10 0,1 13 0,-3 6 0,7 9 0,1 2 0,4 6 0,2-5 0,0 5 0,0-6 0,8 6 0,3-6 0,7-1 0,4-3 0,5-1 0,8-1 0,-1-9 0,0-7 0,-7-3 0,-4-9 0,-11-8 0,-5-7 0,-7-23 0,0-4 0</inkml:trace>
  <inkml:trace contextRef="#ctx0" brushRef="#br0" timeOffset="73">22199 13307 8912,'-17'0'0,"11"0"0,12 0 0,13-5 0,21-1 0,12-2 0,11 3 0,12 3 0,5-6 0,4 0 0,2-3 0,-8-12 0,-1-11 0,-8-10 0</inkml:trace>
  <inkml:trace contextRef="#ctx0" brushRef="#br0" timeOffset="74">2340 15250 8912,'0'12'0,"0"-1"0,-2 1 0,-1-5 0,-3-7 0,0-7 0,6-10 0,0-1 0,0 1 0,0 0 0,0 0 0,0 0 0,0-1 0,0 1 0,0 8 0,0-7 0,0 14 0,0-5 0,0 7 0,8 0 0,1 0 0,9 0 0,-1 0 0,0 0 0,8 0 0,4 0 0,5 0 0,6 0 0,-2 0 0,8 0 0,0 0 0,6 0 0,5 0 0,0 0 0,3 0 0,-3 0 0,-3 0 0,5 0 0,0 0 0,4 0 0,-2-6 0,3 0 0,-9 1 0,2 5 0,3 0 0,-3 0 0,-5-2 0,-6-4 0,-8 4 0,2-4 0,-6 2 0,-5-1 0,-2 1 0,-4-8 0,-4 3 0,4-3 0,-4-1 0,-2 7 0,0-7 0,1 3 0,-9 1 0,-1 1 0,-8 8 0,0 0 0,0 8 0,0-6 0,-8 5 0,-1-7 0</inkml:trace>
  <inkml:trace contextRef="#ctx0" brushRef="#br0" timeOffset="75">3958 14580 8912,'8'-10'0,"-6"3"0,7 1 0,-3 0 0,-2 0 0,7 6 0,3 0 0,-5 14 0,3 5 0,1 8 0,2 9 0,8 2 0,2 12 0,2 5 0,3 4 0,-3 3 0,2 1 0,-10 7 0,0-5 0,-7 2 0,-5 6 0,-9 1 0,-9 6 0,-20 12 0,-5-4 0</inkml:trace>
  <inkml:trace contextRef="#ctx0" brushRef="#br0" timeOffset="76">3201 17090 8912,'-8'15'0,"-3"-1"0,-5-5 0,-1 1 0,0-3 0,0 1 0,0-2 0,-1-6 0,3-2 0,4-4 0,5-5 0,4 1 0,2-1 0,2 1 0,2-3 0,1 1 0,9 8 0,-3-1 0,5 3 0,1 2 0,2 0 0,4 0 0,4 0 0,7 0 0,8 0 0,4 0 0,4 0 0,1 0 0,3 0 0,1-2 0,3-4 0,-3-5 0,-7 1 0,-2-1 0,-8 5 0,2-6 0,-9 3 0,-3-3 0,-6-3 0,2 13 0,-14-13 0,-2 13 0,-10-6 0,-4 10 0,-6 4 0,3-2 0,-3 7 0,9 3 0,-3 9 0,4-4 0,2 4 0,0-12 0,-8 4 0,-1-5 0</inkml:trace>
  <inkml:trace contextRef="#ctx0" brushRef="#br0" timeOffset="77">3941 16626 8912,'-8'-17'0,"4"1"0,-7 5 0,7-4 0,-4 13 0,10-12 0,6 9 0,9 1 0,2 4 0,10 5 0,0 3 0,5 4 0,0 3 0,1-4 0,-1 6 0,1 6 0,-7-3 0,1 2 0,-8 5 0,2 2 0,-6 11 0,-5 6 0,-7 5 0,-3 7 0,-17 10 0,-8 13 0,-17 1-218,-12-2 1,20-41-1,-3-2 1,-4-2 0,0-1-1</inkml:trace>
  <inkml:trace contextRef="#ctx0" brushRef="#br0" timeOffset="78">1600 16127 8912,'-2'12'0,"-3"-3"0,-7-1 0,-3-4 0,-2-2 0,5-2 0,1 0 0,7 7 0,-2 7 0,4 7 0,2-2 0,0 6 0,2-3 0,4 1 0,-2 6 0,7-6 0,-5 8 0,6-3 0,-1 3 0,-1-3 0,3 5 0,-7-4 0,5 1 0,-5-1 0,0-4 0,-6-8 0,0-11 0,0-12 0,-8-11 0,-2-18 0</inkml:trace>
  <inkml:trace contextRef="#ctx0" brushRef="#br0" timeOffset="79">1549 16076 8912,'-14'-44'0,"-3"4"0,-2 5 0,8 6 0,-3 10 0,8 8 0,1 7 0,-3-4 0,6 8 0,-5 0 0,14 8 0,5 4 0,5 1 0,4 0 0,2-1 0,0-8 0,2 11 0,1-6 0</inkml:trace>
  <inkml:trace contextRef="#ctx0" brushRef="#br0" timeOffset="80">2117 16248 8912,'0'9'0,"0"-1"0,-8-1 0,6 3 0,-11 1 0,7 1 0,-7-3 0,3 5 0,-1-3 0,-1 3 0,3 1 0,-3 2 0,-1-5 0,7-1 0,-7 0 0,3 7 0,0-9 0,3-3 0,7-12 0,6-9 0,-1-8 0,9-8 0,-3 3 0,3 1 0,-3-2 0,4 8 0,-3-2 0,-3 6 0,3 4 0,-1 1 0,-1-1 0,5 5 0,-5 1 0,7 9 0,0 3 0,-5 5 0,-1 7 0,-5 8 0,5 4 0,-5 3 0,5 2 0,1-1 0,-3-4 0,-1-5 0,7-6 0,5-1 0</inkml:trace>
  <inkml:trace contextRef="#ctx0" brushRef="#br0" timeOffset="81">2581 16196 8912,'-23'-8'0,"0"-1"0,4-3 0,6 1 0,5 7 0,8-4 0,2 8 0,6 0 0,9 0 0,2 0 0,10 0 0,1 0 0,11 0 0,-5-2 0,4-3 0,-9-5 0,-3-7 0,1 0 0,5 0 0</inkml:trace>
  <inkml:trace contextRef="#ctx0" brushRef="#br0" timeOffset="82">1876 17090 8912,'-17'0'0,"-6"-6"0,-2 1 0,0 1 0,0 2 0,2 4 0,4 5 0,-2 9 0,-2 5 0,0 9 0,8 1 0,3 7 0,7 8 0,3 3 0,4 3 0,3 0 0,7-1 0,11-7 0,5-4 0,5-3 0,1-3 0,1-15 0,-1-7 0,1-9 0,-1-3 0,-2-7 0,-3-5 0,2-13 0,-8-9 0,0-2 0,-6-10 0,0-2 0,0-2 0,-7-1 0,-4-1 0,-5 1 0,-1-1 0,0 1 0,0-1 0,0 2 0,0 4 0,-5-1 0,-3 5 0,-1 2 0,-5 3 0,5 7 0,-3 13 0,1 5 0,-7 1 0,9 7 0,-5-2 0,9 14 0,1 9 0,2 10 0,2 5 0,0 2 0,8 7 0,3-1 0,4 2 0,3-2 0,5-4 0,0 4 0,-1-5 0,-4-7 0,5 3 0,0-8 0,1-2 0,-3-10 0,2-5 0,-2-4 0,-1-2 0,-3 0 0,-6-8 0,1-3 0,-3-12 0,3-6 0,-5 2 0,-7-1 0,0 1 0,0-2 0,0 5 0,0 6 0,-7 3 0,-5 4 0,-3 5 0,-2 4 0,0 2 0,1 8 0,5 3 0,-3 4 0,9 3 0,-1-1 0,6 0 0,0 6 0,0 0 0,0 0 0,0-6 0,0 0 0,0-5 0,2-3 0,4-1 0,-3-2 0,9-6 0,-6 0 0,5 0 0,-1-2 0,3-4 0,-2-4 0,3 1 0,-5-6 0,3 3 0,-3-3 0,3-2 0,3-1 0,-11 1 0,8 0 0,-9 7 0,5 1 0,-8 3 0,8 4 0,-5-5 0,9 7 0,-6 0 0,5 0 0,-5 0 0,5 0 0,-5 0 0,6 0 0,-1 0 0,6-2 0,0-4 0,1 2 0,-1-7 0,0-3 0,0-9 0,-5 2 0,-1-5 0,1 1 0,-3 4 0,5 2 0,-9 1 0,1 1 0,-6 0 0,0 8 0,0 3 0,0 12 0,0 7 0,0 8 0,6 6 0,0 7 0,7 6 0,-2 0 0,5 0 0,1-5 0,0-3 0,0-3 0,1 1 0,-1-7 0,0-2 0,0-9 0,-7 3 0,-4-3 0,-6 1 0,-6-2 0,-4 5 0,-7-5 0,-2 3 0,-4-3 0,2-3 0,-8-8 0,8 0 0,-4 0 0</inkml:trace>
  <inkml:trace contextRef="#ctx0" brushRef="#br0" timeOffset="83">3149 16523 8912,'35'-44'0,"-9"-4"0,-3 8 0,-11 7 0,-6 10 0,-6 12 0,-8 7 0,-9 8 0,-8 15 0,-10 15 0,3 3 0,3 9 0,-1-1 0,7 5 0,2-2 0,2-2 0,3 0 0,5 5 0,3-5 0,8 0 0,2-10 0,4 0 0,7-7 0,8-4 0,8-10 0,11-9 0,2-4 0,4-2 0,4-2 0,-4-4 0,-2-3 0,-2-9 0,-4 3 0,-6 4 0,-9-5 0,-5 15 0,-28 8 0,-19 16 0,-19 23 0,-15 11 0,-4 10-210,33-30 1,0 1-1,-1 1 1,1 2 209,-1 4 0,1 2 0,0 4 0,-1 1 0,-2 0 0,0 1 0,-1 1 0,1 1 0,1-3 0,-1 1 0,2-2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071"/>
    </inkml:context>
    <inkml:brush xml:id="br0">
      <inkml:brushProperty name="height" value="0.053" units="cm"/>
      <inkml:brushProperty name="color" value="#FF0000"/>
    </inkml:brush>
  </inkml:definitions>
  <inkml:trace contextRef="#ctx0" brushRef="#br0">21175 12938 8912,'0'-13'0,"-4"-3"0,-1 5 0,-3 0 0,-1 2 0,1 0 0,-1 2 0,1 1 0,-1 3 0,0 2 0,1 1 0,-1 0 0,1 0 0,-1 4 0,0 2 0,1 5 0,-1 4 0,0 2 0,-2 3 0,-1 3 0,-2 2 0,4 5 0,-2 4 0,0 7-205,6-17 1,0 0 0,1 1 0,0 0 204,1 3 0,2 1 0,0-1 0,0-1 0,2 1 0,0 1 0,0-2 0,0 0 0,0 0 0,0 0 0,4 17 0,3-7 0,2-8 0,3-8 0,4-2 0,1-8 0,0-3 0,4-5 0,-2-2 0,1-1 0,-1-5 0,4-4 0,-5-4 0,-1-7 0,-7-6 0,-1-1 0,-3-7 0,-2-4 0,-2-5 0</inkml:trace>
  <inkml:trace contextRef="#ctx0" brushRef="#br0" timeOffset="1">21184 13170 8912,'3'6'0,"0"0"0,-1-1 0,-2 0 0,0 3 0,0-1 0,0 2 0,0 3 0,1 4 0,2 1 0,-1 1 0,4 5 0,0-1 0,2 1 0,-2 1 0,0-4 0,-2 3 0,2-3 0,-2-4 0,-4-4 0,-1-7 0,-2-2 0,-2-4 0,-3-5 0,-1 0 0,1-9 0,2-2 0,0-4 0,-1 0 0,0 0 0,-1 0 0,2 1 0,0-1 0,2-3 0,0 2 0,0 1 0,1 1 0,3 3 0,-1 1 0,-1 1 0,1 3 0,-3 7 0,4 1 0,0 4 0,4 0 0,1 0 0,3 0 0,4 0 0,3 0 0,-2 0 0,1 0 0,2 0 0,0 0 0,4 1 0,0 2 0,-1 3 0,-4 5 0,-3 0 0,-3 3 0,-2 4 0,-1 2 0,-2 2 0,-4-1 0,-4 2 0,-2 0 0,-4 3 0,-2 3 0,-3-2 0,1 1 0,1-4 0,2-1 0,-2-8 0,2-1 0,0-7 0,2-4 0,4-10 0,-3-6 0,4-9 0</inkml:trace>
  <inkml:trace contextRef="#ctx0" brushRef="#br0" timeOffset="2">21511 13196 8912,'-4'5'0,"0"0"0,-2-3 0,-1-1 0,1 2 0,-2-2 0,3-1 0,-1 0 0,4 4 0,-1 2 0,2 1 0,1 2 0,0 2 0,0 1 0,0 3 0,0 0 0,1 1 0,1 0 0,1-1 0,-1 0 0,0-5 0,1 2 0,-3-6 0,4-1 0,0-1 0,-2-1 0,4-3 0,-3-8 0,2-3 0,-2-5 0,3-1 0,-3-1 0,3-2 0,-4 1 0,4-4 0,-4 5 0,1 1 0,1 0 0,-1 6 0,1-1 0,-2 4 0,-1 3 0,6 2 0,-4 6 0,3 6 0,-4 5 0,4 1 0,-3 0 0,4 1 0,-2-3 0,0 1 0,1-3 0,-1-1 0,1-2 0,1-3 0,-2-1 0,4-4 0,-4-8 0,1-3 0,-1-8 0,1-4 0,1-3 0,-1-3 0,-1 2 0,0-5 0,-3 3 0,1-2 0,-3 3 0,-3-1 0,2 7 0,-1 5 0,-3 4 0,1 9 0,-2 4 0,2 6 0,4 8 0,0 4 0,0 8 0,0 1 0,0 2 0,4-2 0,2 4 0,2-2 0,0-1 0,1-1 0,-1-1 0,2-2 0,1-1 0,0-4 0,-1-3 0,-1-3 0,-3-1 0,-2-7 0,-8 3 0,-1-8 0</inkml:trace>
  <inkml:trace contextRef="#ctx0" brushRef="#br0" timeOffset="3">21623 13213 8912,'2'6'0,"1"0"0,0-4 0,1-2 0,2-6 0,5-6 0,4-2 0,2-3 0,3-3 0,0 0 0,6-6 0,-2 2-231,4-5 1,3-1 0,0-1 0</inkml:trace>
  <inkml:trace contextRef="#ctx0" brushRef="#br0" timeOffset="4">21889 12973 8912,'-17'13'0,"0"0"0,0-1 0,0-2 0,3 5 0,-1-1 0,3 3 0,5-3 0,4 1 0,2-4 0,1 4 0,4-5 0,1 2 0,3-3 0,1 0 0,2-5 0,1-1 0,-1 1 0,-2-1 0,-1-1 0,1-5 0,-1-2 0,-2-3 0,-1-2 0,-1-1 0,-1 0 0,-3-3 0,3 3 0,-1 0 0,1-2 0,-3 2 0,0-1 0,0 4 0,0 2 0,0 0 0,0 4 0,0-4 0,0 4 0,0-2 0,0 12 0,0 0 0,0 7 0,0 0 0,0-4 0,0 1 0,0-4 0,3 1 0,0 0 0,0-4 0,-2 0 0,2-1 0,1-2 0,1-5 0,3-2 0,-2-3 0,-2-2 0,2-1 0,1-4 0,1-1 0,-3-1 0,1 0 0,-3 0 0,2 3 0,-2 3 0,-1 1 0,2 2 0,-1-1 0,0 4 0,1 1 0,0 8 0,1 2 0,3 4 0,-2 2 0,1 3 0,2-1 0,2 2 0,1-2 0,-1 1 0,-2-3 0,0 2 0,-1-2 0,1-1 0,-1-2 0,-3-1 0,-2 1 0,-2-1 0,-1 1 0,-1 0 0,-2-1 0,-2 1 0,-3-1 0,-2 1 0,-1 0 0,-3-2 0,-3-1 0,0-2 0,0-4 0,3 0 0,2-8 0,3-1 0</inkml:trace>
  <inkml:trace contextRef="#ctx0" brushRef="#br0" timeOffset="5">22173 12930 8912,'-8'13'0,"-1"1"0,0-5 0,1 1 0,-1-4 0,4-2 0,3 0 0,4-4 0,6 0 0,5-1 0,-1-2 0,0-3 0,4-4 0,-2-2 0,-2-2 0,0 2 0,-3-2 0,0 3 0,0-5 0,-1 2 0,-3 2 0,-2 0 0,-2 3 0,-1 0 0,0 0 0,-4 5 0,-2 1 0,-2 7 0,-4 4 0,3 8 0,-3 7 0,3 2 0,0 1 0,4 0 0,2 0 0,2 2 0,1 1 0,1-4 0,2-5 0,2-3 0,5-3 0,1-3 0,3-5 0,3-2 0,0-4 0,0-5 0,0-3 0,0-5 0,-3-8 0,-5 0 0,-3-1 0,0-7 0,3 2 0</inkml:trace>
  <inkml:trace contextRef="#ctx0" brushRef="#br0" timeOffset="6">22371 12620 8912,'5'1'0,"-2"2"0,-2 3 0,-1 1 0,0 3 0,1 2 0,1 5 0,1 5 0,0 8 0,0 4 0,3 6 0,2 2 0,0 0 0,0-2 0,-1-3 0,-2-2 0,0-4 0,2-3 0,-2-5 0,-2-6 0,-4-8 0,-4-6 0,-3-3 0,-1-3 0,1-2 0,-1-3 0</inkml:trace>
  <inkml:trace contextRef="#ctx0" brushRef="#br0" timeOffset="7">22345 12912 8912,'5'9'0,"-1"-4"0,-4-1 0,4-9 0,2-4 0,5 1 0,3-5 0,4 2 0,2-1 0,-1-3 0,4 1 0,-4-3 0,2 0 0</inkml:trace>
  <inkml:trace contextRef="#ctx0" brushRef="#br0" timeOffset="8">22664 12706 8912,'4'-1'0,"-1"-2"0,-2 1 0,-1-3 0,0 2 0,0-3 0,-4 4 0,0-2 0,-2 8 0,0 2 0,4 2 0,-1 3 0,0 0 0,0 0 0,0 1 0,3 0 0,0 2 0,0-2 0,0-1 0,0-2 0,0-1 0,0 1 0,1-1 0,2 1 0,-1-1 0,3-3 0,-2 3 0,3-2 0,0-2 0,2 2 0,1-3 0,-3 0 0,-1-3 0,-2 0 0,3 0 0,-4 0 0,2 4 0,-4 2 0,-1 1 0,-2 2 0,1 0 0,-4 3 0,1 0 0,-4 3 0,-3-3 0,1-3 0,0-1 0,2 1 0,-3-5 0,1-1 0,-4-2 0,1-1 0</inkml:trace>
  <inkml:trace contextRef="#ctx0" brushRef="#br0" timeOffset="9">22629 12534 8912,'-10'-4'0,"0"0"0,4-2 0,1 0 0,2 3 0,4-2 0,2 2 0,5 0 0,7 3 0,2 4 0,3 5 0,5 7 0,3 8 0,1 5 0,1 5 0,-16-13 0,0 2 0,2 4 0,-1 1 0,-1 5 0,0 1-420,1 6 0,-2 1 0,-1 1 0,-2 2 420,0 1 0,-2 1 0,-3 1 0,-1 0 0,-2 2 0,-1-1 0,0 0 0,-1 0 0,0-2 0,0 0 0</inkml:trace>
  <inkml:trace contextRef="#ctx0" brushRef="#br0" timeOffset="10">19213 11159 8912,'4'0'0,"-3"-1"0,-4-2 0,-1-3 0,1-2 0,1 0 0,-2 2 0,1 0 0,1 0 0,1-2 0,-2 2 0,0 1 0,2-2 0,0 2 0,1-1 0,-1 5 0,-2-2 0,2 2 0,-3 1 0,0 0 0,2 1 0,-4 2 0,1 1 0,-4 5 0,1 2 0,-1 1 0,-3 4 0,1 1 0,-3 3 0,2 3 0,-3 5 0,1-2 0,-3 5 0,0 1 0,4-2 0,1 1 0,3-2 0,0-5 0,1 1 0,3-5 0,-2 1 0,4-1 0,0 0 0,3 6 0,-3-1 0,1 7 0,-1-1 0,-1-8 0,-1-3 0</inkml:trace>
  <inkml:trace contextRef="#ctx0" brushRef="#br0" timeOffset="11">18929 11752 8912,'0'26'0,"0"-1"0,-3 1 0,2 0 0,-3 1 0,4 1 0,0-1 0,0 2 0,0 1 0,0 2 0,0 3 0,0 3 0,1 4 0,2 2 0,-1-4 0,3 3 0,1-2-294,3 2 1,-1-3 293,1 0 0,-1 0 0,1 3 0,0-3 0,-1-1 0,1-2-11,-1-3 0,1-1 11,0-4 0,-1-3 0,1-3 0,-1-1 0,-1 1 0,2-3 0,1-2 0</inkml:trace>
  <inkml:trace contextRef="#ctx0" brushRef="#br0" timeOffset="12">19076 12826 8912,'8'18'0,"1"-1"0,3 0 0,1 0 0,1 0 0,2-2 0,-1-1 0,1 0 0,1 4 0,0-2 0,1-2 0,-1 1 0,0-3 0,-3 2 0,1-2 0,-1-1 0,3-2 0,-2-1 0,-1 1 0,1-4 0,5-2 0,-1-3 0,4 0 0,-3 0 0,3 0 0,1 0 0,1-3 0,0 2 0,-2-2 0,1-1 0,-4 1 0,1 0 0,-1 3 0,-2 0 0,2 0 0,-2-3 0,0 1 0,0-5 0,2 1 0,-1-2 0,4 0 0,0-4 0,3 0 0,0-1 0,1-3 0,-1 0 0,2-5 0,-7 3 0,2-2 0,-1 1 0,-2-1 0,-3-1 0,0-2 0,0-2 0,-2 2 0,1-1 0,1 0 0,0 1 0,1-1 0,-1-4 0,0-4 0,3-1-175,0-2 0,-3 1 175,-2 0 0,-2-2 0,2-1 0,-1 3 0,-6-1 0,2 6 0,-7 6 0,3 2 0,-4 4 0,1-1 0,-3 1 0,0-1 0,0-2 0,-3-2 0,-3-4 0,1-3 0,-1-3 0,1-1 0,-4-2 0,3 0-248,0-2 1,-2-6 247,2 19 0,0-1 0,2 0 0,0-1 0,1 1 0,0-1 0,0 0 0,-1 0 0,0 0 0,1 1 0,0 0 0,0 0 0,-3-21 0,1 8 0,-4 9 0,0 5 166,1 1 0,-2 4-166,-1-1 0,0 2 0,-3 1 0,-1 0 0</inkml:trace>
  <inkml:trace contextRef="#ctx0" brushRef="#br0" timeOffset="13">20151 11356 8912,'-17'-17'0,"0"0"0,0 0 0,2 2 0,1 1 0,1 0 0,-3-3 0,2-1 0,-1 1 0,-2 1 0,0 2 0,-3-2 0,0 5 0,-4 2 0,1 4 0,-5 3 0,0-1 0,-2 3 0,1 3 0,1 1 0,-1 5 0,0 3 0,6-1 0,0 0 0,0 2 0,-5-4 0,2 3 0,1-4 0,2-2 0,0 2 0,-2-2 0,0-2 0,2 2 0,3-3 0,4 2 0,3-1 0,1-3 0,-3 3 0,4-1 0,-1 4 0,4-1 0,2 5 0,0 3 0,0-5 0,-2-1 0</inkml:trace>
  <inkml:trace contextRef="#ctx0" brushRef="#br0" timeOffset="14">19282 11391 8912,'-8'21'0,"-1"1"0,0 4 0,2-1 0,1 1 0,2 1 0,4 2 0,0 3 0,0 4 0,0-4 0,-4-6 0,0-10 0</inkml:trace>
  <inkml:trace contextRef="#ctx0" brushRef="#br0" timeOffset="15">13104 10462 8912,'0'-8'0,"-1"2"0,-2 1 0,-2 1 0,-3 2 0,2 2 0,1 0 0,-2 3 0,0 2 0,1 5 0,1 0 0,1 2 0,1 0 0,2 0 0,-1 1 0,-1 0 0,0 4 0,3-3 0,0 2 0,0 1 0,1-2 0,2-1 0,1-3 0,3 3 0,-1-2 0,0-1 0,5-3 0,0-2 0,2 1 0,-2-4 0,3-1 0,-1 2 0,2-3 0,-3 2 0,2-1 0,-3 1 0,1-1 0,-3 3 0,-2-2 0,-1 3 0,1 0 0,-5 2 0,0 2 0,-4 1 0,-3 2 0,-4 1 0,-2 1 0,-1-3 0,-2-1 0,1-3 0,0-2 0,-2-3 0,2-6 0,1-2 0</inkml:trace>
  <inkml:trace contextRef="#ctx0" brushRef="#br0" timeOffset="16">13035 10480 8912,'9'-9'0,"0"0"0,0 0 0,3-3 0,-2 3 0,5-3 0,-1 0 0,3 0 0,0 2 0,4 0 0,1 2 0</inkml:trace>
  <inkml:trace contextRef="#ctx0" brushRef="#br0" timeOffset="17">13397 10359 8912,'-5'1'0,"2"2"0,2 6 0,1 5 0,4 2 0,1 2 0,1 1 0,-1 1 0,2 3 0,4-3 0,1 0 0,1-2 0,-2-2 0,0-3 0,-1-4 0,-2 0 0,1-5 0</inkml:trace>
  <inkml:trace contextRef="#ctx0" brushRef="#br0" timeOffset="18">13655 10325 8912,'5'-17'0,"-1"2"0,-4 2 0,0 0 0,0 3 0,-1 0 0,-2 3 0,-3 1 0,-2 2 0,0 4 0,-1 1 0,1 2 0,-1 3 0,0 1 0,-2 7 0,-1 2 0,3 3 0,2 0 0,0-1 0,5 0 0,-1-1 0,3 0 0,4 0 0,1 0 0,3-3 0,1-3 0,0-1 0,3-2 0,-2 0 0,4-1 0,2-3 0,0 0 0,-2 0 0,1-1 0,-2-1 0,1 4 0,0-5 0,-3 2 0,-4 2 0,2 1 0,-6-1 0,3 0 0,-4 1 0,1 3 0,-6-1 0,-3 1 0,-2-1 0,-4 1 0,3-1 0,-3-3 0,2-1 0,-2-4 0,3 0 0,-3 0 0,3-4 0,0-1 0,0-4 0,1-2 0,3-2 0,2-1 0,2-5 0,1 2 0,1-3 0,2 0 0,5-2 0,4-1 0,1 1 0,3 1 0,-3-3 0,1 1 0,1-2 0,2-1 0</inkml:trace>
  <inkml:trace contextRef="#ctx0" brushRef="#br0" timeOffset="19">13758 10015 8912,'0'-8'0,"0"-1"0,0 1 0,0 3 0,1 1 0,2 4 0,3 1 0,1 2 0,3 6 0,1 8 0,3 4 0,3 5 0,0 8 0,0 3 0,1 5-221,-10-19 1,1 0-1,0 2 1,-1 1 220,1 3 0,-1 0 0,-1-1 0,0 0 0,-1 1 0,-1-1 0,-1-3 0,-2 0-119,0 0 0,-1-1 0,-5 20 119,-5-4 0,-3-2 0,-5-4 0,-3-3 0,0-2 0,-4-10 0,4 2 0,-6-10 0,-2-1 0</inkml:trace>
  <inkml:trace contextRef="#ctx0" brushRef="#br0" timeOffset="20">12855 10488 8912,'-13'21'0,"0"-3"0,-4 2 0,0-1 0,4 2 0,5 2 0,4 5 0,3 6 0,1 4 0,2 0 0,3 0 0,5-1 0,7-2 0,4-2 0,3-1 0,3-4 0,2-1 0,0-5 0,0-2 0,0-6 0,3-6 0,-2-3 0,-8-13 0,-1-1 0</inkml:trace>
  <inkml:trace contextRef="#ctx0" brushRef="#br0" timeOffset="21">13982 10565 8912,'0'9'0,"-3"-5"0,0-4 0,0-1 0,3-5 0,0 0 0,-3-2 0,-2-1 0</inkml:trace>
  <inkml:trace contextRef="#ctx0" brushRef="#br0" timeOffset="22">14249 10402 8912,'-5'-4'0,"-3"3"0,7-3 0,-2 1 0,2 2 0,5-3 0,3 4 0,3 0 0,4-8 0,3-1 0</inkml:trace>
  <inkml:trace contextRef="#ctx0" brushRef="#br0" timeOffset="23">15281 12921 8912,'5'-14'0,"-2"-1"0,-2 1 0,-2 1 0,-2 1 0,-3 3 0,1 4 0,0 2 0,-2 2 0,0 5 0,1 2 0,1 2 0,1 4 0,-2 1 0,3 6 0,2 3 0,0 4 0,1 9 0,0 2 0,1 8 0,-1-20 0,1 0 0,1 1 0,0 1 0,1 2 0,-1 0 0,1 2 0,0 1-244,1 1 0,0 0 0,1-1 1,0 0 243,1 0 0,-1-1 0,0-3 0,0-1 0,1-2 0,-1-1 0,1 7 0,3-3 0,-3-14 0,2-5 0,-1-5 0</inkml:trace>
  <inkml:trace contextRef="#ctx0" brushRef="#br0" timeOffset="24">15677 12912 8912,'3'-5'0,"0"-1"0,-1 4 0,-5-1 0,-2 2 0,-4 1 0,-2 4 0,-1 2 0,-3 5 0,2 3 0,-1 2 0,3-2 0,-2 2 0,2-1 0,3 1 0,5 1 0,0 0 0,0 0 0,1-3 0,5-3 0,2-1 0,3-2 0,4 1 0,-1 0 0,2-4 0,-2 1 0,1-3 0,3 3 0,0-3 0,-3 2 0,2-2 0,-3 3 0,4 0 0,-4 2 0,1 1 0,-5 0 0,-1 2 0,-3 0 0,-2 5 0,-1-2 0,-5 2 0,-4 1 0,0 3 0,-5 1 0,2-1 0,-2-3 0,3-2 0,0-3 0,-3-1 0,1-6 0</inkml:trace>
  <inkml:trace contextRef="#ctx0" brushRef="#br0" timeOffset="25">15643 13050 8912,'3'-6'0,"2"0"0,0 0 0,0 1 0,-2-1 0,-2 1 0,1-4 0,4-3 0,3 1 0,0-4 0,6 0 0,3-1 0,5-1 0,2-3 0,0 0 0,1 1 0,0-3 0,0 0 0</inkml:trace>
  <inkml:trace contextRef="#ctx0" brushRef="#br0" timeOffset="26">16038 12775 8912,'-4'5'0,"0"3"0,4 1 0,0 4 0,0 7 0,0 3 0,0 7 0,1 4 0,2 5 0,1-1 0,5 0 0,-1-3 0,-3-1 0,2-3 0,-4-2 0,0-10 0,1-3 0,0-7 0</inkml:trace>
  <inkml:trace contextRef="#ctx0" brushRef="#br0" timeOffset="27">16400 12672 8912,'-12'8'0,"1"0"0,-1-1 0,0-2 0,5-2 0,-1 2 0,0 0 0,0-1 0,1 2 0,1 3 0,-1 0 0,4 3 0,1-2 0,2 5 0,0-4 0,0 3 0,3-2 0,3 1 0,2 0 0,0-3 0,2-3 0,1-1 0,-1-1 0,1 4 0,2-3 0,-2-1 0,0-2 0,-5 3 0,1-1 0,-1 1 0,-2 1 0,-1-1 0,0 2 0,0 0 0,-1 2 0,-5 0 0,-3 3 0,-5 0 0,1 1 0,-5 4 0,-2-2 0,-3-2 0,0 1 0,3-3 0,0-1 0,-1-2 0,5-4 0,1-2 0,7-7 0,2-5 0,2-4 0,1-7 0,2-2 0,4-4 0,3 0 0,8 0 0,1-2 0,-1-1 0,0-2 0,0 2 0,0 0 0,1 0 0,3-2 0,1-3 0</inkml:trace>
  <inkml:trace contextRef="#ctx0" brushRef="#br0" timeOffset="28">16383 12491 8912,'-4'-8'0,"2"-1"0,-4 0 0,4 1 0,-1-1 0,2 1 0,1-1 0,0 3 0,1 1 0,2 2 0,2 1 0,4 5 0,2 2 0,0 7 0,5 5 0,-2 6 0,5 2 0,1 1 0,-2 3 0,-4 3 0,-4 2 0,2 3 0,-4 3 0,-2 2 0,1 1 0,-4 0 0,-1-3 0,-5-3 0,-2-3 0,-4-2 0,1-4 0,-1-5 0,1-3 0,-1-5 0,0 1 0,1-3 0</inkml:trace>
  <inkml:trace contextRef="#ctx0" brushRef="#br0" timeOffset="29">21227 14253 8912,'-13'-3'0,"1"-3"0,0-1 0,5 0 0,2 2 0,2 7 0,3 1 0,0 4 0,0 5 0,-1 5 0,-1 5 0,-1 1 0,2 0 0,-3 0 0,1 2 0,1 1 0,1 0 0,1-4 0,0-2 0,0-3 0,0-2 0,1-1 0,2-2 0,2 0 0,3-4 0,4 0 0,-1-2 0,4-2 0,0-1 0,1-2 0,1 2 0,4-6 0,2-2 0,3-7 0,3-2 0,2-10 0,6-7 0,-18 13 0,0-2 0,0-2 0,1-2 0,3-4 0,1-1-439,1-2 1,1-1 0,3-3-1,1-1 439,0-1 0,0 0 0,1-1 0,0 1 0,1 1 0,-1 1 0,0 0 0,-2 2 0,-4 5 0,-1 1 0,-3 4 0,-1 2 0,9-4 0,-3 6 0,-2 8 0,-3 2 0,-3 4 0,-3-2 0,-6 4 0,-4 0 0,-2 3 0,-3 0 0,7 0 1754,2 0-1754,1 0 0,-5-4 0,-1 0 0</inkml:trace>
  <inkml:trace contextRef="#ctx0" brushRef="#br0" timeOffset="30">18017 15139 8912,'-8'0'0,"-1"0"0,1 0 0,2 0 0,0 0 0,4 0 0,-2 0 0,4 0 0,0-4 0,-3 3 0,2-4 0,-2 2 0,2 2 0,1-6 0,0 1 0,4-1 0,1 2 0,0-6 0,1 3 0,0-7 0,2-6 0,1-5 0</inkml:trace>
  <inkml:trace contextRef="#ctx0" brushRef="#br0" timeOffset="31">18508 13402 8912,'-9'5'0,"1"-2"0,-1-2 0,0-1 0,1 0 0,-1 0 0,1 0 0,0-1 0,2-2 0,1 2 0,3-2 0,0 2 0,-3 0 0,1-1 0,0 0 0,1-4 0,1 4 0,-3-1 0,2 2 0,-3 1 0,0 0 0,-3 0 0,-3 0 0,3 0 0,-3 0 0,3 1 0,0 2 0,0 2 0,-3 3 0,0 1 0,-3 0 0,0 3 0,4 2 0,-1-5 0,3-1 0</inkml:trace>
  <inkml:trace contextRef="#ctx0" brushRef="#br0" timeOffset="32">18189 13548 8912,'-13'22'0,"-3"-1"0,2 1 0,0 4 0,0 0 0,-1-3 0,-2 3 0,1 0 0,1 4 0,0 1 0,9-11 0,-2 0 0</inkml:trace>
  <inkml:trace contextRef="#ctx0" brushRef="#br0" timeOffset="33">18000 13927 8912,'-4'34'0,"-1"1"0,1-1 0,0 0 0,4-3 0,0-2 0,4-6 0,2 0 0,5-3 0,2 3 0,2 1 0,-1 1 0,3-3 0,3-2 0,4-1 0,-1 1 0,1-5 0,-1 3 0,2-7 0,-2 1 0,6 0 0,2-1 0,1 0 0,2-5 0,-1 0-281,8-3 1,-1 3 280,3-3 0,-4 0 0,-2-3 0,-1 0 0,-2 0 0,8-1 0,4-2 0,-22 0 0,1 0 0,-1 0 0,1-1 0,0-2 0,-1-1 0,22-7 0,-22 6 0,0-1-136,0-1 0,1 0 1,-1 0-1,0 0 136,4-1 0,-1 0 0,1-1 0,-1 0 0,1-2 0,-1-1 0,0 1 0,0 0 0,-1-1 0,0-1 0,-1 1 0,-1-1 0,0 0 0,1 1 0,-3 0 0,0 0 0,0 2 0,0 1 0,18-13 0,-2 0 0,-3 1-183,-6-5 0,-1-1 183,-8-2 0,3-2 0,-3-4 0,1 2 0,-1-4 0,-2 0 0,2-3 0,-9 20 0,-1 0 0,0 0 0,0 0 0,-1-2 0,-1 0 0,0 1 0,-1 0 0,-1-23 0,0 1 0,-4 3 0,-4 4 0,-4 5-66,-9 4 1,-5 4 65,-6 3 0,-3-1 0,-3 4 0,0 0 0,0 3 0,2 0 0,5 0 0,0 0 0,2 3 0,1 1 93,2 1 0,-2 3 0,-6-4 1,-3 2-94,-3-1 0,-6 2 0,0 4 0,-6 2-74,-3 4 0,20 1 0,0-1 74,-2 1 0,-1 1 0,-3 2 0,-1 1-216,-1 1 1,-1 2 0,0 1 0,0 1 215,-1 0 0,0 0 0,0 3 0,0 1 0,1-1 0,1 0 0,2 0 0,1 1 0,5-1 0,2 0 0,2 0 0,1-1 0,-17 11 0,7 1 20,5-4 0,4 0-20,8-3 0,1 1 0,2 2 0,-1 1 0,7 2 0,1 5 0,7-2 0,-1 4 0,-2-1 0,2 1 0,-2-4 0,2 0 0,1-2 0</inkml:trace>
  <inkml:trace contextRef="#ctx0" brushRef="#br0" timeOffset="34">18267 13695 8912,'8'-9'0,"-2"-1"0,-1 0 0,-1-2 0,-2-2 0,-2 5 0,-3 0 0,1 1 0,-3 6 0,1 3 0,-1 7 0,2 6 0,1 3 0,1 0 0,1 0 0,0 0 0,0 0 0,0 1 0,1 0 0,1 0 0,2 0 0,0-2 0,1-3 0,1 1 0,2-3 0,-3 0 0,0-1 0,1-2 0,0-2 0,2-1 0,1-2 0,-1-1 0,2-2 0,1-2 0,-1-6 0,1-4 0,0-3 0,0 1 0,-2 0 0,0 0 0,-1 4 0,-6-3 0,4 5 0,-4 2 0,1 0 0,-2 5 0,-1 1 0,0 4 0,0 5 0,0-1 0,0 1 0,0 2 0,0 1 0,3-1 0,3-2 0,-1-1 0,1 1 0,-2 0 0,2-1 0,2-3 0,-7-1 0,3-4 0</inkml:trace>
  <inkml:trace contextRef="#ctx0" brushRef="#br0" timeOffset="35">18456 13720 8912,'-8'-7'0,"-1"1"0,0-5 0,5 1 0,-4 5 0,7 1 0,-2 4 0,6 0 0,3 0 0,5 0 0,0 0 0,2 0 0,0 0 0,6 4 0,-1 1 0</inkml:trace>
  <inkml:trace contextRef="#ctx0" brushRef="#br0" timeOffset="36">18620 13772 8912,'-9'-5'0,"0"1"0,4 5 0,-1 2 0,3 2 0,-3 4 0,4-1 0,0 1 0,1-1 0,1 1 0,0 0 0,0-1 0,0 1 0,0-4 0,0 2 0,0-6 0,3-4 0,0-5 0,2-2 0,1 0 0,2-2 0,1 2 0,0-5 0,-1 5 0,1-2 0,-1 3 0,1 0 0,0 2 0,-1 1 0,1-1 0,0 4 0,-1 0 0,1 3 0,-1 1 0,1 2 0,2-1 0,1 4 0,0-4 0,0 1 0,-2 0 0,5 0 0,-2 0 0,1-3 0,2 0 0,-5 0 0,1-4 0,-4-1 0,1-3 0,-1-1 0,-3 1 0,-2-1 0,-3 3 0,-3-3 0,0 3 0,-5-2 0,1 0 0,-4 5 0,-2-1 0,2 1 0,-4 2 0,4 0 0,-1 2 0,0 5 0,2 3 0,-1 2 0,5 0 0,3 3 0,2-2 0,1 2 0,0-3 0,0 4 0,4-5 0,3 2 0,3-4 0,5-2 0,1 1 0,1-4 0,0-2 0,1-3 0,-1 0 0,0-4 0,0-3 0,0-2 0,-3-2 0,-3 2 0,-4 1 0,-1-1 0,-4-1 0,0 0 0,-1 2 0,-1 0 0,0 1 0,0 1 0,-3-1 0,-2 4 0,0-2 0,-2 7 0,5 0 0,-1 1 0,3 5 0,0-1 0,0 4 0,3-1 0,-1 0 0,4-2 0,0 1 0,2-2 0,1 0 0,0-2 0,-1-2 0,1-1 0,-3 0 0,-1 0 0,1-3 0,3-1 0,-1 0 0,1 1 0,-1-3 0,1 3 0,0-3 0,-1 3 0,1-1 0,0 2 0,-1 1 0,1-3 0,-1 4 0,-3-4 0,-1-1 0</inkml:trace>
  <inkml:trace contextRef="#ctx0" brushRef="#br0" timeOffset="37">19188 13566 8912,'8'-4'0,"1"3"0,-1-3 0,1 4 0,-3 0 0,-1 0 0,1 0 0,3 0 0,-1 4 0,1 2 0,0 1 0,-1 6 0,0-4 0,-2 3 0,-3-3 0,-3 0 0,0-4 0,0-2 0,1-4 0,2-5 0,-2-4 0,3-8 0,-1-1 0,0-1 0,3-4 0,0 1 0,2-1 0,0 1 0,4 3 0,-1 6 0,0 2 0,-5 3 0,-3 4 0,-3 1 0,0 4 0</inkml:trace>
  <inkml:trace contextRef="#ctx0" brushRef="#br0" timeOffset="38">18620 14099 8912,'0'-13'0,"0"4"0,0-3 0,0 3 0,0 4 0,4 1 0,1 5 0,3 2 0,0 2 0,1 3 0,0 1 0,-1-1 0,4 2 0,-1 1 0,4-1 0,-4 2 0,0-3 0,-2 0 0,-1-4 0,-2 1 0,1 0 0,-5 0 0,4-1 0,-4-3 0,2 1 0,-4-6 0,0-3 0,0-1 0,1-3 0,1-1 0,0 0 0,4-3 0,-3 3 0,3 0 0,-1-1 0,4 0 0,0 0 0,-1 0 0,2 4 0,1-1 0,0 0 0,2 5 0,0-1 0,1 2 0,-4 2 0,2 1 0,-3 0 0,0 0 0,-4 0 0,2 0 0,-6 0 0,3 0 0,0-1 0,2-2 0,-1 1 0,0-3 0,0 2 0,1-3 0,1 1 0,-1 0 0,-2-3 0,-1 2 0,-2 1 0,-1 0 0,0-1 0,-4 1 0,-2 2 0,-1 2 0,-2 1 0,0 4 0,1 2 0,-1 2 0,1 0 0,2 4 0,0-1 0,1 1 0,0 0 0,1-3 0,4 3 0,0-2 0,0-2 0,0 1 0,7-5 0,1-1 0,6-3 0,1-3 0,2-4 0,3-5 0,-1-3 0,4 1 0,-4-2 0,1-2 0,0 1 0,-2 1 0,-5 1 0,-2 0 0,-3 5 0,1-2 0,-4 6 0,1 0 0,-4 4 0,2-1 0,-4 6 0,0 6 0,0 5 0,3 2 0,0 1 0,0 1 0,-3 3 0,0 1 0,0-1 0,0 4 0,0-2 0,-4 1 0,-2-1 0,-2 1 0,0-4 0,2-1 0,0-5 0,1-1 0,0-5 0,-3-3 0,6-1 0,-3-5 0,2-3 0,1-4 0,1-5 0,1-4 0,0 0 0,0 0 0,3-3 0,-1 0 0,5-4 0,-1 1 0,1 2 0,-2 1 0,3-1 0,-2 1 0,-2-3 0,2 3 0,-1 0 0,1 2 0,0 2 0,-2 1 0,1 1 0,2 2 0,-3 1 0,3 2 0,-2 4 0,1 5 0,-1 6 0,-2 3 0,3 2 0,-3-1 0,2 2 0,-1-1 0,1 1 0,-2 2 0,3-2 0,0 0 0,2 0 0,-2-4 0,0 1 0,-2-1 0,2-2 0,2-2 0,-2-1 0,-2-2 0,2-1 0,1 0 0,0-4 0,2-2 0,-3-2 0,0-4 0,-1-1 0,4-4 0,-1-4 0,1 1 0,-1 1 0,-3 1 0,2 1 0,-4 0 0,0 3 0,-3 3 0,0 5 0,-4 2 0,-2 4 0,-2 5 0,-2 3 0,1 3 0,1 3 0,1-1 0,-1 1 0,3 2 0,2-5 0,2 3 0,1-2 0,0-1 0,0-2 0,1-3 0,2-2 0,3 0 0,4-1 0,2-3 0,0-7 0,-1-1 0,2-4 0,1 1 0,2-2 0,-5-5 0,1 4 0,-4 0 0,1 3 0,-2 0 0,-1 1 0,-3 2 0,2 3 0,-4-3 0,2 7 0,-6-2 0,2 6 0,-2 3 0,2 2 0,1 0 0,0 1 0,0-3 0,0-1 0,0 1 0,0 3 0,3-1 0,0 1 0,0-1 0,-3 2 0,-1 0 0,-2 2 0,1 0 0,-4 0 0,0-6 0,-2 5 0,-1-6 0</inkml:trace>
  <inkml:trace contextRef="#ctx0" brushRef="#br0" timeOffset="39">19635 13643 8912,'0'-9'0,"0"1"0,0-1 0,-4 1 0,-1 3 0,-3 2 0,0 3 0,2 3 0,3 3 0,3 5 0,0 0 0,0 3 0,1-3 0,1 4 0,0-4 0,4 4 0,-1-4 0,2 2 0,-3 0 0,0-3 0,2 0 0,-3-2 0,2 1 0,-2 0 0,0-1 0,-3 1 0,0-1 0,-4 0 0,-1-2 0,-3 1 0,-3-6 0,-1 2 0,2-2 0,0-1 0,1-4 0,5-1 0,1-7 0,6 3 0,2-3 0,3 2 0,1-2 0,2 0 0,1-3 0,2 2 0,-2 3 0,1-2 0,-1 2 0,2 0 0,-2 1 0,-2 4 0,-4-1 0,2 4 0,-3-2 0,-1 4 0,0 0 0,-4 1 0,0 2 0,4 2 0,-3 3 0,7-3 0,-5 0 0,3-2 0,-2-2 0,0 3 0,-4-4 0,0 0 0,-4 0 0,-5 0 0</inkml:trace>
  <inkml:trace contextRef="#ctx0" brushRef="#br0" timeOffset="40">19695 13548 8912,'-3'-11'0,"0"0"0,1-1 0,2 4 0,1 0 0,1 2 0,3 2 0,4 1 0,-1-2 0,1-4 0</inkml:trace>
  <inkml:trace contextRef="#ctx0" brushRef="#br0" timeOffset="41">19798 13617 8912,'5'-1'0,"-2"-2"0,-2-1 0,2-5 0,0 0 0,1 2 0,-1 1 0,1-1 0,6 6 0,1 1 0,0 4 0,4 5 0,2 0 0,2 3 0,5-6 0,0-1 0,4-3 0,4-2 0,2-12 0,3-8 0,-15 5 0,-1-3-84,4-3 1,-1-1-1,1-1 1,1-1 0,0-3-1,-1-1 1,1-1 0,0 0 83,0-2 0,0 0 0,-1-1 0,0 1-288,0-1 0,-1 1 1,0 1-1,0 1 288,-1 5 0,0 0 0,-1 0 0,0 1 0,0 3 0,1 1 0,-2 0 0,1 0 0,0 2 0,1-1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113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10446 11846 8912,'17'0'0,"-2"-2"0,-3-4 0,-5-3 0,-9-8 0,-3-1 0,1 9 0,-8 3 0,7-1 0,-5-1 0,0 0 0,1 1 0,-3 1 0,-5 6 0,0 0 0,0 0 0,0 0 0,-2 4 0,-3 7 0,-2 12 0,-3 8 0,-2 11 0,-5 4 0,-1 5 0,1 6 0,5 5 0,1 6 0,8 5 0,3-4 0,8-4 0,9-14 0,2-1 0,3-4 0,7-8 0,3-7 0,8-7 0,0-6 0,8-9 0,-3-3 0,5-4 0,1-2 0</inkml:trace>
  <inkml:trace contextRef="#ctx0" brushRef="#br0" timeOffset="1">11048 11966 8912,'-2'-17'0,"-4"0"0,-5 0 0,1 2 0,-1 3 0,-1-1 0,-5 5 0,0 0 0,0 1 0,-6 1 0,0 6 0,0 8 0,6 3 0,-1 12 0,1 6 0,2 3 0,3 3 0,-1 5 0,7 0 0,1 6 0,5-6 0,0 6 0,0-6 0,2 2 0,3-2 0,-1-4 0,6 6 0,-1-2 0,1 0 0,-6-5 0,1-6 0,-3-8 0,-2 1 0,0-10 0,0-4 0</inkml:trace>
  <inkml:trace contextRef="#ctx0" brushRef="#br0" timeOffset="2">10549 12396 8912,'17'0'0,"0"0"0,-5 0 0,-1 0 0,1-7 0,5-5 0,2-3 0,4-2 0,2-1 0,4 1 0,3 0 0,-5 0 0,3 0 0,5 0 0,-10 7 0,9 4 0,-3 4 0,3 2 0,-5-5 0,-1-1 0,-6-8 0,2 5 0</inkml:trace>
  <inkml:trace contextRef="#ctx0" brushRef="#br0" timeOffset="3">11151 12224 8912,'17'18'0,"1"-9"0,-7 4 0,1-7 0,-9 2 0,3-2 0,-4-3 0,-2 9 0,0-6 0,0 5 0,0 2 0,0 3 0,0 1 0,0 0 0,0 0 0,0 0 0,0-7 0,0-2 0</inkml:trace>
  <inkml:trace contextRef="#ctx0" brushRef="#br0" timeOffset="4">11203 12207 8912,'27'0'0,"-3"-8"0,-6-1 0,-1-8 0,-6 7 0,1 4 0,-6 5 0,5 1 0,1 0 0,5 0 0,0 0 0,0 0 0,6 0 0,0 0 0,2 1 0,-2 5 0,-4-2 0,4 7 0,-4 1 0,-2 5 0,0 0 0,1 1 0,-7-1 0,-1 0 0,-3 0 0,-3 0 0,0-1 0,2-5 0,-4 4 0,3-3 0,-3-3 0,-2 3 0,0-8 0,-7 3 0,5-9 0,-4-3 0,4-5 0,2-7 0,0 0 0,0-1 0,0 1 0,0 0 0,6 0 0,0 0 0,5 5 0,-3 3 0,-1-1 0,1 1 0,5 5 0,-3-4 0,7 8 0,0 0 0,1 0 0,-1 2 0,0 4 0,6-2 0,2 5 0,2 1 0,3-1 0,-3-3 0,2 5 0,-3-7 0,3 2 0,2-4 0,-8-2 0,-1 0 0,-4 0 0,-1 0 0,-2-2 0,-3-4 0,-5 2 0,-7-7 0,0 5 0,0-5 0,-7 7 0,-5-2 0,-9 4 0,-2 2 0,0 0 0,6 0 0,0 0 0,0 0 0,5 2 0,1 4 0,-1 4 0,1 7 0,-1 0 0,8-6 0,-1 1 0,3 1 0,2-3 0,0 1 0,0-7 0,0 4 0,2-8 0,3 0 0,5-4 0,7-8 0,0-1 0,1-16 0,1-1 0,4-3 0,-4-1 0,4 0 0,-4-3 0,-2-3 0,-5 6 0,-1-1 0,-7 9 0,2 8 0,-4 1 0,-2 8 0,0 9 0,0 11 0,-2 12 0,-4 6 0,4 3 0,-4 3 0,4-1 0,2-2 0,0-1 0,0-2 0,6-3 0,0 3 0,5-4 0,-5-8 0,5 0 0,-5 0 0,8-7 0,-3-4 0,-1-4 0,1-2 0,1-2 0,5-4 0,0-5 0,0-5 0,-5-1 0,-1 0 0,-1-6 0,1 0 0,3 0 0,-9 6 0,1 5 0,-4 3 0,2-1 0,2 1 0,-1 5 0,-5-4 0,0 16 0,0 3 0,0 5 0,0 1 0,0 0 0,0 0 0,0 1 0,2-1 0,2 0 0,2 0 0,5-5 0,-5-1 0,7 0 0,-3-1 0,7-2 0</inkml:trace>
  <inkml:trace contextRef="#ctx0" brushRef="#br0" timeOffset="5">12476 12070 8912,'0'-23'0,"-2"0"0,-3 2 0,3 9 0,-6-3 0,10 13 0,4-4 0,5 4 0,4 2 0,3 8 0,-1 2 0</inkml:trace>
  <inkml:trace contextRef="#ctx0" brushRef="#br0" timeOffset="6">12683 12259 8912,'0'17'0,"0"8"0,0-6 0,-8-2 0,4-9 0,-7-8 0,7-2 0,-2-4 0,4 2 0,2-7 0,0-1 0,0-5 0,2 6 0,4-1 0,-2 3 0,7-3 0,1-3 0,5 5 0,0-1 0,0-1 0,1 3 0,-1-3 0,0-1 0,0 7 0,0-5 0,1 5 0,-1 0 0,0 4 0,0-1 0,1-3 0,1 0 0,4 6 0,-4 0 0,4 0 0,1 0 0,-1 0 0,0 0 0,-5 0 0,-1 0 0,0 0 0,-6 0 0,1 0 0,-8 0 0,-4 0 0,-12 0 0,3 0 0,-3 0 0,1 0 0,-6-6 0,-1 1 0,7-1 0,-1 6 0,7 0 0,-7 0 0,8 0 0,-3 2 0,7 4 0,0 3 0,0 8 0,0 1 0,0-1 0,5 2 0,1 4 0,8-2 0,-3 7 0,-1-5 0,-1 4 0,1-2 0,-1-4 0,-5 4 0,2-2 0,-4 0 0,-2-6 0,-2 6 0,-4 0 0,-3 0 0,-9-6 0,-5-2 0,0-3 0,1 1 0,4-7 0,1-1 0,0-5 0,0 0 0,1-2 0,5-3 0,3-12 0,8-10 0,0-8 0</inkml:trace>
  <inkml:trace contextRef="#ctx0" brushRef="#br0" timeOffset="7">13853 12104 8912,'-17'0'0,"0"0"0,-1 0 0,9 2 0,3 4 0,4-3 0,2 9 0,2 3 0,4 6 0,-2 4 0,7 4 0,-1 9 0,3-4 0,-3 3 0,-3-1 0,5 6 0,-7 4 0,1 2 0,-6-3 0,0-3 0,0-7 0,-2-1 0,-3-1 0,-7-5 0,-3-3 0,-2-8 0</inkml:trace>
  <inkml:trace contextRef="#ctx0" brushRef="#br0" timeOffset="8">13681 12190 8912,'0'-12'0,"0"1"0,0 5 0,0-5 0,0 5 0,0-5 0,8 5 0,3-6 0,6 1 0,6-6 0,6 0 0,3-1 0,9 1 0,-1 0 0,6 7 0,-6 5 0,0 3 0,-6 2 0,-1 2 0,-5 3 0,-8 5 0,-9 7 0,-9 8 0,-2 4 0,-8 3 0,-9 4 0,0 3 0,0 1 0,-6 0 0,0-6 0,6-7 0,5-4 0,1 4 0,1-8 0,2 6 0</inkml:trace>
  <inkml:trace contextRef="#ctx0" brushRef="#br0" timeOffset="9">14438 12138 8912,'-17'0'0,"-2"-2"0,-4-3 0,4 3 0,-6-4 0,2 6 0,0 6 0,-6-2 0,6 7 0,0 1 0,6 5 0,2 6 0,3 0 0,3 0 0,3-6 0,4 0 0,-4 0 0,12 0 0,4-1 0,7-5 0,0-5 0,2-4 0,4-2 0,-4-8 0,4-3 0,-2-5 0,2-1 0,-4 0 0,4 0 0,-4 0 0,-1-1 0,-1 1 0,0 0 0,0 5 0,0 3 0,1 1 0,-1 3 0,-6 5 0,1 0 0,-6 7 0,5 5 0,-7 9 0,2 2 0,1 1 0,-1-1 0,2-4 0,-3 4 0,3-4 0,5-1 0,-1-1 0,-1-8 0,7-3 0,-1-4 0,0-2 0</inkml:trace>
  <inkml:trace contextRef="#ctx0" brushRef="#br0" timeOffset="10">14748 11846 8912,'9'0'0,"7"0"0,-14 2 0,3 4 0,-3 5 0,-2 12 0,0 6 0,0 11 0,0 6 0,0 3 0,0 3 0,0 0 0,0-3 0,0-3 0,0 2 0,0-8 0,0-2 0,0-9 0,-2-4 0,-3-8 0,-5-8 0,-7-1 0</inkml:trace>
  <inkml:trace contextRef="#ctx0" brushRef="#br0" timeOffset="11">14559 12207 8912,'11'0'0,"0"0"0,1 0 0,5 0 0,2 0 0,4 0 0,4-6 0,7-1 0,1-3 0,-1-3 0,6-2 0,1-3 0,6-6 0,-3-3 0</inkml:trace>
  <inkml:trace contextRef="#ctx0" brushRef="#br0" timeOffset="12">15023 11932 8912,'0'-11'0,"0"-1"0,0 6 0,0-5 0,0 7 0,0-2 0,0 14 0,0 9 0,0 8 0,0 9 0,0 3 0,0 3 0,6-2 0,0 8 0,-1-2 0,-5 2 0,0 1 0,0-6 0,0-1 0,0-6 0,0-1 0,0-5 0,0-11 0,-15-1 0,-4-7 0</inkml:trace>
  <inkml:trace contextRef="#ctx0" brushRef="#br0" timeOffset="13">14834 12190 8912,'17'0'0,"0"0"0,8 0 0,4 0 0,5 0 0,6 0 0,6-2 0,10-2 0,-1-3 0,-5-3 0,2 6 0,-7-2 0,-8-1 0,-3 1 0,-11-5 0,0 5 0,-10-6 0,-1 7 0,-8-9 0,1 3 0,-3 1 0,-2-1 0,0 5 0,0-5 0,-2 5 0,-3-6 0,-5 9 0,-13-5 0,0 8 0,0 0 0,6 0 0,-2 8 0,-2 3 0,-2 4 0,2 3 0,2 5 0,2-1 0,-1 3 0,1-2 0,2-4 0,3 4 0,5 2 0,7-2 0,2 6 0,3-6 0,5-1 0,7-4 0,6-1 0,2-2 0,2-3 0,3-7 0,3-3 0,1-2 0,1-7 0,-1-5 0,-5-9 0,0-2 0,-8-15 0,3 2 0</inkml:trace>
  <inkml:trace contextRef="#ctx0" brushRef="#br0" timeOffset="14">15522 12121 8912,'12'6'0,"-1"0"0,-1 7 0,1-2 0,4 5 0,-3 1 0,-2 0 0,1 0 0,0 1 0,-1-1 0,-2 0 0,-8 0 0,5-5 0,1-1 0,2-7 0,-2 2 0,-5-6 0,5-6 0,4-9 0,1-8 0,-1-8 0,1 2 0,1-3 0,5-2 0,4 5 0,-4 0 0,10 2 0,-10-1 0,4 3 0,-4 10 0,1 1 0,-1 3 0,0 7 0,0-2 0,-5 12 0,-1 6 0,-1-1 0,3 4 0,-3 4 0,-3 0 0,-1 1 0,-6-3 0,0 0 0,0 0 0,0 0 0,-2-1 0,-2-3 0,-1-2 0,-3 1 0,2 5 0,4-5 0,-3-1 0,1 1 0,-2 5 0,4 0 0,-7-6 0,3 1 0,4-8 0,-6 3 0,8-7 0,0-2 0,0-3 0,0-7 0,0-3 0,2-4 0,4-4 0,-2 2 0,7-8 0,1 1 0,5-7 0,0 3 0,0 3 0,-1-2 0,-5 9 0,4 4 0,-3 7 0,3 7 0,2-2 0,1 4 0,-3 10 0,-4 4 0,5 5 0,-5 6 0,2-4 0,-1 4 0,3-4 0,-3-2 0,3-6 0,2 1 0,0-6 0,1 5 0,-1-7 0,0 2 0,6-12 0,2-6 0,0-3 0,0-2 0,-3-6 0,-4 0 0,-1-7 0,-2 1 0,-1-4 0,-3-1 0,-7 0 0,2-1 0,-4 1 0,-2-1 0,0 9 0,0 1 0,-6 17 0,0 8 0,-2 16 0,3 12 0,3 5 0,-4 3 0,4 2 0,2 2 0,0 6 0,0-6 0,0 0 0,0-5 0,6 1 0,0 4 0,1-9 0,-1 3 0,-4-11 0,4 0 0,-6-6 0,-6-5 0,-6 1 0,-9-7 0,-3-1 0,-3 3 0,-2-6 0,-5 4 0,5-4 0,0-2 0,8-8 0,-2-3 0,4-5 0,2-1 0</inkml:trace>
  <inkml:trace contextRef="#ctx0" brushRef="#br0" timeOffset="15">17346 12121 8912,'-28'2'0,"1"2"0,2 4 0,4 1 0,8 3 0,3 5 0,2 0 0,5 0 0,-5 10 0,2 7 0,-1 3 0,1 8 0,-2 7 0,-5 7 0,1 0 0,-1 1 0,-2-3 0,-3-5 0,1-1 0</inkml:trace>
  <inkml:trace contextRef="#ctx0" brushRef="#br0" timeOffset="16">18362 11880 8912,'0'-17'0,"7"0"0,3 0 0</inkml:trace>
  <inkml:trace contextRef="#ctx0" brushRef="#br0" timeOffset="17">18362 11760 8912,'0'-25'0,"0"-3"0,2-3 0,1 2 0,3 5 0,-2 1 0,-4 0 0,-4 2 0,-2 2 0,-7 7 0,0 3 0,-6 1 0,-4 4 0,-6 2 0,6 2 0,-6 0 0,6 2 0,2 6 0,2 9 0,-4 4 0,0 13 0,0-1 0,6 13 0,2 5 0,1 8 0,5 5 0,1 6 0,2-1 0,6 5 0,0-5 0,0-6 0,0 4 0,0-4 0,8-11 0,4-6 0,3-8 0,2-4 0,-5-5 0,-1 0 0,-15-24 0,2 1 0</inkml:trace>
  <inkml:trace contextRef="#ctx0" brushRef="#br0" timeOffset="18">17691 12327 8912,'-8'-5'0,"8"-1"0,15-7 0,14 1 0,13-9 0,10-2 0,9-5 0,13 5 0,-1-6 0,3 6 0,-5 4 0,-10 6 0,-13 5 0,-8 8 0,-5 0 0,-7 0 0,-3 0 0,-8 0 0,-7 8 0,-2-5 0,-8 9 0,0-8 0,2 3 0,3-7 0,-3 0 0,6 2 0,-8 4 0,0-2 0,0 7 0,0-5 0,0 5 0,0 1 0,0 5 0,0 0 0,0 1 0,2 4 0,4 1 0,-3 0 0,7-6 0,0 1 0,-1-1 0,-5 0 0,4 0 0,-8-7 0,0-3 0</inkml:trace>
  <inkml:trace contextRef="#ctx0" brushRef="#br0" timeOffset="19">18517 11812 8912,'-18'0'0,"1"0"0,6 0 0,-1 0 0,8 0 0,-3 0 0,9 0 0,3 0 0,3-2 0,3-4 0,5 4 0,-5-4 0,-1 4 0,1 2 0,-7 0 0,11-7 0,-5-3 0</inkml:trace>
  <inkml:trace contextRef="#ctx0" brushRef="#br0" timeOffset="20">18826 11709 8912,'10'0'0,"-3"0"0,1 0 0,-6 0 0,6 3 0,-8 9 0,0 11 0,0 7 0,-6 18 0,0 4 0,0 11 0,6 0 0,0 4 0,0 1 0,0-7 0,0-3 0,8-12 0,4-6 0,3-12 0,2-7 0,2-7 0,4-8 0,-4-12 0,4-6 0,2-16 0,-2-7 0,2-11 0,-2 1 0,-10-5 0,4-2 0,-5 1 0,-1-3 0,-3-3 0,0-6 0,-6-2 0,3 2 0,-3 11 0,-2 12 0,0 6 0,-2 7 0,-3 10 0,1 15 0,-8 13 0,8 5 0,-3 1 0</inkml:trace>
  <inkml:trace contextRef="#ctx0" brushRef="#br0" timeOffset="21">19084 11846 8912,'0'42'0,"0"2"0,0 8 0,0-3 0,0-3 0,6-4 0,2-9 0,1-5 0,5-5 0,1-4 0,2-1 0,-5-9 0,-1-3 0,1-4 0,5-2 0,-6 0 0,1 0 0,-1-8 0,5-1 0,-5-9 0,4 1 0,-3 0 0,3 0 0,-5 0 0,-5-1 0,-3 9 0,6-6 0,-6 13 0,6-6 0,-8 10 0,0 4 0,5 3 0,1 8 0,0 1 0,-4-1 0,1 0 0,3 0 0,8-2 0,-3-3 0,2 3 0,-1-3 0,3-5 0,-3-1 0,3-4 0,10-17 0,2-4 0</inkml:trace>
  <inkml:trace contextRef="#ctx0" brushRef="#br0" timeOffset="22">19497 11605 8912,'-11'-2'0,"-1"-3"0,9 3 0,-5-6 0,0 8 0,8 2 0,0 4 0,6 3 0,6 9 0,-5 6 0,-7 3 0</inkml:trace>
  <inkml:trace contextRef="#ctx0" brushRef="#br0" timeOffset="23">18912 12173 8912,'-17'0'0,"2"-2"0,3-4 0,7-5 0,7-5 0,9-1 0,10-2 0,19-4 0,0 4 0,10-6 0,6 2 0,3 0 0,4 0 0,6 6 0,-6 8 0,0 3 0,-8 4 0,3 2 0,-7 0 0,-5 0 0,-11 6 0,-12 0 0,-4 7 0,-10-4 0,-3 9 0,-4-7 0,-2 1 0,0-7 0,0 7 0,0 1 0,0 2 0,-6-3 0,0-1 0,-1 1 0,1 5 0,4 0 0,-4 0 0,5-5 0,1-1 0,0 1 0,0-1 0,0 1 0,-8-9 0,6 5 0,-4-16 0,12-3 0,-2-4 0,7-2 0,1-1 0,5 1 0,0 0 0,0 0 0,1 5 0,1 1 0,4-3 0,5-1 0,-1 4 0,2-1 0,-1 8 0,7-1 0,-1 3 0,1 2 0,-3 0 0,-1 0 0,-3 0 0,3 0 0,-6 0 0,-2 0 0,-4 0 0,-2 0 0,-7 0 0,-3 0 0,-14-8 0,-3 6 0,-7-3 0,0 3 0,0 2 0,-1 0 0,7 0 0,-1 0 0,3 7 0,-3 5 0,3 5 0,3 6 0,4-4 0,-4 4 0,5 4 0,1 1 0,1 5 0,5 1 0,4 1 0,7-1 0,-6 2 0,1 2 0,1 3 0,-5-17 0,0-8 0</inkml:trace>
  <inkml:trace contextRef="#ctx0" brushRef="#br0" timeOffset="24">20186 12534 8912,'-8'17'0,"-3"0"0,-5 0 0,-1 1 0,0-1 0,0-8 0,0-5 0,-1-8 0,9-13 0,1-17 0,8-10 0</inkml:trace>
  <inkml:trace contextRef="#ctx0" brushRef="#br0" timeOffset="25">21132 12018 8912,'-28'-6'0,"-1"-1"0,-2-3 0,-1-3 0,-8 3 0,-1-1 0,-1 7 0,2-2 0,10 4 0,-5 4 0,5 4 0,3 5 0,10 5 0,11 1 0,4 6 0,2 0 0,0 1 0,0-1 0,0-3 0,0 2 0,8-2 0,3-3 0,-1-2 0,1-4 0,-5-3 0,5-8 0,1 0 0,5 0 0,0-2 0,0-4 0,1-3 0,-1-8 0,6-8 0,0-4 0,-2-5 0,-2-6 0,-2 2 0,0-8 0,1-6 0,-1-5 0,-2-8 0,-3 2 0,-5 4 0,-7 1 0,0 7 0,0 5 0,0 11 0,0 13 0,0 12 0,-2 12 0,-3 13 0,3 18 0,-4 13 0,4 5 0,2 6 0,0 5 0,0 6 0,2-7 0,4-3 0,3-7 0,8-5 0,3-4 0,2-7 0,0-5 0,6-7 0,1-8 0,5-15 0,1-2 0,-1-3 0,-1-5 0,-5-7 0,-1-8 0,-4-4 0,-4 3 0,4-3 0,-6-1 0,-5-3 0,-3 6 0,-3 4 0,-4 4 0,4 4 0,-12 4 0,-7 5 0,-8 4 0,1 4 0,-2 4 0,-3-1 0,2 9 0,2 3 0,2 2 0,3-4 0,5 8 0,-5-4 0,5-2 0,3 1 0,1-1 0,7 0 0,0 0 0,0 0 0,2-7 0,3-4 0,5-4 0,7-2 0,0 0 0,1 0 0,-1-8 0,0-2 0,0-5 0,-2 2 0,-3 1 0,3 3 0,-3-3 0,-5-3 0,9 13 0,-7-11 0,8 7 0,-5 0 0,-1 6 0,-5 6 0,6 0 0,-1 7 0,6-3 0,0 5 0,1-2 0,-1-1 0,0-7 0,0 7 0,1-6 0,-1 5 0,0-7 0,0 2 0,-5-4 0,-1-2 0,1-8 0,5-9 0,0-10 0</inkml:trace>
  <inkml:trace contextRef="#ctx0" brushRef="#br0" timeOffset="26">21821 11485 8912,'0'25'0,"0"9"0,0 12 0,0 6 0,0 3 0,2 4 0,3 2 0,3 1 0,3 1 0,3-4 0,-9-8 0,7-9 0,-6-5 0,-4-9 0,-6-3 0,-6-8 0,-7-5 0,-2-8 0,-4 1 0,2-5 0,-8-5 0,2-5 0,-3-7 0,3-2 0,2-4 0,2 2 0,6-8 0,0 6 0,0-5 0,-1 1 0,1-2 0,6 4 0,-1 8 0,8 0 0,-1 0 0,3 0 0,9 5 0,5 1 0,13 7 0,9-2 0,10 4 0,14 2 0,5 0 0,4 0 0,0 0 0,-4 0 0,2-7 0,-8-5 0,0-3 0,-5-2 0,7-8 0,2-2 0</inkml:trace>
  <inkml:trace contextRef="#ctx0" brushRef="#br0" timeOffset="27">22509 11709 8912,'-17'7'0,"0"-5"0,-1 4 0,-7-4 0,-3-2 0,-5 5 0,-1 1 0,-1 8 0,1-3 0,-4 10 0,3 2 0,-1 2 0,13-2 0,6-4 0,7 4 0,3-2 0,3 2 0,2-10 0,2 4 0,8-3 0,1-5 0,8-3 0,-5-4 0,-1-2 0,1-2 0,5-2 0,0-4 0,0-1 0,1-3 0,-1-5 0,-6 6 0,1-1 0,-1 8 0,6-1 0,-5 1 0,-1-2 0,1 4 0,5-3 0,0 3 0,0 2 0,1 2 0,-1 3 0,2-3 0,4 4 0,-2 2 0,6-1 0,0 1 0,-1 0 0,-5-3 0,2-5 0,4 0 0,0 0 0</inkml:trace>
  <inkml:trace contextRef="#ctx0" brushRef="#br0" timeOffset="28">22629 10935 8912,'2'17'0,"4"0"0,13 16 0,18 13 0,12 20 0,-18-22 0,-1 4 0,3 8 0,-1 3 0,0 6 0,-2 3 0,-4 3 0,-3 2 0,-3 4 0,-3 0 0,-6-3 0,-3 0-125,-3 1 0,-4-1 0,-7-10 0,-4-2 1,-2-3-1,-4 0 0,-5 0 0,-2-1 125,-4 1 0,-2 2 0,-2 5 0,-1 0-304,-5 0 0,-1 0 1,2-5-1,-2 0 304,-4 0 0,-2-2 0,0-1 0,-2-1 0,-5 1 0,-1-2 0,0 0 0,0-1 0</inkml:trace>
  <inkml:trace contextRef="#ctx0" brushRef="#br0" timeOffset="29">19136 12826 8912,'-6'-11'0,"1"-1"0,-9 1 0,7-6 0,-7-1 0,3 3 0,-1 2 0,1 3 0,-1 2 0,1 3 0,-6 9 0,-1 7 0,1 12 0,0 9 0,0 9 0,1 6 0,5 9 0,-2 9 0,7 15 0,2 0 0,12 12 0,7-4 0,6-2 0,10 2 0,-3 3 0,-1-12 0,0-7 0,0-16 0,-1-14 0,-5-16 0,2-8 0,-4-17 0,-1-10 0</inkml:trace>
  <inkml:trace contextRef="#ctx0" brushRef="#br0" timeOffset="30">19515 13325 8912,'0'9'0,"2"-1"0,3-8 0,-1-8 0,8-3 0,-9-5 0,13-1 0,-14 8 0,11-1 0,-7 4 0,-1 5 0,3-7 0,-6 6 0,4-4 0,-2 4 0,1-3 0,-3-5 0,6 6 0,-8-7 0,0-1 0,0-5 0,0 0 0,0 5 0,0 1 0,0 0 0,-2-5 0,-4 5 0,4 3 0,-5 18 0,7 7 0,0 2 0,0 10 0,0 1 0,0 10 0,2-3 0,3 3 0,7-4 0,3-2 0,8-1 0,0-4 0,2-5 0,-2-6 0,-4-9 0,4-3 0,2-6 0,-2-6 0,0-3 0,-8-10 0,-2-4 0,-1-6 0,-8-4 0,1-1 0,-3 0 0,-2-1 0,0 7 0,0-1 0,0 8 0,0-2 0,0 12 0,0 5 0,0 12 0,0 5 0,0 12 0,0 6 0,0 3 0,0 1 0,0-5 0,8-1 0,3-4 0,7-10 0,5 4 0,-4-11 0,4 0 0,-2-6 0,2-6 0,-4-11 0,4-12 0,-6-3 0,-6-3 0,3-1 0,-9-2 0,-1-2 0,-2 2 0,-10 3 0,-3 7 0,-4-1 0,-2 10 0,-1 5 0,1 5 0,2 5 0,3 10 0,5 3 0,7 9 0,0-1 0,0 0 0,7 0 0,5 0 0,11 1 0,4-1 0</inkml:trace>
  <inkml:trace contextRef="#ctx0" brushRef="#br0" timeOffset="31">20513 13118 8912,'0'27'0,"-6"-2"0,0-8 0,-5 0 0,5 1 0,-5-1 0,5 0 0,-6 6 0,7 0 0,-7 5 0,6-3 0,3 0 0,1 0 0,2-2 0,0-6 0,5 0 0,1 0 0,8-7 0,-3-4 0,4-4 0,3-2 0</inkml:trace>
  <inkml:trace contextRef="#ctx0" brushRef="#br0" timeOffset="32">20461 12946 8912,'-17'0'0,"0"-1"0,-1-5 0,9 4 0,-6-6 0,26 8 0,2 0 0,9 0 0,2 0 0,15 0 0,-3 0 0</inkml:trace>
  <inkml:trace contextRef="#ctx0" brushRef="#br0" timeOffset="33">20788 12964 8912,'12'5'0,"-1"1"0,-7 7 0,3-9 0,-7 8 0,0-1 0,0 8 0,0 4 0,0-2 0,0 8 0,-1 0 0,-5 5 0,2 6 0,-7 0 0,7 0 0,-12 2 0,7 2 0</inkml:trace>
  <inkml:trace contextRef="#ctx0" brushRef="#br0" timeOffset="34">20702 13204 8912,'0'-17'0,"0"6"0,0-1 0,2 3 0,4-3 0,-4-3 0,5 3 0,1-3 0,3-2 0,5 2 0,1 3 0,6-3 0,0 3 0,7-3 0,-3 0 0,2 2 0,-1 1 0,-6 8 0,0-3 0,-2 1 0,-3 0 0,-8 2 0,-3 10 0,2 0 0,-3 9 0,-1 6 0,-2 4 0,-2-2 0,0 6 0,-6 1 0,1 10 0,-7-4 0,7 5 0,-1-11 0,6-1 0,-2-1 0,-4 7 0,4-8 0,-4-4 0,5-4 0,1-2 0,5-10 0,1-7 0,7-7 0,-1-10 0,5-2 0,6-4 0,-2 2 0,8-8 0,-6 8 0,5-2 0,-1 6 0,2 5 0,1-1 0,-7 7 0,6 1 0,-4 5 0,0 1 0,0 5 0,3 4 0,-5 7 0,8-6 0,-2 1 0,-3-3 0,3 3 0,7 3 0,8-5 0</inkml:trace>
  <inkml:trace contextRef="#ctx0" brushRef="#br0" timeOffset="35">21975 13239 8912,'-32'-17'0,"3"-1"0,-3 1 0,3 0 0,2 5 0,-1 1 0,-1 7 0,-5-2 0,5 6 0,0 6 0,8 0 0,-2 11 0,6-4 0,6 12 0,5-2 0,4 0 0,2 6 0,0-6 0,0 2 0,0-2 0,8-10 0,3 4 0,4-4 0,3-1 0,-1-1 0,0-7 0,0 2 0,2-4 0,4-2 0,-4-6 0,6-2 0,-2 1 0,0-1 0,0-3 0,-4 5 0,2 0 0,2-1 0,2 5 0,-2-4 0,-4-4 0,6 1 0,-8-8 0</inkml:trace>
  <inkml:trace contextRef="#ctx0" brushRef="#br0" timeOffset="36">22371 13136 8912,'12'9'0,"-1"-3"0,1-4 0,-3-2 0,-1 2 0,-8 3 0,0 9 0,0 7 0,2-2 0,4 4 0,-5 2 0,5-2 0,-4 5 0,-2-3 0,0 0 0,0 0 0,0-2 0,0-6 0,0-6 0,0 1 0,0-8 0,0-4 0,0-12 0,0-11 0,0-5 0,6-5 0,0-1 0,9-6 0,2-1 0,0 1 0,6 6 0,-4 5 0,-1 1 0,-1 12 0,0-1 0,0 4 0,0 3 0,1 5 0,-1 10 0,-2 7 0,-1 9 0,-5 4 0,-1 1 0,3-3 0,-5 6 0,0-6 0,-6 5 0,5-7 0,1 2 0,0-4 0,-6-1 0,0-7 0,0 1 0,2-9 0,4 3 0,-5-4 0,9-4 0,-6-4 0,3-5 0,3-4 0,-4-8 0,3-2 0,1-2 0,-1-3 0,-3 5 0,6 2 0,-3-2 0,5 2 0,-3 2 0,2 2 0,-3 4 0,1 3 0,-7 3 0,2 3 0,4 4 0,-7-4 0,9 12 0,-8 4 0,1 7 0,-1 0 0,2 0 0,-4 0 0,4 1 0,1-7 0,-1 0 0,2-5 0,-4 6 0,1 1 0,9-5 0,-11-1 0,9-7 0,-8 8 0,11-6 0,-3 4 0,-3 1 0,3-1 0,-7 2 0,7-5 0,1 3 0,2 6 0,3-7 0,-7 1 0,1-6 0,-1 0 0,6 0 0,1 0 0,-1-6 0,0 1 0,-6-9 0,1 3 0,-8 1 0,1-1 0,-3-1 0,-2-5 0,0 0 0,-2 5 0,-3 3 0,-7 1 0,-3 4 0,-4 3 0,-4 1 0,4 0 0,-4 0 0,4 0 0,1 0 0,1 0 0,0 7 0,0 3 0</inkml:trace>
  <inkml:trace contextRef="#ctx0" brushRef="#br0" timeOffset="37">23696 13153 8912,'-17'-8'0,"0"0"0,0-3 0,0 5 0,-1 4 0,-5 2 0,0 0 0,-5 2 0,5 4 0,-6 4 0,6 7 0,-6 6 0,8 2 0,4-1 0,4 1 0,9 4 0,-2-6 0,4-2 0,2-2 0,2-8 0,4-1 0,6-2 0,3-5 0,8-8 0,0-9 0,-2-7 0,-2-7 0,-2-5 0,0-1 0,4-6 0,-2-1 0,-3 1 0,-1-2 0,-5-2 0,1-7 0,-1-1 0,1 1 0,2-1 0,-7 1 0,0 8 0,-6 9 0,0 7 0,0 18 0,0 5 0,-2 15 0,-4 12 0,2 16 0,-7 6 0,7 5 0,-2 4 0,5 1 0,1 2 0,1 1 0,5-7 0,4-7 0,7-4 0,8-3 0,3-3 0,5-9 0,1-8 0,7-8 0,-1-9 0,6-3 0,-6-9 0,4-1 0,-10-16 0,2 1 0,-13-7 0,-2 1 0,-9-1 0,-4 3 0,-8 3 0,0-3 0,-2 5 0,-6 0 0,-9 4 0,-2-1 0,-10 1 0,8 2 0,-2 9 0,4 4 0,2 8 0,-1 0 0,1 0 0,2 14 0,3 3 0,-1 12 0,7-1 0,1 5 0,5 1 0,0 1 0,3-1 0,7 0 0,7 1 0,12-7 0,0 1 0,3-14 0,3 3 0,5-13 0,0 1 0,6-12 0,-6-7 0,-2-8 0,-2-8 0,-7-9 0,0-2 0,-10-2 0,-2 2 0,-2 2 0,-9-8 0,6 4 0,-7-10 0,1 4 0,-6-9 0,0 2 0,0-3 0,0-3 0,0-8 0,-2 18 0,-2 11 0,-1 13 0,1 8 0,-6 9 0,1 20 0,-9 19 0,3 13 0,2 15 0,3 6 0,3 4 0,1 7 0,6 1 0,0-6 0,0-6 0,4-6 0,5 4 0,10-4 0,6-7 0,4 0 0,5-10 0,-5-2 0,0-9 0,-8-5 0,2-6 0,-12-20 0,-5-15 0,-4-16 0,-2-18 0</inkml:trace>
  <inkml:trace contextRef="#ctx0" brushRef="#br0" timeOffset="38">24540 11880 8912,'7'-9'0,"5"3"0,18 16 0,10 13 0,14 15 0,3 25 0,-23-26 0,-1 2 0,0 11 0,-1 3 0,2 7 0,-1 3-616,-1 4 0,-3 3 0,-4 5 1,-4 1 615,-2 1 0,-3 1 0,-5-2 0,-5-1 0,-5-6 0,-4-1 0,-4 1 0,-3 0 0,-5 0 0,-3-1 0,-5 5 0,-3 0 0,-5 1 0,-2 1 0,-2 4 0,-2 0 0,0 2 0,-1-1 0,-6 1 0,-2 0 0,1-1 0,-1 1 0</inkml:trace>
  <inkml:trace contextRef="#ctx0" brushRef="#br0" timeOffset="39">25623 3945 8912,'-1'5'0,"-3"-1"0,-3-3 0,1-1 0,-1 0 0,-1 0 0,2 0 0,-1 0 0,3 0 0,-3 0 0,0-5 0,1 3 0,2-5 0,2 1 0,-1-1 0,1 1 0,-1 3 0,2 1 0,1-4 0,0 3 0,1 2 0,1-4 0,2 0 0,0 3 0,0-5 0,-3 4 0,4-1 0</inkml:trace>
  <inkml:trace contextRef="#ctx0" brushRef="#br0" timeOffset="40">25612 3849 8912,'6'-5'0,"4"3"0,-3-5 0,2 0 0,2-3 0,-1 3 0,1-2 0,0 1 0,-1 3 0,1-2 0,3-1 0,1-2 0,2-1 0,2 1 0,1-1 0,1 0 0,1 1 0,-1-1 0,4 0 0,0 1 0,3 0 0,-3 3 0,0-2 0,-3 3 0,2-1 0,0 0 0,1 1 0,-3-1 0,-2 1 0,-3 2 0,4 2 0,-4-5 0,2 4 0,-1 0 0,2-2 0,-2 2 0,-2-4 0,2 3 0,1 0 0,1 0 0,1 1 0,1-4 0,-1 4 0,0-4 0,-3 3 0,0-3 0,-5 5 0,1-2 0,-2 2 0,-2-1 0,1 0 0,-5-1 0,-1 4 0,-5 0 0,4 0 0,-3 0 0,4 5 0,0-4 0,-4 9 0,4-9 0,0 8 0,-4-6 0,2 4 0,-2 0 0,-1 0 0,0 0 0,-3-3 0,-1 3 0,-4-4 0,1 4 0,-2-3 0,-2 3 0,0-5 0,1 3 0,-1-2 0,0 1 0,-3 3 0,0-3 0,-4 3 0,4-4 0,-5 4 0,1-3 0,-2 3 0,-1-2 0,0-1 0,-1 1 0,2 0 0,3-2 0,-2-1 0,5 1 0,-4 0 0,4 0 0,-1-2 0,5 3 0,3-3 0,0-1 0,-2 0 0,5 0 0,-1 0 0,5 0 0,5 0 0,-4 0 0,4 1 0,-5 3 0,0-3 0,0 4 0,-5-5 0,-1 0 0</inkml:trace>
  <inkml:trace contextRef="#ctx0" brushRef="#br0" timeOffset="41">25985 3806 8912,'-8'0'0,"1"0"0,-1 0 0,-1 0 0,-2 0 0,0-3 0,1-2 0,-1-1 0,5 3 0,3-4 0,1-2 0,2 3 0,0-1 0,2 0 0,1-3 0,4-1 0,3 0 0,2 4 0,2 0 0,-1 1 0,3-2 0,1 2 0,-1 1 0,-1-2 0,2 4 0,-3-1 0,4 4 0,-4 0 0,4 0 0,-4 5 0,4 2 0,-5 6 0,2 3 0,0 3 0,-1 4 0,0 5 0,-3 0 0,-1 8 0,1 3 0,-5-1 0,-3 1 0,-1-5 0,-2 1 0,0 0 0,0-2 0,-2 0 0,-1-3 0,-3-5 0,-5 0 0,1 1 0,-1-1 0,0 0 0,1-4 0,-1-3 0,0-1 0,1 1 0,-1 2 0,1-1 0,-1-1 0,0-4 0,1 4 0,-1-4 0,0 4 0,1-2 0,-1 2 0,4-3 0,0-4 0,0-1 0,-4 1 0,0 1 0,1 2 0,-1-2 0,1 2 0,-1 1 0,0 0 0,-1 0 0,-2-1 0,1 3 0,-4 4 0,-1 4 0,-3 1 0,-1 0 0,1 0 0,1 2 0,2-3 0,-2 3 0,2-3 0,3-1 0,1-7 0,1 3 0,-1-2 0,3 1 0,0-1 0,1 1 0,3-5 0,-2 0 0,2 1 0,-1-3 0,4 2 0,-4-2 0,1-1 0,1-1 0,-1 1 0,3 0 0,-3-1 0,4 2 0,-4 2 0,0-2 0,-3 3 0,2 0 0,1-1 0,0 5 0,-4-2 0,-1 0 0,-2 1 0,2-2 0,-2 2 0,-1 2 0,0-2 0,-2 3 0,3 4 0,-5-2 0,1 6 0,-1-4 0,0 3 0,1 1 0,-1 2 0,3 0 0,-2-3 0,5-2 0,-1-4 0,6-1 0,1 0 0,1 0 0,-1 1 0,1-1 0,3 0 0,0 0 0,0 1 0,2-1 0,1 0 0,0 0 0,0 1 0,0-5 0,0 1 0,0-1 0,0 0 0,0-1 0,0-6 0,0 1 0,0 0 0,0-1 0,0-3 0,0 0 0,0-3 0,0 3 0,0-5 0,0 8 0,-5-9 0,4 4 0,-3-5 0,4 0 0,-5 0 0,4 0 0,-4 0 0,5-5 0,0-1 0,0-5 0,-10-4 0,-1-1 0</inkml:trace>
  <inkml:trace contextRef="#ctx0" brushRef="#br0" timeOffset="42">24942 5805 8912,'10'-5'0,"0"-2"0,-3-2 0,-2 3 0,-5 6 0,0 7 0,0 7 0,0 4 0,1 2 0,2 1 0,0 5 0,4 2 0,1 3 0,6 1 0,-2 5 0,4 3 0,-2 3 0,0 4 0,4-3 0,-4-5 0,1-3 0,-1-8 0,-2-3 0,2-7 0,-2-4 0,-1-7 0,0-2 0,-1-5 0,1-1 0,1-3 0,1-4 0,1-5 0,1-4 0,-1-4 0,3 0 0,4-1 0,0 1 0,1 0 0,-2 1 0,-2 1 0,-4 1 0,-7-9 0,-2-6 0</inkml:trace>
  <inkml:trace contextRef="#ctx0" brushRef="#br0" timeOffset="43">23229 5422 8912,'10'-6'0,"-3"-2"0,-1 3 0,-1-1 0,-3-2 0,-2 2 0,-3 0 0,-4 2 0,-3 0 0,0 3 0,-1-1 0,0-2 0,1-3 0,-2 2 0,-1 0 0,-1 1 0,-2-3 0,3 3 0,-1 2 0,1 1 0,1 1 0,2 0 0,-1 1 0,2 3 0,0 7 0,2 6 0,5 4 0,-2 4 0,3 3 0,1 7 0,5 0 0,3 4 0,5 2 0,5 4 0,7 1 0,3 7 0,2-6-309,-2 7 0,2-7 309,-6 2 0,5 1 0,-4 3 0,-5-1 0,-6-2 0,-3-4-26,-4-2 0,-3-10 26,-4-2 0,-1-17 0,-2-4 0,-13-13 0,3 6 0,-7-3 0</inkml:trace>
  <inkml:trace contextRef="#ctx0" brushRef="#br0" timeOffset="44">23069 5986 8912,'11'10'0,"-5"1"0,-6-5 0,-3-1 0,-4-5 0,5 0 0,-2-5 0,8-2 0,4-4 0,5-3 0,4-3 0,4-4 0,1-1 0,3-3 0,1-2 0,3-5 0,1 1 0,-4 2 0,-1 1 0,-4 2 0,-2-3 0,3 2 0</inkml:trace>
  <inkml:trace contextRef="#ctx0" brushRef="#br0" timeOffset="45">23441 5720 8912,'6'5'0,"0"-3"0,-2 5 0,-3-5 0,4 3 0,-5-5 0,0-5 0,0-2 0,3-3 0,1-4 0,4-2 0,-1-2 0,-1-2 0,1 3 0,-3-2 0,3 1 0,-5 3 0,2 4 0,-4 0 0,-4 2 0,-3 2 0,-6 5 0,-1 9 0,0 1 0,3 10 0,0 0 0,1 7 0,0 2 0,3 5 0,-1 0 0,4 0 0,2-1 0,1-3 0,9 2 0,3-5 0,7-2 0,-1-5 0,8-7 0,3-8 0,3-4 0,1-6 0,2-6 0,0-12 0,-5-3 0,-2-3 0,-3-2 0,-6-3 0,-3 3 0,-4-2 0,-5 3 0,-3 4 0,-3 2 0,-3 4 0,-3 2 0,-5 3 0,-1 4 0,-2 4 0,2 3 0,-2 3 0,6 2 0,1-3 0,4 4 0,0 4 0,2 3 0,1 7 0,0 1 0,1 5 0,2 0 0,4 3 0,3-3 0,0-2 0,0-2 0,-3 2 0,2-3 0,-1-4 0,1-4 0,2 0 0,-1-6 0,0-1 0,-3-6 0,1-7 0,-4-1 0,-1-5 0,-3 2 0,0-3 0,0-2 0,0 2 0,-1 1 0,-1 3 0,-2 0 0,-1 2 0,2 4 0,2-1 0,-4 4 0,5 0 0,0 4 0,0 0 0,0 6 0,5 3 0,2 5 0,2 0 0,2-1 0,3 1 0,0 0 0,0-2 0,-3-2 0,0 1 0,-1-4 0,5-1 0,-1-3 0,0 0 0,-3-1 0,-2-2 0,-2-4 0,-2-4 0,-5-3 0,0-3 0,0-4 0,0 0 0,0-1 0,-5-4 0,-2-2 0,1-4 0,-1-2 0,-1-3 0,-2 0 0,3 1 0,0-3 0,5 10 0,-2 0 0,4 10 0,4 5 0,-2 6 0,5 1 0,-3 6 0,2 1 0,-2 6 0,5 4 0,-2 4 0,2 6 0,2 5 0,1 5 0,1-1 0,2 3 0,2 0 0,-3 2 0,4-5 0,-4-2 0,3 1 0,0-4 0,1 1 0,-4-3 0,-7-1 0,-2-4 0,-8-3 0,-4-7 0,-1-3 0,-10-8 0,-4-2 0,-5-4 0</inkml:trace>
  <inkml:trace contextRef="#ctx0" brushRef="#br0" timeOffset="46">23952 5454 8912,'7'0'0,"0"0"0,-4 0 0,1 0 0,1 0 0,2 0 0,3-3 0,0-1 0,6-4 0,2 1 0,3-4 0,4-3 0,-2-2 0,6-1 0,-6-3 0,2 2 0,-6 1 0,-1 0 0,-6 0 0,-2-1 0,-4 4 0,-1 2 0,-4 2 0,3-1 0,-8 1 0,-2-1 0,-1 5 0,0 3 0,5 3 0,-2 3 0,3-1 0,1 5 0,0 1 0,0 2 0,0 1 0,1-1 0,1 1 0,2 0 0,4-1 0,-3 1 0,2 0 0,3-5 0,-8 2 0,5-5 0,0 1 0,4-4 0,-1-1 0,0-3 0,-3-3 0,1-2 0,-4-2 0,0 0 0,0 1 0,-3-4 0,3-1 0,-3 1 0,-1 4 0,0-5 0,0 1 0,0 4 0,0 3 0,0-2 0,0 5 0,0-6 0,0 9 0,0-4 0,5 5 0,2 0 0,-1 0 0,1 0 0,-4 0 0,4 0 0,0 0 0,4 0 0,0 0 0,-1 5 0,1 1 0,0 4 0,-2 1 0,-2 0 0,-3-1 0,2-4 0,0 4 0,0-9 0,-1-1 0,-1-7 0,-3 0 0,3-3 0,-2-2 0,2 1 0,-3-1 0,2 1 0,2 1 0,-1-1 0,3 0 0,-3 1 0,2-1 0,1 0 0,4 5 0,-4-2 0,0 5 0,0-1 0,0 3 0,1-3 0,-6 2 0,1-5 0,2 3 0,-1-3 0,-2-1 0,-1-1 0,-1 3 0,0 1 0,0 6 0,0 3 0,-1 2 0,-2 4 0,1 1 0,-1-1 0,2 5 0,1-1 0,0 0 0,0 1 0,1-3 0,2 2 0,2-2 0,2-1 0,3-5 0,-3-3 0,-1-2 0,1-1 0,0 0 0,3 0 0,0-5 0,-2-5 0,-1-4 0,2-3 0,-3 0 0,1-5 0,-5 1 0,2 0 0,-3 0 0,-1-1 0,0 1 0,0 1 0,0 2 0,0 4 0,-1 2 0,-3 2 0,3 4 0,-4 1 0,5 5 0,0 0 0,0 5 0,0 2 0,5 2 0,2 2 0,-1 0 0,1-1 0,1 1 0,2-1 0,0 1 0,1 0 0,-2 1 0,-2 2 0,-2-1 0,-5 4 0,0 6 0,0 5 0,-1-1 0,-3 2 0,-6 4 0,-11 0 0,-7 3 0</inkml:trace>
  <inkml:trace contextRef="#ctx0" brushRef="#br0" timeOffset="47">23910 6028 8912,'-7'-3'0,"-1"-2"0,0-1 0,-1-2 0,-2-1 0,-1 1 0,-2 1 0,2 1 0,-2-1 0,2 4 0,2 1 0,-1 2 0,2 3 0,1 4 0,4 5 0,5 10 0,4 3 0,5 3 0,2 4 0,6 4 0,0-3 0,3 2 0,0-5 0,0-2 0,2 1 0,2 2 0,-3 0 0,3-3 0,-3-2 0,-1-4 0,-4-1 0,-3 0 0,-3-4 0,-4-3 0,-4-7 0,-11-4 0,-3-1 0,-11-2 0,1-5 0,0-2 0,-1-3 0,-4-5 0,-1-2 0</inkml:trace>
  <inkml:trace contextRef="#ctx0" brushRef="#br0" timeOffset="48">23856 6379 8912,'0'11'0,"0"-5"0,-4-2 0,3-4 0,-3-6 0,8-4 0,3-7 0,2-3 0,2-1 0,-1 0 0,5-4 0,-1 0 0,0-3 0,-3 3 0,-1 0 0,1 4 0,-1-1 0,1 1 0,-1 5 0,-3 2 0,-1 6 0,-3 5 0,4 2 0,-1 1 0,1 0 0,0 4 0,4 4 0,0 4 0,-1 3 0,2-1 0,2-4 0,-2 1 0,2 0 0,-5-1 0,-2 1 0,-1 0 0,1-1 0,-1 0 0,-3-3 0,-2 2 0,4-8 0,-5 4 0,-5-10 0,4 0 0,-2-6 0,1-3 0,2 0 0,0-1 0,0 0 0,0 2 0,0-5 0,2 2 0,1-2 0,-1 2 0,6 1 0,-5 7 0,4-3 0,-3 4 0,3 0 0,-4 4 0,4 6 0,1 4 0,2 8 0,1 1 0,0 5 0,-1 1 0,1-1 0,3-3 0,0-1 0,0-4 0,-3 1 0,0-6 0,-1-5 0,1-2 0,0-1 0,-6-6 0,-1-4 0,1-3 0,-2-9 0,0 4 0,-6-7 0,-1 2 0,-2 2 0,-1 1 0,-4 2 0,-1-1 0,-1 5 0,-1 2 0,1 4 0,1 3 0,1 5 0,4 0 0,0 0 0,5 5 0,-2 2 0,3 3 0,1 0 0,0 1 0,5-5 0,2-3 0,2-1 0,2-2 0,0 0 0</inkml:trace>
  <inkml:trace contextRef="#ctx0" brushRef="#br0" timeOffset="49">24399 5826 8912,'11'-5'0,"-5"3"0,-3-5 0,-6 5 0,-3-3 0,0 5 0,1 0 0,5 0 0,5 5 0,1 2 0,1 2 0,0 2 0,-1-1 0,1 1 0,2-1 0,-3-2 0,0-1 0,-2 1 0,1 2 0,-2 0 0,1-4 0,-4 4 0,0-9 0,0 2 0,0-6 0,0-4 0,-4-7 0,1-4 0,-5-2 0,5-2 0,-4 1 0,3 0 0,1-2 0,-2-1 0,4 0 0,-3-4 0,3 4 0,1-1 0,4 4 0,0 3 0,2 5 0,2 5 0,6 3 0,0 5 0,5 1 0,-3 4 0,2 6 0,0 5 0,-4 4 0,4 2 0,-5-5 0,1 1 0,-4-1 0,-3 0 0,2-1 0,-6-6 0,2-3 0,-1 1 0,-3-6 0,2 3 0,-6-5 0,0-9 0,-4-1 0,1-12 0,-1 1 0,1-7 0,3 0 0,2 0 0,-3 0 0,3 3 0,1-3 0,0 4 0,0-1 0,1 7 0,3 0 0,-2 8 0,5 1 0,1 2 0,2 1 0,4 4 0,0-2 0,2 8 0,-3 3 0,1 2 0,-1 2 0,0 3 0,1 0 0,-2 0 0,2-3 0,-2 0 0,-2-1 0,-2 0 0,-1-3 0,-5-3 0,3-4 0,-5 0 0,0-9 0,0-3 0</inkml:trace>
  <inkml:trace contextRef="#ctx0" brushRef="#br0" timeOffset="50">31975 4040 8912,'0'-7'0,"0"0"0,0-1 0,0-2 0,0 0 0,0-1 0,0 0 0,0 1 0,0-1 0,0 1 0,0-1 0,0 0 0,0 4 0,0 0 0,0-1 0,0 3 0,0 0 0,-1 7 0,-1 1 0,-2 4 0,-5 5 0,-1 6 0,-4 7 0,-3 4 0,0 8 0,-5 4 0,1 6 0,0 6 0,9-24 0,-1-1 0,1 0 0,-1 1 0,0 1 0,0 0 0,1 3 0,1 0 0,-2 0 0,1 0-129,0-1 0,0-1 0,2-2 0,1 0 129,-9 20 0,5 2 0,-1-5 0,2 3 0,2-7 0,-1 7-114,0-7 1,1 0 113,-1-3 0,1-2 0,-1 2 0,4 3 0,1-3 0,1 2 0,3 1 0,-1 5 0,0-1 0,2 0 0,-3-4 0,3 1 0,1-1 0,0 4 0,0 0 0,0 0 0,0-2 0,0 1 0,0 1 0,4 3 0,-1-7 0,1 3 0,-4-6 0,1 2 0,2 2 0,-1 3 0,1 0 0,-2-4 0,-1-3 0,0-3 0,0 3 0,-4-1 0,-2 2 0,-1-1 0,-1 1 0,4-1 0,-5-1 0,-1-3 0,-2 3 0,-2 2 0</inkml:trace>
  <inkml:trace contextRef="#ctx0" brushRef="#br0" timeOffset="51">31464 6581 8912,'-4'32'0,"-7"4"0,-1-2 0,-3 3 0,4-4 0,1 1 0,-1-4 0,0-5 0,1 1 0,-1-1 0,0 0 0,-3 3 0,0-3 0,0 1 0,3-1 0,-3-2 0,0 4 0,0-1 0,-2-2 0,3 2 0,-5-1 0,4 3 0,-3-3 0,2 3 0,-2-2 0,-1 1 0,1 3 0,-3 2 0,3 3 0,-4-2 0,1 3 0,1-3 0,2-1 0,-1 0 0,-3 0 0,-1-5 0,1-2 0,0-3 0,0-1 0,-1 0 0,1 1 0,0 3 0,-1-1 0,1 6 0,0-2 0,-2 8 0,-1 3 0,1-2 0,-2 2 0,3-4 0,-1 0 0,0-2 0,-2-1 0,-3-4 0,3 1 0,-4-4 0,4 3 0,1-3 0,2 3 0,1-3 0,0 3 0,0-4 0,-1 1 0,5 1 0,-1-2 0,6-3 0,1-7 0,2-2 0,5-2 0,1-4 0,3-1 0,0-6 0,0-3 0,0 3 0,0-4 0,0 5 0,3-1 0,1-3 0,4 2 0,-1-5 0,3-5 0,0-6 0,-4-6 0,-1-4 0</inkml:trace>
  <inkml:trace contextRef="#ctx0" brushRef="#br0" timeOffset="52">30337 7825 8912,'5'-1'0,"-1"-3"0,-4 3 0,-4-3 0,2 0 0,-5 0 0,3 1 0,-3 3 0,1 5 0,-2 5 0,2 5 0,2 5 0,-4 2 0,5 9 0,-2 3 0,2 5 0,1 2 0,-1-2 0,2 2 0,1 2 0,1-1 0,2 1 0,-1-4 0,1 0 0,2-4 0,-2 4 0,5-5 0,-5 2 0,4-8 0,-3-3 0,4-7 0,-1-4 0,3-2 0,0-2 0,2-4 0,2-2 0,3-4 0,5-4 0,2-3 0,1-2 0,4-7 0,0-1 0,1 0 0,2-1 0,-1 1 0,-3-5 0,-2 2 0,-4 3 0,-1 0 0,0 3 0,1 2 0,-1-2 0,-3-1 0,-1 0 0,-5-5 0,-1-1 0,-1-10 0,-4-6 0</inkml:trace>
  <inkml:trace contextRef="#ctx0" brushRef="#br0" timeOffset="53">30071 5858 8912,'-4'-15'0,"-1"-3"0,-1-2 0,-2-1 0,-1-1 0,-3 1 0,-2 0 0,1 1 0,-5 2 0,0 5 0,2 5 0,-3 3 0,4 5 0,2 2 0,2 6 0,4 3 0,1 11 0,1 0 0,3 3 0,5 6 0,4 5 0,4 2 0,3 2 0,-1 3 0,5 3 0,-1-6 0,5 2 0,-2 0 0,-2-1 0,2 2 0,-3-1 0,2-5 0,-1-4 0,-4-5 0,-2-2 0,-2-1 0,-3-4 0,-3-4 0,-4-3 0,-1-3 0,-2-4 0,-8-5 0,-7-9 0,-7-10 0,-2-10 0</inkml:trace>
  <inkml:trace contextRef="#ctx0" brushRef="#br0" timeOffset="54">29964 6241 8912,'0'-11'0,"0"1"0,0-1 0,0 0 0,0 1 0,0-1 0,1 0 0,3 1 0,2-4 0,4-1 0,6-2 0,1 2 0,5-2 0,3 3 0,-3-4 0,3 4 0,1 0 0,-2 4 0,-4 2 0,-5 1 0,-4 3 0,-4-3 0,-3 5 0,-4-4 0,0 2 0,-1 3 0,-2-2 0,-3 1 0,-5 2 0,1 0 0,4 2 0,2 1 0,3 3 0,1 5 0,0 3 0,0 0 0,-4 1 0,1 0 0,0 1 0,2 1 0,0 3 0,-2-3 0,1-1 0,-1-2 0,2-2 0,1-2 0,1 0 0,2-3 0,0-2 0,4-5 0,2-2 0,4-1 0,0-8 0,5-6 0,0-4 0,3 0 0,-1-1 0,-1-2 0,-2 1 0,-2 2 0,-1 1 0,-3 6 0,-5 4 0,-3 2 0,-2 6 0,-2-3 0,-2 5 0,-3 2 0,-5 1 0,4 3 0,0 5 0,0-1 0,1 1 0,-2-4 0,4 0 0,-4 0 0,7 4 0,-4-1 0,6 0 0,3-3 0,-2-2 0,5-5 0,0 0 0,4 0 0,0 0 0,-1 0 0,4 0 0,1 0 0,-1 0 0,-4 0 0,1 0 0,0 0 0,-1 0 0,1 0 0,0 0 0,-1 0 0,-3-4 0,0 1 0,-1-2 0,1 1 0,3-2 0,-4-5 0,1-2 0,0-2 0,0-3 0,4 1 0</inkml:trace>
  <inkml:trace contextRef="#ctx0" brushRef="#br0" timeOffset="55">30454 5752 8912,'0'-6'0,"0"0"0,0 2 0,0 3 0,0-2 0,0 6 0,4 4 0,3 7 0,3 4 0,0 2 0,5 2 0,-1-1 0,5 5 0,-1 2 0,-2-1 0,2 2 0,-5-6 0,0 2 0,-5-2 0,-4-2 0,-3-5 0,-1-1 0,0-4 0,-8-5 0,-3-2 0,-2-8 0,2-3 0,1-3 0,-1-5 0,2 2 0,0-3 0,3-1 0,2 1 0,0-1 0,4-1 0,4 0 0,-1 3 0,5-2 0,0 3 0,1-4 0,2 4 0,0-1 0,4 5 0,-4 0 0,4 2 0,-4 2 0,0 1 0,-1 1 0,-3 0 0,2 3 0,-8-4 0,8 6 0,-6 3 0,1-2 0,-4 5 0,0 1 0,1 2 0,2 1 0,4-1 0,-1-2 0,1-1 0,-3-5 0,3 2 0,0 1 0,4-3 0,0 1 0,-4-2 0,0-1 0,-4 0 0,4 0 0,-4-1 0,0-2 0,0 0 0,-1-4 0,2-1 0,-1 2 0,-3-1 0,4 3 0,-1-3 0,4 4 0,-3-4 0,-1 0 0,2 1 0,0 0 0,2 2 0,2 2 0,-2-5 0,-1 4 0,1 0 0,2 2 0,0-4 0,2 4 0,-5-4 0,3 5 0,-3-5 0,0 4 0,3-4 0,-7 5 0,2 2 0,-2 0 0,1 1 0,-1 2 0,6-1 0,-6-2 0,1 5 0,3-4 0,1 0 0,-1-2 0,1-1 0,1 0 0,2 0 0,1 0 0,0-1 0,-1-2 0,0-5 0,-3-1 0,2 2 0,-2 0 0,-1 1 0,1-1 0,-3-1 0,3 4 0,-5 2 0,2 5 0,-2 4 0,1 9 0,0 5 0,-1 6 0,0 5 0,-2 3 0,-2 6 0,-1 8 0,1 1 0,-6 7 0,1 0 0,-3 0 0,-1-1 0,0-2-234,-4-10 1,-1-8 0,-6-10 0</inkml:trace>
  <inkml:trace contextRef="#ctx0" brushRef="#br0" timeOffset="56">31166 12832 8912,'-1'-7'0,"-2"0"0,-4 0 0,-3 0 0,0 0 0,2 3 0,1-2 0,-1 1 0,-1 2 0,-2 5 0,0 5 0,1 6 0,-1 13 0,0 7 0,1 9 0,-4 11 0,7-22 0,-1 2 0,-1 3 0,1 1 0,0 3 0,1 1 0,1 1 0,1-1-200,0 0 1,1 0 0,2-4-1,1-1 200,2-4 0,1 0 0,9 23 0,7-14 0,2-12 0,1-12 0,-3-9 0,0-5 0,-3-8 0,-1-5 0,5-6 0,-7-5 0</inkml:trace>
  <inkml:trace contextRef="#ctx0" brushRef="#br0" timeOffset="57">31379 13108 8912,'6'-10'0,"-1"-1"0,-5 0 0,1-3 0,1 0 0,2 0 0,-2-1 0,0 6 0,-2-1 0,0 0 0,0 1 0,-2 3 0,-1 2 0,0 3 0,-4 1 0,-1 1 0,-1 3 0,-2 7 0,0 6 0,2 8 0,2 3 0,-1 4 0,4 4 0,-3-2 0,3 5 0,1-1 0,3 1 0,0-1 0,0-3 0,0-2 0,0 1 0,0-3 0,0-3 0,0-8 0,0 2 0,0-13 0,0 5 0,0-8 0</inkml:trace>
  <inkml:trace contextRef="#ctx0" brushRef="#br0" timeOffset="58">31209 13300 8912,'-11'6'0,"4"-2"0,0-4 0,4 0 0,-4 0 0,4 0 0,0 0 0,6 0 0,8-3 0,7-1 0,6-4 0,5 1 0,2-3 0,0 0 0,1-1 0,5 1 0,1-1 0</inkml:trace>
  <inkml:trace contextRef="#ctx0" brushRef="#br0" timeOffset="59">31550 13278 8912,'-11'0'0,"0"0"0,1 0 0,3 0 0,-1 0 0,6-4 0,-3 3 0,5-4 0,0 4 0,2-2 0,1-1 0,4-2 0,3-1 0,0-4 0,1 4 0,0 0 0,-1 0 0,0-4 0,-3 0 0,-3 5 0,-4 2 0,-1 4 0,-2 0 0,-3 6 0,-5 4 0,1 2 0,-1 6 0,0 0 0,2 3 0,1 0 0,0 0 0,6 1 0,-1-1 0,3-3 0,3-1 0,3-4 0,6 0 0,1-4 0,1-6 0,5-2 0,-1-1 0,1 0 0,-2 0 0,2-4 0,-3-5 0,-1-3 0,0-2 0,0 0 0,-5 3 0,-4 1 0,-2-1 0,-3 1 0,-1-1 0,-5 5 0,-2 3 0,-2 1 0,-2 2 0,0 0 0,2 5 0,2 2 0,-3 3 0,8 0 0,-5 1 0,4-4 0,0 0 0,2 0 0,1 4 0,1-5 0,2-3 0,0-2 0,4-1 0,0 0 0,4-3 0,-1-1 0,-3 1 0,0 3 0,1 0 0,2 0 0,1 0 0,-1 0 0,1 1 0,0 2 0,-1 0 0,1 4 0,0 0 0,-1 4 0,1-2 0,0-2 0,-1 3 0,1-3 0,-1-3 0,1 0 0,0-3 0,-1-1 0,1 0 0,0 0 0,-2-2 0,-2-5 0,7 0 0,-2-9 0</inkml:trace>
  <inkml:trace contextRef="#ctx0" brushRef="#br0" timeOffset="60">31965 13034 8912,'0'-7'0,"0"0"0,-2 4 0,-1 0 0,2 2 0,-4 1 0,5 9 0,0 5 0,0 5 0,0 2 0,1 5 0,3 3 0,-2-1 0,4 2 0,0 0 0,0 0 0,0-4 0,1 2 0,2-3 0,-3 2 0,0-2 0,-2-5 0,-3-3 0,-1-7 0,0 6 0,0 0 0</inkml:trace>
  <inkml:trace contextRef="#ctx0" brushRef="#br0" timeOffset="61">31943 13321 8912,'-6'-7'0,"3"0"0,2 3 0,1-3 0,0 4 0,0-4 0,0 3 0,0-3 0,4 3 0,3-3 0,4-1 0,3-1 0,-2 1 0,2 1 0,2 0 0,-2-3 0,1-3 0,-2 1 0,1 2 0,-1 1 0,-2 0 0,-4-2 0,3 5 0,-9 1 0,3 10 0,-4 2 0,0 3 0,0 0 0,0 4 0,0 0 0,0 1 0,0-5 0,0 1 0,0 0 0,0-1 0,0 1 0,4-4 0,0 0 0,-1-5 0,2 3 0,2-5 0,2 0 0,1-1 0,-3-3 0,2 0 0,-1-3 0,1-3 0,2 9 0,-4-4 0,0 5 0,0 0 0,4 0 0,-1 5 0,1 1 0</inkml:trace>
  <inkml:trace contextRef="#ctx0" brushRef="#br0" timeOffset="62">32294 13172 8912,'-4'-6'0,"1"0"0,-4 3 0,5 2 0,-3-5 0,5 2 0,0 3 0,5-4 0,2 5 0,6 0 0,1 0 0,0 1 0,2 3 0,-5-2 0,4 5 0,-3 1 0,-2 2 0,-3 0 0,0-3 0,0 2 0,1-4 0,-1 2 0,-5 2 0,3-7 0,-5 2 0,0-5 0,0-2 0,0-3 0,0-5 0,0 0 0,0 1 0,1-4 0,2-1 0,0 1 0,4 4 0,-1-1 0,2 0 0,-1 2 0,1 2 0,2-3 0,1 6 0,-1-3 0,1 2 0,-1 0 0,-2 4 0,-1-3 0,-5 3 0,4 1 0,-4 1 0,2 3 0,1-3 0,-2 3 0,-1-3 0,6-1 0,-5 0 0,4 0 0,1 0 0,2 0 0,-3 0 0,0 0 0,0-1 0,4-3 0,-4 2 0,-1-5 0,-1-2 0,-1 3 0,0-1 0,-3 5 0,-1-3 0,-7 5 0,-2 0 0,-2 0 0,0 1 0,1 3 0,-1 4 0,0 5 0,4 0 0,0 5 0,1-4 0,-1 3 0,4-1 0,1 1 0,4-1 0,1 2 0,3 1 0,5-5 0,4-1 0,3-6 0,2 1 0,1-4 0,0 0 0,1-4 0,3-5 0,-1-2 0,2-4 0,-1-3 0,-4-4 0,1-7 0,-1 3 0,-4-4 0</inkml:trace>
  <inkml:trace contextRef="#ctx0" brushRef="#br0" timeOffset="63">32943 12853 8912,'0'6'0,"0"4"0,0-3 0,0 2 0,0 2 0,0 4 0,0 3 0,0 5 0,0 2 0,4 6 0,0 1 0,4-4 0,-1 4 0,1-6 0,0 1 0,0-1 0,0-2 0,-2-8 0,1-5 0,-5-5 0,3-16 0,-5-1 0</inkml:trace>
  <inkml:trace contextRef="#ctx0" brushRef="#br0" timeOffset="64">33039 12449 8912,'17'0'0,"-3"0"0,-1 0 0,1 0 0,4 0 0,7 0 0,-3 6 0,3 5 0,1 9 0,-1 8 0,2 12 0,-6 9 0,-12-21 0,-1 3 0,-1 4 0,-1 1 0,-3 2 0,0 1-251,-1 1 1,-1 1 0,-2 0 0,-1 0 250,-1-4 0,-1 0 0,-3 1 0,-1 0 0,0-4 0,-1 0 0,-1 1 0,0 0 0,-3-2 0,0 0 0,1 0 0,0 0 0,-2-4 0,0-1 0,-1 2 0,-1-1 0,-16 20 0,5-1 0,3-3 0</inkml:trace>
  <inkml:trace contextRef="#ctx0" brushRef="#br0" timeOffset="65">20175 7623 8912,'-11'-8'0,"1"-2"0,-1-1 0,0 1 0,1-1 0,-1 1 0,0 1 0,-3-1 0,0 3 0,-4 2 0,3 1 0,-2 3 0,-2 1 0,0 10 0,2 4 0,-2 9 0,5 8 0,1 7 0,1 8 0,7-17 0,0 2 0,1 3 0,1 1 0,1 2 0,1 1 0,0 3 0,1 0 0,0 1 0,2 1 0,0 2 0,2 0 0,1 1 0,2 0-242,0 0 1,1-1 0,0-4 0,2-1 241,0-7 0,1-2 0,10 22 0,1-10 0,-1-9 0,0-8 0,0-11 0,1-14 0,-3-6 0,-5-10 0,2-6 0,-9-7 0,1-5 0</inkml:trace>
  <inkml:trace contextRef="#ctx0" brushRef="#br0" timeOffset="66">20377 7825 8912,'1'-12'0,"2"-2"0,0-3 0,-1 1 0,-2 0 0,-3 6 0,-4-1 0,-3 0 0,0 4 0,-1 0 0,3 5 0,0-3 0,-2 2 0,2-1 0,0 1 0,-2 4 0,2 3 0,1 7 0,4 4 0,0 7 0,2 8 0,1 6 0,0 5 0,0 5 0,1 2 0,2 1 0,3-2-138,5-4 1,0-1 137,-1 1 0,1-6 0,-1-6 0,3-3 0,-2-7 0,-7-9 0,-15-8 0,-6-9 0</inkml:trace>
  <inkml:trace contextRef="#ctx0" brushRef="#br0" timeOffset="67">20185 8112 8912,'5'-11'0,"2"1"0,4-6 0,3-2 0,4-3 0,7-4 0,2-2 0,5-5 0,1 0 0,2 1 0,-2 3 0,4 2 0</inkml:trace>
  <inkml:trace contextRef="#ctx0" brushRef="#br0" timeOffset="68">20611 7984 8912,'-6'5'0,"-3"-4"0,8 3 0,-3-8 0,3 2 0,1-5 0,0-4 0,0-3 0,0-4 0,0 4 0,3-4 0,1 4 0,-2 1 0,-1 1 0,-1 2 0,0-1 0,-1 2 0,-2 2 0,-2 3 0,-2 8 0,-3 3 0,3 7 0,-2 3 0,-2 8 0,4 1 0,1 4 0,2-2 0,1 2 0,2-1 0,1 0 0,6-7 0,5-4 0,-1-6 0,4-2 0,3 0 0,1-7 0,-2 0 0,1-8 0,-1-5 0,1-3 0,-1-6 0,2 2 0,1-5 0,-5-2 0,0 1 0,-3-2 0,0-1 0,-1 2 0,-4 4 0,-2 5 0,2 4 0,-6 1 0,0 3 0,-1 3 0,-7 7 0,1 2 0,1 0 0,-2 3 0,5 2 0,-4 1 0,3-1 0,0 1 0,4 0 0,-3-1 0,-1 1 0,2 0 0,1-5 0,6-2 0,0-4 0,6 0 0,-4 0 0,0 0 0,0-4 0,4-4 0,-4 3 0,0-3 0,0 5 0,4-4 0,0 4 0,-1 0 0,2 1 0,1-1 0,1 0 0,0-1 0,-3 4 0,0 0 0,-1 0 0,1-1 0,0-1 0,-1-3 0,1-1 0,0-1 0,-1-9 0,1 0 0</inkml:trace>
  <inkml:trace contextRef="#ctx0" brushRef="#br0" timeOffset="69">21015 7623 8912,'-10'-7'0,"-1"0"0,5 4 0,-2-3 0,4 3 0,1 2 0,3 1 0,0 7 0,1 6 0,3 1 0,-2 5 0,4-1 0,0 3 0,0 4 0,1-3 0,3 3 0,-2 2 0,-1 1 0,-1-2 0,1-1 0,-3-6 0,-4-1 0,0-5 0,0 2 0</inkml:trace>
  <inkml:trace contextRef="#ctx0" brushRef="#br0" timeOffset="70">20962 7910 8912,'6'5'0,"-1"-4"0,-5 3 0,5-4 0,1-1 0,4-2 0,1-4 0,-1-8 0,5-1 0,-1-5 0,4-1 0,-4 1 0,3 0 0,-2 0 0,-2 1 0,-2 2 0,-1 2 0,-3 6 0,1-1 0,-4 1 0,-1 4 0,-3 1 0,0 5 0,0 5 0,0 2 0,0 2 0,4 2 0,-1-1 0,1 1 0,-4 0 0,1-2 0,3-2 0,-2 2 0,5-6 0,-4 2 0,1-3 0,1 2 0,1-1 0,1-7 0,0-4 0,-3-1 0,3-2 0,-5 1 0,2-1 0,0 0 0,0 1 0,3-1 0,-3 1 0,-1-1 0,2 0 0,-4 1 0,3-1 0,2 5 0,1 3 0,-1-2 0,1 1 0,0 2 0,3 6 0,2 1 0,1 6 0,3 0 0,0-1 0,-2 1 0,4 0 0,-1-2 0,0-2 0,2 3 0,-5-3 0,1-3 0,-5 0 0,-3-3 0,0-2 0,2-3 0,-5-2 0,0-4 0,-3-1 0,-1 1 0,-1-5 0,-3 1 0,0-1 0,-3 1 0,-3 2 0,3-1 0,-1 3 0,1 3 0,1 5 0,2-2 0,3-1 0,-4 5 0,5 0 0,0 4 0,0 7 0,0 1 0,0 2 0,4-1 0,-1 5 0,6-5 0,-2 1 0,-1-2 0,1-2 0,0 1 0,4-1 0,-4-2 0,0-1 0,0-5 0,3 2 0,1-3 0,0-1 0,-5-5 0,-3-2 0,3-7 0,0-3 0</inkml:trace>
  <inkml:trace contextRef="#ctx0" brushRef="#br0" timeOffset="71">21633 7697 8912,'-4'11'0,"-1"-1"0,-1 0 0,-1-2 0,1-1 0,2-4 0,5-3 0,2-7 0,4-3 0,1-4 0,1-1 0,3-1 0,0 1 0,-4-3 0,-1 4 0,0-4 0,3 3 0,-2 0 0,-1-1 0,-5-2 0,2 4 0,-3 0 0,-1 3 0,-5 7 0,-2 4 0,-2 6 0,-2 8 0,1 2 0,-1 6 0,5 2 0,2 2 0,3 0 0,1 0 0,0-1 0,0-4 0,5-4 0,2-3 0,7-3 0,4-4 0,6-4 0,2-6 0,1-5 0,2-5 0,-3-5 0,-1-7 0,2-2 0,1-5 0</inkml:trace>
  <inkml:trace contextRef="#ctx0" brushRef="#br0" timeOffset="72">21473 8144 8912,'-11'0'0,"2"-1"0,2-3 0,7 2 0,7-4 0,4 0 0,3 0 0,-1 4 0,4-2 0,1 3 0,-1 1 0,-1 0 0,-2 0 0,-2 3 0,2 2 0,-2 2 0,-1 5 0,-5 0 0,-3 6 0,2-1 0,-1 5 0,-2 0 0,-6 3 0,-3 3 0,-2 3 0,-5-3 0,0 1 0,-4-7 0,4-1 0,-4-4 0,4-7 0,-4-4 0,4-2 0,0-8 0,4-4 0,2-4 0,1-2 0,4-4 0,0 4 0,5 0 0,2 3 0,8 2 0,-2 2 0,7-1 0,-1 4 0,3 2 0,4 0 0,4 2 0,-2 0 0,8-3 0,-1-1 0,6 0 0,-3 0 0,4 2 0,-3-5 0,1 0 0,-5-4 0,-2-4 0,-14-2 0,0-4 0</inkml:trace>
  <inkml:trace contextRef="#ctx0" brushRef="#br0" timeOffset="73">21813 7315 8912,'-7'-2'0,"0"-1"0,5 2 0,-3-4 0,12 12 0,7 7 0,10 12 0,6 11 0,-12-13 0,0 1 0,2 6 0,-1 2 0,3 5 0,-1 1-636,2 6 1,0 2 0,2 6-1,0 2 636,-6-14 0,0 2 0,-1 0 0,0 3 0,0 0 0,-2 1 0,2 2 0,-2 0 0,0 0 0,-2 0 0,-1-1 0,-1 1 0,-1 1 0,0-1 0,-2 0 0,-1 0 0,-1 0 0,-1 1 0,0-1 0,-1 1 0,-2 0 0,0-2 0,-2 0 0,-1 0 0,-2-3 0,0 0 0,-1-1 0,0 1 0,-1-1 0,-1 0 0,-7 13 0</inkml:trace>
  <inkml:trace contextRef="#ctx0" brushRef="#br0" timeOffset="74">25878 5996 8912,'7'0'0,"0"0"0,0-4 0,-1-2 0,-2-5 0,-3 4 0,-1 0 0,0-1 0,0-2 0,0-1 0,0 1 0,0-1 0,-1 2 0,-3 2 0,2-2 0,-5 6 0,0-2 0,-4 3 0,1-1 0,-1 5 0,-1 2 0,-2 7 0,2 4 0,-2 4 0,2 4 0,1 1 0,2 5 0,2-4 0,-1 3 0,4-3 0,0-2 0,4-4 0,0-1 0,5-6 0,2-2 0,3-5 0,0-8 0,1-8 0,0-7 0,-1-2 0,1-2 0,0-3 0,-1-3 0,-3-3 0,0-1 0,-4 0 0,0 0 0,-1 0 0,-2 0 0,0 2 0,0 1 0,0 5 0,0 6 0,-2 5 0,-1 5 0,2 3 0,-4 11 0,5 4 0,0 7 0,0 8 0,1-2 0,3 6 0,2-4 0,4 3 0,0-1 0,-2 1 0,-1-3 0,1-2 0,2-2 0,0 0 0,1-1 0,0-2 0,-1-3 0,1-4 0,0-5 0,-1-4 0,1-4 0,-1-9 0,1-5 0</inkml:trace>
  <inkml:trace contextRef="#ctx0" brushRef="#br0" timeOffset="75">26070 5922 8912,'-4'13'0,"1"-3"0,-5-1 0,4 1 0,-1 1 0,0 0 0,-2 3 0,4 0 0,-1 0 0,4-3 0,0-1 0,0 1 0,5-1 0,2-2 0,2-2 0,2-2 0,0 0 0,-1-4 0,2-5 0,2-2 0,-2-2 0,2-2 0,-5-3 0,-2 0 0,-4-2 0,3 3 0,-1-1 0,-3 1 0,-1 1 0,-1 2 0,-4-1 0,-3 0 0,1 6 0,-1 1 0,0 3 0,-4 1 0,0 0 0,2 1 0,2 3 0,2 1 0,5 6 0,5 0 0,1-1 0</inkml:trace>
  <inkml:trace contextRef="#ctx0" brushRef="#br0" timeOffset="76">26261 5922 8912,'6'0'0,"-1"0"0,-6 0 0,-3 0 0,-2 5 0,-4 2 0,-1 2 0,0 2 0,2-1 0,2 1 0,-2 0 0,6-1 0,-1 1 0,4 0 0,2-4 0,1-1 0,4-2 0,3-1 0,0-2 0,1-1 0,1-4 0,2 1 0,-2-6 0,2 2 0,-2-1 0,-2 1 0,0-2 0,-3 1 0,2 4 0,-1 0 0,-4 5 0,0 6 0,-3 3 0,-1 11 0,-5 3 0,-2 8 0,-2 4 0,-2 2 0,2 0 0,1-3 0,-1-2 0,2-1 0,-7 0 0,-3 0 0</inkml:trace>
  <inkml:trace contextRef="#ctx0" brushRef="#br0" timeOffset="77">27762 6485 8912,'-5'-10'0,"-2"-1"0,-3 2 0,0 0 0,-1 2 0,0-1 0,-3 3 0,-1 1 0,-1 0 0,1 0 0,0 2 0,2 6 0,-2 4 0,2 5 0,-2 3 0,2 7 0,2 0 0,3 2 0,2 4 0,-1-5 0,4-1 0,1-4 0,2 1 0,2-10 0,1 1 0,4-6 0,6-6 0,1-6 0,2-5 0,-2-10 0,-2-3 0,3-4 0,-1-2 0,1 0 0,-5-3 0,-3-1 0,-1 2 0,1-2 0,-2-2 0,-5 1 0,0 6 0,0 5 0,0 4 0,0 3 0,0 7 0,0 13 0,0 8 0,0 10 0,0 9 0,0 2 0,0 5 0,5 2 0,2 4 0,2 0 0,2-3 0,-4-3 0,1-5 0,3-3 0,2-3 0,1-4 0,-3-3 0,3-7 0,0-8 0,0-2 0,-3-1 0,0 0 0,-1-14 0,1-4 0</inkml:trace>
  <inkml:trace contextRef="#ctx0" brushRef="#br0" timeOffset="78">27932 6485 8912,'-5'16'0,"4"-5"0,-3 4 0,0-7 0,0-1 0,0 0 0,4 4 0,0-1 0,0 1 0,0-5 0,5-1 0,1-9 0,5 1 0,-4-9 0,0 1 0,-5-2 0,2 2 0,-3 1 0,-1-1 0,0-1 0,0-2 0,0 2 0,0-2 0,-5 2 0,-2 2 0,1 0 0,-1 3 0,5 3 0,-3 4 0,5 1 0,0 2 0,0 4 0,0-2 0,10 9 0,1-2 0</inkml:trace>
  <inkml:trace contextRef="#ctx0" brushRef="#br0" timeOffset="79">28145 6432 8912,'-2'-6'0,"-1"3"0,-1 2 0,-6 1 0,1 0 0,-5 0 0,1 3 0,-1 1 0,2 4 0,-2-1 0,7 2 0,-1 2 0,4 0 0,2-5 0,5-3 0,3 2 0,5-2 0,-1 1 0,1-4 0,3 0 0,0 0 0,1 0 0,0 0 0,-3 5 0,2 2 0,-1 2 0,1 2 0,-3 1 0,0 2 0,-1 1 0,-3 3 0,-2 1 0,-1-5 0,-3 4 0,-1-4 0,-3 5 0,-4-2 0,-2 0 0,-11 1 0,-3-1 0,1 0 0,-4 3 0,1-2 0,5-4 0,6-3 0,2-1 0,1-9 0,5-1 0,2-6 0</inkml:trace>
  <inkml:trace contextRef="#ctx0" brushRef="#br0" timeOffset="80">23133 9058 8912,'0'-11'0,"0"1"0,0-2 0,0-1 0,0-1 0,-1 1 0,-3 1 0,-2 1 0,-4 1 0,-1 0 0,0 3 0,1 2 0,-2 7 0,-1 2 0,-1 7 0,1 2 0,4 7 0,3 4 0,2 2 0,0 1 0,4 2 0,0-2 0,0-1 0,0-1 0,0-3 0,0-6 0,1-3 0,3-5 0,3-4 0,2-4 0,2-4 0,1-11 0,1-10 0,2-4 0,2-3 0,-4-4 0,1 1 0,-6-4 0,-1 3 0,-4-3 0,0 4 0,-3-4 0,-3 4 0,-3 0 0,-5 7 0,2 7 0,2 7 0,-3 2 0,8 8 0,-4 8 0,1 9 0,3 6 0,2 8 0,3 5 0,3 0 0,5 3 0,0-2 0,-1 0 0,1 0 0,0-1 0,3-1 0,0-6 0,4-6 0,-4 2 0,5-8 0,-2-3 0,0-4 0,0-6 0,-1-2 0,1-5 0,0-5 0,5-9 0</inkml:trace>
  <inkml:trace contextRef="#ctx0" brushRef="#br0" timeOffset="81">23367 8941 8912,'-11'11'0,"1"0"0,0 4 0,3 2 0,-1 2 0,4-1 0,1 1 0,3-5 0,1 0 0,3-3 0,3-2 0,2-2 0,2-2 0,-1-5 0,1-5 0,0-2 0,-1-3 0,1-4 0,0 1 0,-1-5 0,-3 4 0,0-4 0,-4 1 0,0 0 0,-2-2 0,-1 5 0,-1 2 0,-2 3 0,-3 0 0,-5 2 0,1 2 0,-1 1 0,0 4 0,4 0 0,0 0 0,5 4 0,-2 3 0,3 3 0,1 0 0,5-3 0,2 1 0,3-6 0,5 1 0,-2-1 0,4-2 0,1-2 0,5 0 0,0-3 0,2-1 0,3-1 0,-3-3 0,-1-1 0,-6 1 0,-4-1 0,-7 0 0,-2 1 0,-8 0 0,-4 3 0,-1 4 0,-10 6 0,-1 4 0,-6 7 0,7-1 0,-4 5 0,8-4 0,0 4 0,3-5 0,4 1 0,-1-2 0,4-1 0,2-4 0,5 0 0,3-5 0,5 2 0,4-4 0,3-4 0,2-4 0,2-5 0,-1 1 0,0-2 0,-3-2 0,0 2 0,-5 1 0,1 6 0,-2-1 0,-2 4 0,1 2 0,-1 6 0,1 7 0,0 11 0,-1 5 0,1 8 0,0 4 0,-1 6 0,1 2 0,0 2 0,-4-3 0,0 4 0,-5-12 0,2-2 0,-4-9 0,-3-9 0,-3-5 0,-3-5 0,1-3 0,-6-5 0,3-6 0,4-5 0,-3-5 0,3-9 0,2-3 0,2-8 0,2-2 0,1-4 0,1-2 0,2-2 0,3 2 0,5-2 0,4 3 0,2 0 0</inkml:trace>
  <inkml:trace contextRef="#ctx0" brushRef="#br0" timeOffset="82">30624 8909 8912,'0'-12'0,"0"-1"0,0-1 0,0 1 0,0 1 0,0 2 0,0-1 0,0 0 0,0 1 0,0-1 0,-1 6 0,-3 5 0,-3 8 0,-2 5 0,-6 8 0,1 7 0,0 3 0,-1 1 0,6 0 0,-1 0 0,1-1 0,3 1 0,2-3 0,4-1 0,2-6 0,5 0 0,2-6 0,8-6 0,2-3 0,1-4 0,5-6 0,0-4 0,0-7 0,-4-4 0,5-7 0,1-2 0</inkml:trace>
  <inkml:trace contextRef="#ctx0" brushRef="#br0" timeOffset="83">30826 8941 8912,'-11'-6'0,"1"-2"0,-1 4 0,-3 1 0,0 3 0,-2 1 0,2 2 0,2 7 0,-2 4 0,2 5 0,2-1 0,3 1 0,-1-2 0,6 3 0,-1-2 0,1-2 0,2-2 0,5-4 0,2-3 0,3-2 0,0-5 0,1 0 0,0 0 0,3-5 0,0-2 0,4-6 0,-4-1 0,-1-4 0,-6 4 0,2-3 0,-1 1 0,0 1 0,-1-1 0,-1 2 0,-3 4 0,-1 3 0,1-1 0,-2 7 0,-1 1 0,0 6 0,0 8 0,1-1 0,3 5 0,-3-1 0,3 0 0,2 2 0,1-5 0,-1 1 0,1-5 0,0 0 0,3-3 0,1-3 0,0-4 0,-1-2 0,1-5 0,0-1 0,0-11 0,2-2 0,2-3 0,-5-6 0,-3 2 0,1-4 0,-3-3 0,4-3 0,-6-5 0,0 2 0,-2 2 0,-1 4 0,0 6 0,0 5 0,0 8 0,0 9 0,5 21 0,-3 11 0,5 14 0,-3-1 0,3 1 0,-4 1 0,4-5 0,-1 1 0,1-4 0,2-5 0,-6-2 0,4-3 0,-3-1 0,3 0 0,-4-4 0,1-1 0,-3-7 0,3-2 0,-3-2 0,4-10 0,-5-1 0</inkml:trace>
  <inkml:trace contextRef="#ctx0" brushRef="#br0" timeOffset="84">31103 8930 8912,'-18'0'0,"0"0"0,5 4 0,-1-1 0,7 6 0,2-3 0,8 3 0,4-2 0,4-2 0,11-5 0,5 0 0,5 0 0,1-6 0,6-5 0,-1 1 0,1-4-283,2 2 0,-3 1 0,5 1 1</inkml:trace>
  <inkml:trace contextRef="#ctx0" brushRef="#br0" timeOffset="85">30273 11407 8912,'0'-21'0,"-2"2"0,0 4 0,-3 5 0,-1 5 0,3 1 0,-4 4 0,-1 2 0,-2 5 0,-1 6 0,1 12 0,-1 2 0,1 5 0,-1 4 0,0-1 0,5 2 0,3-3 0,2 1 0,1 0 0,0-3 0,1-5 0,2-6 0,4-6 0,4-4 0,2-4 0,2-3 0,2-3 0,-3-2 0,4-3 0,-4-6 0,4-8 0,0-2 0,3-2 0,0 1 0,0 0 0</inkml:trace>
  <inkml:trace contextRef="#ctx0" brushRef="#br0" timeOffset="86">30475 11514 8912,'-6'-5'0,"-4"4"0,5-7 0,-6 4 0,0 0 0,1 4 0,-1 2 0,0 1 0,2 3 0,2 5 0,-3-1 0,3 1 0,3 0 0,0-1 0,3 4 0,1 1 0,0-1 0,1-4 0,3 1 0,-2-5 0,5-3 0,0-1 0,4-2 0,-1 0 0,1-2 0,1-1 0,2-4 0,-2-3 0,2 0 0,-6 3 0,-1 0 0,0 0 0,4-4 0,-4 4 0,0 0 0,0 0 0,1 1 0,-1 2 0,-4 8 0,4 3 0,-4-1 0,0 1 0,3-5 0,0 8 0,5-9 0,-1 2 0,-3-1 0,0-2 0,1-5 0,2-2 0,0-4 0,-3-3 0,2 0 0,-2-8 0,2 2 0,-1-7 0,-2 0 0,-2 0 0,1-1 0,-1-4 0,-3 0 0,2 0 0,-3 1 0,-2 3 0,-3 4 0,-1 5 0,4 7 0,-1 5 0,-3 5 0,1 3 0,-2 10 0,1 5 0,2 9 0,3 3 0,-2 8 0,1-2 0,2 5 0,2 0 0,1 4 0,0-6 0,4-1-203,0-3 0,3 4 1,1 0-1</inkml:trace>
  <inkml:trace contextRef="#ctx0" brushRef="#br0" timeOffset="87">30592 11471 8912,'-11'0'0,"7"0"0,4 0 0,5 0 0,10-1 0,4-3 0,4-3 0,4-3 0,5-3 0,0-3 0,0 0 0,5-7 0,1-4 0</inkml:trace>
  <inkml:trace contextRef="#ctx0" brushRef="#br0" timeOffset="88">28421 10344 8912,'-4'-26'0,"-4"5"0,-1 6 0,-2 4 0,1 4 0,-1 3 0,0 3 0,0 6 0,-4 3 0,-1 5 0,-1 5 0,-3 3 0,4 4 0,-1 3 0,3 3 0,3 6 0,4 2 0,4 2 0,1 2 0,5-6 0,4-1 0,7-4 0,5-4 0,2-3 0,1-7 0,2-8 0,2-7 0,0-6 0,0-4 0,-1-7 0,-3-4 0,-1-7 0,0-2 0,0-5 0</inkml:trace>
  <inkml:trace contextRef="#ctx0" brushRef="#br0" timeOffset="89">28602 10397 8912,'-11'0'0,"1"0"0,-1 0 0,1 0 0,-2 0 0,-2 0 0,2 4 0,-2 0 0,2 5 0,1 0 0,0 4 0,1 0 0,0 4 0,3 1 0,3-2 0,4 2 0,0-5 0,0 1 0,1-3 0,2-4 0,0 1 0,4-4 0,0-1 0,3-3 0,1-5 0,0-2 0,-1-6 0,1-2 0,0 0 0,-1-1 0,1-3 0,0 2 0,-2 0 0,-2-1 0,1 5 0,-4-1 0,1 2 0,-2 2 0,-2-1 0,4 5 0,-5 6 0,0 7 0,0 4 0,0 3 0,4 3 0,-1 4 0,5 0 0,0 1 0,-3-2 0,3-3 0,-1-1 0,3-6 0,1-4 0,1-2 0,1-3 0,1-1 0,0-8 0,-3-3 0,-2-7 0,-2 1 0,3-8 0,-4-2 0,4-5 0</inkml:trace>
  <inkml:trace contextRef="#ctx0" brushRef="#br0" timeOffset="90">28762 10132 8912,'-11'0'0,"0"0"0,4 4 0,0 4 0,4 2 0,-4 4 0,4 8 0,0 6 0,2 3 0,1 1 0,4 3 0,3 0 0,3 1 0,2-4 0,2-2 0,4-1 0,-3-4 0,-1-8 0,-2-1 0,3-6 0,2 1 0</inkml:trace>
  <inkml:trace contextRef="#ctx0" brushRef="#br0" timeOffset="91">28698 10397 8912,'11'-4'0,"5"-2"0,5-5 0,7-8 0,6-3 0,1-4 0,10-7 0,-1-5 0</inkml:trace>
  <inkml:trace contextRef="#ctx0" brushRef="#br0" timeOffset="92">26357 11663 8912,'-7'0'0,"1"-2"0,0 0 0,0-3 0,-2-1 0,-2-2 0,0-1 0,0-2 0,2 0 0,1 1 0,3 3 0,-3 0 0,0 1 0,-3-1 0,-1 3 0,0 4 0,1 5 0,-1 5 0,0 7 0,1 8 0,-1 3 0,5 6 0,3 3 0,1 1 0,2 2 0,0 1 0,0 2 0,6-5 0,5-3 0,0-3 0,3-4 0,2-8 0,2-9 0,2-6 0,1-4 0,2-7 0,2-5 0,-2-9 0,6-8 0,-1-12 0,4-4 0</inkml:trace>
  <inkml:trace contextRef="#ctx0" brushRef="#br0" timeOffset="93">26559 11705 8912,'-11'11'0,"1"-4"0,-1 0 0,1-1 0,-1 1 0,0 2 0,1-2 0,-1 2 0,0-2 0,4 2 0,0-2 0,5-1 0,-2 1 0,3-3 0,1 3 0,0-5 0,5 3 0,2-5 0,2 0 0,2-1 0,0-3 0,-4-2 0,0-4 0,0 3 0,4 0 0,-4-1 0,0-2 0,-1-1 0,2 2 0,-1 2 0,-5 1 0,2 2 0,2 3 0,-5-4 0,5 7 0,-2 1 0,-2 4 0,4 6 0,-1 1 0,-1 0 0,0-3 0,-3 0 0,8-1 0,-3 1 0,4-6 0,-3-5 0,2-10 0,-3-6 0</inkml:trace>
  <inkml:trace contextRef="#ctx0" brushRef="#br0" timeOffset="94">26729 11482 8912,'0'-7'0,"0"0"0,0 4 0,0-1 0,0 5 0,0 2 0,0 9 0,0 9 0,2 7 0,1 2 0,3 3 0,5 3 0,-1 2 0,1 4 0,3-1 0,0-2 0,4 0 0,-4-7 0,4-2 0,-4-9 0,0-6 0,-3-4 0,-5-6 0,-3-10 0,-1-6 0,-2-5 0,0-4 0,-5-6 0,-1-1 0</inkml:trace>
  <inkml:trace contextRef="#ctx0" brushRef="#br0" timeOffset="95">26719 11609 8912,'0'15'0,"0"-1"0,0 0 0,1-5 0,2-2 0,5-2 0,6-5 0,6-1 0,5-3 0,9-10 0,1-7 0,4-3 0,0-2 0,3-1 0,-9-5 0,4 0 0</inkml:trace>
  <inkml:trace contextRef="#ctx0" brushRef="#br1" timeOffset="96">22909 12130 8912,'-2'11'0,"-4"-2"0,-4-2 0,-2-3 0,0-3 0,6-6 0,4-2 0,4-1 0,4 0 0,0 1 0,4 0 0,0-4 0,3 2 0,0 2 0,2-3 0,-1 3 0,7-4 0,-1-2 0,3-2 0,1-2 0,4 3 0,4-3 0,5-6 0,5-5 0,2-4-39,2-4 0,-1-1 0,-21 16 1,1-1-1,-1 0 0,0 0 39,0 0 0,1-2 0,-1 1 0,1-1-200,2-1 1,0 0-1,-1 1 1,1 0 199,-1 1 0,1 0 0,-1 2 0,0 1 0,-1-4 0,0 2 0,21-15-248,-7-2 1,2 1 247,-2 3 0,7-3 0,-21 18 0,0 1 0,2 0 0,1-1 0,1-3 0,-1 0 0,1-2 0,0 0 0,-1-1 0,0-1 0,0-2 0,0 0 0,0 0 0,0-1 0,1 1 0,1 0 0,0 2 0,0 1 0,4-1 0,0 1-237,1-1 0,1 1 0,-2-1 0,-1 1 237,-1-1 0,0 1 0,-2 1 0,0 0 0,-1 0 0,-1 0 0,2 3 0,0-1 0,4 0 0,0 0 0,-1 1 0,1 1 0,0-1 0,-1 1 0,-1 0 0,-1-2-24,-4 1 0,-1-2 1,3 2-1,0 0 1,2-3-1,0 0 1,2-1-1,0 1 24,2-1 0,1 0 0,-3 2 0,-1 0 0,0 1 0,0 0 0,-3-1 0,0-1-58,1 0 0,0 1 1,3-2-1,1 0 58,2-1 0,-1 0 0,1 1 0,-1-1 0,-2 1 0,-2-1 0,-1 3 0,-1 0 0,0 1 0,-1 0 0,-1 1 0,0 0 0,0 0 0,0 1 0,0 2 0,0 1-22,1 0 0,1 0 1,-2 0-1,0 0 22,2 0 0,-1 0 0,-3-3 0,-1 0 0,0 1 0,-1 1 0,-1-3 0,-1 1 0,22-14 0,4-2 0,-22 19 0,0 1 0,2-2 0,1 1 0,1-1 0,-1-1 0,0 0 0,0 0 0,-3 2 0,-1-1 0,0 1 0,0-2 0,0 1 0,-1-2 0,-1 0 0,1-1 0,2 0 0,0 1 0,-1-1 0,1 0 0,1 4 0,1 1 0,1-1 0,0-1 0,-1 1 0,-1 1 0,2 0 0,-1 1 0,19-20 0,-1 3 0,-2 1 0,1 0 0,2 1 0,-3 0 0,4 0 0,2-1 0,-1-2 0</inkml:trace>
  <inkml:trace contextRef="#ctx0" brushRef="#br1" timeOffset="97">27804 8282 8912,'37'-27'0,"1"-4"0,4 4 0,1-1 0,-1 0 0,1 1 0,-1 0 0,6 2 0,1-3 0,3 0-1272,-25 12 0,0 0 1272,21-16 0,-20 14 0,-9 4 0</inkml:trace>
  <inkml:trace contextRef="#ctx0" brushRef="#br1" timeOffset="98">28464 7835 8912,'41'-26'0,"-2"-2"0,3 2-257,-5 5 1,2 1 256,0 2 0,-4-1 0,0 1 0,-6 0 0,-3 2 0,-2 0 84,1-3 0,5-1-84,-2-2 0,-1 1 0,2 0 0,0 0 0,7-1 0,-3 1 0,2 0 0,-2 1 0,-1 2 0,0-2 0,-1 3 0,-1 0 42,-2-1 1,-4 4-43,0-4 0,0 4 0,1-4 0,1 4 0,2-4 0,3 1 65,-3-5 0,8 3 0,2-1 0,0-2-65,-3-1 0,2 1 0,-2 1-205,1-1 0,-14 6 1,-2 1-1</inkml:trace>
  <inkml:trace contextRef="#ctx0" brushRef="#br1" timeOffset="99">29879 6953 8912,'33'-15'0,"3"-3"0,-3-2 0,8-1 0,-8 3 0,3 0 0,-4 2 0,-4-2 0,3-1 0,-4 5 0,0 0 0,-2-2 0,1 5 0,-1-4 0,0 4 0,-4 0 0,-1 0 0,-2 1 0,1 0 0,-5 3 0,0-2 0,-3 2 0,-1 2 0,1-5 0,-4 6 0,0-3 0,-5 2 0,4 4 0,-2-3 0,2-1 0,4-2 0,1-2 0,0 2 0,-1-3 0,1 0 0,0 4 0,-1 1 0</inkml:trace>
  <inkml:trace contextRef="#ctx0" brushRef="#br1" timeOffset="100">30603 6528 8912,'5'-6'0,"5"-4"0,-8 9 0,5-2 0,-4-3 0,1 5 0,-4-4 0,0 5 0,-4 5 0,-2 1 0</inkml:trace>
  <inkml:trace contextRef="#ctx0" brushRef="#br1" timeOffset="101">30624 6538 8912,'0'22'0,"0"-1"0,0-4 0,0 3 0,5-9 0,0 5 0</inkml:trace>
  <inkml:trace contextRef="#ctx0" brushRef="#br1" timeOffset="102">28187 8877 8912,'6'0'0,"-1"-4"0,-6 2 0,-3-1 0,2 2 0,-5 1 0,3 0 0,-3 0 0,5 0 0,-7 6 0,6 3 0,0 4 0,2 5 0,1-2 0,0 3 0,0 4 0,4 8 0,0 1 0,2 3 0,3 1 0,-3 2 0,1 5 0,-4-6 0,3-1 0,-1-4 0,-3-4 0,3-2 0,-1-5 0,0-1 0,0-2 0,-3-3 0,5-7 0,-3-1 0,2-6 0,2-1 0,-2-6 0,-5-8 0,-5-3 0,-5-9 0,-7-1 0</inkml:trace>
  <inkml:trace contextRef="#ctx0" brushRef="#br1" timeOffset="103">28049 8973 8912,'0'-7'0,"0"0"0,0 3 0,0-3 0,0-1 0,-5-2 0,4 3 0,-3 0 0,0 4 0,0-4 0,1 3 0,3-3 0,4 5 0,3-2 0,4 2 0,3-1 0,5-1 0,5-2 0,4-1 0,8-4 0,1-4 0,6-3 0,-4-2 0,-1-1 0,-2-1 0,-1 1 0,-6 1 0,0 2 0,-6 2 0,2 2 0,-4 6 0,-3 1 0,-6 5 0,-5 2 0,-5 0 0,3 5 0,-5 2 0,0 3 0,0 5 0,0 2 0,0 3 0,-3 5 0,-1 0 0,1 3 0,3-3 0,0 5 0,0-2 0,0 3 0,0 1 0,3-2 0,1-1 0,4 1 0,-1-1 0,1-3 0,-1-1 0,3-3 0,-3-1 0,-1-1 0,0-1 0,-2-2 0,-1-2 0,-2-4 0,-1-4 0,0-4 0,0 5 0,0-6 0,-5 6 0,-2-4 0,1 0 0,-1 0 0,0-2 0,-4 5 0,4-3 0,0 3 0,-1-3 0,-6 3 0,2 0 0,-2 3 0,1-3 0,-1 1 0,1-1 0,-4 3 0,1 1 0,-1 0 0,0-1 0,0 1 0,-3-1 0,2 1 0,-2-1 0,-2-3 0,1 2 0,0-2 0,-4-1 0,0 1 0,4-3 0,3 3 0,4-5 0,-4 2 0,5-3 0,3-1 0,5 0 0,5 0 0,5 0 0,-4 0 0,4 0 0,-5 0 0,4 0 0,-3 0 0,4 0 0,-4 0 0,3 0 0,-2 0 0,5 0 0,-4 0 0,1-5 0,-4-1 0</inkml:trace>
  <inkml:trace contextRef="#ctx0" brushRef="#br1" timeOffset="104">28145 8516 8912,'5'-5'0,"-1"-2"0,-3-2 0,-1-2 0,0 0 0,0 1 0,0 3 0,-1 1 0,-3 1 0,2 1 0,-5 4 0,-1 0 0,2 0 0,-1 0 0,-2 0 0,4 4 0,-3-1 0,5 5 0,-3-4 0,0 2 0,0 2 0,3 2 0,-4 1 0,1 0 0,-3 4 0,2 1 0,-1 1 0,2 4 0,-1 0 0,3-3 0,-3 3 0,5-3 0,-2 0 0,3 0 0,1-3 0,5-1 0,2-4 0,3-4 0,1-2 0,4-3 0,2-1 0,2-1 0,-1-3 0,2-2 0,-3-14 0,4-2 0</inkml:trace>
  <inkml:trace contextRef="#ctx0" brushRef="#br1" timeOffset="105">28357 8463 8912,'-10'-7'0,"-2"1"0,-2 1 0,2-2 0,-2 3 0,2 5 0,1 9 0,1 4 0,-1 4 0,0-4 0,4 4 0,0-4 0,1 1 0,-1-1 0,2-2 0,5 2 0,0-2 0,2-2 0,1-3 0,0-3 0,4-4 0,0 0 0,3-1 0,1-2 0,3-3 0,0-5 0,-1 1 0,-6-1 0,3 0 0,-3 1 0,2-1 0,2 0 0,-5 1 0,2 3 0,-4 0 0,-1 4 0,-3-1 0,0 12 0,0 2 0,2 0 0,1-3 0,-2 0 0,5 3 0,-2-3 0,-2-3 0,5-4 0,1 0 0,1-1 0,-2-2 0,2-3 0,-2-5 0,-1-4 0,1-3 0,1-2 0,2-1 0,-3-5 0,0-3 0,-4 0 0,0 0 0,-2 0 0,-1 4 0,0 1 0,0 7 0,0 1 0,-1 7 0,-2 2 0,-2 8 0,-2 10 0,2 4 0,5 6 0,0 4 0,0 0 0,0 1 0,0-1 0,1-3 0,3 3 0,1-3 0,2 0 0,2-1 0,-2 0 0,3-3 0,0 0 0,1-2 0,0 2 0,-1-3 0,1-4 0,0-1 0</inkml:trace>
  <inkml:trace contextRef="#ctx0" brushRef="#br1" timeOffset="106">28549 8324 8912,'-19'26'0,"-2"-5"0,-2-10 0,10-5 0,10-6 0,15-1 0,8-2 0,2-5 0,6-6 0,-3-2 0,4-6 0,3 1 0,3-1 0,-1-3 0,4-2 0,0-5 0</inkml:trace>
  <inkml:trace contextRef="#ctx0" brushRef="#br2" timeOffset="107">25463 8526 8912,'-1'-5'0,"-3"1"0,2 3 0,-5 1 0,5-5 0,-3 4 0,5 1 0,0 7 0,5 7 0,2 5 0,3 5 0,5 4 0,-2 9 0,4 5 0,-3 4-121,4 4 1,-5-8 120,1-6 0,-5-3 0,-2-1 0,-5-5 0,2-2 0,-3-8 0,-1-2 0,0-4 0,0 0 0,0-5 0,0-2 0,0-8 0,0-2 0,0-5 0,-5-5 0,-2-5 0,-7-5 0,-3-6 0</inkml:trace>
  <inkml:trace contextRef="#ctx0" brushRef="#br2" timeOffset="108">25421 8537 8912,'0'17'0,"-2"-3"0,-1-7 0,-3 2 0,-3-6 0,1 4 0,4-5 0,12-1 0,3-4 0,6-9 0,1 1 0,2-3 0,1 0 0,2-3 0,2-4 0,1-5 0,2-2 0,-1 1 0,-2-2 0,-2 1 0,1-4 0,1 1 0,-3 3 0,0 2 0,-8 5 0,0 2 0,-3 5 0,0-3 0,-1 10 0,-4 0 0,4 7 0,-9 1 0,2 3 0,0 2 0,0 4 0,0 1 0,4 0 0,-4 4 0,4 3 0,1-2 0,2 2 0,1 0 0,-1 3 0,1-1 0,0-2 0,-1 2 0,1-3 0,1 3 0,2 2 0,-2 3 0,2-1 0,-1 5 0,1-4 0,-2 5 0,2 2 0,-2 0 0,-1 3 0,-1-3 0,1-3 0,-4 0 0,0-4 0,-4 0 0,0-4 0,-2-4 0,-1-2 0,-1-6 0,-2-1 0,1-4 0,-7-4 0,2 0 0,2 5 0,-4-3 0,1 5 0,3-3 0,-3 3 0,5-3 0,-4 3 0,3-5 0,-3 2 0,0 0 0,-4 1 0,1 1 0,-1-4 0,1 2 0,-1-2 0,0 2 0,-3-3 0,0 2 0,-5 2 0,1-1 0,-3 3 0,-4-4 0,1 6 0,-4-2 0,3 3 0,-3 5 0,3-2 0,-3 4 0,4-4 0,-1 1 0,3-2 0,0-1 0,1-1 0,0 1 0,4-1 0,3-3 0,7-3 0,2-4 0,5 0 0,5 0 0,-4 0 0,9 0 0,-4 0 0,4 5 0,1 0 0,0 2 0,-1 1 0,1-4 0,-5-1 0,-2-3 0</inkml:trace>
  <inkml:trace contextRef="#ctx0" brushRef="#br2" timeOffset="109">25059 8633 8912,'0'7'0,"0"0"0,-1 0 0,-3-1 0,2-1 0,-5-5 0,-2 0 0,3 0 0,-1-2 0,-1-1 0,2 2 0,-1-4 0,-1 0 0,-2 4 0,0-2 0,-1 6 0,5 3 0,3 5 0,1 0 0,2 4 0,0-2 0,0 4 0,2 1 0,1 3 0,0 1 0,4-1 0,-1-1 0,2-2 0,-1-4 0,1-2 0,-3-5 0,-2 0 0,0-5 0,0 2 0,-1-13 0,1-5 0,-2-9 0,-1-6 0,-3-3 0,-1-3 0,-4 1 0,1-5 0,-3 3 0,0-3 0,-1 2 0,0-2 0,1 3 0,-1 8 0,1 2 0,-1 6 0,1 2 0,3 4 0,-2 7 0,8 2 0,-4 5 0,6 1 0,1 4 0,2 6 0,4-1 0,-1 4 0,6 2 0,2-2 0,-1 4 0,-4-3 0,2 0 0,2 1 0,-2 3 0,2-2 0,-2-1 0,-1-2 0,0 2 0,-1 2 0,3-1 0,-2 0 0,4-4 0,-8 1 0,5-2 0,-5-1 0,3-5 0,0-3 0,0-3 0,-2-3 0,-2-4 0,-1-3 0,2-4 0,-4 0 0,1-5 0,-4 1 0,0-1 0,0 2 0,0-2 0,0 5 0,-4-1 0,1 5 0,-2 3 0,2 0 0,1 3 0,-1-3 0,2 5 0,1 2 0,0 6 0,0 4 0,4 4 0,3 1 0,3-1 0,1-4 0,-1 1 0,0-4 0,-3 0 0,2-5 0,-3 3 0,4-6 0,-3-3 0,-3-1 0,-4-6 0,0-4 0,0-3 0,0 1 0,0 0 0,-1 2 0,-2-2 0,-3 4 0,-5-1 0,0 3 0,1 4 0,-1 2 0,1 5 0,-1 0 0,0 0 0,4 8 0,1 3 0,1 1 0,3 0 0,1 2 0,1 0 0,1 0 0,3-3 0,2-5 0,4-3 0,1-3 0,0-3 0,4-3 0,1-5 0</inkml:trace>
  <inkml:trace contextRef="#ctx0" brushRef="#br2" timeOffset="110">25399 8261 8912,'6'4'0,"-2"-2"0,-8 1 0,-2-2 0,-4-1 0,-1 0 0,0 0 0,1 0 0,-1 0 0,0 0 0,4 0 0,0 0 0,5 1 0,-2 3 0,3 2 0,1 5 0,0-1 0,0 1 0,0-1 0,1 1 0,3 0 0,3-1 0,-1-4 0,1-2 0,4-3 0,3-1 0,0-5 0,-3-2 0,3-2 0,0-2 0,0-3 0,-3 0 0,-2-4 0,-2 4 0,2 0 0,-6 3 0,6 0 0,-8 1 0,3 4 0,-4 2 0,0 8 0,5 2 0,1 4 0</inkml:trace>
  <inkml:trace contextRef="#ctx0" brushRef="#br2" timeOffset="111">25516 8335 8912,'11'14'0,"0"0"0,-1 5 0,1-2 0,0 5 0,-1 3 0,-3-6 0,0 2 0,-4-2 0,0 2 0,-2-3 0,-1 0 0,-1-5 0,-2 1 0,-3-2 0,-5-2 0,1 0 0,-1-3 0,-3-2 0,0-5 0,-2-1 0,2-3 0,2-10 0,-2-7 0,2-8 0,2 1 0,4-6 0,2-2 0,3-4 0,1 1 0,1-2 0,3-2 0,3 4 0,7 0-325,-2 5 1,8-17 0,-4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2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27584 8921 8912,'-7'0'0,"-4"0"0,10 0 0,-4 0 0,5 0 0,1-4 0,2-1 0,1-2 0,5 3 0,-1-4 0,-1 2 0,0-4 0,1 2 0,-1-1 0,4 3 0,-5-2 0,2 0 0,0 1 0,-5-3 0,2 8 0,0-3 0,-3 5 0,3 0 0,-16 5 0,-2 2 0</inkml:trace>
  <inkml:trace contextRef="#ctx0" brushRef="#br0" timeOffset="1">27298 9527 8912,'0'-12'0,"0"4"0,0 0 0,0-1 0,2-2 0,0-2 0,2-3 0,4 3 0,-3-3 0,1 3 0,-1 1 0,3 0 0,-4 0 0,-2 0 0,0 0 0,-2 5 0,0-1 0,0 0 0,0-4 0,-5 0 0,-3 0 0,-3 0 0,-1 0 0,0 0 0,0 1 0,0 0 0,1 3 0,3-1 0,0 5 0,5-1 0,-1 1 0,3 4 0,1 0 0,0 8 0,0 11 0,0 8 0,0 12 0,1 4 0,3 4 0,-3 2 0,3 2 0,-2 0 0,-2 3 0,0-2 0,0-1 0,0-8 0,0-3 0,-2-5 0,-2-3 0,-1-4 0,-3-8 0,-1-7 0,5-5 0,-5-6 0,2 4 0,1-6 0,0 0 0,6-2 0,0-2 0,2 2 0,2-6 0,3-3 0,4-3 0,1 1 0,0-3 0,-2-1 0,-2 1 0,8 0 0,-3 4 0</inkml:trace>
  <inkml:trace contextRef="#ctx0" brushRef="#br0" timeOffset="2">27488 9384 8912,'0'-12'0,"-1"-1"0,-3 0 0,-4 1 0,3-3 0,1 8 0,3 1 0,1 2 0,0 8 0,1 5 0,3 6 0,-1 5 0,5 8 0,-4-2 0,3 6 0,0-1 0,1 5 0,-1-4 0,-3-1 0,-2-3 0,6 4 0,-5-5 0,1 5 0,-3-6 0,-1 2 0,0-3 0,0-1 0,0-2 0,-1-3 0,-3-7 0,-4-7 0,-8-4 0,-3-1 0,-4 0 0</inkml:trace>
  <inkml:trace contextRef="#ctx0" brushRef="#br0" timeOffset="3">27310 9634 8912,'0'0'0</inkml:trace>
  <inkml:trace contextRef="#ctx0" brushRef="#br0" timeOffset="4">27370 9645 8912,'17'2'0,"3"2"0,2 2 0,2 5 0,0-3 0,-1 2 0,1-2 0,0-2 0,0-2 0,-6-3 0,-2-1 0,1-4 0,-1-1 0,-1-2 0,-2-2 0,-1-2 0,0-1 0,-2 0 0,-2 1 0,-1 3 0,-3 0 0,-3 0 0,3 1 0,-8 3 0,-4 3 0,-8 1 0,8 0 0,-2 0 0</inkml:trace>
  <inkml:trace contextRef="#ctx0" brushRef="#br0" timeOffset="5">27607 9657 8912,'-12'12'0,"6"5"0,-5-3 0,10 7 0,-3-5 0,3-1 0,1-3 0,0 0 0,0 0 0,0 0 0,0-6 0,5 0 0,3-6 0,-1 0 0,0 0 0,1 0 0,4 0 0,-1-6 0,-3-1 0,2-4 0,-2-1 0,1-1 0,-1-3 0,3 3 0,-3-3 0,1 3 0,-1 1 0,3 0 0,-9 2 0,6 2 0,-5 2 0,7 6 0,-8 6 0,2 2 0,-2 2 0,2 2 0,-2 0 0,2 0 0,-2 4 0,1-1 0,2 0 0,2-2 0,-3-1 0,4 0 0,0-6 0,3-2 0,1-2 0,0-2 0,1-3 0,3-5 0,-2 0 0,8-19 0,-4 1 0</inkml:trace>
  <inkml:trace contextRef="#ctx0" brushRef="#br0" timeOffset="6">27988 9562 8912,'0'19'0,"-5"-2"0,-3-5 0,-2 0 0,2 0 0,-1 5 0,5 3 0,0-2 0,4 2 0,0-4 0,0 3 0,6-4 0,1 1 0,0-3 0,1-1 0,-1-4 0,1 0 0,2-6 0,-3 4 0,3-8 0,-2-2 0,3 0 0,-3-7 0,-2 1 0,2-6 0,0-1 0,4 1 0,0-3 0,0 3 0,-2-4 0,-2 4 0,3-1 0,-3 2 0,1 0 0,-1 0 0,3 3 0,-4 4 0,4-1 0,1 5 0,-4 0 0,0 4 0,-4 4 0,4 0 0,-6 5 0,2-1 0,-2 3 0,-2 1 0,0 0 0,-6-6 0,5 5 0,-3-10 0,8 3 0,-3-3 0,5-1 0</inkml:trace>
  <inkml:trace contextRef="#ctx0" brushRef="#br0" timeOffset="7">28285 9622 8912,'12'-7'0,"0"-3"0,-2 3 0,-2-5 0,2 0 0,-6 0 0,-1 0 0,-3 1 0,0-1 0,-1 0 0,-3 0 0,-6 5 0,-6 3 0,-1 8 0,1 4 0,3 9 0,-3 7 0,1 1 0,-1 7 0,7 0 0,-3 3 0,8-4 0,0-2 0,3-3 0,1-2 0,5 2 0,3-6 0,9-4 0,7-4 0,5-6 0,7-6 0,-1-1 0,1-3 0,4-4 0,-1-8 0,-3-2 0,-4-6 0,-6 0 0,3-10 0,-5-3 0</inkml:trace>
  <inkml:trace contextRef="#ctx0" brushRef="#br0" timeOffset="8">28844 9265 8912,'-11'-12'0,"7"1"0,-8-1 0,8 4 0,1 0 0,1 5 0,2 3 0,2 8 0,0 7 0,2 0 0,5 11 0,-1-3 0,3 5 0,1 0 0,0 2 0,0 6 0,-6-2 0,-2-2 0,1 6 0,-1-4 0,-1 2 0,-2 1 0,-1-8 0,0 7 0,0-9 0,0 1 0,-5-8 0,-3-4 0,-2-8 0,-2-8 0,0-7 0,0-5 0</inkml:trace>
  <inkml:trace contextRef="#ctx0" brushRef="#br0" timeOffset="9">28784 9574 8912,'0'-12'0,"0"0"0,0 1 0,0-1 0,0 0 0,0 0 0,0 4 0,0 0 0,3 0 0,5-4 0,1 0 0,11 1 0,0 3 0,5 0 0,3 0 0,3 1 0,2 2 0,-1 5 0,2-1 0,-2-3 0,1 2 0,-1-2 0,-4-1 0,-9 1 0,3-1 0,-7 1 0,5 3 0,-4-3 0,-4-2 0,-4 2 0,-5 6 0,-3-1 0,-8 3 0,-3 1 0,-1-1 0,2 1 0,2-1 0,-2-1 0,6 5 0,1 0 0,-1 4 0,0 0 0,2 0 0,5-1 0,0 1 0,4 0 0,1-4 0,4 0 0,0-5 0,0 1 0,1-3 0,2-1 0,1 0 0,-2 0 0,3-5 0,-1-3 0,-4-4 0,-4-4 0,-5 1 0,1-4 0,-4 4 0,-4-1 0,-8 8 0,-8 4 0,-9 4 0,-7 4 0,1 8 0,-6 7 0</inkml:trace>
  <inkml:trace contextRef="#ctx0" brushRef="#br0" timeOffset="10">27595 10655 8912,'-17'19'0,"-1"-4"0,-2-1 0,1-2 0,4-1 0,4 1 0,6 0 0,3 4 0,2 0 0,2-2 0,2 0 0,-2-7 0,6 1 0,2 0 0,0-1 0,2-2 0,0-5 0,0 0 0,0 0 0,-4 0 0,0-1 0,-1-3 0,0-4 0,0-1 0,-3 1 0,-2-3 0,5 3 0,-1-1 0,1 1 0,-3-1 0,4 5 0,-4 0 0,4 4 0,-4 0 0,4 0 0,-4 7 0,4 5 0,-2 6 0,2 10 0,1 3 0,-5 9 0,0 2 0,-4 6 0,0 1-106,0 2 1,-5-3 105,-3-1 0,-2-5 0,-4-7 0,0-4 0,-2-3 0,-1-8 0,1-4 0,3-8 0,-3-4 0,3-3 0,1-1 0,4-5 0,0-3 0,5-8 0,-1-4 0,3-4 0,1-3 0,4 0 105,0-5 1,5 2-106,-1-2 0,4-2 0,4 2 0,-3 3 0,3 2 0,-2 6 0,2 1 0,-1 5 0,5-1 0,-1 5 0,5 3 0,0-2 0,0 6 0,0-4 0,-1 5 0,0-3 0,-3 4 0,-3-2 0,0 1 0,-4-4 0,4 6 0,-10-4 0,-2 5 0,-14 1 0,-2 3 0,2 4 0,-3 3 0,4 0 0,-1-3 0,1 0 0,-2 0 0,4 4 0,-2 0 0,3-4 0,5 0 0,0-4 0,1 2 0,3 0 0,3-2 0,5-4 0,1 0 0,3 0 0,-1-2 0,4-2 0,1-6 0,4-6 0,-2-5 0,-2 1 0,1-2 0,-5-2 0,0-4 0,-4 0 0,0-5 0,-2 0 0,-2-4 0,-4-2 0,-2-6 0,-2 1 0,0 5 0,0 3 0,0 3 0,0 9 0,-2 5 0,-2 11 0,3 5 0,-3 11 0,1 7 0,-1 12 0,3 5 0,-3 7 0,3 2 0,1 3 0,0-3 0,0-5 0,5-1 0,3 1 0,-1-2 0,1-2 0,-1-3 0,4-5 0,-2-2 0,-1-2 0,0-3 0,4-5 0,-5-6 0,3 0 0,-8-17 0,3-2 0</inkml:trace>
  <inkml:trace contextRef="#ctx0" brushRef="#br0" timeOffset="11">28166 10631 8912,'-20'-1'0,"1"-3"0,5 1 0,2-4 0,7-1 0,9-4 0,5 4 0,11 0 0,3 0 0,12-4 0,5 0 0,11 0 0,1 0-297,7 1 1,-7-7-1,6 0 1</inkml:trace>
  <inkml:trace contextRef="#ctx0" brushRef="#br0" timeOffset="12">27072 11617 8912,'-13'-12'0,"-1"-1"0,-2-1 0,1-2 0,1 3 0,-1 3 0,-1 6 0,2 3 0,-1 1 0,1 0 0,-2 0 0,1 0 0,6 9 0,2 5 0,1 3 0,-1 4 0,5 5 0,-2 2 0,2 5 0,4-1 0,0 2 0,2 2 0,6-1 0,-3 1 0,3-4 0,-1-2 0,-1 0 0,1 1 0,2-9 0,1 2 0,-1-4 0,1-1 0,-1 4 0,-3-3 0,1-3 0,-5-1 0,0-3 0,-5-3 0,-3-2 0,-8-2 0,-7-6 0</inkml:trace>
  <inkml:trace contextRef="#ctx0" brushRef="#br0" timeOffset="13">26775 12009 8912,'0'7'0,"0"-2"0,1-6 0,3-3 0,4 1 0,8-5 0,3 0 0,4-3 0,5-5 0,0 0 0,5 0 0,-3 4 0,1 0 0,-4 0 0,-1 1 0,-3-1 0,1 0 0</inkml:trace>
  <inkml:trace contextRef="#ctx0" brushRef="#br0" timeOffset="14">27167 11914 8912,'12'7'0,"-5"3"0,4-8 0,-10 3 0,5-5 0,-2 0 0,-1-5 0,5-3 0,0-1 0,2-2 0,0 0 0,-2-2 0,-2-1 0,2 2 0,1 0 0,-5 0 0,0-4 0,-4 0 0,0 1 0,-1 3 0,-3 1 0,-4 3 0,-2 2 0,-2 2 0,-4 2 0,0-2 0,0 8 0,4 4 0,0 8 0,0 4 0,1-2 0,0 4 0,3 1 0,4 4 0,3-4 0,1-3 0,2-1 0,6 0 0,2 3 0,9-7 0,3-4 0,5-7 0,0-3 0,4-1 0,1-2 0,-1-6 0,2-2 0,-6-9 0,-3-1 0,-4-4 0,-6 2 0,2 2 0,-4-1 0,-4 5 0,-3 0 0,-5 4 0,0 0 0,0 0 0,-5 6 0,-2 1 0,-4 5 0,0 5 0,3 3 0,-2 4 0,2 4 0,1-2 0,0 5 0,2-1 0,2 0 0,1-3 0,-2 1 0,3-3 0,-3-1 0,2 0 0,2-4 0,0 0 0,6-6 0,0-2 0,6-8 0,-1-2 0,-3-2 0,2-1 0,-2-3 0,3 3 0,0-3 0,-3 7 0,0 1 0,0 0 0,3 0 0,-3 0 0,2 5 0,-3 1 0,0 4 0,2 1 0,-5 5 0,5-4 0,-1 4 0,-1-4 0,0 4 0,1-6 0,4 2 0,0-8 0,0-2 0</inkml:trace>
  <inkml:trace contextRef="#ctx0" brushRef="#br0" timeOffset="15">27702 11558 8912,'7'12'0,"-3"0"0,-1 1 0,1 3 0,-2 1 0,6 3 0,-1 2 0,2-2 0,-2 2 0,-2 2 0,3 0 0,-4 0 0,0-2 0,-4-2 0,-11 2 0,-2-3 0</inkml:trace>
  <inkml:trace contextRef="#ctx0" brushRef="#br0" timeOffset="16">27667 11772 8912,'6'-8'0,"-2"0"0,2 0 0,-1-4 0,2 0 0,-3 4 0,3 0 0,1 0 0,4-3 0,5 0 0,2 2 0,2 0 0,3-5 0,-4 2 0,3-3 0,1 5 0,-4 2 0,-3 2 0,-1-2 0,-8 1 0,-4 3 0,-3 3 0,-1-3 0,0 8 0,0 4 0,0 3 0,0 0 0,0 5 0,0 0 0,0 0 0,0-4 0,0 0 0,0 0 0,0-1 0,6 1 0,0-5 0,6-2 0,-1-6 0,-2-3 0,-3-4 0,0-3 0,2 0 0,-4-1 0,0-4 0,-4 0 0,4-4 0,0 4 0,-1 1 0,-3 3 0,0 0 0,0 0 0,0 0 0,4 4 0,0 0 0,2 6 0,-2-2 0,2 2 0,6 2 0,0 0 0,0 0 0,0 0 0,0-1 0,0-3 0,-6 3 0,-1-10 0,-1 8 0,0-4 0,0 4 0,2-2 0,-1 3 0,3-2 0,2 3 0,-2-3 0,3 3 0,1 1 0,0 0 0,0 0 0,1-2 0,3-2 0,-3 3 0,3-3 0,-4 2 0,-4-2 0,2 2 0,-2-2 0,-3 2 0,-1-2 0,-1 1 0,1-5 0,-3 6 0,4-9 0,-6 10 0,-3-3 0,2 4 0,-6 4 0,5-2 0,-1 6 0,-1 0 0,1 4 0,0 0 0,4 0 0,0 0 0,1-4 0,3-1 0,3-4 0,6 1 0,3-3 0,-3-1 0,3 0 0,-2-5 0,2-3 0,-1-4 0,5-4 0,-6 2 0,2-6 0,-3 4 0,-1-3 0,-4 3 0,-1-3 0,-2 2 0,-2 3 0,-2 4 0,-1 2 0,-5 6 0,-2-4 0,0 12 0,3 2 0,3 2 0,1 2 0,1 1 0,3 3 0,3-3 0,5 3 0,0-3 0,0-1 0,0 0 0,-1 0 0,1 0 0,0 0 0,-5 0 0,-3 0 0,1-1 0,-1 1 0,0 0 0,-4 0 0,-1-4 0,-3-1 0,-4-2 0,-3-6 0,-1-6 0</inkml:trace>
  <inkml:trace contextRef="#ctx0" brushRef="#br0" timeOffset="17">28951 11000 8912,'12'-29'0,"-6"2"0,-2-5 0,2 7 0,-2 0 0,-2 6 0,0 1 0,-4 8 0,-2 6 0,-2 3 0,-10 2 0,1 3 0,3 5 0,3 6 0,3 3 0,-2 6 0,-2 4 0,6-1 0,0 2 0,4-1 0,0-2 0,0 6 0,0-4 0,0 3 0,4-3 0,2 3 0,-1-2 0,0-3 0,3 3 0,-4-1 0,5-5 0,-1-3 0,2-1 0,-3 1 0,4-3 0,-10-5 0,5-1 0</inkml:trace>
  <inkml:trace contextRef="#ctx0" brushRef="#br0" timeOffset="18">28915 11202 8912,'0'-8'0,"0"0"0,0-2 0,4 4 0,0-2 0,5 1 0,-1-1 0,3-2 0,2 2 0,2-3 0,0 0 0,1 3 0,-4 0 0,0 1 0,0-1 0,0-1 0,0 5 0,-4 0 0,0 4 0,-4 1 0,2 3 0,-1 4 0,-1-1 0,-4 1 0,0 1 0,0 7 0,0-7 0,0 3 0,0-3 0,0 3 0,0 0 0,0 0 0,0 0 0,6-6 0,-5 0 0,10-6 0,-9-6 0,6-2 0,-4-4 0,4-2 0,0-2 0,-1 2 0,3-4 0,-2 3 0,-1-1 0,1 4 0,-4 4 0,3 0 0,-3 4 0,4-4 0,-4 6 0,4-1 0,2 6 0,-1 3 0,-1 6 0,2-5 0,-3-2 0</inkml:trace>
  <inkml:trace contextRef="#ctx0" brushRef="#br0" timeOffset="19">29296 11142 8912,'6'0'0,"5"5"0,-10-3 0,10 3 0,-5-5 0,5-1 0,-3-3 0,-3-3 0,-5-5 0,0 0 0,0 1 0,0-1 0,-1 0 0,-2 0 0,-1 0 0,-5 0 0,1 0 0,1 4 0,-1 0 0,2 4 0,-2-3 0,-3 4 0,3-1 0,2 3 0,-2 1 0,5 0 0,-2 0 0,5 0 0</inkml:trace>
  <inkml:trace contextRef="#ctx0" brushRef="#br0" timeOffset="20">29486 10952 8912,'-12'-5'0,"5"2"0,3-5 0,3 6 0,1-4 0,1 6 0,3 0 0,-1 0 0,5 0 0,-1 6 0,2 0 0,-1 2 0,1 0 0,-4 0 0,-1 4 0,2 0 0,-3 0 0,1-1 0,-4 1 0,0-4 0,0 0 0,4-4 0,0 4 0,0-5 0,-4 1 0,0-8 0,0-4 0,0-4 0,0-4 0,2-4 0,2-7 0,-3 1 0,3-1 0,1 2 0,-1 1 0,5 4 0,-1 0 0,-1 10 0,1-2 0,-4 8 0,4 0 0,-4 3 0,4 1 0,-4 4 0,2 1 0,-1 2 0,-2 2 0,2 1 0,-1 2 0,0-4 0,-4 0 0,0-5 0,6 7 0,-4-10 0,6 0 0,-4-1 0,4-7 0,-1 4 0,2-4 0,-1-1 0,1-2 0,2 1 0,1 2 0,-1-1 0,1 5 0,0 0 0,0 4 0,5 0 0,3 0 0,3 4 0,0 1 0,2 2 0,3 2 0,-1 1 0,4 2 0,1-1 0,4-3 0,-6 2 0,-1-3 0</inkml:trace>
  <inkml:trace contextRef="#ctx0" brushRef="#br0" timeOffset="21">27905 12425 8912,'-12'0'0,"0"0"0,0 0 0,0 1 0,1 5 0,4 6 0,1 5 0,6 8 0,2 2 0,2 5 0,6 6 0,7 2 0,0-3 0,1-4 0,3-5 0,-3-9 0,2-3 0,0-2 0,-6-8 0,2-2 0,1-9 0,-1-7 0,-1-7 0,-2-3 0,-2-6 0,-3 1 0,-2-5 0,-2 4 0,-3-3 0,3 3 0,-2 1 0,-2 8 0,-2 3 0,0 7 0,-4 2 0,0 2 0,-1 6 0,-1 7 0,-1 8 0,5 4 0,-4 7 0,4 5 0,0-2 0,4 2 0,6-6 0,1 2 0,5-4 0,4-4 0,-1-3 0,5-5 0,3-6 0,5-2 0,-1-2 0,-2-2 0,-7-4 0,-2 0 0,-4-6 0,-4 2 0,-3-2 0,-5-2 0,-11-5 0,-2-2 0</inkml:trace>
  <inkml:trace contextRef="#ctx0" brushRef="#br0" timeOffset="22">27928 12770 8912,'-22'1'0,"2"1"0,4 2 0,8-5 0,14-7 0,9-8 0,8-1 0,3-4 0,3 0 0,2-4 0,-3 1 0,3-4 0,-4 3 0,0 2 0,-2 0 0,-1 3 0,-5-2 0,-3 2 0,2-2 0,-5-2 0,4 0 0</inkml:trace>
  <inkml:trace contextRef="#ctx0" brushRef="#br0" timeOffset="23">28321 12378 8912,'0'6'0,"0"1"0,0-3 0,4-2 0,0 6 0,5-4 0,-1 4 0,2 0 0,2 4 0,1 0 0,3 0 0,-1 0 0,5-1 0,-2 1 0,3-1 0,-2-2 0,-2-1 0,-1-5 0,-4 1 0,5-3 0,-5-4 0,0-5 0,0 0 0,-6-14 0,6 4 0</inkml:trace>
  <inkml:trace contextRef="#ctx0" brushRef="#br0" timeOffset="24">28570 12294 8912,'-18'0'0,"-1"2"0,4 2 0,0 0 0,-5 7 0,4 0 0,-3 9 0,3 5 0,-4 7 0,4 3 0,-4 5 0,6-2 0,-1 4 0,6-2 0,5-6 0,3 1 0,1-8 0,1-4 0,3-7 0,4-9 0,8-3 0,3-2 0,8-5 0,1-5 0,-2-8 0,-1-6 0,-1-6 0,5-2 0,1-6 0</inkml:trace>
  <inkml:trace contextRef="#ctx0" brushRef="#br0" timeOffset="25">28761 12045 8912,'-11'-24'0,"3"2"0,-8 2 0,8 7 0,4 5 0,-2 5 0,-1 2 0,1 7 0,-4 9 0,6 13 0,-4 7 0,4 9 0,1 2 0,3 2 0,0-2 0,0-3 0,5 0 0,3-4 0,6-6 0,2 3 0,0-12 0,-4-1 0,0-7 0,0-1 0,0-6 0,-1-5 0,1-3 0,-1-2 0,-3-3 0,-3-3 0,-5-5 0,5-10 0,2-3 0</inkml:trace>
  <inkml:trace contextRef="#ctx0" brushRef="#br0" timeOffset="26">28737 12211 8912,'-7'-5'0,"3"0"0,8-3 0,8-3 0,8 3 0,8-2 0,3-2 0,5 0 0,4 0 0,3-1 0,4-3 0,-5 3 0,4-10 0,-4 5 0</inkml:trace>
  <inkml:trace contextRef="#ctx0" brushRef="#br0" timeOffset="27">29260 12211 8912,'-19'0'0,"-2"0"0,5 0 0,2 0 0,6-1 0,4-3 0,8 3 0,4-3 0,4 2 0,2 1 0,4-3 0,0-4 0,2-2 0,4-2 0,-1 0 0</inkml:trace>
  <inkml:trace contextRef="#ctx0" brushRef="#br0" timeOffset="28">29640 12057 8912,'-11'-4'0,"-1"0"0,5-5 0,3 1 0,3 1 0,1-1 0,0 4 0,1-2 0,3-1 0,4 0 0,4 5 0,4-2 0,-2-1 0,6 1 0,-4 0 0,4 4 0,1 0 0,7 0 0,-3 0 0,2 0 0,-3 0 0,-4 0 0,1 0 0,-5-2 0,-1 0 0,-2-2 0,-5-2 0,0 2 0,-2 2 0,2-6 0,3-5 0,-5-6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2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14662 3215 8912,'-17'-17'0,"-1"0"0,1 0 0,0 1 0,0 3 0,0 1 0,-1 3 0,1-3 0,6 5 0,-1 7 0,8 0 0,-1 2 0,10 3 0,7 7 0,3 3 0,2 8 0,2 4 0,4 3 0,6 7 0,-2 1 0,2-4 0,-7 3 0,7 1 0,0 2 0,-2-2 0,5-2 0,-3-1 0,3-1 0,3 1 0,-1-7 0,1-3 0,-3-4 0,-3-6 0,1-9 0,-7 0 0,0-12 0,-6-3 0</inkml:trace>
  <inkml:trace contextRef="#ctx0" brushRef="#br0" timeOffset="1">15436 3198 8912,'0'-17'0,"0"0"0,-6 5 0,1 1 0,-3 7 0,2-2 0,2 12 0,-9 7 0,-4 8 0,-4 8 0,-10 11 0,3 6 0,-5 3 0,-1 3 0,-1-2 0,3-4 0,1-6 0,2-4 0,8-2 0,-1 1 0,0-3 0,0-3 0,2-12 0,-12-9 0,5-8 0</inkml:trace>
  <inkml:trace contextRef="#ctx0" brushRef="#br0" timeOffset="2">14954 3679 8912,'0'10'0,"2"5"0,4-3 0,-4 11 0,4 5 0,1 12 0,1 8 0,0 7 0,-1 9 0,7 2 0,-3 3 0,4 2-214,3 3 0,6-3 214,5 4 0,-4-5 0,-2-1 0,-4-8 0,-2 6 0,0-6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2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27534 6946 8912,'0'-17'0,"0"0"0,-2-1 0,-2 1 0,-2 0 0,3 0 0,-1 0 0,0-1 0,-2 1 0,0 8 0,6 1 0,0 8 0,0 17 0,0 12 0,0 15 0,2 13 0,4 12 0,-4 15 0,1-36 0,0 1 0,-2 2 0,0 0-178,-1 0 1,0 1-1,0 0 1,0 1 177,0 1 0,0 1 0,0-3 0,0-1 0,-1 1 0,2-1 0,4 29 0,3-18 0,0-15 0,-1-12 0,7-9 0,-7-18 0,5-8 0,1-10 0,-7-12 0,0-5 0,-6-8 0,-2-7 0,-4-3 0,-5-5 0,-5-2 0,-1 1 0,0-1 0</inkml:trace>
  <inkml:trace contextRef="#ctx0" brushRef="#br0" timeOffset="1">27482 7152 8912,'10'-11'0,"-4"-1"0,-5 1 0,-1-6 0,0 0 0,0 5 0,0 1 0,8-1 0,4-7 0,5-4 0,6-5 0,5 1 0,13-2 0,3 2 0,7-1 0,5 3 0,-3 10 0,-5 3 0,-4 6 0,-12 8 0,-9 10 0,-5 7 0,-7 15 0,-3 8 0,-12 2 0,-6 2 0,-7 0 0,-12 0 0,1 5 0,-5-5 0,-1 0 0,-2-8 0,-5 2 0,5-3 0,-4-5 0,5-3 0,7-6 0,5-10 0,11-1 0,5-9 0,9 3 0,3-12 0,13 3 0,10-9 0,7 3 0,5-3 0,4-1 0,6 7 0,-1 2 0,3 2 0,-10 2 0,10 0 0,-10 2 0,4 4 0,-8 9 0,-2 10 0,-9 2 0,-10 3 0,-13 3 0,-4 1 0,-15 8 0,-14 4 0,-11 4 0,-6 1 0,-4-1 0,-1-4 0,-3 3 0,-1-6 0,-3-3 0,3-6 0,7-11 0,2 0 0,8-6 0,-2-5 0,13-7 0,10-10 0,9-9 0,6-7 0,10-8 0,3-11 0,12-4 0,4-7 0</inkml:trace>
  <inkml:trace contextRef="#ctx0" brushRef="#br0" timeOffset="2">12803 7204 8912,'-7'-34'0,"-1"1"0,-4 4 0,7 6 0,3 4 0,0 4 0,-4 4 0,4 5 0,-3 12 0,3 5 0,2 12 0,0 6 0,0 5 0,0 6 0,0-2 0,0 8 0,0 0 0,0-2 0,5 6 0,3-6 0,0 0 0,-1-4 0,1 2 0,-2-2 0,-4-6 0,3-7 0,-1-2 0,2-4 0,-4-10 0,5-11 0,-14-25 0,-3-11 0</inkml:trace>
  <inkml:trace contextRef="#ctx0" brushRef="#br0" timeOffset="3">12666 7084 8912,'0'-18'0,"-6"7"0,0-1 0,0 9 0,1-13 0,-1 5 0,8-4 0,9-3 0,6 3 0,6 4 0,10-5 0,7 5 0,8 3 0,-2 3 0,9 3 0,3 4 0,-5 5 0,-5 10 0,-6 8 0,-15 10 0,-2-1 0</inkml:trace>
  <inkml:trace contextRef="#ctx0" brushRef="#br0" timeOffset="4">13147 7410 8912,'-17'0'0,"8"0"0,9-2 0,11-3 0,-1 3 0,1-4 0,1 4 0,5 2 0,0 0 0,0 0 0,-5 8 0,-1 3 0,-5 4 0,5 3 0,-7-1 0,2 0 0,2 0 0,-3 0 0,1-5 0,-6-1 0,0 3 0,0-7 0,0-1 0,0-12 0,0-5 0,0-12 0,6-4 0,0-7 0,7-1 0,-2 3 0,5 1 0,1 3 0,2 5 0,4-6 0,4 8 0,7-2 0,-5 6 0,0 6 0,5-3 0,6 8 0,2-1 0,-2 1 0,-3 4 0,1-4 0,-6 5 0,-3 1 0,-14 5 0,3 1 0,-13 7 0,1-5 0,-12 3 0,-3 3 0,-8-8 0,-6 7 0,0-3 0,2 1 0,2 0 0,3 1 0,5 5 0,-5 0 0,5 0 0,3 1 0,3-1 0,1 2 0,0 2 0,-2 2 0,0 0 0,6-6 0,0-6 0,0 1 0,8-8 0,2 3 0,7-7 0,-6-2 0,1-3 0,1-7 0,3-3 0,-1-2 0,-4 0 0,5-6 0,-5 0 0,-1 0 0,1 6 0,-7 5 0,2 1 0,-3 1 0,3-1 0,-4 3 0,8 16 0,-5 3 0,-3 4 0,4 3 0,4 1 0,1 4 0,-1-4 0,1 4 0,1-4 0,5-4 0,-2-2 0,-3-1 0,3-8 0,-4 1 0,5-3 0,1-2 0,-6-2 0,1-3 0,-6-5 0,5-7 0,-5 0 0,5 0 0,-7-1 0,2 1 0,-2-6 0,-1 0 0,3 2 0,0 2 0,-6 2 0,0 8 0,0 1 0,6 10 0,1 5 0,3 11 0,-4-1 0,5 6 0,-5 2 0,5-2 0,-5 5 0,5-5 0,-1 0 0,2-6 0,3-5 0,-4-3 0,5-1 0,-5-2 0,1-6 0,-9-2 0,3-4 0,-12-11 0,-3-10 0</inkml:trace>
  <inkml:trace contextRef="#ctx0" brushRef="#br0" timeOffset="5">14128 7032 8912,'-17'0'0,"0"-8"0,2 5 0,3-9 0,-3 8 0,13-3 0,-4 7 0,12 0 0,5 0 0,5 2 0,1 3 0,8-1 0,3 8 0,5-3 0,1 3 0,-1 3 0,-4-4 0,11 5 0,-4 1 0</inkml:trace>
  <inkml:trace contextRef="#ctx0" brushRef="#br0" timeOffset="6">14541 7290 8912,'-17'8'0,"0"-7"0,0 5 0,7-2 0,4 2 0,-1-2 0,1 7 0,0-5 0,6 5 0,0 3 0,-2-1 0,-3-2 0,3 5 0,-4-5 0,4-1 0,2 1 0,0-5 0,0 5 0,2-7 0,4 2 0,-4-4 0,13-4 0,-6-4 0,1-5 0,5-5 0,-3-1 0,3-6 0,2 0 0,-1-5 0,-5 5 0,4 0 0,-3 6 0,3 1 0,2 5 0,-5-2 0,-1 7 0,3 2 0,-5 2 0,3 2 0,-8 8 0,1 3 0,-1 10 0,2 2 0,-4 0 0,4-4 0,-3 2 0,3 2 0,-4 0 0,4-6 0,1-5 0,-1-1 0,7 1 0,-3-3 0,7-3 0,-5-4 0,-1-2 0,1 0 0,5-2 0,0-4 0,0-5 0,-5 1 0,-1-1 0,1-1 0,5-5 0,0 0 0,-7 7 0,-3 3 0,-7 14 0,0 5 0,0 3 0,0 2 0,0 0 0,0 1 0,0-1 0,0-8 0,0-1 0,0-8 0</inkml:trace>
  <inkml:trace contextRef="#ctx0" brushRef="#br0" timeOffset="7">14954 7152 8912,'-7'-17'0,"-1"0"0,-5 0 0,1 0 0,1-1 0,1 7 0,4-1 0,5 9 0,1-5 0,1 8 0,5 2 0,8 4 0,7 3 0,7 1 0,5 5 0,9-5 0,2 7 0</inkml:trace>
  <inkml:trace contextRef="#ctx0" brushRef="#br0" timeOffset="8">15402 7324 8912,'-17'0'0,"-1"0"0,1 0 0,6 0 0,-1 0 0,6 0 0,-5 0 0,7 2 0,-2 4 0,3-2 0,-3 7 0,4 1 0,-4 5 0,4 0 0,8 0 0,0 0 0,7 1 0,-1-3 0,3-4 0,2-3 0,0-8 0,1 0 0,-1 0 0,0-10 0,0-7 0,0 0 0,1-6 0,3-2 0,-4 2 0,4-5 0,-10 3 0,3 0 0,-3 0 0,-3 2 0,-8 6 0,0 0 0,0 0 0,0 5 0,-2 3 0,-4 1 0,2 4 0,-7 10 0,7 5 0,-2 12 0,-1-2 0,1 8 0,0-2 0,6 3 0,0-1 0,0 2 0,8 1 0,3 2 0,-1 1 0,1-1 0,1 1 0,5-1 0,0-3 0,0 3 0,-5-9 0,-1 9 0,-7-5 0,2-1 0,-6 5 0,-6-6 0,-5 1 0,-5 1 0,-3-8 0,-4 2 0,2 2 0,-7-2 0,7-6 0,-2-6 0,4-7 0,3 2 0,5-12 0,3-3 0,1-16 0,-3-2 0</inkml:trace>
  <inkml:trace contextRef="#ctx0" brushRef="#br0" timeOffset="9">16331 7307 8912,'-17'-8'0,"-6"5"0,0-9 0,0 6 0,6-3 0,0 1 0,-1 4 0,7 10 0,-1 6 0,3 5 0,-3 6 0,-1 5 0,7 11 0,2 3 0,3 2 0,1 1 0,0 7 0,0-8 0,0-4 0,1-4 0,5-1 0,-2-7 0,7 1 0,-5-14 0,6 3 0,-7-13 0,7 1 0,-1-6 0,5-8 0,-3-9 0,-1-10 0,-1-5 0,6-2 0,-2-8 0,-3-4 0,3-6 0,-3-5 0,-5 3 0,-1-3 0,2-2 0,-2 1 0,1-5 0,-3 6 0,2 2 0,-2 1 0,-3 12 0,-1 8 0,0 7 0,0 17 0,0 5 0,0 10 0,0 7 0,0 19 0,0 9 0,0 9 0,0 9 0,0 1 0,0 4 0,6 4 0,0-4 0,5 2 0,-5-2 0,6 2 0,-5-8 0,3-3 0,3-7 0,2-7 0,3-11 0,-1 0 0,0-12 0,2-4 0,4-13 0,4-7 0,7-11 0,1-8 0</inkml:trace>
  <inkml:trace contextRef="#ctx0" brushRef="#br0" timeOffset="10">16882 7307 8912,'-35'0'0,"3"0"0,3 0 0,-1 8 0,7 3 0,-2 6 0,4 6 0,-2 6 0,2 3 0,3 3 0,7-1 0,3-1 0,8-5 0,0 3 0,0-8 0,2 0 0,4-6 0,-2-7 0,7-5 0,-5-3 0,6-2 0,-1-2 0,6-3 0,0-7 0,1-5 0,-1-6 0,0 4 0,0-4 0,-1-2 0,-5 2 0,4 0 0,-3 6 0,-3 6 0,3-1 0,-6 3 0,5-3 0,-5 4 0,5 8 0,-7 0 0,9 10 0,-7 7 0,0 0 0,-6 6 0,0-4 0,0-1 0,2-1 0,2 0 0,1 0 0,9-7 0,-12-3 0,13-7 0,-5 0 0</inkml:trace>
  <inkml:trace contextRef="#ctx0" brushRef="#br0" timeOffset="11">17071 6929 8912,'0'-17'0,"0"7"0,-8-5 0,6 13 0,-5-4 0,7 14 0,0 9 0,0 10 0,-6 13 0,0 6 0,1 3 0,5 3 0,0 1 0,0 5 0,1-5 0,5 5 0,-4-5 0,4-1 0,-4-1 0,-2 1 0,0-8 0,0-2 0</inkml:trace>
  <inkml:trace contextRef="#ctx0" brushRef="#br0" timeOffset="12">16968 7359 8912,'0'-18'0,"0"1"0,0 0 0,0 0 0,5 0 0,1 0 0,10 5 0,1 1 0,9-3 0,7-1 0,5 5 0,8 5 0,2-5 0,15-1 0,-6 1 0,6-1 0,1-1 0,4-5 0</inkml:trace>
  <inkml:trace contextRef="#ctx0" brushRef="#br0" timeOffset="13">17501 7152 8912,'-42'35'0,"0"-3"0,-4-3 0,6 1 0,11-5 0,8 2 0,8 4 0,0-7 0,7-1 0,0-4 0,6-1 0,0-9 0,8-1 0,3-8 0,10-2 0,2-4 0,8-5 0,-3-12 0,3 2 0,0-6 0,-5 0 0,-1 1 0,4 5 0,-6-2 0,0 4 0,-6 1 0,-2 7 0,-3-1 0,3 9 0,-5-5 0,-1 8 0,-1 8 0,-8 3 0,0 6 0,0 6 0,0-4 0,0 4 0,0-4 0,0-2 0,2-1 0,4-5 0,-5 4 0,13-15 0,-8 0 0,7-7 0,-3-10 0</inkml:trace>
  <inkml:trace contextRef="#ctx0" brushRef="#br0" timeOffset="14">17742 6447 8912,'6'12'0,"0"-1"0,7 1 0,-2 5 0,7 2 0,5 4 0,3 8 0,11 14 0,1 13 0,2 7 0,0 17 0,-5 4 0,-16 4 0,-8-6 0,-9 0 0,-8 2 0,-7-10-290,-16 10 0,-1-11 290,-16-1 0,0-7 0,-6 2 0,3-14 0,3 2 0,-2-13 0,8-15 0,0 0 0,5-12 0,1-8 0,-1-5 0</inkml:trace>
  <inkml:trace contextRef="#ctx0" brushRef="#br0" timeOffset="15">12855 6946 8912,'-6'-36'0,"0"-4"0,-7-6 0,2-12 0,-5 5 0,-3-2 0,0 7 0,2 8 0,-10 5 0,10 9 0,-2 8 0,-2 11 0,0 12 0,-4 11 0,-2 10 0,0 13 0,-1 18 0,-3 14 0,8 17 0,13-39 0,1 1 0,1 3 0,3 1 0,0 4 0,2 0-72,2-1 1,2 1-1,0 5 1,2 2-1,2 3 1,3 2-1,5 2 1,3 1 71,3 1 0,4-1 0,4-1 0,3-1-256,0-4 0,3-2 1,3-7-1,3-3 256,0-5 0,2-3 0,6-3 0,2-4 0,-1-4 0,1-3 0,0-5 0,0-6 0,37-5 0,0-10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2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2960 5158 8912,'-10'-17'0,"-5"7"0,5-5 0,-1 7 0,1-5 0,3 1 0,1 9 0,6 5 0,0 15 0,2 11 0,4 11 0,3 14 0,8 16 0,3 9 0,3 6 0,-4 10 0,-7-47 0,1 1 0,-2 1 0,0 0 0,1 0 0,-1-1 0,12 40 0,-5 0 0,-3-8 0,-4-3 0,-1-20 0,-4-17 0,-4-11 0,3-22 0,-9-9 0,-1-13 0,-9-10 0,3-9 0,-4-18 0,-3-11 0,-5-5 0,0-13 0,1 5-326,4-10 0,-5 0 326,12 35 0,-1-1 0,-2 2 0,0-1 0,2-6 0,1-1 0,1 0 0,1-1 0,1 0 0,2 0 0,2 0 0,1 0 0,2 0 0,2 3 0,-1-32 0,0 19 0,7 27 0,5 14 0,5 14 0,6 8 0,-4 5 0,6 2 0,0 7 0,3 9 0,7 8 0,5 10 0,-2 8 0,8 9 0,0 7-213,6 10 1,-1 0 212,1 0 0,-2-6 0,-4 0 0,-4-2 0,-8 4 0,0-2 244,1 2 1,-8-6-245,-4-2 0,-4-3 0,-2-3 0,-6-7 0,1-4 0,-8-17 0,1-6 0,-3-11 0,-2 2 224,0-8 0,0-8-224,0-3 0,-5-6 70,-1-6 0,-8-4-70,3-7 0,-1-3 0,-3-1 0,-4-2 0,-10-8 0,3 4 0</inkml:trace>
  <inkml:trace contextRef="#ctx0" brushRef="#br0" timeOffset="1">3012 5519 8912,'-35'10'0,"6"3"0,1-7 0,7 7 0,-2-2 0,9-1 0,3 2 0,7-9 0,4 5 0,12-8 0,10-10 0,7-7 0,11-13 0,6-10 0,12-8 0,5 2 0,-2 2 0,2-2 0,6 8 0,5-2 0,-3 5 0,-6 7 0,-6 3 0,-7 8 0,-8 0 0,-2-1 0</inkml:trace>
  <inkml:trace contextRef="#ctx0" brushRef="#br0" timeOffset="2">4646 5210 8912,'0'17'0,"0"0"0,0 0 0,2-7 0,4-5 0,-2-5 0,7-5 0,-7 1 0,2-8 0,3 9 0,-7-5 0,6 6 0,-8-4 0,0 4 0,0-5 0,0 5 0,0-4 0,0 4 0,0-5 0,0 7 0,0-8 0,0 6 0,0-6 0,0 8 0,-8 0 0,6 0 0,-5 0 0,7 0 0,0 0 0,0-7 0,0 5 0,0-8 0,0 4 0,0 5 0,0-15 0,0 7 0,0-8 0,0 7 0,0-5 0,0 13 0,0-13 0,0 13 0,0-8 0,0 4 0,0 4 0,0-5 0,0 7 0,0 0 0,0-8 0,0 6 0,0-5 0,0 7 0,0 0 0,0 7 0,0-5 0,0 6 0,0-1 0,0-5 0,0 8 0,0-4 0,0-4 0,0 5 0,0-7 0,0 8 0,0-6 0,0 5 0,0-7 0,0 0 0,0 8 0,0-6 0,0 6 0,0-8 0,0 0 0,0 7 0,0-3 0,0 7 0,0 1 0,0 5 0,0 8 0,0 4 0,5 11 0,1 6 0,6 11 0,-7 6 0,7-2 0,-6 2 0,5 0 0,-3 4 0,1-4 0,-5-4 0,4-7 0</inkml:trace>
  <inkml:trace contextRef="#ctx0" brushRef="#br0" timeOffset="3">5644 4505 8912,'-19'-25'0,"-2"-2"0,0 0 0,4 6 0,4 8 0,9 7 0,-2 14 0,4 9 0,10 10 0,3 13 0,5 6 0,1 3 0,0 3 0,0 0 0,0-1 0,1 1 0,-1-1 0,-2-1 0,-1-2 0,-3-2 0,-7-6 0,2 6 0,-5-14 0,-1 0 0,-1-7 0,-5-9 0,2-1 0,-7-9 0,-1-1 0,-5-5 0,2-9 0,3-8 0,-1-3 0,7-8 0,2-3 0,2-1 0,2-3 0,0 1 0,8-4 0,3 3 0,7-1 0,3 11 0,3 0 0,3 1 0,2 1 0,5 6 0,1 7 0,-1 4 0,-5 6 0,-2 6 0,-3 7 0,-3 8 0,-9 6 0,-6 7 0,-6 7 0,-6-1 0,-11 7 0,-12-1 0,-3-4 0,-3-2 0,3-3 0,3-3 0,4-1 0,8-5 0,0-11 0,7-11 0,4-12 0,12-13 0,6-15 0,-5 0 0,16-16 0,-4 6 0</inkml:trace>
  <inkml:trace contextRef="#ctx0" brushRef="#br0" timeOffset="4">6092 4763 8912,'27'11'0,"-4"0"0,-12 1 0,-5 5 0,-12 0 0,4-5 0,-4-1 0,4-5 0,2 5 0,0-7 0,8 4 0,4-10 0,3-4 0,2-5 0,6-1 0,0-5 0,0 4 0,-6-10 0,-7 4 0,-5 2 0,-3-1 0,-2 1 0,0 0 0,0 0 0,-7 1 0,-5 5 0,-5-2 0,-6 7 0,2 0 0,-6 8 0,2 6 0,4 9 0,-3 2 0,1 10 0,2-1 0,9 7 0,-1-1 0,7 0 0,0 1 0,6-1 0,10-5 0,5-4 0,10-4 0,7-6 0,1-9 0,13-1 0,0-5 0,5-5 0,7-7 0,-1-11 0,-7-3 0,7-24 0,-3-4 0</inkml:trace>
  <inkml:trace contextRef="#ctx0" brushRef="#br0" timeOffset="5">6694 4401 8912,'-7'18'0,"-3"1"0,-7 4 0,0-4 0,-3 6 0,-1-1 0,-2 5 0,1 5 0,4 7 0,3 1 0,4 3 0,3 3 0,8-8 0,2 0 0,4-5 0,11-10 0,11-8 0,5-2 0,1-9 0,3 0 0,-1-8 0,0-4 0,-3-5 0,-3-12 0,5-4 0</inkml:trace>
  <inkml:trace contextRef="#ctx0" brushRef="#br0" timeOffset="6">7159 4384 8912,'-17'0'0,"-6"0"0,0 0 0,-2-5 0,2-1 0,2 2 0,-8 10 0,6 5 0,-5 12 0,14-4 0,-1 6 0</inkml:trace>
  <inkml:trace contextRef="#ctx0" brushRef="#br0" timeOffset="7">6883 4625 8912,'-7'42'0,"5"-6"0,-4 4 0,4-9 0,2-2 0,8-8 0,3 2 0,-1-12 0,1-5 0,1-4 0,5-2 0,0-2 0,1-4 0,-1-5 0,0-12 0,0-4 0,0-7 0,1-1 0,-1 1 0,0-3 0,0-3 0,-5 2 0,-1-8 0,-7 8 0,2-2 0,-4 6 0,-2 5 0,0 4 0,0 8 0,0 0 0,0 7 0,0 10 0,0 13 0,0 9 0,0 4 0,0 9 0,2-7 0,3 1 0,5 2 0,-1 1 0,7-3 0,-5-1 0,4-9 0,3-1 0,-1-3 0,0-9 0,0-1 0,0-7 0,1-3 0,-9-5 0,-1-7 0</inkml:trace>
  <inkml:trace contextRef="#ctx0" brushRef="#br0" timeOffset="8">7348 4367 8912,'0'-17'0,"0"0"0,0-1 0,0 1 0,0 8 0,0-7 0,0 16 0,0 0 0,0 8 0,0 9 0,6 2 0,0 4 0,5-4 0,-5 4 0,1-2 0,-3 0 0,4 0 0,1-5 0,-3 1 0,6-6 0,-1-3 0,6 0 0,1-8 0,-7-2 0,1-4 0,-1-5 0,6-12 0,-2-2 0,-3-4 0,1-3 0,-7 1 0,0-5 0,1-4 0,-5 5 0,4 7 0,-4 7 0,-2-2 0,0 11 0,0-3 0,0 13 0,2 0 0,4 8 0,-4 7 0,5-3 0,-1 1 0,0 1 0,7-7 0,-1 7 0,-3-8 0,3 1 0,-1 3 0,6-2 0,-5 0 0,-1-6 0,1 0 0,5 0 0,0 0 0,-5 0 0,-1-2 0,2-4 0,-3 2 0,1-7 0,-5 5 0,6-6 0,-8 9 0,11-13 0,-11 14 0,7-3 0,1 3 0,-1 7 0,1 1 0,-7 6 0,7-7 0,-7 7 0,7-6 0,-6 5 0,5-5 0,-5 1 0,5-1 0,-5-4 0,6 4 0,-7-4 0,5-4 0,-2-4 0,-1-3 0,-1-9 0,-2 1 0,7 0 0,-5-2 0,5-4 0,-7 4 0,2-4 0,2 2 0,-3-2 0,1 4 0,-6-4 0,0 4 0,0 2 0,0-1 0,0 7 0,0-1 0,0 7 0,0-7 0,0 8 0,0-5 0,0 3 0,-2 4 0,-4-3 0,5 5 0,-5 5 0,-2-1 0,2 8 0,-5-1 0,5 6 0,-1 0 0,1 1 0,4-1 0,-4 0 0,2 0 0,-1 0 0,3 1 0,-4-1 0,4 0 0,2 0 0,2 0 0,4 1 0,-4-1 0,3 0 0,3 0 0,-2 0 0,5 1 0,-5-1 0,5 0 0,-3 0 0,0 0 0,-1 0 0,7 1 0,-12-1 0,3 0 0,-3 8 0,-4-6 0,-3 4 0,-3-4 0,-3-2 0,-5 0 0,7 1 0,-7-11 0,5-7 0,3-9 0,8-14 0,8-2 0,3-4 0,-1-3 0,1 3 0,3-3 0,9-3 0,-4 7 0,4-1 0,4 0 0,1-5 0,5 0 0,1-1 0,1 1 0,-1-1 0,0-5 0,1 0 0,-6 2 0,-1 9 0,-13-3 0,3 3 0,-7-1 0,1 1 0,-7 4 0,-10 8 0,-5 7 0,-9 3 0,-4 1 0,-6 0 0,3 10 0,-3 13 0,6 10 0,-6 13 0,2 4 0,-1 8 0,9-1 0,7 1 0,8-3 0,-1-3 0,5 2 0,5-8 0,15-2 0,14-9 0,12-8 0,9-8 0,6-7 0,8-12 0,4-11-141,-4-11 0,2-5 141,-14-1 0,0-8 0,-7 0 0,-4-4 0,-6 6 0,-4 3 0</inkml:trace>
  <inkml:trace contextRef="#ctx0" brushRef="#br0" timeOffset="9">2048 8356 8912,'-27'0'0,"2"0"0,0 0 0,6 0 0,4 2 0,15 4 0,8-3 0,9 9 0,0-1 0,0 6 0</inkml:trace>
  <inkml:trace contextRef="#ctx0" brushRef="#br0" timeOffset="10">2134 8493 8912,'0'-17'0,"0"0"0,0 0 0,-2 2 0,-2 1 0,-2 3 0,-1 5 0,1-4 0,-5 3 0,1-1 0,-1 2 0,5 5 0,-6-5 0,7 4 0,-7 2 0,8 2 0,-1 4 0,-3-3 0,2 9 0,0-1 0,5 8 0,-3 2 0,-2 2 0,0 8 0,6-2 0,0-3 0,0 3 0,0-6 0,0 4 0,0-3 0,0-3 0,0-1 0,0-3 0,6-6 0,0 1 0,7-9 0,-1 3 0,-3-12 0,3-5 0,-3-6 0,3-6 0,3 2 0,-6-6 0,3 0 0,-1 1 0,-5 5 0,6-2 0,-7 4 0,5 1 0,-1 3 0,1 4 0,-4 3 0,5 8 0,1 0 0,5 0 0,0 2 0,0 4 0,1 3 0,-1 8 0,0 1 0,0-1 0,6-6 0,2-1 0,2-3 0,3-3 0,-5-2 0,-2-2 0,-4-15 0,-2-4 0</inkml:trace>
  <inkml:trace contextRef="#ctx0" brushRef="#br0" timeOffset="11">3597 7788 8912,'9'-11'0,"-3"0"0,-4-1 0,-2 3 0,0 1 0,-8 8 0,-1 8 0,-9 1 0</inkml:trace>
  <inkml:trace contextRef="#ctx0" brushRef="#br0" timeOffset="12">7314 5124 8912,'-12'0'0,"1"0"0,-3 0 0,5 9 0,-3 8 0,1 10 0,1 6 0,-3 9 0,7 3 0,0 11 0,6 1 0,2-3 0,4-7 0,4-7 0,7-11 0,0-6 0,0-11 0,0-7 0,1-3 0,-1-15 0,0-8 0,0-8 0,1-7 0,-9-10 0,6 25 0,-5-2 0</inkml:trace>
  <inkml:trace contextRef="#ctx0" brushRef="#br0" timeOffset="13">7365 5261 8912,'-13'-25'0,"-4"-3"0,-10 3 0,4 2 0,-2 11 0,4 7 0,-2 3 0,2 2 0,8 9 0,1 8 0,8 8 0,-1 8 0,5-1 0,5 3 0,13-12 0,10 5 0,5-7 0,1-4 0</inkml:trace>
  <inkml:trace contextRef="#ctx0" brushRef="#br0" timeOffset="14">8071 4900 8912,'-17'-44'0,"-1"-2"0,1 12 0,0 3 0,0 14 0,0 8 0,-3 3 0,-1 4 0,-1 2 0,-1 9 0,5 9 0,7 8 0,-1 15 0,9-3 0,-3 8 0,6-1 0,6 7 0,3 0 0,8-1 0,1 1 0,-1-1 0,2 1 0,2-1 0,4-1 0,2-4 0,-6 2 0,2-8 0,-6-2 0,-6-9 0,-3-4 0,0-8 0,1 0 0</inkml:trace>
  <inkml:trace contextRef="#ctx0" brushRef="#br0" timeOffset="15">7658 5261 8912,'-33'2'0,"5"2"0,5 2 0,4-3 0,9-1 0,4-2 0,16 0 0,15-2 0,19-3 0,15-5 0,16-7 0,1-8 0,6-4 0,-3-3 0,-3-2 0,3-1 0,-11 1 0,-5 7 0,-17 4 0,-4-4 0,-7 1 0</inkml:trace>
  <inkml:trace contextRef="#ctx0" brushRef="#br0" timeOffset="16">3476 7857 8912,'-6'-11'0,"-1"1"0,-3 3 0,4-5 0,-5 6 0,-2 3 0,5 8 0,2 9 0,6 9 0,6 11 0,4 2 0,7 10 0,-6-6 0,1 4 0,1 0 0,2 0 0,3-4 0,-1 6 0,0-13 0,-2-1 0,-3-5 0,-7-6 0,3-8 0,-2-1 0,0-10 0,-6-2 0,0-10 0,0-13 0,0-6 0,0-1 0,0 1 0,2-3 0,3 3 0,3-2 0,5 3 0,1 3 0,5 0 0,0 6 0,10-4 0,-1 10 0,7 3 0,-1 3 0,1 3 0,-3 9 0,-3 7 0,-1 5 0,-10 6 0,1 4 0,-14 7 0,-1 6 0,-9 0 0,-11 8 0,-7-2 0,-5-4 0,5-2 0,0-9 0,6-5 0,-1-3 0,1-7 0,6-9 0,-1-12 0,8-13 0,-3-8 0</inkml:trace>
  <inkml:trace contextRef="#ctx0" brushRef="#br0" timeOffset="17">4113 7960 8912,'27'0'0,"-3"8"0,-14-6 0,-2 6 0,-8-8 0,2 0 0,3 0 0,-1 0 0,8-2 0,1-4 0,2-4 0,3-7 0,-1 0 0,0 0 0,0-6 0,0-2 0,-1-2 0,-5-3 0,-1 3 0,-5-2 0,-5 6 0,0-3 0,-9 3 0,-6 8 0,-10 5 0,-4 10 0,-3 8 0,-3 3 0,1 12 0,-1 8 0,3 5 0,3 4 0,4 8 0,8-2 0,7 1 0,5-1 0,12 2 0,11-8 0,10-4 0,11-5 0,10-14 0,9-11 0,5-6 0,-6-6 0,6-11 0,-7-14 0,-5-7 0,-3-8 0,-10-3 0,2-3 0,-3 2 0,-3 5 0,-5-3 0,0 8 0,-8 0 0,2 5 0,-12 3 0,-5 3 0,-6 6 0,-6 12 0,-7 5 0,-8 4 0,1 4 0,-2 4 0,2 9 0,3 10 0,0 3 0,0 9 0,7-9 0,4 7 0,-1-5 0,1 5 0,0-3 0,6-3 0,0-4 0,0-8 0,6 0 0,2-2 0,1-3 0,5-6 0,1-6 0,2-6 0,0-6 0,1-9 0,1-4 0,4-1 0,-4-3 0,4-5 0,-4-1 0,-2 1 0,0 5 0,0 1 0,1 1 0,-1-2 0,0 8 0,0 8 0,-5 5 0,-1 8 0,-1 2 0,1 4 0,5 3 0,-5 10 0,4 2 0,3 2 0,-7 6 0,1-6 0,-1 0 0,6-6 0,0 0 0,1 0 0,-7-7 0,1-4 0,-1-4 0,6-2 0</inkml:trace>
  <inkml:trace contextRef="#ctx0" brushRef="#br0" timeOffset="18">5524 6912 8912,'-17'0'0,"0"-8"0,1 14 0,5-1 0,-3 16 0,9 8 0,-1 9 0,6 4 0,2 2 0,4 4 0,3 0 0,8 0 0,2-4 0,4-2 0,-3 3 0,4-6 0,-1-5 0,0-3 0,0-12 0,-6-2 0,1-8 0,-1-16 0,0-3 0</inkml:trace>
  <inkml:trace contextRef="#ctx0" brushRef="#br0" timeOffset="19">5851 6843 8912,'-17'0'0,"0"2"0,-1 4 0,-1 11 0,-4 11 0,4 12 0,-4 8 0,4 8 0,2 7 0,7 7 0,5-1 0,6 0 0,11-18 0,7-3 0,15-13 0,9-11 0,2-6 0,3-13 0,0-16 0,-2-10 0,2-4 0,-8-7 0,-6 3 0,-7-4 0,-17-9 0,-3-1 0</inkml:trace>
  <inkml:trace contextRef="#ctx0" brushRef="#br0" timeOffset="20">1962 8115 8912,'-17'10'0,"-1"-5"0,11 5 0,7 3 0,11 8 0,12 8 0,13 7 0,14 10 0,6 8 0,11 14 0,-31-32 0,2-1 0,3 2 0,0 1 0,1 4 0,0 2 0,5 3 0,0 1 0,-2 1 0,-2 0 0,-2-1 0,-3 1 0,-8-5 0,-3 0 0,-3 0 0,-2 0 0,14 38 0,-7 0 0,-12-7 0,-11-7 0,-20-7 0,-5-9 0</inkml:trace>
  <inkml:trace contextRef="#ctx0" brushRef="#br0" timeOffset="21">2237 10333 8912,'-17'-27'0,"0"4"0,0 4 0,-1 4 0,3 5 0,4 10 0,5 16 0,13 14 0,9 9 0,5 6 0,7 3 0,-3 2 0,0-2 0,0-1 0,4 9 0,-6-5 0,2-7 0,-4 4 0,1-6 0,0-2 0,-9-2 0,-2-9 0,-7-4 0,2-8 0,-4-9 0,-2-8 0,2-16 0,3-12 0,-3-10 0,6-3 0,0 1 0,3-2 0,4 6 0,3-4 0,5 5 0,0 7 0,7-3 0,-1 8 0,-2 0 0,1 6 0,-7 8 0,2 3 0,2 6 0,-4 8 0,-6 9 0,-7 9 0,-6 9 0,-2 5 0,-10 2 0,-5 6 0,-10 0 0,-7 5 0,-1 1 0,-13 9 0,2-8 0,-1 2 0,-3-11 0,6-8 0,0-7 0,0-8 0,-6-12 0,4-3 0</inkml:trace>
  <inkml:trace contextRef="#ctx0" brushRef="#br0" timeOffset="22">2220 9697 8912,'0'-52'0,"-6"8"0,0 4 0,1 12 0,18 12 0,4 16 0,20 16 0,3 12 0,11 16 0,13 12 0,-28-22 0,2 2 0,3 4 0,0 2 0,5 5 0,0 2-308,1 4 1,-2 3 0,-1 3 0,-2 2 307,-1 1 0,-2 2 0,-2 5 0,-1 2 0,2 9 0,0 4 0,0 4 0,-1 2 0,-12-27 0,0 1 0,-1 2 0,0 3 0,-2 1 0,-1 1 0,0 1 0,-2 0 0,-1 2 0,0 4 0,-1 2 0,-1 0-985,1 4 1,-2 0 0,-1 1 984,-1 2 0,-2 1 0,0 0 0,-1 3 0,0 0 0,-2 0 0</inkml:trace>
  <inkml:trace contextRef="#ctx0" brushRef="#br0" timeOffset="23">3924 9972 8912,'-18'-10'0,"3"7"0,4 8 0,5 13 0,4 8 0,4 11 0,4 7 0,7 9 0,8 6 0,12 10 0,9 6 0,2-5 0,3-5 0,-3-2 0,2-11 0,-4-1 0,-2-16 0,-1-12 0,-16-18 0,-2-3 0,-8-11 0,-1-8 0,-9-8 0,3-10 0,-4-5 0,-2 0 0,0-11 0,0 5 0,-2-6 0,-4 12 0,3-4 0,-9 10 0,8-3 0,-2 14 0,5 6 0,1 6 0,0 7 0,0 6 0,1 15 0,5 10 0,4 7 0,7 6 0,0-1 0,2 4 0,2 0 0,2-5 0,0-10 0,-6-5 0,3-6 0,1-5 0,2-6 0,-2-4 0,-2-16 0,-2-3 0,0-17 0,0-1 0,-7-11 0,-4 1 0,-4-5 0,-2-2 0,-2-5 0,-4 0 0,-6-1 0,-11 7 0,2 1 0,-7 4 0,7 6 0,-2 12 0,4 3 0,1 15 0,9 2 0,1 16 0,8 5 0,0 9 0,8-1 0,3 5 0,7 1 0,5 0 0,-2-12 0,7 2 0,1-11 0,5 2 0,1-8 0</inkml:trace>
  <inkml:trace contextRef="#ctx0" brushRef="#br0" timeOffset="24">5094 9920 8912,'-12'0'0,"1"0"0,7 8 0,-4 2 0,8 9 0,0 2 0,0 2 0,0 2 0,0-3 0,0-2 0,2 2 0,2-2 0,2-3 0,7 0 0,-1 0 0,-3-2 0,3-3 0,-1-4 0,6-8 0,-1-8 0,-5-4 0,-3-10 0,-8-5 0,0-8 0</inkml:trace>
  <inkml:trace contextRef="#ctx0" brushRef="#br0" timeOffset="25">5008 9749 8912,'-33'-18'0,"5"1"0,-3 2 0,8 1 0,2 3 0,2 7 0,2-3 0,7 7 0,10 0 0,12 0 0,10 0 0,7 0 0,4 0 0,1 0 0,1 0 0,-1 0 0,0 0 0,1-8 0,-1-2 0</inkml:trace>
  <inkml:trace contextRef="#ctx0" brushRef="#br0" timeOffset="26">5352 9800 8912,'8'10'0,"-7"5"0,7-6 0,-8 1 0,-2 3 0,-2-5 0,-3 0 0,-3-1 0,6 1 0,-1-2 0,-5-4 0,-1 3 0,3-3 0,0-2 0,8-2 0,0-3 0,0-7 0,0-3 0,0-2 0,6-1 0,0 1 0,7 2 0,-1 2 0,1 1 0,-2-1 0,10-2 0,-3-3 0,3 7 0,-4-1 0,0-1 0,0-2 0,6 3 0,0 1 0,6-6 0,-6-6 0,6-2 0,-7 2 0,7 2 0,-6-8 0,-2 6 0,-9-5 0,1 1 0,-7-2 0,-2 6 0,-3 4 0,-1 2 0,-1 2 0,-5 3 0,-4 5 0,-7 7 0,2 2 0,3 3 0,-3 5 0,5 7 0,-1 2 0,-1 4 0,9-4 0,-3 4 0,4-4 0,2-2 0,0 1 0,0-1 0,0 0 0,2-2 0,4-3 0,3 3 0,8-4 0,3 5 0,3 1 0,-2 0 0,7 0 0,1 6 0,5 0 0,1 8 0,-1-3 0,-1 5 0,-5 1 0,1 8 0,-12 4 0,2-2 0,-13 2 0,0-2 0,-6 2 0,-8-6 0,-3-11 0,-5-5 0,-1-6 0,6-9 0,-1-3 0,-1-6 0,-2-6 0,-1-11 0,3-12 0,3-3 0,3-3 0,1-5 0,6 0 0,0-8 0,0 3 0,0-3 0,0 2 0,6-4 0,-1 4 0,9-5 0,-3-6 0,10 1 0,2-7 0,6 6 0,-6-6 0,6 7 0,-6-1 0,-2 5 0,-2 7 0,-4 4 0,-4 13 0,-3 3 0,-8 8 0,-2 5 0,-4 1 0,3 7 0,-9-2 0,3 6 0,-3 6 0,-1-2 0,7 7 0,2 3 0,2 1 0,2 2 0,2 0 0,4 2 0,5 4 0,5-2 0,1 8 0,8 0 0,3 5 0,5 0 0,1 1 0,-5 5 0,0 0 0,1 0 0,3 2 0,-6-4 0,-4 8 0,-6 0 0,-6 6 0,-3 1 0,-8 5 0,-8-5 0,-3 4 0,-14-11 0,-10-6 0,-7-3 0,-9-3 0</inkml:trace>
  <inkml:trace contextRef="#ctx0" brushRef="#br0" timeOffset="27">3511 12912 8912,'-2'-29'0,"-2"3"0,-4-1 0,-1 0 0,-5-1 0,-1-1 0,-2 2 0,0 2 0,-1 4 0,1 10 0,-2 5 0,-4 4 0,-2 17 0,-3 10 0,5 13 0,3 14 0,5 9 0,4 14 0,5 5 0,4 4 0,6-6 0,7-3 0,8-12 0,18-6 0,5-5 0,9-6 0,1-14 0,5-15 0,-3-9 0,-2-6 0,-3-12 0,-3-7 0,-4-13 0,-7-11 0,-5-6 0,-7 1 0,0-19 0,-13-6 0</inkml:trace>
  <inkml:trace contextRef="#ctx0" brushRef="#br0" timeOffset="28">3098 11984 8912,'-2'-29'0,"-4"2"0,-4 0 0,1 1 0,-5-1 0,9-2 0,-1-1 0,6 7 0,4 2 0,9 9 0,20 7 0,20 3 0,18 27 0,-26-7 0,2 4 0,2 9 0,-1 5-386,7 7 1,-1 5 0,4 5-1,-1 3 386,6 11 0,0 4 0,-19-22 0,-1 1 0,0 2-322,3 5 1,0 3-1,0 0 1,-1 2-1,0 1 1,-1 1 321,-1 2 0,0 1 0,-3 1 0,-2 3 0,-1 2 0,-3 1 0,-3 0 0,-3 1 0,-1-1 0,-3-4 0,-1 0 0,-1-2 0,-4-4 0,-1-1 0,-1 0 0,6 30 0,-3-1-455,-7-8 0,-2-2 455,0-2 0,-4-1 0,-5-6 0,-2-1 0,1-3 0,0-1 0,0 1 0,0 0 0</inkml:trace>
  <inkml:trace contextRef="#ctx0" brushRef="#br0" timeOffset="29">4646 12482 8912,'10'-23'0,"-4"0"0,-4 0 0,-2 1 0,0-1 0,0 2 0,1 3 0,5 7 0,6 5 0,3 4 0,4 2 0,2 2 0,4 2 0,2 2 0,7 7 0,6-1 0,0 3 0,3 2 0,-13 0 0,5 0 0,-13 10 0,0 6 0,-9 9 0,-7 7 0,-6-1 0,-6 9 0,-11-1 0,-12 1 0,-11-1 0,-6 5 0,-4-2 0,-1-4 0,7-9 0,4-6 0,3-11 0,3-6 0,7-12 0,4-5 0,10-6 0,1-6 0,8-11 0,-1-12 0,5-5 0,5-4 0,7-4 0,3-2 0,10 6 0,4-2 0,1 5 0,-1 7 0,3 3 0,-3 8 0,9-1 0,3 1 0,1 8 0,-4 3 0,2 6 0,-2 6 0,-1 3 0,-3 8 0,-7 2 0,-4 4 0,2-4 0,-3 4 0,1-4 0,-5-1 0,-7-9 0,1-3 0,-1-12 0,6-3 0</inkml:trace>
  <inkml:trace contextRef="#ctx0" brushRef="#br0" timeOffset="30">5541 12070 8912,'0'-35'0,"-7"8"0,-5 5 0,-3 8 0,-2 5 0,-1 1 0,9 2 0,1 14 0,8 3 0,8 12 0,3 6 0,5 9 0,1 2 0,0 10 0,2 0 0,2 5 0,2 0 0,2-1 0,-2-3 0,2-1 0,3-4 0,5-6 0,-4-11 0,1-4 0,-1-8 0,3-8 0,-3-3 0,-2-16 0,0-11 0,-3-13 0,-3-8 0,-3-2 0,-7-2 0,3-1 0,-9 6 0,1 1 0,-6 6 0,-8 1 0,-3 5 0,-4 5 0,-3 4 0,-5 9 0,1 4 0,-7 6 0,6 6 0,2 11 0,9 12 0,-1 4 0,7 1 0,1 6 0,5 0 0,1-2 0,5-1 0,11-11 0,12-3 0,7-11 0,10-6 0,8-14 0,15-9 0,-2-14 0,-4-9 0,7-8 0,-8 4 0,-9-2 0,-9 1 0,0-1 0,0-6 0</inkml:trace>
  <inkml:trace contextRef="#ctx0" brushRef="#br0" timeOffset="31">6505 12052 8912,'-17'-17'0,"-1"0"0,1 0 0,0 0 0,0 7 0,0 4 0,-6 12 0,0 6 0,-8 10 0,2 7 0,7 4 0,4 1 0,3 6 0,9 0 0,1-2 0,6-7 0,5-4 0,6-2 0,13-10 0,9-9 0,0-5 0,7-1 0,1-7 0,-2-5 0,-2-5 0,-9-6 0,1-2 0,-7-3 0,0-3 0,-6 8 0,-1 2 0,-5 2 0,2 2 0,-7 0 0,0 7 0,-6 3 0,0 14 0,0 7 0,0 7 0,0 13 0,0 12 0,0 4 0,0 1 0,0 8 0,0 4 0,0-3 0,0-3 0,-2 2 0,-4-2 0,-1-7 0,-5-10 0,-9-5 0,4-7 0,-4-5 0,4-11 0,0-7 0,-1-3 0,1-11 0,0-8 0,2-3 0,3-8 0,-1 5 0,7-6 0,0 2 0,6-1 0,8-5 0,3 5 0,-3 10 0,0 3 0</inkml:trace>
  <inkml:trace contextRef="#ctx0" brushRef="#br0" timeOffset="32">6591 12465 8912,'34'-32'0,"1"3"0,7-21 0,2 6 0,9-7 0,3 1 0,1 4 0,1-3 0,-7 3 0,-9 4 0,-7 2 0,-9 3 0,-8 3 0,-3-1 0,-4 1 0,-3 7 0,-8 2 0</inkml:trace>
  <inkml:trace contextRef="#ctx0" brushRef="#br0" timeOffset="33">7159 11760 8912,'-8'-9'0,"4"-7"0,-7 5 0,5-3 0,-5 3 0,-1 3 0,-5 8 0,6 10 0,-1 7 0,2 2 0,-1 10 0,7 3 0,8 7 0,2-3 0,11 4 0,-2 2 0,14-2 0,-6 2 0,6-2 0,-7-2 0,7 8 0,-10-2 0,-2 2 0,-7 4 0,-10-6 0,-4 3 0,-7 5 0,-24-2 0,-22 13 0,-18-8-191,33-26 0,-2-1 0,2 0 0,-2-2 191,-2 1 0,1-2 0,-34 13 0,10-4 0,8-11 0,10 0 0,7-6 0,3-5 0,5-5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3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3166 5175 8912,'10'-9'0,"-4"-7"0,-4-5 0,-2 0 0,-2 2 0,-2 2 0,-2 0 0,-5 0 0,3 1 0,-2 5 0,5 7 0,-5 17 0,3 16 0,3 13 0,2 17 0,2 10 0,0 9 0,0 12 0,0 2 0,0-2 0,0 3 0,0-1 0,0-43 0,0 1 0,0 48 0,0-12 0,0-8 0,-2-13 0,-4-13 0,2-16 0,-7-13 0,7-14 0,-2-9 0,4-23 0,0-21 0,-1-17 0,-3-19 0,-2-4 0,2-8 0,5 4-226,-5 3 1,-2 4 225,2 1 0,-7 15 0,2 2 0,1 15 0,-3 8 0,-5 4 0,-3 1 0,-9 5 0,1 7 0,-3 8 0</inkml:trace>
  <inkml:trace contextRef="#ctx0" brushRef="#br0" timeOffset="1">2874 5278 8912,'-8'-17'0,"6"0"0,-3 0 0,12-2 0,10-4 0,16-4 0,13-7 0,11 5 0,6 0 0,12 10 0,5 2 0,2 2 0,-3 9 0,-10 4 0,-10 6 0,-15 7 0,-10 12 0,-9 4 0,-13 7 0,-5 3 0,-7 3 0,-7-2 0,-7 10 0,-7 3 0,-8 5 0,-5 1 0,-6-5 0,2-7 0,-8 1 0,2-4 0,-2-2 0,4-1 0,9-16 0,5-4 0,5-6 0,11-5 0,5-8 0,16-2 0,8-4 0,10 2 0,15-7 0,8-1 0,5 3 0,8-5 0,-5 9 0,5-7 0,-6 6 0,1 5 0,-7 12 0,-12 2 0,-7 18 0,-7 3 0,-10 5 0,-7 8 0,-14-1 0,-5 4 0,-12 1 0,-12 7 0,-11-1 0,-5 0 0,-9-5 0,-8-1 0,-11 1 0,35-27 0,-2 0-119,1-2 1,-1 0 0,0-2-1,2-2 119,-37 9 0,7-3 0,11-8 0,11-7 0,29-10 0,23-12 0,15-10 0,20-7 0,7 4 0,4 2 0,4-2 0,3 0 0,4-1 0,1-3 0,-1-5 0,-7-1 0</inkml:trace>
  <inkml:trace contextRef="#ctx0" brushRef="#br0" timeOffset="2">4767 5846 8912,'-29'9'0,"2"-3"0,2-4 0,4-2 0,2 0 0,14 0 0,10-2 0,16-2 0,10-2 0,17-7 0,5 2 0,7-5 0,5-1 0,2 0 0,-1 2 0,-1 1 0,-1 3 0,-9-1 0,2-5 0,-3 0 0,-2 0 0,-16 7 0,-9 3 0,-12-1 0,-7 6 0,-10-6 0,-6 10 0,-7 2 0,-6 2 0,-2 5 0,6-5 0,-1 7 0,1-1 0,6-3 0,-1 3 0,-7-1 0,-8 7 0</inkml:trace>
  <inkml:trace contextRef="#ctx0" brushRef="#br0" timeOffset="3">3425 7840 8912,'-46'0'0,"0"0"0,-4 0 0,-4 0 0,-5 0 0,0 4 0,2 5 0,7 9 0,6 12 0,9 5 0,3 10 0,3 11 0,6 5 0,12 6 0,5-4 0,4-6 0,2-5 0,0-6 0,2-10 0,4-11 0,5-4 0,10-16 0,4-3 0,2-5 0,-6-9 0,2-11 0,-2-4 0,-2-9 0,0-4 0,-3-6 0,-5 2 0,0-2 0,-1 8 0,-4-2 0,-4 4 0,3 1 0,-3 9 0,-2 3 0,2 6 0,4 5 0,-4 4 0,13 10 0,-3 4 0,5 11 0,4 12 0,4 5 0,2 6 0,1-9 0,7 3 0,5-11 0,0 0 0,2-6 0,-2-5 0,-9-4 0,1-8 0,-7-4 0,-10-8 0,3-7 0,-9-15 0</inkml:trace>
  <inkml:trace contextRef="#ctx0" brushRef="#br0" timeOffset="4">3356 7152 8912,'-25'10'0,"-2"-2"0,-7-8 0,7 1 0,8 5 0,11 6 0,20 3 0,22 2 0,18 10 0,16 7 0,1 10 0,6 13 0,-6 12-49,-37-30 1,-1 3 0,2 3-1,-1 3 1,-3 2 0,-3 1-1,-1 3 1,-2 1 48,-3 1 0,-4 1 0,-4 3 0,-4 2-256,-4 4 0,-3 0 0,0 4 0,-2-1 256,0 1 0,-3-2 0,-4-3 0,-4-2 0,-4-5 0,-2-1 0,1-1 0,0 0-159,-3 2 0,-1-1 1,1-1-1,-2-1 159,2-9 0,0-1 0,3 3 0,0-2 0,-12 19 0,-2-6 0,-1-7 0</inkml:trace>
  <inkml:trace contextRef="#ctx0" brushRef="#br0" timeOffset="5">4595 7754 8912,'0'-17'0,"0"0"0,0-2 0,0-2 0,0-2 0,0 2 0,0 2 0,-2 1 0,-4 1 0,4 8 0,-5 5 0,7 13 0,0 12 0,0 10 0,1 1 0,5 14 0,2 0 0,3 6 0,5-1 0,-5-1 0,4-2 0,3-2 0,-9-1 0,6-16 0,-5-6 0</inkml:trace>
  <inkml:trace contextRef="#ctx0" brushRef="#br0" timeOffset="6">4767 8201 8912,'19'15'0,"4"-3"0,-4 3 0,8-13 0,-4 4 0,-2-12 0,7-5 0,1-12 0,6-8 0,-5-5 0,-7-4 0,-2-6 0,-15 6 0,0-8 0,-6 4 0</inkml:trace>
  <inkml:trace contextRef="#ctx0" brushRef="#br0" timeOffset="7">4681 8081 8912,'-17'17'0,"-1"0"0,1-7 0,8-3 0,9-14 0,17-5 0,11-9 0,5-2 0,9-5 0,4 5 0,-4-6 0,0 6 0,-2 2 0,0 2 0,1 2 0,-7 0 0,-7-6 0,-6 0 0,-8 2 0,-5-6 0,-8 0 0</inkml:trace>
  <inkml:trace contextRef="#ctx0" brushRef="#br0" timeOffset="8">4526 7840 8912,'11'-8'0,"1"-3"0,1-12 0,10-6 0,13-7 0,16-8 0,9-7 0,6-3 0,8 3 0,-3 7 0,-5 9 0,-7 10 0,-9 14 0,-5 5 0,-6 4 0,-11 2 0,-4 0 0</inkml:trace>
  <inkml:trace contextRef="#ctx0" brushRef="#br0" timeOffset="9">5490 7668 8912,'-20'10'0,"-2"-3"0,-7 1 0,-4 3 0,-3-1 0,-4 1 0,9 9 0,-3 6 0,3 3 0,4 0 0,3-1 0,8 7 0,5-1 0,5 0 0,4 1 0,2-1 0,8-7 0,3-4 0,-1-6 0,1-5 0,1-5 0,5-7 0,6-4 0,0-7 0,0-2 0,-6-16 0,0 0 0,0-5 0,-1-1 0,-3 1 0,-1 0 0,1-1 0,-3 1 0,1-1 0,-7 3 0,2 3 0,-4 5 0,-1 6 0,3 1 0,2 0 0,0 7 0,-6 5 0,0 10 0,7 7 0,5 11 0,3-2 0,2 7 0,2-5 0,4 6 0,4-8 0,8 2 0,-3-4 0,-3-2 0,3-1 0,-3-5 0,-2 2 0,0-7 0,-3-2 0,-3-2 0,-1-2 0,-11-8 0,-1-1 0</inkml:trace>
  <inkml:trace contextRef="#ctx0" brushRef="#br0" timeOffset="10">5817 7634 8912,'-10'0'0,"2"0"0,8 0 0,8 2 0,3 3 0,5 5 0,1 5 0,0-1 0,0-3 0,1 1 0,-1 5 0,-6 0 0,1 0 0,1 0 0,-3-1 0,-1-3 0,-1-2 0,-2 1 0,-6-4 0,0-8 0,-6-10 0,0-13 0,0-4 0,6-7 0,0 0 0,0-1 0,8 1 0,4-1 0,3 1 0,2 0 0,0 1 0,0 4 0,6-1 0,0 7 0,2 0 0,-4 6 0,4 2 0,2 3 0,-4-1 0,5 7 0,-1-7 0,2 1 0,2 3 0,-9-3 0,0 6 0,-11-5 0,4 0 0,-13-7 0,4 1 0,-4 0 0,-2 0 0,-2 5 0,-4 3 0,-5 1 0,-5 2 0,-1 6 0,-6 14 0,0 3 0,0 12 0,6-1 0,2 5 0,3 1 0,-1 6 0,7 0 0,1 0 0,5-5 0,1-1 0,5 1 0,4 5 0,9-2 0,4-4 0,5-3 0,-1-10 0,2 2 0,0 2 0,5-2 0,-7-6 0,-4-6 0,-10-5 0,-1 5 0,-9 1 0,3 5 0,-19 0 0,-12 2 0,-11 2 0,-10 2 0,-14 0 0,-8-6 0,-9 1 0,-9-1 0</inkml:trace>
  <inkml:trace contextRef="#ctx0" brushRef="#br0" timeOffset="11">4767 8132 8912,'0'-11'0,"0"-1"0,0-1 0,-2 0 0,-2-1 0,-2 3 0,-1 7 0,1-2 0,2-3 0,-7-3 0,5 5 0,-6 1 0,7-2 0,-7 3 0,8-3 0,-1 2 0,3 6 0,2 0 0,0 8 0,0 9 0,2 8 0,3 3 0,5 7 0,7 5 0,0-4 0,1 4 0,1-3 0,4-3 0,-2-7 0,7-4 0,7-12 0,5-5 0,6-12 0,-6-5 0,6-18 0,-6-5 0,0-12 0,-5 0 0,-1-11 0,0-4 0</inkml:trace>
  <inkml:trace contextRef="#ctx0" brushRef="#br0" timeOffset="12">3683 9869 8912,'-8'-10'0,"4"-5"0,-5 4 0,1-5 0,4-1 0,-3 6 0,1-1 0,-8 8 0,12 6 0,-3 17 0,3 14 0,2 11 0,0 7 0,0 7 0,0 9 0,0 7 0,0-1 0,0-3 0,0-1 0,0 0 0,0 3 0,0-3 0,0-11 0,0-18 0,2-10 0,3-1 0,-3-18 0,4-5 0,-4-14 0,-2-15 0,6-3 0,0-9 0,7-5 0,-2 0 0,10-6 0,2 6 0,6-4 0,-6 10 0,6-2 0,-4 13 0,1 2 0,5 1 0,-4 11 0,1 3 0,-7 14 0,2 9 0,-5 2 0,-7 10 0,-3 1 0,-8 10 0,-4-3 0,-8 3 0,-3 4 0,-17 0 0,-5 2 0,1-1 0,-6-6 0,2 1 0,-8 2 0,2-2 0,4-8 0,2-9 0,3-4 0,5-3 0,1-5 0,3-5 0,7-12 0,-2-5 0,-2-14 0,2-9 0,-8-9 0,4-8 0</inkml:trace>
  <inkml:trace contextRef="#ctx0" brushRef="#br0" timeOffset="13">3425 9869 8912,'0'-35'0,"0"1"0,0 0 0,0-6 0,1-2 0,5 0 0,6 0 0,9 3 0,2 11 0,7 5 0,-1 11 0,5 7 0,5 14 0,3 14 0,2 15 0,5 20 0,14 10 0,-31-29 0,0 1-217,5 5 0,0 1 0,-1 2 0,-1 0 217,0 2 0,-1 3 0,-3 6 0,-1 2 0,0 4 0,-3 2 0,-6 3 0,-5 2 0,-4 3 0,-3 0 0,-6-1 0,-5 0 0,-3-2 0,-5 1 0,-5 4 0,-4 0 0,-5-1 0,-4-3 0,0-2 0,-3-2-248,-3-8 1,-1-2-1,3 1 1,1-1 247,-1-4 0,1-1 0,1-1 0,-1-1 0,-1-6 0,1-1 0,1 3 0,2 0 0,-18 32 0,4 0 0</inkml:trace>
  <inkml:trace contextRef="#ctx0" brushRef="#br0" timeOffset="14">4973 9852 8912,'0'-35'0,"0"3"0,0 1 0,0 4 0,0 3 0,0 1 0,0-2 0,0 6 0,0-4 0,0 11 0,0 7 0,0 10 0,0 5 0,0 7 0,0 8 0,-2 4 0,-1 5 0,-3 6 0,-8 4 0,3 8 0,-8-1 0,2 1 0,-8-1 0,11-1 0,1-2 0,-2-2 0,7-10 0,2-2 0,4-1 0,2-10 0,0-8 0,10-7 0,7-8 0,10-16 0,11-7 0,2-7 0,-1-4 0,-1-3 0,2-3 0,-4 4 0,4-4 0,-5 3 0,-6 3 0,-5 5 0,-6 1 0,-9 7 0,-3-2 0,-8 9 0,-9 3 0,-9 7 0,-14-4 0</inkml:trace>
  <inkml:trace contextRef="#ctx0" brushRef="#br0" timeOffset="15">4887 9766 8912,'-15'-12'0,"3"1"0,-3 7 0,13-4 0,-5 12 0,9 6 0,5 11 0,8 9 0,7 12 0,6 8 0,-3 7 0,2 6 0,3 4 0,1 2 0,-2 0 0,3-1 0,-3-1 0,1-4 0,-1-5 0,2-20 0,-8-9 0,0-16 0,-8-9 0,-4-12 0,-5-15 0,-4-19 0,-2-27 0,0-9 0</inkml:trace>
  <inkml:trace contextRef="#ctx0" brushRef="#br0" timeOffset="16">5317 9387 8912,'0'-17'0,"0"-2"0,-1 0 0,-5 2 0,4-4 0,-4 9 0,-3 5 0,7-1 0,-6 12 0,8 7 0,2 3 0,4 14 0,3 9 0,8 9 0,3 3 0,3 3 0,-4-1 0,4 1 0,3-6 0,3 0 0,4 0 0,1-3 0,-5-2 0,-1-13 0,1-3 0,5-8 0,1-7 0,-1-4 0,-7-20 0,-4-9 0,2-9 0,-2-8 0,0-4 0,-6-8 0,-7 2 0,-5 5 0,-3 3 0,-2 7 0,-2-3 0,-3 4 0,-5 5 0,-7 17 0,0 5 0,-1 7 0,1 2 0,0 3 0,0 11 0,-1 7 0,3 13 0,4-2 0,3 10 0,8-4 0,2 1 0,4-7 0,3 0 0,8 1 0,8-10 0,4-8 0,5-10 0,7-5 0,3-17 0,7-8 0,-1-15 0,-4-8 0,4-9 0,-7-3 0,1 3 0,-3 1 0,-13 3 0,-5-1 0,-9 8 0,-3 4 0,-7 10 0,0 3 0,-6 2 0,-4 4 0,-7 10 0,1 5 0,-5 4 0,-6 2 0,-2 2 0,-3 4 0,-3 3 0,8 8 0,0 2 0,-2 4 0,12 2 0,-4 4 0,11 1 0,0-7 0,4 2 0,2-2 0,2-4 0,4 4 0,3-10 0,9-1 0,1-8 0,4 2 0,5-5 0,5-1 0,-4-7 0,-1-5 0,-7-5 0,2-4 0,-6-2 0,-5 2 0,1 2 0,-7 2 0,2 0 0,-3-1 0,-3 1 0,6 0 0,-8 8 0,0 3 0,2 12 0,4 5 0,-3 12 0,7 8 0,0 7 0,-1 8 0,1 5 0,1 6 0,4 5 0,-3 6 0,1-3 0,-1 4 0,1-12 0,-7 6 0,0-9 0,-6-8 0,0-6 0,0-4 0,-2-9 0,-4-4 0,-4-12 0,-7-5 0,-8-6 0,-3-6 0,1-3 0,-2-8 0,2-3 0,-1-2 0,-3 1 0,8-8 0,2 6 0,8-6 0,3-1 0,3-3 0,3-1 0,10-1 0,9-1 0,8-4 0,7-4 0,-1-7 0,9-3 0,2-3 0,3 3 0,-3-3 0,-4 5 0,4 7 0,-9-5 0,-3 4 0,-1 4 0,2 4 0,-8 7 0,-8 8 0,1 2 0,-9-2 0,1 10 0,-6-4 0,0 9 0,0-3 0,0 7 0,-7-4 0,3 16 0,-8 3 0,6 7 0,-5 4 0,7-1 0,-2 8 0,5-2 0,1 1 0,1-3 0,5-7 0,4 4 0,7 1 0,2-2 0,4-2 0,-2-1 0,8-1 0,-6 0 0,5 0 0,-7 6 0,2 0 0,-5 2 0,-7-2 0,-3 11 0,-8 12 0,-8 4 0,-5 1 0,-8 1 0,-8 0 0,-2-3 0,3-3 0,3 0 0,8-12 0,-1-3 0,1-22 0,0-1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3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2392 5588 8912,'-8'-12'0,"-3"1"0,1-1 0,-1-5 0,-1 0 0,3 0 0,1 2 0,1 3 0,5-3 0,-4 3 0,4 5 0,2 3 0,2 15 0,4 12 0,7 10 0,8 7 0,-2 11 0,4 14 0,-4 6 0,-2 4 0,1 7 0,-1-2 0,0-4-107,0-1 1,-1-3 106,-5-9 0,-1-7 0,-7-24 0,3-3 0,0-12 0,-6-11 0,0-12 0,-10-5 0,-7-12 0,-6-8 0,-6-15 0,-3-9 0,3-19 0,-3-12-241,14 38 1,1-2 0,1-6 0,0-3 240,1 0 0,1-2 0,1-2 0,1 0 0,3 0 0,1 0 0,3 5 0,1 1 0,1 0 0,2 2 0,2 5 0,2 2 96,8-32 0,10 23-96,2 28 0,8 12 0,-3 17 0,5 17 0,1 12 0,1 13 0,-1 15 0,0 8 0,1 8 0,5 3 0,0 4 0,0-3 0,-5-9 0,1 1 0,2 0 0,2-2 0,-1-4 0,-9-4 0,-1-7 0,-8-7 245,2 1 1,-4-7-1,-2-1 1,-1-6-246,-5-3 0,-1-14 0,-5 2 0,-3-11 0,6-8 0,-8-15 0,-8-8 0,-3-9 0,-4-3 0,-3-3 0,-7 2 0,-3-8 0,-12 8 0,-6-2 0,-6 4 0,-5 1 0,-4 7 0,-8-1 0,-6 16 0,1 1 0,7 18 0,9 11 0,12 14 0,6 9 0,12 0 0,5-6 0,11-7 0,6-4 0,6-6 0,8-5 0,9-7 0,18-20 0,16-14 0,11-20 0,-26 15 0,2-1 0,4-2 0,0-1-220,4-1 1,0-2 0,1-1 0,0 0 219,-1 2 0,-1 0 0,-3 1 0,-1 0 0,2-2 0,0 1 0,-9 4 0,-1 0 0,4-3 0,0 1 0,26-30 0,4-1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3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2134 6052 8912,'-27'10'0,"4"-5"0,4-1 0,4 2 0,3 5 0,7 6 0,3 6 0,2 10 0,2 11 0,3 4 0,7 7 0,5 4 0,6 6 0,-2 4 0,6 4 0,-2 1 0,-4-1 0,3-3 0,-1-1 0,-2-4 0,-1-8 0,-5-7 0,-4-16 0,-3-7 0,-8-4 0,0-4 0,0-11 0,0-8 0,-8-15 0,-3-14 0,-4-11 0,-3-12 0,1-9 0</inkml:trace>
  <inkml:trace contextRef="#ctx0" brushRef="#br0" timeOffset="1">1996 6344 8912,'-17'0'0,"0"0"0,0-2 0,-1-3 0,1 1 0,0-8 0,5 1 0,1-6 0,7-6 0,-2 0 0,12-15 0,8-2 0,9-10 0,11-7 0,2 3 0,10-3 0,0 5 0,6 6 0,-3 6 0,-3 12 0,-4 5 0,-7 11 0,-7 5 0,1 7 0,-8 9 0,0 8 0,-7 12 0,-9 9 0,-3 8 0,-2 11 0,-2 2 0,-3 5 0,-5 0 0,-7-6 0,0-1 0,-1-5 0,3-3 0,2-5 0,1-7 0,-1-7 0,5-9 0,-7 4 0,13-15 0,-6-5 0,10-10 0,6-7 0,9-3 0,2-2 0,10-1 0,5 1 0,6 0 0,8 6 0,-2-1 0,10 8 0,1-1 0,0 3 0,-5 2 0,-2 2 0,-4 3 0,-8 9 0,-8 7 0,-7 5 0,-11 9 0,-5 7 0,-7 4 0,-15 11 0,-10 6 0,-11 4 0,-10 2 0,-4-2 0,-1-4 0,-7-4-134,1-8 1,0-5 133,5 0 0,2-15 0,4-3 0,4-14 0,10-9 0,3-5 0,6-5 0,4-13 0,2-10 0,7-5 0,3-1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3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3304 5055 8912,'-2'-10'0,"-4"3"0,-3-1 0,-3-2 0,1-1 0,-2-1 0,3 7 0,-2-7 0,9 8 0,-5-1 0,8 10 0,2 5 0,4 9 0,5 6 0,4 9 0,8 8 0,2 12 0,0 1 0,0 3 0,6 12 0,-3-1 0,-3 6 0,-2-3 0,-4 3 0,-2-3 0,-1-9 0,-5-5 0,-3-11 0,-8-1 0,0-21 0,0-2 0,0-15 0,-2-3 0,-2-10 0,-2-7 0,-7-11 0,1-5 0,-5-13 0,-6-4 0,2-13 0,-6-7 0,1-7 0,-1-9 0,-2-6 0,12 38 0,0 0 0,2 1 0,1-1-156,-1-5 0,1-1 0,4 3 1,1 1 155,0 2 0,1 0 0,-1-46 0,9 3 0,0 18 0,2 3 0,5 12 0,10 9 0,1 10 0,5 0 0,1 7 0,-1 10 0,0 2 0,-6 16 0,3 1 0,3 2 0,-2 11 0,7 9 0,3 16 0,9 18 0,-2 9 0,8 13 0,-8 6 37,-18-34 0,1 0 1,0 0-1,0 0 1,0 5-1,0 1 1,0 2-1,0 1-37,-1 0 0,2 1 0,1-1 0,2 0-147,-2-2 1,-1-2 0,0-4-1,0-1 147,24 40 0,-4-4 0,-1-13 0,-3-12 0,-15-16 0,-2-11 0,-8-3 0,-1-2 0,-9-10 0,5-7 305,-8-8-305,0 0 0,-6-2 0,-1-4 151,-3-5 0,-1-5 1,-7-3-1,1-2-151,0-2 0,-6-7 0,0 1 0,-2-3 0,2-3 0,2 1 0,-7-1 0,7 1 0,-20-8 0,5-2 0</inkml:trace>
  <inkml:trace contextRef="#ctx0" brushRef="#br0" timeOffset="1">3459 5364 8912,'-40'17'0,"0"1"0,1-3 0,3-4 0,2 3 0,3-7 0,6 1 0,8 0 0,11-3 0,-1-5 0,9 0 0,3 0 0,9-3 0,9-9 0,11-11 0,14-21 0,11-9 0,2-8 0,4-10 0,2 2 0,-32 32 0,-1 0 0,0 1 0,1 1-199,34-34 1,-6 8 198,0 4 0,-6 7 0,4 10 0,-3 13 0,-8 12 0,-8 11 0,-14 16 0,-5 7 0,-11 15 0,-8 6 0,-16 0 0,-7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3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5662 6155 8912,'-33'0'0,"3"-7"0,-16-5 0,9-3 0,3-2 0,15 7 0,11 14 0,10 19 0,4 17 0,5 13 0,14 18 0,8 15 0,-13-38 0,2 1 0,2 4 0,1 1 0,-1 6 0,0 1-46,5 4 0,0 2 0,-2-3 0,-1 0 0,-2-3 1,0 0-1,-3-6 0,0-1 46,-3-7 0,-2-3 0,5 21 0,-3-19 0,-7-15 0,-5-8 0,-4-12 0,0-11 0,-8-11 0,-2-6 0,3-6 0,-7-14 0,-11-14 0,-4-18 0,-7-17 0,16 36 0,2-1-246,-2-6 1,1-1 0,-3-4-1,0-2 246,0-2 0,0 0 0,-3-2 0,0-1 0,3-3 0,0 0 0,-3 3 0,2-1 0,3-1 0,1 1 0,3 3 0,2 2 0,0 3 0,3 3 0,-1-34 331,4 24-331,4 23 0,8 37 0,0 14 0,7 9 0,1 5 0,7 4 0,7 5 0,12 18 0,6 6 0,4 17 0,2-1 0,-1 11-245,1-5 0,0 1 245,-1-7 0,7-1 0,1-4 0,0-3 0,0-1 0,4-6 0,-5 5 0,-1-5 0,-5-1 0,-14-3 482,-4-3 1,-11-6-483,0-11 0,-3 3 0,-11-20 0,-1 1 0,-12-18 0,-8-7 0,-11-3 0,-22-8 0,-13 0 0,-7-15 0,-4 1 0</inkml:trace>
  <inkml:trace contextRef="#ctx0" brushRef="#br0" timeOffset="1">5679 6705 8912,'-10'27'0,"-7"-4"0,-8-4 0,-2-2 0,3-7 0,6-4 0,9-5 0,1-1 0,10-3 0,6-11 0,9-14 0,10-14 0,15-20 0,8-12 0,-23 30 0,1-2 0,2-4 0,-1-3 0,0-3 0,0-3 0,5-3 0,2-4 0,8-10 0,2-4 0,-12 22 0,0-2 0,1 0-280,3-4 1,0 0-1,-1-3 1,2-5 0,0-1-1,-2-1 1,-3-2-1,1 1 1,-1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3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14335 2373 8912,'34'-29'0,"-3"0"0,-6-1 0,-10-3 0,-5 1 0,-5 1 0,1 5 0,0 1 0,-1 2 0,-5 6 0,-1-1 0,-3 1 0,-4 2 0,-1 3 0,-3-1 0,-5 7 0,0 3 0,-1 1 0,1 2 0,0 2 0,0 5 0,-2 12 0,-4 14 0,-4 16 0,8-18 0,4 0 0</inkml:trace>
  <inkml:trace contextRef="#ctx0" brushRef="#br0" timeOffset="1">14146 2527 7908,'-8'51'0,"0"0"0,3-2 0,-1-1 0,-10 46 0,15-16 0,-5-3 0,12-12 0,-3-6 0,9-11 0,-1-2 122,7-4 0,1-10 1,4 5-1,5-5-122,5-3 0,3-8 84,4-7 1,2-9-85,4 3 0,-4-19 0,0-6 0,2-16 0</inkml:trace>
  <inkml:trace contextRef="#ctx0" brushRef="#br0" timeOffset="2">15058 2596 8912,'0'-17'0,"0"7"0,-6 7 0,0 14 0,0 8 0,6 16 0,0 12 0,0 5 0,0 3 0,0 5 0,2-5 0,4 8 0,6 4 0,10 2 0,-2 1 0,3-12 0,-10-3 0,-4-11 0,-1-10 0,-10-7 0,-7-10 0</inkml:trace>
  <inkml:trace contextRef="#ctx0" brushRef="#br0" timeOffset="3">14748 2940 8912,'-6'-17'0,"0"0"0,3-1 0,1 1 0,2 0 0,0 0 0,2 5 0,3 1 0,5 5 0,7-5 0,2-1 0,4 3 0,4-1 0,7 4 0,6 5 0,1-5 0,6 4 0,-1 2 0,2 0 0,-2 0 0,-2 2 0,-4 4 0,-11 3 0,3 8 0</inkml:trace>
  <inkml:trace contextRef="#ctx0" brushRef="#br0" timeOffset="4">15385 3060 8912,'0'18'0,"0"-1"0,0-8 0,0-1 0,7-8 0,-3 6 0,6 1 0,-1 3 0,1 3 0,-5 3 0,7 1 0,-6 2 0,5 4 0,-5-4 0,5 4 0,-7 2 0,2-2 0,2-6 0,-3-6 0,1 1 0,2-3 0,-6-3 0,3-14 0,-3-7 0,-2-6 0,8-2 0,1 6 0</inkml:trace>
  <inkml:trace contextRef="#ctx0" brushRef="#br0" timeOffset="5">15574 3112 8912,'17'-34'0,"2"5"0,4 0 0,-4 8 0,4-2 0,2 4 0,-2 2 0,0 7 0,-6 5 0,0-3 0,1 2 0,-1 8 0,-2 8 0,-3 7 0,1-6 0,-7 1 0,5 1 0,-5 10 0,5-4 0,-5 4 0,6-4 0,-7-1 0,1-1 0,2 0 0,1 0 0</inkml:trace>
  <inkml:trace contextRef="#ctx0" brushRef="#br0" timeOffset="6">15952 3146 8912,'18'10'0,"-1"-2"0,0-8 0,-7 7 0,-3 3 0</inkml:trace>
  <inkml:trace contextRef="#ctx0" brushRef="#br0" timeOffset="7">16073 3129 8912,'8'-13'0,"3"-4"0,4 3 0,-3-11 0,-1 8 0,-1-6 0,1 0 0,-1 0 0,-4 6 0,-4 6 0,3-1 0,-3 8 0,-2-3 0,0 7 0,2 7 0,4 5 0,3 3 0,9 2 0,-1-1 0,0-5 0,8 3 0,4-9 0,3 1 0,2-6 0,1-2 0,-1-4 0,1-7 0,-1-8 0,-5 2 0,-1-4 0,-8-2 0,-3 2 0,-8 0 0,-9 6 0,-2 0 0,-3 0 0,-7 7 0,-11 4 0,2 4 0,-7 2 0,7 4 0,-4 6 0,2 9 0,0 6 0,0-2 0,6 5 0,7-1 0,4 2 0,4 1 0,2-7 0,4 4 0,8-10 0,9 2 0,19-13 0,12 0 0,11-6 0,4-10 0,1-7 0,1-10-444,0-13 444,-8 4 0,-3-6 0,-12 7 0,-4 1 0</inkml:trace>
  <inkml:trace contextRef="#ctx0" brushRef="#br0" timeOffset="8">17381 2149 8912,'-12'2'0,"1"4"0,5 11 0,-3 15 0,-1 12 0,0 14 0,1 16 0,-3 12 0,5 6 0,6-43 0,2 1 0,-1 46 0,0-3 0,13-5 0,4-13 0,4-10 0,-3-19 0,6-12 0,3-2 0,8-5 0</inkml:trace>
  <inkml:trace contextRef="#ctx0" brushRef="#br0" timeOffset="9">17983 2631 8912,'-42'7'0,"4"-3"0,-8 7 0,6 7 0,-6 5 0,9 7 0,1-1 0,7 3 0,5 3 0,3-9 0,9-3 0,4-4 0,8-1 0,0-1 0,0 0 0,8-7 0,4-5 0,3-3 0,2-2 0,6 0 0,0 0 0,2-2 0,-2-3 0,-2-7 0,6-9 0,-1-2 0,1 2 0,-6-4 0,2 2 0,-4 2 0,-2 10 0,1-4 0,-1 3 0,-6 5 0,1 1 0,-8-4 0,3 10 0,-7 0 0,0 10 0,0 13 0,0 5 0,0 5 0,0-1 0,0-3 0,2 3 0,4-3 0,3 2 0,9-3 0,1-3 0,4-8 0,4-7 0,5-4 0,-1-6 0,-3-6 0,1-6 0,5-10 0,1-13 0,-1-9 0</inkml:trace>
  <inkml:trace contextRef="#ctx0" brushRef="#br0" timeOffset="10">18448 2252 8912,'-18'10'0,"7"-1"0,0-3 0,1-2 0,-1 7 0,1-3 0,6 9 0,-2 8 0,3 6 0,1 11 0,2 4 0,2 3 0,3 3 0,5 5 0,7 0 0,0 6 0,0-5 0,-1-7 0,-5-5 0,3-8 0,-9 3 0,1-5 0,-6-2 0,0-7 0,0-4 0,-8-4 0,7-17 0,-5-8 0,4-9 0,2-8 0,2-4 0,4-7 0,-3 5 0,9 2 0,1 3 0,3 3 0,1 1 0,0 3 0,0 2 0,0 4 0,1 3 0,-1 8 0,6 0 0,0 0 0,0 0 0,-6 2 0,0 4 0,-7 3 0,-5 8 0,-3 0 0,-2 1 0,-2 5 0,-3-1 0,-5 7 0,-7-6 0,-6 6 0,0-6 0,2-2 0,2-2 0,2-10 0,-1-1 0</inkml:trace>
  <inkml:trace contextRef="#ctx0" brushRef="#br0" timeOffset="11">19016 2785 8912,'-18'0'0,"9"0"0,1 0 0,8 0 0,10-5 0,7-1 0,6-13 0,7 2 0,-1-3 0,2 1 0,-6-4 0,-2 0 0,-2-7 0,2 1 0,-12 4 0,0 2 0,-7 4 0,-4 2 0,-2 2 0,-3 3 0,-7 5 0,-11 7 0,-2 4 0,-3 7 0,-5 2 0,5 18 0,-5 3 0,-1 5 0,1 8 0,4-1 0,5 6 0,6 5 0,9-9 0,3 3 0,8-5 0,9 0 0,3-10 0,14-7 0,7-10 0,5-2 0,2-9 0,-2-14 0,4-7 0,0-8 0,6-8 0,-4-11 0,-4-4 0,-2-7 0,-2-1 0,2 0 0,-11 1 0,0-1 0,-8 1 0,-4-3 0,-2-5 0,-3-10 0,-5-1 0,-7-11 0,0 9 0,0-3 0,-5 6 0,-1 6 0,0 8 0,6 15 0,-5 7 0,-1 16 0,0 12 0,6 10 0,-2 14 0,-4 21 0,3 12 0,-9 11 0,8 12 0,-1 5 0,5 2 0,3 2 0,5-2 0,2 0 0,-3-1 0,10-13 0,-3-7 0,9-3 0,2-7 0,-2-5 0,7-17 0,-3-14 0,2-5 0,-1-6 0,-5-10 0,6-6 0,-8-13 0,2-9 0,2-2 0,-2-10 0,5-6 0,-5-5 0,6-8 0,-6 2 0,8-6-214,-3-5 1,-1-3 213,2-3 0,-8 0 0,2 11 0,-6 10 0,-6 9 0,-3 16 0,-8 17 0,0 11 0,-2 14 0,-4 9 0,-3 15 0,-8 14 0,1 9 0,5 5 0,5 1 0,4 4 0,2 0 0,0-2 0,0 2 0,0-8 0,8 0 213,3-5 1,3-2-214,-3-5 0,3-4 0,-9-13 0,-1-5 0,-2-4 0,-10 2 0,-3-4 0,-12-1 0,-6-11 0,2-3 0,-1 4 0,-1-4 0,-5-2 0,1-4 0,5-7 0,-3-3 0,8-14 0,-8-9 0,12-7 0,-6-7 0</inkml:trace>
  <inkml:trace contextRef="#ctx0" brushRef="#br0" timeOffset="12">19566 928 8912,'2'-30'0,"4"-5"0,11-1 0,16 0 0,7 11 0,23 8 0,0 7 0,8 14 0,3 9 0,7 16 0,-5 28 0,-38-18 0,-1 3 0,1 6 0,-2 3-389,-1 5 1,-1 3 0,2 3 0,-1 2 388,-5 1 0,-3 2 0,-4 1 0,-4 1 0,-2 2 0,-5 1 0,-5-2 0,-3 0 0,-2 1 0,-4 1 0,-3-1 0,-5-1 0,-3 2 0,-3 0 0,-3-2 0,-4-1 0,-2 2 0,-3 0 0,-4-4 0,-3-3 0,-3-2 0,-3-3 0,0-5 0,-2-1 0,1-4 0,-2-1 0,1-3 0,-2-2 0,0 1 0,-1-2 0,-2-3 0,0 0 0</inkml:trace>
  <inkml:trace contextRef="#ctx0" brushRef="#br0" timeOffset="13">14369 2269 8912,'10'-17'0,"-4"-2"0,-5-2 0,-1-2 0,0-5 0,0 3 0,0 0 0,0 0 0,-1 4 0,-5 2 0,2 4 0,-7 1 0,-3 5 0,-1 1 0,-8 2 0,-2 8 0,0 6 0,0 9 0,-3 4 0,5 14 0,2 8 0,2 11 0,1 20 0,1 12 0,9-34 0,1 2 0,0 0 0,2 0 0,2 4 0,1 1-222,0 1 1,2 0-1,0 1 1,0 1 221,-1 1 0,2 0 0,2-4 0,3 0 0,2-1 0,1-1 0,2-6 0,3-3 0,21 27 0,14-11-126,9-18 1,13-13 125,3-16 0,8-30 0,-3-16 0</inkml:trace>
  <inkml:trace contextRef="#ctx0" brushRef="#br0" timeOffset="14">7107 8579 8912,'-17'18'0,"-8"-9"0,-2 1 0,-7-7 0,0 5 0,1 0 0,4-1 0,3 5 0,3-6 0,3 13 0,-2 2 0,2 9 0,3 12 0,0 23 0,0 16 0,10-30 0,2 3-324,-1 5 1,1 2 0,3 4 0,0 2 323,-1-1 0,0 0 0,5-2 0,2 0 0,2-3 0,1 0 0,3-6 0,1-1 0,18 37 0,6-24 124,5-15 0,4-20-124,7-3 0,1-10 0,0-7 0,-1-7 0,1-3 0,-1-9 0,1-5 0,0-18 0,-1-11 0,-3-16-305,4-12 1,-4-15 304,-20 36 0,1-1 0,1-4 0,-1-1 0,0 0 0,0-1 0,-1 0 0,-1 1 0,-3 2 0,-2 1 0,-2-1 0,0 1 0,1-1 0,0 1 0,-1-1 0,0 0 0,0 1 0,0-1 0</inkml:trace>
  <inkml:trace contextRef="#ctx0" brushRef="#br0" timeOffset="15">7882 8803 8912,'0'-86'0,"0"0"0,0 15 0,-16-3 0,-3 22 0,-15 1 0,-8 7 0,-4 9 0,-12 16 0,-5 8 0,-9 11-81,-3 11 0,-1 25 0,38-5 0,1 3 0,-4 6 0,0 3 81,-4 3 0,0 3 0,-4 4 0,0 1-258,0 1 1,1-1 0,3-3 0,4-1 257,10-4 0,5 0 0,-20 40 0,23-6 0,13-7 160,12-8 0,23-14-160,15-11 0,10-11 0,7-8 0,6-8 0,4-3 0,2-12 0,0-6 0,0-1 0</inkml:trace>
  <inkml:trace contextRef="#ctx0" brushRef="#br0" timeOffset="16">7159 18001 8912,'0'-17'0,"0"0"0,-6 0 0,0-1 0,3-1 0,1-4 0,2-3 0,0-9 0,0 1 0,0 0 0,0-1 0,0 1 0,0-1 0,0 3 0,-2 1 0,-4 3 0,-4 5 0,-7-6 0,-6 6 0,-2-2 0,-1 4 0,-5 6 0,-1 9 0,-3 1 0,1 6 0,-1 11 0,-5 15 0,0 19 0,6 13 0,5 11 0,0 14 0,15-36 0,1 0 0,3 2 0,3 1 0,3 0 0,2 1 0,1 3 0,1 1-200,-1 1 1,2 1 0,5 2 0,3 0 199,1-2 0,3-1 0,2-1 0,2-1 0,23 31 0,6-10 0,4-9 0,7-10-88,1-11 1,5-14 87,-6-14 0,6-9 0,-5-9 0,-1-7 0,-5-7 0,-3-9 0,-3-11 0,4-16 0,-4-13 0,9-11 0,-26 34 0,0-1 0,-3-1 0,-1-2 0,-1-1 0,-2-1 0,-2-2 0,-2-2 0,3-4 0,-1-2 0,-3-3 0,-2-1 0,-2-2 0,-3 0 0,-1 2 0,-3 0-171,-4 2 1,-4 1 0,-4 3-1,-3 1 171,-1-2 0,-3 1 0,-7 3 0,-4 1 0,0 2 0,-3 4 0,-37-25 0,1 24 0,-4 16 0,-3 14 0,-3 17 0,-2 19 0,-3 30 0,37-13 0,2 4 0,-4 10 0,0 3-164,-6 7 0,0 2 1,-3 5-1,1 2 164,4 0 0,2 1 0,4 0 0,4 1 0,8-1 0,6 0 0,6-4 0,5-1 0,5-1 0,3 0 0,1-1 0,2-2 0,1-7 0,0 1 0</inkml:trace>
  <inkml:trace contextRef="#ctx0" brushRef="#br0" timeOffset="17">6780 12775 8912,'54'5'0,"-1"1"0,1-4 0,-3-6 0,5-7 0,5-5 0,6-1 0,8-8 0,-1-3 0,-3-7-193,-2-5 0,-35 19 0,4-2 0</inkml:trace>
  <inkml:trace contextRef="#ctx0" brushRef="#br0" timeOffset="18">7727 12465 8912,'76'-34'0,"4"-1"0,-3 1 0,-2-1 0,-10 1 0,-4 2 0,-2 3 0,-9 4 0,-10 8 0,-6 0 0,-5 0 0,3 7 0,-20 2 0,3 8 0,-15 0 0,-4 2 0,-7 4 0,-1-2 0,-10 7 0,-5-1 0,-2 1 0,4-3 0,2-8 0,-3-8 0,-1-1 0</inkml:trace>
  <inkml:trace contextRef="#ctx0" brushRef="#br0" timeOffset="19">7899 11760 8912,'17'0'0</inkml:trace>
  <inkml:trace contextRef="#ctx0" brushRef="#br0" timeOffset="20">7933 11743 8912,'0'-17'0,"2"1"0,4 5 0,5-2 0,12 7 0,6 2 0,3 2 0,12 4 0,8 4 0,9 5 0,-17-3 0,-4 0 0</inkml:trace>
  <inkml:trace contextRef="#ctx0" brushRef="#br0" timeOffset="21">8553 11829 8912,'40'36'0,"0"4"0,-2 6 0,-11 4 0,-10 1 0,-11 9 0,-19 5 0,-16 7 0,-13 8 0,14-32 0,-2 2 0,-1 1 0,-1 1 0,2 6 0,-1 1 0,1-2 0,-1 0 0,1-1 0,1-1-273,1-6 0,0-3 0,-25 29 0,1-16 1</inkml:trace>
  <inkml:trace contextRef="#ctx0" brushRef="#br0" timeOffset="22">22819 2235 8912,'9'-8'0,"1"5"0,-4-9 0,-5 6 0,5-5 0,-4 7 0,6-3 0,-6-1 0,5-2 0</inkml:trace>
  <inkml:trace contextRef="#ctx0" brushRef="#br0" timeOffset="23">22870 2132 8912,'0'-17'0,"0"0"0,0-1 0,0 7 0,0-1 0,-5 1 0,-1-6 0,0 7 0,6 12 0,0 15 0,0 10 0,0 13 0,6 6 0,2 11 0,1 8 0,4 8 0,-3-2 0,1 3 0,1-3 0,3-2 0,-1-3 0,-3-3 0,-7-11 0,2-12 0,-4-4 0,-2-1 0,0-16 0,-8-4 0,-9-30 0,-10-4 0</inkml:trace>
  <inkml:trace contextRef="#ctx0" brushRef="#br0" timeOffset="24">22595 2390 8912,'-17'-23'0,"0"-2"0,1 0 0,5 0 0,11 1 0,11 1 0,12 2 0,6-8 0,11 0 0,6-5 0,4 0 0,1-1 0,1 3 0,1 1 0,3 4 0,1 3 0,-1 3 0,-10 9 0,1 4 0,-6 8 0,-3 10 0,-10 7 0,-5 10 0,-11 13 0,-4-4 0,-16 6 0,-2-7 0</inkml:trace>
  <inkml:trace contextRef="#ctx0" brushRef="#br0" timeOffset="25">23301 2493 8912,'0'-10'0,"1"-3"0,5 7 0,-4-7 0,6 3 0</inkml:trace>
  <inkml:trace contextRef="#ctx0" brushRef="#br0" timeOffset="26">23421 2424 8912,'27'17'0,"-2"1"0,-8-1 0,0 8 0,0 3 0,-7 7 0,-4 5 0,1-4 0,-1 4 0,0 0 0,-6-5 0,-2 1 0,-4-13 0,4 0 0,-13-14 0,5-1 0,-5-17 0,2-9 0,3-8 0,2-7 0,3-1 0,5-1 0,0-5 0,0 0 0,0 0 0,0 6 0,5-1 0,3 3 0,0 1 0,-1 3 0,7 6 0,-3 0 0,4 4 0,3 7 0,-1 3 0,2 8 0,2 0 0,2 0 0,6 0 0,-6 0 0,5 2 0,-5 4 0,6 2 0,-4 5 0,0-2 0,-1 3 0,-8-7 0,-9 1 0</inkml:trace>
  <inkml:trace contextRef="#ctx0" brushRef="#br0" timeOffset="27">23851 2424 8912,'0'0'0</inkml:trace>
  <inkml:trace contextRef="#ctx0" brushRef="#br0" timeOffset="28">23868 2441 8912,'0'18'0,"0"-1"0,0 2 0,0 4 0,0-4 0,0 4 0,2-6 0,4-5 0,-2 3 0,7-4 0,-5-1 0,6 1 0,-1-7 0,6 2 0,0-6 0,1-6 0,1-3 0,4-9 0,-4-1 0,4-2 0,-4-4 0,-2-1 0,0-1 0,1-2 0,-7 4 0,1 8 0,-7 0 0,7 0 0,-8 7 0,5 3 0,-3 7 0,-4 9 0,3 6 0,-1 7 0,2-1 0,-2 0 0,7 1 0,-1-8 0,1 3 0,5-6 0,-5 1 0,4-3 0,3-3 0,1-4 0,2 2 0,2-8 0,-2-7 0,-2-5 0,-2-1 0</inkml:trace>
  <inkml:trace contextRef="#ctx0" brushRef="#br0" timeOffset="29">24471 2390 8912,'9'-27'0,"-1"2"0,-8 8 0,0 0 0,-2 7 0,-4 5 0,2 5 0,-7 5 0,0 5 0,-7 7 0,1 2 0,0 4 0,7-2 0,3 8 0,1-1 0,0-1 0,0 4 0,6-8 0,8 1 0,4-1 0,5-5 0,6-1 0,4-2 0,7-9 0,8 0 0,4-6 0,6-2 0,5-4 0,2-9 0,4-8 0,-3-8 0,-9 2 0,1-11 0,-1-4 0</inkml:trace>
  <inkml:trace contextRef="#ctx0" brushRef="#br0" timeOffset="30">25297 2063 8912,'-16'17'0,"-3"-5"0,-15-1 0,-1 6 0,1 6 0,2 0 0,3 2 0,-2 2 0,8 7 0,2 6 0,10 1 0,-3 4 0,9-4 0,3-3 0,6-2 0,5-4 0,8-3 0,8-10 0,4-7 0,0-8 0,5 1 0,-3-5 0,9-5 0,2-7 0,-2-9 0,-2-4 0,-1-2 0,-3-1 0,0-7 0,-5 1 0,-2 0 0,-4-1 0,-8 1 0,2 1 0,-5 5 0,-5 3 0,-1 8 0,-4 5 0,-2 1 0,-2 7 0,-4-2 0,-3 6 0,-8 8 0,-1 7 0,1 6 0,2 10 0,3-3 0,-1 5 0,7 1 0,1 1 0,5-1 0,2-1 0,3-5 0,5-3 0,9-8 0,4-2 0,6-3 0,1-4 0,-1-8 0,3-10 0,-3-7 0,-2-8 0,1-9 0,-1-1 0,0 1 0,-8-1 0,-5 1 0,-11 0 0,3-1 0,-4 9 0,-2 3 0,-8 5 0,-5 5 0,-6 4 0,-4 1 0,-6 2 0,6 6 0,0 8 0,4 3 0,0 5 0,2 1 0,-2 0 0,13 0 0,0 0 0,6 0 0,0 1 0,8-9 0,2-1 0</inkml:trace>
  <inkml:trace contextRef="#ctx0" brushRef="#br0" timeOffset="31">26329 2184 8912,'-7'9'0,"-5"-3"0,3-4 0,-3-2 0,1 2 0,-7 3 0,3-1 0,4 8 0,-5-1 0,5 6 0,1 0 0,-1 1 0,-1 1 0,3 4 0,1-2 0,8 7 0,0-5 0,0 6 0,0-8 0,0 2 0,0-10 0,0-1 0,2-7 0,4 7 0,-4-8 0,11-4 0,-7-12 0,2-11 0,-3-5 0,-1-5 0,8-1 0,-7-1 0,7-1 0,-1 0 0,-1 1 0,5-3 0,-3 10 0,-3 3 0,3 2 0,-3 4 0,5 3 0,-3 5 0,2 5 0,3 4 0,1 2 0,0 8 0,0 3 0,-5 12 0,-1 4 0,1 2 0,-3-1 0,5 1 0,-9 5 0,9-5 0,-3-2 0,5-2 0,1-4 0,0-4 0,0-6 0,0-5 0,1-12 0,6-3 0,3-8 0</inkml:trace>
  <inkml:trace contextRef="#ctx0" brushRef="#br0" timeOffset="32">27000 1977 8912,'-32'0'0,"3"0"0,-1-2 0,5-2 0,0-1 0,0 1 0,0 10 0,2 5 0,4 6 0,-4 6 0,4 4 0,4 7 0,1 1 0,3-1 0,7 6 0,-2 0 0,12-1 0,6-11 0,5 3 0,6-8 0,3-2 0,9-8 0,-1-3 0,1-3 0,1-1 0,4-6 0,-3-8 0,3-3 0,-10-4 0,-1-3 0,-2-1 0,1-4 0,-3 2 0,-8-7 0,-1 5 0,-5-4 0,-5 2 0,-4 4 0,-2-4 0,0 2 0,-2 2 0,-4 10 0,-3-2 0,-9 7 0,1 2 0,0 10 0,0 3 0,0 10 0,-1 4 0,1 6 0,8-2 0,3 1 0,4-7 0,2 2 0,2 2 0,4-2 0,3-2 0,8-9 0,8-5 0,4-7 0,2 0 0,-3 0 0,11-9 0,-5-8 0,-2-3 0,-3-8 0,-2 1 0,2-2 0,1-3 0,-7 5 0,-4 0 0,-5 4 0,-1 4 0,-7 2 0,-1 0 0,-5 0 0,0 9 0,0 8 0,0 15 0,0 14 0,0 5 0,0 7 0,-1 3 0,-5 7 0,4 8 0,-4 4 0,4-1 0,2 1 0,0-8 0,0 2 0,0-3 0,0-3 0,0-9 0,0-7 0,0-9 0,0-8 0,0-1 0,-7-8 0,5-5 0,-4-15 0,4-3 0,2-14 0,0-1 0,-8-13 0,-1-2 0</inkml:trace>
  <inkml:trace contextRef="#ctx0" brushRef="#br0" timeOffset="33">27431 2321 8912,'-18'-69'0,"1"1"0,0 12 0,0 5 0,5 16 0,1 1 0,-1 5 0,-5 0 0,8 5 0,1 14 0,10 1 0,4 3 0,9 4 0,10-4 0,3 4 0,9 2 0,-3 0 0,6 0 0,2 8 0,-1 3 0,-1-1 0,-6 1 0,-5 1 0,-1 5 0,-6 0 0,-1 0 0,-8 1 0,-7-1 0,-6 6 0,-6 0 0,-11 7 0,-12-1 0,2 3 0,-1 3 0,1-7 0,-2 1 0,-1-2 0,7 1 0,0-3 0,5-9 0,1-5 0,0-3 0,7-16 0,3-2 0</inkml:trace>
  <inkml:trace contextRef="#ctx0" brushRef="#br0" timeOffset="34">27775 1513 8912,'27'-17'0,"-6"0"0,-8-1 0,-7 1 0,-4 8 0,-2 1 0,0 10 0,0 4 0,0 5 0,0 12 0,-2 8 0,-4 7 0,4 6 0,-4 7 0,4 7 0,2-1 0,0 8 0,0-2 0,0-2 0,0 2 0,0-7 0,0 1 0,0-6 0,0-5 0,6-11 0,0-12 0,0-6 0,1-6 0,3-3 0,7-10 0,0-4 0,2-9 0,4-8 0,-4-6 0,4 6 0,-9-7 0,-3 1 0,-7-3 0,4-3 0</inkml:trace>
  <inkml:trace contextRef="#ctx0" brushRef="#br0" timeOffset="35">27809 1926 8912,'-27'17'0,"-3"-6"0,7 1 0,0-8 0,6 3 0,7-7 0,4 0 0,12 0 0,6 0 0,11-2 0,7-3 0,7-7 0,3-3 0,2-2 0,-2-1 0,-4 1 0,4 0 0,-3-6 0,-3 0 0,8-7 0,2 3 0</inkml:trace>
  <inkml:trace contextRef="#ctx0" brushRef="#br0" timeOffset="36">28652 1668 8912,'-7'17'0,"-3"-2"0,-7-3 0,0-5 0,5-7 0,1 0 0,7 0 0,-4-2 0,8-3 0,2 3 0,4-4 0,4 4 0,7 2 0,0 0 0,0-8 0,0-1 0</inkml:trace>
  <inkml:trace contextRef="#ctx0" brushRef="#br0" timeOffset="37">28584 2029 8912,'-25'32'0,"-4"-3"0,2-10 0,1-9 0,1-3 0,9-1 0,9-14 0,9-1 0,3-8 0,5-1 0,7 1 0,6 0 0,0 0 0,0 0 0,2-1 0,-6 1 0,6 0 0</inkml:trace>
  <inkml:trace contextRef="#ctx0" brushRef="#br0" timeOffset="38">23352 3972 8912,'12'-18'0,"-3"1"0,-1 0 0,-4 0 0,-4 0 0,-4-2 0,-4-2 0,-1-2 0,-1 5 0,-3 9 0,1 1 0,8 4 0,-1 12 0,3 9 0,2 8 0,0 11 0,2 3 0,3 1 0,3 0 0,5-6 0,-1 1 0,1-1 0,3 0 0,1 1 0,-6-9 0,1-3 0,1-3 0,2-5 0,3-4 0,-3-7 0,-4-15 0,5-3 0,-5-14 0,-1-1 0,-1-5 0,-1-1 0,-4 1 0,3 7 0,-1 4 0,0 4 0,-6 2 0,0 11 0,0 10 0,0 11 0,2 16 0,4 3 0,-3 1 0,9 5 0,-1-6 0,7-5 0,-1 1 0,0-7 0,2-8 0,2-9 0,4-8 0,2-9 0,-6-10 0,2-19 0,-4-10 0,-2-7 0,-7-8 0,-5 2 0,-3-8 0,-4 2 0,-5 8 0,-11 6 0,1 13 0,-6 7 0,4 10 0,2 14 0,0 3 0,5 16 0,1 3 0,7 7 0,0 3 0,8 4 0,7 1 0,1-7 0,5-1 0,4-1 0,14-8 0</inkml:trace>
  <inkml:trace contextRef="#ctx0" brushRef="#br0" timeOffset="39">24109 3697 8912,'18'0'0,"-1"0"0,0 0 0,0 0 0,-7 1 0,-5 5 0,-3 0 0,-2 11 0,0-2 0,0 14 0,0 2 0,0 7 0,-2 4 0,-3 2 0,3-6 0,-4 2 0,4-2 0,2 2 0,0-9 0,0 3 0,0-11 0,0 0 0,0-11 0,0-5 0,8-30 0,-6 8 0,5-19 0,-1 1 0,0 1 0,7-3 0,-1 1 0,1 7 0,-1 4 0,3 4 0,-4 2 0,5 2 0,1 3 0,0 5 0,0 7 0,6 0 0,0 2 0,-2 3 0,-2 7 0,4 9 0,0 2 0,0 5 0,-6-5 0,6 6 0,0-6 0,0-6 0,-6-5 0,-7-1 0,5-1 0,-13-5 0,4-10 0,-4-5 0,-8-7 0,0 0 0,-1 7 0,1 4 0,2-1 0,-7 1 0,5 2 0,-6 10 0,9 0 0,-3 11 0,4-4 0,2 10 0,0 2 0,0-2 0,0 0 0,0 2 0,8-6 0,3 4 0,10-12 0,2-5 0,8-4 0,-3-2 0,5-2 0,1-4 0,-5-9 0,0-8 0,-3-6 0,3 6 0,-4-7 0,-8 1 0,0-2 0,1 3 0,-7-3 0,1 8 0,-9 0 0,3 6 0,-4 0 0,-2 0 0,0 7 0,0 3 0,0 22 0,0-2 0,0 16 0,2-8 0,4 2 0,3-4 0,1-2 0,7 0 0,0 1 0,0-7 0,6 1 0,-2-9 0,2 3 0,-2-4 0,6-2 0,-2-2 0,-4-4 0,4-3 0,-2-8 0,-6-1 0,-6 1 0,-5 6 0,6-1 0,-8 1 0,1-6 0,-3-1 0,-2 1 0,0 0 0,0 0 0,0 0 0,0-1 0,0 7 0,0 0 0,0 7 0,0-4 0,0 8 0,-7-8 0,-3-1 0</inkml:trace>
  <inkml:trace contextRef="#ctx0" brushRef="#br0" timeOffset="40">25314 3868 8912,'0'10'0,"0"-2"0,0-8 0,0 0 0,0 7 0,0 3 0</inkml:trace>
  <inkml:trace contextRef="#ctx0" brushRef="#br0" timeOffset="41">25193 3525 8912,'-17'0'0,"0"0"0,0 0 0,0 0 0,-2 0 0,-2-2 0,-2-4 0,0 2 0,5-7 0,7 7 0,-1-2 0,1-3 0,1 20 0,5 0 0,5 22 0,5 1 0,-1 14 0,8 2 0,1 7 0,2 4 0,3 0 0,-1 2 0,0 2 0,0-7 0,0-3 0,1-9 0,-1-10 0,0-7 0,-5-8 0,-1 2 0,-7-12 0,3-18 0,-7-12 0</inkml:trace>
  <inkml:trace contextRef="#ctx0" brushRef="#br0" timeOffset="42">25090 4040 8912,'0'18'0,"-2"-3"0,-3-4 0,3-1 0,-4-4 0,-4-4 0,8 5 0,-3-14 0,12-5 0,11-5 0,8-6 0,7 2 0,1-8 0,6-5 0,1-6 0,6-8 0,-3 4 0,0 0 0,6-13 0,-6 3 0</inkml:trace>
  <inkml:trace contextRef="#ctx0" brushRef="#br0" timeOffset="43">25520 3507 8912,'-11'10'0,"0"-4"0,-1 1 0,-5-1 0,0 6 0,-1-7 0,7 9 0,-1-3 0,3 4 0,-3 3 0,5 6 0,7 5 0,0 5 0,0 7 0,0 4 0,0 5 0,2 2 0,3-1 0,-1-1 0,8-4 0,-7 0 0,7-12 0,-2 2 0,1-13 0,-1-8 0,-5-9 0,-1-4 0,8-2 0,-9-13 0,3-4 0,-2-12 0,2 0 0,-2-9 0,7-2 0,-5 0 0,5 5 0,1 1 0,-3 0 0,5 7 0,-9 4 0,9 4 0,-5 2 0,9 15 0,-1 8 0,-6 7 0,1 6 0,1 2 0,2 2 0,3 6 0,-1-7 0,0-4 0,0-7 0,0-7 0,1 2 0,-1-4 0,0-2 0,0-2 0,0-4 0,-1-4 0,-5-7 0,3 0 0,-9 0 0,7 5 0,-6 1 0,-1 5 0,-5-5 0,0 5 0,0-5 0,0 7 0,0-4 0,0 8 0,0 0 0,0 8 0,0 1 0,0 8 0,6 6 0,0 0 0,5 8 0,-5-2 0,7 3 0,-1 2 0,3-5 0,2 0 0,-5-6 0,-1 3 0,3-1 0,1-4 0,-6-2 0,-1-9 0,-8-2 0</inkml:trace>
  <inkml:trace contextRef="#ctx0" brushRef="#br0" timeOffset="44">25125 3972 8912,'-25'44'0,"-2"-16"0,-7-11 0,7-11 0,4 0 0,13-12 0,10-5 0,23-7 0,19-4 0,14-9 0,13-7 0,1 1 0,11-3 0,-1-2-295,6 2 0,-6-2 295,1 2 0,-9 4 0,-3-14 0,-10 6 0</inkml:trace>
  <inkml:trace contextRef="#ctx0" brushRef="#br0" timeOffset="45">27190 3748 8912,'-23'6'0,"0"0"0,2-3 0,4-3 0,5-5 0,6 3 0,12-4 0,7 4 0,9 2 0,4 0 0,9 0 0,-1 0 0,1 0 0,5 8 0,0 3 0,-2 6 0,-2 6 0,-3-2 0,-4 8 0,-6 2 0,-4 1 0,-10 4 0,-3 4 0,-6 4 0,-6 8 0,-7 0 0,-8-1 0,-8-1 0,-11-4 0,4-4 0,-6-8 0</inkml:trace>
  <inkml:trace contextRef="#ctx0" brushRef="#br0" timeOffset="46">27723 3645 8912,'-17'0'0,"0"6"0,0-1 0,1 9 0,3-3 0,1 6 0,-1 6 0,-2 4 0,-2 7 0,1 9 0,5 2 0,-3 7 0,9 5 0,-1-3 0,6 3 0,2-3 0,4-3 0,9-7 0,8-4 0,7-7 0,-1-10 0,5-2 0,7-16 0,3-1 0,7-10 0,1-18 0,-1-13 0</inkml:trace>
  <inkml:trace contextRef="#ctx0" brushRef="#br0" timeOffset="47">28790 3542 8912,'-17'17'0,"-6"0"0,0 0 0,-6 2 0,4 4 0,1 6 0,-1 4 0,2 1 0,6 0 0,1 3 0,5 1 0,5 4 0,4 2 0,2-6 0,0 2 0,4-6 0,7-5 0,3-4 0,15-8 0,-1-7 0,7-5 0,-1-5 0,0-7 0,1-10 0,-1-10 0,8-13 0,2-4 0</inkml:trace>
  <inkml:trace contextRef="#ctx0" brushRef="#br0" timeOffset="48">29255 3628 8912,'-27'11'0,"-7"1"0,-1-3 0,-5 5 0,4-3 0,1 2 0,7 3 0,-1 1 0,8 6 0,-2 0 0,10 7 0,1-1 0,8 2 0,-2-1 0,5-3 0,1-2 0,1-2 0,5-6 0,-2-6 0,8 1 0,-1-8 0,6 3 0,0-7 0,1-2 0,-1-3 0,0-7 0,0-9 0,0-4 0,1-2 0,-1 1 0,0-3 0,-5-1 0,-1 7 0,0-6 0,7 6 0,-3-6 0,-4 6 0,3 1 0,-8 4 0,5 7 0,-3 1 0,-1 1 0,1-1 0,-2 6 0,1-3 0,3 14 0,7 3 0,0 1 0,1 1 0,-3-6 0,-4 5 0,5-5 0,-5 5 0,4 3 0,-3-5 0,-1 3 0,-5-1 0,6 6 0,-9 0 0,5 1 0,-8-1 0,0 0 0,8-7 0,1-3 0</inkml:trace>
  <inkml:trace contextRef="#ctx0" brushRef="#br0" timeOffset="49">29427 3868 8912,'0'0'0</inkml:trace>
  <inkml:trace contextRef="#ctx0" brushRef="#br0" timeOffset="50">31303 2923 8912,'9'-19'0,"-5"-4"0,-8-4 0,-7 0 0,-7 2 0,-4 3 0,-7-1 0,-4 5 0,-1 9 0,1 1 0,5 4 0,-3 3 0,8 4 0,0 7 0,-2 7 0,12 17 0,-2 3 0,5 5 0,6 6 0,2 7 0,2 4 0,0 0 0,0 1 0,0-1 0,0-2 0,8-3 0,2 1 0,1-7 0,1-8 0,-7-4 0,7-1 0,-6-9 0,5-3 0,-7-4 0,2-1 0,-5-9 0,-1-9 0,0-9 0</inkml:trace>
  <inkml:trace contextRef="#ctx0" brushRef="#br0" timeOffset="51">30890 3370 8912,'26'2'0,"-1"2"0,-2 1 0,0-1 0,10-2 0,1-2 0,4-2 0,12-4 0,4-5 0,-1-4 0,-7 3 0,-6 1 0,-4-1 0,-1-5 0,-3 6 0,-3-1 0,-6 6 0,-12-5 0,-5-2 0,-4-3 0,-2-1 0</inkml:trace>
  <inkml:trace contextRef="#ctx0" brushRef="#br0" timeOffset="52">29582 3679 8912,'-12'0'0,"1"0"0,-3 0 0,5 0 0,-1-2 0,3-3 0,-7 3 0,10-4 0,-7 12 0,7 5 0,-2 12 0,4 4 0,2 7 0,-1 3 0,-5 3 0,4-2 0,-4 8 0,-1-8 0,1 2 0,-2-11 0,4-6 0,-1-4 0,1-2 0,2-7 0,2-5 0,0-12 0,0-11 0,2-14 0,3-14 0,-1-5 0,8-5 0,1-3 0,2-2 0,5 5 0,3-1 0,-2 4 0,7 1 0,-1 10 0,2 8 0,3 9 0,-3 13 0,-4 7 0,-2 10 0,0 12 0,-4 14 0,-4 5 0,0 4 0,1 8 0,1-2 0,0-4 0,0-2 0,2-2 0,4 3 0,-2-11 0,8 4 0,0-13 0,7-3 0,4-11 0,4-20 0,8-6 0</inkml:trace>
  <inkml:trace contextRef="#ctx0" brushRef="#br0" timeOffset="53">31526 2768 8912,'-17'-27'0,"0"4"0,2 4 0,1 4 0,3 4 0,7 7 0,-2 15 0,4 12 0,2 10 0,0 9 0,0 7 0,0 7 0,0 9 0,0-4 0,0 2 0,0 0 0,6-8 0,2 3 0,-1-7 0,1-5 0,5-6 0,-1-11 0,-3-12 0,3-11 0,1-4 0,2-2 0,5-16 0,3-7 0,-2-9 0,7-8 0,-14 19 0,1-2 0</inkml:trace>
  <inkml:trace contextRef="#ctx0" brushRef="#br0" timeOffset="54">31716 3095 8912,'7'-35'0,"3"-7"0,7 6 0,-7 2 0,-5 11 0,-3 4 0,-2 11 0,0 8 0,0 10 0,0 12 0,0 5 0,0 8 0,0-7 0,0 1 0,0 0 0,0-10 0,0-4 0</inkml:trace>
  <inkml:trace contextRef="#ctx0" brushRef="#br0" timeOffset="55">31802 3146 8912,'17'0'0</inkml:trace>
  <inkml:trace contextRef="#ctx0" brushRef="#br0" timeOffset="56">31784 3095 8912,'0'-17'0,"0"-1"0,0 1 0,0 0 0,0 0 0,0 0 0,6 5 0,0 1 0,0 5 0,-6-6 0,0 7 0,0-7 0,0 8 0,0-3 0,0 5 0,0-4 0,0 6 0,0 0 0,0 8 0,0 9 0,0 14 0,0 3 0,2 12 0,3 0 0,-1-2 0,8 0 0,1-1 0,2 1 0,2-11 0,1 1 0,7-13 0,3-4 0,12-7 0,6-10 0,2-15 0,-2-8 0,4-17 0,-6-10 0,0-7 0,-4-4 0,-12 3 0,-5-5 0,-5 2 0,-7 0 0,-5 9 0,-4 10 0,-8 19 0,0 6 0,-7 12 0,5 6 0,-3 17 0,-3 16 0,9 18 0,-7 20 0,6 14 0,3-38 0,1 2-32,2 47 1,0-47 0,0 1 0,0 2 0,0 1 0,0 1 0,2 1 31,0 1 0,1 1 0,-2-1 0,0 0-165,2-5 0,0-1 0,-1 45 165,-2-4 0,-2-14 0,-4-9 0,-11-10 0,-12-13 0,3-10 0,-3-7 0,8-10 0,-2-2 0,4-9 0,4-14 0,3-5 0,-3-14 103,3-10 1,5-1-104,1-10 0,4-7 0,2-10 0,2-4 0,4-2 0,9-6 62,8 1 1,7-6-63,-1 5 0,11-3 0,4 9 0,4 8 0,4 6 0,-8 5 0,13 4 0,4 6 0,4 4 0</inkml:trace>
  <inkml:trace contextRef="#ctx0" brushRef="#br0" timeOffset="57">27276 6224 8912,'17'-19'0,"-2"-2"0,-3-2 0,-7 2 0,-3 2 0,-2 2 0,0-1 0,0 9 0,0 3 0,0 12 0,0 5 0,0 12 0,0 6 0,6 5 0,2 6 0,-1 6 0,1 4 0,4 7 0,-7 1 0,1-1 0,-6-4 0,0 3 0,0 1 0,0-7 0,8-24 0,1-10 0</inkml:trace>
  <inkml:trace contextRef="#ctx0" brushRef="#br0" timeOffset="58">27379 6740 8912,'-6'-25'0,"1"-4"0,-9-7 0,5-10 0,-3-11 0,1-8 0,1-15 0,-1-1 0,-3-5-250,8 12 1,1 1 249,5 10 0,2 14 82,3 14 0,5 10-82,7 14 0,2 3 20,4 8 1,2 4 0,6 8-1,-3 10-20,3 9 0,1 11 0,3 4 0,3 4 0,-3 1 0,1 1 0,-13-1 0,5 1 0,-5-1 0,0-1 0,-5-4 0,-1 2 0,0-8 0,-7-2 0,-5-7 0,-3-5 253,-2-1-253,0-2 0,-2-11 0,-3-1 0,3-7 0,-14-2 0,5-8 0,-4-13 0,-3 2 0,-1-12 0,-4 0 0,-3-11 0,-9-4 0</inkml:trace>
  <inkml:trace contextRef="#ctx0" brushRef="#br0" timeOffset="59">27413 6413 8912,'0'17'0,"-7"-1"0,-5-5 0,5-1 0,1-5 0,-4-3 0,8 6 0,-3-10 0,10-4 0,7-5 0,5-5 0,6-1 0,4 0 0,7 0 0,3-6 0,3 0 0,2-6 0,4 6 0,3-5 0,-3 5 0,-2 0 0,2 6 0,-8-6 0,3 0 0,-5 2 0,-2 2 0,1 2 0</inkml:trace>
  <inkml:trace contextRef="#ctx0" brushRef="#br0" timeOffset="60">28171 6069 8912,'0'27'0,"0"-4"0,-2-4 0,-4-2 0,2-7 0,-7-5 0,7-3 0,-4-2 0,10 0 0,4 0 0,3-7 0,9-5 0,6-3 0,5-2 0,4 0 0,1-1 0,0 1 0,-1 2 0,-2 2 0,-3 1 0,-7 1 0,12-7 0,-6 1 0</inkml:trace>
  <inkml:trace contextRef="#ctx0" brushRef="#br0" timeOffset="61">28222 6379 8912,'-9'34'0,"-7"-1"0,5-5 0,-4-3 0,3-15 0,1-5 0,7-3 0,-2-2 0,12-2 0,5-3 0,12-5 0,6-9 0,5-2 0,6-2 0,-1-8 0,7 3 0,0 1 0,5-2 0,1 1 0,-1 1 0,-7-6 0,6 7 0,-6-9 0</inkml:trace>
  <inkml:trace contextRef="#ctx0" brushRef="#br0" timeOffset="62">29513 5519 8912,'2'10'0,"4"-3"0,5 1 0,4-6 0,2 3 0,-5-5 0,-1-5 0,-5-5 0,4-9 0,-3-4 0,-1 4 0,-6-4 0,0 2 0,0-2 0,0 2 0,0-7 0,-6 5 0,1-4 0,-1 2 0,-2 4 0,4 8 0,-7 1 0,1 6 0,-1-5 0,-4 7 0,5-3 0</inkml:trace>
  <inkml:trace contextRef="#ctx0" brushRef="#br0" timeOffset="63">29478 5347 8912,'0'52'0,"-7"-1"0,5 1 0,-4 1 0,4 5 0,2-5 0,0 4 0,0-3 0,2-3 0,2 1 0,2 0 0,7-7 0,-1 1 0,-3-2 0,3 2 0,-9-4 0,3-7 0,-4-9 0,-2-3 0,0-11 0,-8-5 0,-1-7 0</inkml:trace>
  <inkml:trace contextRef="#ctx0" brushRef="#br0" timeOffset="64">29238 6000 8912,'-25'8'0,"4"-6"0,-8 4 0,16-4 0,-3-2 0,20-2 0,8-4 0,12-7 0,13-8 0,1 0 0,8-8 0,4 6 0,1-6 0,5 6 0,-10-5 0,1 5 0,-1-6 0,4 1 0,-6-7 0,8 1 0</inkml:trace>
  <inkml:trace contextRef="#ctx0" brushRef="#br0" timeOffset="65">29857 5330 8912,'2'17'0,"4"0"0,-4 10 0,3 7 0,5 8 0,-1 10 0,3 1 0,-1 5 0,1-5 0,7 7 0,2-5 0,2-4 0,0-5 0,-6-17 0,0-6 0,8-12 0,-6-7 0,4-13 0,-4-10 0,-1-6 0,-3-4 0,-4-5 0,3-3 0,-9-3 0,1 6 0,-6-1 0,6 1 0,0 5 0,-1 5 0,-5-1 0,0 15 0,0 6 0,0 14 0,0 9 0,0 6 0,0 4 0,0 5 0,2-5 0,2-3 0,4-1 0,1-4 0,9-2 0,5-2 0,1-7 0,-1-4 0,-2-4 0,8-2 0,-2-10 0,1-7 0,3-6 0,-8-6 0,0-3 0,-6 3 0,0-7 0,1 2 0,-9-3 0,-3 14 0,-4 0 0,-2 6 0,0 0 0,0 9 0,0 8 0,0 12 0,0 16 0,0 5 0,0 19 0,6-3 0,-1 14 0,7 2 0,-7 10 0,9-3-155,-3 9 0,-3-9 155,-2 3 0,-4-10 0,-2-2 0,-2-16 0,-6-3 0,-7-11 0,-6-10 0,-10-6 0,2-6 0,-3-3 0,-2-8 0,-1 0 0,1 0 0,-3-10 0,-3-7 0,4 0 0,-6-15 0,7 5 0</inkml:trace>
  <inkml:trace contextRef="#ctx0" brushRef="#br0" timeOffset="66">27637 8046 8912,'-34'6'0,"1"0"0,6 0 0,8-1 0,8 3 0,3 3 0,4 10 0,2 12 0,4 9 0,6 11 0,7 3 0,6 1 0,10 0 0,-2-5 0,-3 0 0,3-1 0,-8-1 0,2-4 0,-4-6 0,-2-4 0,-5-11 0,-1-8 0,-9-7 0,-2-10 0,-7-16 0,-11-3 0</inkml:trace>
  <inkml:trace contextRef="#ctx0" brushRef="#br0" timeOffset="67">27499 8167 8912,'-24'-17'0,"-3"-1"0,2 1 0,8 0 0,7 0 0,10 0 0,2-1 0,4 1 0,5 2 0,12 2 0,6 1 0,3-1 0,11 3 0,2-1 0,-1 7 0,2-2 0,-7 4 0,1 2 0,-6 8 0,-5 3 0,-4 5 0,-8 1 0,-8 8 0,-3 3 0,-4 5 0,-2 1 0,-8 1 0,-3 1 0,-4 0 0,-3-1 0,7 1 0,-1-13 0,3 5 0,-3-5 0,-1 0 0,7-6 0,3 1 0,1-1 0,4-2 0,3-3 0,7 1 0,11-7 0,5-1 0,5 3 0,3-6 0,4 4 0,-1-2 0,6 1 0,-6-3 0,1 4 0,-4 3 0,-1 3 0,-9 3 0,-3 2 0,-11 2 0,-6 4 0,-14 4 0,-9 9 0,-12 3 0,-9 1 0,0 6 0,-8-6 0,5 6 0,-4-6 0,1-2 0,-2-9 0,6-7 0,11-10 0,-4-4 0,5-8 0,9-2 0,1-4 0,13-11 0,-1-12 0,4-5 0,4-4 0,6-5 0,9 0 0,0-3 0,23-6 0,-4 1 0</inkml:trace>
  <inkml:trace contextRef="#ctx0" brushRef="#br0" timeOffset="68">28463 8115 8912,'-9'0'0,"1"-2"0,8-3 0,13-5 0,5-7 0,12-2 0,3-4 0,7-6 0,4-3 0,-4 3 0,6 0 0,-6 6 0,4-3 0,0-1 0,0 0 0,-8 12 0,-1-2 0,-9 11 0,-8 0 0,-9 4 0,-3 4 0,-12 4 0,-11 5 0,-12 12 0,-3-4 0,-3 14 0,1-6 0</inkml:trace>
  <inkml:trace contextRef="#ctx0" brushRef="#br0" timeOffset="69">28721 8425 8912,'-17'5'0,"0"1"0,7 0 0,3-6 0,20-8 0,6-5 0,6-6 0,6-4 0,1-8 0,3 3 0,5-3 0,0 2 0,2-1 0,-2 7 0,2-6 0,4 6 0,4-7 0,-6 3 0</inkml:trace>
  <inkml:trace contextRef="#ctx0" brushRef="#br0" timeOffset="70">29719 7737 8912,'0'-17'0,"0"0"0,-2-1 0,-1 1 0,-3 0 0,0 7 0,6 7 0,0 12 0,0 8 0,0 14 0,0 1 0,2 8 0,4 4 0,-4-3 0,3 4 0,3-6 0,-2 1 0,0-6 0,-6-5 0,0 3 0,0-5 0,0 0 0,0-4 0,0-10 0,0-2 0,0-7 0,-6-4 0,0-11 0,0-12 0,6-6 0,0-11 0,0-6 0,0-3 0,0-3 0,0 6 0,0 0 0,2 0 0,4 3 0,-2 2 0,7 13 0,1-3 0,5 8 0,0 6 0,0 6 0,6 9 0,0 2 0,6 9 0,-6 14 0,2 4 0,-2 7 0,-4 1 0,4-1 0,-4 0 0,-4-1 0,-1-2 0,-3-3 0,-1-1 0,1 2 0,4-5 0,-11-8 0,8-5 0,-1-11 0,6-9 0</inkml:trace>
  <inkml:trace contextRef="#ctx0" brushRef="#br0" timeOffset="71">30236 7565 8912,'-18'0'0,"1"-6"0,0 1 0,6-1 0,-1 6 0,6 7 0,-5 5 0,7 5 0,-2 6 0,4-2 0,2 8 0,2 1 0,4 3 0,4-1 0,7-3 0,2 0 0,4-12 0,-2 2 0,8-13 0,-8-1 0,3-5 0,-1-2 0,0-3 0,-2-5 0,-9-7 0,1-8 0,-7-4 0,0 3 0,-6-3 0,-2 0 0,-4-5 0,-3 5 0,-9 1 0,1 7 0,0-2 0,-6 4 0,0 1 0,0 9 0,6 3 0,0 4 0,1 10 0,5 3 0,3-1 0,8 1 0,0 1 0,0 5 0,0 0 0</inkml:trace>
  <inkml:trace contextRef="#ctx0" brushRef="#br0" timeOffset="72">29496 7720 8912,'-2'-16'0,"-2"3"0,-2 2 0,-7 7 0,1 0 0,-3 8 0,4 5 0,-1 10 0,-1 4 0,-3 6 0,5 11 0,-1 6 0,1 4 0,1 1 0,-3 3 0,7 1 0,2 2 0,3-1 0,1-5 0,0-5 0,1-6 0,5-13 0,6-10 0,3-9 0,2-8 0,0-6 0,8-11 0,-6-17 0,6-10 0</inkml:trace>
  <inkml:trace contextRef="#ctx0" brushRef="#br0" timeOffset="73">29616 7840 8912,'-9'8'0,"-1"-6"0,6 5 0,-3-1 0,-1 2 0,0 1 0,-5 3 0,3 5 0,-1 0 0,-1 0 0,9 0 0,-3 1 0,-2-1 0,2 0 0,3 0 0,1 0 0,4-1 0,3-5 0,-1-3 0,8-8 0,-1-8 0,6-3 0,0-5 0,1-1 0,-7-2 0,1-4 0,-1 6 0,6 0 0,-5 0 0,-1 7 0,1-1 0,-3-1 0,7 8 0,-7-3 0,8 14 0,1 3 0,-1 7 0,0 0 0,0 0 0,0-1 0,1-5 0,1-3 0,4-8 0,3 0 0,9 0 0</inkml:trace>
  <inkml:trace contextRef="#ctx0" brushRef="#br0" timeOffset="74">30270 7685 8912,'-2'-15'0,"-2"2"0,-1 1 0,-1 1 0,-2 1 0,6-5 0,-11 15 0,7 0 0,2 9 0,2 12 0,2 6 0,0 4 0,0 5 0,2 2 0,4-3 0,-4-3 0,4-3 0,-4 1 0,-2-5 0,2 0 0,3 0 0,-3-8 0,4-5 0,-4-9 0,-2 3 0,0-12 0,6-11 0,-1-11 0,1-7 0,-6-5 0,6 2 0,0-8 0,1 8 0,-1-2 0,-2 3 0,7 3 0,-5 1 0,5 5 0,-1 3 0,3 10 0,-1 3 0,1 7 0,3-3 0,1 2 0,6 2 0,0 10 0,1 6 0,-1 10 0,-3-1 0,2 8 0,-2-6 0,-3 6 0,0-6 0,0 5 0,-1-7 0,-5 2 0,4-4 0,-11-3 0,8-5 0,7-3 0,7-8 0</inkml:trace>
  <inkml:trace contextRef="#ctx0" brushRef="#br0" timeOffset="75">30838 7427 8912,'-17'0'0,"0"0"0,5 0 0,1 0 0,-3 2 0,-1 4 0,3 4 0,1 7 0,5 8 0,-5 3 0,7-1 0,-2 0 0,6 0 0,6-1 0,5-5 0,12 2 0,-4-9 0,4-3 0,-2-7 0,2 2 0,-3-10 0,1-6 0,-6-3 0,-4-6 0,-5-2 0,6 4 0,-9-6 0,3 0 0,-6-6 0,-6 6 0,3 0 0,-9 6 0,1 0 0,-7 0 0,1-1 0,0 1 0,0 8 0,0 3 0,-1-2 0,1 3 0,8-3 0,3 2 0,12-3 0,3-9 0</inkml:trace>
  <inkml:trace contextRef="#ctx0" brushRef="#br0" timeOffset="76">31113 6980 8912,'0'-24'0,"0"4"0,0-2 0,0 10 0,0 4 0,0 10 0,0 6 0,0 9 0,0 16 0,0 13 0,0 5 0,2 4 0,2 5 0,2 1 0,7-6 0,-1 3 0,3-5 0,2-1 0,-5-3 0,-1-3 0,-1-4 0,1-7 0,2-9 0,-7-3 0,0-4 0,-6-9 0,-8-10 0,-1-10 0</inkml:trace>
  <inkml:trace contextRef="#ctx0" brushRef="#br0" timeOffset="77">31010 7324 8912,'-27'-2'0,"4"-3"0,12 3 0,3-14 0,18 7 0,7-8 0,15 0 0,14-1 0,12 1 0,5 0 0,2 0 0,0 1 0,-4 3 0,-2 2 0,2 5 0,-9-6 0,-6 9 0,-17-3 0,-6 6 0,-12 6 0,-3 11 0,-8 10 0</inkml:trace>
  <inkml:trace contextRef="#ctx0" brushRef="#br0" timeOffset="78">30494 8493 8912,'-14'-17'0,"-3"0"0,-2 0 0,0 0 0,2-1 0,-2 1 0,-2 2 0,-2 4 0,0-3 0,5 8 0,1 1 0,0 5 0,0 0 0,0 0 0,5 7 0,1 5 0,5 11 0,-6 5 0,9 7 0,-3 5 0,4-2 0,4 8 0,2 4 0,1 5 0,9 4 0,-3 4 0,7 2 0,4-7 0,0 6 0,6 0 0,-7-5 0,2-2 0,-4-9 0,-1-2 0,-9-6 0,-3 6 0,-6-16 0,-6-1 0,-3-8 0,-9-4 0,1 0 0</inkml:trace>
  <inkml:trace contextRef="#ctx0" brushRef="#br0" timeOffset="79">30046 9147 8912,'-2'-17'0,"-1"-1"0,-3 1 0,2 0 0,4 0 0,6 0 0,5-8 0,12-4 0,6-3 0,11-3 0,10-1 0,9-2 0,2-2 0,4 1 0,0 5 0,-2 5 0,2 5 0,-7 6 0,-3 7 0,-9-1 0,-12 3 0,-11-3 0,4-11 0,0 4 0</inkml:trace>
  <inkml:trace contextRef="#ctx0" brushRef="#br0" timeOffset="80">30821 8339 8912,'-17'0'0,"-1"0"0,3 2 0,2 3 0,3 7 0,2 3 0,3 4 0,5 4 0,0 4 0,0 7 0,7 3 0,5 3 0,5-4 0,6 4 0,-4-9 0,4-3 0,-2-7 0,0 2 0,2-6 0,-2-5 0,-2-4 0,-2-8 0,6-2 0,0-4 0,0-6 0,-6-11 0,1-3 0,-1-9 0,-2-1 0,-3-4 0,3 2 0,-6-6 0,1 2 0,-4 4 0,1 3 0,-1 7 0,0 3 0,-6 7 0,0 9 0,0 3 0,0 12 0,0 3 0,0 9 0,0 5 0,0 0 0,0-1 0,0-4 0,6-1 0,-1 0 0,9-2 0,-3-3 0,5-6 0,1-5 0,6-1 0,0 0 0,1-7 0,-1-5 0,-3-9 0,3-2 0,1 0 0,-1 6 0,-2 0 0,-9 0 0,1 5 0,-5 3 0,1 1 0,-5 4 0,2 10 0,-4 7 0,-2 16 0,0 7 0,0 16 0,6 9 0,-1 8 0,9 9-307,-3 14 0,-1 2 307,-4-46 0,-1 1 0,-2 1 0,0-1 0,7 41 0,-3-4 0,-3-4 0,-2-11 0,-2-2 0,-8-16 0,-3-13 0,-5-5 0,-1-7 0,-8-10 0,-3-13 0,1-5 0,-2-5 0,1-15 0,-7-14 0,8-8 0,4-11 0,4-5 0,2-5 0,8-4 0,3-1 0,6-7 130,6 1 1,5-3-131,12 3 0,6-5 0,11-7 0,-16 44 0,2 0 0,2 2 0,1 0 0,30-36 0,-1 7 0,-3 6 0,8 4 0,-2 1 0,-5 3 0,-7-2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4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11960 5605 8912,'12'-17'0,"-3"0"0,-1-1 0,-3-5 0,-6 1 0,-5 1 0,-4 1 0,-7 5 0,0 2 0,0 1 0,-1 7 0,1-5 0,-2 2 0,-4 5 0,-2 10 0,-7 12 0,-1 14 0,-3 11 0,-2 17 0,3 13 0,18-29 0,0 2 0,-1 5 0,1 1 0,1 6 0,2 1-57,2 2 0,1 2 0,-1 2 0,3 1 0,5-2 1,4 0-1,1 0 0,2-2 57,3-2 0,3-1 0,3-5 0,3-3 0,25 34 0,2-16 0,4-30 0,4-3 0,-4-20 0,1-4 0,-1-13 0,-11-15 0,5 3 0,-4-12 0</inkml:trace>
  <inkml:trace contextRef="#ctx0" brushRef="#br0" timeOffset="1">12356 5777 8912,'-42'0'0,"7"0"0,1 0 0,7 0 0,12 4 0,3 7 0,5 8 0,7 16 0,0 7 0,0 4 0,7 5 0,5 6 0,-3-3 0,3 3 0,-1-3 0,-1-3 0,3-1 0,-7-4 0,6-4 0,-7-8 0,3-9 0,-2-8 0,-4 0 0,5-15 0,-7 6 0,0-16 0,0-5 0,0-6 0,0-4 0,2-8 0,4 3 0,-2-5 0,7-1 0,-5 1 0,5 5 0,-5 3 0,6 8 0,-7 0 0,7 1 0,1 5 0,2-3 0,3 9 0,-7 5 0,1 5 0,-1 15 0,6-3 0,0 9 0,1-3 0,5 6 0,0-6 0,5 0 0,-5-6 0,0-2 0,-6-3 0,1-6 0,-1-5 0,0-2 0,0-5 0,6-4 0,0-7 0,2-2 0,-2-4 0,-6-2 0,0-3 0,1-5 0,-7 4 0,-1-1 0,1 1 0,-7 4 0,2 16 0,-12 3 0,-6 6 0,-3 6 0,-2 5 0,0 12 0,-6 4 0,0 7 0,0 1 0,6-1 0,7-1 0,4-5 0,4 3 0,2-8 0,0 0 0,4-8 0,8-4 0,11-5 0,7-4 0,5-2 0,5-15 0,0-8 0,0-8 0,-5-3 0,-9-1 0,-3 1 0,-6 2 0,-5 3 0,-4-2 0,-10 10 0,-6 4 0,-9 4 0,-8 9 0,-9-2 0,-1 4 0,1 2 0,1 6 0,5 0 0,-3 7 0,8-1 0,2-3 0,9 3 0,5-8 0,7 11 0,0-6 0</inkml:trace>
  <inkml:trace contextRef="#ctx0" brushRef="#br0" timeOffset="2">12356 6086 8912,'-8'-17'0,"-1"-2"0,-3-2 0,3-2 0,-1 2 0,2 2 0,-1 2 0,-1 0 0,6 5 0,-3 3 0,-1 1 0,6 4 0,-5 12 0,1 11 0,0 13 0,0 10 0,6 12 0,0 3 0,0 6 0,0-2 0,0 2 0,8-7 0,3-1 0,5-7 0,1-8 0,8-6 0,4-5 0,5-6 0,4-11 0,4-7 0,2-3 0,2-11 0,6-9 0,-3-6 0,-3-11 0,4-14 0,-6-5 0</inkml:trace>
  <inkml:trace contextRef="#ctx0" brushRef="#br0" timeOffset="3">13165 6155 8912,'-8'12'0,"-3"-3"0,-5-1 0,-1-4 0,0-1 0,0 3 0,1-2 0,5 7 0,-3-5 0,9 6 0,5-1 0,5 6 0,15-1 0,-3-5 0,10 2 0,-5-7 0,9 2 0,-2-2 0,-2-5 0,1 5 0,-1-4 0,4-2 0,-5 0 0,-1 0 0,-10 0 0,8-8 0,-3-1 0</inkml:trace>
  <inkml:trace contextRef="#ctx0" brushRef="#br0" timeOffset="4">13440 6035 8912,'17'0'0</inkml:trace>
  <inkml:trace contextRef="#ctx0" brushRef="#br0" timeOffset="5">13423 6018 8912,'-17'-10'0,"7"4"0,4 12 0,4 6 0,2 5 0,0 6 0,6 1 0,0 7 0,0-4 0,1-2 0,-3 3 0,8-5 0,-9 0 0,3-6 0,2 0 0,-3 1 0,1-1 0,-6-9 0,0-8 0,0-10 0,0-7 0,0-6 0,0-6 0,0-11 0,6 2 0,0-8 0,1 8 0,-1-2 0,-4 9 0,4 2 0,1 8 0,1-1 0,2 4 0,3 7 0,4 3 0,6 8 0,-4 14 0,4 3 0,4 11 0,2 1 0,3 4 0,3 1 0,-1 0 0,0 1 0,1-8 0,-1-5 0,1-2 0,-1-3 0</inkml:trace>
  <inkml:trace contextRef="#ctx0" brushRef="#br0" timeOffset="6">14335 5536 8912,'-12'-11'0,"1"-1"0,-1-1 0,3-2 0,-6 3 0,3 1 0,4 11 0,3 5 0,3 7 0,2 17 0,2 1 0,3 3 0,-1 7 0,8 0 0,-3 0 0,5-6 0,-5 1 0,-1-1 0,3 0 0,-5 1 0,6-1 0,-7-1 0,-1-5 0,-2-5 0,4-4 0,0-1 0,-1-7 0,-5 1 0,8-9 0,-4-5 0,7-15 0,1-2 0,5-10 0,0 7 0,0-7 0,0 6 0,1-4 0,1 0 0,4 1 0,-2 7 0,7 1 0,-5 1 0,6 6 0,-8 1 0,2-1 0,4 7 0,-8-4 0,2 10 0,-8 4 0,-7 5 0,-4 5 0,-2 1 0,-2 6 0,-4 0 0,-11 7 0,-11-1 0,-5 3 0,-1 3 0,-1-1 0,1 1 0,1-9 0,5-3 0,3-11 0,7 3 0,1-5 0</inkml:trace>
  <inkml:trace contextRef="#ctx0" brushRef="#br0" timeOffset="7">14851 5777 8912,'6'17'0,"0"0"0,-3 0 0,-1-7 0,-2-2 0,2-8 0,4 0 0,4-8 0,7-3 0,8-5 0,3-1 0,3-2 0,-2-4 0,3 4 0,-3-4 0,-4-2 0,-2 2 0,-4 2 0,-10 2 0,-9 10 0,-11 3 0,-12 6 0,-6 6 0,-3 5 0,-3 12 0,1 2 0,-1 5 0,1-1 0,0 2 0,7 1 0,4 2 0,6 5 0,5-5 0,4 4 0,8-9 0,8 1 0,4-1 0,12-4 0,11-8 0,7-7 0,11-5 0,3-3 0,1-2 0,8-9 0,-2-8-665,-3-8 0,-1-17 0,-7-2 1</inkml:trace>
  <inkml:trace contextRef="#ctx0" brushRef="#br0" timeOffset="8">15677 5674 8912,'0'23'0,"0"0"0,0-2 0,0-2 0,0-2 0,-6 2 0,1 4 0,-1-4 0,6 4 0,0-4 0,0-2 0,0 0 0,0 1 0,6-1 0,-1 0 0,9-7 0,-3-5 0,5-3 0,1-2 0,-2-7 0,-4-5 0,12-11 0,-3-4 0</inkml:trace>
  <inkml:trace contextRef="#ctx0" brushRef="#br0" timeOffset="9">15729 5347 8912,'-10'25'0,"-5"-6"0,3 4 0,-3-10 0,-2-1 0,0-1 0,-1-1 0,1 5 0,0-3 0,7-5 0,3 3 0,7-5 0,2-3 0,3 4 0,7-4 0,3-10 0,2 5 0,1-9 0,-1 1 0,0-7 0,-7 7 0,-5-1 0,-3 9 0,-2-5 0,0 8 0</inkml:trace>
  <inkml:trace contextRef="#ctx0" brushRef="#br0" timeOffset="10">16211 5708 8912,'-18'0'0,"1"0"0,0 0 0,0 0 0,0-8 0,1 5 0,5-9 0,1 8 0,4-1 0,5 3 0,-5 11 0,12 8 0,-5 1 0,5 5 0,-2 1 0,2-1 0,-4 8 0,3-4 0,-3-1 0,-2-3 0,2-4 0,4-1 0,-4-1 0,6 0 0,-8-9 0,0-10 0,0-14 0,5-3 0,1-9 0,0-1 0,-6-5 0,2-3 0,3-3 0,-3 4 0,4-4 0,2 4 0,-1 3 0,1 3 0,0 1 0,3 8 0,-5-2 0,1 11 0,-1 7 0,-2 3 0,8 2 0,-3 7 0,3 5 0,1 9 0,-5 2 0,1 0 0,5 2 0,-5-6 0,3 4 0,-3-4 0,3-2 0,1-6 0,-7 1 0,7-6 0,-1 5 0,-3-7 0,3 2 0,1-4 0,2-10 0,1-2 0,-5-7 0,2-6 0,-7 0 0,6 0 0,-7 6 0,7 0 0,-6 0 0,-3 0 0,5 5 0,-2 1 0,0 7 0,1-4 0,3 8 0,7 0 0,-6 0 0,1 0 0,3 0 0,6 0 0,-2-2 0,4-3 0,-4 1 0,-1-8 0,5 7 0,0-7 0,-2 6 0,-10-5 0,2 5 0,-7-5 0,6 5 0,-7-6 0,1 7 0,-6-7 0,0 8 0,0-1 0,0 10 0,0 7 0,0 9 0,0 6 0,0 3 0,0 7 0,0 3 0,0 0 0,0 4 0,0 7 0,0 3 0,0 3 0,6-3 0,0 3 0,1-4 0,-3-1 0,2-2 0,-2-4 0,3-6 0,-1-12 0,0-11 0,1-9 0,-5-16 0,6-1 0</inkml:trace>
  <inkml:trace contextRef="#ctx0" brushRef="#br0" timeOffset="11">16813 5450 8912,'0'-17'0,"0"0"0,0 0 0,-6-1 0,0 1 0,3 0 0,3 8 0,5 3 0,-1 4 0,8 2 0,-1 2 0,6 4 0,1 5 0,-1 10 0,0 4 0,0 2 0,0-5 0,1 7 0,-3 0 0,-4 5 0,-1-3 0,-4 3 0,-4-9 0,3 9 0,-5-3 0,-5-4 0,1-1 0,-8-3 0,1-11 0,-14 11 0,-2-14 0</inkml:trace>
  <inkml:trace contextRef="#ctx0" brushRef="#br0" timeOffset="12">17243 5072 8912,'0'10'0,"0"5"0,0-11 0,0 7 0,0-5 0,0 5 0,-6 3 0,-1 7 0,-1 4 0,0 1 0,1 5 0,1 9 0,4 2 0,-4 4 0,4 2 0,2-8 0,2-2 0,4-2 0,4-1 0,7-1 0,6-9 0,0-8 0,5-2 0,-5-9 0,8 0 0,-2-6 0,1-8 0,-1-5 0,-6-6 0,-4-4 0,-2-6 0,0 6 0,-7-6 0,-4 7 0,-6-1 0,-6 5 0,2 1 0,-7 0 0,-3 6 0,-9-1 0,4 8 0,-4-1 0,4 5 0,2 5 0,0 7 0,0 3 0,5 4 0,1 4 0,7-2 0,-2 8 0,4-8 0,2 2 0,10 2 0,7-3 0,2 1 0,10-7 0,1-3 0,3-2 0,1-7 0,1 2 0,7-4 0,-6-17 0,6-4 0</inkml:trace>
  <inkml:trace contextRef="#ctx0" brushRef="#br0" timeOffset="13">17708 5330 8912,'-8'9'0,"6"1"0,-4-4 0,-1-2 0,1 7 0,0 0 0,6 7 0,0-1 0,0 0 0,0 2 0,0 4 0,0 2 0,0 4 0,6 3 0,0-3 0,0-4 0,-5-1 0,3-1 0,2 0 0,0-6 0,-6-5 0,0-1 0,0-1 0,0-4 0,0-12 0,0-9 0,0-8 0,0-8 0,0 2 0,0-3 0,0-2 0,2-1 0,3 1 0,-3-1 0,6 1 0,-2 2 0,-1 3 0,3 4 0,-2 8 0,-2 5 0,7 1 0,-5 7 0,5-2 0,-5 12 0,6 8 0,-1 5 0,-1 4 0,-1 5 0,-3-5 0,-4 6 0,3-6 0,3 0 0,-2-6 0,0 0 0,-6 0 0,2-2 0,3-3 0,-3-4 0,6-8 0,-6-8 0,3-4 0,-1-3 0,6-2 0,-3 0 0,5 0 0,-6-1 0,7 9 0,-3 1 0,7 8 0,0 0 0,0 0 0,6 0 0,0 0 0,6 6 0,-6 0 0,7 5 0,-1-5 0,4-2 0,1-2 0,-5-2 0,-1 0 0,-5 0 0,6 0 0,-14-2 0,2-4 0,-9-4 0,2-7 0,-3 0 0,-3 0 0,-2 0 0,-2-1 0,-6 1 0,1 0 0,-9 2 0,3 3 0,-5-1 0,-1 7 0,6 0 0,-1 6 0,1 0 0,-4 2 0,3 4 0,-1 4 0,7 7 0,0 6 0,6 0 0,0 2 0,0-3 0,2-2 0,4 3 0,3-2 0,9-2 0,-1 0 0,0-4 0,6-4 0,0 1 0,0-4 0,-6-8 0,0 0 0,0 0 0,1-8 0,-1-4 0,-2-3 0,-1-2 0,-5 0 0,-1 0 0,-2-1 0,-6 1 0,0 0 0,0 0 0,0 5 0,0 1 0,0 5 0,0-5 0,0 5 0,0-5 0,0 9 0,0 2 0,0 2 0,0 9 0,-6 0 0,0 7 0,0 5 0,6-1 0,-2 1 0,-1-5 0,-3-1 0,2 0 0,2 0 0,0-2 0,-4-3 0,5-4 0,-7-8 0,8-8 0,0-4 0,2-3 0,2-4 0,3-2 0,3-2 0,-1-6 0,3 7 0,3-1 0,-5 5 0,7 3 0,0 4 0,-5 3 0,-1 8 0,-7 2 0,2 4 0,3 3 0,3 8 0,-5 1 0,1-1 0,-2 0 0,-1 0 0,9 0 0,-5 1 0,9-1 0,-7 0 0,1 0 0,-9 0 0,13 1 0,-7-1 0</inkml:trace>
  <inkml:trace contextRef="#ctx0" brushRef="#br0" timeOffset="14">18878 4848 8912,'0'-17'0,"0"0"0,0 0 0,0 0 0,0 7 0,0 3 0,0 10 0,0 9 0,-2 9 0,-4 19 0,2 0 0,-7 10 0,-1 3 0,3 1 0,-4 7 0,7 2 0,-2 4 0,2 1 0,5-6 0,-5-5 0,12-5 0,5-7 0,4-3 0,4-11 0,4-8 0,6-12 0,4-7 0,1-4 0,0-9 0,1-9 0,-1-1 0,1-9 0,-1-1 0,0-5 0,1-7 0,-1 1 0,-7 0 0,-4 6 0,-4-1 0,-4 3 0,-1 1 0,-3 3 0,-7 7 0,-4 4 0,-11 11 0,-7 4 0,-5 2 0,4 8 0,-4 3 0,4 4 0,2 3 0,0 4 0,0 3 0,1 0 0,5 0 0,3 4 0,8-6 0,0-1 0,0-4 0,8-1 0,3 0 0,12-7 0,6-5 0,13-3 0,10-2 0,3-2 0,14-3 0,-4-5 0,10-9 0,-5-2 0,-1-2 0,-4-6 0,-7 6 0,-9-5 0,-14 5 0,-10-6 0,-8 6 0,-8 0 0,-9 6 0,-7 0 0,-5 0 0,-5 7 0,-6 4 0,2 5 0,-6 1 0,0 0 0,1 0 0,3 9 0,-6 8 0,6 2 0,-6 10 0,8-6 0,-2 6 0,6-1 0,6 7 0,3-9 0,8-3 0,0 2 0,2-2 0,4-4 0,5-5 0,10-7 0,2-7 0,8-2 0,-3-3 0,5-5 0,-14 0 0,-4 3 0</inkml:trace>
  <inkml:trace contextRef="#ctx0" brushRef="#br0" timeOffset="15">19910 5261 8912,'2'-25'0,"4"-3"0,-2-5 0,7-1 0,-7-3 0,2-3 0,-4 2 0,-2-8 0,0-7 0,0-10 0,0-6 0,0-6 0,0-9 0,0-7 0,-6-3 0,0 14 0,3 17 0,1 17 0,2 14 0,-6 24 0,0 8 0,-1 17 0,1 17 0,2 18 0,-8 17 0,7 15 0,-1-36 0,0 1 0,2 47 0,1-48 0,1 1 0,0 49 0,2-47 0,0 1 0,0-1 0,0-1 0,0 47 0,2-3-211,3-8 0,-1-8 211,8-3 0,-7-1 0,7-5 0,-6-6 0,5-17 0,-7-12 0,2-11 0,-4-9 0,-6-10 0,-8-10 0,-7-4 0</inkml:trace>
  <inkml:trace contextRef="#ctx0" brushRef="#br0" timeOffset="16">18551 5313 8912,'-17'5'0,"0"1"0,17-2 0,11-10 0,29-5 0,23-12 0,21-4 0,-34 10 0,2-2 0,2-1 0,1 0 0,1-2 0,1-2 0,0-4 0,0-1 0,3-2 0,1 0 0</inkml:trace>
  <inkml:trace contextRef="#ctx0" brushRef="#br0" timeOffset="17">20668 5244 8912,'15'-12'0,"-2"1"0,-1-2 0,-1-3 0,-1-3 0,-4-2 0,-5-2 0,-1 2 0,0 8 0,-1 3 0,-5 3 0,-4 3 0,-7 10 0,0 7 0,0 16 0,1 1 0,3 16 0,3 2 0,3 1 0,-5 3 0,7-2 0,1-4 0,2-6 0,2-6 0,0-5 0,0-4 0,2-10 0,3-4 0,7-5 0,3-19 0,2-10 0,1-8 0,-1-5 0,-2-2 0,-3-2 0,-5-1 0,-7 7 0,-2 2 0,-3 3 0,-5 6 0,-7 12 0,0 3 0,-1 8 0,1 2 0,2 4 0,3 5 0,5 10 0,7 2 0,2 0 0,3-6 0,5-2 0,7-3 0,8-5 0,2-7 0</inkml:trace>
  <inkml:trace contextRef="#ctx0" brushRef="#br0" timeOffset="18">21115 5227 8912,'0'-17'0,"0"-1"0,0 1 0,0 0 0,0 7 0,0 5 0,0 10 0,-2 13 0,-4 10 0,-1 7 0,-5 5 0,-3-4 0,5 4 0,-1-4 0,-1-1 0,7-1 0,-7 1 0,8-9 0,-1-3 0,3-9 0,2-3 0,0-7 0,2 2 0,3-14 0,7-9 0,3-8 0,-5-2 0,-3 2 0</inkml:trace>
  <inkml:trace contextRef="#ctx0" brushRef="#br0" timeOffset="19">21149 5278 8912,'8'-23'0,"4"0"0,3 1 0,2 4 0,0 3 0,1 4 0,-1 11 0,0 11 0,-2 12 0,-3 6 0,3 5 0,-4 4 0,5 2 0,1-1 0,0-3 0,0-2 0,8-5 0,4 0 0,-2-10 0,1-2 0,1-8 0,5-9 0,9-15 0,1-4 0</inkml:trace>
  <inkml:trace contextRef="#ctx0" brushRef="#br0" timeOffset="20">22044 4797 8912,'0'-34'0,"0"-7"0,0 1 0,0 2 0,0 9 0,-2 6 0,-3 4 0,1 12 0,-8 7 0,7 19 0,-7 21 0,6 12 0,-5 16 0,1 9 0,-1 3 0,3 2 0,8-2 0,0 2 0,0-7 0,4-4 0,8-6 0,-1 0 0,12-8 0,-6 0 0,-5-5 0,-5-10 0,-7-8 0,0-15 0,-7-3 0,-3-7 0</inkml:trace>
  <inkml:trace contextRef="#ctx0" brushRef="#br0" timeOffset="21">21803 4900 8912,'0'-59'0,"0"5"0,0-3 0,2 5 0,4 7 0,4 10 0,-1 10 0,-1 8 0</inkml:trace>
  <inkml:trace contextRef="#ctx0" brushRef="#br0" timeOffset="22">21889 4573 8912,'23'0'0,"0"0"0,6 0 0,-6 0 0,8 2 0,-3 4 0,3 5 0,-3 12 0,3-2 0,-8 10 0,-2 5 0,-2 8 0,-9 0 0,-5 2 0,3 0 0,-2 5 0,-2-5 0,-10 0 0,2-2 0,-7 2 0,1-12 0,-3-13 0,1-7 0,1-7 0,-6-7 0</inkml:trace>
  <inkml:trace contextRef="#ctx0" brushRef="#br0" timeOffset="23">22285 4969 8912,'17'-10'0,"1"1"0,-1 3 0,-8 4 0,-1-6 0,-8 16 0,0 4 0,0 3 0,0 2 0,0 0 0,0 0 0,8 1 0,3-1 0,4-6 0,3 1 0,7-8 0,3 1 0,7-3 0,5-2 0,-4-9 0,4-9 0,-3-1 0,-3-7 0,-1-1 0,-5 0 0,-3 4 0,-8-5 0,-7 5 0,-4-6 0,-5 14 0,-1-3 0,0 13 0,-7 12 0,-5 16 0,3 10 0,-3 7 0,7 6 0,-7 11 0,8-3 0,-3-11 0,7-10 0</inkml:trace>
  <inkml:trace contextRef="#ctx0" brushRef="#br0" timeOffset="24">22733 5364 8912,'0'42'0,"0"4"0,0-6 0,0-5 0,0-3 0,0-9 0,0-2 0,0-9 0,0-5 0,0-7 0,0-15 0,0-8 0,0-15 0,0-6 0</inkml:trace>
  <inkml:trace contextRef="#ctx0" brushRef="#br0" timeOffset="25">23060 4315 8912,'5'12'0,"1"-1"0,-2 3 0,-4 1 0,-6 2 0,2 8 0,-7 4 0,7 13 0,-2 9 0,4 9 0,2 8 0,4 1 0,8 0 0,1 3 0,16-3 0,-1-4 0,7-13 0,-6-3 0,-1-3 0,-9 0 0,-1-11 0,-9 1 0,-9-13 0,-4-4 0,-7-6 0,-8-5 0,-16-8 0</inkml:trace>
  <inkml:trace contextRef="#ctx0" brushRef="#br0" timeOffset="26">22853 4969 8912,'0'-12'0,"0"1"0,0-1 0,0-5 0,0 0 0,2-6 0,4 0 0,5-2 0,12 2 0,6-3 0,13-9 0,8 1 0,5 0 0,8-1 0,-5 1 0,-1 5 0,-5 0 0,-8 3 0,-4-3 0,-14 4 0,-8 8 0,-9 0 0,-9 0 0,0 7 0,-7 2 0,5 16 0,-4 4 0,4 12 0,2 11 0,0 7 0,0 9 0,0 1 0,0 0 0,0-3 0,0-3 0,0 2 0,0-8 0,0-2 0,0-2 0,0-3 0,0-4 0,0-10 0,0-8 0,0-7 0,0 4 0,0-8 0,0-10 0,2-5 0,4-6 0,-3-12 0,7 1 0,0-6 0,-1-1 0,3 1 0,5-2 0,-6 6 0,1-1 0,-1 1 0,6 5 0,-5 4 0,-1 2 0,-7 10 0,2 2 0,4 9 0,-1 2 0,1 9 0,-3 14 0,-7 6 0,6 3 0,0 3 0,1-7 0,-1 1 0,-2-8 0,7 2 0,-5 0 0,6-6 0,-7 2 0,7-13 0,1-2 0,3-2 0,-5-2 0,0 0 0,1-8 0,5-2 0,0-7 0,-1 0 0,-5 0 0,4 2 0,-3 3 0,-3-3 0,3 3 0,-6 3 0,5-3 0,3 1 0,1 1 0,-4-3 0,1 7 0,-1-7 0,6 1 0,-5 3 0,-1-3 0,-5 1 0,6-6 0,-9 5 0,3 1 0,-2-1 0,2 3 0,-4-6 0,5 5 0,-14 0 0,5 3 0,-14 7 0,15 2 0,-5 3 0,4 5 0,2 7 0,0 0 0,0 1 0,0-7 0,0 0 0,2-5 0,4 6 0,-5-8 0,15 3 0,-7-7 0,9 0 0,-1 0 0,0 0 0,0 0 0,0 0 0,1 8 0,-3 1 0,-4 9 0,-3-7 0,-8 0 0,6 1 0,-1 5 0,1 0 0,-6 1 0,0-1 0,0 0 0,-7-8 0,5-1 0,-6-10 0,8-4 0,0-9 0,0-8 0,0-13 0,0 2 0,0-10 0,2 2 0,4 0 0,5 0 0,-1 1 0,1 7 0,-1 2 0,1 3 0,4 6 0,-3 12 0,3 3 0,2 8 0,-1 4 0,-3 5 0,-1 10 0,1 6 0,2 2 0,2 2 0,1-5 0,-1-6 0</inkml:trace>
  <inkml:trace contextRef="#ctx0" brushRef="#br0" timeOffset="27">24471 4591 8912,'25'5'0,"3"1"0,5 0 0,1-6 0,1 0 0,7-16 0,2-3 0</inkml:trace>
  <inkml:trace contextRef="#ctx0" brushRef="#br0" timeOffset="28">24884 3267 8912,'-17'-44'0,"7"2"0,-5 15 0,5 2 0</inkml:trace>
  <inkml:trace contextRef="#ctx0" brushRef="#br0" timeOffset="29">24918 3146 8912,'35'25'0,"7"10"0,2 16 0,7 20-134,-24-30 1,-2 4 0,-1 6-1,-2 3 1,0 8 0,0 4-1,-1 5 1,0 1 133,-1 3 0,-2 1 0,-6 0 0,-3-1-249,-2-6 0,-2 0 0,-3-3 0,-3-1 249,0 1 0,-3 0 0,-7 3 0,-5 0 0,-5 3 0,-4-1 0,0-2 0,-2 0 0,-4-4 0,-1 1 0,1 7 0,-1 1-559,-2 6 1,-1 1 558,-2-1 0,-2 0 0,1 5 0,-1 0 0,-1-2 0,0 1 0</inkml:trace>
  <inkml:trace contextRef="#ctx0" brushRef="#br0" timeOffset="30">11323 10041 8912,'-17'0'0,"0"0"0,0 0 0,7-2 0,2-2 0,1-2 0,-5 3 0,3-5 0,-3 2 0,8 0 0,-3 6 0,7 0 0,0 0 0,7 0 0,-3 2 0,8 4 0,-6-4 0,5 4 0,0-2 0,7 1 0,1-3 0,4 4 0,-2-2 0,7 1 0,3-1 0,9 8 0,-2-7 0,8 5 0,0 0 0,-2-1 0,6-3 0,-4 5 0,4-1 0,1 1 0,7-3 0,-1-8 0,8 0 0,-2 0 0,12 0-163,5 0 1,-4 0 162,-1 0 0,-4-6 0,-3 0 0,3-5 0,4 5 0,-4-1 0,3 3 0,-1-2 0,1 2 0,5 0 0,7-1 0,-8 3 0,-3-4 0,-4 4 0,-3 2 0,9 0 0,3 0 0,-1 0 0,1 0 0,0 0 0,-1 0 0,-1 0 0,-3 0 0,-3 0 0,8 0 0,-5 0 0,5 0 0,8-6-177,-39 4 0,0-1 0,39-5 177,-2 2 0,-12 4 0,3-3 0,-1 1 0,5-2 0,3 4 0,2-3 0,-2 3 0,-4 2 0,-1 0 0,-5 0 0,-1-6 0,7 0 0,2-2 0,10 5 0,-43-1 0,2 0 0,2-1 0,1 0 0,-5 3 0,-1-1 0,1-3 0,0 0 0,46 1 0,-3-7 0,-39 7 0,1 1 0,1-2 0,-1 0 0,0-1 0,-1 1 0,-1 3 0,0 0 0,43-8 0,-11 5 0,-2 0 0,-1-2 0,-9 7-61,3-5 1,-12 4 60,-6 2 0,-5 0 0,-6 0 0,-6 0 0,-11 0 0,-10 0 303,-8 0-303,-7 0 542,4 0-542,-8 0 132,0 0-132,-8-8 0,-3 6 0,-12-3 0,-8-3 0,-15 2 0,-22-7 0,-20 3 0</inkml:trace>
  <inkml:trace contextRef="#ctx0" brushRef="#br0" timeOffset="31">3786 11330 8912,'-17'0'0,"-2"-2"0,-4-3 0,11-5 0,-1 2 0,19 8 0,3 2 0,8 8 0,2-1 0,4 1 0,6-4 0,11 3 0,8 1 0,7-1 0,7-5 0,6 2 0,3-4 0,6-2 0,9-2 0,9-4 0,-40 0 0,1-3 0,4-1 0,1-3 0,4-5 0,2 0-339,7 1 1,1-1-1,-4-4 1,1-2 338,5 2 0,1-1 0,-2-2 0,-1 0 0,2 0 0,1 0 0,-1 2 0,-1 0 0,-1 2 0,-1 2 0,-8 7 0,-2 3-195,-6 3 0,-1 1 0,0 2 0,1 2 195,-1 1 0,0 0 0,2 0 0,1 0 0,-1 1 0,0 0 0,-1 1 0,-1 2 0,-2 1 0,-1 1 0,0 1 0,-1 1 0,1 1 0,1 0 0,1-1 0,1-1 0,3-1 0,0-1 0,-5 0 0,-2-2 0,-3-2 0,1-2 0,46-1 0,-1-4 0,-44 0 0,1-3 0,5-1 0,-1-3 0,-8-1 0,-3-1-70,41-7 1,-15-1 69,-9 5 0,-5-3 0,-12 4 0,-4-4 0,-10 12 0,-3-3 0,-6 1 0,-4 5 0,-2-5 607,-7 7 0,-1-10-607,-3 9 0,-4-3 441,4 2 1,-6-1-442,-6-5 88,4-3 0,-13 13-88,3-4 0,-3-3 0,-10 9 0,-4 0 0,-3 0 0,-3 7 0</inkml:trace>
  <inkml:trace contextRef="#ctx0" brushRef="#br0" timeOffset="32">18035 7978 8912,'-6'-12'0,"0"1"0,-1 5 0,1-5 0,-4-3 0,-1 1 0,-1 1 0,3 3 0,-5 5 0,3-4 0,-2-1 0,-5 5 0,-3-2 0,-4 4 0,-1 2 0,-3 0 0,-5 2 0,-3 4 0,-3 5 0,-12 12 0,-11 8 0,-7 9 0,-11 12 0,39-24 0,-2 3 0,-4 3 0,-1 2 0,2 0 0,2 1 0,0 0 0,2 1 0,3 1 0,2 2 0,0-4 0,1 0 0,-24 30 0,11-11 0,14-9 0,11-7 0,8-11 0,5-6 0,5-10 0,7-1 0,0-8 0,0 3 0,0-7 0,2 0 0,3 0 0,-3 0 0,6-2 0,-8-3 0,-6-1 0,-2-9 0,-1-4 0,-10-10 0,-8 2 0</inkml:trace>
  <inkml:trace contextRef="#ctx0" brushRef="#br0" timeOffset="33">16710 8321 8912,'-8'-9'0,"-2"-6"0,-7 3 0,0 5 0,0 1 0,-2 6 0,-2 6 0,-4 9 0,-2 12 0,-7 3 0,-7 16 0,1 0 0,6 5 0,7 7 0,4-1 0,6 0 0,5-5 0,5 5 0,7 1 0,7-9 0,5-9 0,5-5 0,8-9 0,8-8 0,5-11 0,15-5 0,-1-2 0,11-13 0,0-4 0,10-18-192,1 1 1,-5-6 191,-6 0 0,-7-4 0,7-4 0,-12-4 0,-7-7 0,-5-6 0</inkml:trace>
  <inkml:trace contextRef="#ctx0" brushRef="#br0" timeOffset="34">18585 7788 8912,'-13'-22'0,"-2"-1"0,-1 4 0,3 5 0,7 1 0,-5 7 0,7 2 0,-2 10 0,4 7 0,2 16 0,2 0 0,2 13 0,2 0 0,-2 4 0,3 5 0,-1 6 0,5-3 0,-5 3 0,6-3 0,-7-3 0,9-1 0,-3-4 0,-3-4 0,-2-8 0,3-7 0,-7-10 0,6-9 0,-8-8 0</inkml:trace>
  <inkml:trace contextRef="#ctx0" brushRef="#br0" timeOffset="35">18947 7874 8912,'-2'-17'0,"-2"0"0,-4 0 0,-1 0 0,5-1 0,-2 1 0,4 0 0,2 0 0,-2 7 0,-1 7 0,-3 6 0,-8 9 0,3 11 0,-4 3 0,-3 9 0,1-1 0,0 1 0,0 1 0,0 4 0,1-4 0,5 4 0,-4-5 0,5-5 0,0-1 0,5 2 0,3-7 0,2-1 0,2-5 0,3-7 0,7 2 0,11-7 0,7-2 0,9-2 0,-1-10 0,8-3 0,0-10 0,5-2 0,-5-2 0,0 2 0,-13 4 0,1-4 0,-9-2 0,0 2 0,-6 2 0,-10 2 0,1 2 0,-4 0 0,-2 0 0,-10-1 0,-4 3 0,-7 4 0,0 5 0,0 4 0,-1 2 0,1 0 0,0 2 0,0 4 0,5 3 0,1 8 0,5 1 0,-3 1 0,1 2 0,4 2 0,2 5 0,2-5 0,8 6 0,3-6 0,5 0 0,1-6 0,10-2 0,7-3 0,-15-5 0,4-7 0</inkml:trace>
  <inkml:trace contextRef="#ctx0" brushRef="#br0" timeOffset="36">19411 8167 8912,'42'-16'0,"-5"5"0,5-14 0,-4 2 0,-3 0 0,-5 0 0,-15 4 0,-1-2 0,-3-2 0,-7 0 0,2 6 0,-4 0 0,-2 0 0,0 7 0,-8-5 0,6 13 0,-5 2 0,7 12 0,0 3 0,7-4 0,5 1 0,-1-3 0,6 3 0,-3 1 0,9-7 0,-4-2 0,-2-2 0,0-2 0,0 0 0,1 0 0,-1 0 0,0 0 0,-6-6 0,-1-2 0,-2-1 0,-3 5 0,-5-4 0,0 8 0,0 0 0,0 8 0,0 3 0,0 12 0,0 6 0,0 5 0,0 6 0,0 6 0,0 4 0,0 2 0,0-1 0,0 1 0,0-1 0,0-1 0,0-4 0,0 0 0,0-12 0,-5 2 0,-1-13 0,-7-2 0,1-9 0,-9 1 0,-2-7 0,-2 5 0,2-5 0,-5-2 0,-5-2 0,4-8 0,1 0 0,9-9 0,1-2 0,3-2 0,9-10 0,1-7 0,5-8 0</inkml:trace>
  <inkml:trace contextRef="#ctx0" brushRef="#br0" timeOffset="37">20633 7978 8912,'0'-18'0,"-6"1"0,1 0 0,-9 0 0,7 0 0,-7 1 0,3 5 0,-3 5 0,-1 4 0,-2 2 0,-6 0 0,0 0 0,-6 10 0,6 7 0,-5 6 0,5 6 0,-6 9 0,6-4 0,2 4 0,10-5 0,5-3 0,4-1 0,2-8 0,0 2 0,0-4 0,4-4 0,5-3 0,9-6 0,5-6 0,0-6 0,3-4 0,9-7 0,-7-8 0,1-3 0,-6-5 0,6-1 0,-8 5 0,2 0 0,-4 8 0,-2-1 0,-6-3 0,-1 2 0,0 4 0,-1 5 0,-5 7 0,4 7 0,-8 2 0,0 3 0,0 5 0,0 7 0,0 6 0,0 0 0,0 6 0,0-7 0,7 3 0,5-4 0,3 2 0,2-2 0,0-7 0,1-3 0,5-7 0,0 2 0,5-4 0,-5-2 0,6-8 0,-6-4 0,0-5 0,-6-6 0,2 2 0,4-7 0,-6 5 0,2-4 0,-5 2 0,-1 4 0,1 2 0,-3 2 0,-3 7 0,-8 3 0,0 7 0,0 0 0,-2 7 0,-2 7 0,-2 7 0,0-2 0,6 6 0,0-2 0,0-1 0,0 9 0,0-2 0,0-3 0,0 3 0,2-8 0,4 2 0,-4-4 0,4-2 0,-2 1 0,1-1 0,-3-6 0,4 1 0,-4-9 0,-2 5 0,-8-23 0,-1-4 0</inkml:trace>
  <inkml:trace contextRef="#ctx0" brushRef="#br0" timeOffset="38">20995 7634 8912,'-25'-35'0,"8"9"0,-1 3 0,9 4 0,9 7 0,0 1 0,7 7 0,5-2 0,11 12 0,5 5 0,7 5 0,5 1 0,-4 0 0,5 0 0,-5 0 0,-2 1 0,1-1 0,-1 8 0,1 1 0</inkml:trace>
  <inkml:trace contextRef="#ctx0" brushRef="#br0" timeOffset="39">21322 7857 8912,'-27'27'0,"2"-2"0,10-14 0,3 1 0,3-8 0,5 3 0,-2 1 0,2 3 0,2-1 0,2 1 0,0 1 0,0 5 0,2 0 0,2 0 0,4 1 0,1-1 0,-5 0 0,9 0 0,-7 0 0,0-7 0,-4-2 0,4-8 0,-5-2 0,5-4 0,-4-4 0,-2-7 0,6-2 0,0-4 0,7-4 0,-2-7 0,5 5 0,1 1 0,0-1 0,0 2 0,-5 2 0,-1 8 0,-1 0 0,1 0 0,5 0 0,-7 7 0,7 4 0,-5 12 0,-3 4 0,-8 7 0,5 6 0,1 0 0,-2-2 0,-2-2 0,-2-2 0,0 0 0,0-5 0,0-1 0,0-7 0,0 4 0,7-10 0,5-4 0,3-4 0,2-7 0,6-2 0,0 0 0,-2 0 0,-1 4 0,-3 3 0,0 1 0,0 3 0,0 8 0,2 0 0,4 0 0,-3 8 0,2 3 0,-2 10 0,-3 2 0,0 6 0,0-6 0,0 5 0,1-5 0,1-2 0,4-2 0,-4-3 0,4-5 0,-4-3 0,6-8 0,2 0 0</inkml:trace>
  <inkml:trace contextRef="#ctx0" brushRef="#br0" timeOffset="40">22388 7754 8912,'-17'-23'0,"2"0"0,4 2 0,3 2 0,8 12 0,0 7 0,0 13 0,0 12 0,0 0 0,0-1 0,2 7 0,4-2 0,-3 1 0,9-1 0,-1 1 0,6-7 0,1 0 0,-1-6 0,0 1 0,0-1 0,1-8 0,-1-3 0,0-4 0,0-4 0,0-4 0,2-7 0,4-8 0,-3-6 0,2-9 0,-2-2 0,-3-2 0,0 1 0,0 11 0,-5 3 0,-1 8 0,-7 0 0,2-1 0,-4 9 0,-2 9 0,0 11 0,0 5 0,0 1 0,0 0 0,0 6 0,0 0 0,0 0 0,0-6 0,0 0 0,0 0 0,0-5 0,0-1 0,0-7 0,0 4 0,0-8 0,0 0 0,7-10 0,5-5 0,3-6 0,2-4 0,2 4 0,2-2 0,2 2 0,6 2 0,-6 2 0,2 1 0,-4 5 0,2 5 0,-2 4 0,4 4 0,-2 4 0,-2 9 0,-10 8 0,3 8 0,-9-3 0,7 3 0,-6-2 0,-1 1 0,-5-7 0,0 6 0,0-6 0,0 0 0,-2-8 0,-3-4 0,-11-3 0,-9-8 0,-1 0 0,-3-15 0,-5-4 0</inkml:trace>
  <inkml:trace contextRef="#ctx0" brushRef="#br0" timeOffset="41">22647 6980 8912,'-79'0'0,"10"-1"0,12-5 0,11 4 0,8-2 0,5 8 0,5 7 0,12-1 0,-1 1 0,11 3 0,1 9 0,12-2 0,11 7 0,8-7 0,15 2 0,8-11 0,9-7 0,-1-3 0,-5-2 0,-16-2 0,-7-3 0,-10-5 0,-8-7 0,-7 0 0,-17 0 0,-18 1 0,-17 5 0,-11-3 0,-10 9 0,-2-1 0,-3 6 0,11 0 0,0 0 0,17 6 0,11-1 0,9 9 0,8-5 0</inkml:trace>
  <inkml:trace contextRef="#ctx0" brushRef="#br0" timeOffset="42">19807 9336 8912,'-32'-17'0,"3"-1"0,6 1 0,4 0 0,2 2 0,0 3 0,-1 7 0,1 3 0,2 6 0,1 7 0,3 12 0,5 15 0,-5 10 0,-1 5 0,3 5 0,-5 7 0,7-4 0,-1 2 0,0 0 0,-3-8 0,5 3 0,-5-13 0,5-4 0,-2-13 0,3-5 0,3-13 0,-4-10 0,6-18 0,6-16 0,-1-16 0,11-15 0,3-7 0,0-8 0,-6-6 0,-1-6 0,-6 14 0,5 3 0,-7 12 0,2 15 0,-5 6 0,-1 8 0,0 19 0,0 7 0,0 19 0,2 14 0,6 10 0,7 7 0,6 2 0,4 3 0,-2-6 0,-2-1 0,8-6 0,-2-7 0,1-6 0,-3-8 0,0-7 0,-6-4 0,4-2 0,-6-4 0,-5-7 0,1-9 0,-7-16 0,0-2 0,1-2 0,-5-8 0,4 2 0,-6-3 0,-6-3 0,2 0 0,-5 3 0,-1 5 0,1 9 0,5 14 0,-2 10 0,4 11 0,2 6 0,0 15 0,0 17 0,0 8 0,0 11 0,0 6 0,2-4 0,4-1 0,2-1 0,3-6 0,4 9 0,-3-14 0,3 5 0,2-11 0,0-5 0,1-9 0,1-1 0,4-4 0,-10-9 0,4-7 0,-5-7 0,-1-9 0,3-21 0,-9-20 0,1-19 0,-6 1 0</inkml:trace>
  <inkml:trace contextRef="#ctx0" brushRef="#br0" timeOffset="43">20392 8889 8912,'0'-17'0,"0"-1"0,0 1 0,0 0 0,0 8 0,0 1 0,0 10 0,0 7 0,0 14 0,-5 12 0,-1 16 0,-2 8 0,2 5 0,5 8 0,-5 3 0,4-7 0,2-5 0,0-1 0,4 1 0,5-8 0,8-7 0,6-14 0,0-11 0,10-11 0,11-9 0,4-8 0,5-13 0,12-12 0,4-10 0,9-6-207,-33 26 0,2 0 1,2-3-1,2 0 207,0 3 0,1 0 0,-6 0 0,0 0 0,40-15 0,-4 1 0,2 0 0,-2-1 0</inkml:trace>
  <inkml:trace contextRef="#ctx0" brushRef="#br0" timeOffset="44">8449 11794 8912,'-32'-17'0,"1"0"0,5 2 0,1 3 0,4 7 0,-4 7 0,2 11 0,0 19 0,-2 22 0,8 15 0,0 20 0,9 7 0,6-45 0,2 1 0,4 5 0,2 1 0,1-1 0,3 0 0,2 2 0,3-1 0,3-1 0,4-1 0,0-5 0,2-3 0,25 34 0,3-21 0,2-23 0,1-7 0,2-8 0,-1-12 0,-10-5 0,3-4 0,-5-6 0,0-5 0,-3-9 0,-5-10 0,-2-7 0,1-9 0</inkml:trace>
  <inkml:trace contextRef="#ctx0" brushRef="#br0" timeOffset="45">8811 12121 8912,'-17'0'0,"-1"-6"0,1 1 0,2 1 0,3 10 0,7 5 0,3 10 0,2 4 0,0 2 0,0 3 0,6-3 0,-1 2 0,-1-1 0,-2-1 0,0 4 0,4-8 0,-4-1 0,3-4 0,-3-1 0,-2 0 0,2-6 0,4 1 0,-4-8 0,5 3 0,-7-16 0,0-8 0,0-2 0,0-10 0,0 0 0,0-5 0,0-1 0,0 1 0,2 0 0,4-1 0,-4 9 0,4 3 0,-2 4 0,1 1 0,-1 7 0,8-1 0,-7 9 0,7-3 0,-1 12 0,6 5 0,1 6 0,-1 6 0,0 6 0,0 3 0,-1-3 0,-5 0 0,4-3 0,-3 3 0,-5 2 0,-1-8 0,2-1 0,-2-4 0,-3-1 0,-1-6 0,-2 1 0,0-8 0,0 1 0,0-10 0,0-7 0,0-11 0,0-4 0,0 1 0,0-7 0,0 5 0,0 1 0,0-2 0,0 8 0,0-2 0,0 4 0,0 2 0,2 7 0,4 5 0,4-3 0,7 2 0,0 2 0,0 3 0,0 8 0,1 5 0,-5 5 0,4 6 0,-9-4 0,9 6 0,-2-2 0,1 0 0,1-1 0,0-4 0,-2-1 0,-3 0 0,3-7 0,-5 5 0,1-13 0,-1 2 0,-3-8 0,-3-8 0,-2-3 0,-2-2 0,6-6 0,0 0 0,-1 0 0,-5 6 0,0 0 0,0 0 0,0-1 0,2 3 0,4 4 0,-4 5 0,4 12 0,1 3 0,-1 8 0,7 1 0,-1-1 0,-3 0 0,3 0 0,1-2 0,3-3 0,-5 1 0,1-7 0,-1 7 0,6-11 0,0 4 0,1-4 0,-1-2 0,0-15 0,0-5 0</inkml:trace>
  <inkml:trace contextRef="#ctx0" brushRef="#br0" timeOffset="46">9775 12207 8912,'-2'12'0,"-4"-1"0,2-7 0,-7 2 0,5-4 0,-6-2 0,1 0 0,-6 0 0,-1 0 0,3 1 0,4 5 0,-3-2 0,9 7 0,-7 1 0,6 5 0,-5 0 0,5 0 0,0 1 0,6-1 0,0 0 0,0 0 0,2-1 0,4-5 0,-4 4 0,13-13 0,-5 6 0,7-16 0,-2-3 0,-1-3 0,-3 3 0,-7-4 0,2 3 0,-2-1 0,1 1 0,-3-3 0,4 4 0,-4 1 0,-2-1 0,0-1 0,0 3 0,0-7 0,0 14 0,0-5 0,0 7 0,0 0 0,-8 0 0,6-2 0,-3-4 0,1 4 0,-2-4 0,2-3 0,-5-3 0,1-3 0,0 4 0,3-1 0,1 3 0,-8-3 0,7-3 0,-7 3 0,1 5 0,-7 1 0,7 4 0,-1 2 0,7 0 0,-7 0 0,3 2 0,-3 4 0,-3-2 0,3 7 0,3 1 0,-1 5 0,1 0 0,-1 0 0,6 0 0,-1 1 0,3-1 0,2 0 0,0 0 0,2-2 0,3-3 0,13-5 0,8-7 0</inkml:trace>
  <inkml:trace contextRef="#ctx0" brushRef="#br0" timeOffset="47">10188 12327 8912,'0'-11'0,"0"0"0,0 5 0,0-6 0,0 7 0,0-7 0,0 1 0,0-6 0,0-1 0,0 1 0,-2 6 0,-4-1 0,2 8 0,-7-1 0,-5 1 0,-5-2 0,0 4 0,-7-4 0,1 12 0,-2 6 0,-1 5 0,7 6 0,0-2 0,5 7 0,3-1 0,4 2 0,3 1 0,8-5 0,0 0 0,0 0 0,8-4 0,3-10 0,4-3 0,3-8 0,5 0 0,0 0 0,7-10 0,-1-7 0,-4-8 0,-2-9 0,1 0 0,-3-1 0,-3-1 0,-5-4 0,-3 2 0,1-8 0,-3 0 0,-8-6 0,0 1 0,0-1 0,0 3 0,0 3 0,-2 4 0,-4 7 0,4 14 0,-5 6 0,-1 5 0,6 12 0,-4 10 0,4 13 0,2 9 0,0 8 0,0 10 0,6 5 0,0 0 0,7 1 0,-3-7 0,1-1 0,1-4 0,-1 0 0,6-12 0,1 2 0,-1-13 0,0-8 0,0-9 0,6 2 0,0-2 0,0-10 0,-6-12 0,0-7 0,1-3 0,-3-3 0,-4-5 0,3-1 0,-8 1 0,-1 1 0,-5 5 0,0-5 0,-2 7 0,-3-1 0,-5 4 0,-7 11 0,5 5 0,1 7 0,1 9 0,-1 7 0,3 8 0,1 9 0,5-2 0,-4 9 0,4 2 0,2-2 0,8 0 0,3-6 0,4-1 0,3-5 0,7-3 0,3-8 0,5-7 0,3-4 0,2-4 0,2-2 0,1-10 0,-7-7 0,-7-8 0,-4-9 0,3-8 0,1-2 0</inkml:trace>
  <inkml:trace contextRef="#ctx0" brushRef="#br0" timeOffset="48">10928 11657 8912,'0'10'0,"-8"5"0,0-11 0,-3 7 0,1 2 0,4 10 0,3 4 0,-7 9 0,2 5 0,5 4 0,-1 7 0,-2 5 0,4-3 0,-4 3 0,6-3 0,6-3 0,-2-7 0,7-4 0,-1-9 0,1-3 0,5-12 0,-5 1 0,5-11 0,1-3 0,0-6 0,0-9 0,0-11 0,1 2 0,-1-7 0,-6-1 0,1-5 0,-3-1 0,5 1 0,-5 1 0,-1 5 0,0 5 0,-3 11 0,-3-3 0,8 13 0,-6-2 0,1 8 0,-1 7 0,-2 7 0,-2 5 0,6 1 0,-1 5 0,3 2 0,-2-8 0,-2 5 0,5-5 0,1-2 0,-1-2 0,-3-7 0,6-1 0,-7-7 0,7 2 0,-6-6 0,5-6 0,-7-5 0,2-12 0,3-4 0,1-7 0</inkml:trace>
  <inkml:trace contextRef="#ctx0" brushRef="#br0" timeOffset="49">11254 11726 8912,'-7'25'0,"-8"-6"0,-8 4 0,0-2 0,5 2 0,7-4 0,1 4 0,3-4 0,1-2 0,14 0 0,1-7 0,8-3 0,-5-7 0,-3-2 0,-1-3 0,-2 3 0,-6-6 0,-8 8 0,6 0 0,-13 8 0,5 1 0</inkml:trace>
  <inkml:trace contextRef="#ctx0" brushRef="#br0" timeOffset="50">11513 12121 8912,'-14'17'0,"-3"-1"0,-2-5 0,0-5 0,7 1 0,1-1 0,-1 0 0,-5-6 0,8 8 0,-7-7 0,14 7 0,2-8 0,12 0 0,3 0 0,2 0 0,-5-6 0,-1 1 0,1-7 0,5 6 0,-6-5 0,1 3 0,1-1 0,1 3 0,-3-5 0,4 7 0,-5-4 0,7 8 0,-5 0 0,-1 0 0,1 0 0,5 0 0,0 0 0,0 0 0,0 0 0,1 0 0,-1 0 0,0-2 0,0-3 0,1 3 0,-1-4 0,0-4 0,0-1 0,-2 1 0,-1-1 0,-5-3 0,-1-1 0,0 4 0,-3-1 0,-3 7 0,4-7 0,-6 8 0,-6-1 0,3 3 0,-9 4 0,-1 5 0,-3 10 0,-1 2 0,0 10 0,2-6 0,3 6 0,-1-3 0,7 3 0,0 4 0,6-5 0,0-3 0,0 0 0,0-2 0,0 0 0,8 0 0,3-6 0,5 0 0,1 0 0,-4 6 0,5 0 0,-7 8 0,6-3 0,0 5 0,-7 1 0,0 2 0,-5 5 0,-3-3 0,-2 8 0,-7-6 0,-5 6 0,-11-8 0,-6 2 0,-3-4 0,-2-3 0,1-5 0,4-5 0,-1-6 0,7-5 0,-6-4 0,6-8 0,0-8 0,6-4 0,7-10 0,5-7 0,-5-11 0,1-4 0</inkml:trace>
  <inkml:trace contextRef="#ctx0" brushRef="#br0" timeOffset="51">12648 12173 8912,'-7'-12'0,"-3"1"0,-1-3 0,-1 1 0,-1 0 0,-2 3 0,-3 3 0,-5 1 0,0 6 0,2 2 0,2 3 0,2 13 0,-2 10 0,0 5 0,2 1 0,-2 2 0,13 3 0,2 1 0,2-2 0,2-2 0,0-1 0,8-3 0,3-3 0,4-6 0,3-12 0,-1-5 0,0-4 0,2-10 0,4-3 0,-6-12 0,1-6 0,-1-1 0,-6 1 0,-1-4 0,-1 5 0,-1-5 0,-4-1 0,-2 5 0,-2 1 0,0 7 0,0-2 0,0 4 0,0 1 0,0 9 0,0 1 0,0 12 0,0 6 0,0 7 0,7 11 0,5 1 0,3 4 0,2 1 0,2-5 0,4-1 0,-3-1 0,3 2 0,3-10 0,3-8 0,-2-7 0,1 2 0,1-8 0,6-8 0,-3-9 0,-3-6 0,-3-3 0,-3-7 0,-5-5 0,-1 0 0,-2 6 0,-9 5 0,0 0 0,-6-5 0,0 1 0,0 5 0,-8 3 0,-4 8 0,-3 7 0,6 6 0,3 16 0,4 1 0,2 16 0,8-2 0,3 1 0,4 3 0,3-8 0,1 5 0,4-5 0,3-2 0,1-1 0,4-3 0,-8 0 0,2-2 0,-2-3 0,-10 3 0,4-4 0,-11 5 0,0 1 0,-12 2 0,-6 2 0,-5 4 0,-6 2 0,-2-1 0,-3 3 0,-3-4 0,8-8 0,0-2 0,6-3 0,7-5 0,5-22 0,9-10 0,1-11 0,16-16 0,-2-9 0</inkml:trace>
  <inkml:trace contextRef="#ctx0" brushRef="#br0" timeOffset="52">13664 11829 8912,'0'-23'0,"-2"-2"0,-4 2 0,-5 4 0,-5 6 0,-1 13 0,0 0 0,-6 2 0,0 3 0,0 13 0,6 10 0,0 5 0,-1 1 0,3 0 0,4 1 0,-3-3 0,9-3 0,-1 3 0,6-3 0,2-4 0,3-2 0,9-4 0,7-2 0,-2-5 0,4-1 0,4-5 0,1 5 0,-1-1 0,2 1 0,-2 3 0,1-9 0,3 7 0,-8-6 0,5 5 0,-5-5 0,0 1 0,-5-3 0,-1 2 0,-8 7 0,-1-3 0,-8 7 0,-10 0 0,-7 0 0,-6 1 0,-5-1 0,-5 0 0,4 0 0,-7-1 0,2-5 0,-5-3 0,13-8 0</inkml:trace>
  <inkml:trace contextRef="#ctx0" brushRef="#br0" timeOffset="53">14025 12001 8912,'-8'-17'0,"-3"-1"0,-4 1 0,5 8 0,2 3 0,8 12 0,0 5 0,0 12 0,0-2 0,0 8 0,2-8 0,4 2 0,-4-4 0,4-2 0,1 0 0,-1 0 0,8 1 0,-3-1 0,-1-2 0,1-4 0,-5-3 0,5-8 0,-7-2 0,2-4 0,1-3 0,-1-8 0,0 0 0,-6-1 0,6 1 0,-1 0 0,-1 0 0,-2 0 0,-2 5 0,0 1 0,0 7 0,0-11 0,0 13 0,0 2 0,2 11 0,2 4 0,2 3 0,7-1 0,-3-2 0,7-3 0,0 1 0,0-7 0,0-1 0,1-5 0,5 0 0,-1 0 0,-1-2 0,-1-3 0,-5-5 0,-4-7 0,5 0 0,-5 0 0,-1-1 0,1 1 0,-7 0 0,2 0 0,-4 5 0,0 3 0,1-1 0,3 1 0,0 5 0,-6-4 0,0 16 0,0 1 0,0 9 0,0-1 0,0 6 0,0 2 0,0-1 0,0 1 0,-2 4 0,-4-6 0,4 2 0,-3-2 0,-3-4 0,2 4 0,-1-4 0,1-2 0,4 0 0,-4 0 0,4-7 0,2-10 0,0-12 0,2-3 0,4-2 0,2-8 0,3-4 0,4-5 0,-3-4 0,1 0 0,-1 5 0,3-1 0,-4 5 0,5 2 0,1-1 0,-6 12 0,1-1 0,-1 11 0,7-1 0,-3 9 0,-4 5 0,-5 11 0,2 1 0,-3 9 0,1-5 0,-6 6 0,0-8 0,0 2 0,6-4 0,0-2 0,-1-5 0,-5-1 0,0-5 0,0 5 0,0-9 0,0-2 0,0-2 0,0-9 0,2-6 0,4-6 0,-4-2 0,4 2 0,1-2 0,1-4 0,2 5 0,3-1 0,-4 8 0,3-1 0,-6 9 0,5 9 0,-5 0 0,5 0 0,-5 2 0,4 5 0,-1 9 0,1 5 0,-4 2 0,5-6 0,-1 0 0,1 0 0,4-7 0,-3-5 0,3-3 0,2-2 0,1 0 0,-1-7 0,0-7 0,-2-5 0,-3-4 0,1-7 0,-7 1 0,5-3 0,-5-3 0,0 7 0,-6-1 0,5 8 0,1-2 0,0 13 0,-6 10 0,0 16 0,0 12 0,0 13 0,0 4 0,0 11 0,0 1 0,0 8 0,0-2 0,0 6 0,-2 3 0,-2 3 0,-2-2 0,-5 3 0,5-2 0,-5-9 0,5-13 0,-5-8 0,5-10 0,-2-9 0,2-8 0,5-7 0,-7-12 0,8-4 0,-2-5 0,-4-12 0,4-12 0,-13-16 0,6-10 0</inkml:trace>
  <inkml:trace contextRef="#ctx0" brushRef="#br0" timeOffset="54">14799 11966 8912,'-9'-17'0,"-4"6"0,7-1 0,0 7 0,6-7 0,2 8 0,4-3 0,5 1 0,4 0 0,10-1 0,4 1 0,9 4 0,2-4 0,2 4 0,-1 2 0,-11 0 0,5 0 0,-7 2 0,1 2 0,-6 4 0,-4 1 0,-9 3 0,-5 5 0,-5 6 0,-5 0 0,-5 2 0,-7-3 0,-6 5 0,0 8 0,-2-7 0,2 1 0,-2-6 0,-5 5 0,3 1 0,2-2 0,-4-4 0,6-12 0,1 3 0,4-9 0,-7 1 0,-1-6 0</inkml:trace>
  <inkml:trace contextRef="#ctx0" brushRef="#br0" timeOffset="55">15522 11605 8912,'0'-17'0,"0"0"0,0 0 0,-2 0 0,-3-1 0,3 7 0,-6 1 0,0 3 0,-1 1 0,-6 21 0,3 8 0,4 10 0,8 7 0,-5 4 0,-1 7 0,0 1 0,6-1 0,0 1 0,2-2 0,2-4 0,2-6 0,-1-4 0,-5-2 0,6-7 0,0-4 0,7-4 0,-9-9 0,8-5 0,-3-5 0,4-5 0,-1-9 0,1-7 0,-3 2 0,1-4 0,-1-2 0,1 3 0,3 4 0,-8 7 0,1 7 0,-1-2 0,-4 4 0,11 4 0,-7 4 0,2 4 0,-5 9 0,3 2 0,-2 2 0,4 0 0,-3-6 0,3 0 0,-2 0 0,-4 0 0,13 1 0,-11-9 0,7-5 0,3-8 0,-7-5 0,9-16 0,-7-2 0</inkml:trace>
  <inkml:trace contextRef="#ctx0" brushRef="#br0" timeOffset="56">15798 11468 8912,'-8'17'0,"4"0"0,-7 0 0,5 1 0,-6-1 0,7 2 0,-5 2 0,2 2 0,5-2 0,1 4 0,2-2 0,7-2 0,5-10 0,3 2 0,2-7 0,1 0 0,-1-6 0,6-2 0,0-4 0,-2-3 0,-10-8 0,3-1 0,-9 1 0,-1 0 0,-2 0 0,-4 0 0,-4-1 0,-3 1 0,-8 0 0,-1 2 0,1 3 0,-8 5 0,6 7 0,-4 0 0,4 0 0,0 2 0,-4 3 0,4 5 0,-6 7 0</inkml:trace>
  <inkml:trace contextRef="#ctx0" brushRef="#br0" timeOffset="57">15453 12001 8912,'-26'0'0,"3"0"0,4 0 0,1 0 0,9-8 0,3-1 0,12-9 0,5-1 0,12-4 0,4 4 0,7-4 0,1 4 0,-1 2 0,3 0 0,3 0 0,-4 1 0,4 5 0,-2-4 0,3 3 0,-5-3 0,21-2 0,-3 0 0</inkml:trace>
  <inkml:trace contextRef="#ctx0" brushRef="#br0" timeOffset="58">16021 11915 8912,'-44'17'0,"2"6"0,8 0 0,7 6 0,4-7 0,12 1 0,5-5 0,4-1 0,2 0 0,2-6 0,6-1 0,7-2 0,6-5 0,4-1 0,-2-2 0,2-2 0,3-3 0,-1-5 0,-4-7 0,-4-2 0,4-4 0,-10 4 0,-1-4 0,-8 4 0,1 2 0,-3-1 0,-2 1 0,0 0 0,-2 0 0,-3 0 0,-5-1 0,1 9 0,1 1 0,8 8 0,0 0 0,8 0 0,1 0 0</inkml:trace>
  <inkml:trace contextRef="#ctx0" brushRef="#br0" timeOffset="59">16159 11915 8912,'10'0'0,"-3"0"0,-7-8 0,8 6 0,-6-5 0,5 9 0,-7 3 0,0-3 0,0 13 0,0-3 0,0 3 0,0-3 0,0-1 0,0 1 0,0 5 0,0 0 0,0-6 0,0 1 0,0-8 0,0 3 0,0-14 0,0 3 0,0-8 0,0-1 0,0-2 0,0-2 0,0-1 0,2 1 0,4 0 0,-2 2 0,7 3 0,-7 3 0,2 3 0,3 4 0,3-4 0,-3 6 0,3 6 0,1 6 0,3 3 0,1-4 0,0 1 0,0-3 0,0 3 0,1 1 0,-1-7 0,6 0 0,0-6 0,0 0 0,-6 0 0,0-2 0,0-4 0,1-5 0,-1-5 0,0-1 0,0 0 0,-5-2 0,-1-4 0,-5-2 0,5-4 0,-7 3 0,2 3 0,-4 4 0,-2-4 0,0 4 0,-8 9 0,4 2 0,-7 8 0,7 2 0,-2 4 0,4 9 0,2 8 0,0 6 0,0-4 0,2 1 0,4 5 0,4 0 0,7-3 0,0 5 0,0-5 0,-1 3 0,-5-2 0,2 1 0,-7-7 0,0 0 0,-6-6 0,0 0 0,-10-1 0,-7-5 0,-2-1 0,-10-5 0,6-3 0,-5 4 0,5-6 0,-4-4 0,0-3 0,0-3 0,6-1 0,-4-14 0,8-2 0</inkml:trace>
  <inkml:trace contextRef="#ctx0" brushRef="#br0" timeOffset="60">16658 10849 8912,'17'25'0,"-1"-6"0,-3-8 0,-2-3 0,10 7 0,14 2 0,7 10 0,10 13 0,-1 12 0,1 13 0,-1 9 0,-24-32 0,-2 2 0,-2 4 0,-2 2 0,1 6 0,-4 2 0,-6-3 0,-3 1-233,-1 7 1,-4 0 0,-9-4 0,-4 1 232,-3 3 0,-4 0 0,-4-4 0,-2 0 0,-6 2 0,-2-1 0,1-5 0,-1 0 0,-2 5 0,-1 1 0,1-1 0,-1 0 0,-1 2 0,-3 0 0,-7 1 0,-4 0 0,-5 6 0,-3 0 0,1-4 0,-1 0 0,-1 6 0,0 1 0,-2-4 0,-1 0 0,0 3 0,0 1 0</inkml:trace>
  <inkml:trace contextRef="#ctx0" brushRef="#br0" timeOffset="61">5679 14116 8912,'0'-12'0,"2"3"0,4-1 0,3 0 0,3-1 0,-1 1 0,-5 1 0,3 3 0,-1-5 0,3 1 0,-3 1 0,2 1 0,-7 0 0,3 3 0,2 1 0,-2-8 0,-1 8 0,1-5 0,0 3 0,7 4 0,-9-5 0,7 7 0,-5 0 0,6 0 0,-7 2 0,7 3 0,1-3 0,8 6 0,2-2 0,-2-1 0,6 3 0,2-2 0,3-4 0,3 3 0,1-3 0,4-2 0,4 0 0,8 0 0,-1 0 0,1 0 0,0 0 0,-1 0 0,-5 0 0,0 0 0,-6 0 0,6 0 0,-6 0 0,4 0 0,-2 2 0,-3 4 0,-3 3 0,-2 9 0,1-7 0,-1 1 0,1-3 0,-1 3 0,0 1 0,1-7 0,5 5 0,0-5 0,0 0 0,-5-6 0,-1 0 0,0 0 0,-1 0 0,-4 0 0,-6 0 0,-4 0 0,4 0 0,0 0 0,0-6 0,-6 0 0,-6 0 0,1 6 0,-1 0 0,6 0 0,1 0 0,-1 0 0,0 0 0,-6 0 0,1 0 0,-6 0 0,5 0 0,1 0 0,-1 0 0,1 0 0,-9 0 0,13 0 0,-5 0 0,4 0 0,5 0 0,3 0 0,3 0 0,9 0 0,-1-5 0,1-1 0,5-2 0,0 3 0,6 1 0,-4-6 0,0 1 0,0-1 0,0 6 0,-2-1 0,-2-5 0,8-1 0,-7 1 0,1 0 0,-4 3 0,-9-7 0,-2 5 0</inkml:trace>
  <inkml:trace contextRef="#ctx0" brushRef="#br0" timeOffset="62">8639 13926 8912,'17'0'0,"0"0"0</inkml:trace>
  <inkml:trace contextRef="#ctx0" brushRef="#br0" timeOffset="63">8742 13926 8912,'0'0'0</inkml:trace>
  <inkml:trace contextRef="#ctx0" brushRef="#br0" timeOffset="64">8742 13926 8912,'0'0'0</inkml:trace>
  <inkml:trace contextRef="#ctx0" brushRef="#br0" timeOffset="65">8742 13926 8912,'0'0'0</inkml:trace>
  <inkml:trace contextRef="#ctx0" brushRef="#br0" timeOffset="66">8742 13926 8912,'0'0'0</inkml:trace>
  <inkml:trace contextRef="#ctx0" brushRef="#br0" timeOffset="67">8742 13926 8912,'-17'18'0</inkml:trace>
  <inkml:trace contextRef="#ctx0" brushRef="#br0" timeOffset="68">8295 13772 8912,'-12'17'0,"1"0"0,-1 2 0,3 2 0,3 2 0,4-2 0,2-7 0,2-5 0,4-1 0,-3-3 0,9-6 0,1-3 0,3-2 0,1-5 0,0 5 0,0-6 0,0 5 0,1-1 0,-1 0 0,0-5 0,0 2 0,0-5 0,1-1 0,-1 0 0,0 0 0,0 0 0,1-1 0,-7 3 0,0 4 0,1-5 0,5 5 0,-2-4 0,-1-1 0,-3 5 0,-7-4 0,4 11 0,-8-8 0,0 8 0,0-3 0,0 5 0,0-4 0,0 4 0,2-11 0,1 5 0,5 1 0,2-1 0,1-5 0,6 1 0,1-1 0,-1 1 0,6-3 0,0 4 0,7 1 0,-1-2 0,11 1 0,6-6 0,8 0 0,9-1 0,9-1 0,20-4-316,-39 14 1,-3-1 0,17-15 0,-4 8 0</inkml:trace>
  <inkml:trace contextRef="#ctx0" brushRef="#br0" timeOffset="69">9792 13187 8224,'72'-11'0,"1"-1"0,2 1 0,-1-1 0,-1-3 0,0 0-528,3 5 0,0 1 0,-4-4 0,0 1 528,5 2 0,1 3 0,-6 1 0,-1 2 0,2 1 0,-1 0 0,-4 2 0,-2 0 0,-2 1 0,-1 0 0,-3 3 0,0 0-34,6 0 1,0 0 0,-4 3 0,0-1 33,1-2 0,0 0 0,2 3 0,0 0 0,1-3 0,0-1 0,5 1 0,0 0-53,1-3 0,-1 0 1,-2 0-1,-2 0 53,-4 0 0,0 0 0,2-1 0,0 0 0,1-1 0,0-2 0,-4 1 0,-1-1 0,0-2 0,-2 0 0,-8-1 0,-3 1 31,44 0 0,-11 0 0,-16 4 0,-8-1-31,-11-3 0,-10 0 552,-7 6 1,-10 6-553,-8 0 815,-7-1-815,4-5 1100,-8 0-1100,0 0 0,0-15 0,0-4 0</inkml:trace>
  <inkml:trace contextRef="#ctx0" brushRef="#br0" timeOffset="70">13784 12843 8912,'-15'-2'0,"3"-3"0,3-5 0,3-7 0,4 0 0,-5 5 0,7 1 0,7 5 0,7-4 0,7 3 0,-2 1 0,4 6 0,-4 8 0,-2 3 0,0 10 0,0 2 0,1 8 0,-1-3 0,0 7 0,0 5 0,-5-4 0,-1 4 0,-7 4 0,2 2 0,-4 8 0,-2-3 0,-16 5 0,-3-13 0</inkml:trace>
  <inkml:trace contextRef="#ctx0" brushRef="#br0" timeOffset="71">14559 13222 8912,'-2'-27'0,"-2"2"0,-2 2 0,2 0 0,2 2 0,2 2 0,0 2 0,0 7 0,0 5 0,0 10 0,0 7 0,0 11 0,0 7 0,0 8 0,0 1 0,0 6 0,0 1 0,0 6 0,2-8 0,2-4 0,2-6 0,-2-5 0,-2 3 0,-2-3 0,0-4 0,0-2 0,5-4 0,1-2 0,0-7 0,-6-10 0,0-12 0,0-11 0,0-5 0,0-5 0,0-1 0,2-2 0,1-3 0,5-3 0,2-2 0,-1 6 0,3-2 0,1 6 0,-7 5 0,5 2 0,-5 4 0,7 12 0,-3-4 0,7 15 0,-5 7 0,-1 5 0,-5 11 0,5 5 0,-7 5 0,2 1 0,2-5 0,-3-1 0,7-1 0,-6 2 0,1-2 0,-3-6 0,2 2 0,-2-2 0,3-8 0,-1-2 0,0-7 0,-4 4 0,3-8 0,-1 0 0,8 0 0,-1-14 0,6-3 0,1-11 0,-1-1 0,0-5 0,0-7 0,-2 5 0,-3-4 0,3-2 0,-5 4 0,1 5 0,1 8 0,-8 6 0,3 10 0,-7 1 0,0 16 0,0 3 0,6 10 0,0 2 0,7 6 0,-1-6 0,-3 5 0,3-5 0,1 0 0,8-7 0,2-3 0,-2-2 0,-2-7 0,-2 2 0,2-4 0,2-2 0,0-2 0,-5-4 0,1-3 0,-6-9 0,-1 1 0,1 0 0,-7 0 0,2 0 0,-4 5 0,-2 1 0,0 5 0,0-5 0,0 7 0,0-4 0,0 12 0,0 7 0,0 1 0,0 11 0,2-2 0,2 0 0,3 2 0,3-2 0,1-8 0,7-3 0,1-3 0,4-3 0,-4-2 0,4-2 0,-6-2 0,-6-4 0,5-3 0,-7-8 0,1-1 0,-4 1 0,-5-6 0,-1 0 0,-5 1 0,-5 4 0,-3 1 0,-6 0 0,-4 5 0,0 1 0,4 7 0,-4-2 0,4 5 0,1 1 0,1 0 0,0 0 0,7 7 0,5 1 0,10 3 0,5-3 0,15-8 0,2 0 0</inkml:trace>
  <inkml:trace contextRef="#ctx0" brushRef="#br0" timeOffset="72">16056 13050 8912,'-40'15'0,"-1"-4"0,1-3 0,-2 0 0,-4 9 0,-9 11 0,-3 5 0,3 1 0,9 8 0,6 4 0,11-4 0,8-2 0,8-3 0,7-3 0,4-7 0,2-4 0,8-12 0,3-5 0,7-4 0,4-2 0,5-2 0,8-4 0,-1-5 0,1-12 0,-7-4 0,1-7 0,0-1 0,5 1 0,-5-2 0,-1-5 0,-7 3 0,2-8 0,-4 6 0,-1-4 0,-1 0 0,0 0 0,-2 6 0,-3-2 0,-5 6 0,-7 3 0,0 4 0,0 3 0,-1 8 0,-5 11 0,2 3 0,-7 2 0,5 0 0,-6 0 0,7 13 0,-7 4 0,1 18 0,-7-1 0,7 12 0,-1 0 0,9 3 0,-3 3 0,4-2 0,2-5 0,0 5 0,0-4 0,2 0 0,4-6 0,5-2 0,10-15 0,4-4 0,2-5 0,-4-7 0,5-7 0,-5-7 0,6-5 0,-8-9 0,2-2 0,-6-7 0,-5 1 0,-3-4 0,-3-1 0,-4 5 0,4 1 0,-6 7 0,-6-2 0,-2 4 0,-3 2 0,-4 7 0,3 4 0,-3 4 0,-2 6 0,-1 6 0,1 7 0,6 12 0,-1-1 0,8 10 0,-1 3 0,3-1 0,2-6 0,0-1 0,2-5 0,5-5 0,10-4 0,8-3 0,10-5 0,-1-5 0,1-12 0,5-5 0,0-12 0,2-2 0,-2-4 0,-4-3 0,5 3 0,-11-4 0,-1-1 0,-10 0 0,-2-1 0,-7-5 0,-10 0 0,0-2 0,0 2 0,-2 4 0,-4-6 0,-3 2 0,-1-1 0,-5 1 0,3 6 0,3 7 0,-1 2 0,2 0 0,3 14 0,5-4 0,0 24 0,0 8 0,-6 16 0,0 13 0,0 5 0,6 7 0,2 3 0,4 8 0,-2-6 0,7 0 0,1-6 0,5 4 0,2-2 0,4-3 0,-2-12 0,8-10 0,-6-7 0,6-12 0,-1-3 0,-1-7 0,4-5 0,-8-5 0,-1-7 0,-4-11 0,-1-4 0,0-7 0,-2-2 0,-3-4 0,1 1 0,-7-6 0,7 1 0,-1-2 0,-3 4 0,3 7 0,-8 7 0,1-1 0,5 8 0,-8 4 0,6 9 0,-8 16 0,0 5 0,0 8 0,0 8 0,5 5 0,1 6 0,5-3 0,-5 3 0,0-4 0,-6-2 0,0 1 0,0-1 0,-2 1 0,-4-1 0,-7 0 0,-8 1 0,-14-1 0,-10 1 0,-7-9 0,-5-3 0,-6-4 0,-12-9 0,-3-2 0</inkml:trace>
  <inkml:trace contextRef="#ctx0" brushRef="#br0" timeOffset="73">14713 12895 8912,'-17'-19'0,"0"-2"0,0-2 0,0 2 0,-3 4 0,-1 5 0,-2 6 0,-5 5 0,3 2 0,-2 7 0,-3 9 0,-1 12 0,0 17 0,5 13 0,1 12 0,-4 20 0,17-40 0,1 2 0,2 3 0,3 2-75,2-1 0,2 1 0,2 3 0,2 2 0,2 2 0,3 0 0,4 0 0,3 0 75,2 0 0,5-2 0,5-5 0,5-4 0,3-9 0,3-6 0,0-2 0,2-5 0,1-3 0,2-4 0,3-3 0,0-4 0,47 5 0,2-17 0,-2-24 0,-45 8 0,1-3 0,4-5 0,-1-4 0,1-2 0,0 1 0</inkml:trace>
  <inkml:trace contextRef="#ctx0" brushRef="#br0" timeOffset="74">17002 12689 8912,'-17'0'0,"5"-8"0,3-4 0,1-3 0,3 4 0,5-1 0,7 8 0,7 1 0,3 10 0,0 16 0,4 13 0,-10 22 0,-3 12 0,-4 20 0,-5-37 0,-2 3 0,-2 8 0,-1 2 0,-5 8 0,-1 3-402,-2 5 0,-1 2 0,-3 1 1,-2 0 401,0 1 0,0 0 0,-3-1 0,0-2 0,4-1 0,-2-3 0,-6-9 0,-2-3 0,2-8 0,1 1 0</inkml:trace>
  <inkml:trace contextRef="#ctx0" brushRef="#br0" timeOffset="75">6178 13428 8912,'17'-2'0,"-2"-4"0,-3-5 0,-3-3 0,-5 1 0,2 2 0,0 5 0,-6-6 0,0 7 0,-2-5 0,-4 2 0,4 1 0,-5 3 0,-1-2 0,-2-1 0,-7 3 0,0-2 0,0 2 0,-1 0 0,-1 1 0,-2-3 0,-2 2 0,-7-4 0,1 3 0,12-9 0,2 5 0</inkml:trace>
  <inkml:trace contextRef="#ctx0" brushRef="#br0" timeOffset="76">5817 13204 8912,'-43'-7'0,"-8"-3"0,-7-1 0,-8-1 0,-5-1 0,-11 3 0,-4-1 0,-6 5-344,43 1 0,0-1 0,0 1 1,1 0 343,-1 0 0,0-1 0,-3-1 0,-3 0 0,-7 3 0,-2 1 0,-1-1 0,0 0 0,0 0 0,0 0 0,1 0 0,0 1 0,3 1 0,-1 0 0,0-1 0,-2 0 12,-2 0 1,0 2 0,3 3 0,0 2 0,3 1 0,2 2 0,4 0 0,2 1-13,-41 9 0,10 2 0,3 2 0,2 2 0,5-2 0,-3 0 0,14-2 0,3-2 0,0-3 0</inkml:trace>
  <inkml:trace contextRef="#ctx0" brushRef="#br0" timeOffset="77">2994 13256 8912,'-30'6'0,"-5"-1"0,-3 9 0,4-12 0,5 11 0,0-7 0,3-1 0,-3-5 0,4 0 0,0 0 0,6 0 0,-6 0 0,8 0 0,5 0 0,3-1 0,1-5 0,3-4 0,-3 1 0,6-1 0,-4 4 0,-3 5 0,1-9 0,-3 4 0,-5-3 0,14-8 0,-5-1 0</inkml:trace>
  <inkml:trace contextRef="#ctx0" brushRef="#br0" timeOffset="78">2702 12895 8912,'-35'0'0,"1"0"0,0 0 0,5 0 0,-2 0 0,-3 4 0,-4 7 0,-8 8 0,6 16 0,1 1 0,11 4 0,3 14 0,8 14 0,1 3-146,5 9 0,3-7 146,8 1 0,6-3 0,3-6 0,5-6 0,5-7 0,10-18 0,-1-1 0,7-7 0,5-5 0,4-9 0,7-6 0,7-5 0,1-2 0,2-5 0,2-19 0,6-11 0</inkml:trace>
  <inkml:trace contextRef="#ctx0" brushRef="#br0" timeOffset="79">602 12396 8912,'-17'-2'0,"0"-1"0,0-3 0,-1 0 0,1-2 0,0-3 0,6 3 0,1 1 0,2-1 0,1 6 0,1-4 0,4 12 0,-4 6 0,4 3 0,2 2 0,0 0 0,0-7 0,0-3 0,0 1 0,0-6 0,0 6 0</inkml:trace>
  <inkml:trace contextRef="#ctx0" brushRef="#br0" timeOffset="80">22509 9336 8912,'-12'0'0,"1"0"0,0 0 0,-7 0 0,7-8 0,-1-1 0,1-3 0,1 1 0,-3 5 0,5-4 0,1 1 0,-1-1 0,0 5 0,3-7 0,-3 16 0,-5 2 0,1 9 0,-1 8 0,3 11 0,-1 12 0,-1 11 0,-5 8 0,0 8 0,0 7 0,1 4 0,5 2 0,3-9 0,8-9 0,0-6 0,0-11 0,8-15 0,3-7 0,12-14 0,6-5 0,5-2 0,7-5 0,-5-8 0,4-7 0,-6-11 0,-5-5 0,4-12 0,-7-4 0</inkml:trace>
  <inkml:trace contextRef="#ctx0" brushRef="#br0" timeOffset="81">22681 9594 8912,'-23'9'0,"0"-3"0,0-4 0,-2-2 0,14 0 0,-4 0 0,15 2 0,1 2 0,5 1 0,4 9 0,7-3 0,2 10 0,4 2 0,-4 2 0,4-4 0,-4 2 0,-2-2 0,1 4 0,-1-2 0,-6 5 0,1-5 0,-8 6 0,1-6 0,-3-2 0,-2-2 0,0-2 0,-7-7 0,-11-10 0,-8-10 0</inkml:trace>
  <inkml:trace contextRef="#ctx0" brushRef="#br0" timeOffset="82">22681 9559 8912,'-11'0'0,"-1"0"0,8 0 0,-3 0 0,7 0 0,7-5 0,7-1 0,7 2 0,0-4 0,7 3 0,-5-1 0,6 6 0,-8 0 0,2 0 0,-4 2 0,-2 4 0,1 9 0,-1 8 0,-8 7 0,-3-1 0,-4 5 0,-4 7 0,-4 3 0,-5-1 0,-4-1 0,-3-7 0,1-3 0,0-3 0,-8-4 0,8-18 0,0-8 0,9-15 0,-2-9 0,1-9 0</inkml:trace>
  <inkml:trace contextRef="#ctx0" brushRef="#br0" timeOffset="83">23094 9456 8912,'17'0'0,"0"0"0,-9 2 0,-8 4 0,-2-4 0,-9 4 0,1-3 0,-1 3 0,-3-2 0,9 7 0,-7 3 0,6 9 0,1-4 0,5 6 0,0-2 0,0-1 0,0 3 0,0-2 0,2-6 0,3 1 0,-1-1 0,8-6 0,-7-3 0,7-2 0,-1-6 0,6-6 0,1-6 0,-3-5 0,-4-6 0,5-3 0,-5-9 0,-1 7 0,1-1 0,-7 2 0,4-2 0,-1 7 0,-5 2 0,4 3 0,-4 8 0,6 1 0,-5 16 0,9 3 0,-6 4 0,5 3 0,1-1 0,-3 0 0,6 4 0,-3-4 0,1 4 0,-1-9 0,3-5 0,-3-1 0,3-4 0,2-2 0,-2-2 0,-1-4 0,-3-5 0,3-4 0,-5-10 0,3-4 0,-7-3 0,7-3 0,-8 1 0,1-1 0,-3-5 0,-2 0 0,0 2 0,0 2 0,-5 7 0,-1 0 0,0 14 0,6-2 0,-2 11 0,-4 0 0,4 5 0,-5 10 0,9 8 0,2 10 0,1 6 0,3 1 0,-2 0 0,-2 6 0,7 1 0,-1-1 0,1-6 0,2 0 0,-7 1 0,6-1 0,-5 1 0,1-1 0,0 0 0,-3-7 0,-5-4 0,0-12 0,-7-11 0,-3-9 0</inkml:trace>
  <inkml:trace contextRef="#ctx0" brushRef="#br0" timeOffset="84">23524 9387 8912,'0'12'0,"0"-1"0,0-7 0,2 4 0,4-8 0,-2 0 0,7 0 0,4-2 0,7-4 0,-1-3 0,7-9 0,-5 1 0,6 0 0,-2-6 0,3 0 0,-3 0 0,-2-2 0,4 6 0,-7-4 0,1 6 0,-5 6 0,-3-5 0,-4 5 0,-3 3 0,-16 3 0,-3 10 0,-6 5 0,-6 7 0,4 0 0,-4 1 0,4 4 0,3 3 0,3 0 0,1 0 0,9 0 0,-3-2 0,4-4 0,2 4 0,2-6 0,4-6 0,-3 3 0,9-9 0,1-1 0,3-2 0,3-6 0,4-7 0,-4-2 0,4-16 0,-2 0 0,2-5 0,-6-1 0,0 1 0,0 2 0,-5 1 0,3 4 0,2 2 0,-5 3 0,-1 4 0,1 9 0,5 1 0,0 8 0,0 2 0,1 4 0,-1 9 0,0 8 0,0-2 0,0-2 0,1-2 0,-1 1 0,0-1 0,0 0 0,-1 0 0,-5 0 0,-3 0 0,-10-1 0,-4-5 0,-4 5 0,-7-7 0</inkml:trace>
  <inkml:trace contextRef="#ctx0" brushRef="#br0" timeOffset="85">23352 10058 8912,'-11'-10'0,"-1"5"0,8 3 0,-9 9 0,5 7 0,-1 7 0,5 0 0,-2 6 0,4-1 0,2 1 0,0 0 0,0 1 0,6 3 0,2-8 0,1-2 0,5-2 0,3-4 0,6-3 0,-4-6 0,4-12 0,-4-6 0,-2-3 0,0-10 0,1-3 0,-1-5 0,0-1 0,0-1 0,0 1 0,-5 1 0,-1 5 0,-5-3 0,6 8 0,-9 0 0,3 6 0,-4 8 0,-4 1 0,-4 8 0,3 8 0,-9 3 0,8-1 0,-1 1 0,-3 1 0,2 5 0,0 0 0,6 0 0,0 0 0,0 1 0,0-1 0,6-6 0,0 1 0,2-8 0,-3 1 0,-1-3 0,8-2 0,-1 0 0,6-7 0,1-5 0,-1-3 0,-6-2 0,1-1 0,-1 1 0,-1 8 0,-3 1 0,-9 8 0,-3 0 0,-5 0 0,-1 0 0,-1 0 0,6 0 0,-3 2 0,1 4 0,1-4 0,1 3 0,4-3 0,-6-2 0,8 0 0,0-2 0,2-2 0,4-1 0,4-16 0,7 2 0</inkml:trace>
  <inkml:trace contextRef="#ctx0" brushRef="#br0" timeOffset="86">23765 9783 8912,'0'-12'0,"0"1"0,0 7 0,0-3 0,0 7 0,0 1 0,0 5 0,0 6 0,0 3 0,6 4 0,0 4 0,5-2 0,-5 8 0,5-8 0,-5 2 0,6-4 0,-7-2 0,7 0 0,-7 0 0,7-5 0,-4-3 0,1-1 0,-3-4 0,5-10 0,-5-6 0,6-10 0,-9 1 0,3-8 0,-4-5 0,-2-7 0,6 1 0,0 6 0,-1-6 0,-5 0 0,0 1 0,0 11 0,0 5 0,0 4 0,-2 3 0,-3 5 0,3 3 0,-6 1 0,8-3 0</inkml:trace>
  <inkml:trace contextRef="#ctx0" brushRef="#br0" timeOffset="87">23937 9645 8912,'0'25'0,"0"4"0,8-4 0,-6 7 0,11-11 0,-7 8 0,7-6 0,-1 5 0,-3-7 0,3 2 0,1-4 0,3-3 0,1-5 0,0-3 0,0-10 0,0-4 0,-5-5 0,-1-12 0,1-4 0,5-7 0,-2-1 0,-3 1 0,1 0 0,-7-1 0,0 3 0,-6 3 0,7 4 0,-5 8 0,6 7 0,-10 10 0,-2 12 0,-2 3 0,-1 10 0,3 4 0,-2 3 0,2 3 0,2-7 0,2 1 0,0-8 0,0 2 0,8-6 0,4-6 0,3-3 0,2-8 0,0-9 0,0-9 0,1-7 0,-1-11 0,0-4 0,0-6 0,-5-3 0,-1-3 0,-1 6 0,1 0 0,3 10 0,-9 2 0,1 1 0,-6 10 0,0 8 0,-2 7 0,-4 10 0,-3 6 0,-1 9 0,-5 2 0,4 10 0,-5-1 0,-1 7 0,6-1 0,-1 1 0,8-1 0,-1 0 0,3-5 0,2 0 0,0-6 0,2 3 0,3-1 0,11-10 0,7-9 0,1-4 0,-1-2 0,-4-2 0,4-4 0,-9-3 0,-3-8 0,-7-8 0,2-4 0,-4-3 0,-2-3 0,0-5 0,0 0 0,0-6 0,0 6 0,-2-2 0,-4 2 0,4 4 0,-4-4 0,3 5 0,-3 7 0,4 3 0,-4 8 0,4 7 0,2 2 0,0 12 0,0 6 0,0 7 0,0 12 0,0-1 0,2 5 0,4 1 0,-4 0 0,4 1 0,1-1 0,-1 1 0,5-3 0,-5-3 0,6 1 0,-7-7 0,7 0 0,-6-6 0,-1-1 0,3-5 0,-6 4 0,6-5 0</inkml:trace>
  <inkml:trace contextRef="#ctx0" brushRef="#br0" timeOffset="88">24557 9611 8912,'7'-17'0,"-5"0"0,12-6 0,-9 0 0,9 0 0,-3 6 0,-1-2 0,1-4 0,-5 9 0,6-3 0,-7 4 0,7-5 0,-8 9 0,11 1 0,-13 16 0,5 3 0,-1 5 0,0 1 0,2 0 0,-3 0 0,-3 0 0,12 1 0,-9-1 0,7-6 0,-6 1 0,7-8 0,-11 3 0,11-14 0,-7-5 0,0-5 0,-6-6 0,0-4 0,0-7 0,0-1 0,0 1 0,0 2 0,0 3 0,0-4 0,0 5 0,0 3 0,0 2 0,0 10 0,0 1 0,-2 8 0,-4-1 0,2 10 0,-7 7 0,1 3 0,-1 2 0,-3 2 0,9 4 0,-3-4 0,2 6 0,-3-2 0,-1 0 0,-5 0 0,3-6 0,3 0 0,-3 1 0,1-1 0,-6-2 0,-1-2 0,1-1 0,0-1 0,0 7 0,0-1 0,-1 0 0,1-6 0,0 1 0,5-6 0,1 5 0,0-7 0,1-4 0,4-12 0,12-5 0,5-6 0,7 2 0,5-7 0,-2 5 0,7-4 0,3 0 0,1 1 0,3 5 0,-1-2 0,1 3 0,-1 3 0,-7 6 0,-4-1 0,-4 9 0,-2-3 0,0 4 0,-7 10 0,-1 1 0,-3 8 0,-4-5 0,4-1 0,-4-5 0,-2 5 0,0-5 0,2 4 0,3-3 0,-1-1 0,8-6 0,-8 0 0,11 0 0,-13 0 0,11-8 0,-7-3 0,-2-4 0,-2 3 0,-2 1 0,0 5 0,0-5 0,0 7 0,0-4 0,0 0 0,0 7 0,0-7 0,0 8 0,0-8 0,7-1 0,-5-3 0,4 1 0,3 7 0,1-11 0,1 13 0,1-4 0,1 4 0,-3 2 0,1 0 0,-5 0 0,6 0 0,-7 2 0,7 4 0,-6-2 0,3 7 0,-1 2 0,-1 3 0,-1 1 0,-4-6 0,4 1 0,-4-1 0,-4 5 0,-4-5 0,4-3 0,-13-8 0,5 0 0</inkml:trace>
  <inkml:trace contextRef="#ctx0" brushRef="#br0" timeOffset="89">24970 8665 8912,'-10'-24'0,"3"4"0,7-3 0,0 4 0,1 4 0,7 4 0,7 9 0,6 11 0,10 12 0,-2 19 0,5 16 0,6 18 0,2 14-83,-19-34 0,0 1 0,3 2 1,0 1-1,-1 5 0,0 2 1,2 4-1,1 1 83,0 6 0,0 1 0,1 6 0,1 2-1127,-1 4 1,-1 0 1126,-2-4 0,-2 0 0,-2 3 0,-2 0 0,-2-4 0,-2 0 0</inkml:trace>
  <inkml:trace contextRef="#ctx0" brushRef="#br0" timeOffset="90">30236 12293 8912,'-2'10'0,"-4"-5"0,2-3 0,-7-2 0,5 2 0,-6 4 0,9 3 0,-13 9 0,7-1 0</inkml:trace>
  <inkml:trace contextRef="#ctx0" brushRef="#br0" timeOffset="91">30132 12568 8912,'0'44'0,"0"4"0,0 2 0,0 5 0,2-19 0,2 2 0,2-5 0,-2-4 0,3-8 0,-1 2 0,7-4 0,-3-2 0,0 0 0,5 0 0,-6-7 0,9-10 0,-1-10 0</inkml:trace>
  <inkml:trace contextRef="#ctx0" brushRef="#br0" timeOffset="92">30391 12654 8912,'0'-17'0,"-6"5"0,0 1 0,-2 5 0,3-5 0,3 7 0,-6-2 0,8 12 0,0 5 0,0 10 0,0 4 0,0 2 0,0 4 0,0 1 0,0 3 0,0-1 0,0 0 0,0-1 0,0-5 0,0 3 0,0-8 0,0-2 0,0-2 0,0-9 0,6-10 0,0-12 0,1-5 0,-1-6 0,-2-4 0,7-7 0,-1-1 0,1 1 0,3 5 0,-9 1 0,7 1 0,-6-2 0,5-1 0,-3 9 0,-1 4 0,1 3 0,4 8 0,-7-5 0,9 7 0,-7 4 0,5 12 0,-3 5 0,-3 6 0,-4-4 0,4 6 0,-4-2 0,-2 0 0,0 0 0,5-6 0,1 0 0,0-6 0,-6 1 0,0-8 0,2 3 0,2-9 0,1-3 0,9-5 0,-3-7 0,4-6 0,3 0 0,-1-8 0,0 3 0,-5 1 0,-1-2 0,-1 8 0,1-2 0,4 12 0,-13 5 0,4 12 0,-4 5 0,-2 12 0,-6-3 0,0 2 0,1 3 0,5-2 0,0-2 0,0-2 0,0-1 0,0-9 0,0-1 0,7-10 0,5-4 0,3-5 0,2-5 0,1-1 0,-7 6 0,0-1 0,-5 8 0,6-1 0,-7 3 0,7 2 0,-6 0 0,3 2 0,-1 3 0,-2 5 0,-1 7 0,1 0 0,2-5 0,-3-1 0,-1-7 0,8 2 0,-1-4 0,1-4 0,-1-4 0,-7-3 0,2-9 0,1 1 0,-1 0 0,-2 0 0,-4 1 0,-6 5 0,2 3 0,-7 8 0,5 0 0,-5 0 0,7 0 0,-4 0 0,1 0 0,-3 0 0</inkml:trace>
  <inkml:trace contextRef="#ctx0" brushRef="#br0" timeOffset="93">31234 12620 8912,'-12'0'0,"1"0"0,5 0 0,-5 0 0,-1 0 0,-5 2 0,0 3 0,5 7 0,1 9 0,-1 2 0,3-2 0,-1-2 0,4-2 0,5 0 0,-5 1 0,4-1 0,2 0 0,0-8 0,0-1 0,2-8 0,4-2 0,5-4 0,4-9 0,2-10 0,1 0 0,-1 1 0,0-7 0,0 2 0,1-3 0,-1-2 0,-6 5 0,1 0 0,-3 8 0,3-2 0,-5 4 0,-5 2 0,4 0 0,-4 7 0,-2 3 0,-10 7 0</inkml:trace>
  <inkml:trace contextRef="#ctx0" brushRef="#br0" timeOffset="94">31234 12534 8912,'0'17'0,"-6"0"0,0 0 0,-5 6 0,5 0 0,0 0 0,6-6 0,0 1 0,0-1 0,2 0 0,4 0 0,4-2 0,7-3 0,0-4 0,0-8 0,6 5 0,0 1 0,0-2 0,2-2 0,0-8 0,3 0 0,5-9 0,-4-2 0,1-2 0,-1-10 0,1 6 0,-7-6 0,-2 3 0,-9-3 0,3 4 0,-5 8 0</inkml:trace>
  <inkml:trace contextRef="#ctx0" brushRef="#br0" timeOffset="95">31561 12517 8912,'-18'17'0,"-6"0"0,5 2 0,-4 4 0,3-2 0,3 8 0,2-6 0,3 5 0,5-7 0,7 4 0,0 0 0,9-8 0,9 0 0,-1-7 0,6-10 0,-4 0 0,-2 0 0,2 0 0,4 0 0,-4-8 0,4-3 0,-4-4 0,-1-3 0,1-1 0,4-4 0,-6 4 0,0-4 0,0-3 0,-5-3 0,1 2 0,-1-2 0,1 3 0,-7-3 0,1-3 0,-1 3 0,-4-2 0,4 3 0,-4 5 0,-2 4 0,-6 1 0,0 1 0,-7 8 0,9 3 0,-8 12 0,9 5 0,-3 12 0,-4-11 0,1 3 0</inkml:trace>
  <inkml:trace contextRef="#ctx0" brushRef="#br0" timeOffset="96">31733 12551 8912,'0'34'0,"0"1"0,0-1 0,0-1 0,0-5 0,0 5 0,0-5 0,6-1 0,-1 2 0,7-8 0,-7 2 0,3 2 0,-4-2 0,2-2 0,-2-2 0,-3-10 0,7-1 0,2-8 0</inkml:trace>
  <inkml:trace contextRef="#ctx0" brushRef="#br0" timeOffset="97">31681 11898 8912,'17'0'0,"1"-2"0,-1-4 0,0 4 0,0-4 0,0 4 0,1 2 0,5 10 0,0 7 0,-1 12 0,-4 17 0,-3 9 0,-4 20 0,-3 11 0,-7-37 0,-2 3 0,1 3 0,0 1 0,1 3 0,-2 2 0,-2 1 0,-2 0-223,1-1 1,-3-1 0,-3-1-1,-3 0 223,-1-1 0,-1-1 0,2-5 0,-2-1 0,-2-4 0,-1-3 0,-12 29 0,-12-6 0</inkml:trace>
  <inkml:trace contextRef="#ctx0" brushRef="#br0" timeOffset="98">30218 12259 8912,'-1'9'0,"-3"-1"0,-2 0 0,-7 3 0,1 12 0,4-12 0,1 5 0</inkml:trace>
  <inkml:trace contextRef="#ctx0" brushRef="#br0" timeOffset="99">30064 12551 8912,'-6'36'0,"0"4"0,-5-1 0,5 5 0,2-2 0,4 3 0,6-4 0,3-1 0,9-6 0,-1 6 0,0 0 0,2-2 0,4-1 0,-4-3 0,4 1 0,-11-9 0,3-1 0,-6-8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5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3252 4195 8912,'-9'-17'0,"-1"5"0,5 1 0,3 5 0,-4-5 0,4 5 0,2-5 0,0 5 0,0-6 0,0 7 0,0-7 0,0 1 0,0-6 0,0-1 0,0 1 0,0 0 0,0 0 0,0 0 0,0-1 0,0 1 0,0 0 0,-8 7 0,-1 3 0</inkml:trace>
  <inkml:trace contextRef="#ctx0" brushRef="#br0" timeOffset="1">3201 3886 8912,'0'34'0,"-8"0"0,4 8 0,-7 4 0,-1 12 0,-5 7 0,-2 7 0,-4 8 0,10 6 0,-4 6 0,5-12 0,1 1 0,5-11 0,4-7 0,2-9 0,0-8 0,0-16 0,0-1 0,8-8 0,3-4 0,4-7 0,3-5 0,-1-3 0,2-4 0,0-5 0,-2-11 0,10-6 0,-10-11 0,12-7 0,-2-2 0</inkml:trace>
  <inkml:trace contextRef="#ctx0" brushRef="#br0" timeOffset="2">3648 4419 8912,'-17'-8'0,"6"4"0,-1-7 0,1 7 0,-7-2 0,-5 4 0,1 2 0,-1 0 0,-2 0 0,6 2 0,-4 4 0,-2 9 0,2 8 0,0 8 0,13-20 0,3 4 0</inkml:trace>
  <inkml:trace contextRef="#ctx0" brushRef="#br0" timeOffset="3">3356 4608 8912,'0'23'0,"0"0"0,0 7 0,0-11 0,0 6 0,0-8 0,2-7 0,3-4 0,5-4 0,7-2 0,0-2 0,1-4 0,-1-6 0,4-3 0,-4-2 0,8-2 0,-14-4 0,8 11 0,-9-3 0</inkml:trace>
  <inkml:trace contextRef="#ctx0" brushRef="#br0" timeOffset="4">3545 4556 8912,'10'-9'0,"-3"-7"0,-7 14 0,8-5 0,1 7 0</inkml:trace>
  <inkml:trace contextRef="#ctx0" brushRef="#br0" timeOffset="5">3579 4591 8912,'0'17'0,"0"0"0,0 0 0,0 0 0,6 1 0,0-1 0,2 0 0,-5 0 0,5-2 0,2-3 0,1 3 0,6-13 0,0 4 0,1-4 0,-1-4 0,0-4 0,-7-11 0,-3-10 0</inkml:trace>
  <inkml:trace contextRef="#ctx0" brushRef="#br0" timeOffset="6">3803 4281 8912,'17'-17'0,"-1"0"0,-5 0 0,-3-1 0,-8 1 0,0 8 0,-8 1 0,4 8 0,-5 2 0,-1 4 0,1 5 0,5 12 0,-2 6 0,4-3 0,2 3 0,0 0 0,0 5 0,0 0 0,0 1 0,0-8 0,0-3 0</inkml:trace>
  <inkml:trace contextRef="#ctx0" brushRef="#br0" timeOffset="7">3838 4608 8912,'0'27'0,"0"-3"0,0-6 0,0-1 0,7-8 0,-5 7 0,6-16 0,-8 0 0,0-8 0,0-9 0,0 0 0</inkml:trace>
  <inkml:trace contextRef="#ctx0" brushRef="#br0" timeOffset="8">3872 4556 8912,'8'-17'0,"-6"0"0,13 0 0,-4-1 0,5 1 0,1 8 0,0 3 0,0 4 0,0 2 0,1 0 0,-1 0 0,-6 6 0,1-1 0,-8 17 0,11-19 0,-6 13 0</inkml:trace>
  <inkml:trace contextRef="#ctx0" brushRef="#br0" timeOffset="9">4044 4608 8912,'-8'17'0,"-3"0"0,-4 6 0,-3 0 0,1 6 0,0-6 0,-2 0 0,-4-6 0,4 2 0,-4 4 0,9-10 0,3 4 0,7-11 0,-3 0 0,7-14 0,0-9 0,7-8 0,3-9 0</inkml:trace>
  <inkml:trace contextRef="#ctx0" brushRef="#br0" timeOffset="10">4182 4487 8912,'9'0'0,"-1"0"0,-10-5 0,-4-1 0,4 0 0,-5 6 0,7 0 0,0 0 0,7 0 0,5 0 0,3 0 0,-3 0 0,-1 0 0,1 0 0,3-2 0,-4-3 0,-1 3 0,-4-4 0,-4 4 0,5 2 0,-14 0 0,-5 0 0,2 0 0,-1 0 0,0 0 0,-7 0 0,1 2 0,0 4 0,0 3 0,7 1 0,2-3 0</inkml:trace>
  <inkml:trace contextRef="#ctx0" brushRef="#br0" timeOffset="11">4130 4608 8912,'8'25'0,"1"-14"0,8 12 0,1-13 0,-1 5 0,2-4 0,4-5 0,2-4 0,4-2 0,1-2 0,-7-4 0,6-3 0,-6-8 0,0-1 0,-6 1 0</inkml:trace>
  <inkml:trace contextRef="#ctx0" brushRef="#br0" timeOffset="12">4474 4539 8912,'10'-17'0,"5"-6"0,-3 0 0,-3-6 0,3 6 0,-9-7 0,3 1 0,-4-1 0,-2 1 0,0-9 0,0 1 0,0-3 0,0-2 0,-6 0 0,1 2 0,-7 10 0,4-3 0,1 6 0,-1 6 0,2 10 0,5 5 0,-5 12 0,2 13 0,-7 15 0,7 10 0,-2 14 0,4-3 0,2 8 0,0 2 0,0 2 0,8-4 0,3 0 0,4-8 0,3 3 0,1-1 0,4-5 0,4-5 0,7-12 0,-2-3 0,-3-3 0,4 1 0,-5-7 0,-3-7 0,8-9 0,-7-7 0</inkml:trace>
  <inkml:trace contextRef="#ctx0" brushRef="#br0" timeOffset="13">12218 9405 8912,'0'-12'0,"-2"3"0,-3 1 0,1-3 0,-6 3 0,1 0 0,-1 1 0,-1-7 0,-7 5 0,1-1 0,-6 2 0,0 8 0,0 0 0,-2 0 0,1 8 0,-5 4 0,-2 11 0,8 5 0,2 5 0,2-7 0,2-1 0</inkml:trace>
  <inkml:trace contextRef="#ctx0" brushRef="#br0" timeOffset="14">11857 9697 8912,'-6'53'0,"0"3"0,2 1 0,3 0 0,2-9 0,5-8 0,6-11 0,3-8 0,10-11 0,4-5 0,5-5 0,6-5 0,6-7 0,11-9 0,5-4 0,-1-2 0,-2-1 0,-7-7 0,-8 1 0,-2 0 0</inkml:trace>
  <inkml:trace contextRef="#ctx0" brushRef="#br0" timeOffset="15">12648 9473 8912,'-11'0'0,"-1"0"0,1 0 0,-1 0 0,1 0 0,7 2 0,-2 4 0,5 4 0,1-1 0,0-1 0</inkml:trace>
  <inkml:trace contextRef="#ctx0" brushRef="#br0" timeOffset="16">12631 9663 8912,'6'24'0,"0"5"0,-1 4 0,3 1 0,-6-2 0,4-3 0,-4 2 0,-2-8 0,0 5 0,0-5 0,-8 0 0,-9-6 0,-10 0 0</inkml:trace>
  <inkml:trace contextRef="#ctx0" brushRef="#br0" timeOffset="17">12528 9783 8912,'-10'-17'0,"1"5"0,3 1 0,4-1 0,-11-5 0,7 0 0,2 0 0,2 7 0,10-5 0,1 5 0</inkml:trace>
  <inkml:trace contextRef="#ctx0" brushRef="#br0" timeOffset="18">12597 9611 8912,'25'-8'0,"3"-3"0,-3 3 0,8-7 0,-14 13 0,4-4 0,-10 4 0,-1 2 0,-9 8 0,3 3 0,-4-1 0,-2 2 0,0 1 0,0 2 0,-2 0 0,-4-3 0,4 3 0,-5-5 0,7-1 0,0-1 0,2-8 0,3-2 0,7-4 0,-4 4 0,-1-5 0</inkml:trace>
  <inkml:trace contextRef="#ctx0" brushRef="#br0" timeOffset="19">12941 9628 8912,'17'12'0,"0"-1"0,-1 1 0,-5 5 0,2 0 0,-7 0 0,6 0 0,-7 1 0,1 4 0,-6 1 0,-2 0 0,-3-6 0,1-5 0,-8-1 0,6-7 0,-5 2 0,1-6 0,-1-6 0,3 0 0,8-11 0,0 2 0,0-14 0,2 6 0,4-5 0,-4 14 0,6-1 0</inkml:trace>
  <inkml:trace contextRef="#ctx0" brushRef="#br0" timeOffset="20">13096 9611 8912,'13'-2'0,"4"-4"0,-3 4 0,11-5 0,-8 7 0,0 0 0,0 0 0,0 0 0,1 0 0,-1 0 0,0 0 0,0 0 0,-5 2 0,-1 3 0,-1-1 0,1 8 0,3-7 0,-9 7 0,1-8 0,-6 3 0,-2-7 0,-4 0 0,3 0 0,-9 0 0,1 2 0,1 4 0,-5-2 0,3 7 0,-3 1 0,-2 5 0,0 0 0,5 0 0,1 1 0,7-1 0,-2 0 0,4 0 0,2 0 0,0 0 0,0 1 0,0-9 0,8-1 0,3-8 0,3-2 0,-3-4 0,10-3 0,-4-9 0,5-4 0,-5-1 0,0 0 0,0 6 0,0-1 0,1 1 0,-1 0 0,0 7 0,-7 3 0,-3 7 0,-7 7 0,0 3 0,2 5 0,2-1 0,2-3 0,5-5 0,-5 5 0,7-7 0,-3 9 0,7-7 0,-6 0 0,1-6 0,1 0 0,3 0 0,1 0 0,0 0 0,0 0 0,-5 0 0,-1 0 0,-5 0 0,5 0 0,-7 0 0,4 0 0,-2 8 0,-1 3 0,1-3 0,-8-1 0,-4-7 0,5 0 0,-7 0 0,8 0 0</inkml:trace>
  <inkml:trace contextRef="#ctx0" brushRef="#br0" timeOffset="21">13681 9525 8912,'-35'-2'0,"3"-4"0,5-5 0,10-4 0,2 3 0,9 1 0,0 7 0,6-11 0,8 13 0,5-4 0,8 4 0,8 2 0,3 0 0,3 0 0,-1 6 0,1-1 0,-1 1 0,1 2 0,-1 1 0</inkml:trace>
  <inkml:trace contextRef="#ctx0" brushRef="#br0" timeOffset="22">13956 9663 8912,'-17'9'0,"0"-1"0,0-8 0,7 0 0,-5 0 0,13 2 0,-4 3 0,4-3 0,2 14 0,0-5 0,0 4 0,0 3 0,0-7 0,0 0 0,0-7 0,0 12 0,0-15 0,2 7 0,4-8 0,3-8 0,7-3 0,-3-4 0,-1-2 0,-1-1 0,6 1 0</inkml:trace>
  <inkml:trace contextRef="#ctx0" brushRef="#br0" timeOffset="23">14025 9611 8912,'10'0'0,"5"0"0,-6-8 0,9-1 0</inkml:trace>
  <inkml:trace contextRef="#ctx0" brushRef="#br0" timeOffset="24">14077 9628 8912,'2'10'0,"3"-5"0,-3 5 0,14-6 0,-5 7 0,4-7 0,3 2 0,-7-4 0,0-2 0,1 0 0,5 0 0</inkml:trace>
  <inkml:trace contextRef="#ctx0" brushRef="#br0" timeOffset="25">14266 9611 8912,'10'-17'0,"5"1"0,-4 5 0,5-4 0,1 3 0,-8 5 0,1-1 0,-4 8 0,-4 2 0,3 4 0,-3-4 0,-2 5 0</inkml:trace>
  <inkml:trace contextRef="#ctx0" brushRef="#br0" timeOffset="26">14369 9645 8912,'0'18'0,"0"-1"0,0 8 0,0-6 0,0 4 0,0-10 0,0-2 0,0 1 0,0-3 0,-5-3 0,-1-12 0,-2-3 0,2-8 0,4-2 0,-3-4 0,3-2 0,2-4 0,-6-3 0,0 3 0,1 2 0,3 1 0,-2 1 0,-2 4 0,-2 2 0,3 1 0,3-5 0,-4 1 0,4-1 0,2 5 0,0 1 0,0 0 0,2 6 0,4 1 0,5 2 0,5 5 0,7 3 0,0 5 0,7-1 0,-1 8 0,1-3 0,-1 3 0,4 3 0,-5-4 0,3 3 0,-2-3 0,-5 4 0,-6-3 0,-7 1 0,1-1 0,-9 3 0,5-11 0,-8 7 0,0-7 0,0 4 0,0-8 0,2 0 0,4 0 0,-3 0 0,9 0 0,1 0 0,-3 0 0,1 0 0,1 0 0,3-2 0,-3-4 0,-3 4 0,-3-3 0,-4-5 0,5 6 0,-7-7 0,0 7 0,-7-4 0,-3 8 0,-7 0 0,0 0 0,0 0 0,-1 8 0,3 3 0,4 5 0,3-5 0,8 1 0,0-7 0,0 7 0,-8-1 0,-1 6 0</inkml:trace>
  <inkml:trace contextRef="#ctx0" brushRef="#br0" timeOffset="27">14731 9645 8912,'7'18'0,"3"-1"0,7 0 0,-2 0 0,-3 0 0,1 6 0,-7 0 0,0-2 0,1-2 0,-5-2 0,4 1 0,-4-1 0,-2 0 0,-8-5 0,-3-1 0,-5 0 0,-1 7 0,0-9 0,0-3 0,5 2 0,1-3 0,-2-1 0,-3-2 0,1-4 0,3-4 0,-1 1 0,7-13 0,1 3 0,5-13 0,0-1 0,0-13 0,0-2 0</inkml:trace>
  <inkml:trace contextRef="#ctx0" brushRef="#br0" timeOffset="28">15023 9061 8912,'17'-21'0,"1"2"0,-1 5 0,0 5 0,2 3 0,4 6 0,-2 2 0,8 4 0,-1 11 0,7 13 0,-1 9 0,1 6 0,-3 7 0,-3 5 0,-4-3 0,-8 3 0,-2 4 0,-3 2 0,-5 10-146,-7 1 1,-9 1 145,-8-6 0,-10-2 0,-15-4 0,-10-6 0,-7-4 0,-10-1 0</inkml:trace>
  <inkml:trace contextRef="#ctx0" brushRef="#br0" timeOffset="29">12063 9301 8912,'17'0'0,"-1"-1"0,-3-3 0,-1-2 0,-10-2 0,-2 3 0,-8 3 0,-9-4 0,-2 4 0,-4 2 0,4 6 0,-4 0 0,3-1 0,3 3 0,0 0 0,0 3 0,0 10 0,-3-2 0,-1 6 0,-1 6 0,-1 11 0,5 9 0,7 14 0,-1 10 0,9 7 0,-3-2 0,4 4 0,6-2 0,7-7 0,12-12 0,10-15 0,7-8 0,-2-12 0,8-5 0,-8-11 0,4-12 0,-7-10 0</inkml:trace>
  <inkml:trace contextRef="#ctx0" brushRef="#br0" timeOffset="30">8862 10883 8912,'12'-7'0,"-2"-5"0,-3-3 0,-3-2 0,-2-1 0,-2 1 0,0 0 0,0 0 0,-2 0 0,-4 0 0,-1 5 0,-7 3 0,3 1 0,-3 4 0,5 2 0,-3 2 0,-1 0 0,-2 0 0,-3 8 0,1 5 0,-2 10 0,-4 11 0,2 18 0,-8 17 0,3 9 0,11-32 0,1 2 0,2 2 0,1 1 0,1 2 0,1 1 0,1 4 0,1 1-414,0-2 1,2 0 413,1-4 0,1-3 0,3 21 0,0-23 0</inkml:trace>
  <inkml:trace contextRef="#ctx0" brushRef="#br0" timeOffset="31">8639 11812 8912,'34'17'0,"1"0"0,-1-7 0,0-3 0,1-9 0,-1-3 0,-7-13 0,6-24 0,-7-11 0</inkml:trace>
  <inkml:trace contextRef="#ctx0" brushRef="#br0" timeOffset="32">9207 11090 8912,'2'-12'0,"1"1"0,3-3 0,-2-1 0,-2-2 0,-4 0 0,-4-1 0,-3 9 0,-9 1 0</inkml:trace>
  <inkml:trace contextRef="#ctx0" brushRef="#br0" timeOffset="33">9138 11107 8912,'0'42'0,"-8"2"0,6 3 0,-5 1 0,-1 0 0,6-2 0,-4-12 0,6-1 0,6-5 0,-2 5 0,7-4 0,1-5 0,5-3 0,0-7 0,0-7 0,1-7 0,-1 0 0,8-7 0,1-3 0</inkml:trace>
  <inkml:trace contextRef="#ctx0" brushRef="#br0" timeOffset="34">9465 11451 8912,'0'-18'0,"0"1"0,0 0 0,-8 0 0,-3 0 0,-5 7 0,-1 4 0,0 6 0,0 6 0,0 4 0,-1 7 0,1 6 0,0 0 0,5 5 0,3-5 0,1 0 0,4 2 0,2-6 0,2 4 0,0-4 0,0-2 0,8-7 0,4-4 0,-3-4 0,3-4 0,1-4 0,2-6 0,-3-3 0,-1-2 0,-1 0 0,1 0 0,3 5 0,-9 1 0,9-1 0,-10 1 0,7-1 0,-5 8 0,5-1 0,-5 5 0,4 5 0,-3 7 0,5-3 0,-7 3 0,7-1 0,-6 7 0,7-1 0,-1 0 0,-3-6 0,3 1 0,-1-1 0,6-1 0,0-2 0,1-8 0</inkml:trace>
  <inkml:trace contextRef="#ctx0" brushRef="#br0" timeOffset="35">9620 11296 8912,'7'-10'0,"-5"1"0,4 3 0,-4 4 0,-2-13 0,0 15 0,0 0 0,0 8 0,0 9 0,0 0 0,0 0 0,0 8 0,0 4 0,0-3 0,0 3 0,0-6 0,0 6 0,0-1 0,0-1 0,0 0 0,0-4 0,0-10 0,0 4 0,0-3 0,0-3 0,0 0 0,0-7 0,0 2 0,0-12 0,2-3 0,2-3 0,1 1 0,3-1 0,-2-5 0,-2 6 0,7-1 0,0 1 0,5-1 0,-3 3 0,-1 1 0,-9 2 0,13 6 0,-14 8 0,5 2 0,-7 7 0,0-6 0,0 1 0,0-8 0,0 11 0,0-6 0</inkml:trace>
  <inkml:trace contextRef="#ctx0" brushRef="#br0" timeOffset="36">9998 11382 8912,'0'-17'0,"0"-1"0,0 1 0,-7 8 0,-3 1 0,-7 8 0,-2 0 0,-4 0 0,4 2 0,-4 4 0,5 7 0,7 8 0,-2-2 0,7 4 0,0-4 0,6-2 0,0 1 0,0-1 0,0 0 0,0 0 0,8-2 0,3-3 0,5-6 0,1-4 0,0 3 0,0 1 0,0 0 0,1-6 0,-1 0 0,8-8 0,-6 4 0,4-5 0,-4 1 0,-2-5 0,-5 11 0,-1-4 0,-7 2 0,2-1 0,3 3 0,-7-8 0,6 6 0,-1-1 0,-5-9 0,4 3 0,2 1 0,-3-1 0,3-1 0,-2-5 0,-4-6 0,3 0 0,-3-5 0,0 3 0,2-2 0,2-4 0,0-1 0,-6-2 0,0 7 0,7 2 0,3 8 0</inkml:trace>
  <inkml:trace contextRef="#ctx0" brushRef="#br0" timeOffset="37">10188 11055 8912,'0'-11'0,"0"-1"0,0 8 0,0-11 0,0 6 0,0-1 0,0 2 0</inkml:trace>
  <inkml:trace contextRef="#ctx0" brushRef="#br0" timeOffset="38">10205 11107 8912,'0'34'0,"0"1"0,0-1 0,0 8 0,7-4 0,5 8 0,3-2 0,2 2 0,-5-6 0,-1-11 0,7 1 0,4-7 0,0-2 0,-3-2 0,-2-9 0,0-5 0,0-3 0,0-2 0,1-9 0,-1-8 0,6-2 0,0-10 0,2 0 0,-6-3 0,0 1 0,-4 3 0,-3-1 0,-1-6 0,-3 7 0,-8-1 0,0 8 0,0-2 0,0 4 0,0 2 0,0 7 0,0 10 0,0 12 0,0 5 0,0 6 0,0-2 0,0 8 0,5-1 0,1 7 0,6-7 0,-5 1 0,1 0 0,0-3 0,-3 7 0,-5-4 0,0-5 0,0-1 0,-9-4 0,-8-1 0,-3-1 0,-8 0 0,-1-2 0,-5-3 0,1-5 0,5-7 0,-3 0 0,8 0 0,-8-7 0,5-3 0</inkml:trace>
  <inkml:trace contextRef="#ctx0" brushRef="#br0" timeOffset="39">11667 11193 8912,'-17'0'0,"0"0"0,0 0 0,0 0 0,-1 0 0,1 0 0,0 0 0,0 2 0,-2 3 0,-2 9 0,-2 7 0,0 2 0,6 9 0,-1 6 0,1 4 0,8-1 0,3 2 0,4-2 0,2-9 0,2 1 0,4-11 0,5-1 0,10-9 0,4-8 0,2-8 0,-1-8 0,3-10 0,2-5 0,-8-8 0,5-1 0,-5-4 0,-4-4 0,-5 0 0,-1 0 0,-7 4 0,0 4 0,-6-4 0,-14 5 0,-3 7 0,-12 5 0,1 11 0,-11 5 0,-3 10 0,2 7 0,4 7 0,0 14 0,13 3 0,2 0 0,9 7 0,5-7 0,7-5 0,15-5 0,8-6 0,9-9 0,8-3 0,6-4 0,4-2 0,9-8 0,2-1 0</inkml:trace>
  <inkml:trace contextRef="#ctx0" brushRef="#br0" timeOffset="40">11960 11107 8912,'17'-33'0,"0"5"0,-7-3 0,-4 8 0,-4-6 0,-2 7 0,-6-1 0,0 5 0,-7 3 0,1 4 0,-1 1 0,1 4 0,-3 5 0,8-5 0,-5 12 0,-1 11 0,7 11 0,-7-10 0,3-3 0</inkml:trace>
  <inkml:trace contextRef="#ctx0" brushRef="#br0" timeOffset="41">11891 11124 8912,'0'42'0,"0"4"0,0 4 0,2-1 0,4-3 0,-2 0 0,7-12 0,-5 4 0,3-9 0,1 2 0,0-3 0,-7-3 0,3-8 0,-4-7 0,-10-2 0,-1-8 0,-8 0 0</inkml:trace>
  <inkml:trace contextRef="#ctx0" brushRef="#br0" timeOffset="42">11788 11399 8912,'-8'10'0,"-3"-5"0,3-3 0,1-2 0,7-2 0,0-3 0,13 1 0,6-8 0,8-1 0,9-2 0,0-3 0,10 1 0,-5 0 0,4 0 0,1 7 0,14-13 0,1 4 0</inkml:trace>
  <inkml:trace contextRef="#ctx0" brushRef="#br0" timeOffset="43">12545 10952 8912,'0'10'0,"0"-3"0,-6-5 0,1 4 0,-1 3 0,6 9 0,0 1 0,0 2 0,0 2 0,0 7 0,0-1 0,6 3 0,1 3 0,3-1 0,3 1 0,-3-3 0,1-3 0,-1 3 0,1-3 0,-3-2 0,-8 1 0,0-13 0,0 3 0,-8-5 0,-1 4 0</inkml:trace>
  <inkml:trace contextRef="#ctx0" brushRef="#br0" timeOffset="44">12459 11365 8912,'-17'-8'0,"0"4"0,-1-7 0,7 1 0,0-3 0,-1 1 0,2-1 0,3 3 0,7-1 0,9-2 0,9-10 0,6 4 0,11-4 0,-1-2 0,1 2 0,5 0 0,0 6 0,0 1 0,-5 5 0,-1-2 0,0 7 0,-1 0 0,-4 6 0,-6 2 0,-4 4 0,-10 5 0,-3 12 0,2-4 0,-3 4 0,1 2 0,-6 0 0,-2 0 0,-4 0 0,5-1 0,-5-1 0,-2-4 0,2 4 0,1-4 0,-1-1 0,0-1 0,-7-8 0,11-1 0,-6-10 0,8-4 0,2-3 0,4-8 0,3-6 0,9 0 0,-1 0 0,0 6 0,8-6 0,4 0 0,-3 0 0,1 6 0,0 0 0,0-1 0,-4 1 0,5 0 0,-7 6 0,2-1 0,-9 8 0,-3-2 0,-7 5 0,2 8 0,-12 5 0,2-3 0,-7 3 0,1-1 0,-3 6 0,3 1 0,3-1 0,-1-2 0,2-4 0,4 5 0,-3-5 0,3-3 0,2 7 0,0-13 0,2 6 0,3-8 0,5 0 0,7 0 0,0 0 0,0 0 0,1-2 0,-1-2 0,0-4 0,0-1 0,0 3 0,1-5 0,-1 7 0,0-2 0,-5 4 0,-1 2 0,1 0 0,5 8 0,0 1 0,-2 9 0,-3-1 0,-3-6 0,-3 1 0,-4-7 0,4 7 0,-4-6 0,-2 5 0,0-7 0,-8 3 0,-2-7 0</inkml:trace>
  <inkml:trace contextRef="#ctx0" brushRef="#br0" timeOffset="45">13320 11038 8912,'0'-17'0,"0"0"0,0 5 0,0 1 0,0-1 0,0-5 0,0 0 0,0 0 0,0-1 0,1 7 0,5 0 0,4 5 0,7-4 0,0 3 0,0 1 0,8 6 0,2 0 0</inkml:trace>
  <inkml:trace contextRef="#ctx0" brushRef="#br0" timeOffset="46">13629 11038 8912,'0'17'0,"0"0"0,0 1 0,0-1 0,0-6 0,0 1 0,0-7 0,0 7 0,-7-8 0,5 11 0,-4-4 0,4-3 0,2 2 0,0-5 0,0-3 0,0 14 0,0-15 0,2 7 0,4-8 0,-2 0 0,7 0 0,-5-6 0,5 1 0,-5-7 0,5 6 0,-1-7 0,3 4 0,-1-3 0,1 1 0,-3 5 0,1-6 0,-5 9 0,5-3 0,-5 4 0,6 2 0,-3-2 0,5-2 0,-3-1 0,2 1 0,3 2 0,1 2 0,0-2 0,0-4 0,1 2 0,-1-7 0,2 5 0,4-5 0,-4-1 0,4-5 0,-6 6 0,-5-1 0,3 3 0,-4-3 0,-1-1 0,1 7 0,-5 0 0,6 6 0,-9 0 0,5 2 0,-8 4 0,0 5 0,0 5 0,0 1 0,0 0 0,0 0 0,0 0 0,0 1 0,0-1 0,0 0 0,0 0 0,0 0 0,0 1 0,0-1 0,-2-2 0,-4-4 0,-3-3 0,-8-8 0</inkml:trace>
  <inkml:trace contextRef="#ctx0" brushRef="#br0" timeOffset="47">14128 10866 8912,'18'-8'0,"-7"1"0,0-5 0,-7-3 0,6 5 0,-4-7 0,-4 6 0,3-1 0,5 7 0,1-7 0,5 8 0,1-1 0,2 1 0,4-2 0,-2 4 0,8-4 0,-3 5 0,3 1 0,4 0 0,-5 0 0,5 5 0,1 1 0,-1 5 0,-7-3 0,-6 0 0,-7-1 0,-9 7 0,1-3 0,-5-1 0,-5 1 0,-11-1 0,-7 1 0,-7 3 0,1-9 0,-3 9 0,-3-3 0,7-1 0,-1 1 0,6 1 0,-6 5 0,8-6 0,-2 1 0,10-7 0,3 7 0,3 1 0,1 3 0,6 1 0,13-2 0,5-3 0,3 3 0,-4-4 0,0-1 0,0 1 0,6 1 0,0 5 0,-2 0 0,-9 0 0,3 2 0,-4 4 0,-1-4 0,0 4 0,-3-2 0,-3 2 0,-2-4 0,-2 4 0,-2-2 0,-4 2 0,-3-4 0,-9 4 0,-4 2 0,-1-2 0,-6 0 0,6-6 0,-8 0 0,3 1 0,-3-3 0,2-4 0,-3-3 0,5-8 0</inkml:trace>
  <inkml:trace contextRef="#ctx0" brushRef="#br0" timeOffset="48">15230 11004 8912,'-46'0'0,"2"0"0,2 0 0,4 0 0,1 7 0,3 5 0,1 5 0,5 4 0,5 4 0,4 2 0,7-5 0,2 7 0,3 0 0,3-3 0,2-1 0,2-7 0,6-1 0,1-2 0,3-4 0,2-3 0,5-8 0,0-2 0,0-4 0,0-5 0,1-12 0,-1 2 0,0-8 0,0 1 0,0-7 0,1-5 0,-1 0 0,4-6 0,-4 6 0,4-8 0,-9 4 0,1 1 0,-2 2 0,3 7 0,-8 5 0,5 5 0,-5 6 0,-1 9 0,-5 3 0,0 12 0,0 11 0,0 12 0,0 5 0,0 6 0,0 4 0,0 8 0,0-1 0,2 1 0,4-3 0,6-3 0,5 2 0,6-8 0,-2-7 0,7-12 0,1-8 0,-2-7 0,9-4 0,-7-2 0,5-8 0,-11-3 0,6-10 0,-6-2 0,0-8 0,-6 2 0,-7-3 0,-5-2 0,-3 1 0,-2 4 0,-2-3 0,-1 5 0,-5 0 0,-2 5 0,1 8 0,-3 3 0,-3 7 0,4-2 0,-5 4 0,1 10 0,3 3 0,-1 5 0,7 1 0,-5 0 0,5 0 0,0 0 0,6 1 0,-7-1 0,-3 0 0</inkml:trace>
  <inkml:trace contextRef="#ctx0" brushRef="#br0" timeOffset="49">15471 11072 8912,'0'0'0</inkml:trace>
  <inkml:trace contextRef="#ctx0" brushRef="#br0" timeOffset="50">15488 11072 8912,'0'0'0</inkml:trace>
  <inkml:trace contextRef="#ctx0" brushRef="#br0" timeOffset="51">15505 11072 8912,'0'0'0</inkml:trace>
  <inkml:trace contextRef="#ctx0" brushRef="#br0" timeOffset="52">15746 11055 8912,'8'-17'0,"-5"-6"0,9 0 0,1-7 0,10 1 0,-4-4 0,4-1 0,-4 0 0,6-1 0,2 1 0</inkml:trace>
  <inkml:trace contextRef="#ctx0" brushRef="#br0" timeOffset="53">15987 10625 8912,'-6'-17'0,"0"0"0,-1 0 0,1 0 0,4 5 0,-6 3 0,1 1 0,5 2 0,-6 10 0,8 7 0,0 9 0,0 14 0,2 2 0,2 4 0,2 6 0,-2 4 0,-3-4 0,-1 0 0,6-2 0,0 1 0,0 3 0,-6-8 0,0 6 0,0-6 0,0-2 0,0-9 0,0-4 0,-8-16 0,-2-1 0</inkml:trace>
  <inkml:trace contextRef="#ctx0" brushRef="#br0" timeOffset="54">15729 11055 8912,'0'-11'0,"0"-1"0,0 8 0,7-9 0,7 5 0,7-1 0,7-4 0,13-3 0,5-1 0,5 0 0,7 0 0,-3-6 0,8 0 0,-15 0 0,-2 6 0,-8 1 0,-4 5 0,-7 3 0,-4 8 0,-11 0 0,-12 0 0,-12 0 0,-5 2 0,-6 4 0,4 3 0,-4 9 0,-2 1 0,2 4 0,0-4 0,6 4 0,2 2 0,3-3 0,-1 1 0,7-5 0,2-1 0,2 0 0,2 0 0,0-7 0,0 5 0,2-13 0,4 4 0,4-12 0,7 2 0,0-7 0,0-1 0,0 1 0,1-1 0,-1 7 0,0-7 0,-6 8 0,1-1 0,1 3 0,3 2 0,-5 0 0,1 0 0,-9-2 0,3-4 0,-4 4 0,6-13 0,1 5 0</inkml:trace>
  <inkml:trace contextRef="#ctx0" brushRef="#br0" timeOffset="55">16589 10281 8912,'0'25'0,"2"2"0,4 0 0,-4 7 0,3 1 0,3 12 0,-2 11 0,5 12 0,-5 1 0,-2 7 0,-2 10 0,-10 4 0,3-44 0,-1 1 0,-4 1 0,-1 0-214,-12 41 0,-6-1 214,6-10 0,-8 6 0,3-11 0,-5-4 0,-1-20 0</inkml:trace>
  <inkml:trace contextRef="#ctx0" brushRef="#br0" timeOffset="56">14799 11640 8912,'-15'-2'0,"2"-2"0,1-2 0,1 1 0,-6 6 0,-1 5 0,7 11 0,-1 14 0,1 7 0,1 10 0,5 5 0,3 5 0,2 7 0,0-2 0,0 2 0,0-2 0,2-12 0,3-11 0,7-5 0,3-7 0,2-5 0,1-11 0,-1-6 0,0-5 0,6-10 0,0-8 0,8-8 0,-5-9 0</inkml:trace>
  <inkml:trace contextRef="#ctx0" brushRef="#br0" timeOffset="57">15058 11829 8912,'2'9'0,"1"-1"0,3 0 0,0 1 0,-6 8 0,0 1 0,0-1 0,0 8 0,0 3 0,0 5 0,0 1 0,0-1 0,0-5 0,0 5 0,0-5 0,2-3 0,3-2 0,-3-11 0,6-5 0</inkml:trace>
  <inkml:trace contextRef="#ctx0" brushRef="#br0" timeOffset="58">14937 11760 8912,'0'-11'0,"0"-1"0,0-1 0,0-2 0,0 3 0,0 1 0,0 5 0,0-6 0,8 9 0,3-3 0,5 4 0,1 2 0,8 0 0,1 0 0,9 0 0</inkml:trace>
  <inkml:trace contextRef="#ctx0" brushRef="#br0" timeOffset="59">15385 11863 8912,'-10'0'0,"2"8"0,8 1 0,0 9 0,0-1 0,-5-6 0,-1 1 0,2 1 0,2 2 0,2 3 0,0-9 0,0-1 0,2-10 0,4-4 0,-2-1 0,7-5 0,-7-3 0,2 3 0,1-3 0,1-2 0,0 0 0,-1-1 0,7 1 0,-7 6 0,5-1 0,3 9 0,-5-5 0,7 8 0,0 0 0,-6 0 0,1 0 0,-1 0 0,7 0 0,-1-2 0,0-4 0,0 4 0,0-3 0,1-3 0,-1 2 0,0-7 0,0 1 0,1-3 0,-7-2 0,0 0 0,-7 0 0,4-1 0,-8 1 0,0 8 0,0 3 0,0 12 0,0 5 0,0 12 0,2 4 0,4 7 0,-5 2 0,5 5 0,-4-5 0,-2 4 0,0 2 0,0-2 0,2-2 0,4-1 0,-4-9 0,3 1 0,3-8 0,-2 2 0,0-4 0,-6-10 0,0-9 0,0-9 0</inkml:trace>
  <inkml:trace contextRef="#ctx0" brushRef="#br0" timeOffset="60">15763 11691 8912,'10'0'0,"-3"0"0,1 0 0,2 0 0,7 0 0,0 0 0,0 0 0,0 0 0,1 0 0,-1 0 0,-6 0 0,1 0 0,-8 8 0,1 3 0,-3 5 0,-2 1 0,0 6 0,0 0 0,-7 5 0,-5-5 0,-3 6 0,0-6 0,1-2 0,3-2 0,-1-9 0,3-3 0,1-7 0,16-7 0,1-3 0</inkml:trace>
  <inkml:trace contextRef="#ctx0" brushRef="#br0" timeOffset="61">16021 11709 8912,'0'9'0,"0"6"0,2-7 0,4 3 0,-4 5 0,13-9 0,-3 5 0,3-5 0,2-7 0,-5 0 0,-1 0 0,-5-5 0,5-1 0,-5-7 0,5 1 0,-7 3 0,2-3 0,4 8 0,-7-9 0,9 7 0,-8 1 0,3 5 0,-5 0 0,4 0 0,-4 7 0,6 3 0,-7 1 0,5 1 0,-4-9 0,8 5 0,-5-8 0,7 0 0,-3-2 0,3-4 0,-6 3 0,5-9 0,-5 1 0,3-6 0,1-1 0,0 1 0,-5-6 0,7 0 0,-8-2 0,1 3 0,-1-5 0,2 0 0,-4-4 0,4 9 0,-5-9 0,-1 12 0,0-4 0,0 12 0,0 3 0,2 12 0,4 7 0,-4 3 0,4 14 0,-4-5 0,-2 6 0,0-1 0,0 7 0,5-1 0,1-1 0,-2-3 0,-2-1 0,-2-6 0,0 4 0,0-3 0,0-3 0,2-2 0,4-1 0,-5-9 0,7-1 0,-8-8 0</inkml:trace>
  <inkml:trace contextRef="#ctx0" brushRef="#br0" timeOffset="62">16297 11640 8912,'-12'0'0,"1"0"0,5 0 0,-6 0 0,9 0 0,-5 0 0,18-6 0,7 0 0,15-7 0,14 1 0,6-3 0,5-2 0,4 0 0,8-8 0,0-2 0</inkml:trace>
  <inkml:trace contextRef="#ctx0" brushRef="#br0" timeOffset="63">16985 11382 8912,'0'-12'0,"2"1"0,4-2 0,3 5 0,10 2 0,4 4 0,-4 2 0,4 0 0,4 0 0,2 0 0,-2 8 0,1 3 0,-7-1 0,2 1 0,-6 5 0,-5 5 0,1-2 0,-7 4 0,-2-2 0,-10 2 0,-5-4 0,-10 6 0,-4-2 0,-2-1 0,0 7 0,-2-6 0,-3 0 0,3-6 0,4-7 0,2-5 0,4-3 0,2-9 0,0-3 0</inkml:trace>
  <inkml:trace contextRef="#ctx0" brushRef="#br0" timeOffset="64">17467 11210 8912,'-17'0'0,"-1"0"0,1 0 0,0 0 0,0 2 0,-2 5 0,-2 11 0,-2 8 0,0 9 0,6 5 0,1-2 0,5 6 0,5-2 0,4-4 0,10-1 0,3-3 0,12-7 0,6-4 0,5-12 0,6-5 0,-1-6 0,7-6 0,-2-3 0,1-9 0,-3 1 0,-7 0 0,-1-8 0,1-2 0</inkml:trace>
  <inkml:trace contextRef="#ctx0" brushRef="#br0" timeOffset="65">17759 11296 8912,'0'-17'0,"0"0"0,0 7 0,0 12 0,0 13 0,0 8 0,0 4 0,0 1 0,0 5 0,0-2 0,0-3 0,0 1 0,0 3 0,0-3 0,0 3 0,0-5 0</inkml:trace>
  <inkml:trace contextRef="#ctx0" brushRef="#br0" timeOffset="66">15212 12379 8912,'-15'2'0,"2"2"0,1 2 0,8-1 0,-3-5 0,7-2 0,0-3 0,0 1 0,0-8 0,0 9 0,0-5 0,0 10 0,0 4 0,0 3 0,0 8 0,0 8 0,0 4 0,0 3 0,0 3 0,0-1 0,0 0 0,2 1 0,3-1 0,5-7 0,7-4 0,2-6 0,4-6 0,-4-5 0,4-12 0,2-5 0,-2-12 0,0-4 0,-6-7 0,-1-6 0,-5 0 0,-3-6 0,-8 6 0,-2 5 0,-4 7 0,-5 7 0,-12-2 0,2 6 0,-8 5 0,-2 6 0,-1 4 0,-1 10 0,5 4 0,-3 3 0,8 2 0,8 2 0,9 4 0,4-4 0,4 4 0,4-6 0,5-5 0,12-5 0,4 1 0,7 2 0</inkml:trace>
  <inkml:trace contextRef="#ctx0" brushRef="#br0" timeOffset="67">15574 12224 8912,'9'-7'0,"-3"-5"0,-4-3 0,-2-2 0,0 5 0,0 1 0,0 7 0,0 6 0,0 15 0,0 10 0,0 13 0,-6-2 0,1 8 0,-3 2 0,2 9 0,4-3 0,-3 3 0,3-4 0,2-1 0,0-6 0,0 0 0,0-14 0,0 3 0,2-13 0,3 1 0,-1-11 0,8-6 0,-1-12 0,6-4 0</inkml:trace>
  <inkml:trace contextRef="#ctx0" brushRef="#br0" timeOffset="68">15918 12276 8912,'-11'0'0,"-1"0"0,8 8 0,-1 3 0,-3 6 0,2 6 0,0 4 0,6 7 0,0 3 0,0 1 0,0 4 0,0 2 0,0-4 0,0 6 0,6-14 0,0 3 0,5-7 0,-5 1 0,2-4 0,-3-8 0,-3 0 0,6-7 0,0-10 0,1-10 0</inkml:trace>
  <inkml:trace contextRef="#ctx0" brushRef="#br0" timeOffset="69">15901 12345 8912,'-12'-2'0,"1"-4"0,7 4 0,-4-7 0,8 3 0,0 4 0,8-11 0,4 7 0,3-6 0,4 7 0,2 1 0,2 2 0,6 2 0,-6 0 0,-1 0 0,-4 0 0,-1 2 0,0 4 0,-2-3 0,-3 9 0,1 5 0,-7 6 0,-2 0 0,-2 2 0,-10-4 0,-3 7 0,-7 1 0,-5 5 0,4-1 0,-6-3 0,3-3 0,-1-2 0,0-2 0,5-6 0,7-7 0,-1-5 0,9-3 0,-5-9 0,8-3 0</inkml:trace>
  <inkml:trace contextRef="#ctx0" brushRef="#br0" timeOffset="70">16572 12173 8912,'-2'-10'0,"-4"4"0,4 5 0,-7 1 0,3 0 0,4 1 0,-4 5 0,5 6 0,1 3 0,0 2 0,0-5 0,0-1 0,0 1 0,1 5 0,3 0 0,2 0 0,0 0 0,-6 0 0,0-5 0,0-1 0,0 1 0,0 5 0,0 0 0,0-5 0,0-1 0,0-7 0,0 6 0,0-5 0,0-3 0,7 6 0,-5-8 0,6 0 0,-8 0 0,0 0 0,0-8 0,2 6 0,4-3 0,-3 3 0,9 2 0,-6 0 0,5 0 0,1 0 0,5 0 0,0-6 0,0 0 0,6-5 0,0 5 0,0-7 0,-6 3 0,0-1 0,1-1 0,-7 1 0,1-7 0,-3 1 0,3 0 0,3 0 0,-13 0 0,4 0 0,-4-1 0,-2 1 0,0 8 0,0-7 0,0 14 0,0-5 0,0 9 0,0 3 0,0 5 0,0 9 0,0 2 0,0 2 0,0 9 0,0 3 0,1-1 0,5 6 0,-4 2 0,4-2 0,-4 1 0,-2-5 0,0 2 0,0 2 0,0-5 0,0-7 0,-2-7 0,-4 2 0,-3-6 0,-9-5 0,1 1 0,0-7 0,-6 0 0,0-6 0,-2 0 0,4 0 0,-2 0 0,2 0 0,2-6 0,2 0 0,0-7 0,-1 1 0,9-3 0,3-2 0,4-2 0,2-4 0,2 4 0,4-4 0,11-4 0,10 0 0</inkml:trace>
  <inkml:trace contextRef="#ctx0" brushRef="#br0" timeOffset="71">17983 10780 8912,'-6'-11'0,"-1"-1"0,-3-1 0,6 9 0,0 10 0,8 15 0,12 25 0,8 13 0,3 11 0,4 11 0,-15-33 0,0 3 0,1 4 0,-1 1 0,0 4 0,-2 2 0,2 3 0,-3 2 0,-3 1 0,-1 1-81,1 3 0,-3 0 1,-1-3-1,-4-1 0,-4 2 1,-4-2-1,-1-5 0,-5-2 81,-2-5 0,-4-1 0,-5-3 0,-4-3 0,-3-5 0,-3-2 0,0 1 0,1 0 0,1 0 0,-1 0 0,-3-1 0,-1 0 0,4-1 0,1 0 0,1-2 0,1 0 0,-27 38 0,-3-1 0,28-38 0,-1-1 0,-35 26 0,33-26 0,-1 0 0,-34 26 0,1 4 0,-1 2 0</inkml:trace>
  <inkml:trace contextRef="#ctx0" brushRef="#br0" timeOffset="72">1170 13634 8912,'-9'-7'0,"-1"5"0,6-6 0,-1 0 0,-7 5 0,6-9 0,1 8 0,5-3 0,0 7 0,0 0 0,7 0 0,-3 0 0,8 0 0,-1 0 0,6 0 0,2 0 0,4 0 0,-2 0 0,8 0 0,0-2 0,5-4 0,0 2 0,1-7 0,-1-1 0,3-5 0,1 0 0,2 0 0,6 5 0,-6 1 0,8-1 0,-2-5 0,3 2 0,3 3 0,0-3 0,-1 4 0,1-5 0,0-1 0,5 0 0,0 0 0,1-1 0,-7 1 0,1-6 0,0 0 0,5-7 0,0 1 0,1 4 0,-9 4 0,-3 6 0,-6 4 0,-3 7 0,-10-4 0,-10 8 0,-10 0 0,-7 0 0,0 0 0,-7 0 0,5 0 0,-6 0 0,8 0 0,0 0 0,-7 8 0,5-6 0,-6 5 0,0-7 0,-1 0 0</inkml:trace>
  <inkml:trace contextRef="#ctx0" brushRef="#br0" timeOffset="73">2839 12757 8912,'-7'-17'0,"3"0"0,-8 0 0,9 7 0,-5 3 0,8 7 0,2 7 0,4 5 0,3 9 0,8 2 0,6 7 0,0-1 0,6 3 0,-6 3 0,0 5 0,-6 2 0,0 0 0,1 0 0,-9 6 0,-3-3 0,-6 13 0,-6 5 0,-11-2 0,-12 2-409,-11-8 0,-4 12 0,-8-6 0</inkml:trace>
  <inkml:trace contextRef="#ctx0" brushRef="#br0" timeOffset="74">723 12809 8912,'0'-12'0,"0"1"0,0-2 0,0 3 0,0-1 0,0-1 0,0-5 0,0 5 0,0 1 0,-2 7 0,-4-2 0,2 5 0,-7 1 0,-1 1 0,3 5 0,-12 4 0,4 7 0,-6 10 0,0 7 0,4 2 0,-4 10 0,3 0 0,3-2 0,8 4 0,3-8 0,4 0 0,2-6 0,8 1 0,3-1 0,6-9 0,6-8 0,4-7 0,8-10 0,-1 0 0,0 0 0,-1-8 0,-3-3 0,-3-5 0,-2-1 0,4 0 0,-6 0 0,-2-2 0,-10-4 0,4-4 0,-5-7 0</inkml:trace>
  <inkml:trace contextRef="#ctx0" brushRef="#br0" timeOffset="75">912 12568 8912,'-10'-7'0,"-3"-3"0,7-7 0,-7 7 0,11 10 0,-4 12 0,4 11 0,2 5 0,6 7 0,0 5 0,5 2 0,-3 4 0,0-6 0,-1-4 0,5 4 0,-6 0 0,1 0 0,-1-5 0,-4-8 0,4-5 0,-5-2 0,-1-3 0,8 0 0,-6-7 0,6-3 0,-8-7 0,0-7 0,0-7 0,0-7 0,2 0 0,1-6 0,3 1 0,-2-1 0,4 6 0,-3-2 0,7 4 0,-6 2 0,7-1 0,-3 1 0,7 8 0,0 3 0,-6 6 0,1 6 0,-3-2 0,3 7 0,1 0 0,-7 7 0,7 6 0,-3-4 0,5 3 0,-1-4 0,-3-2 0,1-8 0,5-1 0,0-8 0,0 0 0</inkml:trace>
  <inkml:trace contextRef="#ctx0" brushRef="#br0" timeOffset="76">1308 12775 8912,'-27'15'0,"4"-2"0,4-1 0,2 1 0,5 2 0,1 2 0,7 3 0,-2 2 0,4-2 0,2 3 0,6-4 0,0-2 0,7-6 0,-1 1 0,3-7 0,2 7 0,0-8 0,1 1 0,-1-3 0,0-4 0,0-3 0,-5-5 0,-1-7 0,-7 0 0,2 0 0,1-1 0,-1 1 0,0 0 0,-6 0 0,-2 0 0,-4-1 0,2 3 0,-7 4 0,-1-5 0,-5 7 0,6-6 0,-1 3 0,9 5 0,-5 7 0,16 0 0,1 0 0</inkml:trace>
  <inkml:trace contextRef="#ctx0" brushRef="#br0" timeOffset="77">1532 12740 8912,'-10'0'0,"-5"0"0,11 0 0,-8 0 0,9 2 0,-3 4 0,4-2 0,2 7 0,0 2 0,0 3 0,0 1 0,0 0 0,0-5 0,0-1 0,2-7 0,4 2 0,-3-5 0,9-1 0,-6 0 0,5 0 0,-7 0 0,9-7 0,-7-5 0,0 3 0,-6-3 0,6 1 0,-1-6 0,-1 0 0,-2 7 0,-4-3 0,-4 7 0,4 0 0,-5 4 0,7-4 0,0 5 0,0-15 0,0 7 0</inkml:trace>
  <inkml:trace contextRef="#ctx0" brushRef="#br0" timeOffset="78">1772 12568 8912,'0'-9'0,"-7"-7"0,-3 14 0,-7-5 0,0 7 0,7 0 0,-5 7 0,13 3 0,-4 7 0,4 0 0,2 1 0,0-1 0,8 2 0,4 4 0,-3-4 0,3 4 0,-7-4 0,7-2 0,-3 6 0,3 0 0,-3 0 0,-5-6 0,4 0 0,1 0 0,-5 1 0,4-1 0,-8 0 0,0-5 0,0-1 0,-2-7 0,-4 2 0,-3-5 0,-16-1 0,-2 0 0</inkml:trace>
  <inkml:trace contextRef="#ctx0" brushRef="#br0" timeOffset="79">2065 12568 8912,'0'-27'0,"0"3"0,0 6 0,0 7 0,0-1 0,0 9 0,8-5 0,1 8 0,8 0 0,1 0 0,-1-6 0,0 1 0,-2-3 0,-3 2 0,3 4 0,-5-13 0,-1 5 0,-3-7 0,-6 8 0,-6 3 0,-3 4 0,-14 2 0,0 2 0,2 2 0,2 2 0,3 13 0,5-2 0,-4 6 0,3 0 0,4-2 0,3 5 0,3-1 0,2-4 0,0 4 0,0-2 0,9 0 0,9-6 0,1-7 0,7-3 0,1-1 0,0 0 0,-6 0 0,4-14 0,-8-2 0</inkml:trace>
  <inkml:trace contextRef="#ctx0" brushRef="#br0" timeOffset="80">516 11433 8912,'-15'-22'0,"2"-1"0,3 2 0,2 1 0,5 3 0,-1 2 0,0 2 0,-2 1 0,0 8 0,6-1 0,0 10 0,8 7 0,4 11 0,3 3 0,2 9 0,0 5 0,0 0 0,-5 6 0,-1-4 0,1 0 0,-3 0 0,5 4 0,-8-6 0,-1 0 0,-5-6 0,0-1 0,0-4 0,0 3 0,0-13 0,0-2 0,0-11 0,0-12 0,0-11 0,0-11 0,0-5 0,0-1 0,2-1 0,4 1 0,-2 0 0,7-1 0,-1 8 0,1 4 0,5 4 0,-5 2 0,4 0 0,3 7 0,-1 5 0,0 3 0,0 2 0,6 7 0,0 5 0,0 3 0,-6 2 0,6 1 0,0-1 0,6 0 0,-6-2 0,0-1 0,2-3 0,-1-7 0,5 2 0,-4-4 0,-8-2 0,2-2 0,4-4 0,-9-4 0,3-7 0,-11 0 0,-1 0 0,3-2 0,-2-2 0,-4-2 0,-6 2 0,-8 2 0,-11 1 0,4 1 0,-4 0 0,-2 7 0,2 5 0,2 1 0,2-2 0,2 4 0,0-3 0,2 5 0,1 5 0,5 7 0,1 3 0,2-2 0,6 5 0,0-5 0,0 10 0,0-4 0,0-2 0,0-5 0,0-1 0,8 1 0,3 5 0,5-8 0,1-1 0,0-8 0,0 0 0,1 0 0,-7-6 0,0 0 0,1-7 0,5 0 0,-2-6 0,-3-4 0,1-2 0,-7 2 0,6 4 0,-7-4 0,9 4 0,-12 2 0,3-1 0,5 9 0,1 3 0,-3 4 0,5 4 0,-7 4 0,7 3 0,-3 7 0,5-3 0,-1-3 0,-3-3 0,-1 1 0,3-4 0,-1 1 0,1-1 0,2-2 0,2-2 0,1-2 0,-1-3 0,-8-5 0,-1-7 0,-8 0 0,0-1 0,-8 1 0,5 2 0,-9 4 0,8 1 0,-1 4 0,3 4 0,2-5 0,0 9 0,0 3 0,5-1 0,1 8 0,2-7 0,-2 7 0,-3-6 0,9 5 0,1 2 0,-5-5 0,7 7 0,-11-13 0,7 4 0,-7-4 0,12-2 0,-9-8 0,5-3 0,3-5 0,-5-8 0,7-3 0</inkml:trace>
  <inkml:trace contextRef="#ctx0" brushRef="#br0" timeOffset="81">1721 11296 8912,'9'8'0,"-1"-7"0,-8 7 0,0-8 0,0 0 0,8 0 0,-6 0 0,13 0 0,-6-2 0,9-4 0,-7 3 0,1-9 0,-1 3 0,6-3 0,1-3 0,-3 3 0,-4-3 0,-3-2 0,-8 0 0,0 7 0,-2 3 0,-4 7 0,-3 0 0,-8 0 0,-1 1 0,1 5 0,6 0 0,-1 9 0,1 4 0,1 0 0,2 2 0,8 0 0,0 2 0,0-2 0,10 4 0,7-2 0,2-2 0,10-9 0,5 1 0,7-7 0,6-1 0,-3-5 0</inkml:trace>
  <inkml:trace contextRef="#ctx0" brushRef="#br0" timeOffset="82">1411 11863 8912,'-2'-11'0,"-2"-1"0,-1-1 0,-1-2 0,0-3 0,0 1 0,3 0 0,1 6 0,2-1 0,0 8 0,0 4 0,0 14 0,2 7 0,3 7 0,-1 5 0,8 1 0,-7 1 0,5-1 0,-1 2 0,1 4 0,-6-3 0,4 3 0,-1-4 0,-5-1 0,6-1 0</inkml:trace>
  <inkml:trace contextRef="#ctx0" brushRef="#br0" timeOffset="83">1342 12087 8912,'-2'-17'0,"-1"-1"0,-3 1 0,0 0 0,6 0 0,2 7 0,4 5 0,9 1 0,8-2 0,6 4 0,-6-4 0,7 4 0,-3 2 0,2 0 0,-1 0 0,1-7 0,5-3 0</inkml:trace>
  <inkml:trace contextRef="#ctx0" brushRef="#br0" timeOffset="84">1738 11915 8912,'-8'11'0,"-3"1"0,3-1 0,3 6 0,-3 1 0,2-1 0,2 0 0,2 0 0,2 0 0,2-5 0,4-1 0,4-7 0,7 2 0,0-4 0,0-4 0,0-4 0,-5-3 0,-1-9 0,-7 5 0,2-4 0,-4 9 0,-2-9 0,-2 2 0,-4-1 0,-3 7 0,-16-6 0,-2 5 0</inkml:trace>
  <inkml:trace contextRef="#ctx0" brushRef="#br0" timeOffset="85">3287 17606 8912,'-23'-17'0,"2"-1"0,4 3 0,5 2 0,5 1 0,3-1 0,2-2 0,2-3 0,0 1 0,2 2 0,3 2 0,7 1 0,-3 6 0,3-3 0,3-1 0,6 1 0,0 5 0,8-4 0,2 3 0,1-1 0,3 0 0,-1 6 0,-2-6 0,-1 1 0,-4 1 0,-2 2 0,-2 2 0,-6 0 0,0 0 0,0 0 0,-7 0 0,-3 0 0,-22 0 0,-8 2 0,-7 4 0,-1 1 0,-3 5 0,3 3 0,-9-4 0,4 5 0,1 1 0,1 0 0,-1 0 0,7 0 0,-1 1 0,10-1 0,2 0 0,1 0 0,11 0 0,12-7 0,10-4 0,18-6 0,-1-6 0,12-11 0,0-12 0,4 2 0,1-1 0,-5-1 0,0-5 0,-6 5 0,6 0 0,-13 3 0,1-3 0,-17 4 0,1 8 0,-13 5 0,1 1 0,-14 7 0,-9 0 0,-12 8 0,-9 8 0,-6 9 0,-7 2 0,-3 7 0,-3-1 0,9 1 0,-4-1 0,4 3 0,-3-3 0,9 2 0,7-3 0,5-3 0,13-8 0,3 1 0,14-1 0,4-8 0,9-3 0,16-4 0,13-2 0,10-13 0,5-5 0,-3-8 0,3 3 0,-3-8 0,-3 3 0,1-5 0,-1-1 0,-8 1 0,-9 5 0,-7 3 0,-10 7 0,-8 1 0,-10 2 0,-17 4 0,-7 3 0,-11 8 0,-4 2 0,-6 4 0,-2 5 0,2 12 0,-3-4 0,3 4 0,-2 2 0,2-2 0,-2 7 0,8-1 0,2-2 0,9 1 0,4-1 0,8 2 0,8-4 0,3-8 0,4-6 0,4-1 0,4-3 0,5-3 0,4-2 0,3-2 0,6 0 0,5 0 0,4-7 0,1-5 0,6-9 0,0-2 0,-1-7 0,-11 1 0,5-4 0,-5-1 0,-5 7 0,-5 4 0,-3 4 0,-9 2 0,-10 9 0,-13 8 0,-2 18 0,-10 16 0,-2 6 0,-9 6 0,-4 4 0,-8-6 0</inkml:trace>
  <inkml:trace contextRef="#ctx0" brushRef="#br0" timeOffset="86">1824 17692 8912,'-17'-27'0,"0"6"0,-1 6 0,1 5 0,0 3 0,-2 3 0,-2 2 0,-2 2 0,-2 2 0,4 2 0,-2 3 0,2 3 0,2 3 0,2 8 0,0 2 0,-1-2 0,3 6 0,4 0 0,5 3 0,4 4 0,2-1 0,0 13 0,0-6 0,0 6 0,2 3 0,4 7 0,3-1 0,8 8 0,1-7 0,-1 1 0,-2-4 0,-2-1 0,-1 0 0,1-1 0,-5-7 0,-2-4 0,-4-3 0,-2-3 0,0-5 0,0-1 0,0-14 0,-16-7 0,-3-16 0</inkml:trace>
  <inkml:trace contextRef="#ctx0" brushRef="#br0" timeOffset="87">1514 18483 8912,'0'-12'0,"0"1"0,0-3 0,0-1 0,0-2 0,0 5 0,0 1 0,8 1 0,3-1 0,7-4 0,3 3 0,2-3 0,-2-2 0,4 0 0,-2-1 0,7 1 0,-3 0 0</inkml:trace>
  <inkml:trace contextRef="#ctx0" brushRef="#br0" timeOffset="88">1910 18190 8912,'0'-9'0,"0"-1"0,0 5 0,0 3 0,2-6 0,4 8 0,3 2 0,9 4 0,-5 1 0,4 5 0,-3 9 0,7-4 0,-6 2 0,-4 0 0,1-2 0,5 1 0,-5-1 0,-1 0 0,-7 0 0,2 0 0,3 0 0,-7 1 0,6-9 0,-8-3 0,0-12 0,0-9 0,0-8 0,0-6 0,0 6 0,0-5 0,0 3 0,2 0 0,3 0 0,5-3 0,7 5 0,0 0 0,1 7 0,-1 5 0,0-2 0,0 7 0,0 0 0,1 6 0,-1 0 0,-8 0 0,1 2 0,-4 4 0,-4-2 0,3 7 0,-3 1 0,-2 5 0,0 0 0,0 0 0,0 0 0,0 1 0,0-1 0,0 0 0,0 0 0,0 0 0,0-5 0,0-1 0,0 1 0,8-3 0,-4-1 0,7-8 0,-5-2 0,3-4 0,-1-5 0,-2-6 0,-6-6 0,0 4 0,0-4 0,0 4 0,0 1 0,0 1 0,0 0 0,0 0 0,0 7 0,0 3 0,2 5 0,3-4 0,-1 4 0,8-4 0,-1 4 0,6 2 0,1 0 0,-1 0 0,0 0 0,-7 0 0,5 0 0,-13 0 0,5 0 0,-7 2 0,2 2 0,4 2 0,-4 7 0,4-1 0,-4 3 0,-2 2 0,0 0 0,0 1 0,0-7 0,0 0 0,0 1 0,0 5 0,0 0 0,7 1 0,-5-7 0,4 0 0,-4-7 0,-2 4 0,0-10 0,0-4 0,0-3 0,0-8 0,0-1 0,0 1 0,0 0 0,0 0 0,0 0 0,0-1 0,0 1 0,0 0 0,0 5 0,0 1 0,6 5 0,-1-5 0,9 7 0,-5-4 0,1 1 0,-1 5 0,-3-4 0,-2 4 0,7 2 0,-7 8 0,12 1 0,-15 3 0,7-1 0,0 3 0,-6-7 0,5 9 0,-5-14 0,4 3 0,-4-3 0,6-4 0,-7-5 0,5-11 0,-4 1 0,4-6 0,1-2 0,-1 3 0,6-1 0,-7 5 0,9 1 0,-3 0 0,1 2 0,5 3 0,-4-1 0,10 7 0,-2 0 0,2 6 0,4 0 0,0 0 0,5 8 0,-3 4 0,9 3 0,2 2 0,1 8 0,-7 2 0</inkml:trace>
  <inkml:trace contextRef="#ctx0" brushRef="#br0" timeOffset="89">19962 4144 8912,'-8'9'0,"7"-1"0,-7-8 0,6 0 0,-4 0 0,4 0 0,-7 0 0,3 0 0,4 0 0,-6 0 0,1 0 0,5 0 0,-6 0 0,8 0 0,0 0 0,-7 0 0,5 0 0,-8 0 0,4 0 0,4 0 0,-7 0 0,3 0 0,4 7 0,-5-5 0,5 6 0,-4-8 0,4 0 0,-13 0 0,5 0 0</inkml:trace>
  <inkml:trace contextRef="#ctx0" brushRef="#br0" timeOffset="90">17346 4092 8912,'-17'17'0,"0"0"0,0 1 0,0-1 0,-1 0 0,1 0 0,2 0 0,3 1 0,5-9 0,7-1 0,0-8 0,0 0 0,2-6 0,3 0 0,5 1 0,5 3 0,-3-4 0,3 4 0,-7-8 0,3 5 0,4 1 0,-3-8 0,3 1 0,0-1 0,-3 1 0,3 0 0,-5-7 0,7 1 0,-6 6 0,1-1 0,-1-3 0,-1-6 0,5 0 0,-3-8 0,3 1 0,2-7 0,6-1 0,0-4 0,8 2 0,-3-8 0,-1 8 0,2-3 0,3 5 0,7 2 0,5 1 0,7 5 0,8-3 0,5 8 0,12-2 0,10 2 0,0 2 0,6-5 0,-4-1 0,-2 0 0,2-9-218,-42 14 1,0-2 0,1-1 0,1 0 217,4 0 0,-1-1 0,-2 0 0,-2 0 0,-1 1 0,0-1 0,-1-3 0,0 0-24,1 1 1,0-1-1,-3 1 1,1 1 0,3 3-1,0 2 1,0 1 0,0 2 23,1 0 0,1 1 0,2 3 0,0 2 0,1-3 0,-1 3 0,43 0-252,-8 1 1,2 8 251,-2 4 0,-36 3 0,3 2 0,7 0 0,0 1 0,-4 6 0,-1 1 0,1 2 0,-1 3 0,-3 1 0,-1 2 0,2 1 0,0 0 0,3 1 0,2 0 0,8 2 0,0 1 0,-7-1 0,-1 0-175,3-2 1,-2 0 0,-4 1 0,-3 1 174,-3-1 0,0-2 0,2 0 0,-1 0 0,-1 1 0,0 0 0,1-4 0,-1 0 0,0 2 0,0 0 0,-4-1 0,0 0 204,37 21 1,-6 6-205,-7-1 0,2 6 0,4 5 0,-36-26 0,2 1-169,5 4 1,0 3-1,-1 3 1,-1 3 168,6 6 0,-2 2 0,-6-3 0,-2 1 0,1 1 0,-1 1 0,-4-4 0,0-1 0,-1-1 0,-1 0 0,1 0 0,1 0 0,1-1 0,0-1 0,-2-4 0,-1-2 10,1 2 1,-1-1 0,-1-2 0,-1 0-11,20 31 0,-3 3 0,-9-8 0,-9-5 169,4-2 1,-13 2 0,3 1-1,-2-1-169,0 0 0,0-2 0,-6-5 0,1-1 166,-1 1 1,0-2-167,0-4 0,0 3 480,1-3 1,5-2-481,-1 2 0,1-2 0,-5 2 0,-1-4 253,0 0 0,0-6-253,0 4 0,1-6 0,-1-5 0,-2-4 0,-3-8 0,3 0 0,-4 1 0,-3-1 0,5 0 0,-7 0 0,8 0 0,-13-7 0,7 5 0,-6-13 0,4 4 0,-4 3 0,5-5 0,-7 8 0,2-7 0,4 7 0,-4-8 0,6 11 0,-8-4 0,5 5 0,1 1 0,0 6 0,-6 0 0,6 5 0,-1-5 0,1 2 0,-6-4 0,2 4 0,4 2 0,-4-6 0,3 2 0,-3-4 0,-2-2 0,2 0 0,4 0 0,-4 1 0,3-1 0,-3-6 0,-2 1 0,0 1 0,0 2 0,0 2 0,0-5 0,0-1 0,6-5 0,0 6 0,0-1 0,-6 6 0,0 0 0,0 1 0,0-1 0,0-6 0,0 1 0,0-1 0,0 6 0,0-5 0,0-1 0,0 1 0,0 5 0,0 0 0,0 0 0,0-7 0,0 5 0,0-11 0,0 7 0,0-7 0,0 12 0,0-13 0,0 9 0,0 1 0,0-3 0,0 1 0,0-5 0,0 5 0,0-5 0,0 6 0,0-1 0,2 6 0,1 1 0,3-1 0,0 8 0,-6 3 0,0 5 0,0 1 0,0 8 0,0 4 0,0 2 0,0-2 0,6 3 0,-1-3 0,1 2 0,-6-2 0,6-4 0,-1-8 0,-1-1 0,-2-5 0,0-3 0,4-8 0,-4 0 0,5-7 0,-7 0 0,0-5 0,0-3 0,2 6 0,4-8 0,-4 2 0,4 3 0,-4 7 0,-2-3 0,0 3 0,2-1 0,3 7 0,-3-1 0,6 2 0,-8 4 0,0-4 0,0 4 0,6 2 0,-1 0 0,-1-1 0,-2 1 0,4 0 0,0-2 0,-1-4 0,-5 4 0,2 2 0,4-2 0,-4 2 0,4-3 0,-5-2 0,-1 3 0,6 1 0,0-1 0,-2 0 0,-2 2 0,3 0 0,1 4 0,0-3 0,-6-3 0,2-2 0,4 8 0,-5-8 0,5 2 0,-4-4 0,-2-2 0,2-5 0,4-1 0,-4-5 0,3 5 0,-3-7 0,-2 4 0,2-8 0,4 0 0,-4 0 0,6 2 0,-8 3 0,0-3 0,1 12 0,5-9 0,-4 3 0,4-2 0,-4-2 0,-2 7 0,0-7 0,0 11 0,0-11 0,0 7 0,2 1 0,1 5 0,3 0 0,-2 0 0,-2 3 0,-2 2 0,0-1 0,0 8 0,2 0 0,4 5 0,-4-5 0,3-1 0,-3-1 0,-2 2 0,0 1 0,0-7 0,0 0 0,0 2 0,2-6 0,4 4 0,-4-4 0,3-2 0,-3 1 0,-2-1 0,6-6 0,0 1 0,-2 1 0,-2 2 0,3-3 0,1-1 0,0-5 0,-6 6 0,6-1 0,-1 6 0,1 0 0,-6 1 0,6 1 0,-1 4 0,7-2 0,-6 5 0,-3-1 0,-1-4 0,4 4 0,0-2 0,0 0 0,-6-6 0,0 0 0,0 0 0,0 1 0,0-9 0,0-1 0,0-8 0,0 0 0,0-8 0,0 6 0,0-5 0,0 7 0,0 0 0,0-8 0,0 6 0,0-6 0,0 8 0,-8 0 0,-2 0 0</inkml:trace>
  <inkml:trace contextRef="#ctx0" brushRef="#br0" timeOffset="91">24264 9387 8912,'-34'18'0,"7"-7"0,4-1 0,4-3 0,9-1 0,5 0 0,10 1 0,9 3 0,7 3 0,8 5 0,11 4 0,-2 7 0,8 11 0,0 2 0,5 6 0,1-2 0,0 2 0,-1-14 0,1-5 0,-2-10 0,-5-8 0,-3-3 0,-7-8 0,-8-15 0,-4-10 0,-4-12 0,-2-8 0,0-13 0,0-5 0,-5-4 0,-1-1 0,-7 5 0,2 0 0,-12-1 0,-3-4 0</inkml:trace>
  <inkml:trace contextRef="#ctx0" brushRef="#br0" timeOffset="92">12769 4230 8912,'-50'-6'0,"6"0"0,10 2 0,9 2 0,6 2 0,9 0 0,10 0 0,10-2 0,1-5 0,1-10 0,1-3 0,8-8 0,4-5 0,2-5 0,1-6 0,7-7 0,1-3 0,4-3 0,4 1 0,8-7 0,7 0 0,4-5 0,-29 32 0,1 1 0,2-2 0,1-1 0,-2 0 0,0-2-243,4-3 0,1 0 0,3 0 0,2 0 243,4 0 0,3 0 0,2 0 0,3 0 0,2 0 0,2 0 0,-1 0 0,-2 0 0,-2 0 0,-1 0 0,2 0 0,1-2 0,1 0 0,0-1 0,5 0 0,0 0 0,7-6 0,0 1 0,-9 7 0,0 2 0,0-3 0,0 0 0,-2 4 0,1 2 0,-1 2 0,2 1 0,4 0 0,2 2 0,2-1 0,1 1 0,-6 3 0,-2 1 0,-4 1 0,0 0 0,2 3 0,1 1 0,3 0 0,2 2 0,1 1 0,1 0 0,2 1 0,0 0 0,-3 1 0,-1 0 0,-2 2 0,0 2 0,6-2 0,2-1-329,2-1 0,2 0 0,2 2 0,1 0 329,-1-2 0,1 0 0,0 1 0,2 1 0,3 1 0,0 0 0,-1 1 0,-2 0 0,-2 1 0,-1 1 0,-3 3 0,1 1 0,2 2 0,-1 3 0,-8 0 0,1 2 0,6 2 0,-1 2 0,-8-1 0,0 0-229,-4 0 1,1 0 0,6 2 0,0 2 228,2-2 0,1 1 0,3 3 0,-1 0 0,-4-2 0,-1-1 0,2 1 0,1 0 0,3 0 0,1 0 0,7 2 0,2-1 0,3-2 0,2 0 0,0 0 0,1 0-324,-2-3 1,0 0-1,1 0 1,1 2 323,3 0 0,1 1 0,-31 1 0,-1 2 0,0 0 0,26 4 0,-1 3 0,1 4 0,-2 4-94,-6-2 1,-2 2-1,0 5 1,-1 3 93,-3 1 0,-1 3 0,5 6 0,0 3 0,-1 0 0,-3 3 0,-4 1 0,-3 2 0,-4 1 0,-2 1 0,1 2 0,0 0 0,3 1 0,0 2 0,2 5 0,-1 1 0,3 4 0,-2 2 0,-24-21 0,0 2 0,-2 1-51,0 0 0,-2 1 0,1 0 0,4 1 1,0 0-1,2 0 51,2 0 0,3 1 0,-2-1 0,0 2 0,0-1 0,-2 0 0,-3-2 0,0 0 0,-1-1 0,2 1 0,-1-1 0,1-1 0,20 16 0,-1-2 0,0 5 0,0 0 0,1-1 0,-2 2 0,-5 0 0,-4 1-59,-4 0 0,-2 0 0,-1-2 0,1 0 59,-3-7 0,-1 0 0,2 3 0,0 0 73,-1 0 0,-1 0 1,-1 2-1,-2 0-73,-4-5 0,-2 0 0,-3-1 0,-1-1 96,-3-6 1,-1-1-1,-2 1 1,0-1-97,2 1 0,1-1 0,-1 4 0,1-1 0,1 1 0,1-1 0,-2 0 0,-1-1 0,-2-1 0,-1 1 0,-4-1 0,-2 1 0,-1 1 0,-2 1 0,0 3 0,-1 1 0,-1 1 0,0 0 0,-3-1 0,-1-2 0,-1-5 0,-1 0 0,-1 0 0,-1 1 0,0 1 0,-1 1 0,-3-4 0,0 1 0,-1-1 0,-1-1 0,3 36 608,0-15 1,-1-6-609,-5-14 0,0 3 621,0-14 0,0 6-621,0-6 0,0 6 0,0-4 0,0 0 619,0 0 0,0 7-619,0 3 0,-5 1 0,-1 10 0,-7 1 0,1 4 0,-3-5 0,-2 0 0,1-5 0,5 5 0,-5-4 0,5-2 0,-4 1 0,-1-14 0,3-1 455,2-2 1,1-1-456,-1-6 0,-3 4 61,8-9 1,-5 5-62,5 6 0,0-1 0,6 6 0,-5 1 0,-1 6 0,-2 0 0,3-1 0,1 3 0,-8 3 0,7-2 0,-7 8 0,1-2 0,-7 2 0,-5 2 0,1-7 0,4 1 0,7-2 0,-1-3 0,-3 3 0,2-3 0,1-3 0,8-1 0,-1-4 0,3-2 0,2-4 0,0-4 0,0 4 0,0-4 0,0-1 0,-2 1 0,-2 4 0,-2 4 0,2 0 0,1 6 0,-3-4 0,4-2 0,-4 1 0,-1-1 0,1 2 0,-2-4 0,2-7 0,5-9 0,-5-3 0,4-4 0,2-11 0,0-8 0,0-8 0,0-1 0,0-6 0,0 13 0,0-6 0,0 8 0,0 0 0,2-6 0,2-1 0,1-3 0,1-1 0,-6-7 0</inkml:trace>
  <inkml:trace contextRef="#ctx0" brushRef="#br0" timeOffset="93">25159 10247 8912,'-11'0'0,"1"2"0,2 4 0,3-2 0,5 7 0,0 2 0,0 3 0,2 16 0,3 10 0,7 10 0,3 5 0,2 8 0,0-2 0,3 2 0,3-2 0,-2-6 0,5-13 0,-1-9 0,-4-10 0,6-14 0,2-5 0,3-14 0,3-9 0,1-17 0,2-18 0,2-11 0,-1-10 0,3-3 0,-2-4 0,0 3-131,-6 8 1,-1 8 130,-4 4 0,-5 4 0,-4 9 0,-1 3 0,-2 5 0,-4 2 0</inkml:trace>
  <inkml:trace contextRef="#ctx0" brushRef="#br0" timeOffset="94">9637 4866 8912,'-14'-29'0,"-3"2"0,0 2 0,4 4 0,7 2 0,4 2 0,10-2 0,3-4 0,6-6 0,6-3 0,4-4 0,7-4 0,3-6 0,3-4 0,12-9 0,13-8 0,-30 29 0,0 0 0,2-4 0,1-2 0,4-8 0,0-2-120,1 1 0,0-2 1,1-4-1,0-1 1,4-3-1,2 0 0,0-1 1,1 0 119,2 2 0,1 0 0,2-1 0,1 2 0,2 5 0,0 1-973,-1-1 1,-1-1 972,-1 4 0,-1-1 0,0-3 0,1 0 0,1 3 0,3 3 0,1 0 0,2 2 0,2 1 0,2 1 0,-1-3 0,0 0-267,-3 2 0,0-1 0,4-1 0,0 1 267,-5-1 0,2 2 0,5 3 0,1 2 0,2 2 0,0 2 0,-3 2 0,0 0 0,-3-3 0,-1-1 0,5 1 0,0 0 0,4-3 0,1 0 0,1 0 0,1 0 0,0 0 0,1 0 0,4 3 0,0 0-230,4-1 0,1 2 0,-27 13 1,0 0-1,1 1 230,0 0 0,1 0 0,-1 1 0,29-11 0,0 3 0,-7 6 0,0 2 0,4 1 0,2 2 0,0 3 0,2 2 0,-2 2 0,-1 3-112,-4 4 0,-1 3 0,2-1 0,0 2 112,-1 3 0,-2 0 0,-4 0 0,-1 0 144,-2 0 1,-1 0 0,5 3 0,1 2-145,-3 0 0,1 1 0,2 2 0,-1 1 0,-10 2 0,-1 1 0,1-2 0,0 1 0,-2 2 0,0 1 0,5-1 0,1-1 0,3-1 0,-1-1 0,-2 0 0,-1-1 0,-6 0 0,0-1 0,7-2 0,2 0 0,5 0 0,0-1 0,-3-2 0,-1 0 0,-1 3 0,-1-1 0,-1-2 0,0 0 0,1 2 0,1 1 0,0 0 0,1 0 0,4 2 0,0 1 0,-3 0 0,-3-1 0,-6 0 0,0 1 0,5 3 0,1 1 0,1 1 0,0 1 0,3 1 0,0 2 0,0 2 0,-1 0 0,-1 2 0,-1 0 0,3 4 0,-1 0 0,-1 0 0,-1 1 0,5 2 0,1 0 0,-4-2 0,1 1 0,2 4 0,0-1 0,-3-3 0,-1 0 0,7 0 0,-1 1 0,-5-2 0,-1-1 0,-4 0 0,-1 0 0,3 3 0,1 1 0,3 2 0,-1-1 0,-7-1 0,0 0 0,-1-2 0,-1 1 0,-4 1 0,-1 1 0,-3 0 0,0 1 0,4 1 0,0 1 0,0 0 0,0 1 0,-1-1 0,-1 0 0,-2 0 0,-2 1 0,-6 3 0,-1 1 0,1 1 0,0 0 0,3 0 0,1 0 0,1 3 0,0 0 0,-1-2 0,-1 2 0,0 5 0,-1 1 0,-2 0 0,-1 2 0,-2 3 0,0 1 0,6-2 0,1 1 0,1 3 0,1 0 0,0-5 0,2-2 0,2 1 0,0 1 0,-3-2 0,-1 1 0,-3 0 0,-1-1 0,0-1 0,1-2 0,2-1 0,1-1 0,-5-4 0,1-1 68,3-3 0,0 0 0,-3 2 0,-2 1-68,-3-1 0,-1 2 0,-4 1 0,-2 2 0,-4 2 0,-1-1 0,-2-3 0,1-1 195,-2 2 1,0 0 0,1-3-1,1 0-195,2 0 0,-1 0 0,-4 1 0,-1 0 0,1-3 0,-1-1 0,23 37 0,-11 3 0,-6 1 0,-3 8 0,-7 6 0,1-1 0,-6 1 0,6-6 0,-6 8 0,-9-46 0,0 1 0,1 5 0,-1 1 0,3 2 0,0 0 0,0-4 0,-1 0 0,-2-2 0,1 1 0,2 0 0,0 1 0,0 1 0,1 1 0,-1-1 0,2 1 0,3-4 0,2-1 0,-1 0 0,0-1 0,-2 0 0,2 0 0,1-1 0,-1 1 0,-2 2 0,-1 1 0,-3 0 0,0-1 0,-2 1 0,-1-1 0,-3-2 0,1 0 0,0-1 0,0-1 0,0 1 0,-3 0 0,7 47 0,-3-1 0,-4-43 0,-1 1 0,-2-2 0,-2 0 0,-1 4 0,0 0 0,-2-2 0,0 0 0,-1 45 0,0-47 0,2-1 0,3 43 0,-4-43 0,0 1 0,2 0 0,0 0 0,-2 2 0,0 1 141,-1 1 1,0 1-1,1 2 1,0 0-1,0-2 1,2-1-142,-1 0 0,1-1 0,0-4 0,0 0 0,0 1 0,0 1 0,-1-2 0,1-1 0,3 2 0,0 0 0,-2-1 0,0-1 0,3 42 0,1-8 0,3 0 0,-5-7 0,0 11 0,-6-6 0,0 0 0,0-11 0,0 0 0,0-1 0,-2 5 0,-4-4 0,2-6 548,-7-17 1,1 1-549,-1-7 0,-3 4 465,9-9 1,-1-5-466,6-12 0,0-7 332,0 1 1,2-7-333,4 7 0,1-7 196,5 7 0,3-6-196,-3 5 0,-3 1 0,1 5 0,-3 0 0,-1-6 0,-6 1 0,0-1 0,0 7 0,0-1 0,0-6 0,0 1 0,0-9 0,0 5 0,0-8 0,0 0 0,0 8 0,0-4 0,0 7 0,0-5 0,0 5 0,0-7 0,0 11 0,0-13 0,0 8 0,0-4 0,0-5 0,0 7 0,0-8 0,0-15 0,0-4 0</inkml:trace>
  <inkml:trace contextRef="#ctx0" brushRef="#br0" timeOffset="95">25555 11176 8912,'-17'0'0,"7"9"0,6 6 0,8 8 0,8 4 0,5 7 0,6 8 0,4 0 0,-1 1 0,7-3 0,-5-6 0,-1-5 0,2-1 0,-8-9 0,2-1 0,-4-9 0,-2-9 0,0 0 0,1 0 0,-1-7 0,0-5 0,0-13 0,0-9 0,1-10 0,-1-6 0,2-1 0,4-1 0,-4 2 0,4 5 0,-4 4 0,-2 5 0,1 9 0,-1 4 0,0 12 0,0 5 0,-7-3 0,-3-1 0</inkml:trace>
  <inkml:trace contextRef="#ctx0" brushRef="#br0" timeOffset="96">19876 7874 8912,'-17'0'0,"2"-1"0,1-3 0,5-4 0,1-1 0,4-5 0,2 5 0,4-1 0,2 1 0,2-1 0,5-2 0,-3-5 0,1 0 0,5 0 0,1 0 0,2-2 0,0-2 0,1-2 0,7-2 0,5 2 0,8-6 0,8-3 0,12-3 0,5 1 0,11-8 0,8-4 0,-37 21 0,0-1 0,4-3 0,0 0 0,-1 2 0,-1-1-58,2-3 0,0-1 0,4 0 0,1 1 1,6-4-1,1 1 0,1 1 0,2 1 58,-2 3 0,0 1 0,-1-1 0,-2 2-222,-4 6 0,-1 2 0,3 2 0,1 2 222,4 2 0,2 3 0,6 0 0,0 1 0,2 0 0,-1 1 0,1 2 0,-2 2 0,-7 1 0,0 0 0,6-1 0,2 1-288,6 0 0,1 0 1,0-3-1,0-2 288,0 3 0,-1-1 0,4-4 0,-1-3 0,-6 0 0,1-1 0,6-1 0,0 0 0,4-2 0,1-1 0,0 1 0,0-2 0,0-3 0,0-2 0,0 0 0,0 1-309,0 2 1,0 1 0,-3-3 0,0-1 308,0 0 0,1 2 0,1 0 0,0 2 0,1-1 0,0 2 0,-1 1 0,-2 1 0,-5 2 0,-1 2 0,3-1 0,1 3 0,-1 1 0,0 3 0,2 1 0,-1 2 0,-5 1 0,-1 0 0,-3 3 0,-1 0-134,1 2 1,0 2-1,-1 3 1,1 1 133,3 3 0,-1 1 0,-1 3 0,-2 1 0,-5-2 0,0 0 0,1 2 0,1-1 0,-2-1 0,0 1 0,1 1 0,0 0 43,-1-1 0,0-1 1,-2-2-1,-2 1 0,-3-1 1,-1 0-1,-1 1 0,-1-1-43,-1 2 0,1 1 0,1 1 0,0 2 0,-2 1 0,-1 2 0,-2 3 0,-2 2 95,-4 1 1,-1 3-1,0 6 1,-2 1-96,0 0 0,0 1 0,3 3 0,0 2 0,0 2 0,0 1 0,-1-2 0,0 0 0,-4 2 0,-2 0 0,-3-2 0,-1 0 0,-3-1 0,-1 0 0,-2 0 0,-1 2 0,4 0 0,-1 1 0,1 1 0,0 0 0,2 2 0,2-1 0,0-1 0,1-2 0,0-1 0,1 0 0,-1 0 0,0 0 0,-2 1 0,-1 1 0,-3 2 0,-1 0 0,0 3 0,-2 1 0,-5-3 0,-1 0 0,-2-1 0,-1 1 0,-3 0 0,0-1 0,-1 0 0,-1 0 0,0 4 0,1 1 0,1-4 0,2-1 0,-2 5 0,0-1 0,0-3 0,-1 0 0,-1 1 0,-1-1 315,-1 0 1,1 0-1,10 42-315,-6-10 0,-2-5 0,-3-7 0,1 0 0,-7-1 0,5-1 525,-5-4 0,2-4-525,-3-7 0,3-6 172,3 0 1,-1 0-173,-4 5 0,-4 1 188,3-1 0,-5 1 0,-5 1 0,-5 3-188,0 1 0,-5-1 207,4-11 1,3 7-208,2 0 0,-1-9 0,1 5 0,2-6 16,2-2 1,-4-5-17,1-7 0,-3-5 0,2 6 0,4-8 0,-3 2 0,1-10 0,-2-1 0,4-7 0,-3 7 0,3-8 0,2 11 0,0-5 0,0 7 0,0 0 0,2 0 0,1 0 0,3 1 0,0 1 0,-6 4 0,0-4 0,0 4 0,0 3 0,0 3 0,0-2 0,0 1 0,0-5 0,0 6 0,0 0 0,0 5 0,6-5 0,-1-1 0,3 1 0,-2 5 0,-3 1 0,9-1 0,-1 1 0,7-1 0,-3 0 0,-2-1 0,-3-3 0,-2-1 0,3-2 0,-5 1 0,1-3 0,-1-8 0,-4 1 0,4-1 0,1 2 0,-1 4 0,6-2 0,-5 6 0,3-1 0,3 1 0,-3 4 0,1 9 0,-1-4 0,1 4 0,-1-3 0,-4-3 0,-5-5 0,5-1 0,-4-7 0,-2 2 0,0-9 0,0-3 0,0 2 0,0-3 0,0 1 0,0-7 0,0 4 0,0-8 0,0 2 0,0 3 0,0-1 0,0 8 0,2 1 0,2 10 0,4 4 0,1 0 0,-3 11 0,5-4 0,-1 10 0,1-4 0,3 0 0,-9-5 0,3-3 0,-2-3 0,-4 1 0,3-7 0,-3-5 0,-2-7 0,0-7 0,0 2 0,0-12 0,0 4 0,0-15 0,0-1 0,-5-6 0,-1-11 0,0-9 0,6-7 0,0-10 0,-7-6 0,-3-2 0</inkml:trace>
  <inkml:trace contextRef="#ctx0" brushRef="#br0" timeOffset="97">29668 12310 8912,'-10'0'0,"3"2"0,7 4 0,1-2 0,5 7 0,6 3 0,3 1 0,2 2 0,2 0 0,4 0 0,-2 1 0,8-1 0,-2 0 0,1 0 0,3-1 0,-8-5 0,6 2 0,-6-7 0,-2 0 0,-2 1 0,4-5 0,0 4 0,0-4 0,-6-2 0,2 0 0,4 0 0,-6 2 0,2 2 0,-5 1 0,-3 1 0,6-6 0,-7 0 0,-3 0 0,-7 0 0,8-15 0,2-4 0</inkml:trace>
  <inkml:trace contextRef="#ctx0" brushRef="#br0" timeOffset="98">30356 11932 8912,'-2'-10'0,"-4"5"0,5 3 0,-7 4 0,8 3 0,-2 11 0,-4 11 0,4 1 0,-11 22 0,5-2 0,-1 7 0,-5 8 0,-1-2 0,-2 2 0,-6-2 0,0 2 0,0-3 0,6-9 0,5-3 0,1-8 0,-1-7 0,-5-16 0,0 0 0</inkml:trace>
  <inkml:trace contextRef="#ctx0" brushRef="#br0" timeOffset="99">16968 7926 8912,'-44'6'0,"6"0"0,7-3 0,8-1 0,4-2 0,9-2 0,5-3 0,10 1 0,7-8 0,3-1 0,2-2 0,6-3 0,0 1 0,8 0 0,-3 0 0,5-2 0,1-4 0,3 2 0,3-8 0,6-1 0,11-10 0,8-6 0,8-4 0,-32 18 0,2-1 0,2-1 0,2-1 0,5-8 0,1-2 0,0-1 0,1-1 0,5-5 0,2-1-408,9-4 0,0-1 1,-4 2-1,0 1 408,6 1 0,-1-1 0,-6 3 0,-2-1 0,0 1 0,1 1 0,4-1 0,3 1 0,3-1 0,1 1 0,-2 2 0,0 2 0,1 1 0,1 1 0,-4 4 0,1 1 0,0 3 0,0 0-152,2 1 1,1 1 0,2 1 0,1-1 0,-2 2-1,1 0 152,-4 1 0,1 1 0,0-3 0,1 1 0,8 1 0,0 1 0,-3-3 0,1 1-315,5-2 0,0 1 0,-5 0 0,1 1 315,1 1 0,0 1 0,-1 1 0,0 1 0,1 2 0,1 2 0,0 0 0,0 1 0,0 0 0,0 2 0,4 0 0,0 2 0,-2-1 0,0 0 0,2-1 0,0-2 0,-2-4 0,0-1 0,-24 8 0,0 1 0,2-1-198,2-1 0,2-1 0,-2 0 0,-3 0 0,-2 0 0,1 0 198,-1 0 0,0 0 0,0 0 0,28-11 0,0 1 0,3 0 0,0 1 0,-3 2 0,0 1 0,-2 2 0,0 1 0,1-2 0,1 2 0,0 5 0,0 2 0,1-1 0,0 0 0,-1 2 0,0 1 0,3 3 0,1 0 0,2-1 0,0 1 0,-31 8 0,2 3 0,-1-1 0,29-3 0,1 2 0,2 3 0,1 1 0,-1-1 0,-1 4 0,-2 3 0,-1 3 0,-6 0 0,-1 1 0,0 5 0,0 1 0,-2-1 0,0 0 0,-2 2 0,0 1 11,-1 0 1,-1 0 0,1 3 0,0 0-12,3 0 0,-1 0 0,-3 4 0,-2 0 0,-8-1 0,-2 0 0,4 2 0,1 0 0,2 1 0,0 1 0,-1 0 0,1 0-34,-3-2 1,-1 1 0,1 2 0,0 0 33,-6-5 0,0 0 0,4 1 0,1 1 0,1 0 0,-1 2 0,0 2 0,-2 1 0,-5 1 0,-2 1 0,-2 1 0,-1 3 0,-6 1 0,-1 2 0,1 3 0,-1 2 82,0 3 1,-1 2-1,2 3 1,-2 1-83,-8-2 0,0 1 0,-2-3 0,0-1 185,-6-7 1,-1-1 0,1 2 0,0 2-186,2-1 0,1 0 0,3 2 0,2 1 0,3 3 0,0 0 0,-2-3 0,0-1 0,-2-1 0,-2 0 0,-1 2 0,-1 0 0,-3-1 0,-2 2 0,-1 5 0,-2 1 0,-1-2 0,-1 1 0,0 5 0,-1 1 0,2-1 0,0 0 0,-2 0 0,1 1 0,4 2 0,1 0 0,1 4 0,-1 0 0,1 3 0,-1 0 0,3 2 0,-1 1 0,-6 2 0,-1 0 0,1-2 0,0 1 31,-3 3 1,-1 1-1,-2-2 1,-2 1-32,0 1 0,-2-1 0,-3-5 0,-3 0 0,-1-6 0,-1 0 0,-1 1 0,-1 0 0,-1 0 0,-1 0 0,0-1 0,-2 0 99,-2-2 0,0 0 1,-2-2-1,-1-1-99,0-6 0,0-1 0,3 0 0,0 1 0,0-1 0,0 1 0,0 1 0,0 1 0,-3-2 0,0-1 0,0 2 0,0-1 190,0 40 0,0 0 0,0-3 0,0 7-190,0-45 0,0 1 0,-3 2 0,-2-1 0,0-1 0,-1-1 0,-2 4 0,-2-1 24,-1 1 0,-1-1 0,0 2 0,0-1-24,-3-6 0,1-1 0,0 1 0,1-2 0,-8 27 0,-2 1 464,2 1 1,2-7-465,2 0 0,0-2 0,-1-10 0,1 0 339,0-5 0,2-1-339,3 1 0,-3-1 0,5 1 32,1 0 0,-7-6 0,7-3-32,-1-1 0,-5-7 309,4-6 1,1-1-310,-2 7 0,7-1 74,-7 0 1,7-5 0,-5 2 0,0 3-75,1 4 0,3 4 0,-5-2 0,-1-2 0,-5 8 0,6-6 0,-1 6 0,2-7 0,-3 1 0,4-4 0,1-2 0,4 1 0,-6-1 0,7 0 0,-9 1 0,6 5 0,-5 0 0,0 10 0,-7-1 0,3 7 0,4-1 0,-3 6 0,8 2 0,1 10 0,5 1 0,0-5 0,0-6 0,-6-13 0,-2 2 0,1-5 0,-1-3 0,-3 4 0,5-8 0,-6 0 0,7-5 0,-3-1 0,2 0 0,4-1 0,-3-3 0,3-1 0,2 2 0,-6 1 0,0 3 0,-1-3 0,1-3 0,4-3 0,-4-3 0,4-2 0,2 8 0,0-8 0,0 4 0,-2-2 0,-3 0 0,1 5 0,-8-5 0,8 2 0,-1-2 0,1-4 0,-2 4 0,4-4 0,-3-2 0,3 1 0,-6-1 0,6-8 0,-6-1 0,8-8 0,0 0 0,0-8 0,0 6 0,0-7 0,0 3 0,0 4 0,0-13 0,0 3 0,-7-10 0,-3-5 0</inkml:trace>
  <inkml:trace contextRef="#ctx0" brushRef="#br0" timeOffset="100">29840 14270 8912,'-17'0'0,"-1"0"0,9 2 0,3 4 0,12 4 0,5 7 0,5 0 0,1 0 0,-2 0 0,-1 2 0,-3 2 0,2 2 0,-5 6 0,0-4 0,-3 0 0,1-1 0,0-1 0,-6-5 0,6-1 0,-1 0 0,-1 0 0,6 0 0,-1-9 0,9-8 0,6-8 0,5-11 0,4-4 0,1-5 0,8-12 0,4-6 0,2-4 0,-2-2 0,11-7 0,-3-2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6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24694 4763 8912,'-34'-18'0,"2"3"0,1 2 0,2 1 0,10 12 0,2 4 0,9 15 0,6 12 0,4-1 0,4 10 0,9 2 0,10 0 0,2 2 0,4 4 0,3-6 0,6-2 0,-4-5 0,5-7 0,1 3 0,-2-8 0,0 0 0,-6-6 0,-1-2 0,-4-3 0,1-5 0,-7-7 0,-2-9 0,-9-8 0,3-16 0,-6-11 0</inkml:trace>
  <inkml:trace contextRef="#ctx0" brushRef="#br0" timeOffset="1">25193 4814 8912,'10'-17'0,"-4"0"0,-4 7 0,5-5 0,-5 13 0,6 2 0,-8 11 0,0 12 0,0 6 0,-8 3 0,-3 3 0,-3 5 0,3 0 0,-4 2 0,3-4 0,-3 4 0,-2 2 0,-6-6 0,0 3 0,0-5 0,6-2 0,-1 1 0</inkml:trace>
  <inkml:trace contextRef="#ctx0" brushRef="#br0" timeOffset="2">24935 5244 8912,'2'23'0,"4"0"0,-2 15 0,7 2 0,1 8 0,5 3 0,0 9 0,0 3 0,1-4 0,-1-2 0,-2-5 0,-3-6 0,3 1 0,-6-8 0,1-7 0,5-5 0,-13-25 0,6-4 0</inkml:trace>
  <inkml:trace contextRef="#ctx0" brushRef="#br0" timeOffset="3">25452 5227 8912,'-27'0'0,"4"-2"0,11-4 0,7 4 0,10-4 0,7 3 0,13-3 0,7-6 0,7-3 0,12-2 0,-5 0 0,8 0 0,-10-1 0,1 1 0,1 0 0,-7 0 0,1 0 0,-12-1 0,-10-6 0,-11-3 0</inkml:trace>
  <inkml:trace contextRef="#ctx0" brushRef="#br0" timeOffset="4">25607 5605 8912,'-8'10'0,"-4"-5"0,5 5 0,-1-8 0,29-8 0,10-13 0,9-6 0,-2 2 0,2-6 0,-3 7 0,-3-7 0,8 0 0,2-5 0</inkml:trace>
  <inkml:trace contextRef="#ctx0" brushRef="#br0" timeOffset="5">26966 4230 8912,'6'-23'0,"-1"-2"0,-1 0 0,-2 0 0,-2 4 0,0 2 0,-7 9 0,-5 5 0,-3 3 0,-2 2 0,-3 2 0,-2 3 0,-7 9 0,-4 7 0,-3 4 0,-2 7 0,-2 1 0,1 3 0,-3 4 0,2 0 0,-6-2 0,6 6 0,2 0 0,2 0 0,7-4 0,0 6 0,2-2 0,-1 2 0,9-4 0,7-8 0,8-7 0,-1-4 0,3 4 0,9-16 0,5 4 0,9-15 0,4 0 0,1 0 0,-3-7 0,6-5 0,-2-3 0,2-2 0,1 2 0,-7 3 0,0-1 0,-6 7 0,0 0 0,1 6 0,-3 2 0,-4 4 0,-1 5 0,-6 14 0,1 10 0,-1 9 0,-9 7 0,-7 6 0,-3-1 0,-2 7 0,-1-2 0,1 2 0,0-4 0,0-7 0,5-8 0,1-4 0,7-11 0,-2-6 0,4-12 0,2-3 0,0-8 0,0 0 0,8 0 0,-4 2 0,5 5 0,-1 10 0,4 2 0,-7 10 0,3 7 0,-2 10 0,-4 4 0,3 2 0,-1-1 0,2 1 0,-2-1 0,7 1 0,-5-10 0,5-8 0,-5-1 0,6-10 0,-1-8 0,6-9 0,0-4 0,1-2 0,-3-10 0,-4-7 0,5-16 0,1-18 0,10-10 0</inkml:trace>
  <inkml:trace contextRef="#ctx0" brushRef="#br0" timeOffset="6">27327 4591 8912,'12'-12'0,"-3"1"0,-1-3 0,-4-1 0,-2-2 0,-2 0 0,0-1 0,-2 1 0,-4 2 0,-5 3 0,-5-1 0,-1 7 0,0 3 0,0 1 0,0 11 0,-3 8 0,-1 10 0,-2 6 0,0 3 0,8 2 0,2 4 0,1 2 0,3-4 0,-3 6 0,5-13 0,7 1 0,0-4 0,0-3 0,0-2 0,0-8 0,7-7 0,5-4 0,5-6 0,6-6 0,-4-9 0,4-8 0,-4-6 0,-2 4 0,-1-2 0,-5-3 0,2 3 0,-7-2 0,6 8 0,-7-2 0,1 4 0,2 2 0,-6 8 0,5 1 0,-1 16 0,2 1 0,-1 3 0,1-1 0,5 1 0,-1 5 0,9-2 0,2-4 0,7-3 0,-1-8 0,-2 0 0,2 0 0,-1-2 0,7-4 0,-9-3 0,7-16 0,-6-2 0</inkml:trace>
  <inkml:trace contextRef="#ctx0" brushRef="#br0" timeOffset="7">27758 4453 8912,'-12'0'0,"1"0"0,-3 0 0,-1 0 0,5 8 0,-3 1 0,7 8 0,1 6 0,5 2 0,0 2 0,0 3 0,0 3 0,0 1 0,1-5 0,5 0 0,-4-3 0,4 3 0,-4-4 0,5-8 0,-5-7 0,6-5 0,-8-10 0,6-13 0,1-10 0,1-5 0,0-1 0,3-6 0,-5 0 0,7-6 0,-1 6 0,3 0 0,2 5 0,-5 3 0,-1 3 0,-1 4 0,1 8 0,4 8 0,-7 9 0,4 11 0,-5 14 0,-5 7 0,2 6 0,2 1 0,-1-3 0,-5-2 0,8-5 0,4 0 0,-3-8 0,3 2 0,-7-10 0,7-2 0,-6-7 0,5 2 0,-5-6 0,5-6 0,1-5 0,-3-4 0,7-8 0,-5 0 0,-1-8 0,1 2 0,-1-3 0,1-2 0,4 5 0,-3 0 0,-4 8 0,-3-2 0,3 4 0,-2 2 0,1 8 0,-1 3 0,-4 4 0,11 10 0,-7 3 0,0 6 0,1 6 0,-5 2 0,4 4 0,2 3 0,-3-3 0,7-4 0,-6-3 0,5-2 0,-5-3 0,7 0 0,-3 0 0,-1-7 0,-3-5 0,-12-10 0,-3-12 0,-8-10 0</inkml:trace>
  <inkml:trace contextRef="#ctx0" brushRef="#br0" timeOffset="8">28102 4144 8912,'-8'-16'0,"-1"3"0,-1 1 0,-5 1 0,13 1 0,-2 3 0,15 7 0,3 2 0,13 3 0,-1 5 0,1 0 0,2 12 0,5-2 0</inkml:trace>
  <inkml:trace contextRef="#ctx0" brushRef="#br0" timeOffset="9">28480 4419 8912,'-7'17'0,"-3"0"0,-1 0 0,-1 0 0,8 1 0,-1-1 0,5 0 0,5 0 0,-3 0 0,4 1 0,2 1 0,-3 4 0,1-4 0,-6 6 0,0-3 0,0 1 0,-2 0 0,-4-5 0,-3-7 0,-8 0 0,0-7 0,-1 2 0,7-4 0,-1-2 0,3-10 0,-3-7 0,5-10 0,7-13 0,9-4 0,8-7 0,3-1 0,8 1 0,1 1 0,3 4 0,-1 6 0,-2 4 0,-6 3 0,5 5 0,-5 5 0,6 11 0,-8 5 0,2 7 0,-4 9 0,-2 8 0,-5 8 0,-1 9 0,-7 1 0,2-1 0,-4 1 0,-2-1 0,0-5 0,0-1 0,0-7 0,0 2 0,0-4 0,0-1 0,0-9 0,0-1 0,0-24 0,7 3 0,5-16 0,3 7 0,2-7 0,6 6 0,0-6 0,6 8 0,-6-2 0,7 4 0,-1 2 0,-2 6 0,2 1 0,1 2 0,3 5 0,-5 1 0,1 2 0,0 0 0,5 0 0,-5 0 0,-1 0 0,-5 0 0,6 0 0,-8-6 0,2 0 0,-4-7 0,-2 1 0,-7-3 0,-2-2 0,-8 0 0,-2 1 0,-4 3 0,-5 4 0,-5 1 0,-1 2 0,0 6 0,-6 0 0,0 0 0,0 8 0,6 3 0,-2 5 0,-4 1 0,5 0 0,1 0 0,0 0 0,6 0 0,3 1 0,2-1 0,4-6 0,2 1 0,2-8 0,4 1 0,9-3 0,8-2 0,6-7 0,-6-5 0,0-3 0,-6-2 0,4-1 0,-4 1 0,4 2 0,-9 4 0,1-5 0,-1 5 0,-3 3 0,-3 2 0,-4 5 0,13 2 0,-3 5 0,-3-2 0,3 7 0,-7-5 0,7 6 0,-3-7 0,3 7 0,3-8 0,-3 1 0,-3-3 0,3-2 0,-1 0 0,6 0 0,-1-2 0,-3-3 0,-2-7 0,3-3 0,1-8 0,2 0 0,-5-8 0,-1 3 0,1-12 0,5-6 0,-7-6 0,-5-5 0,3-10 0,-2-7 0,-1-7 0,-5 7 0,-2 7 0,-3 10 0,-5 13 0,-7 9 0,0 16 0,0 15 0,-1 8 0,3 19 0,4 12 0,-3 16 0,8 1 0,1 11 0,5 0 0,0 9-135,0 3 1,0 3 134,0-9 0,0 2 0,0-14 0,0 4 0,0-9 0,5 7 0,1-13 0,8-8 0,-3-15 0,4-6 0,3-5 0,6-5 0,-12-7 0,3 0 0</inkml:trace>
  <inkml:trace contextRef="#ctx0" brushRef="#br0" timeOffset="10">30597 4212 8912,'-40'18'0,"-2"-1"0,0 2 0,0 4 0,2 3 0,5 9 0,3 5 0,3 0 0,6 14 0,11-3 0,7 5 0,3 3 0,2-4 0,0 8 0,-2-7 0,-4 1 0,-3-4 0,-16 7 0,-2 1 0</inkml:trace>
  <inkml:trace contextRef="#ctx0" brushRef="#br0" timeOffset="11">27964 6379 8912,'-17'0'0,"0"0"0,-1 0 0,1 0 0,8-2 0,5-2 0,10-4 0,11-1 0,8-3 0,11-7 0,4-2 0,6-2 0,2-5 0,-2 5 0,3 0 0,-3 7 0,2 5 0,-2 5 0,2 4 0,-8 2 0,-8 14 0,-9 3 0,-3 12 0,-3-1 0,-8 10 0,-3 4 0,-4 0 0,-2 1 0,-6-1 0,1-2 0,-9-4 0,3 4 0,-3-6 0,3-5 0,-3-4 0,9-8 0,-1-7 0,14-3 0,1-14 0,8-3 0</inkml:trace>
  <inkml:trace contextRef="#ctx0" brushRef="#br0" timeOffset="12">29169 6138 8912,'-23'-12'0,"-2"1"0,-2 0 0,-3-1 0,-3 3 0,-1 1 0,5 2 0,0 6 0,1 0 0,1 0 0,-4 8 0,8 5 0,2 8 0,2 8 0,2 3 0,0 3 0,7-1 0,4-1 0,4-3 0,2-1 0,0-8 0,0 2 0,8-12 0,4-5 0,3-4 0,2-2 0,6-2 0,0-4 0,0-7 0,2-8 0,-6 0 0,4-8 0,2 2 0,-2-1 0,0-3 0,-6 8 0,0 0 0,0 6 0,0 2 0,1 3 0,-1 5 0,-2 16 0,-3 9 0,-3 6 0,-3 11 0,2-1 0,3 0 0,4-7 0,-3-4 0,3-4 0,2-2 0,1-1 0,-1-5 0,0-3 0,8-16 0,2-1 0</inkml:trace>
  <inkml:trace contextRef="#ctx0" brushRef="#br0" timeOffset="13">29427 6052 8912,'-17'0'0,"-1"0"0,3 8 0,4 3 0,3 4 0,8 3 0,0 6 0,0 5 0,0-2 0,0 1 0,0 1 0,0 4 0,0-3 0,0-1 0,0-8 0,0 2 0,-2-4 0,-4-2 0,4 0 0,-7-7 0,3-4 0,4-6 0,-4-6 0,5-6 0,1-3 0,0-10 0,0-3 0,7-11 0,5-1 0,9-8 0,2 3 0,0 3 0,-6 1 0,0 13 0,0 5 0,0 0 0,1 6 0,-1 0 0,0 17 0,0 7 0,-5 14 0,-1 8 0,-7 3 0,2 3 0,-2-1 0,1 1 0,-3-3 0,4-3 0,2-5 0,-3-6 0,7-7 0,-4-1 0,1-3 0,4-3 0,-3-4 0,1-6 0,-5-5 0,6-12 0,-7 2 0,7-8 0,-3 1 0,3-7 0,3 1 0,-5 1 0,1 3 0,1 1 0,-7 8 0,7-2 0,-6 6 0,5 6 0,-7 3 0,4 10 0,-8 4 0,0 5 0,0 12 0,0 2 0,0 4 0,5 1 0,1-5 0,0 0 0,1 0 0,-5-2 0,4-6 0,2 0 0,-2 0 0,5-5 0,-5-1 0,7-7 0,-9 3 0,7-7 0,-7-7 0,4-3 0,-8-7 0</inkml:trace>
  <inkml:trace contextRef="#ctx0" brushRef="#br0" timeOffset="14">29737 5691 8912,'-35'0'0,"6"0"0,1 0 0,7-8 0,4 6 0,13-5 0,13 9 0,10 1 0,6 5 0,6 2 0,7 1 0,2 6 0,-7 1 0,7-1 0,-4 0 0</inkml:trace>
  <inkml:trace contextRef="#ctx0" brushRef="#br0" timeOffset="15">30167 5983 8912,'-17'0'0,"-1"8"0,3 1 0,4 9 0,3-1 0,8 0 0,-6 2 0,0 2 0,3 4 0,1 2 0,2-6 0,0 2 0,0-4 0,0-2 0,0 0 0,0 0 0,0-7 0,2-4 0,3-12 0,-1-6 0,8-11 0,-3-3 0,3-9 0,3-5 0,-3 0 0,1-6 0,-2 6 0,5 0 0,-5 6 0,-1 5 0,1 0 0,-5 8 0,5 0 0,3 8 0,-7 5 0,7 16 0,-8 3 0,-1 10 0,-5 2 0,0 8 0,0-2 0,0-5 0,0-1 0,0-4 0,0-1 0,0-1 0,0 0 0,0 0 0,0-7 0,0-3 0,8-20 0,3-4 0,5-2 0,1 0 0,0 1 0,0 1 0,1 0 0,4 7 0,1 5 0,2-3 0,-2 2 0,-4 1 0,4 5 0,-4 7 0,-1 5 0,-1-3 0,0 3 0,2-1 0,4-1 0,-4 3 0,4-7 0,2 0 0,-2-6 0,0-2 0,-6-4 0,0 0 0,1-11 0,-1 4 0,0-10 0,-2 2 0,-3-2 0,-5 2 0,-7-8 0,0 6 0,0-4 0,0 3 0,0 3 0,-7 9 0,-5 6 0,-3-1 0,-2 1 0,-2 8 0,-4 9 0,4 7 0,-4 5 0,3 1 0,5 5 0,2-4 0,1 0 0,9-6 0,-3 4 0,4-4 0,2-2 0,0-6 0,0 1 0,0-8 0,8 3 0,3-7 0,4-3 0,2-9 0,-5 1 0,-1-12 0,7 2 0,5-2 0,0 2 0,-6-8 0,-2 6 0,-2-4 0,-1 3 0,1 3 0,-3 3 0,1 7 0,-5-2 0,6 7 0,-7 0 0,7 6 0,-7 8 0,7 3 0,-6 5 0,5 1 0,-5 8 0,5 3 0,-5-3 0,6 0 0,1-2 0,2 0 0,2-6 0,1-6 0,-1-7 0,0 2 0,2-6 0,4-6 0,2-3 0,4-9 0,1-6 0,-7-5 0,8-9 0,-3-2 0,-3-10 0,-2-2 0,-4-3 0,-1-12 0,-1-7 0,0-9 0,-7 1 0,-5-9 0,-3 18 0,-2 10 0,-2 23 0,-3 11 0,-5 16 0,-7 7 0,0 21 0,-1 14 0,1 17 0,0 15 0,2 10 0,3 15 0,-1 0 0,7 0 0,0 1 0,6 1 0,0-2 0,0-7 0,8-12 0,3-4 0,5-12 0,1 6 0,0-16 0,0-1 0,-5-12 0,-1-10 0,-5-9 0,4-5 0,-1-10 0,1-11 0,1-15 0,6-12 0</inkml:trace>
  <inkml:trace contextRef="#ctx0" brushRef="#br0" timeOffset="16">31647 4023 8912,'2'-44'0,"5"4"0,11 6 0,8 5 0,16 12 0,10 11 0,3 27 0,14 14 0,-4 30 0,-26-24 0,-1 5 0,-1 9 0,-2 3-493,1 7 0,-3 4 0,-3 7 0,-4 3 493,-7 5 0,-4 4 0,-3 3 0,-5 3 0,-1 3 0,-6 1 0,-4-31 0,-4 1 0,-1-1 0,-7 29 0,-4-3 0,-5-5 0,-4-2 0,-4-4 0,-3-1 0,-2-6 0,-2-1 0,-5 1 0,-2-1 0,1-5 0,0-1 0,0-1 0,1-2 0,1-7 0,1-3-38,6-8 0,0-3 0,2-4 0,-1-1 38,-1-4 0,0-2 0,-40 27 0,3-15 0,-1-3 0</inkml:trace>
  <inkml:trace contextRef="#ctx0" brushRef="#br0" timeOffset="17">18276 11657 8912,'-18'-2'0,"1"-2"0,2-3 0,3-3 0,9 14 0,12 3 0,10 11 0,6 5 0,4 1 0,5-1 0,3 4 0,3 0 0,-4 3 0,2-5 0,-5 0 0,-5 0 0,1 5 0,6-1 0,-9-2 0,-3 0 0,-6-3 0,-5-3 0,3-1 0,-3-3 0,-5-8 0,9-9 0,-7-9 0</inkml:trace>
  <inkml:trace contextRef="#ctx0" brushRef="#br0" timeOffset="18">19170 11502 8912,'10'-17'0,"-2"6"0,-8-1 0,0 10 0,0 2 0,0 10 0,0 13 0,-8 11 0,-3 12 0,-5 4 0,-1 1 0,-6 1 0,0-1 0,-2 7 0,4-1 0,-2-4 0,2-5 0,2 0 0,2-8 0,-6-6 0,0-5 0,-2-16 0,2-1 0,-11-8 0,-10-4 0</inkml:trace>
  <inkml:trace contextRef="#ctx0" brushRef="#br0" timeOffset="19">18723 11966 8912,'0'25'0,"0"4"0,0 11 0,0 4 0,2 9 0,4 5 0,5 5 0,6 9 0,6 3 0,-2-1 0,6-7 0,0-4 0,0-5 0,-6-13 0,2-4 0,-4-13 0,-2-5 0,0-11 0,0-7 0,1-3 0,-1-2 0</inkml:trace>
  <inkml:trace contextRef="#ctx0" brushRef="#br0" timeOffset="20">19618 12035 8912,'-12'0'0,"1"0"0,7 0 0,-2 0 0,12 0 0,13-7 0,18-7 0,12-5 0,12-4 0,8-5 0,6 5 0,-2-2-263,7 2 0,-2 9 263,3-3 0,-15 12 0,-14-1 0,-16 6 64,-13 6 1,-11 5-65,-6 12 0,-27 2 0,-14 3 0,-11-3 0,-13 0 0,-2 2 0</inkml:trace>
  <inkml:trace contextRef="#ctx0" brushRef="#br0" timeOffset="21">19738 12465 8912,'-9'8'0,"-7"-6"0,13 5 0,-9-7 0,10 6 0,2 0 0,10-2 0,15-12 0,9-9 0,8-1 0,10-4 0,-1-3 0,1 2 0,0 0 0,-1 6 0,1-1 0,0 1 0,-3 8 0,-3 3 0,-4 4 0,-7 2 0,-9 0 0,-3 0 0,-11 8 0,-5 1 0</inkml:trace>
  <inkml:trace contextRef="#ctx0" brushRef="#br0" timeOffset="22">21322 11416 8912,'-18'-5'0,"3"-3"0,2 0 0,3-1 0,1 1 0,-1 0 0,6-5 0,-3 3 0,8-5 0,5 4 0,-4 3 0,6 10 0,-8 4 0,0 5 0,-2 12 0,-4 6 0,-9 11 0,-10 6 0,-4 3 0,-7 3 0,1 5 0,-5 1 0,4-1 0,2-7 0,1-5 0,4-4 0,1-7 0,11-5 0,-5-12 0,21-10 0,-3-7 0,15 0 0,3-9 0,14-6 0,5-8 0,5-4 0,-2 6 0,5-2 0,-5 4 0,-2 2 0,-5 1 0,0 5 0,-8 3 0,2 8 0,-6 4 0,-6 8 0,-3 7 0,-8 15 0,-2 8 0,-4 4 0,-5 6 0,-12 5 0,2-4 0,-8 5 0,8-7 0,-2-5 0,12-10 0,5-7 0,-2-14 0,3 2 0,-1-11 0,6 2 0,2-16 0,3-3 0,5-5 0,7-1 0,0 0 0,-5 8 0,-1 3 0,3 4 0,1 15 0,2 4 0,-7 18 0,-4-1 0,1 14 0,-1 4 0,0 7 0,-6 10 0,5-3 0,1-3 0,2-3 0,-2-11 0,5-3 0,4-6 0,-3-11 0,-1-6 0,1-12 0,5-5 0,2-4 0,4-2 0,-2-10 0,8-7 0,-1-8 0,5-11 0,-4-4 0,3-4 0,-5-7 0</inkml:trace>
  <inkml:trace contextRef="#ctx0" brushRef="#br0" timeOffset="23">22044 11537 8912,'-25'-8'0,"6"6"0,-4-4 0,4 4 0,8 18 0,-1 7 0,9 15 0,-3 10 0,4 7 0,2 8 0,2 4 0,4 2 0,5-1 0,12 1 0,-2-6 0,6-2 0,-2-1 0,-4-5 0,-2-15 0,-2-6 0,-8-18 0,-1-1 0</inkml:trace>
  <inkml:trace contextRef="#ctx0" brushRef="#br0" timeOffset="24">21907 11691 8912,'0'-19'0,"0"-2"0,0-2 0,0 2 0,2 10 0,3 5 0,-1 4 0,9 2 0,5 0 0,3 0 0,9 2 0,-1 4 0,4 3 0,1 9 0,2 1 0,4 4 0,-3 0 0,3 11 0,-11-2 0,-6 14 0,-6 0 0,-6 8 0,-7 1 0,-8 2 0,-13 6 0,-12-5 0,-9 5 0,-2-6 0,6-2 0,5-9 0,8-4 0,-12-15 0,7-2 0</inkml:trace>
  <inkml:trace contextRef="#ctx0" brushRef="#br0" timeOffset="25">22354 12173 8912,'0'-27'0,"0"2"0,0 16 0,2 1 0,4 8 0,3 0 0,8 0 0,3 0 0,1 0 0,3-2 0,3-4 0,2-3 0,5-8 0,1-1 0,-1 1 0,-1 2 0,-5 3 0,-5-3 0,-11 4 0,-5-5 0,-7-1 0,-1 8 0,-5 3 0,-6 4 0,-9 2 0,-4 2 0,-1 4 0,3 3 0,-6 8 0,8 6 0,-2 0 0,6 6 0,5-6 0,5 6 0,7-7 0,0 7 0,0-6 0,9 0 0,9-6 0,6-2 0,11-3 0,7-4 0,4-8 0,2-4 0,-3-8 0,-3 1 0,1-29 0,1 3 0</inkml:trace>
  <inkml:trace contextRef="#ctx0" brushRef="#br0" timeOffset="26">22974 11984 8912,'-12'0'0,"1"0"0,-1 2 0,-5 3 0,7-1 0,5 8 0,-5-1 0,8 12 0,-4 0 0,5 0 0,1-6 0,1 0 0,5 0 0,-2 1 0,7-1 0,-7 0 0,2 0 0,2 0 0,-3 1 0,3-9 0,-2-3 0,-4-4 0,5-2 0,-7-10 0,0-5 0,0-6 0,0-12 0,0-1 0,0 0 0,0-7 0,0 5 0,0 2 0,0 5 0,0 2 0,0 3 0,0 3 0,2 7 0,4 3 0,-2 7 0,7-2 0,1 4 0,5 2 0,0 8 0,0 3 0,1 5 0,-1 1 0,0 6 0,0 0 0,0-2 0,1-8 0,-1-1 0,0 1 0,0-4 0,0 3 0,-5-8 0,-1 1 0,1-3 0,3-9 0,-3-5 0,-5-5 0,-7-6 0,6-4 0,0-7 0,-2 0 0,-2-1 0,-2 1 0,0-1 0,0 9 0,0 3 0,0 4 0,0 2 0,0 9 0,0 8 0,1 8 0,3 9 0,4 2 0,1 4 0,1-2 0,2 7 0,3-7 0,-4 2 0,5-5 0,1-7 0,8 4 0,-6-13 0,4 4 0,-4-4 0,-2-2 0,-2-2 0,-1-4 0,-5-7 0,-1-8 0,-2 2 0,-6-4 0,0-2 0,0 2 0,0-6 0,0 6 0,0 1 0,0 4 0,-8 1 0,6 0 0,-6 15 0,8 8 0,2 9 0,4 8 0,4 4 0,7 7 0,2 2 0,4 5 0,-4-5 0,4 4 0,-4-4 0,-2-1 0,-1-1 0,-5 0 0,-3 1 0,-8-1 0,-2-5 0,-4-1 0,-11-1 0,-12 2 0,-3-4 0,-5-6 0,-1 2 0,-2 2 0,0-2 0,5-10 0,1-3 0,0-8 0,-1 0 0</inkml:trace>
  <inkml:trace contextRef="#ctx0" brushRef="#br0" timeOffset="27">24299 11915 8912,'0'-12'0,"0"1"0,-6 9 0,0 2 0,-1 13 0,1 10 0,2 14 0,-6-1 0,1 6 0,-1 6 0,6 1 0,-1 3 0,3 1 0,2 5 0,0 1 0,0 2 0,0-9 0,15-1 0,4-7 0</inkml:trace>
  <inkml:trace contextRef="#ctx0" brushRef="#br0" timeOffset="28">24935 11502 8912,'-17'0'0,"2"4"0,3 7 0,7 12 0,3 8 0,4 5 0,1 6 0,3 10 0,6 1 0,-5 10 0,1 0 0,0-1 0,-1-3 0,-3-8 0,2 1 0,-2 0 0,-2-5 0,-2-5 0,0-9 0,0-6 0,0-5 0,0-4 0,1-9 0,3-5 0,2-8 0,-2-7 0,-2-5 0,-2-16 0,0-4 0</inkml:trace>
  <inkml:trace contextRef="#ctx0" brushRef="#br0" timeOffset="29">24884 11588 8912,'0'-23'0,"0"0"0,2 2 0,3 2 0,-1 2 0,8 0 0,1 5 0,10 1 0,-4 1 0,4-1 0,-4 5 0,-2 4 0,1 10 0,-1 3 0,-8 12 0,-3 6 0,-6 5 0,-6 6 0,-3 4 0,-8 8 0,-6 5 0,0 1 0,2-3 0,2-2 0,-1-5 0,-2 4 0,8-12 0,-3 6 0,11-8 0,0-4 0,5-1 0,1-5 0,3-5 0,7-11 0,9-6 0,6-4 0,4-4 0,5-4 0,2-9 0,4-8 0,-3-8 0,3 2 0,-4 3 0,-1-3 0,-3 0 0,-3-3 0,-6 1 0,-4 3 0,-4-1 0,-3-5 0,1 5 0,-7 0 0,0 8 0,-6-2 0,-8-1 0,-4 1 0,3 7 0,-3 9 0,-1-1 0,0 8 0,1 0 0,-1 4 0,7 13 0,0-2 0,6 14 0,0-6 0,0 6 0,2-8 0,4 2 0,5-4 0,5-2 0,3 0 0,4 0 0,4-7 0,7-4 0,0-5 0,1-1 0,7-1 0,4-5 0,-4-6 0,-2-11 0,-4 2 0,-1-7 0,-5-3 0,-7-1 0,-2 3 0,-15 0 0,0 3 0,-6-3 0,0-2 0,0 8 0,-8 1 0,-1 4 0,-9 9 0,9 3 0,3 12 0,4 5 0,2 14 0,0 10 0,0 8 0,0 7 0,0 2 0,6 1 0,0 4 0,7-1 0,-1 7 0,-3-8 0,3 5 0,-1-3 0,-1 0 0,3 0 0,-7-5 0,-1-8 0,-5-4 0,0-11 0,0-6 0,-7-12 0,-3-3 0</inkml:trace>
  <inkml:trace contextRef="#ctx0" brushRef="#br0" timeOffset="30">25641 11674 8912,'0'-17'0,"6"-6"0,-1 0 0,9 0 0,-1 6 0,8 0 0,8 0 0,1 5 0,-1 1 0,4 7 0,-5-2 0,-3 12 0,-2 5 0,-6 10 0,-5 2 0,-5 8 0,-7-3 0,-1 5 0,-5 1 0,-4 6 0,-7 1 0,-2-1 0,-4-6 0,4 0 0,-4 1 0,4-3 0,2-3 0,-1-4 0,9-16 0,-6-1 0,5-8 0</inkml:trace>
  <inkml:trace contextRef="#ctx0" brushRef="#br0" timeOffset="31">26329 11451 8912,'-7'-18'0,"-1"1"0,-3 0 0,-3 6 0,8-1 0,-7 8 0,2 0 0,-5 8 0,-3 6 0,-4 7 0,4 6 0,-4 0 0,12 6 0,5-7 0,4 7 0,2-6 0,8 6 0,3-6 0,4 0 0,3-6 0,5 6 0,1 2 0,1-1 0,0 1 0,0 0 0,-2-2 0,-4-4 0,4 4 0,-10-4 0,-1-2 0,-8 0 0,1 1 0,-3-1 0,-9 0 0,-5 0 0,-9-5 0,-4-3 0,0 1 0,1-1 0,-5-5 0,6 2 0,-8-12 0,5-3 0</inkml:trace>
  <inkml:trace contextRef="#ctx0" brushRef="#br0" timeOffset="32">26192 10660 8912,'7'-35'0,"5"3"0,5 3 0,6 6 0,-2 6 0,8 6 0,-6-3 0,3 10 0,-1 6 0,-4 8 0,-4 13 0,-5 5 0,3 3 0,-3-2 0,-5 3 0,-1-5 0,-2 0 0,2-4 0,-4-4 0,3-2 0,-1 0 0,2 0 0,-2-5 0,7-1 0,-5-1 0,5 1 0,-5-1 0,6-4 0,-1 3 0,12 6 0,0-3 0,0 3 0,-6-3 0,0 5 0,0 6 0,6-2 0,0 7 0,-2 1 0,-9 5 0,1 7 0,-7-1 0,0 5 0,-6-3 0,0 1 0,0-1 0,0-2 0,0-6 0,0-1 0,0-5 0,0-3 0,0-8 0,2 0 0,3 1 0,-3-1 0,14-6 0,-5 1 0,4-7 0,3 7 0,4-8 0,1 1 0,10-1 0,-1 0 0,7 2 0,-1-2 0,-2-2 0,-1-2 0,-3 5 0,-3 1 0,-10 0 0,-8-6 0,1 7 0,-3-3 0,-3 8 0,-6-1 0,-6 6 0,-3 1 0,-8-1 0,-1 8 0,1 3 0,6 5 0,-1 3 0,-1 2 0,-2 2 0,-1 0 0,5-5 0,-4 5 0,3 0 0,-3 6 0,-2-6 0,-10 6 0,-8-6 0,-14 2 0,-14-2 0,-12-4-347,-5 5 1,-6 1 346,40-23 0,0 2 0,0 2 0,0 1 0,-5-1 0,-1 0 0,0 3 0,-1 0 0,-6 1 0,-1-1 0,0 1 0,0-2 0,-2-1 0,-1 0 0</inkml:trace>
  <inkml:trace contextRef="#ctx0" brushRef="#br0" timeOffset="33">24953 13789 8912,'-18'-17'0,"7"5"0,1 5 0,3 5 0,1 13 0,8 20 0,4 7 0,5 8 0,4 2 0,4-1 0,3-3 0,0-2 0,3-2 0,-2-5 0,-2-3 0,6-3 0,0-6 0,0-4 0,-6-8 0,2 1 0,1-8 0,-1 1 0,0-3 0,-5-2 0,-1-15 0,0-4 0</inkml:trace>
  <inkml:trace contextRef="#ctx0" brushRef="#br0" timeOffset="34">25641 13823 8912,'-10'-2'0,"5"-3"0,1 3 0,-2-4 0,2 6 0,-7 6 0,-3 5 0,-1 12 0,-2 6 0,-8 5 0,-4 6 0,-5 8 0,-6 7 0,3-1 0,-3 3 0,4-3 0,2-3 0,5-1 0,0-4 0,8-12 0,-11-9 0,5-8 0</inkml:trace>
  <inkml:trace contextRef="#ctx0" brushRef="#br0" timeOffset="35">25193 14356 8912,'-9'10'0,"3"7"0,4 12 0,2 17 0,2 1 0,4 16 0,5 6 0,10 4 0,6-3 0,6 1 0,-3-19 0,10 5 0,-1-7 0,1-6 0,-6-10 0,1-11 0,-9-12 0,-1-3 0,2-8 0</inkml:trace>
  <inkml:trace contextRef="#ctx0" brushRef="#br0" timeOffset="36">25761 14425 8912,'8'-15'0,"4"1"0,3 3 0,2-2 0,6 3 0,4-1 0,3-3 0,7-1 0,7 3 0,-4 1 0,-2 5 0,-9-5 0,-4 7 0,-8-4 0</inkml:trace>
  <inkml:trace contextRef="#ctx0" brushRef="#br0" timeOffset="37">25951 14683 8912,'-8'17'0,"0"-5"0,-3-1 0,11-15 0,11-1 0,18-17 0,7-6 0,6-5 0,6-1 0,2-6 0,2 0-455,-1 0 0,9-2 0,1-2 0</inkml:trace>
  <inkml:trace contextRef="#ctx0" brushRef="#br0" timeOffset="38">26949 13600 8912,'-33'0'0,"3"0"0,1 0 0,-2 0 0,7 2 0,1 2 0,3 3 0,3 3 0,2 1 0,2 6 0,3 2 0,2 4 0,3-2 0,5 8 0,0-6 0,0 6 0,0 1 0,0 3 0,0 3 0,0 4 0,0-4 0,0 5 0,-6-11 0,0-1 0,0-8 0,6 4 0,0-16 0,8-1 0,4-8 0,3-6 0,2 0 0,0-7 0,0 1 0,6-3 0,0 0 0,0 2 0,2 1 0,-6 8 0,6-3 0,-8 7 0,-1 2 0,-5 3 0,-3 7 0,-8 11 0,0 0 0,0 11 0,0-2 0,0 14 0,-6-2 0,0 2 0,-5 2 0,5-8 0,0 0 0,6-6 0,0-7 0,0-4 0,-2-4 0,-1-2 0,-3 1 0,0-9 0,8-1 0,4-8 0,-2 0 0,7 0 0,2 0 0,3 0 0,1 0 0,0 0 0,0 2 0,1 3 0,-1 7 0,0 3 0,0 2 0,0 6 0,1 0 0,-1 8 0,0-3 0,0-3 0,0-2 0,-5 2 0,-1-2 0,-1 0 0,1-6 0,5-7 0,-7-10 0,9-10 0</inkml:trace>
  <inkml:trace contextRef="#ctx0" brushRef="#br0" timeOffset="39">27568 13651 8912,'-26'-9'0,"-7"-5"0,4 9 0,-1-1 0,-1 6 0,2 2 0,-1 4 0,5 3 0,2 8 0,6 2 0,5 4 0,-1-2 0,7 8 0,1-6 0,5 6 0,7-6 0,5 3 0,3-1 0,2-4 0,2 4 0,4-2 0,-4 0 0,4-6 0,2 0 0,-2 0 0,0 1 0,-6-1 0,0-2 0,-1-2 0,-3-1 0,-1 1 0,-1 3 0,-1 1 0,-3-6 0,-7 1 0,0 1 0,-2 0 0,-3-1 0,-11 1 0,-7-5 0,0 0 0,-1-1 0,4 7 0,-4-5 0</inkml:trace>
  <inkml:trace contextRef="#ctx0" brushRef="#br0" timeOffset="40">27844 13600 8912,'2'-21'0,"1"2"0,5 5 0,2 5 0,-5 3 0,7 6 0,-1 10 0,6 7 0,-5 8 0,-1 9 0,1 0 0,-3 1 0,5 5 0,-8 0 0,5 2 0,-5-2 0,5-2 0,-5 8 0,0-6 0,-6 6 0,0-8 0,0 2 0,0-3 0,-8-10 0,-1-3 0</inkml:trace>
  <inkml:trace contextRef="#ctx0" brushRef="#br0" timeOffset="41">27861 13497 8912,'-10'-18'0,"-3"1"0,7 0 0,0-6 0,8 0 0,4 2 0,4 8 0,7 1 0,8 9 0,3-3 0,5 4 0,1 2 0,1 0 0,-1 0 0,-5 8 0,0 3 0,-10 6 0,-2 6 0,-8 4 0,-9 7 0,-2 1 0,-3-1 0,-11 6 0,-6 0 0,-7 0 0,6-5 0,-2-3 0,2-3 0,4 0 0,-2-10 0,6-6 0,3-3 0,8-5 0,-3-5 0</inkml:trace>
  <inkml:trace contextRef="#ctx0" brushRef="#br0" timeOffset="42">28463 13239 8912,'10'-19'0,"-5"-2"0,-3-2 0,-2 2 0,0 0 0,0-2 0,0 9 0,0-3 0,-2 11 0,-3 1 0,1-3 0,-8 2 0,3 8 0,-5 12 0,3 7 0,-2 7 0,3 5 0,-1 1 0,5 1 0,-6-1 0,9-5 0,-3-1 0,4-1 0,2 2 0,0-5 0,0-6 0,2-9 0,4-3 0,3 3 0,8-9 0,1-1 0,-1-13 0,0-7 0,0-9 0,0 1 0,1 2 0,-1-1 0,-2 1 0,-2-2 0,-3 4 0,-2 0 0,-1 12 0,-1-4 0,-4 9 0,4-3 0,-4 7 0,5-4 0,3 8 0,7 0 0,-6 6 0,1 0 0,1-2 0,3-2 0,1-2 0,0 0 0,0 0 0,0 0 0</inkml:trace>
  <inkml:trace contextRef="#ctx0" brushRef="#br0" timeOffset="43">28825 13032 8912,'5'18'0,"1"-1"0,2-6 0,-3 1 0,-3-1 0,4 6 0,-4 1 0,-2-1 0,2-2 0,4-4 0,-4 5 0,3-5 0,-3-3 0,-2-8 0,0-10 0,0-9 0,0-4 0,-6-2 0,1-3 0,-1-5 0,6 5 0,0 3 0,0 2 0,0 4 0,0 2 0,8-1 0,1 1 0,8 8 0,1 3 0,-7 4 0,1 2 0,-1 8 0,6 3 0,-5 3 0,-3-1 0,-1-2 0,-4 3 0,3-5 0,-1 3 0,0-7 0,-6 7 0,0-8 0,7 3 0,-5-7 0,6 0 0,-8-2 0,0-3 0,2-7 0,4-3 0,-4-2 0,3 0 0,3-1 0,-2 1 0,5 0 0,-3 0 0,1 2 0,5 3 0,1 3 0,2 3 0,0 4 0,1-4 0,-1 6 0,0 6 0,-2-2 0,-3 7 0,3 1 0,-3 5 0,-3 0 0,3 0 0,-7 0 0,5 1 0,-2-1 0,-5 0 0,5 0 0,-2 0 0,0 1 0,1-1 0,3 0 0</inkml:trace>
  <inkml:trace contextRef="#ctx0" brushRef="#br0" timeOffset="44">29547 12895 8912,'-15'11'0,"4"1"0,3 5 0,8 6 0,0 7 0,0-1 0,0 9 0,4 4 0,5 2 0,8 4 0,10 7 0,-4 3 0,0-9 0,2-7 0,2-7 0</inkml:trace>
  <inkml:trace contextRef="#ctx0" brushRef="#br0" timeOffset="45">28394 14391 8912,'-17'-16'0,"2"3"0,3-16 0,9-1 0,6-3 0,13 5 0,7-1 0,7 2 0,1-1 0,3 7 0,1 7 0,3 7 0,-11 10 0,1 9 0,1 11 0,-8 9 0,2 8 0,-10 4 0,-1 8 0,-3-1 0,3 1 0,1-2 0,-5-3 0,0-3 0,-1-2 0,5-1 0,-7-7 0,7 0 0,-6 1 0,7-9 0,-11-8 0,6-11 0,-8-7 0</inkml:trace>
  <inkml:trace contextRef="#ctx0" brushRef="#br0" timeOffset="46">29392 14184 8912,'-7'-24'0,"-3"4"0,-7-3 0,0 4 0,0 4 0,-1 4 0,1 5 0,-6 4 0,0 2 0,-2 2 0,2 4 0,4 5 0,-4 12 0,6-2 0,6 6 0,5 0 0,4-1 0,2-3 0,0 6 0,0-8 0,0 2 0,8-4 0,3-2 0,10 0 0,2 0 0,8-5 0,-3-1 0,3-5 0,0 4 0,-3-1 0,3 1 0,-6-1 0,-2 3 0,-4 3 0,-2-3 0,-2-3 0,-3 3 0,-5-1 0,-7 6 0,-1 2 0,-5 2 0,-6 2 0,-3-2 0,-8 4 0,0-2 0,-6 6 0,7-6 0,-7 0 0,6-6 0,0-8 0,6-3 0,0-4 0,-1-10 0,1-1 0</inkml:trace>
  <inkml:trace contextRef="#ctx0" brushRef="#br0" timeOffset="47">29719 14150 8912,'-9'-8'0,"-6"6"0,13-1 0,-4 14 0,10 8 0,3 16 0,3 1 0,3 4 0,3-2 0,1 8 0,2-2 0,2 6 0,2-3 0,-2 1 0,-2 6 0,-2-9 0,-7 5 0,-4 2 0,-5-3 0,-1-3 0,-1-11 0,-5-12 0,-4-12 0,-7-3 0</inkml:trace>
  <inkml:trace contextRef="#ctx0" brushRef="#br0" timeOffset="48">29702 14184 8912,'0'-17'0,"0"-6"0,0 0 0,0 0 0,2 6 0,6 0 0,9 0 0,8-6 0,9 0 0,6 2 0,1 9 0,6 5 0,-3 7 0,0 0 0,-4 0 0,-11 15 0,-6 8 0,-6 10 0,-5 7 0,-7 2 0,-10 4 0,-7 3 0,-9-3 0,-4 2 0,-1-2 0,-1 1 0,-2-6 0,4-1 0,8-6 0,2-13 0,3-4 0,-3-11 0,5 2 0</inkml:trace>
  <inkml:trace contextRef="#ctx0" brushRef="#br0" timeOffset="49">30304 13944 8912,'-17'0'0,"0"0"0,0 0 0,0 0 0,-1 2 0,1 3 0,2 5 0,3 7 0,-1 6 0,7 0 0,1 0 0,5-4 0,0 2 0,0 2 0,0 0 0,2-8 0,3-3 0,5-5 0,7-7 0,0 0 0,0 0 0,1-7 0,-1-5 0,6-3 0,0-4 0,-2-2 0,-2-2 0,-2 0 0,0 6 0,-5-1 0,-1 1 0,-5 0 0,5 0 0,-5 5 0,6 1 0,-9 5 0,3-5 0,-4 7 0,0-4 0,4 10 0,5 4 0,-1-2 0,1 7 0,1-5 0,5 5 0,0-7 0,0 2 0,1-4 0,-1-2 0,-6 6 0,1-1 0,1-1 0,2-2 0,3-10 0,-9-1 0,-3-8 0,-4 5 0,-2 1 0,0 7 0,0-11 0,0 13 0,0-6 0,0 6 0,0-4 0,0 5 0,0-7 0,0 8 0,0 0 0,8 0 0,-7 0 0,7-8 0,-6 6 0,4-3 0,-4-5 0,7 6 0,-3-5 0,5 1 0,5-5 0,1 11 0,0-4 0,0 4 0,1 2 0,-1 0 0,0 0 0,0 0 0,0 8 0,1 3 0,-1-3 0,-6 5 0,1-7 0,-8 0 0,3-6 0,-7-8 0,8-9 0,1-10 0</inkml:trace>
  <inkml:trace contextRef="#ctx0" brushRef="#br0" timeOffset="50">30855 12689 8912,'10'-35'0,"5"1"0,-4-1 0,5 3 0,3 3 0,2 6 0,2 4 0,6 4 0,-6 3 0,5 5 0,-5 7 0,0 2 0,-6 5 0,0 11 0,1 8 0,-9 7 0,-3 1 0,2 1 0,-3-1 0,1 2 0,-6 4 0,0-3 0,0 3 0,0-4 0,0-2 0,2 1 0,2-3 0,2-1 0,-3-2 0,7-8 0,0 1 0,7-10 0,-6 1 0,1-7 0,5 0 0,6-6 0,-2 0 0,-2 0 0,-2 0 0,0 0 0,1-6 0,-1 0 0,0 1 0,0 5 0,-5 0 0,-1 0 0,1 0 0,5 0 0,0 7 0,0 5 0,-5 5 0,-1 6 0,3 7 0,1 9 0,0 5 0,-3 7 0,1 8 0,-7 4 0,-2 4 0,-10 2 0,-7 2-238,-16 3 1,-4-1 237,-18 7 0,-5-2 0,23-38 0,-3 1 0,-2 2 0,-2 0 0,-2-1 0,0 0 0,-3 2 0,0 1 0,0 1 0,0-2 0,1-3 0,0-2 0,2 3 0,0-1 0,0-4 0,0 0 0,-1 0 0,0-1 0,-2-1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6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22113 6671 8912,'-11'-6'0,"-1"0"0,6-1 0,-5 3 0,-2-2 0,-3 2 0,-7 18 0,-1 11 0,-3 13 0,-4 13 0,1 11 0,1 12 0,4 4 0,8 8 0,2-2 0,3-3 0,6-1 0,12-11 0,6-10 0,3-9 0,8-8 0,4-10 0,1-5 0,3-10 0,5-7 0,-7-10 0,1-2 0,-1-4 0,4-19 0,-7-11 0</inkml:trace>
  <inkml:trace contextRef="#ctx0" brushRef="#br0" timeOffset="1">22337 7049 8912,'8'10'0,"-7"-3"0,7-7 0,-10 2 0,-4 4 0,5-2 0,-5 7 0,4-5 0,2 5 0,0-5 0,0 6 0,0 1 0,0 2 0,2 3 0,4-1 0,3-2 0,8-4 0,0 3 0,1-8 0,-1 5 0,2-5 0,2-2 0,2-2 0,0-8 0,-6 0 0,0-9 0,1-2 0,-1-1 0,0-5 0,-7 4 0,-5 2 0,-3 0 0,0 0 0,4 0 0,-4 5 0,3 1 0,-3 7 0,-2-2 0,0 12 0,0 3 0,2 9 0,2-1 0,2 0 0,7 0 0,-1 0 0,3-1 0,2-5 0,6 2 0,0-7 0,6 0 0,-6-6 0,5 0 0,-3-2 0,0-2 0,0-2 0,-2-15 0,-6 10 0,0-14 0</inkml:trace>
  <inkml:trace contextRef="#ctx0" brushRef="#br0" timeOffset="2">22956 7032 8912,'10'10'0,"-2"5"0,-8-13 0,0 13 0,0-5 0,0 7 0,0 0 0,0 0 0,0 0 0,0 1 0,0-7 0,0 0 0,0 1 0,0 5 0,0 0 0,0 1 0,0-9 0,0-1 0,1-24 0,5-7 0,-4-1 0,4-5 0,2 6 0,-1-4 0,1 2 0,-1 4 0,1 2 0,-2 2 0,-4 0 0,13 2 0,-3 3 0,-3 5 0,3 7 0,-7 7 0,7 5 0,-1 3 0,6 2 0,3 2 0,3 4 0,-2-4 0,7 4 0,-5-4 0,6-1 0,-8-1 0,2 0 0,2-8 0,-2-3 0,0-4 0,-6-2 0</inkml:trace>
  <inkml:trace contextRef="#ctx0" brushRef="#br0" timeOffset="3">23507 6740 8912,'-8'-17'0,"6"-1"0,-13 1 0,13 9 0,-3 8 0,3 10 0,2 13 0,0 8 0,0 7 0,5 0 0,1 8 0,6 0 0,-7 5 0,9-1 0,-5-4 0,3-6 0,-1-4 0,1-1 0,5-1 0,-2-2 0,-3-3 0,-3-12 0,-3-11 0,-4-12 0,6-3 0</inkml:trace>
  <inkml:trace contextRef="#ctx0" brushRef="#br0" timeOffset="4">23714 6877 8912,'11'-9'0,"-1"1"0,-3 0 0,-1 7 0,-14-5 0,-3 12 0,-6 5 0,-4 10 0,-2 4 0,2 2 0,2-5 0,1 7 0,1-6 0,0 6 0,7-3 0,5 3 0,3-4 0,2-8 0,0 0 0,0 1 0,7-3 0,5-4 0,5-5 0,6-4 0,6-4 0,11-4 0,-4-3 0,4-8 0,2-1 0,-2 1 0,1-8 0,1-1 0,2-9 0</inkml:trace>
  <inkml:trace contextRef="#ctx0" brushRef="#br0" timeOffset="5">24075 6946 8912,'-17'0'0,"0"0"0,-1 0 0,1 8 0,2 1 0,3 8 0,5-3 0,7 1 0,0 4 0,0 0 0,0 2 0,0 2 0,0-4 0,0 4 0,5-4 0,1-1 0,6-1 0,-7 0 0,3-8 0,-2-3 0,3-4 0,7-4 0,-5-4 0,4-5 0,-3-12 0,-3 2 0,3-8 0,-3 3 0,5-5 0,-5 4 0,-1 3 0,4-1 0,-7 2 0,7 4 0,-7-4 0,7 9 0,-6 3 0,1 7 0,-1-2 0,-4 4 0,8 8 0,-7 2 0,3 3 0,-2 8 0,0-5 0,1 9 0,-1-14 0,8 8 0,-7-5 0,7-1 0,-1 5 0,7-14 0,-1 5 0,0-7 0,0 0 0,-5-6 0,-1 1 0,-5-9 0,5 3 0,-7-4 0,2-3 0,-4 1 0,4 6 0,-1-1 0,1 8 0,-6-3 0,0 7 0,0 7 0,0 5 0,0 3 0,6 2 0,0 1 0,7-7 0,-2 1 0,-1-9 0,3 3 0,5-4 0,3-2 0,2 0 0,-6 0 0,-2-2 0,-3-4 0,1-3 0,-7-8 0,-1-1 0,-5 1 0,0 0 0,-13 7 0,-4 5 0,-4-3 0,4 2 0,-6 1 0,0 5 0,0 2 0,6 3 0,5-1 0,1 8 0,7-1 0,-2 6 0,4 0 0,4-1 0,4-5 0,3 4 0,9-5 0</inkml:trace>
  <inkml:trace contextRef="#ctx0" brushRef="#br0" timeOffset="6">24849 6894 8912,'-15'-17'0,"2"2"0,1 4 0,8 1 0,-1 4 0,3 4 0,0 0 0,-4 8 0,4 13 0,-4-2 0,4 3 0,2-1 0,0 4 0,0-1 0,6 1 0,0-5 0,2-1 0,-3 0 0,-3 0 0,6-2 0,0-3 0,1-4 0,8-8 0,1 0 0,-1-8 0,0-4 0,-6-3 0,1-2 0,-6 0 0,3 0 0,-1-1 0,-4 1 0,3 0 0,-1 0 0,0 0 0,-4 5 0,3 1 0,-1 7 0,8-2 0,-8 12 0,1 5 0,3-1 0,-2 1 0,5-5 0,-5 6 0,7-9 0,-1 3 0,-3-4 0,3-2 0,-1 0 0,6 0 0,1-2 0,-1-4 0,-2-3 0,-3-8 0,3-1 0,-4 1 0,-3-6 0,-2 0 0,1 0 0,-1 6 0,-2 0 0,-2 0 0,-2 0 0,0 0 0,0 7 0,0 0 0,0 5 0,0 3 0,0-6 0,0 8 0,0 0 0</inkml:trace>
  <inkml:trace contextRef="#ctx0" brushRef="#br0" timeOffset="7">25366 6791 8912,'-18'0'0,"9"0"0,-5 2 0,9 4 0,-1-2 0,6 7 0,-2-1 0,-2 3 0,-2-1 0,3 1 0,1 2 0,2 2 0,0-5 0,0-1 0,0 1 0,0 5 0,0-7 0,2-10 0,3-12 0,3-3 0,4-2 0,7-2 0,-8-4 0,8 4 0,-7-4 0,3-2 0,2 2 0,2 2 0,4 9 0,-7-3 0,7 4 0,-8 3 0,8 2 0,-4 4 0,-2 2 0,0 0 0,1 0 0,-1 8 0,0 3 0,0-1 0,0 1 0,1-1 0,-1 1 0,6 5 0,0-7 0,-2 1 0,-2-3 0,-2-7 0</inkml:trace>
  <inkml:trace contextRef="#ctx0" brushRef="#br0" timeOffset="8">25779 5828 8912,'-18'-7'0,"1"5"0,8-2 0,3 16 0,14 9 0,9 19 0,2 11 0,10 12 0,-1 6 0,7 6 0,-3 7 0,-3 8 0,-4-1 0,-16-41 0,-1 2 0,-3 2 0,-1 1-186,0 4 1,-2 0 0,-4-1 0,-3-1 185,-3 0 0,-2-1 0,-2-1 0,-2-1 0,-6 0 0,-1-1 0,0 3 0,-2-1 0,-2-1 0,-1-1 0,-3 4 0,-1-3 0,-1-4 0,-2-2 0,0-1 0,0 0 0,-2-3 0,1 0 0</inkml:trace>
  <inkml:trace contextRef="#ctx0" brushRef="#br0" timeOffset="9">22079 13686 8912,'-12'0'0,"1"0"0,7 0 0,-11 0 0,11 0 0,-8 0 0,9 0 0,-5 0 0,8 0 0,0 0 0,8 0 0,-7 0 0,7 0 0,0 0 0,-4 0 0,7 0 0,2 0 0,-3-2 0,1-4 0,1 4 0,5-4 0,2 5 0,4 1 0,-2 0 0,8 0 0,2-6 0,9 0 0,-2 0 0,8 6 0,-6 0 0,6 0 0,0 0 0,-2 0 0,5 0 0,-3 0 0,-2 0 0,2 0 0,-8 0 0,3 0 0,-3 6 0,2 0 0,-4 1 0,4-1 0,4-4 0,2 4 0,6-4 0,5-2 0,5 0 0,6 0 0,1 0 0,0 0 0,2-6 0,3 0 0,-9-5 0,4 5 0,-6-5 0,2 3 0,0 0 0,6 1 0,-4-5 0,2 7 0,-2-7 0,-10 6 0,8-5 0,-2 5 0,-4 0 0,-1 4 0,-5-1 0,-1-3 0,7 0 0,4 6 0,-3 0 0,-3 0 0,-3 6 0,-3 0 0,1-1 0,-1-5 0,-5 6 0,0 0 0,-6 0 0,6-6 0,2 0 0,9 0 0,-3 0 0,3 0 0,-1 0 0,1 0 0,-1 0 0,7 0 0,-8 0 0,2 0 0,-3 0 0,0 0 0,1 0 0,2 0 0,6 0 0,-5 0 0,-1-2 0,-5-4 0,5 2 0,1-7 0,-1 7 0,-5-4 0,-1 2 0,1 1 0,-1-7 0,1 7 0,2-7 0,3 6 0,-2-7 0,8 2 0,1 1 0,4-2 0,-6 7 0,-5-7 0,-4 3 0,-1-3 0,0-1 0,-3 5 0,-1 1 0,-2-1 0,2-5 0,9 1 0,-3 3 0,3-3 0,2 6 0,-1-5 0,-7 5 0,-5-5 0,-2 1 0,2-1 0,-6 1 0,-11 4 0,-4 5 0,-8-7 0,0 2 0,1 0 0,-7 1 0,1 5 0,-7 0 0,7 0 0,-7 0 0,7 0 0,-8 0 0,3 0 0,1 0 0,-6 0 0,6 0 0,-8 0 0,-2 0 0,-4 0 0,0-6 0,-9 0 0,-6 2 0,-4 3 0,-6 1 0,-9 0 0,-4-8 0,-7-2 0</inkml:trace>
  <inkml:trace contextRef="#ctx0" brushRef="#br0" timeOffset="10">19515 10832 8912,'11'0'0,"-1"-2"0,-1-2 0,1-2 0,3 2 0,-5 1 0,-1-1 0,1-2 0,-6-2 0,4 3 0,-4 3 0,-2-6 0,0 0 0,0 7 0,-2-7 0,-4 8 0,4-2 0,-4-4 0,-3 4 0,5-5 0,-7 7 0,7-8 0,-4 6 0,8-5 0,0 5 0,-2-2 0,-4-2 0,4 0 0,-5 6 0,7-7 0,0 5 0,-2-6 0,-4 8 0,4-8 0,-5 7 0,7-9 0,0 4 0,0 4 0,-2-11 0,-4 7 0,4-1 0,-4 1 0,4 4 0,2-6 0,0 8 0,0 0 0,0 8 0,0 3 0,0 5 0,6 9 0,0 3 0,2 10 0,-5 4 0,5 2 0,2 4 0,-1 8 0,3 1 0,1-6 0,-7-5 0,7-7 0,-1 1 0,-3-4 0,3-2 0,-7-9 0,7-8 0,-8 1 0,3-17 0,1 7 0,-8-8 0,0 0 0,-2 0 0,-9 0 0,-1-2 0,-5-4 0,0-3 0,-1-8 0</inkml:trace>
  <inkml:trace contextRef="#ctx0" brushRef="#br0" timeOffset="11">19824 10643 8912,'0'-18'0,"0"1"0,0 0 0,0 0 0,-2 2 0,-3 3 0,3 14 0,-4 15 0,6 12 0,6 9 0,-2 6 0,7 8 0,3-1 0,1 1 0,2-1 0,0 1 0,0-2 0,1-3 0,-1-1 0,0 2 0,0 0 0,0-3 0,-1-2 0,-5-9 0,-3-7 0,-8-3 0</inkml:trace>
  <inkml:trace contextRef="#ctx0" brushRef="#br0" timeOffset="12">19773 11726 8912,'-12'0'0,"1"0"0,-3 0 0,7-8 0,-1 8 0,8 0 0,2 12 0,4 9 0,3 5 0,9 11 0,-1 3 0,0 6 0,2-2 0,4 1 0,-4-1 0,6 4 0,-2-4 0,0-2 0,-2-8 0,-10-5 0,5-8 0,-5 2 0,-3-4 0,-1-17 0,-7-4 0</inkml:trace>
  <inkml:trace contextRef="#ctx0" brushRef="#br0" timeOffset="13">20220 11760 8912,'-17'17'0,"0"6"0,0 0 0,-1 0 0,1 2 0,-6 2 0,0 7 0,-2 8 0,4 4 0,-2 4 0,2 1 0,2 1 0,2-1 0,0 5 0,0-5 0,7 3 0,4-12 0,4 0 0,2 0 0,0-2 0,0-6 0,0-7 0,0-4 0,0-11 0,0-5 0,0-7 0</inkml:trace>
  <inkml:trace contextRef="#ctx0" brushRef="#br0" timeOffset="14">20392 12242 8912,'-17'0'0,"6"5"0,-1 1 0,6 5 0,-3-3 0,1 2 0,4 3 0,1 4 0,-1 4 0,-2 4 0,2 2 0,2-4 0,4 5 0,2 3 0,2 1 0,1 1 0,-1-4 0,-4 1 0,4-7 0,1 0 0,-1-6 0,2-7 0,-2-5 0,-5-3 0,7-4 0,-8-3 0,0-12 0,0-12 0,0-6 0,0-5 0,0 2 0,0-8 0,8 2 0,3-1 0,-1-3 0,1 8 0,1 0 0,5 5 0,2 6 0,4 1 0,-4 9 0,4 2 0,2 7 0,-2 10 0,6 8 0,-7 7 0,1 10 0,2 9 0,-6 12 0,4 0 0,-4 3 0,-1 3 0,-1 2 0,0-1 0,0 1 0,0-5 0,8-9 0,2 2 0</inkml:trace>
  <inkml:trace contextRef="#ctx0" brushRef="#br0" timeOffset="15">8140 9301 8912,'-8'-19'0,"-2"-2"0,-1-2 0,1 2 0,1 2 0,-1 2 0,5 8 0,-5 1 0,0 2 0,1 0 0,5 1 0,-4 5 0,8 0 0,2 7 0,2 5 0,4 3 0,1 2 0,-3 2 0,6 4 0,-9 4 0,3 7 0,2 9 0,-2 2 0,-1 13 0,-5 9 0,0 11 0,0 14 0,0-40 0,-2 3 0,0 1 0,-1 2 0,1 5 0,0 0-261,-4 3 1,0 0 0,3 3 0,1 0 260,-4-3 0,0-1 0,4-2 0,0-3 0,-1-10 0,1-3 0,0 37 0,2-15 0,5-12 0,3-17 0,2-13 0,3-12 0,-3-5 0,1-4 0,-5-4 0,5 3 0,-7-3 0,4-2 1041,-1 0-1041,3 0 0,1 0 0,1 0 0,-1 0 0,7 0 0,-5 2 0,4 2 0,6 4 0,2 1 0,13-3 0,-3 5 0,16 1 0,1 5 0,17-2 0,0-3 0,3 1-176,-3-7 0,7 0 176,5-6 0,9 0 0,3 0 0,1-2 0,0-4 0,-45 4 0,-1 0 0,44-9 0,-43 6 0,0 0 0,42-6 0,1 1 0,-6 4 0,0 4 0,2-3 0,2 3 0,2 2 0,-6 0 0,-6 0 0,-5 2 0,5 3 0,0 5 0,6 7 0,-1 0 0,-5 1 0,4-1 0,-4 0 0,2-6 0,1-1 0,-3-2 0,2-5 0,4-1 0,6-2 0,-10 0 0,4 0 0,-11-2 0,-1-3 0,-7 3 0,0-4 0,4 6 0,0 6 0,0-4 0,-3 3 0,-5 3 0,1-2 0,-9 5 0,2-5 0,-5 0 0,-6-6 0,6 0 0,-1 0 0,1 0 0,5 0 0,-1 0 0,1-2 0,6-4 0,4-5 0,-6 1 0,-3-1 0,-5 5 0,-1-6 0,-1 3 0,1-3 0,-2-1 176,-4 7 0,3-1-176,-3 1 0,4 4 0,1-4 0,1 4 0,2 2 0,1 0 0,2 0 0,3-5 0,-3-1 0,-3-6 0,3 7 0,-3-9 0,-3 3 0,3 1 0,3-1 0,2 5 0,4-5 0,-3 5 0,-9-4 0,1 1 0,0-1 0,-8 6 0,-4-1 0,2-3 0,-2 2 0,0-5 0,-5 5 0,-1-5 0,2 5 0,2 0 0,3-1 0,-1 5 0,-6-4 0,1-2 0,-1 3 0,-1-1 0,-5 6 0,-1 0 0,-4 0 0,-10-6 0,5 0 0,-13 1 0,9 3 0,-9-4 0,3 4 0,-2-4 0,3-3 0,9 5 0,-1-7 0,2 7 0,4-2 0,-4 2 0,4-2 0,-4 5 0,-2-5 0,0 4 0,1-4 0,-1 0 0,-6-1 0,1 1 0,-8 4 0,11-13 0,-13 11 0,4-7 0,-5-3 0,5 5 0,0-3 0,0 1 0,-6-6 0,0-1 0,2-5 0,1 1 0,3-1 0,-2-2 0,6 4 0,1-8 0,-1 0 0,1-5 0,1-2 0,5-4 0,0 1 0,0-6 0,-5 1 0,-1-2 0,-5 2 0,5 4 0,-7 2 0,2-8 0,-4-2 0,-2-2 0,-6-1 0,0-1 0,-7 1 0,1-1 0,3 0 0,-3 1 0,7 1 0,-7 4 0,6-2 0,-5 8 0,7 0 0,-2 8 0,3 3 0,-3 6 0,4-4 0,-13 1 0,5-1 0,-7 6 0,0 8 0,5-1 0,1 8 0,-1-5 0,-5 5 0,0 1 0,0 5 0,-1 0 0,1 0 0,-2 0 0,-4 0 0,-2 0 0,-3 0 0,-11 0 0,5 0 0,-14 1 0,-3 5 0,-5-4 0,-13 4 0,-3 1 0,-14-1 0,5 0 0,1-6 0,-2 0 0,-2 0 0,-2 6 0,-1-1 0,1 1-214,0-6 1,6 0 213,0 0 0,1 0 0,-1 0 0,4 0 0,5 0 0,-4 0-20,-5 0 0,-10 0 1,-4 0-1,1 0 20,-1 0 0,44 0 0,-1 0 0,-1 0 0,0 0 0,0-2 0,-1-2 0,-4 2 0,0-1 0,3-1 0,0 0 0,1 2 0,-1 0 0,4-1 0,1 0 0,-43 0 0,12-5 0,5 2 0,5-1-140,1 1 0,-8 4 140,-3-4 0,3-1 0,3 1 0,1 0 0,-1 6 0,-10 0 0,-12 0 0,4 2 0,41 1 0,-1 0 0,-40 1-242,0 7 1,4-5 241,2 5 0,10-7 0,7 2 0,0-4 0,6-2 0,-4 0 112,-2 0 0,0 0-112,1 0 0,5 5 0,-1 1 0,1 2 0,-5-2 0,-7-3 0,0 9 0,-5-6 0,7 3 0,5-1 37,3-4 0,17 3-37,2-1 0,2 2 137,4-3 1,-2-1-138,2 8 0,1-7 128,-7 7 1,1-3-1,-9 5 1,-3-3-129,-6 3 0,-2-5 0,1 3 0,-1-7 0,8 7 0,-2-8 0,1 1 0,11 3 0,-3-2 0,6-2 91,6-3 0,-1 1-91,-1 4 0,4-2 0,-4 7 0,2-5 0,-3 6 0,5-7 0,-4 7 0,4-7 0,1 7 0,3-2 0,3 1 0,4-3 0,0-1 0,14-5 0,-12 6 0,21-8 0,-6 0 0,10 0 0,4 0 0,-4 4 0,4 7 0,-12 1 0,-4 12 0</inkml:trace>
  <inkml:trace contextRef="#ctx0" brushRef="#br0" timeOffset="16">8157 9800 8912,'-2'-15'0,"-4"3"0,-5 7 0,-5 3 0,-1 2 0,0 0 0,-6 7 0,-4 5 0,-3 5 0,-7 6 0,-8-4 0,-1 4 0,-4-2 0,-2 2 0,-7-2 0,-2 6 0,0-3 0,3-3 0,12-1 0,6-3 0,6-2 0,5-2 0,6-3 0,4-2 0,10-3 0,1-5 0,10 0 0,4 0 0,3-7 0,8-3 0</inkml:trace>
  <inkml:trace contextRef="#ctx0" brushRef="#br0" timeOffset="17">7469 9628 8912,'-14'-17'0,"-3"2"0,-2 1 0,0 3 0,2 7 0,-1-2 0,1 6 0,0 6 0,0 11 0,-1 14 0,3 7 0,4 8 0,1-2 0,4 2 0,4-1 0,-3 7 0,5 0 0,5-1 0,7-9 0,11-7 0,4-9 0,7-8 0,6-3 0,0-4 0,8-3 0,-2-8 0,11-15 0,5-4 0</inkml:trace>
  <inkml:trace contextRef="#ctx0" brushRef="#br0" timeOffset="18">1996 9628 8912,'-6'12'0,"1"-1"0,1 2 0,2 3 0,2 1 0,0 0 0,0 0 0,8-1 0,3-3 0,4-3 0,3-3 0,5-1 0,0-6 0,-2 0 0,-2 0 0,4-6 0,0-3 0,-2-5 0,-2-5 0,-8-2 0,-1 2 0,-3-2 0,-3-2 0,-2-2 0,-2 2 0,-2 2 0,-4-5 0,-5 1 0,-4 4 0,-2 7 0,-1 3 0,-5 7 0,0-2 0,0 4 0,-1 2 0,3 10 0,-8 7 0,8 14 0,-2 9 0,11 8 0,7-3 0,3 11 0,2 1 0,2-1 0,3-9 0,9-5 0,7-5 0,6-1 0,7-13 0,0-8 0,1-9 0,-1-4 0,1-2 0,-1-8 0,1-17 0,-1-11 0</inkml:trace>
  <inkml:trace contextRef="#ctx0" brushRef="#br0" timeOffset="19">2375 9559 8912,'9'0'0,"-1"0"0,-8 8 0,8 2 0,3 7 0,4-6 0,3 1 0,1 1 0,4 2 0,-2 6 0,7-3 0,-5 3 0,4-10 0,0 4 0,0 3 0,-6-9 0,4-1 0,-8-8 0</inkml:trace>
  <inkml:trace contextRef="#ctx0" brushRef="#br0" timeOffset="20">2667 9456 8912,'-2'16'0,"-1"-3"0,-3-2 0,2 3 0,-6 1 0,-1 2 0,1 8 0,-1 4 0,0 3 0,-7 3 0,3 5 0,2 0 0,3-2 0,2-2 0,-3 2 0,5-3 0,0 1 0,6-13 0,0-2 0,0-2 0,0-9 0,8-10 0,2-10 0</inkml:trace>
  <inkml:trace contextRef="#ctx0" brushRef="#br0" timeOffset="21">2891 9456 8912,'-8'-9'0,"6"3"0,-3 12 0,3 9 0,2 10 0,0 3 0,0 9 0,6-1 0,-1 10 0,9-6 0,-3 6 0,-1-2 0,1 2 0,-5 1 0,5-6 0,-7-1 0,2-6 0,2-7 0,-3-4 0,1-4 0,-6-2 0</inkml:trace>
  <inkml:trace contextRef="#ctx0" brushRef="#br0" timeOffset="22">2908 9473 8912,'0'-17'0,"0"0"0,0 0 0,0 0 0,0-1 0,0 1 0,0 0 0,0 6 0,0-1 0,8 8 0,3-1 0,5 3 0,1 2 0,0 0 0,0 5 0,1 1 0,-9 9 0,-1 1 0,-3 5 0,1 0 0,0 4 0,-6-3 0,0 9 0,0-2 0,-2 1 0,-4-1 0,2 3 0,-7-3 0,5 4 0,-5 1 0,5-7 0,-5-4 0,7-4 0,-12-2 0,7 0 0</inkml:trace>
  <inkml:trace contextRef="#ctx0" brushRef="#br0" timeOffset="23">3184 9559 8912,'9'18'0,"6"-1"0,-13-6 0,4 1 0,-4-8 0,-2 11 0,0-13 0,0 5 0,8-9 0,3-3 0,3 1 0,-3-8 0,4 1 0,-3-6 0,3 5 0,2 1 0,-7-1 0,-4-5 0,1 0 0,-1 0 0,0 5 0,-6 1 0,-2 7 0,-2-4 0,-4 3 0,-1-1 0,3 0 0,-5 6 0,-1 2 0,-5 4 0,5 3 0,1 9 0,1 5 0,-1-1 0,1 9 0,5-2 0,3-3 0,-4 3 0,6-8 0,6 2 0,3-4 0,8-2 0,8-7 0,4-4 0,-2-4 0,1-4 0,3-4 0,2-11 0,1-10 0</inkml:trace>
  <inkml:trace contextRef="#ctx0" brushRef="#br0" timeOffset="24">3597 9439 8912,'-18'8'0,"1"1"0,0 8 0,0 1 0,7-5 0,3 2 0,1 4 0,0 0 0,0 6 0,6-2 0,0 2 0,2-4 0,4 2 0,5-2 0,5-2 0,1-2 0,0-5 0,0-1 0,1-7 0,-1 2 0,0-6 0,0-6 0,0-3 0,1-16 0,-1-2 0</inkml:trace>
  <inkml:trace contextRef="#ctx0" brushRef="#br0" timeOffset="25">3786 9198 8912,'-12'0'0,"1"0"0,7 2 0,-2 4 0,-3 4 0,7 12 0,-4 1 0,4 2 0,2-2 0,0 6 0,0 3 0,0 3 0,0-1 0,2 6 0,4 0 0,-2 0 0,7-5 0,-5-8 0,5-5 0,1-2 0,5-3 0,0-8 0,6-1 0,0-8 0,0-4 0,-6-7 0,8-3 0,4-14 0,-2 5 0,1-6 0,-7 0 0,2-5 0,-4 2 0,-3 3 0,-5 4 0,-5 0 0,-4 12 0,-2-4 0,0 11 0,-8-2 0,-3 10 0,-5 4 0,-1 5 0,0 10 0,0 2 0,0 6 0,-1-6 0,3 6 0,4-7 0,3 7 0,8-6 0,0-2 0,0-2 0,8-7 0,3-1 0,12-7 0,6 2 0,3-6 0,3-6 0,5-4 0,0-7 0,0 0 0,-5 0 0,-7-6 0,-1 0 0,-2 0 0,-4-2 0,-10 6 0,-5-4 0,-4 4 0,-2 2 0,-2 2 0,-4 3 0,-3 4 0,-8 8 0,1 2 0,5 4 0,-4 4 0,11 7 0,-6 0 0,2 0 0,5 0 0,1 1 0,2-1 0,0-6 0,0 1 0,2-3 0,3 3 0,7-7 0,3-3 0,2-2 0,-5 0 0,-1 0 0,-1-7 0,3-5 0,-1-3 0,1-2 0,-3-8 0,1-4 0,-7-3 0,2-3 0,-4 1 0,-2 0 0,0-3 0,0-3 0,0-4 0,0-7 0,0 1 0,0 4 0,-2 4 0,-4 8 0,4 7 0,-6 6 0,8 17 0,0 16 0,0 16 0,0 14 0,0 4 0,0 8 0,0-3 0,0 7 0,2-5 0,4-1 0,-4-1 0,6-1 0,-3-2 0,1-2 0,0-8 0,-6 2 0,0-4 0,0-1 0,0-9 0,-8-1 0,-1-8 0</inkml:trace>
  <inkml:trace contextRef="#ctx0" brushRef="#br0" timeOffset="26">3683 9577 8912,'-18'0'0,"1"1"0,0 5 0,6-4 0,-1 4 0,8-4 0,-1-2 0,12-2 0,10-6 0,12-7 0,9-6 0,14-10 0,11 3 0,4-5 0,2-1 0,5-1-235,1 1 1,7 5 234,-2 1 0,-3-1 0,-1-5 0</inkml:trace>
  <inkml:trace contextRef="#ctx0" brushRef="#br0" timeOffset="27">4904 9009 8912,'-17'-2'0,"0"-3"0,0 3 0,0-4 0,1 12 0,5 5 0,3 12 0,8 6 0,-6 3 0,1 3 0,1 1 0,2 4 0,2-2 0,0 8 0,0-2 0,0 2 0,2-4 0,4-8 0,-4-5 0,3 0 0,-1-10 0,2-2 0,3-8 0,9-9 0</inkml:trace>
  <inkml:trace contextRef="#ctx0" brushRef="#br0" timeOffset="28">5077 9198 8912,'-18'0'0,"5"0"0,-4 0 0,9 6 0,-9 0 0,4 7 0,-5-1 0,7 3 0,-1 2 0,9 2 0,-3 2 0,4 2 0,2-2 0,2 4 0,4-2 0,-3-2 0,9-10 0,-1 3 0,7-9 0,-1 7 0,0-6 0,0-1 0,-2-6 0,-1-5 0,-3-6 0,-5 3 0,6-3 0,-9 1 0,3-6 0,-4-1 0,-2 1 0,0 0 0,0 0 0,0 0 0,0-1 0,-2 1 0,-4 0 0,4 0 0,-5 5 0,7 1 0,0 0 0,0-7 0</inkml:trace>
  <inkml:trace contextRef="#ctx0" brushRef="#br0" timeOffset="29">5404 9164 8912,'9'-8'0,"-1"-1"0,-8-8 0,0 7 0,-2-3 0,-4 7 0,-5 2 0,-5 2 0,-1 10 0,0 3 0,0 5 0,-1 1 0,1 0 0,0 0 0,2 2 0,3 4 0,-1-4 0,7 4 0,2-4 0,2-2 0,2 1 0,0-1 0,2 0 0,4 0 0,2-5 0,3-1 0,5-1 0,-5 1 0,12 4 0,2-13 0,3 4 0,-3 4 0,-7-8 0,-1 3 0,0-3 0,-7 0 0,-5 4 0,-3-4 0,-4 11 0,-3-5 0,-9 1 0,-7 5 0,0 1 0,-8 2 0,3 0 0,-3 1 0,2-7 0,6 1 0,-2-1 0,2-1 0,8-3 0,1-7 0,8-2 0,-1-3 0,3-13 0,9-8 0,3-9 0</inkml:trace>
  <inkml:trace contextRef="#ctx0" brushRef="#br0" timeOffset="30">5610 9181 8912,'10'-8'0,"3"5"0,-7-9 0,-1 8 0,-5-3 0,-1 7 0,-5 0 0,-4 2 0,-7 3 0,2 5 0,1 7 0,3 0 0,-3 1 0,-1-1 0,-2 0 0,6 4 0,1-2 0,0-2 0,1 4 0,5-9 0,-2 5 0,4-2 0,2 0 0,2 1 0,4-3 0,5-3 0,5-3 0,1 5 0,0-7 0,2 3 0,2-4 0,2 2 0,-2-2 0,-7 3 0,-3-1 0,1 7 0,-3-3 0,-5 7 0,-8 0 0,-7 0 0,-12 1 0,-4-1 0,-7 0 0,-7 0 0,1-2 0,2-1 0,2-3 0,1-1 0,1 1 0,7-3 0,-5-8 0,5 0 0</inkml:trace>
  <inkml:trace contextRef="#ctx0" brushRef="#br0" timeOffset="31">6161 9233 8912,'-18'5'0,"3"3"0,2 0 0,1 1 0,-1 1 0,3 1 0,1 8 0,1 4 0,4 6 0,2-2 0,2 1 0,0 1 0,0-2 0,6 3 0,4-7 0,5-2 0,4-4 0,10-5 0,-6-6 0,-4-4 0,-2-10 0,0-4 0,-1-9 0,-5-3 0,-3-1 0,-1 0 0,-5-6 0,2 5 0,-6-3 0,-4 0 0,-7 6 0,2-5 0,-7 9 0,-5 1 0,4 3 0,-4 9 0,2 1 0,0 5 0,-2 0 0,2 0 0,2 7 0,2 11 0,0 8 0</inkml:trace>
  <inkml:trace contextRef="#ctx0" brushRef="#br0" timeOffset="32">6677 9044 8912,'0'-27'0,"-6"-6"0,0 5 0,-5 3 0,3 2 0,1 4 0,-1 2 0,-3 5 0,5 1 0,-8 7 0,3-2 0,1 12 0,1 7 0,-1 8 0,1 8 0,5 11 0,-2 6 0,4 4 0,2 1 0,0 3 0,0 3 0,0-4 0,0 5 0,0-10 0,0-3 0,0-5 0,0 4 0,0-3 0,0-9 0,2 1 0,4-11 0,-4 1 0,6-13 0,-8-2 0,0-8 0</inkml:trace>
  <inkml:trace contextRef="#ctx0" brushRef="#br0" timeOffset="33">6384 9284 8912,'-17'10'0,"0"5"0,0-13 0,9 6 0,10-8 0,13 0 0,10-2 0,10-4 0,-1-4 0,0 1 0,1-4 0,-1 5 0,1 0 0,-1 1 0,1-7 0,-1 5 0</inkml:trace>
  <inkml:trace contextRef="#ctx0" brushRef="#br0" timeOffset="34">1738 10866 8912,'15'-8'0,"-1"-1"0,-3-3 0,1 1 0,-3-2 0,-3-3 0,4-1 0,-1 0 0</inkml:trace>
  <inkml:trace contextRef="#ctx0" brushRef="#br0" timeOffset="35">1755 10780 8912,'-11'-2'0,"-1"-4"0,-1-5 0,3 3 0,1 1 0,1-1 0,2 6 0,6-13 0,0 13 0,0-6 0,0 8 0,0 0 0,0-7 0,0 5 0,0-6 0,0 8 0,0 0 0,0-8 0,0 7 0,0-9 0,0 4 0,0 4 0,0-5 0,0 7 0,0-8 0,0 6 0,0-5 0,0 7 0,-7 0 0,5 0 0,-6 0 0,8 0 0,0 0 0,0-8 0,0 6 0,0-6 0,0 8 0,0-2 0,0-3 0,0 3 0,-7-13 0,3 13 0,-8-4 0,7-2 0,-7 3 0,1-1 0,-7 6 0,5 0 0,-2 0 0,-4 0 0,-1 0 0,1 2 0,2 3 0,0 11 0,0 7 0,5 7 0,1-1 0,7 9 0,-2 2 0,4 14 0,4 1 0,4 8 0,5 8 0,5 5 0,1-7 0,0 2 0,0-14 0,-1-2 0,-5-9 0,4 0 0,-3-12 0,-4 3 0,-3-14 0,5-8 0,-8 0 0,5-15 0,-7 0 0,-7-7 0,-3-18 0,-7-2 0</inkml:trace>
  <inkml:trace contextRef="#ctx0" brushRef="#br0" timeOffset="36">1256 11210 8912,'-17'0'0,"0"0"0,0 0 0,7 0 0,4 0 0,14 0 0,9 0 0,8 0 0,9-2 0,3-2 0,3-2 0,-2-7 0,8 2 0,-8-3 0,2 3 0,-5-3 0,-5 7 0,-1-3 0,2-3 0,-12 5 0,-2 2 0,-9 3 0,3-3 0,-7 4 0,4-6 0,-16 8 0,6 0 0,-13 0 0,13 0 0,-6 0 0,8 0 0,0 0 0,0 0 0</inkml:trace>
  <inkml:trace contextRef="#ctx0" brushRef="#br0" timeOffset="37">2358 10814 8912,'9'0'0,"-1"-7"0,-8 5 0,0-6 0,-8 8 0,-3 0 0,3 2 0,0 4 0,3 7 0,-1 8 0,-6 0 0,7 8 0,-1-2 0,6 3 0,0-3 0,0-2 0,0 0 0,0-2 0,0-10 0,0 4 0,8-5 0,3-1 0,4-5 0,3-6 0,-1-6 0,0-3 0,0-9 0,0-5 0,1 1 0,-7-9 0,1 2 0,-9 3 0,3-3 0,-4 2 0,-4-1 0,-4 5 0,-5 3 0,-4 3 0,-3 0 0,-5 8 0,1 3 0,-1 4 0,5 2 0,1 2 0,0 4 0,2 3 0,3 8 0,6 0 0,5 1 0,1-7 0,0 1 0,0-9 0,0 13 0,0-7 0</inkml:trace>
  <inkml:trace contextRef="#ctx0" brushRef="#br0" timeOffset="38">2685 10746 8912,'-2'9'0,"-4"-3"0,4 4 0,-6-7 0,8 9 0,-7-1 0,5 6 0,-4 3 0,4 1 0,2 2 0,0-1 0,0-4 0,6 5 0,0-1 0,-1 1 0,-5-5 0,2-1 0,4 0 0,-4-6 0,4 1 0,-4-8 0,-2 3 0,0-14 0,0-5 0,0-11 0,0-5 0,-2-5 0,-4-1 0,4-1 0,-4 1 0,4 0 0,2-1 0,0 7 0,0-1 0,0 8 0,0-2 0,8 4 0,2 9 0,7 5 0,0 10 0,0 9 0,0 7 0,1 7 0,-1 11 0,0 1 0,0 6 0,0-6 0,1 0 0,-1-6 0,0 1 0,0-3 0,0-3 0,1 3 0,-1-5 0</inkml:trace>
  <inkml:trace contextRef="#ctx0" brushRef="#br0" timeOffset="39">3700 10539 8912,'9'-7'0,"-1"5"0,-8-6 0,0 10 0,0 6 0,0 7 0,0 8 0,0 4 0,6 3 0,0 10 0,-3 4 0,-1 0 0,4 6 0,0-4 0,-2 3 0,-3 3 0,-1 0 0,0-3 0,-1-1 0,-5-2 0,-4-8 0,-7 2 0,0-11 0,0-6 0,1-4 0,5-2 0,-4-2 0,3-3 0,-3-5 0,0-14 0,3-5 0,-1-3 0,7-2 0,-2-2 0,3-4 0,3-4 0,-4-7 0,4-1 0,4 3 0,2 1 0,1 3 0,7 7 0,-6-2 0,7 4 0,-3 7 0,7 1 0,-6 7 0,1-2 0,5 12 0,6 5 0,-2 5 0,-2 1 0,4-6 0,0 1 0,8-3 0,-3 3 0,7-5 0,5-7 0,2 0 0,6 0 0,-4-2 0,-2-3 0,4 1 0,-6-8 0,-6 7 0,-5-7 0,-2 1 0,1-6 0,-5 5 0,-9 1 0,-5-3 0,-1-1 0,3 4 0,-5-1 0,0 1 0,-6-7 0,0 1 0,0 0 0,0 0 0,0 0 0,-2-1 0,-2 1 0,-2 0 0,1 0 0,5 0 0,-6-6 0,0 0 0,-5-6 0,5 6 0,-7-5 0,1 5 0,-1-2 0,-1 4 0,3-2 0,-3 2 0,-1 4 0,-2 5 0,0-1 0,-1 7 0,1-5 0,0 5 0,0-2 0,0 3 0,-1 3 0,1-4 0,-2 4 0,-4 2 0,8 0 0,-8 0 0,13-2 0,-7-4 0,4 4 0,-4-3 0,-1 3 0,1 2 0,0 0 0,5 0 0,1 0 0,0 0 0,-7 0 0,1 2 0,0 3 0,2 5 0,1 7 0,3 0 0,-3 1 0,1-1 0,2 0 0,-3 6 0,8 0 0,-5 0 0,5-6 0,0 2 0,6 2 0,0 2 0,0-2 0,4-2 0,8-2 0,-1-7 0,22 5 0,-7-5 0</inkml:trace>
  <inkml:trace contextRef="#ctx0" brushRef="#br0" timeOffset="40">16125 10402 8912,'-10'-12'0,"4"1"0,2-1 0,1 1 0,-3 0 0,0 5 0,6-6 0,0-1 0,0 3 0,0-1 0,0 5 0,0-5 0,-2 5 0,-4-5 0,5 7 0,-7-4 0,8 8 0,0 0 0,0 8 0,0 3 0,0 4 0,0 10 0,0 4 0,0 3 0,0 3 0,0 1 0,0 4 0,6 2 0,-1 4 0,1-2 0,-6-6 0,2 4 0,4 2 0,-4-7 0,3-3 0,-3-2 0,-2-9 0,0 0 0,0-6 0,8 1 0,-6-7 0,4 1 0,-4-9 0,-2 3 0,0-12 0,-8-3 0,-2-8 0</inkml:trace>
  <inkml:trace contextRef="#ctx0" brushRef="#br0" timeOffset="41">15832 10746 8912,'-15'-2'0,"3"-4"0,5 4 0,7-13 0,0 13 0,1-4 0,5 12 0,8 5 0,7 5 0,-2 1 0,4 0 0,-4-5 0,-2-1 0,0 0 0,0 7 0,3-3 0,3-4 0,-4 5 0,4-5 0,-4-3 0,-2-2 0,0-5 0,0-1 0,1 0 0</inkml:trace>
  <inkml:trace contextRef="#ctx0" brushRef="#br0" timeOffset="42">16383 10608 8912,'-18'0'0,"7"0"0,0 0 0,-3 4 0,-7 6 0,-4 9 0,-2 5 0,5 5 0,-7 6 0,6-1 0,-6 0 0,8-1 0,-2-3 0,6-3 0,6-2 0,3-2 0,8-14 0,0-1 0,0-8 0</inkml:trace>
  <inkml:trace contextRef="#ctx0" brushRef="#br0" timeOffset="43">14989 11176 8912,'0'-12'0,"0"1"0,0-3 0,0 5 0,0-3 0,0 7 0,0-7 0,0 6 0,0-5 0,0 7 0,0 6 0,0 15 0,0 10 0,0 5 0,0 5 0,0 3 0,0 2 0,0 4 0,0 1 0,0-6 0,0-3 0,0-2 0,5-4 0,1-3 0,6-4 0,-7-8 0,9-2 0,-3-3 0,-1-4 0,3-8 0,4 0 0,4 0 0,8-8 0,-6-4 0,6-5 0,-6-6 0,5 4 0,-5-4 0,0 10 0,-5 1 0,-1 1 0,0 0 0,0-1 0,-7 8 0,5-3 0,-13 7 0,13-8 0,-5-2 0</inkml:trace>
  <inkml:trace contextRef="#ctx0" brushRef="#br0" timeOffset="44">15488 11158 8912,'0'-17'0,"0"0"0,0 0 0,-2 1 0,-2 3 0,-2 2 0,1 7 0,5-4 0,0 16 0,0 3 0,0 5 0,0 1 0,5 6 0,1 0 0,0 9 0,-6 1 0,0 5 0,0 0 0,0 4 0,0-2 0,0 0 0,0-5 0,2-7 0,2-1 0,1-2 0,-1-4 0,4-2 0,-3-2 0,9-7 0,-3-5 0,-1-3 0,1-2 0,1-7 0,5-5 0,6-3 0,0-2 0,0 0 0,-6-1 0,0 1 0,1 0 0,-7 2 0,0 3 0,1 5 0,-3 5 0,-3-4 0,-4 4 0,-2-6 0</inkml:trace>
  <inkml:trace contextRef="#ctx0" brushRef="#br0" timeOffset="45">15884 11347 8912,'-2'-15'0,"-2"2"0,-2 1 0,-7 1 0,11-1 0,-4 1 0,4 7 0,2 4 0,0 12 0,0 9 0,0 2 0,0 7 0,0-3 0,0 2 0,0-1 0,2-7 0,4 2 0,-4 2 0,3-2 0,-3 0 0,-2-6 0,0 0 0,0 0 0,0 1 0,0-9 0,0-3 0,0-12 0,0-5 0,0-5 0,2-3 0,4-4 0,-4 2 0,4-7 0,-4 5 0,-2-6 0,2 6 0,3-5 0,-1 7 0,6-2 0,-1 3 0,1 3 0,-5 0 0,7 0 0,-1 2 0,7 3 0,-7 5 0,1 7 0,1 0 0,8 1 0,2 7 0,-2 9 0,-2 0 0,-2 6 0,1 2 0,-1-2 0,0 6 0,0-6 0,0 0 0,1-6 0,-9-6 0,-3 1 0,3-8 0,-5 3 0,8-7 0,-8-9 0,1-9 0,-3-1 0,-2-9 0,0-1 0,0-5 0,0-6 0,0-1 0,0 1 0,0-2 0,0 6 0,0-4 0,0 9 0,0 3 0,0 7 0,0-4 0,2 10 0,2 1 0,2 3 0,7-1 0,-3-5 0</inkml:trace>
  <inkml:trace contextRef="#ctx0" brushRef="#br0" timeOffset="46">19394 12465 8912,'-17'0'0,"2"2"0,1 2 0,3 1 0,-3-1 0,5-2 0,-3-2 0,7-2 0,-7-3 0,8-5 0,-5-5 0,5 1 0,-2 3 0,-7-1 0,5 1 0,-5 1 0,1 3 0,-1 3 0,-2 2 0,-3 2 0,-1 0 0,-4 0 0,-9 0 0,-8 0 0,-10 8 0,-2 3 0,-7 3 0,-10-3 0,0 4 0,1-3 0,1 3 0,4 2 0,3-5 0,11-3 0,3-1 0,6-4 0,3-2 0,3-2 0,5 0 0,0 0 0,8 0 0,-2 0 0,-3 0 0,5-6 0,-4-2 0,4 1 0,5-1 0,5-5 0,0 1 0,-3 3 0,8-3 0,-1 3 0,1-3 0,4 3 0,-4 3 0,4 4 0,2-6 0,2 8 0,4 0 0,-4-7 0,6-3 0</inkml:trace>
  <inkml:trace contextRef="#ctx0" brushRef="#br0" timeOffset="47">18327 12087 8912,'-9'-27'0,"-1"2"0,4 8 0,-5 2 0,-10 3 0,-2 7 0,-13 5 0,1 5 0,-16 14 0,-5 14 0,-7 9 0,-8 8 0,1-3 0,6 11 0,5 3 0,8 2 0,1 4 0,6 1 0,9-1 0,11-4 0,6 0 0,7-11 0,3 0 0,8-18 0,2 2 0,4-13 0,5-6 0,12-5 0,10-3 0,7 3 0,10-5 0,1-7 0,3 0 0,9 0 0,-8 0 0,5 0 0</inkml:trace>
  <inkml:trace contextRef="#ctx0" brushRef="#br0" timeOffset="48">12769 14373 8912,'-23'-1'0,"0"-5"0,2-4 0,0-1 0,0 1 0,0 1 0,4 1 0,3 0 0,5-5 0,-5 4 0,5-3 0,1 1 0,-3-1 0,5-5 0,2 0 0,-4 0 0,3-1 0,-1 9 0,6-6 0,0 13 0,0-6 0,0 6 0,2-2 0,4-2 0,-5-7 0,7 4 0,-8-9 0,6-5 0,0 1 0,1-3 0,-3 2 0,2-6 0,-2-3 0,-1-3 0,3 1 0,-4-1 0,4 1 0,1 0 0,-1-1 0,6 1 0,-7 0 0,1 5 0,-6 0 0,6 8 0,0-2 0,-1 12 0,-5 3 0,0 16 0,0 3 0,0 14 0,0 10 0,0 10 0,0 11 0,2 13 0,4 11 0,-5-32 0,0 3-217,1 3 0,2 1 0,0 4 1,-1 0 216,0 4 0,0 1 0,0 7 0,0 3-369,-3 5 1,0 2 0,2 3 0,2 0 368,-2 3 0,1-2 0,0-10 0,0-3 0,-3-5 0,0-2 0,0-8 0,0-3 0,0 40 0,-6-12 0,1-19 0,-7-12 0,6-11 0,-5-5 0,5-7 0,2-5 0,2-11 365,2-5 1,0-8-366,0-5 0,0 2 804,0-7 1,0-1-805,0-5 0,0-6 0,0 0 0,0-13 0,0 1 0,2-10 0,4-1 0,-4-10 0,4-1 0,-4-16 0,-2 10 0,0-13 0</inkml:trace>
  <inkml:trace contextRef="#ctx0" brushRef="#br0" timeOffset="49">12614 13755 8912,'-10'-18'0,"-3"1"0,7 0 0,1 0 0,5 0 0,1 1 0,5 5 0,-2-3 0,7 9 0,1-9 0,5 5 0,-2-3 0,-3 1 0,3 1 0,-3-1 0,3-3 0,2 9 0,0-7 0,1 7 0,-1-1 0,0 6 0,6-6 0,0 0 0,8 1 0,-3 5 0,5 0 0,1 0 0,2 0 0,5 0 0,-5 0 0,4 0 0,2 0 0,-2 0 0,2 0 0,-3 0 0,1 0 0,-2 0 0,-2 2 0,-1 3 0,5-1 0,0 8 0,8-9 0,-2 3 0,3 2 0,3-3 0,0 1 0,-1-6 0,1 0 0,0 0 0,-1 0 0,1 0 0,-1 0 0,1 0 0,0 0 0,-1 0 0,1 0 0,0 0 0,5 0 0,0 0 0,1 2 0,-7 4 0,3-4 0,3 3 0,-3-3 0,3-2 0,-1-2 0,1-3 0,-2 1 0,8-8 0,1 1 0,4-6 0,-6 5 0,-5 1 0,-3 7 0,-3-2 0,-1-1 0,-4 1 0,-6 2 0,-4 2 0,1 8 0,3 0 0,-2 5 0,8-5 0,0 5 0,5-5 0,1 0 0,2-6 0,3 0 0,6 0 0,-4 0 0,-1 0 0,-7 0 0,-5 0 0,8 0 0,-8 0 0,5 0 0,-11 0 0,8 0 0,-2 0 0,4 0 0,1 0 0,-5 0 0,0 0 0,4 0 0,5 0 0,-1 0 0,3 0 0,-9 0 0,-2 0 0,0 2 0,5 3 0,7-1 0,-1 8 0,6-7 0,-5 7 0,7-6 0,-2 3 0,4 1 0,1-1 0,-6-5 0,-5 2 0,4-4 0,2-2 0,2 0 0,-2 0 0,4 0 0,-4 0 0,1 0 0,4 0 0,-10-6 0,5 0 0,-8 1 0,-3-3 0,0 6 0,-1-4 0,1-1 0,-1 1 0,7 0 0,-1 6 0,6 0 0,-5 0 0,1 0 0,-2 0 0,-9 6 0,4 0 0,-5 5 0,3-3 0,-4-1 0,-6 1 0,-2 4 0,3-7 0,-3 3 0,8-2 0,-2-4 0,2 3 0,-2-3 0,-4-2 0,-4 0 0,4 0 0,-3 0 0,-3 0 0,-7 6 0,-4 0 0,-4 5 0,-2-3 0,0 1 0,0 5 0,-5-5 0,-1 3 0,1-1 0,5 6 0,-5 2 0,-3 2 0,1 2 0,-1-2 0,3 6 0,5 2 0,-6 5 0,1 6 0,-1-2 0,7 8 0,-1 2 0,0 9 0,0-1 0,-2 7 0,-1 2 0,-3 2 0,-1 9 0,1 4 0,3 4 0,-9 2 0,3 0 0,-4-2 0,2 0 0,-3 2 0,-1-11-150,-2 5 1,-5-7 149,-1-5 0,-6 1 0,5-2 0,-1-4 0,1-6 0,-5-5 0,6-6 0,-5-2 0,5-4 0,-7-9 0,1 3 0,-3-11 0,-2 0 0,0-4 0,-1-2 0,1 0 0,0 0 0,0 1 149,-1-1 1,1 0-150,0 0 0,-2-2 0,-4-3 0,4 3 0,-6-3 0,0 3 0,-4 2 0,-3 0 0,-2 1 0,-9-1 0,-2 0 0,-5-2 0,-2-3 0,1 3 0,-1-4 0,0 5 0,1 1 0,-5-6 0,5 1 0,-3-8 0,14 1 0,0-1 0,-2 2 0,-2-4 0,-8 4 0,1-5 0,-1-1 0,-5 6 0,-1 0 0,-11 2 0,6-3 0,-6-1 0,12 8 0,-8-7 0,2 7 0,-10-6 0,-3 5 0,-3 0 0,-3-1 0,-10 5 0,44-9 0,-1 0 0,-1 1 0,0 1-137,1 1 1,1-1 0,-40 4 136,8-1 0,-6 1 0,-6 5 0,40-9 0,1 1 0,2 0 0,0-1 0,0 1 0,1-1 0,-38 10 0,-2-3 0,-6-2 0,43-7 0,-1 0 0,-4 0 0,-1 1 0,-2 0 0,-1 1 0,0 1 0,0 0 0,0-1 0,-1 1-249,1-1 1,0 1-1,-3 2 1,0 1 248,-1-1 0,2 1 0,2 2 0,1 0 0,4-2 0,1-1 0,-38 18-206,6-6 1,6 0 205,0-6 0,1 0 0,5 0 0,-5-1 0,-7-3 0,0-1 0,0 1 0,6-4 0,-1 3 0,-7-6 0,40-1 0,-1 1 0,-4-3 0,-1 0 0,-1 3 0,1-1 0,3-2 0,1 0 0,-40 7 0,6-1 0,3 1 0,10-6 0,3 1 0,12-5 0,10-5 0,8 1 0,-2-8 0,4 7 175,1-7 0,7 3-175,-1-3 0,8-1 247,-2 7 0,-4-6 0,0 7 0,1 1-247,3 2 0,-4-4 238,-2 1 0,4-1-238,2 6 0,6-2 0,6-4 0,-5 4 0,7-13 0,-3 7 0,1-3 0,7-4 0,-4 3 0,3-3 0,-1-2 0,-2 1 0,3 5 0,3-4 0,-4 3 0,4-3 0,2-2 0,-6-6 0,0 0 0,1 0 0,5 6 0,0-6 0,0 0 0,0-2 0,0 2 0,0 2 0,0-8 0,0 8 0,0-1 0,0-3 0,0 2 0,0-8 0,0 3 0,0 1 0,0-2 0,0 0 0,0-5 0,-6 4 0,0-5 0,-1 5 0,3-11 0,-2 3 0,2-2 0,2 2 0,2-8 0,0 8 0,0-2 0,0 3 0,0 3 0,2 0 0,4-1 0,-4 9 0,4 3 0,-4 4 0,-2 1 0,7 1 0,-5 0 0,4 0 0,-4 5 0,-2 1 0,0 5 0,0-5 0,0 5 0,0-6 0,0 7 0,0-7 0,0 8 0,-6-5 0,0 3 0,1 2 0,5-7 0,-6 5 0,0-5 0,0 5 0,4-4 0,-3 3 0,3-7 0,-8 12 0,4-3 0,5-5 0,-7 8 0,8-5 0,0 7 0,0 0 0,-8-8 0,6 6 0,-13-13 0,7 11 0,-3-7 0,1 1 0,5-1 0,1-5 0,-6 5 0,1-3 0,-1 3 0,4-4 0,-5 3 0,7-3 0,-4 0 0,3 1 0,-1 3 0,-2 1 0,3-1 0,1 3 0,-8 8 0,1 0 0,-14 0 0,-2 0 0</inkml:trace>
  <inkml:trace contextRef="#ctx0" brushRef="#br0" timeOffset="50">20169 15044 8912,'-27'0'0,"4"0"0,4 0 0,2 0 0,17 0 0,11 0 0,16 0 0,11 0 0,6 0 0,8 0 0,1 0 0,5 0 0,-5-2 0,4-4 0,-3 4 0,-2-5 0,-1 1 0,1 0 0,3-5 0,-3 5 0,-4-1 0,-14 3 0,-1-2 0,-5 2 0,-3 2 0,-15-5 0,-3 5 0,-7-14 0,0 7 0,0-8 0,-15-8 0,-4-2 0</inkml:trace>
  <inkml:trace contextRef="#ctx0" brushRef="#br0" timeOffset="51">20788 14700 8912,'-11'-6'0,"-1"1"0,8-9 0,-3 5 0,16-1 0,8 4 0,3 5 0,10 1 0,5 3 0,3 9 0,8 1 0,-6 16 0,6 0 0,-6 5 0,-8 2 0,-9 4 0,-4-1 0,-1 6 0,-9 7 0,-3 5 0,-12 1 0,-5-7 0,-12-5 0,-6 0 0,-1-8 0,-1 2 0,4-7 0,2-10 0,-5 0 0,3-14 0</inkml:trace>
  <inkml:trace contextRef="#ctx0" brushRef="#br0" timeOffset="52">22079 14666 8912,'-12'-17'0,"1"-1"0,5 1 0,-4 0 0,1 0 0,-1 0 0,-1-1 0,-6 9 0,-1 3 0,-1 4 0,-4 2 0,4 0 0,-4 0 0,4 15 0,0 8 0,-2 8 0,-2 3 0,2 6 0,10 1 0,-3 4 0,8-4 0,3-3 0,1-2 0,2-3 0,0-5 0,7-5 0,5-11 0,3 1 0,2-7 0,6-2 0,2-10 0,0-8 0,0-7 0,4 0 0,-6-7 0,-1 5 0,-4-6 0,-3 6 0,-4-5 0,3 1 0,-7-2 0,1 6 0,0 4 0,-2 2 0,-6 0 0,0 7 0,0 3 0,0 22 0,0-2 0,0 16 0,1-6 0,5 5 0,-2-7 0,7 2 0,-1 2 0,1-2 0,5-6 0,-5-7 0,5-1 0,1 1 0,0-6 0,0 2 0,0-5 0,1-1 0,-1-7 0,-8-3 0,-1-7 0</inkml:trace>
  <inkml:trace contextRef="#ctx0" brushRef="#br0" timeOffset="53">22337 14288 8912,'-12'0'0,"1"0"0,-1 0 0,-5 0 0,6 7 0,-1 5 0,8 12 0,-1 11 0,3 5 0,2 8 0,2-1 0,3 7 0,13-2 0,10 5 0,7-6 0,5-5 0,-2-4 0,8-7 0,-8-9 0,2-3 0,-3-5 0,-3-7 0,-7-3 0,-4-8 0,-10 0 0,-1 0 0,-8-8 0,1-3 0,-5-1 0,-3-3 0,-5-4 0,-2 0 0,1-6 0,-3 2 0,-3-6 0,3 6 0,-1-5 0,2 5 0,-3-6 0,9 6 0,-3 0 0,2 6 0,4 6 0,-4-1 0,5 1 0,1 1 0,1 4 0,5 12 0,4 9 0,7 8 0,2 0 0,4 2 0,-4-6 0,4 4 0,2 0 0,-2-6 0,6 4 0,-6-9 0,-1 3 0,3 2 0,-6-7 0,4-5 0,-3 3 0,-3-2 0,0-1 0,0 3 0,-7-6 0,-1 6 0,-3-8 0,-4 0 0,6 0 0,-8 0 0,-2 0 0,-4 0 0,4 0 0,-6-2 0,8-4 0,0 4 0,0-13 0,0 5 0,0 1 0,0 1 0,8 0 0,2-1 0</inkml:trace>
  <inkml:trace contextRef="#ctx0" brushRef="#br0" timeOffset="54">23232 14700 8912,'-12'0'0,"1"0"0,7 0 0,-11 0 0,13 0 0,-6-2 0,8-4 0,2 3 0,4-9 0,3 3 0,8-3 0,-5-3 0,-1 3 0,-1-9 0,1-1 0,3-1 0,-8 5 0,5 7 0,-5-1 0,0 1 0,-8-4 0,-4 3 0,-4 5 0,-7 7 0,-2 7 0,-2 7 0,-4 7 0,-2 7 0,6 7 0,-2 5 0,10-4 0,2 4 0,7-3 0,-2-3 0,8-2 0,9-3 0,12-6 0,8-4 0,9-9 0,0-5 0,8-3 0,-2-2 0,4-4 0,1-7 0,-1-8 0,-4-16 0,-4-7 0,-8-1 0</inkml:trace>
  <inkml:trace contextRef="#ctx0" brushRef="#br0" timeOffset="55">23731 14528 8912,'-19'6'0,"-4"0"0,2 7 0,-6-1 0,2 3 0,4 2 0,4 6 0,5 0 0,-1 0 0,7-6 0,0 0 0,6 0 0,0 1 0,0-1 0,8-8 0,2-1 0,7-8 0,2-2 0,4-4 0,-4-3 0,4-8 0,-2-3 0,-2-1 0,0 0 0,-3 6 0,-5-2 0,1 5 0,1 3 0,-7-3 0,7 9 0,-3-5 0,7 8 0,0 0 0,0 0 0,0 0 0,1 0 0,1 6 0,4-1 0,3 1 0,9-6 0,-1 0 0,1 0 0,5-2 0,0-3 0,0-5 0,-5-7 0</inkml:trace>
  <inkml:trace contextRef="#ctx0" brushRef="#br0" timeOffset="56">24281 14494 8912,'-24'0'0,"4"0"0,-2 0 0,2 0 0,3 0 0,0 7 0,0 3 0,0 7 0,7-5 0,4-1 0,4 1 0,4 5 0,4 0 0,4-7 0,7-5 0,2-3 0,4-2 0,-2-7 0,6-5 0,-3-5 0,-2-6 0,-3 2 0,-2-8 0,-6 6 0,1-5 0,-3-1 0,3-5 0,-3-1 0,-3 1 0,-4-6 0,4 0 0,-4 1 0,-2 3 0,-2 9 0,-4 4 0,2 4 0,-7 2 0,5 8 0,-4 5 0,1 10 0,-1 11 0,7 13 0,-3 10 0,-2 14 0,2-3 0,1 5 0,5-5 0,2 5 0,3-3 0,7-3 0,3 0 0,2-8 0,0-2 0,1 0 0,-1-6 0,6-11 0,0-17 0,0-4 0,-6-2 0,0-10 0,0-7 0,-5-6 0,-1-5 0,-7-5 0,2 4 0,2-1 0,-3 1 0,1 4 0,-6 8 0,0 0 0,0 0 0,0 7 0,0 3 0,0 9 0,0 3 0,8-1 0,3 8 0,-1-1 0,1 6 0,1-5 0,5-3 0,2 1 0,4-1 0,-4-5 0,4 2 0,-4-4 0,-2-2 0,0 0 0,1 0 0,-1 0 0,-6-8 0,1-3 0,-6-5 0,5-1 0,-7 0 0,2 0 0,1 0 0,-1-1 0,-2 1 0,-2 6 0,-2-1 0,0 8 0,0-3 0,2 14 0,3 5 0,-1 5 0,8 6 0,-8 4 0,3 9 0,-1 2 0,0 2 0,5 14 0,-5-2 0,0 3 0,-6-4 0,-8 1 0,-4 0 0,-3-3 0,-2-3 0,-8-4 0,-4-7 0,3-7 0,-3-1 0,0-4 0,3-8 0,-7-5 0,6-10 0</inkml:trace>
  <inkml:trace contextRef="#ctx0" brushRef="#br0" timeOffset="57">25761 14305 8912,'-17'0'0,"0"0"0,0 0 0,0 0 0,-1 5 0,1 1 0,8 8 0,3-1 0,4 6 0,2 4 0,0 2 0,0-2 0,2-4 0,4 4 0,1-4 0,5-2 0,3-6 0,-4 1 0,5-6 0,1 5 0,-6-7 0,1 2 0,-1-4 0,7-10 0,-3-2 0,-4-7 0,-1 0 0,-4 0 0,-4 0 0,3-1 0,-3 7 0,-2 0 0,2 5 0,4-6 0,-4 8 0,5-3 0,1 7 0,-4 6 0,7-1 0,-5 7 0,6-6 0,-1 5 0,6-5 0,0 5 0,1-5 0,1 0 0,4-6 0,-2 0 0,7 0 0,-7-8 0,2-3 0,2-7 0,-2-5 0,0 4 0,-6-4 0,-1-1 0,-5 1 0,3-6 0,-9 6 0,1 0 0,-6 6 0,0 0 0,0 0 0,0 7 0,0 4 0,2 12 0,4 5 0,3 5 0,8 1 0,1 6 0,-1 0 0,0 5 0,0-5 0,-5 0 0,-1-6 0,-5 6 0,5 0 0,-7 0 0,2-6 0,-12 6 0,-5 0 0,-6 2 0,-6-2 0,-4-4 0,-8 4 0,7-4 0,-1-2 0,2-5 0,-1-1 0,3-7 0,8 2 0,-1-4 0,9-18 0,1-3 0</inkml:trace>
  <inkml:trace contextRef="#ctx0" brushRef="#br0" timeOffset="58">26398 14442 8912,'10'0'0,"5"0"0,-5-2 0,7-3 0,0 1 0,0-8 0,6 1 0,2-6 0,2-1 0,3 1 0,3 0 0,1 0 0,1-6 0,-1 0 0,-1 0 0,-5 6 0,-3 0 0,-8 0 0,-7 5 0,-4 1 0,-8 7 0,-10-2 0,-1 4 0,-16 2 0,0 2 0,-5 4 0,2 5 0,3 12 0,-4-4 0,5 4 0,5 2 0,6-2 0,1 0 0,11-6 0,-7 6 0,6 0 0,2 0 0,10-6 0,6-2 0,11-3 0,5 1 0,12-7 0,4 0 0,8-6 0,5-6 0,1 0 0,-1-7 0,-5 1 0,-3-3 0,-3-2 0,-5-4 0,-13 4 0,-5-4 0,-11 9 0,-5 3 0,-9-1 0,-3 2 0,-7 5 0,-9 1 0,-2 2 0,-5 5 0,5 1 0,-6 6 0,6-7 0,0 9 0,6-7 0,0 5 0,7 3 0,2-5 0,8 7 0,8-6 0,3 1 0,5-8 0,1 1 0,0-3 0,0-2 0,3-7 0,2-5 0,-2-3 0,3-2 0,-4-2 0,-2-4 0,0-4 0,0-7 0,-1-7 0,-5 1 0,2-7 0,-5 1 0,0-4 0,-1-2 0,-1 1 0,-6-1 0,0 10 0,0 8 0,0 7 0,0 10 0,0 7 0,0 5 0,0 10 0,0 7 0,0 11 0,-2 11 0,-4 12 0,5 4 0,-5 1 0,4 1 0,2-1 0,0-1 0,0-4 0,0 2 0,0-8 0,2 0 0,4-6 0,3-7 0,8-4 0,2-6 0,4-5 0,6-5 0,11-7 0,4 0 0,15-15 0,3-4 0</inkml:trace>
  <inkml:trace contextRef="#ctx0" brushRef="#br0" timeOffset="59">27930 14116 8912,'-6'-12'0,"-2"3"0,-1 1 0,5 2 0,-6 6 0,5 0 0,3 0 0,-6 8 0,8 3 0,0 5 0,0 1 0,2 0 0,4 0 0,3 0 0,8 1 0,1-7 0,-1 0 0,0-7 0,0 4 0,1-8 0,-1 0 0,0 0 0,0-2 0,0-4 0,-5-3 0,-3-8 0,1-1 0,0 1 0,-5 6 0,7-1 0,-8 1 0,3-6 0,-7-1 0,0 9 0,0 1 0,0 8 0,0 0 0,0 8 0,0-6 0,0 5 0,0-7 0,8 0 0,-4-2 0,7-3 0,-5 1 0,5-8 0,-5 7 0,6-7 0,-1 8 0,6-1 0,0 3 0,1 2 0,-1 0 0,0 0 0,0 2 0,0 3 0,1 5 0,-1 7 0,-6 0 0,1 1 0,-8-1 0,1 0 0,-3 0 0,-2 0 0,-2-5 0,-3-1 0,-11-1 0,-7 1 0,-7 5 0,3-7 0</inkml:trace>
  <inkml:trace contextRef="#ctx0" brushRef="#br0" timeOffset="60">27689 13583 8912,'-17'-18'0,"-1"3"0,1 2 0,0 1 0,7 8 0,3 4 0,7 12 0,0 3 0,0 2 0,7 1 0,5-1 0,5 6 0,6 0 0,2-2 0,4-10 0,3 2 0,-3-7 0,-3 0 0,3-6 0,-8 0 0,2 0 0,-4 0 0,-9-2 0,-4-4 0,-8 2 0,-8-5 0,-9 1 0,-6 4 0,-4 3 0,-5 1 0,-8 0 0,-2 7 0,-8 3 0</inkml:trace>
  <inkml:trace contextRef="#ctx0" brushRef="#br0" timeOffset="61">22062 16024 8912,'0'-17'0,"0"0"0,0-1 0,0 1 0,0 6 0,0-1 0,-2 12 0,-2 4 0,-2 13 0,2 8 0,2 11 0,2 10 0,0 6 0,0 5 0,0-1 0,0 5 0,0 0 0,0 0 0,6-6 0,0 3 0,7-7 0,-1-5 0,3-6 0,2-3 0,2-18 0,4-8 0,-2-7 0,8-4 0,5-15 0,6-8 0,1-10 0,-7-7 0,0 4 0,1-4 0,-6-2 0,-1 2 0,-7-1 0,0 9 0,-5 3 0,-5 6 0,-7 4 0,4 10 0,-8 1 0,-2 23 0,-4 8 0,4 8 0,-4 3 0,6 6 0,6 0 0,-2 1 0,7-7 0,1-2 0,5-3 0,0-6 0,0-4 0,1-2 0,-1 1 0,0-9 0,0-1 0,0-8 0,1-8 0,-3-3 0,-4-5 0,5-8 0,-7-3 0</inkml:trace>
  <inkml:trace contextRef="#ctx0" brushRef="#br0" timeOffset="62">22578 15921 8912,'-35'6'0,"3"1"0,1 3 0,3 3 0,14-3 0,3 1 0,-1-7 0,12 4 0,0-8 0,0 0 0,16-2 0,-5-4 0,-1 2 0,1-7 0,-5 5 0,5-5 0,1 7 0,5-10 0,0 9 0,0-1 0,1 6 0</inkml:trace>
  <inkml:trace contextRef="#ctx0" brushRef="#br0" timeOffset="63">22905 16385 8912,'0'17'0,"0"0"0,-2 1 0,-4-1 0,4 0 0,-7 0 0,3 0 0,4 1 0,-6-9 0,8-1 0,0-8 0,0-2 0,0-4 0,0-9 0,0-10 0,0 0 0,0 0 0,6-5 0,0 1 0,7-3 0,-1-3 0,-3 9 0,3 3 0,-3 4 0,3 1 0,3 3 0,-4 4 0,5 3 0,7 10 0,0 4 0,2 5 0,-4 10 0,3 4 0,3 2 0,2-6 0,5 2 0,1-4 0,-1-2 0,1-8 0,-1-3 0,-2-4 0,-3-2 0,4 0 0,-14-8 0,4-3 0,-12-4 0,-5-3 0,-4 1 0,-2 0 0,-2 6 0,-4-1 0,-5 3 0,-12-3 0,-2-1 0,-4 7 0,-3 0 0,3 6 0,2 0 0,-1 0 0,7 8 0,-2 3 0,9 5 0,5 1 0,1 0 0,4 0 0,4 0 0,6 1 0,11-1 0,12 0 0,11-2 0,6-3 0,9-5 0,3-7 0,7-7 0,-2-5 0,-2-11 0,2-5 0,-9 1 0,-3 0 0,-9 1 0,-5-1 0,-13 6 0,-6-2 0,-9 4 0,-11 3 0,-3 5 0,-11 3 0,-7 8 0,-5 0 0,5 0 0,-2 2 0,2 4 0,10-2 0,-5 5 0,5 1 0,3-1 0,1-3 0,3 6 0,4-9 0,-5 13 0,7-14 0,0 7 0,1-5 0,5 2 0,-4 1 0,4-1 0,3-4 0,1 6 0,7-3 0,0 1 0,-5 0 0,-1-6 0,1 0 0,5 0 0,0 0 0,0 0 0,1 0 0,-1 0 0,0 0 0,0 0 0,0 0 0,1 0 0,-1 0 0,0 0 0,0 0 0,1 0 0,-1 0 0,0-8 0,0-1 0</inkml:trace>
  <inkml:trace contextRef="#ctx0" brushRef="#br0" timeOffset="64">24109 16127 8912,'-17'0'0,"6"0"0,-1 0 0,8-7 0,-1 5 0,10-4 0,5 12 0,7 5 0,6 4 0,2 3 0,0-1 0,0 0 0,-2 6 0,-6 0 0,0 5 0,0-5 0,-1 6 0,-5-6 0,2 0 0,-7-6 0,0 0 0,-6 0 0,0-9 0,0-8 0,0-11 0,0-10 0,0-12 0,0-7 0,0-10 0,0-1 0,2-1 0,4-5 0,-3 3 0,9 3 0,-3 7 0,3 4 0,3 3 0,-5 3 0,7 0 0</inkml:trace>
  <inkml:trace contextRef="#ctx0" brushRef="#br0" timeOffset="65">25589 15938 8912,'0'-17'0,"0"0"0,0-1 0,2 3 0,4 4 0,7 5 0,6 8 0,4 9 0,8 16 0,-2 21 0,1 7 0,-1 8 0,-4-3 0,-8-3 0,-2-4 0,-3-1 0,1-2 0,-7-6 0,-2-10 0,-2-9 0,-2-14 0,-2-13 0,-4-15 0,-2-8 0,-5-11 0,3-4 0,3-6 0,-1-4 0,2-1 0,4-3 0,-3-3 0,3 7 0,4-3 0,5 3 0,11 8 0,6 4 0,11 3 0,7 3 0,4 3 0,5 10 0,7 8 0,-3 9 0,8 2 0,-9 8 0,-4 9 0,-14 0 0,-11 0 0,-8 6 0,-6 0 0,-3 2 0,-8-2 0,0-4 0,0 4 0,-6-4 0,1-2 0,-3 0 0,2 0 0,4-7 0,2-2 0,12-8 0,5-8 0,6-3 0,-2-10 0,8-2 0,-6-8 0,3 2 0,-1-3 0,-4-3 0,-7 7 0,-3-1 0,-7 6 0,2-5 0,-12 9 0,-6 1 0,-5 9 0,-6 9 0,-2 0 0,-5 2 0,3 3 0,2 7 0,2 9 0,6 2 0,0 7 0,0-1 0,7 2 0,4-3 0,4 3 0,2-8 0,8 5 0,6-7 0,7-3 0,7-5 0,7-9 0,5 2 0,4-12 0,7-6 0,-5-11 0,0-5 0,-2-5 0,2-1 0,-4-1 0,-7 1 0,-11 5 0,-4 3 0,-9-1 0,-3 0 0,-5 6 0,-8-2 0,-5 4 0,-7 2 0,0 6 0,0-1 0,-1 6 0,1-5 0,8 7 0,1-4 0,8 10 0,0 4 0,0 6 0,13 3 0,4 2 0,5 6 0,-5 0 0,6 0 0,0-6 0,5 2 0,-5 4 0,0-2 0,-6 8 0,1-1 0,-1 7 0,-2 3 0,-1 4 0,-5 6 0,-1-1 0,-3 7 0,-5 3 0,0 2 0,0-1 0,-7-12 0,-5-1 0,-3-6 0,-2-5 0,5-7 0,1-4 0,-1-12 0,-5-5 0,0-4 0,2-10 0,3-3 0,-1-10 0,7-2 0,-5-8 0,5 3 0,0-1 0,6-5 0,0 3 0,0-9 0,2 2 0,4-2 0,11-4 0,10-8 0</inkml:trace>
  <inkml:trace contextRef="#ctx0" brushRef="#br0" timeOffset="66">27155 15629 8912,'-9'-2'0,"3"-4"0,4 4 0,2-8 0,0 5 0,8 3 0,3-4 0,6-2 0,6 3 0,4-1 0,8 6 0,-7 0 0,-1 0 0,-2 2 0,-4 4 0,-2 3 0,-2 8 0,-5 1 0,-1-1 0,-7 6 0,2 0 0,-10 0 0,-2-6 0,-5 0 0,5 0 0,-7-2 0,1-3 0,-1-6 0,1-12 0,5-6 0,7-11 0,0-3 0,0-9 0,7 1 0,5 0 0,-1-1 0,4 1 0,5 1 0,-1 5 0,0 1 0,-2 4 0,0 12 0,0-1 0,1 3 0,-1 3 0,0 0 0,0 6 0,2 6 0,2 0 0,2-1 0,-2 3 0,-1-6 0,-3 5 0,0-7 0,-6 0 0,1 0 0,-6 0 0,5 0 0,-7-1 0,2-5 0,-4-6 0,-2-3 0,-2 0 0,-4 3 0,-4-1 0,-7 7 0,0 0 0,0 6 0,0 2 0,-1 4 0,1 6 0,0 3 0,0 4 0,0 4 0,1-2 0,5 8 0,3-7 0,8 7 0,0-2 0,0 2 0,2 1 0,4-7 0,5 0 0,12-8 0,4-3 0,0-7 0,7-3 0,1-2 0,-1-7 0,6-5 0,-4-11 0,-1-5 0,-8-5 0,-3-1 0,-1-1 0,0 1 0,-5 0 0,-7-1 0,-7 3 0,2 3 0,-4-1 0,-2 7 0,0 0 0,0 6 0,-2 1 0,-4 5 0,4 3 0,-6 8 0,8 2 0,0 4 0,0 3 0,0 9 0,2-1 0,4 0 0,4 0 0,-1 0 0,6 0 0,-3 1 0,3 5 0,2 0 0,-5-1 0,-1-4 0,-5-1 0,6 0 0,-9 0 0,3 0 0,-4 1 0,-2 1 0,0 2 0,0 2 0,-8 0 0,-3-6 0,1-6 0,-1 1 0,-8-1 0,-8 6 0,-7 1 0</inkml:trace>
  <inkml:trace contextRef="#ctx0" brushRef="#br0" timeOffset="67">28343 15113 8912,'9'-19'0,"-3"-4"0,-4-6 0,-2 10 0,0 2 0,0 3 0,-8 5 0,-3 3 0,-6 6 0,-4 6 0,-4 5 0,-2 5 0,4 8 0,-6 5 0,8 4 0,-2 1 0,12 0 0,5 1 0,-2-7 0,3 1 0,-1-6 0,8 4 0,4-4 0,5-8 0,10 0 0,2-9 0,13 0 0,-1-6 0,5 0 0,0 0 0,-4 0 0,5 0 0,-7 2 0,-5 1 0,-6 5 0,-4 2 0,-8-5 0,1 7 0,-10 1 0,-2 10 0,-10-2 0,-13 8 0,-4-6 0,-7 5 0,0 1 0,-1 3 0,1-1 0,-1-2 0,8-10 0,5-2 0,2-2 0,3-9 0,8 0 0,1-8 0,8-4 0,8-11 0,1-10 0</inkml:trace>
  <inkml:trace contextRef="#ctx0" brushRef="#br0" timeOffset="68">28721 15147 8912,'0'-17'0,"0"0"0,0 7 0,0 10 0,0 12 0,0 5 0,0 6 0,0 9 0,0 8 0,0 6 0,2-6 0,4-1 0,5-3 0,5-2 0,1 1 0,0-1 0,0 0 0,1-7 0,-1-4 0,0-11 0,0-7 0,6-3 0,0-2 0,-6-2 0,-5-5 0,-1-9 0,-1-5 0,3-9 0,-7 1 0,2-3 0,-3-3 0,-3 1 0,4-1 0,-4 1 0,-2 0 0,0 5 0,0 0 0,0 8 0,0-2 0,0 4 0,0 10 0,-6 3 0,0 12 0,1 3 0,5 9 0,0 6 0,0 5 0,7-2 0,5 1 0,-3-7 0,3 2 0,1-4 0,2-1 0,3-7 0,-1 1 0,0-9 0,0 3 0,0-4 0,1-2 0,-1-8 0,0-3 0,-5-6 0,-3-4 0,1-2 0,-1 2 0,-5-4 0,2 2 0,-6 0 0,-6 6 0,-5 0 0,-12 0 0,2 1 0,-8 5 0,2-3 0,-1 9 0,1-1 0,4 6 0,4 0 0,-4 0 0,6 2 0,5 4 0,-1-3 0,7 9 0,0-1 0,14 5 0,3-5 0,12-3 0,6-8 0,3 0 0,3 0 0,-1-2 0,1-4 0,1-3 0,4-9 0,-3 1 0,3 0 0,-6 0 0,-5 0 0,-4 7 0,-8 4 0,0 4 0,0 2 0,-7 8 0,-4 3 0,-5 11 0,-1 0 0,0 1 0,0-5 0,0-1 0,0 0 0,-5 0 0,-1 0 0,-2-1 0,3-5 0,3-3 0,-6-8 0,8-2 0,0-4 0,0-5 0,0-5 0,0-3 0,2-4 0,4-5 0,-2-5 0,7-1 0,0-1 0,7 1 0,1 0 0,4-1 0,-2 7 0,7-1 0,1 8 0,4 0 0,-3 8 0,-1 7 0,-2 4 0,1 2 0,-3 8 0,-8 3 0,1 12 0,-1 6 0,-8 3 0,-3 2 0,-4-5 0,-4 0 0,-4 1 0,-5 3 0,-4-5 0,-3 1 0,-6-6 0,-5 6 0,-4-8 0,-9 4 0,-2-8 0</inkml:trace>
  <inkml:trace contextRef="#ctx0" brushRef="#br0" timeOffset="69">28652 14649 8912,'-32'15'0,"3"-4"0,4-3 0,1 0 0,10-5 0,-3 9 0,11-6 0,0 5 0,5 1 0,10 3 0,8-4 0,1-3 0,6-8 0,-1 0 0,0 0 0,6-2 0,-6-4 0,0-1 0,-6-5 0,-5-3 0,-1 3 0,-7-3 0,2-2 0,-5 0 0,-1 0 0,-1 1 0,-5 5 0,-4 1 0,-7 5 0,0 3 0,0-4 0,-1 19 0,1 10 0,0 8 0,0 11 0,0 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7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6092 3628 8912,'17'0'0,"0"0"0,-1-2 0,-3-4 0,-3-7 0,-1-6 0,-1-6 0,-1-2 0,-1-2 0,-6-5 0,0 0 0,0-1 0,0 1 0,-2 1 0,-4 3 0,-5 1 0,-6 6 0,-6-5 0,2 7 0,-6 0 0,0 5 0,1 5 0,-3 7 0,-6-2 0,7 6 0,-1 8 0,0 9 0,3 10 0,-7 7 0,4 6 0,5 0 0,1 10 0,3 6 0,3 3 0,2 10 0,4 5 0,3 10 0,8 2 0,0 2 0,0-39 0,2 1 0,1 1 0,1 0 0,4-1 0,2 1 0,-2-2 0,1-1-142,14 32 1,-4 3 141,-2-9 0,0 1 0,1-9 0,-3-4 0,-4-11 0,3-7 0,-9-10 0,1-7 0,-6-4 0,8-4 0,1-9 0,3-10 0,-1-12 0,-7-18 0,4-7 0</inkml:trace>
  <inkml:trace contextRef="#ctx0" brushRef="#br0" timeOffset="1">5490 4419 8912,'-8'9'0,"6"-1"0,-6-6 0,8 3 0,2-3 0,4 4 0,19-4 0,19-6 0,13-7 0,12-12 0,11-8 0,1-3 0,-3-1 0,0 3 0,-1 1 0,-4 3 0,-10 9 0,-6 1 0,-13 9 0,-10 9 0,-7 8 0,-10 1 0,1 8 0</inkml:trace>
  <inkml:trace contextRef="#ctx0" brushRef="#br0" timeOffset="2">6763 4556 8912,'15'-2'0,"-3"-3"0,-5-5 0,-7-7 0,0 0 0,-1 1 0,-5 5 0,-4 1 0,-7 6 0,0-1 0,0 1 0,-1 4 0,1 6 0,-6 3 0,0 10 0,2 4 0,2 6 0,2 9 0,0 6 0,0 6 0,-1 9 0,1 8 0,0 7 0,7 3 0,5 3 0,5-6 0,5-11 0,9-5 0,7-5 0,0-16 0,7-9 0,1-14 0,7-9 0,3-7 0,1-9 0,6-10 0,-6-19 0,6-4 0,-6-8 0,6-5-106,-6 0 1,0-6 105,-5 5 0,-11 1 0,-6 5 0,-9 1 0,-9-1 0,-9 3 0,-9 3 0,-10 8 0,-11 7 0,1 4 0,-8 4 0,8 12 0,-2-1 0,9 9 0,3 3 0,7 0 0,-2 0 0,11 7 52,7 5 1,-3 9 0,2 2 0,2 0-53,2 1 0,2-4 0,0 4 0,0-6 0</inkml:trace>
  <inkml:trace contextRef="#ctx0" brushRef="#br0" timeOffset="3">6557 5072 8912,'-12'10'0,"1"-3"0,-3 1 0,7-6 0,1 5 0,12-9 0,5-3 0,6 1 0,6-8 0,2 7 0,6-7 0,-3 1 0,3 1 0,1-3 0,3 7 0,5-5 0,0 5 0,0-7 0,2-5 0,2-8 0</inkml:trace>
  <inkml:trace contextRef="#ctx0" brushRef="#br0" timeOffset="4">7985 3679 8912,'-17'-7'0,"-1"-5"0,1-3 0,0 0 0,0 1 0,0 3 0,-1 5 0,1-3 0,0 1 0,0 4 0,-6 2 0,0 2 0,-2 10 0,2 7 0,-4 12 0,1 9 0,1 13 0,7 12 0,-5 14 0,2 9 0,12-38 0,1 1 0,1 4 0,1 1 0,3-1 0,2-1 0,-2 3 0,0-1 0,3-2 0,0-1 0,3-1 0,0-2 0,7 34 0,7-19 0,2-11 0,4-18 0,-2-13 0,8-4 0,-1-11 0,7 0 0,-1-6 0,1-6 0,-1-6 0,0-3 0,1-10 0,-1-1 0,1-9 0</inkml:trace>
  <inkml:trace contextRef="#ctx0" brushRef="#br0" timeOffset="5">8019 4040 8912,'-17'-7'0,"6"-3"0,1-7 0,2 0 0,3 5 0,5 1 0,7 1 0,5-1 0,9-3 0,2 9 0,7-1 0,-1 6 0,5 0 0,7 0 0,-5 0 0,4 0 0,-4 10 0,-1 7 0,-8 2 0,-4 10 0,-4-1 0,-2 7 0,-8-1 0,-3 0 0,-6 6 0,-6 1 0,-9-3 0,-8-10 0,-7 9 0,3-9 0,-2-1 0,0 0 0,8-14 0,-2 4 0,4-5 0,2-1 0,8-3 0,1-16 0,8-3 0,9-12 0,9-6 0,8-3 0,7-3 0,3-1 0,4-4 0,-1-2 0,7-4 0,-1-2 0,7 8 0,-2-6 0,-2 4 0,-6 2 0,-6 4 0,-5 0 0,-14 13 0,-8 0 0,-3 6 0,-6 5 0,-6 1 0,-3 7 0,-8-2 0,-1 4 0,1 2 0,0 0 0,0 0 0,5 2 0,1 4 0,-1 11 0,-5 12 0,0 3 0,2 3 0,3 1 0,6 4 0,-1-4 0,1 4 0,0-3 0,6-3 0,6-1 0,0-5 0,13 3 0,-2-8 0,12-2 0,-1-10 0,7-3 0,5-8 0,-4-8 0,5-3 0,-5-12 0,-2-4 0,1-7 0</inkml:trace>
  <inkml:trace contextRef="#ctx0" brushRef="#br0" timeOffset="6">8742 3198 8912,'-10'-8'0,"3"6"0,22 10 0,4 11 0,16 16 0,1 7 0,4 3 0,4 13 0,8 7 0,-1 7 0,1 8 0,-30-35 0,-2 2 0,-2 2 0,-2 0 0,11 38 0,-10-1 0,-7-11 0,-8-1 0,-10-5 0,-9-6 0,-6-5 0,0-13 0,2-3 0,-8-7 0,6 5 0,-3-2 0,3-3 0,7-5 0,1-9 0,9 2 0,-7-11 0,11-5 0,-5-22 0,7-4 0</inkml:trace>
  <inkml:trace contextRef="#ctx0" brushRef="#br0" timeOffset="7">9964 3731 8912,'-17'19'0,"-6"2"0,0-15 0,2-2 0,2-3 0,1-1 0,11-5 0,7-1 0,9-2 0,14 3 0,6 1 0,11-8 0,12 3 0,11-3 0,-2-3 0,-2 6 0,-3-3 0,-7 1 0,-8 7 0,-1-2 0,-4 4 0,-2 2 0,-7 0 0,-4 0 0,-4 0 0,-9 2 0,-4 4 0,-5-2 0,-1 7 0,-1 1 0,-5 5 0,-4 0 0,-7 0 0,-8 8 0,-2-6 0,-7 6 0</inkml:trace>
  <inkml:trace contextRef="#ctx0" brushRef="#br0" timeOffset="8">9964 4350 8912,'-35'0'0,"3"0"0,3 0 0,4 0 0,20 0 0,10 0 0,14-8 0,22-3 0,10-5 0,12-1 0,2 2 0,-2 4 0,2-5 0,-7 5 0,-1-4 0,-5-3 0,-10 9 0,-6 3 0,-9 2 0,-8-2 0,2 5 0,-9-5 0,-5 4 0,-1 8 0,-12-1 0,-3 1 0,-9-6 0</inkml:trace>
  <inkml:trace contextRef="#ctx0" brushRef="#br0" timeOffset="9">11960 3593 8912,'10'-2'0,"-7"-1"0,-6-3 0,-7 0 0,-9 8 0,-2 4 0,-2 5 0,-2 8 0,2 10 0,2 7 0,-8 16 0,8 9 0,-2 10 0,6 11 0,6 8 0,6-42 0,2 1 0,5 43 0,4-6 0,5-10 0,10-11 0,4-21 0,2-10 0,3-9 0,3-13 0,3-10 0,3-12 0,1-13 0,8-13 0,-3-4 0,-1-8 0,2 2 0,-9-9 0,-3-3 0,-1-1 0,-11 4 0,-2-2 0,-7 1 0,-5 3 0,-8 1 0,-16-1 0,-7-5 0,-7 7 0,-7 1 0,-3 14 0,-6 11 0,2 8 0,-1 5 0,8 5 0,3 7 0,1 7 0,10 5 0,0 5 0,6 6 0,2-2 0,3 7 0,3 1 0,3 5 0,4-7 0,-13 6 0,5-7 0</inkml:trace>
  <inkml:trace contextRef="#ctx0" brushRef="#br0" timeOffset="10">11667 4212 8912,'-17'0'0,"0"0"0,8 0 0,1 0 0,10-2 0,5-1 0,13-7 0,12-5 0,10 1 0,10-9 0,-1-1 0,1 1 0,5-6 0,1 6 0,-3 4 0,-1 6 0,-8-1 0,-1 9 0,-6-7 0,1 6 0,-6 3 0,-5 1 0,-4-6 0,-8-2 0</inkml:trace>
  <inkml:trace contextRef="#ctx0" brushRef="#br0" timeOffset="11">12614 3335 8912,'0'-17'0,"0"0"0,0 0 0,0 0 0,0 9 0,0 8 0,0 13 0,0 10 0,0 10 0,0-1 0,0 7 0,0-1 0,0 4 0,0-2 0,0 0 0,0-6 0,0-1 0,0-5 0,0 3 0,0-8 0,0 0 0,0-6 0,0 0 0</inkml:trace>
  <inkml:trace contextRef="#ctx0" brushRef="#br0" timeOffset="12">12511 3370 8912,'-12'-12'0,"3"1"0,1-2 0,4-3 0,2-1 0,2 0 0,0 5 0,0 1 0,2 0 0,6-5 0,7 3 0,6 1 0,10 7 0,-3-7 0,5 8 0,1-1 0,7 5 0,-1 5 0,2 5 0,-2 7 0,-4 8 0,6 2 0</inkml:trace>
  <inkml:trace contextRef="#ctx0" brushRef="#br0" timeOffset="13">13010 3817 8912,'-12'0'0,"1"0"0,-3 0 0,5-6 0,-3 0 0,9-1 0,-1 3 0,8-2 0,5 0 0,10 6 0,2 2 0,2 4 0,6 4 0,-6 7 0,6 0 0,-7 0 0,1 6 0,-5 0 0,-3 8 0,-4-3 0,-1 3 0,-6-1 0,2-1 0,-3 2 0,-8 1 0,-7 3 0,-5-1 0,-6 0 0,2-7 0,-8-4 0,8-4 0,-2-2 0,10-7 0,1-4 0,9-12 0,-5-4 0</inkml:trace>
  <inkml:trace contextRef="#ctx0" brushRef="#br0" timeOffset="14">13457 3679 8912,'-19'12'0,"-2"-1"0,-4 5 0,-2 5 0,1 13 0,-5 14 0,2 5 0,-1 4 0,5 8 0,2-2 0,11-3 0,7-3 0,5-13 0,5-8 0,9-7 0,7-4 0,6-10 0,7-9 0,2-4 0,5-2 0,3-2 0,7-4 0,-1-4 0,-4-7 0,4-8 0,-7-1 0</inkml:trace>
  <inkml:trace contextRef="#ctx0" brushRef="#br0" timeOffset="15">14146 3679 8912,'-18'0'0,"1"0"0,0 0 0,7-2 0,7-1 0,6-3 0,7 0 0,9 6 0,4 0 0,6 0 0,3 0 0,3 0 0,1 0 0,4 0 0,4 0 0,8 0 0</inkml:trace>
  <inkml:trace contextRef="#ctx0" brushRef="#br0" timeOffset="16">14266 4092 8912,'-17'0'0,"0"-6"0,1-1 0,5-3 0,3-1 0,12-7 0,7 1 0,12 0 0,21-2 0,8-4 0,9-4 0,-2-7 0,3-1 0,8-14 0,9-5 0</inkml:trace>
  <inkml:trace contextRef="#ctx0" brushRef="#br0" timeOffset="17">15763 3129 8912,'0'-34'0,"-6"5"0,-1 4 0,-1 4 0,0 6 0,-5 7 0,2-1 0,-5 1 0,-1 4 0,-2 10 0,-2 7 0,-4 8 0,-2 8 0,-1 4 0,-7 1 0,-1 8 0,-2 4 0,-3 2 0,3-3 0,0 5 0,-2-4 0,4 4 0,-5 1 0,7-7 0,5-4 0,6-5 0,4-7 0,2 5 0,7-14 0,10-2 0,12-11 0,11-6 0,6-6 0,3 2 0,4-7 0,3-1 0,1 3 0,0-7 0,-6 5 0,-1 3 0,-4 3 0,-5-3 0,-6 2 0,6 1 0,-12 14 0,-1 6 0,-9 10 0,-7 8 0,-7-1 0,-11 14 0,-6 2 0,-11 9 0,4-3 0,-4 3 0,-2 2 0,2-2 0,1-7 0,11-10 0,5-5 0,4-7 0,9-3 0,4-8 0,4-7 0,6-3 0,8-7 0,1-7 0,16-5 0,-1 3 0,9-5 0,1-1 0,2 0 0,0-12 0,-5 10 0,-1-4 0,1 4 0,-1 5 0,0 1 0,-1-1 0,-4-5 0,3 0 0,-5 0 0</inkml:trace>
  <inkml:trace contextRef="#ctx0" brushRef="#br0" timeOffset="18">16589 3284 8912,'-23'-6'0,"-2"-1"0,1-1 0,-1 0 0,2 4 0,-2 3 0,-2 1 0,0 0 0,-5 9 0,5 10 0,0 12 0,4 7 0,4 12 0,4-1 0,2 7 0,1-1 0,8-1 0,-2-3 0,6-1 0,6-4 0,6-10 0,11-7 0,-2-16 0,7-2 0,5-7 0,5-4 0,0-7 0,8-5 0,-2-11 0,2-5 0,-4-5 0,-7-1 0,-7-1 0,-1-1 0,-4-2 0,-8-2 0,-5-2 0,-10 2 0,-2 1 0,-4-6 0,-11 8 0,-12 3 0,-3 1 0,-3 10 0,1 6 0,1 8 0,3 1 0,1 4 0,8 10 0,-2 5 0,4 5 0,-6 9 0,-2 1 0</inkml:trace>
  <inkml:trace contextRef="#ctx0" brushRef="#br0" timeOffset="19">16228 3662 8912,'-10'-8'0,"3"5"0,7-9 0,1 1 0,5-6 0,6 5 0,13 3 0,7-1 0,6 0 0,12 1 0,2-3 0,-1-3 0,7 6 0,-5-1 0,6-5 0,3 5 0</inkml:trace>
  <inkml:trace contextRef="#ctx0" brushRef="#br0" timeOffset="20">16985 3542 8912,'-10'19'0,"5"2"0,3 2 0,-4 7 0,0-1 0,1 4 0,5 1 0,0 2 0,0 4 0,0-3 0,0 3 0,0-12 0,0-5 0,7-11 0,3-5 0,7-7 0</inkml:trace>
  <inkml:trace contextRef="#ctx0" brushRef="#br0" timeOffset="21">16933 3387 8912,'-9'-17'0,"-7"-6"0,5 0 0,3 6 0,3 5 0,3 1 0,2-6 0,7 7 0,5 4 0,11 5 0,5 1 0,-3 0 0,8 7 0,-6 3 0</inkml:trace>
  <inkml:trace contextRef="#ctx0" brushRef="#br0" timeOffset="22">17364 3318 8912,'0'-17'0,"0"0"0,0 0 0,1 1 0,5 5 0,6 5 0,3 4 0,2 2 0,-2 4 0,-1 6 0,-3 9 0,3 6 0,1-2 0,2 5 0,-5 1 0,-1 5 0,-7 1 0,2-1 0,-2 0 0,-1-1 0,3-3 0,-2-1 0,-10-6 0,-5 6 0,-12-8 0,-6 2 0,2-4 0,-1-2 0,1-6 0,-2 1 0,4-8 0,8 1 0,2-7 0,3-9 0,12-8 0,10-15 0</inkml:trace>
  <inkml:trace contextRef="#ctx0" brushRef="#br0" timeOffset="23">17708 3284 8912,'-8'-17'0,"-1"0"0,-7 9 0,5 8 0,-5 13 0,5 10 0,-4 10 0,-3 1 0,3 2 0,2 8 0,3 0 0,3 0 0,1-6 0,6 2 0,2-3 0,3-3 0,7-1 0,11-5 0,-2-5 0,8-9 0,1-5 0,3-1 0,-1-4 0,-3-10 0,3-4 0,-3-7 0,2-6 0,-3 0 0,5-5 0,-6 5 0,-1 0 0,-3-2 0,-4 6 0,-1-4 0,-7 10 0,1 1 0,-9 1 0,5 1 0,-8 2 0,-8 8 0,-1 2 0,-3 6 0,3 7 0,1 6 0,-3 8 0,5-6 0,0 7 0,6-1 0,0-2 0,0 1 0,0-1 0,0 2 0,2-4 0,4-8 0,-2-2 0,7-3 0,8-12 0,8-10 0</inkml:trace>
  <inkml:trace contextRef="#ctx0" brushRef="#br0" timeOffset="24">18052 3198 8912,'-8'-34'0,"1"7"0,-5 4 0,4 4 0,8 2 0,0-1 0,0 11 0,0 7 0,8 7 0,2 11 0,-1 6 0,-1 3 0</inkml:trace>
  <inkml:trace contextRef="#ctx0" brushRef="#br0" timeOffset="25">14834 4763 8912,'0'11'0,"0"0"0,0 3 0,0 1 0,0 2 0,0 0 0,0 1 0,0-1 0,0 6 0,0 2 0,0 1 0,0 5 0,0-4 0,0 1 0,0 1 0,0-2 0,2-2 0,4-8 0,-5-8 0,7-1 0</inkml:trace>
  <inkml:trace contextRef="#ctx0" brushRef="#br0" timeOffset="26">14765 4625 8912,'0'-17'0,"0"0"0,0-1 0,0 1 0,0 0 0,0 6 0,0-1 0,8 8 0,5-1 0,10 3 0,11 2 0,1 0 0,5 0 0,-4 0 0,6 0 0,2 0 0</inkml:trace>
  <inkml:trace contextRef="#ctx0" brushRef="#br0" timeOffset="27">15316 4677 8912,'2'-12'0,"3"1"0,5 7 0,7-2 0,0 4 0,1-5 0,-1-3 0</inkml:trace>
  <inkml:trace contextRef="#ctx0" brushRef="#br0" timeOffset="28">15299 5003 8912,'-18'0'0,"9"0"0,3-6 0,12 1 0,5-7 0,12 5 0,6-3 0,3-3 0,3-3 0,-1 1 0,1 2 0,-1 1 0,-5 1 0,-1-6 0,1-8 0,5-2 0</inkml:trace>
  <inkml:trace contextRef="#ctx0" brushRef="#br0" timeOffset="29">15832 4608 8912,'0'17'0,"0"2"0,0 2 0,0 4 0,0 2 0,0-4 0,0 5 0,0 3 0,0 1 0,0 3 0,0-1 0,0 0 0,0 1 0,0-3 0,0-3 0,0 3 0,0-12 0,-8-3 0,-1-10 0</inkml:trace>
  <inkml:trace contextRef="#ctx0" brushRef="#br0" timeOffset="30">14748 4848 8912,'0'12'0,"0"-1"0,0 3 0,0 1 0,0 2 0,0 8 0,2 6 0,2 7 0,3 6 0,1 2 0,0-1 0,-3 5 0,-3 4 0,2-5 0,2 1 0,-2-8 0,-8-4 0,-4-7 0,-1-8 0,-3 0 0,-5-6 0,-2-8 0,-4-5 0,-4-4 0,-7 0 0,-1-2 0,-1-3 0,-2-7 0,-3-3 0,1-4 0,6-4 0,1 2 0,5-8 0,5 6 0,11-5 0,5-9 0,7-7 0</inkml:trace>
  <inkml:trace contextRef="#ctx0" brushRef="#br0" timeOffset="31">17914 3697 8912,'10'-12'0,"-3"3"0,1 1 0,-6-6 0,4 3 0,3-4 0,-7 3 0,4 1 0,-4 7 0,-2-4 0,0 8 0,0 8 0,0 3 0,2 7 0,4 5 0,-5 3 0,7 11 0,-2 1 0,0 2 0,-1 8 0,-5-2 0,0 3 0,0 3 0,-2-1 0,-3 1 0,-13-8 0,-10-4 0,-5-6 0,-1-5 0,-1 0 0,1-12 0,0 2 0,-1-13 0,1-1 0,-1-5 0,-3-1 0,4-5 0,-5 2 0,11-7 0,-5-9 0,-1-6 0,-1-9 0</inkml:trace>
  <inkml:trace contextRef="#ctx0" brushRef="#br0" timeOffset="32">16882 3679 8912,'0'-9'0,"0"16"0,0 13 0,0 14 0,0 8 0,0 4 0,2 3 0,3 3 0,-3 5 0,4 3 0,-4-1 0,-2 0 0,-6-2 0,-1-7 0,-3-4 0,-3-6 0,-10-4 0,-6-5 0,-4-6 0,-1-8 0,-2-11 0,-3-1 0,-1-3 0,2-2 0,7-9 0,3-9 0,7-1 0,-2-7 0,4-1 0,1 0 0,1-9 0,0-8 0</inkml:trace>
  <inkml:trace contextRef="#ctx0" brushRef="#br0" timeOffset="33">21666 3267 8912,'-8'-17'0,"-1"-1"0,-1 1 0,4 0 0,14 7 0,9 7 0,12 6 0,9 9 0,4 3 0,6 4 0,-4 2 0,-2 2 0,-2 6 0,-6-4 0,-1 1 0,-4 5 0,-6 1 0,-12 3 0,-5-1 0,-12 1 0,-7-1 0,-8 0 0,-14 6 0,-11 1 0,-3-1 0,-3-6 0,2-1 0,4-5 0,6 1 0,12-12 0,3-4 0,15-22 0,4-8 0,20-16 0,5-18 0,15-10 0</inkml:trace>
  <inkml:trace contextRef="#ctx0" brushRef="#br0" timeOffset="34">22079 3301 8912,'-23'6'0,"0"1"0,2 3 0,2 3 0,1 3 0,1 1 0,2 8 0,4 3 0,3 7 0,8 5 0,0-4 0,2 4 0,4-5 0,5-7 0,12-1 0,6-4 0,3-10 0,3 5 0,-1-7 0,0 0 0,1-3 0,-1-10 0,1-4 0,-1-5 0,-5-4 0,-1-2 0,1-8 0,5-2 0</inkml:trace>
  <inkml:trace contextRef="#ctx0" brushRef="#br0" timeOffset="35">22440 3559 8912,'10'0'0,"-3"8"0,-5-6 0,4 3 0,-4-1 0,4 2 0,-3 3 0,1 9 0,4 1 0,1 4 0,-3 3 0,6 9 0,-8 1 0,1 4 0,3-2 0,-2 8 0,-1-2 0,-5 2 0,-7-4 0,-5-8 0,-3-1 0,-2-4 0,-6-5 0,0-6 0,-6-7 0,6 0 0,0-7 0,6 2 0,0-8 0,0-9 0,5-5 0,1-18 0,-1-4 0,-5-14 0</inkml:trace>
  <inkml:trace contextRef="#ctx0" brushRef="#br0" timeOffset="36">22492 3060 8912,'-25'8'0,"6"2"0,-4 7 0,4 0 0,1 2 0,3 2 0,4 2 0,-3 0 0,9-6 0,-1 0 0,6 1 0,8-7 0,3-1 0,4-3 0,2-3 0,1-10 0,-1-5 0,0-4 0,0-3 0,-1-5 0,-5 0 0,-1-5 0,-7 3 0,3 0 0,-2 0 0,-10 4 0,-5 10 0,-4-4 0,-8 13 0,0-4 0,0 6 0,5 6 0,3 9 0,4 8 0,-3 7 0,9-1 0,-1 5 0,10 5 0,5 1 0,8-2 0,14-4 0,3-5 0,9-4 0,8-8 0</inkml:trace>
  <inkml:trace contextRef="#ctx0" brushRef="#br0" timeOffset="37">23008 3559 8912,'-15'-2'0,"3"-4"0,5 4 0,-1-5 0,8 5 0,2-2 0,15-4 0,16-1 0,9 3 0,9-5 0,3 5 0,3-6 0,-1 7 0,7-7 0,-2 7 0,2-7 0,-9 6 0,-12-3 0,-6 1 0,-9 4 0,-6 2 0,-12 2 0,-1 0 0,-23 0 0,3 0 0,-11 0 0,4 6 0,2 0 0,0 0 0,-1-1 0,1 1 0,8 7 0,-7-11 0,7 6 0</inkml:trace>
  <inkml:trace contextRef="#ctx0" brushRef="#br0" timeOffset="38">24780 3267 8912,'-24'-8'0,"5"0"0,-4-5 0,3 3 0,3 3 0,2 3 0,3 10 0,5 5 0,9 14 0,3 8 0,7 5 0,5 9 0,4-1 0,2 4 0,-2 2 0,4-3 0,-2-3 0,-6 4 0,-7-6 0,-3 2 0,-3-1 0,-10-6 0,-5 1 0,-12-4 0,-6-2 0,-11-9 0,-6-6 0,-1-7 0,1-5 0,4-10 0,7-15 0,-5-16 0,0-18 0,0-7 0,5-10 0,9-7 0,1-2 0</inkml:trace>
  <inkml:trace contextRef="#ctx0" brushRef="#br0" timeOffset="39">24350 3129 8912,'17'-34'0,"1"5"0,-1 0 0,6 10 0,0 2 0,7 2 0,-1 9 0,-2 2 0,2 10 0,-1 0 0,7 11 0,-7-4 0,1 10 0,-8-4 0,12-1 0,-7-1 0</inkml:trace>
  <inkml:trace contextRef="#ctx0" brushRef="#br0" timeOffset="40">24987 3525 8912,'-10'-8'0,"-3"4"0,7-7 0,1 5 0,5-6 0,7 7 0,7-7 0,5 1 0,4 1 0,7-5 0,-1 4 0,5 1 0,5 0 0,1 1 0,-2-1 0,4 1 0,-2-3 0,0-11 0,-5 4 0</inkml:trace>
  <inkml:trace contextRef="#ctx0" brushRef="#br0" timeOffset="41">25641 3112 8912,'-12'0'0,"1"0"0,5 0 0,-5 0 0,7 10 0,-2 7 0,-1 9 0,1 15 0,0 1 0,6 3 0,0 7 0,0 0 0,0-1 0,0 6 0,8-5 0,1-6 0,1-6 0,-4-4 0,1-1 0,-1-1 0,0-7 0,1-2 0,3-8 0</inkml:trace>
  <inkml:trace contextRef="#ctx0" brushRef="#br0" timeOffset="42">25348 3525 8912,'10'-8'0,"-2"4"0,-8-7 0,5 5 0,3-6 0,2 1 0,3 1 0,2-5 0,2 4 0,8 1 0,4-1 0,5-1 0,7-5 0,-3 6 0,8-1 0,-8 1 0,2-7 0,-9 3 0,-3 4 0,-7-8 0,2 7 0,-5-7 0,-7 8 0,-5-5 0,-4 7 0,-2 1 0,0 10 0,0 4 0,0 7 0,0 8 0,0 6 0,0 7 0,0 1 0,-2-1 0,-2 2 0,-2 4 0,0-3 0,6 3 0,0-10 0,0-1 0,-1-2 0,-5 1 0,4-3 0,-4-7 0,4-9 0,2 6 0,0-15 0,0 0 0,2-7 0,4-10 0,2-6 0,3 0 0,4-8 0,-3 4 0,3-1 0,2-1 0,0 8 0,1-2 0,-1 4 0,0 4 0,0 3 0,1 7 0,-1 3 0,0 2 0,6 3 0,0 9 0,2 1 0,-2 16 0,-2 0 0,7 5 0,1 0 0,5 1 0,7-3 0,-1-3 0,15-4 0,-1-8 0</inkml:trace>
  <inkml:trace contextRef="#ctx0" brushRef="#br0" timeOffset="43">27224 3043 8912,'-29'-40'0,"1"0"0,-3 4 0,-1 5 0,3 8 0,0 12 0,1 5 0,1 4 0,0 4 0,4 4 0,10 11 0,-4 12 0,11 5 0,0 6 0,6 8 0,6 7 0,-2 1 0,7 7 0,-5 0 0,5 5 0,-5-3 0,4 0 0,-3 0 0,-3-5 0,-2-5 0,-2-3 0,0-3 0,0-3 0,0-6 0,0-11 0,-6-4 0,1-8 0,-9-8 0,5-24 0,-9-14 0</inkml:trace>
  <inkml:trace contextRef="#ctx0" brushRef="#br0" timeOffset="44">26673 3456 8912,'-17'0'0,"0"0"0,0-8 0,0-3 0,7 3 0,12-5 0,15 7 0,10-2 0,13 3 0,10 3 0,7-4 0,1 4 0,-7 2 0,7 0 0,-1 0 0,-2 0 0,-9 0 0,-6 0 0,-3 0 0,-9 0 0,1 0 0,-8 0 0,4 0 0,-8 0 0,0 0 0,-5 0 0,-1 0 0,-5-2 0,6-4 0,-1-3 0,4-8 0,-3-1 0,-5 1 0,-7 0 0,0 0 0,-1 7 0,-5 5 0,-10-3 0,-6 2 0,-7 1 0,6 5 0,-6 0 0,6 0 0,-5 7 0,5 5 0,-6 3 0,6 2 0,0 0 0,6 0 0,0 8 0,-1 4 0,3-2 0,4 1 0,5 1 0,4-2 0,10 3 0,3-7 0,12 4 0,6-10 0,3 2 0,3-13 0,5 0 0,0-6 0,8 0 0,-2 0 0,3-10 0,3-7 0,-6 0 0,0-6 0,-2-2 0,2 2 0,-6-6 0,-11 5 0,-8-1 0,-8 0 0,0 8 0,-7 5 0,-2 8 0,-10-1 0,-5 3 0,-12 2 0,4 0 0,-4 2 0,2 3 0,-2 7 0,4 3 0,-4 2 0,5 1 0,7-1 0,-4-6 0,3 1 0,3-3 0,-1 5 0,2-3 0,3-5 0,5 5 0,0-7 0,0 4 0,7-8 0,5 0 0,3-6 0,2 0 0,1-5 0,-1 5 0,0-5 0,0 5 0,0 2 0,1 2 0,-1 2 0,0 0 0,0 0 0,0 0 0,-5 2 0,-1 4 0,1-2 0,5 7 0,-6-1 0,1 1 0,-1 4 0,7-13 0,-1 6 0,0-8 0</inkml:trace>
  <inkml:trace contextRef="#ctx0" brushRef="#br0" timeOffset="45">28171 3095 8912,'-18'0'0,"1"0"0,0 7 0,0 5 0,7 11 0,4 5 0,5 7 0,1 5 0,0 2 0,0 6 0,0-2 0,0 1 0,1-3 0,5 2 0,-2-8 0,8 2 0,-9-3 0,3-5 0,-4-3 0,-2-6 0,-8-12 0,-1-3 0</inkml:trace>
  <inkml:trace contextRef="#ctx0" brushRef="#br0" timeOffset="46">27947 3525 8912,'-6'-12'0,"-1"1"0,-1-3 0,0-1 0,2 4 0,6-1 0,2 6 0,4-5 0,11 1 0,12-3 0,4 2 0,1-3 0,6 5 0,0-3 0,6 3 0,-6-3 0,2-1 0,-5 7 0,-1 2 0,-3 2 0,-11 2 0,-2 0 0,-9 0 0,-7 8 0,2 3 0,-6 7 0,-4 3 0,-4 2 0,-1-2 0,5 0 0,-2 1 0,4-8 0,2 3 0,0-4 0,0 5 0,0-1 0,2-8 0,4-3 0,3-4 0,9-2 0,-1 0 0,-6-8 0,1-3 0,-1-2 0,6 1 0,-5-3 0,-1 3 0,-5-5 0,6-6 0,-3 4 0,3-4 0,-3 6 0,-5 4 0,2 1 0,-1 1 0,3 1 0,-6 2 0,13 8 0,-5 0 0,5 2 0,-2 2 0,-1 2 0,-2 7 0,1-1 0,4-5 0,-5 7 0,7-8 0,0 7 0,0-11 0,1 4 0,-1-5 0,0-1 0,0-7 0,-1-3 0,-5-7 0,2 0 0,-5 0 0,2-1 0,-6 7 0,1 0 0,-3 7 0,-2-6 0,0 4 0,0 5 0,0-7 0,0 16 0,6-5 0,0 9 0,-3 1 0,7-3 0,1 1 0,5 3 0,-7 1 0,5-4 0,-9 1 0,3-8 0,-2 1 0,-4-3 0,13-2 0,-5-2 0,-1-3 0,6-5 0,-3-7 0,3 0 0,2-1 0,3 1 0,1 0 0,2 0 0,-2 0 0,-2 0 0,-2-1 0,0 3 0,0 4 0,1-5 0,-1 5 0,0 1 0,0-1 0,0 7 0,1-4 0,-1 1 0,0-5 0,-6 3 0,1-3 0,-6 6 0,5-5 0,-7 5 0,2-5 0,-4 5 0,-4-3 0,-4 1 0,-11 2 0,-12 6 0,0 2 0,-5 4 0,3 5 0,-9 12 0,2-2 0,-2 8 0,4 1 0,-5 11 0,11-5 0,1 4 0,8-2 0,0 2 0,8 4 0,7 0 0,6 4 0,6-8 0,9 0 0,8-5 0,7-9 0,-1-3 0,-2-6 0,2-5 0,-3 1 0,3-7 0,-2 0 0,-4-6 0,-4 0 0,4 0 0,4-16 0,-1-3 0</inkml:trace>
  <inkml:trace contextRef="#ctx0" brushRef="#br0" timeOffset="47">15299 2923 8912,'-10'-8'0,"2"-1"0,3-3 0,-3 1 0,-2-3 0,1 5 0,-5-1 0,3 3 0,-2 3 0,3 2 0,-1 2 0,-3 0 0,-1 0 0,-8 2 0,0 4 0,0 5 0,-2 4 0,6 10 0,-4 4 0,4 5 0,2 6 0,0 6 0,-1 4 0,9-4 0,3-1 0,4-1 0,2 2 0,0-6 0,0-11 0,8-6 0,3-12 0,6-3 0,6-8 0,4-10 0,8-7 0,-1-11 0,0-11 0,-5-4 0,0-9 0,-8 0 0,2 1 0,-12-7 0,-5 1 0,-4 0 0,-4 3 0,-6-3 0,-9-6 0,-8 4 0,-9 1 0,5 13 0,0 4 0,8 13 0,-1 5 0,10 11 0,4 14 0,8 16 0,8 16 0,5 18 0,8 11 0,8 9 0,4 1 0,1 7 0,8-2-284,4 3 1,4-5 283,1-7 0,1-6 0,0 0 0,3-4 0,-3-2 0,-1 4 0,-9-15 0,0-4 0,-11-3 0,-12-5 0</inkml:trace>
  <inkml:trace contextRef="#ctx0" brushRef="#br0" timeOffset="48">22302 4763 8912,'-17'-18'0,"6"1"0,-1 2 0,-1 3 0,-2 7 0,-3 3 0,9 11 0,3 10 0,4 14 0,2 11 0,2 5 0,4 3 0,3 2 0,1 3 0,11-2 0,-4 8 0,6 6 0,-2 6 0,2-3 0,-2-1 0,-2-10 0,-2-4 0,-1-7 0,-5-10 0,-3-15 0,-23-17 0,-5-8 0</inkml:trace>
  <inkml:trace contextRef="#ctx0" brushRef="#br0" timeOffset="49">22096 5227 8912,'0'9'0,"0"-1"0,2-8 0,4 0 0,5-2 0,12-4 0,6-3 0,11-8 0,8-1 0,7 1 0,1 2 0,7 3 0,-2-3 0,2 4 0,0 3 0,-11 0 0,-10 3 0,-10-1 0,-7 0 0,-15 6 0,-5 0 0,-10 0 0,-5 0 0,-7 0 0,-6 2 0,0 4 0,0 3 0,6 9 0,2 1 0,3 4 0,-3 9 0,3 8 0,5 2 0,1-2 0,4-3 0,2 3 0,8-6 0,3-5 0,6-4 0,6-8 0,4-8 0,7-3 0,1-14 0,-3-9 0,-1-9 0,-2-7 0,-8-11 0,2-7 0,-6 5 0,-6-6 0,-3 6 0,-8 0 0,-2 4 0,-4 8 0,-5 2 0,-12 3 0,2 6 0,-8 11 0,0 5 0,-3 7 0,3 2 0,6 3 0,6 5 0,6 7 0,3 0 0,8 1 0,2-3 0,4-4 0,11-3 0,10-8 0</inkml:trace>
  <inkml:trace contextRef="#ctx0" brushRef="#br0" timeOffset="50">23232 4883 8912,'17'-27'0,"-8"2"0,-3 8 0,-4 8 0,-4 3 0,-2 12 0,-1 5 0,-3 14 0,2 9 0,4 3 0,-3 6 0,3 1 0,2 0 0,0 2 0,0 6 0,2-6 0,3-1 0,5 1 0,7 6 0,-5-6 0,-1 0 0,-7-8 0,2 2 0,-4-11 0,-10-5 0,-2-6 0</inkml:trace>
  <inkml:trace contextRef="#ctx0" brushRef="#br0" timeOffset="51">23094 5330 8912,'8'-17'0,"3"-1"0,6-1 0,6-2 0,6-2 0,4 2 0,9 2 0,3 2 0,3 0 0,-2 0 0,4 1 0,-4 5 0,-4-4 0,-2 3 0,-4 3 0,-3-1 0,-3 3 0,-1 3 0,-14-4 0,3 2 0,-13 1 0,3 5 0,-16 2 0,-3 3 0,-10 5 0,-2 7 0,-6 0 0,6 0 0,-2 8 0,4 4 0,-2 3 0,2 3 0,4-7 0,6 1 0,-3-8 0,9 2 0,-7 2 0,6-2 0,1-6 0,5-6 0,7-7 0,5 2 0,5-6 0,6-6 0,-2-9 0,8-10 0,1-2 0,3-3 0,-1-3 0,-3-1 0,-4 0 0,-8-1 0,0 8 0,0 4 0,1-3 0,-9 7 0,-1 1 0,-8 11 0,2 14 0,3 5 0,-1 3 0,8 2 0,1 2 0,2 4 0,-3-4 0,-1 4 0,7-3 0,5-3 0,-1-2 0,-4-4 0,1 3 0,4-8 0,-4-1 0,4-5 0,-4-2 0,-2-3 0,0-5 0,1-7 0,-1-2 0,0-4 0,0-4 0,0-7 0,-5-1 0,-1 1 0,-5-2 0,6-4 0,-7-4 0,7-8 0,-8-5 0,1-1 0,-3-5 0,-2 6 0,-2-4 0,-2 11 0,-3 14 0,-3 15 0,6 11 0,-11 26 0,4 7 0,1 17 0,-1 11 0,5 14 0,-6 10 0,9 1-115,-3-1 1,6-7 114,6 1 0,5 0 0,12-6 0,6 0 0,3-6 0,3-1 0,-1-16 0,4 0 0,4-6 0,4 1 0,0-1 0</inkml:trace>
  <inkml:trace contextRef="#ctx0" brushRef="#br0" timeOffset="52">25675 4969 8912,'-25'6'0,"-3"-1"0,-5-1 0,-1-2 0,-1 0 0,1 2 0,0 1 0,1 11 0,3-1 0,3 8 0,2 4 0,2-4 0,8 5 0,3 1 0,6-2 0,5 3 0,1-7 0,1-4 0,5-5 0,4-1 0,7-7 0,0-2 0,0-3 0,6-2 0,0-5 0,8-9 0,-4-10 0,-1 0 0,-3 0 0,2-6 0,-2 3 0,0-5 0,-6-1 0,-1 0 0,-5-1 0,2 7 0,-7-3 0,-2-3 0,-2-5 0,-2-8 0,0 1 0,-2 4 0,-4 2 0,2 3 0,-7 3 0,0 7 0,-1 12 0,1 15 0,7 11 0,-2 18 0,4 7 0,2 16 0,0 5 0,2 2 0,2 3 0,2 3 0,7-6 0,-2-2 0,7-9 0,5-2 0,-2-6 0,7 6 0,1-16 0,5-1 0,1-10 0,-1-8 0,1-11 0,-1-9 0</inkml:trace>
  <inkml:trace contextRef="#ctx0" brushRef="#br0" timeOffset="53">26914 4573 8912,'-34'-42'0,"0"6"0,-1 5 0,1 1 0,5 11 0,0 2 0,6 11 0,-5 2 0,-3 8 0,-1 7 0,5 12 0,4 6 0,4 11 0,2 6 0,1 9 0,5 3 0,3 7 0,8-4 0,2 0 0,4-4 0,-2 2 0,7-1 0,1-3 0,5-9 0,-2 2 0,-3-8 0,-5 6 0,-7-6 0,0-6 0,0-5 0,0-8 0,-7 4 0,-3-8 0</inkml:trace>
  <inkml:trace contextRef="#ctx0" brushRef="#br0" timeOffset="54">26484 5072 8912,'-11'-2'0,"1"-4"0,2-5 0,3 1 0,5-1 0,0 5 0,2-3 0,3-1 0,7 0 0,13 5 0,9-7 0,2 3 0,10-3 0,6-1 0,5 7 0,8 0 0,-2 6 0,-3 0 0,-3 0 0,-3 0 0,-7 0 0,-6 0 0,-13 0 0,-7 8 0,-4 2 0,-9-1 0,-8-3 0,-2-4 0,-9-2 0,7 0 0,-9-8 0,7-3 0,0 1 0,6-1 0,0-1 0,0-5 0,2 2 0,2 1 0,2 3 0,-3-2 0,-1-3 0,-2-1 0,-2 2 0,-3 3 0,-5 5 0,-7 7 0,-6 2 0,0 3 0,-8 5 0,3 7 0,-5 2 0,-1 4 0,5-2 0,2 6 0,1 0 0,-1-1 0,8 1 0,1 2 0,9 3 0,9-3 0,2-4 0,4-2 0,11-6 0,11-6 0,15-3 0,8-8 0,3 0 0,9 0 0,-8-8 0,3-3 0,-5-4 0,-1-3 0,-6-5 0,0 1 0,-8-3 0,2 2 0,-11 4 0,-6-4 0,-6 4 0,-6 1 0,-3 1 0,-10 2 0,-4 3 0,-3 5 0,-9 7 0,1 0 0,0 0 0,-2 2 0,-4 3 0,4 3 0,-4 4 0,4 3 0,2-4 0,5 5 0,1 1 0,7 0 0,-2 0 0,-3 0 0,9 1 0,0-1 0,1-8 0,11-3 0,-1-4 0,7-2 0,-1 0 0,0 0 0,0 0 0,0 0 0,1-2 0,-1-4 0,0 4 0,0-3 0,0 3 0,1 2 0,-1 0 0,0 0 0,0 2 0,1 3 0,-1-3 0,0 4 0,-6-4 0,1-2 0,-1 0 0,7 0 0,6 0 0,3 0 0</inkml:trace>
  <inkml:trace contextRef="#ctx0" brushRef="#br0" timeOffset="55">27861 4556 8912,'-10'-17'0,"-5"0"0,13 0 0,-7 9 0,3 8 0,4 10 0,-4 14 0,4 9 0,2 5 0,0 10 0,0-2 0,6 3 0,0 3 0,1-2 0,-1-5 0,-4 5 0,4-4 0,1-4 0,-1-2 0,0 2 0,-6-2 0,0-7 0,0-1 0,0-5 0</inkml:trace>
  <inkml:trace contextRef="#ctx0" brushRef="#br0" timeOffset="56">27706 5038 8912,'-6'-18'0,"0"1"0,1 6 0,5-1 0,7 7 0,5-7 0,5 8 0,6-1 0,4-3 0,7 2 0,3 2 0,3 2 0,-4 2 0,4 0 0,-3 0 0,-3 0 0,0 0 0,1 0 0,-8 0 0,-5 0 0,-10 0 0,-4 0 0,-8 0 0,-8 0 0,-4 0 0,-3 0 0,4 6 0,-1 0 0,8 7 0,-3-11 0,7 13 0,0-13 0,0 8 0,0-4 0,7-4 0,3 5 0,7-7 0,-5-2 0,-1-2 0,3-3 0,1-3 0,2 5 0,0-7 0,0 6 0,1-5 0,-3-1 0,-4-5 0,5 6 0,-5-1 0,4 1 0,3-6 0,-1 7 0,0 2 0,0 8 0,-1 2 0,-5 4 0,4-4 0,-5 11 0,7-7 0,-5 6 0,-1-7 0,1 1 0,5 2 0,0-6 0,0 3 0,0-3 0,1-4 0,-1-3 0,0-5 0,0 0 0,-5-5 0,-1 4 0,-1-5 0,1-1 0,3 0 0,-9 0 0,1 0 0,-6 0 0,0-1 0,0 1 0,0 0 0,-2 7 0,-4 5 0,3 3 0,-9 2 0,-1 0 0,-3 7 0,-1 5 0,6-1 0,-1 6 0,7-3 0,-7 9 0,8-2 0,-1 2 0,3-4 0,2 4 0,0-4 0,0-2 0,7 0 0,5 0 0,3-5 0,2-1 0,0-7 0,1 2 0,5-4 0,1-2 0,3-4 0,4-7 0,1-3 0,3-14 0,5-1 0,0-6 0,2-5 0,-2 0 0,-3-6 0,3 6 0,-10-7 0,-1 1 0,-8 4 0,2 2 0,-12 11 0,-5 6 0,-4 4 0,-8 17 0,1 8 0,-7 15 0,6 7 0,-5 5 0,5 1 0,-5 2 0,5 5 0,0-5 0,6 4 0,-5 0 0,-1-5 0,-6 8 0,7-8 0,-15 3 0,3-4 0,-17 1 0,-1-1 0,-16 1 0,-5-1 0,-9-2 0,-11-3 0,-6 2 0,-4-8 0,-6 5-233,0-5 1,43-11 0,1-1 232,-44 6 0,8-3 0,9-1 0,4 0 0,2-5 0,1-4 0</inkml:trace>
  <inkml:trace contextRef="#ctx0" brushRef="#br0" timeOffset="57">8260 7273 8912,'0'-58'0,"0"3"0,0 5 0,4 8 0,6 6 0,7 4 0,2 3 0,6 4 0,-2 8 0,0 0 0,-14 9 0,-3 8 0,-2 8 0,1 9 0,7 2 0,3 4 0,4 4 0,2 9 0,4 2 0,2 2 0,2 14 0,5-3 0,-5 12 0,-1 0 0,-1 12 0,4 9 0,-17-37 0,1 1 0,0 6 0,0 1 0,-2 8 0,-1 2 0,-1 7 0,-1 3 0,-2 11 0,-3 2-150,-2-22 1,-2 1 0,1 3 0,1 9-1,-1 2 1,1 1 0,-1 8 0,0 0-1,0 2 1,-1 1 0,1 0 0,0 1 149,1 2 0,-1 1 0,1-1 0,-1-1 0,-1 0 0,2 0 0,1-2 0,1 0 0,1-1 0,0-4 0,1-1 0,1-2 0,0-4 0,0-1 0,1 0 0,-2-2 0,1 0 0,0-3 0,1-7 0,1-2 0,-1 1 0,1 1 0,-1 0 0,1 0 0,1 1 0,1 1 0,0-1 0,-1 1 0,1 0 0,-1 1 0,0-1 0,1 1 0,-1 0 0,1-1 0,-1 1 0,1 0 0,-1-3 0,1 1 0,-1 0 0,1 4 0,-1 1 0,1 1-333,-1 0 0,1 2 0,-1 0 0,0 4 0,0 2 0,0-1 333,-1 0 0,-1 1 0,0-1 0,0-1 0,-1-1 0,0-1 0,-2-5 0,0-2 0,-1 0 0,1 2 0,0 1 0,0 0-76,-1-1 1,1 1-1,0-1 1,1 1 0,1-1-1,0 1 1,0 1 0,0 1-1,1-1 1,-1-1 0,0 0-1,0 0 76,1 0 0,-1 0 0,0-1 0,0-3 0,0 0 0,-1-1 0,-1-2 0,0-1 0,-1-2 0,4 28 0,0-4 0,-1-12 0,1-3 0,-1-8 0,1-2 0,0-6 0,-1 0 0,-2 1 0,0-1-92,0-1 1,-1 0-1,-3-2 1,0-1 91,1-1 0,0-2 0,1 36 481,1-12 1,-3-6-482,4-6 0,-4-6 0,-2-11 1903,0-6-1903,-8-11 0,4-5 1312,-7-6-1312,-1-9 0,-3-9 331,4-11 0,-3-12-331,9-6 0,-1-11 110,6-6 0,6-5-110,-1-7 0,9-3 0,-5-8 0</inkml:trace>
  <inkml:trace contextRef="#ctx0" brushRef="#br0" timeOffset="58">7331 16454 8912,'0'-46'0,"0"2"0,2 0 0,4 0 0,16 6 0,15 0 0,7 7 0,9 8 0,7 6 0,10 6 0,5 5 0,5 4 0,12 2 0,4 2 0,-47 0 0,1 2 0,2 1 0,-1 1 0,0 1 0,0 1-288,5 1 0,2 0 0,2-1 0,1-1 288,1-1 0,2-1 0,4 2 0,0 0 0,0-4 0,1-1 0,4 2 0,0-2 0,5-2 0,1-2 0,0 0 0,0-2 0,3-1 0,1-1 0,3-2 0,2-1 0,5-2 0,1-1 0,-29 3 0,1-1 0,0 0 0,1 0 0,0-1 0,0 0 0,1-1 0,0 1 0,0-1 0,3 1 0,-1-1 0,2 1 0,1-1 0,1 1 0,0 0 0,3-1 0,-1 0 0,1 1 0,-2 2 0,0 0 0,0 0-103,2 1 1,-1 0-1,1 2 1,1 0-1,0 2 1,1 0 0,0 0-1,1 1 1,0-1-1,3-1 1,0 1 0,2-1 102,2 0 0,0 0 0,1 0 0,-1-1 0,0 1 0,1-1-362,3 0 1,1 1-1,0-1 1,1-2 0,1 1-1,0-1 362,-2 0 0,-1 0 0,1 1 0,4-1 0,1 0 0,1 1-243,-24 2 0,1 1 1,0 0-1,-1 0 1,23-2-1,0 0 1,0 1 242,-22 0 0,2 1 0,-1 0 0,0-1 0,-1 0 0,0-1 0,0 0 0,0 0 0,3 1 0,-1-1 0,2 0 0,-1 0 0,0 1 0,1-1 0,0 0 0,0 1 0,1-2 0,1 1 0,-1 0 0,0 0 0,0 0 0,-1 1 0,1 0 0,-1 0 0,0-2 0,-1-1 0,1 1 0,0 0 0,2 1 0,0 1 0,1-1 0,-1 0-134,1-1 0,-1 0 0,1-1 0,0 1 1,3 1-1,-1 1 0,1 0 0,0-1 134,0-1 0,-1-1 0,1 1 0,-1 0 0,-1 1 0,-1 0 0,0 1 0,0-1 0,0-1 0,0 0 0,-1-1 0,1 1 0,-1 1 0,0 1 0,1-1 0,-1 0 0,2 0 0,-1-1 0,1 0 0,0 1 0,1-1 0,0 0 0,0 1 0,0-1 0,2 0 0,0 0 0,0 0 0,-1 1 0,-4 1 0,0-1 0,-1 1 0,1 0 0,2-1 0,0 1 0,1-1 0,-1 0 0,-4 1 0,-1 0 0,1 1 0,0-1 0,2 1 0,1-1 0,0 1 0,0 0 0,-1 0 0,-1-1 0,0 1 0,0 0 0,1-1 0,-1 1 0,1 0 0,-2 0 0,-1 0 0,-2 0 0,1 0 0,-2 0-67,22 0 1,-2 0 0,0 1 0,2-1 0,-1 1 0,0 0 66,-4 1 0,0 0 0,-1 1 0,1 0 0,0 0 0,0 1 0,-4-2 0,-1 0 0,0 0 0,-5 1 0,0 0 0,-2 1 44,-3 0 1,-1 0-1,-1 0 1,-3-2-1,-1 0 1,0 0-45,-3 0 0,-1 0 0,-1 1 0,30-3 0,-3 2 188,-8 1 1,-4 2 0,-7 1 0,-4 2-189,-14-2 0,-3 1 0,42 9 438,-9-7 0,-19 9 1,-23-3-1,-25 3-438,-26-3 0,-5-3 0,-20-8 0</inkml:trace>
  <inkml:trace contextRef="#ctx0" brushRef="#br0" timeOffset="59">8329 16626 8912,'0'-17'0,"-8"-1"0,-3 1 0,-4 2 0,-3 3 0,1 7 0,0 3 0,0 4 0,0 5 0,-1 11 0,-5 3 0,0 11 0,4 8 0,6 8 0,0 2 0,7 13 0,0-2 0,6 2 0,2-6 0,4-3 0,11-3 0,12 1 0,3-10 0,3-8 0,-1-9 0,0-14 0,3-5 0,3-4 0,2-6 0,4-7 0,-4-10 0,-8-19 0,1-4 0,-1-8 0,-7-5 0,-4 0 0,-14-3 0,-9 3 0,-11 9 0,-18-3 0,-9 5 0,-19 2 0,-6 10 0,-4 9 0,0 13 0,4 6 0,5 6 0,12 6 0,12 11 0,11 12 0,12 11 0,5 6 0,6 11 0,6 6 0,5-3 0,12-3 0,4-4 0,7-1 0</inkml:trace>
  <inkml:trace contextRef="#ctx0" brushRef="#br0" timeOffset="60">19067 8098 8912,'-11'-11'0,"1"-1"0,1 1 0,1-1 0,0 1 0,-3 5 0,3-4 0,-1 3 0,3-5 0,-6 7 0,7-7 0,-7 6 0,6 1 0,-5 5 0,7 3 0,-2 9 0,-3 1 0,-1 18 0,1 7 0,3 12 0,-2 3 0,3 10 0,-1 0 0,6 6 0,0-2 0,0-4 0,9-4 0,9-7 0,-1-16 0,6-7 0,4-10 0,1-8 0,5-5 0,-1-12 0,-1-9 0,-2-12 0,-1-9 0,7-16 0,-3-7 0,-3-4 0,-4 2 0,-8-2 0,-8 6 0,-3-6 0,-6 3 0,-6 3 0,-5 2 0,-12 15 0,2 1 0,-8 11 0,1 5 0,-7 11 0,1 5 0,1 9 0,3 5 0,1 10 0,8 8 0,-2 10 0,4 5 0,2 0 0,7 6 0,4-6 0,5 0 0,-7-13 0,-2-2 0</inkml:trace>
  <inkml:trace contextRef="#ctx0" brushRef="#br0" timeOffset="61">18809 8545 8912,'-9'-8'0,"-5"5"0,8-9 0,1 6 0,5-5 0,0-2 0,9-3 0,8-1 0,10-2 0,13-4 0,-1 2 0,6-6 0,3 0 0,2 1 0,0-1 0,-4-2 0,1 5 0,-6 6 0,-7 7 0,-5-1 0,-16 9 0,10-5 0,-13 8 0</inkml:trace>
  <inkml:trace contextRef="#ctx0" brushRef="#br0" timeOffset="62">19446 8236 8912,'2'11'0,"3"0"0,-3 9 0,4 8 0,-2 5 0,2 1 0,-3 8 0,9 4 0,-6 2 0,5-1 0,3-5 0,1-5 0,-4-3 0,1-17 0,-1-3 0,6-14 0,1 0 0</inkml:trace>
  <inkml:trace contextRef="#ctx0" brushRef="#br0" timeOffset="63">19566 7754 8912,'-17'0'0,"0"0"0,0 0 0,-1 0 0,1-2 0,0-4 0,0-5 0,7 1 0,5-1 0,3-2 0,4 3 0,3 1 0,7 1 0,9-4 0,4 7 0,-1 1 0,1 2 0,6 2 0,-4 0 0,1 0 0,1 0 0,-8 0 0,2 0 0,-4 8 0,-4 3 0,-1 6 0,-3 6 0,-7-2 0,2 8 0,-14 5 0,-9 6 0,-2 2 0,-10-2 0,8-5 0,-2-1 0,4-1 0,2-10 0,0-8 0,7-23 0,18-11 0,11-15 0</inkml:trace>
  <inkml:trace contextRef="#ctx0" brushRef="#br0" timeOffset="64">19807 7531 8912,'-17'11'0,"0"1"0,0-1 0,-1-1 0,1 11 0,0-4 0,5 9 0,1-3 0,7 6 0,-2-6 0,10 6 0,2-6 0,7 5 0,-1-5 0,5-2 0,6-2 0,-4-3 0,4-5 0,-4 4 0,-2-3 0,1-5 0,-1-1 0,0-4 0,0-2 0,0 0 0,-7-8 0,-2-1 0</inkml:trace>
  <inkml:trace contextRef="#ctx0" brushRef="#br0" timeOffset="65">20083 7582 8912,'0'-17'0,"0"7"0,0 3 0,0 9 0,0 3 0,1 7 0,5 11 0,-2 4 0,6 7 0,-3-2 0,-3-3 0,4 4 0,-3-5 0,7 5 0,-6 1 0,5-1 0,-5-5 0,0 3 0,-6-8 0,5 0 0,1-6 0,0-8 0,-6 7 0,0-7 0</inkml:trace>
  <inkml:trace contextRef="#ctx0" brushRef="#br0" timeOffset="66">20427 7359 8912,'0'-18'0,"-6"1"0,0 0 0,2 0 0,2 9 0,2 8 0,0 16 0,0 12 0,0 5 0,0 1 0,2 0 0,4 1 0,-4 5 0,4 0 0,-4 0 0,-2-5 0,0-7 0,0 1 0,5-2 0,1 1 0,0 3 0,-6-8 0,0 0 0,0-6 0</inkml:trace>
  <inkml:trace contextRef="#ctx0" brushRef="#br0" timeOffset="67">20237 7685 8912,'-17'-2'0,"0"-3"0,6 3 0,-1-4 0,10 2 0,2-1 0,15 3 0,14-4 0,6-4 0,5-1 0,6-3 0,3 3 0,-3-4 0,0 3 0,-2-3 0,2-2 0,4 0 0,-6-1 0</inkml:trace>
  <inkml:trace contextRef="#ctx0" brushRef="#br0" timeOffset="68">20736 7341 8912,'-19'12'0,"-2"-1"0,0 3 0,6 1 0,-2 4 0,5 4 0,5 4 0,1 7 0,4 1 0,2-1 0,2 0 0,4 1 0,3-8 0,8-5 0,6-4 0,0-7 0,6-3 0,-6-8 0,6-2 0,-5-4 0,1-7 0,0-8 0,-2-4 0,-6-4 0,1-3 0,-1 3 0,-8-9 0,-3-2 0,2-6 0,-3 6 0,1 0 0,-6 5 0,-7 3 0,-5 3 0,-3-1 0,-2 9 0,-3 5 0,-3 9 0,4 5 0,-4 2 0,2 2 0,-2 3 0,6 5 0,0 7 0,0 0 0,5 1 0,-3 6 0,-2 3 0</inkml:trace>
  <inkml:trace contextRef="#ctx0" brushRef="#br0" timeOffset="69">20650 7599 8912,'-9'-17'0,"3"0"0,4 6 0,2-1 0,0 1 0,8-5 0,3 5 0,5-3 0,1 7 0,0-1 0,0 1 0,0-1 0,1 2 0,7-3 0,1-9 0</inkml:trace>
  <inkml:trace contextRef="#ctx0" brushRef="#br0" timeOffset="70">21132 7393 8912,'-17'0'0,"7"0"0,3 0 0,7-2 0,0-4 0,7 4 0,3-5 0,7 9 0,0 3 0,-5 5 0,-1 7 0,-7 2 0,2 4 0,-4 4 0,-2 7 0,0-5 0,0 0 0,-6-1 0,0 7 0,-5-7 0,5 1 0,-5-8 0,5 2 0,0-10 0,6-1 0,2-8 0,4 1 0,3-7 0,9-9 0,5 0 0,0-12 0,5 2 0,-5-2 0,0 4 0,-6-4 0,8-4 0,2 0 0</inkml:trace>
  <inkml:trace contextRef="#ctx0" brushRef="#br0" timeOffset="71">21408 7118 8912,'0'-12'0,"0"1"0,0 7 0,2-2 0,3 12 0,5 4 0,7 13 0,0 0 0,0-2 0,1-2 0,-3-2 0,-4 0 0,3 6 0,-8 0 0,-1 0 0,-5-4 0,0 2 0,0 2 0,-7 0 0,-5-6 0,-3 0 0,-2 0 0,-1-1 0,1-5 0,0-3 0,0-8 0</inkml:trace>
  <inkml:trace contextRef="#ctx0" brushRef="#br0" timeOffset="72">21735 7015 8912,'-23'0'0,"0"0"0,2 0 0,2 0 0,-4 0 0,0 0 0,0 7 0,5 5 0,1 5 0,2 6 0,2 6 0,1 3 0,8-3 0,-1-1 0,5 1 0,5 6 0,1-3 0,11-3 0,-3-5 0,9-6 0,3-3 0,3-4 0,-2 3 0,1-8 0,-7-8 0,4-8 0,-7-7 0</inkml:trace>
  <inkml:trace contextRef="#ctx0" brushRef="#br0" timeOffset="73">21872 7135 8912,'10'-2'0,"-4"-3"0,3 1 0,3-8 0,-3 8 0,3-1 0,-7 3 0,7 2 0,1 0 0,-3 0 0,1 0 0,-7 7 0,2 5 0,-4 3 0,-2 2 0,-8 8 0,-3 4 0,-5 3 0,-1 3 0,2-3 0,3-3 0,-1 3 0,7-3 0,-5-4 0,5-2 0,0-4 0,6-2 0,10-9 0,7-8 0,8-10 0,9-13 0,1-4 0,-1-9 0,1-4 0,-1 4 0,0-6 0</inkml:trace>
  <inkml:trace contextRef="#ctx0" brushRef="#br0" timeOffset="74">22148 7049 8912,'11'-7'0,"1"-3"0,1-1 0,2-1 0,2-1 0,8-4 0,6-5 0,5 0 0,4 1 0,0 3 0,-7 5 0,-4 2 0,-4 7 0,-25-2 0,-12 12 0,-11-4 0,-11 5 0</inkml:trace>
  <inkml:trace contextRef="#ctx0" brushRef="#br0" timeOffset="75">22182 6740 8912,'0'34'0,"0"0"0,0 3 0,0 3 0,0-2 0,2 8 0,2 0 0,1-2 0,9 3 0,-3-6 0,5-5 0,1-6 0,-6-5 0,1-7 0,-8-9 0,11 6 0,-6-5 0</inkml:trace>
  <inkml:trace contextRef="#ctx0" brushRef="#br0" timeOffset="76">22767 6740 8912,'-8'-17'0,"7"5"0,-5 1 0,2-1 0,-2 3 0,-3 3 0,-7 12 0,1 7 0,-2 8 0,9 13 0,-9 12 0,2 2 0,-1-2 0,1 3 0,4-3 0,5 2 0,4-2 0,2-10 0,0-7 0,8-10 0,5-2 0,6-9 0,4-6 0,8-4 0,-3-4 0,5-11 0,1-12 0,-5-3 0,-2-5 0,0-1 0,-1-2 0,-5-6 0,2 6 0,-6-6 0,-5 6 0,-4 0 0,-8 6 0,-10 1 0,-5 5 0,-8 5 0,-4 4 0,-2 9 0,-5 4 0,-1 4 0,1 2 0,5 8 0,1 3 0,7 5 0,-2 1 0,11 8 0,-11-6 0,4 6 0</inkml:trace>
  <inkml:trace contextRef="#ctx0" brushRef="#br0" timeOffset="77">22595 6998 8912,'-11'0'0,"-1"0"0,8-8 0,-3 4 0,7-7 0,0 5 0,0-6 0,7 3 0,5-4 0,3 3 0,2 2 0,6-3 0,0 5 0,2-1 0,-2 1 0,2 2 0,3-7 0,5-1 0,-6-5 0</inkml:trace>
  <inkml:trace contextRef="#ctx0" brushRef="#br0" timeOffset="78">23094 6963 8912,'-25'8'0,"-2"3"0,1 5 0,7 3 0,7 4 0,2-4 0,-1 4 0,-2 1 0,7-1 0,2-2 0,2-1 0,4-3 0,4 0 0,-2-6 0,7 1 0,-5-8 0,5 1 0,3-3 0,9-2 0,-4-7 0,4-5 0,-4-3 0,-2-2 0,0-6 0,0 0 0,-5-6 0,-3 6 0,1 2 0,0 2 0,-7 2 0,3 0 0,-4 0 0,-2-1 0,0 1 0,-8 8 0,-3 1 0,-4 2 0,-3 1 0,1-1 0,0 13 0,0 3 0</inkml:trace>
  <inkml:trace contextRef="#ctx0" brushRef="#br0" timeOffset="79">23404 6808 8912,'-6'-17'0,"0"0"0,3 0 0,1 0 0,2 5 0,0 1 0,2 1 0,3-3 0,7 3 0,3 3 0,2-1 0,0 2 0,1 4 0,-1-3 0,8 3 0,-6 7 0,4 1 0,-12 8 0,5-5 0,-7 8 0</inkml:trace>
  <inkml:trace contextRef="#ctx0" brushRef="#br0" timeOffset="80">23404 7066 8912,'-17'0'0,"7"-2"0,4-3 0,6 1 0,6-8 0,6 1 0,10-6 0,5-6 0,8 0 0,-1 0 0,0-2 0,1 6 0,-1-4 0,1 4 0,-1 2 0,-7 5 0,-4 1 0,-4-1 0,-2-5 0,-2 6 0,-3-1 0,3-7 0,-5-7 0</inkml:trace>
  <inkml:trace contextRef="#ctx0" brushRef="#br0" timeOffset="81">23800 6671 8912,'-16'8'0,"5"3"0,-4 4 0,3 4 0,-3 4 0,-2 6 0,-1 3 0,1 3 0,8-6 0,3-1 0,4-7 0,2 2 0,8-6 0,3-5 0,12-5 0,6-7 0,3-1 0,3-5 0,-7-10 0,1-8 0,0-1 0,-3 0 0,3-4 0,-12 6 0,2-7 0,-13 1 0,-2 2 0,-10-1 0,-5 7 0,-12-2 0,-4-2 0,-7 2 0,-8 2 0,-4 10 0,-4-3 0,-2 9 0,-7-9 0,-2 5 0</inkml:trace>
  <inkml:trace contextRef="#ctx0" brushRef="#br0" timeOffset="82">13268 6379 8912,'-12'-12'0,"1"3"0,-2 1 0,3 0 0,-1 3 0,1 1 0,-3-6 0,1 3 0,6-1 0,-5 2 0,-1-1 0,-5-5 0,0 4 0,0 8 0,-6 2 0,-2 6 0,0 7 0,0 6 0,-7 10 0,-3-2 0,1 3 0,-6 2 0,3 1 0,3-1 0,5 6 0,3 2 0,1 2 0,4 4 0,2-4 0,1 2 0,7 0 0,-1 5 0,9-7 0,-3-4 0,4-3 0,2-3 0,0 0 0,0 1 0,8-8 0,3-5 0,2-2 0,-1-3 0,9 0 0,-4 0 0,12 0 0,0 1 0,3-1 0,2 0 0,3-6 0,3-1 0,4-1 0,0 1 0,6-6 0,-4 2 0,-3-5 0,3-1 0,-7 0 0,1 0 0,-6 0 0,-5 0 0,3-7 0,-5-3 0,2-1 0,0-1 0,-3-5 0,3-6 0,5-2 0,1 2 0,-1 2 0,6-7 0,-3 1 0,-3-2 0,1-3 0,-3 5 0,-3-1 0,-6-1 0,-6 6 0,-6-6 0,3 6 0,-9-5 0,1 5 0,-6-6 0,0 0 0,0-5 0,0 0 0,0-1 0,0 1 0,0 0 0,-6-1 0,1 1 0,-9-6 0,3 0 0,-4 1 0,-3 11 0,-5-5 0,0 5 0,-5-3 0,5 2 0,-8 4 0,3 8 0,-3 0 0,2 0 0,-9 0 0,4 1 0,-3 3 0,1 2 0,3 7 0,5-2 0,-10 4 0,3 2 0,-1 0 0,-1 0 0,3 2 0,0 4 0,-7 1 0,1 5 0,0 3 0,6-3 0,-6-3 0,-1 3 0,-1-7 0,2 7 0,10-1 0,-5 6 0,7-5 0,-3-1 0,6 3 0,6 1 0,-2 2 0,9 0 0,-1 6 0,2 0 0,-3 8 0,8-2 0,-5 3 0,5 2 0,1 3 0,3 3 0,-2 4 0,-2 0 0,0 5 0,6-3 0,0-4 0,0-2 0,2 0 0,4-5 0,-4 1 0,4-13 0,3 6 0,3-6 0,-3 0 0,3-6 0,1 0 0,2 0 0,8-5 0,0-1 0,6-1 0,-6 1 0,7-1 0,-1-5 0,-2-1 0,4 6 0,3-3 0,4-3 0,2-2 0,-5-2 0,1 0 0,4 0 0,2-2 0,4-4 0,-2-3 0,-4-8 0,-1-2 0,5-2 0,-2-2 0,-4 2 0,-2 2 0,-1 1 0,-1-5 0,0 1 0,-5-1 0,0 5 0,-6 1 0,5 0 0,-7-6 0,2 0 0,-3 0 0,-3-2 0,-2 4 0,-4-7 0,-1-1 0,-4-5 0,-4-1 0,3 1 0,-3 0 0,-2-1 0,-7-1 0,-3-2 0,-3-2 0,-4 1 0,3 5 0,-9 5 0,2-1 0,-2 7 0,2-4 0,-7 8 0,-3 4 0,-2-1 0,-1 3 0,0 2 0,-1-3 0,1 8 0,-1 1 0,1 5 0,0 0 0,-1 0 0,6 2 0,1 3 0,5-1 0,-4 10 0,0 3 0,0 4 0,1 9 0,-3-1 0,-3 3 0,3 3 0,-6-1 0,-3 1 0,0-1 0,5 0 0,-1 1 0,5-1 0,4-1 0,3-5 0,4 3 0,7-8 0,3 2 0,8-4 0,4 3 0,8 3 0,3 2 0,19 5 0,-3 1 0,11-1 0,-8 0 0</inkml:trace>
  <inkml:trace contextRef="#ctx0" brushRef="#br0" timeOffset="83">9585 6516 8912,'-2'-11'0,"-3"-1"0,-7 1 0,-3 1 0,-2 5 0,5 3 0,1 2 0,-3 2 0,-1 3 0,-2 12 0,0 12 0,-1 5 0,1 7 0,8 3 0,1 9 0,2 2 0,0 3 0,1 7 0,5-4 0,0 2 0,0 0 0,7-10 0,5-1 0,3-12 0,2-9 0,1-8 0,-1-12 0,2-3 0,4-8 0,-2-2 0,8-4 0,-1-5 0,7-14 0,-1-8 0,0-5 0,-5-10 0,0 2 0,-10-5 0,-2-6 0,-2 3 0,-9-3 0,-2 3 0,-10 3 0,-5-1 0,-12 1 0,-4 1 0,-7 4 0,-3 12 0,-3 11 0,4 11 0,-4 7 0,5 3 0,5 4 0,3 5 0,2 10 0,4 8 0,10 10 0,-3 5 0,8 0 0,1 0 0,5-6 0,0 1 0</inkml:trace>
  <inkml:trace contextRef="#ctx0" brushRef="#br0" timeOffset="84">9379 7066 8912,'-17'0'0,"-1"0"0,1 0 0,0 0 0,7-2 0,5-3 0,12 1 0,10-8 0,8 1 0,10-6 0,5 0 0,0-1 0,0 1 0,2 0 0,-5 0 0,3 0 0,-4-1 0,-2 1 0,1 2 0,-1 4 0,-7-5 0,-4 5 0,-4 3 0,-2 0 0</inkml:trace>
  <inkml:trace contextRef="#ctx0" brushRef="#br0" timeOffset="85">9998 6826 8912,'8'9'0,"-6"7"0,11-13 0,-7 9 0,2-6 0,-3 5 0,-3 0 0,6 7 0,-2-1 0,-1 0 0,1 8 0,-6 4 0,6 3 0,0 2 0,-1 1 0,-5-1 0,0 1 0,0-1 0,0 0 0,0 1 0,6-9 0,2-3 0,1-4 0,3-9 0,5-2 0</inkml:trace>
  <inkml:trace contextRef="#ctx0" brushRef="#br0" timeOffset="86">10222 6499 8912,'-10'11'0,"3"-1"0,-1-2 0,-3-5 0,3-1 0,2-2 0,12 0 0,-2 0 0,7 0 0,3 0 0,1 0 0,2 0 0,0 2 0,1 4 0,-1 5 0,-6-1 0,1 2 0,-3-1 0,5 8 0,-5 2 0,-1 2 0,-2 8 0,-6-3 0,0 1 0,0 5 0,-8-3 0,-3 9 0,1-9 0,-2-3 0,1-1 0,-6 2 0,5-5 0,1-6 0,7-9 0,-4-3 0,8-12 0,0-19 0,0-11 0</inkml:trace>
  <inkml:trace contextRef="#ctx0" brushRef="#br0" timeOffset="87">10446 6413 8912,'0'12'0,"0"-1"0,0 2 0,-6-3 0,0 1 0,-5 1 0,5 5 0,-2 2 0,3 4 0,3-2 0,-4 8 0,4-1 0,2 7 0,0 1 0,0 4 0,8-4 0,3 5 0,4-7 0,3-5 0,-1-5 0,0-6 0,2-3 0,4-4 0,-4-3 0,4-8 0,-4-8 0,6-1 0,2-8 0</inkml:trace>
  <inkml:trace contextRef="#ctx0" brushRef="#br0" timeOffset="88">10859 6757 8912,'-6'11'0,"-2"-1"0,1-1 0,-1 1 0,2-4 0,6 5 0,0 3 0,2 1 0,2 2 0,4 0 0,1 0 0,1 6 0,3 2 0,-3 2 0,-3 4 0,1-5 0,-2 3 0,-4-2 0,5 1 0,-1-5 0,0-4 0,0-1 0,1-1 0,3 0 0</inkml:trace>
  <inkml:trace contextRef="#ctx0" brushRef="#br0" timeOffset="89">11082 6361 8912,'-9'-9'0,"-1"1"0,5 8 0,3 2 0,-4 4 0,10 9 0,3 10 0,3 2 0,3 3 0,1 5 0,-1 3 0,-1 2 0,1-2 0,0 4 0,-1-2 0,1 1 0,-7-7 0,0 0 0,1-7 0,3-2 0</inkml:trace>
  <inkml:trace contextRef="#ctx0" brushRef="#br0" timeOffset="90">10962 6637 8912,'-10'0'0,"3"-2"0,7-4 0,2 2 0,3-7 0,5-1 0,7-5 0,2 0 0,4 0 0,4-6 0,7 0 0,1-8 0,-1 4 0,1-7 0</inkml:trace>
  <inkml:trace contextRef="#ctx0" brushRef="#br0" timeOffset="91">11581 6121 8912,'-17'0'0,"-6"0"0,0 0 0,0 5 0,6 3 0,0 2 0,0 3 0,7 4 0,4 6 0,5 4 0,1 7 0,1 6 0,5 1 0,4 4 0,7-6 0,2-5 0,4-3 0,-2-10 0,8 1 0,-2-4 0,1-7 0,-3-3 0,-8-8 0,0-8 0,1-3 0,-1-7 0,-2-3 0,-3-5 0,-7-7 0,3 3 0,-2-10 0,0-2 0,-6 1 0,-6-4 0,0 4 0,-9 3 0,-2 10 0,-1-3 0,-5 8 0,2 2 0,-2 10 0,4 3 0,-4 8 0,4 4 0,2 7 0,0 1 0,-8 20 0,-2-5 0</inkml:trace>
  <inkml:trace contextRef="#ctx0" brushRef="#br0" timeOffset="92">11547 6447 8912,'-10'10'0,"3"-4"0,7-12 0,0 2 0,0-7 0,7-1 0,5-5 0,3 2 0,2 3 0,1-11 0,-1 4 0</inkml:trace>
  <inkml:trace contextRef="#ctx0" brushRef="#br0" timeOffset="93">11822 6207 8912,'6'-12'0,"0"1"0,5 5 0,-5-5 0,7 7 0,-3-4 0,7 8 0,-2 2 0,-3 4 0,-6 5 0,-2 10 0,1 2 0,-3 8 0,4-3 0,-4 5 0,-2 1 0,0-1 0,0-5 0,0 3 0,2-8 0,2-2 0,1-2 0,1-2 0,2-2 0,3-3 0,-1-10 0,1-8 0,1-13 0,5 2 0,0-6 0,-2 0 0,-3-6 0,3-3 0,-5-3 0</inkml:trace>
  <inkml:trace contextRef="#ctx0" brushRef="#br0" timeOffset="94">11994 5949 8912,'18'0'0,"-1"0"0,-6 0 0,1 0 0,-6 0 0,5 0 0,0 0 0,7 0 0,-1 0 0,0 0 0,0 0 0,1 0 0,-3 2 0,-4 3 0,5 5 0,-7 7 0,3 0 0,-1 1 0,-7 5 0,2-1 0,-4 7 0,-2-6 0,-2 6 0,-4-6 0,-4 0 0,-7-6 0,0 0 0,0 0 0</inkml:trace>
  <inkml:trace contextRef="#ctx0" brushRef="#br0" timeOffset="95">12287 5863 8912,'-11'11'0,"-1"1"0,-1 1 0,3 4 0,-1 6 0,7-2 0,-2 8 0,4-6 0,2 6 0,0-1 0,0-1 0,2 5 0,4-3 0,-2-4 0,7-2 0,1-4 0,5-2 0,0 0 0,0 0 0</inkml:trace>
  <inkml:trace contextRef="#ctx0" brushRef="#br0" timeOffset="96">12390 6000 8912,'0'-17'0,"0"0"0,0 0 0,6 5 0,0 1 0,1 7 0,-3-4 0,2 1 0,7 5 0,-9-6 0,8 8 0,-9 8 0,3 3 0,-4 5 0,-2 3 0,2 2 0,4 2 0,-4 2 0,3-3 0,-3-1 0,-2 8 0,0-8 0,0 2 0,0-4 0,0-2 0,0 1 0,0-1 0,2-8 0,4-3 0,3-4 0,7-10 0,-5-3 0,12-12 0,-4-4 0</inkml:trace>
  <inkml:trace contextRef="#ctx0" brushRef="#br0" timeOffset="97">12614 5743 8912,'10'0'0,"5"0"0,-13 0 0,5 0 0,-7 7 0,2 3 0,4 7 0,-4 0 0,4 0 0,-4 2 0,-2 4 0,0 2 0,0 4 0,0 3 0,0-3 0,0 3 0,0 3 0,0-7 0,0 1 0,0-8 0,0 4 0</inkml:trace>
  <inkml:trace contextRef="#ctx0" brushRef="#br0" timeOffset="98">12545 5966 8912,'12'10'0,"-1"-5"0,-5-3 0,5-2 0,-5-6 0,5 1 0,1-9 0,5 3 0,0-2 0,1 1 0,-1-3 0,0 3 0,0-3 0,0-2 0</inkml:trace>
  <inkml:trace contextRef="#ctx0" brushRef="#br0" timeOffset="99">12907 5743 8912,'0'17'0,"0"0"0,-2 0 0,-4 0 0,4 6 0,-4 0 0,-1 6 0,1-4 0,2-1 0,2 1 0,2-2 0,0-6 0,8 1 0,3-3 0,5-4 0,1-5 0,6-4 0,0-2 0,1-10 0,-1-7 0,-3-2 0,2-10 0,-2 7 0,-5-5 0,-4 0 0,-5 0 0,-4 6 0,-2-2 0,0-3 0,-8 7 0,-3-4 0,-10 9 0,-2 5 0,0 1 0,-2 4 0,6 2 0,-4 2 0,-2 6 0,2 0 0,0 7 0,-2-3 0,-1 7 0</inkml:trace>
  <inkml:trace contextRef="#ctx0" brushRef="#br0" timeOffset="100">12855 5949 8912,'9'-17'0,"1"-1"0,-4 1 0,-2 6 0,7-1 0,-5 3 0,5-5 0,3 3 0,1-2 0,2 3 0,0-1 0,1 7 0,6-12 0,3 7 0</inkml:trace>
  <inkml:trace contextRef="#ctx0" brushRef="#br0" timeOffset="101">13320 5794 8912,'-10'0'0,"-3"-2"0,7-4 0,0 5 0,6-9 0,2 6 0,4-2 0,5 3 0,5-5 0,1 2 0,0-5 0,0 5 0,0 0 0,1 6 0,-9 2 0,-3 4 0,-4 4 0,-4 7 0,-4 0 0,-2 2 0,-5 2 0,2 2 0,-3-2 0,1-2 0,1-2 0,-1 0 0,7 1 0,-5-1 0,5 0 0,0-6 0,6 1 0,0 1 0,2-5 0,4-2 0,4-4 0,12-2 0,1 0 0,0 5 0,-5 1 0,-1 0 0,0-6 0,0 2 0,0 3 0,-1 5 0,-5 7 0,-5-5 0,-12-1 0,-9 2 0,-8 10 0,-2-3 0,2 2 0,2-2 0,-6-1 0,2 2 0,4 2 0,-5-1 0,7-4 0,-6-1 0</inkml:trace>
  <inkml:trace contextRef="#ctx0" brushRef="#br0" timeOffset="102">13836 5811 8912,'-16'12'0,"3"-3"0,2-1 0,5 0 0,-6-3 0,9-1 0,-3 8 0,6-9 0,6 3 0,5-2 0,4 2 0,3-4 0,1 3 0,2-3 0,2-2 0,5 0 0,-3 0 0,0 2 0,0 4 0,-2-4 0,-6 4 0,0-3 0,0 1 0,1 4 0,-1 1 0,-8 3 0,-3 5 0,2 2 0,-2 4 0,-3 4 0,-8 7 0,-7 1 0,-3-1 0,-8 0 0,0 1 0,0-1 0,6 0 0,0-5 0,-1 0 0,1-6 0,0 5 0,2-12 0,3 1 0,5-11 0,7 1 0,0-7 0</inkml:trace>
  <inkml:trace contextRef="#ctx0" brushRef="#br0" timeOffset="103">14662 5932 8912,'-2'-12'0,"-4"1"0,2 7 0,-7-2 0,5 4 0,-5 2 0,-3 10 0,-7 7 0,-2 10 0,2 5 0,2 8 0,2 0 0,7 6 0,5-6 0,3 4 0,2-9 0,2 1 0,3-13 0,5 0 0,9-8 0,2-3 0,2-7 0,2-5 0,-2-5 0,-4-11 0,4-7 0,2-7 0,-2 1 0,0-5 0,-6-6 0,-2 3 0,-3-3 0,-3-2 0,-5 2 0,2 2 0,-2 2 0,-10 3 0,-6 5 0,-9-1 0,-2 12 0,-5 3 0,5 14 0,-6 0 0,6 0 0,0 8 0,-2 1 0,-1 9 0</inkml:trace>
  <inkml:trace contextRef="#ctx0" brushRef="#br0" timeOffset="104">14180 13961 8912,'-17'0'0,"7"-8"0,4 6 0,12-3 0,0 3 0,9 4 0,6 3 0,4 7 0,-2 9 0,8 6 0,3 5 0,4 10 0,10 13 0,-2 10 0,4 8 0,1 7 0,-24-31 0,-2 3 0,1 5 0,0 1 0,0 6 0,-1 2 0,1 6 0,-2 1 0,-1 1 0,-2-1-260,-3-3 0,-2 0 1,1-5-1,-1 0 260,-4-7 0,-1-2 0,1-3 0,-1-1 0,-3-2 0,1-2 0,8 26 0,0-5 0,-1-12 0,-3-7 0,-2-2 0,3-2 0,-1-14 0,1 1 0,-3-7 0,3-5 0,1 0 0,2 2 0,-2-9 0,-1 1 0,-3-6 0,-7-3 519,4-6 1,-10-7-520,-4-5 0,-4-3 0,-22-10 0,-4-2 0</inkml:trace>
  <inkml:trace contextRef="#ctx0" brushRef="#br0" timeOffset="105">14645 16248 8912,'1'9'0,"5"-3"0,-2 1 0,8-1 0,-7 6 0,7-5 0,3 3 0,6 3 0,0 2 0,8 3 0,-1-7 0,7 1 0,1-7 0,4 7 0,-3-8 0,3 1 0,-4-3 0,-1-2 0,-1-7 0,0-3 0</inkml:trace>
  <inkml:trace contextRef="#ctx0" brushRef="#br0" timeOffset="106">15385 15869 8912,'-10'2'0,"4"4"0,-3 3 0,-3 9 0,3 12 0,-3 5 0,-1 16 0,-8 3 0,0 3 0,5 2 0,1-1 0,9-7 0,1-7 0,5-4 0,0-4 0,7-9 0,3-10 0,7-9 0</inkml:trace>
  <inkml:trace contextRef="#ctx0" brushRef="#br0" timeOffset="107">14851 16901 8912,'-17'9'0,"0"7"0,-1-5 0,1-1 0,0 1 0,0 3 0,0 1 0,7 2 0,-3 0 0,7 0 0,2 1 0,10-7 0,5 1 0,5-9 0,1 1 0,0-6 0,0-3 0,6-15 0,0 3 0,-2-6 0,-9 0 0,3 2 0,-4-7 0,-3 1 0,-2-2 0,-4 3 0,-2 3 0,-2 4 0,-4-4 0,-5 4 0,-5 1 0,5 3 0,-1 4 0,-7-5 0,-8 7 0</inkml:trace>
  <inkml:trace contextRef="#ctx0" brushRef="#br0" timeOffset="108">15230 16695 8912,'-27'-10'0,"4"0"0,11 5 0,-1 5 0,5 0 0,1 9 0,-1 7 0,2 3 0,6 4 0,0 3 0,0 9 0,2-3 0,4-3 0,2 3 0,3-3 0,4-2 0,-3 1 0,-2-7 0,1 2 0,0-4 0,7-11 0,-1-8 0,-8-15 0,-3-14 0,-4-3 0,-2-3 0,0-1 0,0-4 0,0 4 0,0-5 0,6-1 0,0 2 0,5 2 0,-5 9 0,7-1 0,-1 7 0,3 2 0,2 9 0,0 7 0,1 10 0,1 7 0,2 11 0,4 5 0,1 5 0,-3 1 0,6 1 0,0-3 0,5-1 0,-1-4 0,-5-3 0,5-1 0,-6-6 0</inkml:trace>
  <inkml:trace contextRef="#ctx0" brushRef="#br0" timeOffset="109">16211 16127 8912,'-10'8'0,"4"3"0,-1 5 0,1 1 0,0 8 0,6 3 0,6 7 0,2 3 0,1 2 0,4-2 0,3-2 0,1-1 0,0-1 0,0 1 0,6-3 0,0-3 0,-2-4 0,-9-8 0,-6 0 0,-5 0 0,-1 0 0</inkml:trace>
  <inkml:trace contextRef="#ctx0" brushRef="#br0" timeOffset="110">16193 16557 8912,'-15'-17'0,"4"0"0,3 5 0,8 1 0,2-1 0,4-5 0,3-2 0,8-4 0,2 2 0,4-8 0,4 3 0,8-3 0,-1-4 0,0 5 0,1 1 0,-1-2 0,-5 3 0,0-3 0,-8 6 0,2 10 0,-4 1 0,-10 8 0,-1-1 0,-8 10 0,-6-1 0,0 8 0,1-1 0,5 6 0,0 1 0,0-1 0,0 0 0,0 0 0,0 6 0,0 0 0,7 2 0,5-2 0,-3-4 0,1 4 0,0-4 0,-1-2 0,1 0 0,1 0 0,4 1 0,-5-1 0,1-8 0,1-3 0,-8-12 0,2-5 0,-5-4 0,-1-3 0,2 1 0,4 0 0,-4 0 0,8 0 0,-5-1 0,-1 7 0,8 0 0,-1 7 0,6-2 0,0 4 0,1 2 0,-1 2 0,0 4 0,6-4 0,0 3 0,2 3 0,-2-2 0,-2 5 0,7-5 0,-6 0 0,0-6 0,-2 0 0,-3-8 0,0-3 0,-7-10 0,-5-2 0,-3-6 0,-2 6 0,-6-2 0,1 2 0,-9 10 0,3-4 0,-4 11 0,-3 0 0,1 12 0,6 0 0,-1 11 0,8-2 0,-1 12 0,3 0 0,2-1 0,0-3 0,0 6 0,2-8 0,3 2 0,5 2 0,7-2 0,0-6 0,1-6 0,6-7 0,5 2 0,4-4 0,1-2 0,-1-8 0,-5-3 0,12-12 0,-3-4 0</inkml:trace>
  <inkml:trace contextRef="#ctx0" brushRef="#br0" timeOffset="111">17467 15921 8912,'-25'17'0,"6"-5"0,-4-1 0,4 6 0,2 6 0,1 10 0,5 1 0,3 0 0,8 8 0,0-2 0,0 1 0,8 3 0,3-10 0,10 4 0,2-9 0,6-2 0,-6 1 0,0-9 0,-6 0 0,0-7 0,0-5 0,1-1 0,-1-6 0,-6-7 0,1-5 0,-6-3 0,5-2 0,-7-8 0,2-4 0,-3-3 0,3-3 0,-4 7 0,4-1 0,-4 8 0,-2-2 0,0 4 0,0 9 0,0 3 0,0 11 0,0 5 0,2 10 0,3 6 0,-3-2 0,4 6 0,2-1 0,-3 7 0,7-1 0,-6 0 0,5-7 0,-5-4 0,5 2 0,-5-2 0,7-8 0,-11-7 0,12-10 0,-9-4 0,1-11 0,-6-10 0</inkml:trace>
  <inkml:trace contextRef="#ctx0" brushRef="#br0" timeOffset="112">17673 16110 8912,'-11'-6'0,"-1"1"0,1-7 0,-4 4 0,1 1 0,3-1 0,5-3 0,-4 3 0,3-2 0,3 1 0,10-3 0,5 5 0,4-1 0,3 6 0,-1-3 0,2 3 0,4 2 0,-4 0 0,6 0 0,-8 0 0</inkml:trace>
  <inkml:trace contextRef="#ctx0" brushRef="#br0" timeOffset="113">18017 16351 8912,'-17'11'0,"0"1"0,6-9 0,-1 3 0,1-4 0,-7-2 0,3 2 0,4 4 0,-5-4 0,14 5 0,-5-7 0,7-2 0,0-3 0,2 1 0,3-8 0,-1 1 0,6-6 0,-1-1 0,1 1 0,-4 0 0,5 0 0,-5 0 0,5 0 0,-1-1 0,3 1 0,-3 0 0,-2 0 0,5 7 0,-2 4 0,5 5 0,1 1 0,0 1 0,0 5 0,6 4 0,0 7 0,6 0 0,-4 0 0,2 1 0,3-1 0,-3 0 0,2 0 0,-3-2 0,3-3 0,2-5 0,-8-7 0,-1-1 0,-6-5 0,-5-6 0,3-3 0,-9-2 0,-1-6 0,-10 0 0,-3-6 0,-8 6 0,-6 1 0,0 4 0,-6 3 0,6 4 0,0 3 0,6 8 0,0 2 0,0 4 0,-1 11 0,1 11 0,6 5 0,1 1 0,3 1 0,3-1 0,4 0 0,5 1 0,7-1 0,11 1 0,2-9 0,3-3 0,7-5 0,-1-7 0,1-3 0,5-8 0,2-10 0,-2-7 0,0-10 0,-5-13 0,-1-12 0,0-9 0</inkml:trace>
  <inkml:trace contextRef="#ctx0" brushRef="#br0" timeOffset="114">19239 16058 8912,'-11'0'0,"1"-2"0,3-3 0,3 1 0,10-6 0,7 1 0,8-1 0,6-1 0,7-6 0,2-1 0,5 1 0,1-4 0,4 2 0,-6 4 0,-4 0 0,-3 7 0,-5 2 0,-3 4 0,-15-5 0,-3-3 0</inkml:trace>
  <inkml:trace contextRef="#ctx0" brushRef="#br0" timeOffset="115">19308 16385 8912,'-17'15'0,"2"-1"0,3-3 0,5-7 0,8 4 0,5-8 0,11-8 0,12-5 0,5-8 0,7-8 0,3-5 0,7-7 0,-5 5 0,0-4 0,-2 4 0,2 1 0,-4-7 0,-8-2 0,1-7 0</inkml:trace>
  <inkml:trace contextRef="#ctx0" brushRef="#br0" timeOffset="116">19429 15732 8912,'36'0'0,"4"0"0,4 7 0,8 5 0,-1 5 0,1 6 0,0 6 0,-3 13 0,-3 9 0,-6 10 0,-17 14 0,-6 5 0,-13 4 0,-4 2 0,-9 0 0,-7 0 0,-1-8 0,0-3 0,6-18 0,-1-5 0,8-20 0,-19 1 0,4-16 0</inkml:trace>
  <inkml:trace contextRef="#ctx0" brushRef="#br0" timeOffset="117">20771 15818 8912,'-8'-29'0,"-1"2"0,-3 2 0,1 4 0,-3 2 0,-1 4 0,-2 4 0,0 3 0,-3 10 0,-1 6 0,-1 9 0,-1 9 0,5 16 0,1 10 0,0 9 0,7 6 0,5 4 0,3 1 0,2 3 0,7-3 0,5-9 0,11 2 0,5-9 0,5-8 0,1-12 0,1-11 0,-1-14 0,1-3 0,-1-8 0,0-23 0,1-6 0</inkml:trace>
  <inkml:trace contextRef="#ctx0" brushRef="#br0" timeOffset="118">21012 15800 8912,'-17'-9'0,"-1"3"0,3 8 0,4 10 0,3 9 0,8 19 0,0 4 0,0 7 0,8 8 0,5 3 0,8-1 0,8-4 0,3-3 0,3-3 0,5-3 0,0-8 0,0-8 0,-5-14 0,-9-9 0,7-9 0,-6-9 0</inkml:trace>
  <inkml:trace contextRef="#ctx0" brushRef="#br0" timeOffset="119">21390 15955 8912,'-15'-11'0,"4"-1"0,-12 8 0,11 1 0,-11 14 0,4 3 0,2 14 0,2 3 0,3 7 0,5 2 0,-1-2 0,6-1 0,-4-3 0,6 4 0,6-3 0,-2-5 0,7-13 0,1-7 0,5-4 0,0-5 0,0-1 0,1-7 0,-1-5 0,0-11 0,-2-5 0,-3-5 0,-7-1 0,-3 0 0,-2-1 0,0 1 0,0-1 0,0 3 0,0 3 0,0-1 0,0 7 0,-2 0 0,-3 6 0,3 7 0,-6 16 0,8 11 0,8 12 0,3-1 0,5 5 0,1 1 0,0 1 0,0-1 0,2-2 0,4-3 0,-4-10 0,6-9 0,-2-3 0,0-3 0,6-2 0,-6-2 0,0-2 0,-6-4 0,0-3 0,0-8 0,-7-8 0,5-2 0,-5-7 0</inkml:trace>
  <inkml:trace contextRef="#ctx0" brushRef="#br0" timeOffset="120">21872 15732 8912,'-25'0'0,"6"-2"0,-4-4 0,4 4 0,0-2 0,-2 8 0,-2 8 0,0 5 0,6 6 0,0-2 0,0 7 0,7 3 0,4 9 0,6-4 0,8 5 0,9-5 0,10-2 0,5-7 0,3-4 0,-1-4 0,1-2 0,3-7 0,-4-5 0,4-3 0,-9-2 0,-2 0 0,0 0 0,-2 0 0,-2 8 0,-14-6 0,-1 13 0,-16-5 0,-3 7 0,-10 0 0,-2 0 0,-2 1 0,2-1 0,4 0 0,-6 0 0,2 0 0,0 0 0,6-7 0,5-4 0,8-4 0,-11-2 0,6 0 0</inkml:trace>
  <inkml:trace contextRef="#ctx0" brushRef="#br0" timeOffset="121">22182 15697 8912,'0'18'0,"-8"-7"0,-3 0 0,-4-5 0,-3 6 0,7-1 0,-1 4 0,-1-1 0,-2-3 0,-2 8 0,7 8 0,2 0 0,8-4 0,8-4 0,5-2 0,6-2 0,4-3 0,2 3 0,-2-3 0,-2-3 0,8 3 0,-8-1 0,2 6 0,2-2 0,-2-3 0,0 7 0,-6-7 0,0 7 0,0-8 0,-5 4 0,-3 3 0,-1-1 0,-4 0 0,-4 0 0,-6 0 0,-5 1 0,-12-1 0,4 0 0,-4 0 0,-2-2 0,2-3 0,0-5 0,-2-7 0,-2 0 0</inkml:trace>
  <inkml:trace contextRef="#ctx0" brushRef="#br0" timeOffset="122">22733 15680 8912,'-18'12'0,"3"-1"0,2 4 0,1 6 0,3 6 0,-3 7 0,-3 9 0,5 0 0,1 3 0,3 0 0,6-4 0,6-2 0,5-1 0,12-17 0,-2-6 0,8-11 0,0-5 0,5-5 0,-5-7 0,-2-11 0,-3-5 0,-3-5 0,-3-1 0,-7-1 0,-3-5 0,-8 0 0,0 0 0,0 6 0,-8 1 0,-5 3 0,-6 3 0,-4 2 0,-8 0 0,2 2 0,-1 10 0,1-4 0,-1 11 0,7 0 0,0 6 0,5 6 0,3 9 0,4 8 0,5 8 0,12-3 0,3-3 0,24 15 0,3-3 0</inkml:trace>
  <inkml:trace contextRef="#ctx0" brushRef="#br0" timeOffset="123">23387 16024 8912,'-10'8'0,"2"-5"0,8 9 0,-5 1 0,-3 10 0,0 8 0,1 7 0,-5 2 0,6 12 0,1-5 0,5 11 0,0-5 0,0-1 0,0-2 0,0-5 0,0-3 0,0-7 0,0-16 0,7 4 0,3-14 0</inkml:trace>
  <inkml:trace contextRef="#ctx0" brushRef="#br0" timeOffset="124">23748 15646 8912,'0'-44'0,"6"9"0,-1 13 0,1 6 0,-6 12 0,0 16 0,-6 18 0,1 16 0,-7 12 0,6 5 0,1 5 0,5 7 0,0-4 0,0 3 0,7 3 0,7-3 0,7-1 0,8-3 0,7-9 0,-2-3 0,4-12 0,-11-4 0</inkml:trace>
  <inkml:trace contextRef="#ctx0" brushRef="#br0" timeOffset="125">25090 16024 8912,'-17'-17'0,"0"0"0,0 1 0,-1 3 0,1 3 0,0 3 0,0 3 0,0 2 0,-1 2 0,1 0 0,2 2 0,3 4 0,-1 3 0,5 8 0,1 3 0,-1 2 0,2 5 0,6 8 0,0-1 0,0 0 0,2 1 0,4-1 0,-4-5 0,6-2 0,-3-3 0,1-3 0,7-7 0,-1-3 0,3-7 0,2 2 0,1-12 0,-1-7 0,2-10 0,4-12 0,-4-1 0,4-10 0,-4 2 0,-2-2 0,-5-1 0,-1 7 0,-5-1 0,5 7 0,-7 2 0,2 3 0,4 4 0,-1 23 0,8 8 0,0 21 0,1 7 0,1 12 0,4 0 0,2-2 0,3 2 0,11-10 0,-7 0 0,1-9 0,-3-8 0,-1 0 0,5-13 0,-1-2 0,-5-10 0,-3-9 0,-7-8 0,-3-8 0,-4 2 0,-3-3 0,-8-2 0,0 1 0,0 3 0,0 3 0,0 2 0,-2-4 0,-4 6 0,2 8 0,-7 9 0,7 4 0,-3 2 0,7 2 0,1 4 0,5 6 0,4 3 0,-1 2 0,12-2 0,-3-3 0,4 3 0,1-3 0,-2-3 0,8 3 0,-6-9 0,6 3 0,-6-4 0,3-4 0,1-4 0,0-5 0,-6-4 0,2-3 0,-10 1 0,-1 0 0,-8 0 0,1 0 0,-3-1 0,-2 1 0,-7 0 0,-5 0 0,-3 2 0,-2 3 0,-1 6 0,1 4 0,0 10 0,0 4 0,2 5 0,3 6 0,-1 3 0,7 9 0,0-6 0,6-1 0,2 1 0,4 5 0,3-7 0,11-4 0,4-6 0,11-5 0,7-5 0,10-7 0,7-2 0,4-3 0,-2-13 0,2-10-327,-7-5 1,3-9 0,-7-2-1</inkml:trace>
  <inkml:trace contextRef="#ctx0" brushRef="#br0" timeOffset="126">26759 15697 8912,'-26'6'0,"3"0"0,6 0 0,5 1 0,-3-5 0,17 6 0,3-8 0,7-2 0,17-4 0,1-5 0,10-12 0,-3 2 0,3-8 0,-6 6 0,-3-4 0,-4 1 0,-3-1 0,-3 6 0,-9-2 0,-4 4 0,-8 2 0,-8 1 0,-4 5 0,-12-2 0,-11 7 0,-1 0 0,-8 8 0,0 6 0,0 9 0,8 2 0,1 10 0,8 1 0,10 10 0,2 4 0,3 8 0,5-6 0,7-1 0,15-6 0,10 1 0,11-4 0,10-2 0,12-13 0,5-3 0,4-13 0,1 1 0,-1-12 0,-4-5 0,-5-12 0,-12-6 0,-6-3 0,-11-3 0,-7 1 0,-2 0 0,-5 5 0,-4 0 0,-3 6 0,-8-5 0,-8 5 0,-3-6 0,-4 8 0,-3-2 0,1 4 0,0 4 0,0 2 0,0 1 0,5 8 0,1-1 0,-1 3 0,-3 9 0,3 5 0,3 5 0,5 4 0,-2 2 0,2-2 0,2 4 0,2-2 0,0 0 0,0-6 0,0 0 0,0 0 0,0-5 0,0-1 0,0-7 0,8 4 0,4-10 0,3-4 0,2 0 0,0-11 0,1 6 0,-1-7 0,0 1 0,0 6 0,-5 3 0,-1 2 0,2 4 0,3 2 0,1 16 0,0 7 0,0 9 0,1 8 0,-1-2 0,0 8 0,0 4 0,0 1 0,1 1 0,-3-16 0,-4-5 0,-5-4 0,4-4 0,-8-16 0,3-7 0,-1-9 0,2-14 0,-4-6 0,4-11 0,-4 2 0,-2-6 0,0 0 0,0 0 0,-2 4 0,-4-6 0,4 6 0,-4-6 0,4 6 0,2-6 0,0 8 0,0-2 0,0 9 0,0 4 0,0 3 0,16-7 0,3 4 0</inkml:trace>
  <inkml:trace contextRef="#ctx0" brushRef="#br0" timeOffset="127">27861 15319 8912,'-10'8'0,"-3"-4"0,7 7 0,-7-7 0,3 3 0,1-5 0,3 4 0,4 6 0,2 3 0,0 2 0,0 0 0,8 6 0,3 0 0,-1 2 0,1-2 0,-1-4 0,1 4 0,4-10 0,-3-1 0,3 1 0,2-5 0,1-3 0,-7-5 0,1-5 0,-3-1 0,3-11 0,1 2 0,-7-14 0,1 0 0,-3-5 0,4 1 0,1 5 0,-5-3 0,2 8 0,4 0 0,-1 6 0,8 8 0,1 3 0,-1 12 0,0 3 0,0 8 0,2-1 0,4-5 0,-2 2 0,8-7 0,-2 2 0,1-2 0,-3-5 0,-8 5 0,6-6 0,0-6 0,-5 3 0,-7-9 0,-7 1 0,2-7 0,-4 1 0,-2 0 0,0 6 0,0-1 0,-8 3 0,-4-3 0,-3 5 0,-2 7 0,5 0 0,1 0 0,-1 0 0,-5 0 0,0 1 0,2 5 0,1 4 0,3-1 0,5 7 0,-5-5 0,7 4 0,-4 2 0,8-5 0,0-1 0,0-7 0,8 4 0,3-8 0,5 0 0,1-6 0,0 0 0,0-7 0,0 11 0,1-4 0,-1-1 0,0 1 0,2 2 0,4 2 0,-9 8 0,3 0 0,-4 7 0,4-1 0,1-3 0,-1 3 0,0-1 0,0 4 0,0-3 0,1-6 0,-1-5 0,0-1 0</inkml:trace>
  <inkml:trace contextRef="#ctx0" brushRef="#br0" timeOffset="128">28704 14820 8912,'-8'-9'0,"-3"3"0,1-1 0,-1 3 0,-2 6 0,5 15 0,2 17 0,4 3 0,2 8 0,0 7 0,0 5 0,8 1 0,5-7 0,6 1 0,4-1 0,8-9 0,-2-7 0,-3-9 0,3-8 0,-8-9 0,2-3 0,-4-6 0,-2-6 0,1-9 0,-1-8 0,-6-13 0,-1 1 0,-3-3 0,-3-4 0,-2-2 0,-2-7 0,0-1 0,0 0 0,0-5 0,0 0 0,-6-12 0,1 6 0,-7 8 0,7 14 0,-3 13 0,2 5 0,4 27 0,-4 13 0,5 19 0,1 10 0,7 9 0,5 3 0,-3 5 0,3-6 0,-1-5 0,6-6 0,1-8 0,-1 0 0,2-7 0,4-9 0,-4-4 0,4-7 0,-2-3 0,2-8 0,-4-2 0,4-4 0,-10-9 0,-1-8 0,-1-2 0,7 2 0,-3 2 0,-2-6 0,-3 3 0,-3 3 0,7-6 0,-10 8 0,7-4 0,-7 9 0,2 3 0,-4 7 0,-2-2 0,0 12 0,5 4 0,1 7 0,0 0 0,1 0 0,-3-5 0,8-1 0,-7-7 0,7 2 0,-6 1 0,5-1 0,1 0 0,3-8 0,-2-2 0,-3-4 0,-2-1 0,3 3 0,-5-5 0,-1 7 0,3-4 0,-6 10 0,4 4 0,-4 9 0,-2 12 0,0 3 0,0 16 0,-2 2 0,-4 9 0,-4 6 0,-7 12 0,-2-10-119,-4 4 1,0-6 118,-11 0 0,3-4 0,-15-4 0,0-3 0,-7-8 0,-1-6 0,5-4 0</inkml:trace>
  <inkml:trace contextRef="#ctx0" brushRef="#br0" timeOffset="129">24643 16918 8912,'-17'42'0,"1"4"0,5 6 0,5 3 0,4 6 0,2 4 0,0 8 0,0 3 0,8-3 0,3-1 0,5-5 0,1-4 0,0-13 0,0-1 0,-1-7 0,-5-9 0,-3-6 0,-8-10 0,-8-15 0,-2-4 0</inkml:trace>
  <inkml:trace contextRef="#ctx0" brushRef="#br0" timeOffset="130">24677 17193 8912,'-17'-17'0,"0"0"0,0 0 0,7 5 0,4 1 0,6 7 0,8-4 0,9 1 0,8 5 0,9-4 0,1 4 0,-1 2 0,1 0 0,-1 0 0,1 0 0,-1 0 0,-5 8 0,-3 5 0,-1 6 0,-4 4 0,-7 6 0,-3-6 0,-7 7 0,2-1 0,-4 3 0,-2 3 0,-6-3 0,0-3 0,-7 1 0,3-7 0,-1-2 0,-1-2 0,8-9 0,-11-2 0,13-18 0,-4-7 0,6-2 0,6-10 0,6-1 0,3-3 0,2-1 0,0-1 0,-5 7 0,-1-1 0,1 8 0,5-2 0,0 4 0,0 9 0,1 5 0,-7 3 0,1 2 0,1 0 0,-5 7 0,-3 5 0,3 3 0,-2 2 0,5-5 0,-3-1 0,0 3 0,-1 1 0,1-4 0,-2 1 0,-3-6 0,9 5 0,-8-7 0,11 11 0,-11-11 0,7 6 0,3-3 0,-5-1 0,3-6 0,-1 0 0,6 0 0,1-2 0,-1-2 0,0-3 0,0-3 0,0 0 0,1-1 0,-3-4 0,-4 3 0,5-3 0,-5-2 0,-3 0 0,-2-1 0,-5 1 0,-2 0 0,-5 0 0,2 7 0,-7 4 0,-7-1 0,-5 1 0,0 0 0,6 6 0,0 0 0,0 0 0,0 2 0,-1 4 0,1 5 0,0 5 0,7 1 0,5-7 0,10-5 0,5-3 0,7-2 0</inkml:trace>
  <inkml:trace contextRef="#ctx0" brushRef="#br0" timeOffset="131">25744 16781 8912,'-9'9'0,"1"6"0,8-3 0,0 3 0,0 2 0,0 8 0,0 4 0,0 3 0,2 3 0,4 1 0,5 4 0,-1-4 0,1 4 0,-1-3 0,1-3 0,3-1 0,-9-5 0,3 3 0,-4-8 0,1-2 0,1-10 0,-6-3 0,0-21 0,0-5 0,0-5 0,0 0 0,0-1 0,0-5 0,2-2 0,4 8 0,2-5 0,3 5 0,10 0 0,-2 6 0,4 2 0,2 3 0,6-1 0,-3 7 0,3 0 0,-3 6 0,3 10 0,-8 7 0,0 2 0,-6 10 0,-2-1 0,-3 7 0,-8-3 0,-8-3 0,0 3 0,-7-3 0,1-4 0,-1-2 0,-5-4 0,14-10 0,10-16 0,11-12 0</inkml:trace>
  <inkml:trace contextRef="#ctx0" brushRef="#br0" timeOffset="132">26415 16952 8912,'-2'-17'0,"-3"0"0,3 0 0,-14 7 0,5 5 0,-4 3 0,-3 2 0,1 2 0,0 3 0,0 11 0,0 7 0,-4 1 0,1-3 0,7 2 0,4-2 0,-3-2 0,6-1 0,1-7 0,5 1 0,2-9 0,3 3 0,5-4 0,7-2 0,2 0 0,4 0 0,-4-8 0,4-3 0,2-2 0,-2 1 0,2-3 0,-2 3 0,-4 5 0,4 1 0,-4-2 0,-2 3 0,0-1 0,1 8 0,-1 2 0,0 1 0,0 9 0,0-3 0,-1-1 0,-5 1 0,4 1 0,-5-3 0,7 6 0,0-5 0</inkml:trace>
  <inkml:trace contextRef="#ctx0" brushRef="#br0" timeOffset="133">26828 16574 8912,'-17'-6'0,"0"1"0,5-1 0,1 6 0,7 2 0,-2 4 0,4 5 0,2 12 0,0 0 0,0 9 0,0 5 0,0-1 0,6 6 0,0-2 0,7 6 0,-1-6 0,3-2 0,2-9 0,1 2 0,-1-9 0,-6 1 0,1-5 0,-7-3 0,7-4 0,-8-3 0,5-8 0,-5-2 0,4-4 0,1-5 0,-3-4 0,6-3 0,-3-1 0,3-4 0,3 4 0,-4-4 0,5 4 0,1 2 0,0 2 0,0 3 0,0-1 0,1 7 0,-1 0 0,0 6 0,-5 0 0,-1 0 0,-7 8 0,2 4 0,-5 9 0,-1 2 0,-7 5 0,-5-5 0,-3 8 0,-4-5 0,-2 3 0,-2 0 0,-6-8 0,6 2 0,-2-10 0,3-2 0,2-7 0,-3 2 0,12-12 0,3-3 0</inkml:trace>
  <inkml:trace contextRef="#ctx0" brushRef="#br0" timeOffset="134">27241 16282 8912,'0'-17'0,"-2"1"0,-3 5 0,3 3 0,-6 10 0,8 4 0,0 13 0,2 15 0,4 10 0,5 6 0,-1 9 0,1 4 0,1 4 0,5 2 0,0 0 0,0 0 0,6-3 0,2-3 0,2-7 0,4-8 0,1-20 0,2-11 0,1-13 0,-1-4 0,1-9 0,-1-14 0,-5-4 0,-1-7 0,-8-3 0,-3-3 0,-2 4 0,-9-4 0,0 4 0,-6 1 0,-2 1 0,-4-1 0,-7 3 0,-8 3 0,-1 6 0,-6 12 0,5-3 0,-6 9 0,8 1 0,-2 10 0,4 11 0,4 11 0,1 7 0,3 5 0,7 2 0,-2 4 0,12 2 0,6-8 0,11 0 0,5-6 0,12-7 0,6-4 0,10-12 0,1-5 0,6-6 0,-5-6 0,3-9 0,-10-8 0,-3-7 0,-13 3 0</inkml:trace>
  <inkml:trace contextRef="#ctx0" brushRef="#br0" timeOffset="135">28566 16746 8912,'-17'-2'0,"0"-4"0,0 3 0,0-7 0,-1 2 0,7 5 0,-1 8 0,9 5 0,-3 7 0,6-5 0,6-1 0,3-5 0,8 3 0,1-1 0,6-2 0,3-6 0</inkml:trace>
  <inkml:trace contextRef="#ctx0" brushRef="#br0" timeOffset="136">28842 16729 8912,'0'-27'0,"0"2"0,0 8 0,0 8 0,2 1 0,3 8 0,-3-8 0,21-1 0,-4-8 0</inkml:trace>
  <inkml:trace contextRef="#ctx0" brushRef="#br0" timeOffset="137">29530 16454 8912,'0'-17'0,"0"-1"0,0 1 0,0 8 0,2 1 0,4 8 0,-4 8 0,5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87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15230 14545 8912,'-18'0'0,"1"0"0,0 0 0,6 0 0,-1 0 0,8-2 0,-1-3 0,3 3 0,2-6 0,2 8 0,3 0 0,7 0 0,3 0 0,4-7 0,4-5 0,6-5 0,11-6 0,6-8 0,4-7 0,16-8 0,9-11 0,-30 26 0,2-1-308,4-4 1,1-2-1,4-5 1,1 0 307,6-5 0,0-2 0,0-1 0,0-1 0,6-3 0,0 1 0,-4 5 0,0 1 0,6-2 0,1 2 0,2 3 0,0 0 0,1 3 0,1-2 0,3-3 0,0-1 0,-24 14 0,1-1 0,0 1 0,0 1 0,2 2 0,0-1-276,2-1 0,2 1 1,-1 0-1,0 2 1,-1 0-1,1 2 276,28-13 0,0 2 0,-28 11 0,1 0 0,0 2 0,0 0 0,0 2 0,0-1 0,25-11 0,-2-1 0,-5 2 0,-1 0 0,-4 1 0,1 1-207,2 1 0,-2 1 1,-7 2-1,-2 2 207,-6 6 0,-1 2 0,-7 2 0,-3 2-114,30-2 1,4 0 113,-3-1 0,-5 1 0,-1 0 0,-6 0 0,-6 1 0,-8 3 430,-7 2 0,-2 1-430,-12-1 0,-3 1 1610,-14 4-1610,-7 4 1112,-3-5-1112,-7 7 356,0 0-356,0-8 0,-7 4 0,-5-5 0,-3 1 0,3-3 0,1 5 0,-1 0 0,-5-1 0,0-3 0</inkml:trace>
  <inkml:trace contextRef="#ctx0" brushRef="#br0" timeOffset="1">19824 11416 8912,'-17'-26'0,"8"-5"0,3 8 0,4 6 0,4 7 0,4 3 0,3 9 0,8 9 0,1 14 0,-1 9 0,-2 12 0,-3 9 0,3 22 0,-4 15 0,-4-42 0,0 1-38,-1 3 0,-1 1 0,2 1 1,0 0-1,-3 4 0,-1 1 1,2-2-1,0 0 38,1-1 0,1-1 0,0-3 0,1-1 0,10 39 0,-9-10 0,-3-19 0,-4-14 0,-2-14 0,-23-8 0,-6-10 0</inkml:trace>
  <inkml:trace contextRef="#ctx0" brushRef="#br0" timeOffset="2">22354 10918 8912,'-8'-23'0,"-3"0"0,-4 0 0,-3 0 0,1 0 0,0 2 0,-2 4 0,-4 5 0,4-1 0,-4 7 0,2 2 0,-2 3 0,8 1 0,-6 0 0,0 1 0,1 5 0,1 4 0,2 9 0,0 4 0,0 5 0,-1 5 0,1 1 0,6 8 0,1 4 0,3 4 0,3 1 0,2 7 0,2-1 0,8 6 0,3-6 0,6-1 0,6-3 0,-2-7 0,8 0 0,-2-2 0,1 2 0,3 1 0,-8-6 0,0-1 0,-6-4 0,-2 2 0,-3 2 0,-5 0 0,-7-5 0,-7-1 0,-5 1 0,-11-3 0,-5-3 0,-5-4 0,-1-8 0,-3-8 0,-1-3 0,-4-4 0,-2-2 0,6-2 0,-2-4 0,5-3 0,7-8 0,-3-6 0,8 0 0,2-2 0,10 2 0,3-4 0,10-7 0,4-1 0,5 1 0,12 0 0,6-1 0,9 1 0,2 0 0,8-1 0,-2 1 0,3 5 0,3 0-312,-8 1 0,6-14 1,-6-2-1</inkml:trace>
  <inkml:trace contextRef="#ctx0" brushRef="#br0" timeOffset="3">23146 10436 8912,'0'-23'0,"0"0"0,-4 2 0,-6 4 0,-11 6 0,-7 7 0,-11 10 0,-3 11 0,-6 17 0,-7 20 0,-2 14 0,29-27 0,0 3 0,-2 3 0,1 3 0,0 7 0,2 2 0,1 7 0,1 2 0,0 7 0,2 1 0,4 1 0,2 1 0,-1 2 0,3 0 0,4-1 0,3-1-75,3 0 1,2-1 0,6-1 0,2-1-1,3-4 1,3-3 0,3-8 0,3-3 74,0-10 0,4-5 0,27 21 0,-2-22 0,-2-7 0,0-7 0,0-10 72,0-9 1,-4-8-73,6-6 0,-8-11 0,10-4 0,-8-8 0,0 0 0</inkml:trace>
  <inkml:trace contextRef="#ctx0" brushRef="#br0" timeOffset="4">23628 11158 8912,'-18'-24'0,"7"4"0,-1-1 0,1 6 0,1 4 0,1 7 0,3-2 0,4 12 0,-4 5 0,4 5 0,2 1 0,0 0 0,0 0 0,0 0 0,0 1 0,0-7 0,0 0 0,0-5 0,0 6 0,8-9 0,-6 3 0,4-12 0,-4-3 0,-2-8 0,0 0 0,0-1 0,0 1 0,0 0 0,0 0 0,0 0 0,0-1 0,0 9 0,-8 1 0,0 18 0,-5 5 0,3 8 0,3 4 0,-1-4 0,2 5 0,4-7 0,-3 2 0,3-9 0,2-3 0,0-5 0,2 3 0,3-1 0,-3-10 0,8-7 0,-4-9 0,-4 1 0,3 0 0,-3 0 0,-2 0 0,0 5 0,2 1 0,2-3 0,2-1 0,-1-10 0,-5-2 0</inkml:trace>
  <inkml:trace contextRef="#ctx0" brushRef="#br0" timeOffset="5">23714 10247 8912,'-8'17'0,"0"-5"0,-3-1 0,-5-7 0,24 6 0,4-5 0,12 7 0,17 11 0,5 11 0,11 12 0,-2 11 0,8 10 0,-30-29 0,-1 2 0,3 5 0,-3 2 0,0 6 0,-2 3-295,-1 3 1,-1 2 0,-1 3-1,-2 0 295,-1 5 0,-3 0 0,-2-3 0,-3 0 0,-3 0 0,-3 0 0,-4-11 0,-1-2-124,-1 0 0,-2-2 0,-8 38 124,-5-8 0,-12-5 0,-6-11 0,-3-8 0,-3-11 0,1-10 0,-1-7 0,7 0 0,-1-12 0,8-4 0,-2-15 564,12-3 1,3-14-565,8-16 0,8-7 0,1-9 0</inkml:trace>
  <inkml:trace contextRef="#ctx0" brushRef="#br0" timeOffset="6">24626 11124 8912,'0'-17'0,"0"0"0,0 7 0,0-5 0,0 13 0,7-12 0,5 9 0,5 1 0,6 2 0,-2 0 0,8-4 0,5 4 0,6-3 0,6 3 0,-6 2 0,8 0 0,-4 0 0</inkml:trace>
  <inkml:trace contextRef="#ctx0" brushRef="#br0" timeOffset="7">24832 11537 8912,'-17'9'0,"0"-3"0,-1-4 0,1-2 0,10 0 0,7 0 0,9-8 0,14-3 0,10-10 0,7-4 0,0-2 0,2-3 0,0-5 0,4-5 0,2 4 0,-8-4 0,0-4 0,-6 0 0</inkml:trace>
  <inkml:trace contextRef="#ctx0" brushRef="#br0" timeOffset="8">26226 10024 8912,'6'-44'0,"-1"4"0,-1 5 0,-2 7 0,-2 3 0,-2 9 0,-2 7 0,-5 9 0,-6 9 0,-1 7 0,-12 1 0,-1 10 0,-5 7 0,-3 2 0,-3 10 0,-2 0 0,-4 6 0,4-1 0,8 1 0,-1-1 0,1 1 0,-1-1 0,1 1 0,7 0 0,4-1 0,-2 1 0,2-1 0,-5-1 0,5-4 0,2-10 0,9-9 0,7-2 0,3-4 0,4-10 0,3-5 0,7-4 0,11-2 0,4 0 0,7 0 0,-5-8 0,-1-3 0,-1 1 0,4 1 0,-5 1 0,-1 4 0,4 2 0,-6 2 0,0 8 0,-6 3 0,-5 7 0,-1 5 0,-1 3 0,1 9 0,2-1 0,-7 0 0,0 1 0,-6-1 0,0 1 0,0-1 0,0 0 0,0 1 0,-6-7 0,0 1 0,-5-14 0,5 3 0,-1-11 0,1 5 0,4-9 0,-6 5 0,8-8 0,0-8 0,0 7 0,0-15 0,0 14 0,8-3 0,3 10 0,-1 7 0,1 11 0,-5 3 0,6 9 0,-9 7 0,5 6 0,-2 9 0,0 12 0,-1 3 0,-5 14 0,0-4-252,0 10 0,-5-4 252,-1-2 0,0-15 0,6-8 0,6-10 0,0-7 0,7-10 0,-2-11 0,5-4 0,1-6 0,0-9 0,0 0 0,2-4 0,4-2 0,-3-8 0,2-3 0,-2-5 0,-3-1 0,0-8 0,0-1 0</inkml:trace>
  <inkml:trace contextRef="#ctx0" brushRef="#br0" timeOffset="9">27207 9766 8912,'-12'-17'0,"3"-1"0,-1 1 0,3 4 0,-1 7 0,2 12 0,8 22 0,2 13 0,2 6 0,5 11 0,-5 1 0,-2 2 0,-2 4 0,-2 4 0,0 1 0,0-1 0,0-8 0,0-7 0,2-8 0,1-8 0,3-8 0,0-5 0,-6-15 0,8-12 0,3-15 0,-1-8 0,1-10 0,8-7 0,8-2 0</inkml:trace>
  <inkml:trace contextRef="#ctx0" brushRef="#br0" timeOffset="10">28584 9714 8912,'-2'-9'0,"-2"1"0,-2 0 0,0 16 0,6 3 0,0 14 0,0 8 0,0 1 0,2 0 0,2 1 0,2-1 0,0 1 0,-6-1 0,0 0 0,0 1 0,0-8 0,0-5 0,0-2 0,0-3 0,0-6 0,0 1 0,-2-8 0,-4 1 0,-4-18 0,-7-6 0</inkml:trace>
  <inkml:trace contextRef="#ctx0" brushRef="#br0" timeOffset="11">28463 9559 8912,'-25'0'0,"6"-7"0,-4-5 0,10-1 0,1 1 0,9-3 0,3 13 0,11-3 0,12 3 0,6 2 0,5 0 0,6 0 0,-3-6 0,3 0 0,4-7 0,0 3 0</inkml:trace>
  <inkml:trace contextRef="#ctx0" brushRef="#br0" timeOffset="12">29461 9336 8912,'0'-12'0,"0"1"0,0-2 0,0-3 0,0 5 0,0-1 0,-2 1 0,-1-6 0,-5 0 0,-2-1 0,-1 1 0,-6 2 0,-1 3 0,1-1 0,0 7 0,-6 1 0,0 6 0,2 5 0,2 6 0,2 9 0,0 2 0,-6 13 0,0-2 0,2 12 0,9 0 0,-1 4 0,5 3 0,0 4 0,1 6 0,1 2 0,6-2 0,0 2 0,0-7 0,6 3 0,0-10 0,5 3 0,-5-14 0,1-2 0,-1-9 0,-4 1 0,4-7 0,-4 0 0,-2-5 0,2-9 0,3-3 0,-3-4 0,6-10 0,-8-3 0,0-5 0,0-1 0,0 0 0</inkml:trace>
  <inkml:trace contextRef="#ctx0" brushRef="#br0" timeOffset="13">29031 9869 8912,'-34'0'0,"1"0"0,4 0 0,3 6 0,3-1 0,9 3 0,-3-2 0,6-2 0,-1 7 0,12-7 0,12 2 0,11-10 0,5-2 0,12-9 0,6-2 0,4-1 0,4-7 0,1 3 0,2-1 0,-7 5 0,-10 7 0,-3 1 0,-3-1 0,-1 3 0,-5 8 0,-3 0 0,-15 2 0,-5 4 0,-3 4 0,-2 7 0,-2-6 0,-3 1 0,1-3 0,-8 3 0,8-5 0,-3-7 0</inkml:trace>
  <inkml:trace contextRef="#ctx0" brushRef="#br0" timeOffset="14">23473 11279 8912,'0'-35'0,"0"3"0,0 1 0,0 5 0,0 1 0,0 4 0,-2 9 0,-4 6 0,-2 6 0,-5 4 0,3 4 0,3 2 0,-1-5 0,2 7 0,4 1 0,-3 10 0,3 6 0,2 3 0,6 8 0,-1 0 0,9 8 0,-3-4 0,4 2 0,3 0 0,-1-6 0,0 6 0,-2-10 0,-3-2 0,3-1 0,-3-10 0,3-6 0,2-6 0,6-9 0,0-2 0,2-11 0,-2-18 0,-2-1 0,7-16 0,-6-6 0,0-5 0,-2-6 0,-3 4 0,-2-2 0,-3-4 0,-5 0 0,-7 2 0,0 0 0,0 11 0,-2 4 0,-3 14 0,3 15 0,-12 7 0,9 24 0,-1 16 0,6 24 0,2 9 0,3 14 0,5-3-179,7 8 0,2-7 179,4 2 0,-2-9 0,8-6 0,4-11 0,5-5 0,0-6 0,8-9 0,-14-4 0,3-8 0,-7-7 0,1-5 0,-2 3 0,-4-2 0,4-1 0</inkml:trace>
  <inkml:trace contextRef="#ctx0" brushRef="#br0" timeOffset="15">30064 9542 8912,'-10'-17'0,"-3"0"0,5 2 0,0 1 0,1 3 0,1-1 0,6-5 0,0 7 0,0 5 0,2 10 0,4 7 0,-5 11 0,5 6 0,-2 9 0,0 4 0,2 0 0,-3 0 0,5-2 0,-2-6 0,5 1 0,-5-1 0,2-1 0,-3-5 0,-1-3 0,8-8 0,-1-7 0,6-4 0,1-5 0,5-10 0,-1-8 0,1-4 0,-5-14 0,3 5 0,-4-10 0,4-2 0,-10 1 0,3-4 0,-3 5 0,-3-1 0,-6 9 0,2 3 0,1 6 0,1 4 0,-6 10 0,-2 3 0,-2 14 0,-1 9 0,-1 10 0,6 13 0,0-2 0,0 6 0,0 0 0,0 0 0,6-6 0,-1 2 0,14-9 0,-1-3 0,10-7 0,1 2 0,4-11 0,1-7 0,2-3 0,3-2 0,1 0 0,8-15 0,-5-4 0</inkml:trace>
  <inkml:trace contextRef="#ctx0" brushRef="#br0" timeOffset="16">30993 9422 8912,'-21'-2'0,"2"-2"0,3-2 0,3 1 0,3-3 0,3 6 0,9-6 0,3 8 0,9 0 0,7 0 0,8 0 0,5 0 0,4 0 0,2 0 0,-1 0 0,-3 0 0,-2 0 0,1 0 0,-3 0 0,-1 2 0,-2 4 0,-3-4 0,3 4 0,-4 3 0,-8-7 0,0 6 0</inkml:trace>
  <inkml:trace contextRef="#ctx0" brushRef="#br0" timeOffset="17">31113 9714 8912,'-11'-2'0,"-1"-4"0,9 5 0,3-15 0,11 7 0,6-3 0,6 1 0,4-1 0,7-5 0,6 2 0,1 3 0,5-3 0,-4 4 0,0-5 0,0-1 0,6 0 0,-5 0 0</inkml:trace>
  <inkml:trace contextRef="#ctx0" brushRef="#br0" timeOffset="18">31836 9198 8912,'-10'-11'0,"3"-1"0,-1-1 0,6 5 0,-13 3 0,4 10 0,-5 7 0,5 11 0,-1 5 0,3 5 0,-5 1 0,5 1 0,1-1 0,0 0 0,3 1 0,3-3 0,-4-3 0,6 0 0,6-12 0,0 2 0,11-13 0,-2-1 0,14-5 0,-1-3 0,9-7 0,3-9 0,6-6 0,-2 0 0,2-9 0,-2 3 0,2-9 0,-1 2 0,-10-2 0,-5 2 0,-12-8 0,-9 8 0,-3-3 0,-14 5 0,-9 2 0,-15 9 0,-16 8 0,-6 9 0,-3 6 0,-6 6 0,5 7 0,1 1 0,5 11 0,3 4 0,3 1 0,11 3 0,12-3 0,12-3 0,5-7 0,4 6 0,2 3 0</inkml:trace>
  <inkml:trace contextRef="#ctx0" brushRef="#br0" timeOffset="19">31010 8992 8912,'0'-11'0,"0"-1"0,0-1 0,0 3 0,0-1 0,0 7 0,0-4 0,0 8 0,0 0 0,0 8 0,0-6 0,0 5 0,0-7 0,0 0 0,0 8 0,0-6 0,0 8 0,0-5 0,0 7 0,0 3 0,0 10 0,0 4 0,0 18 0,0 11 0,0 26 0,0-34 0,0 3 0,3 6 0,0 2 0,0 10 0,0 1 0,-1 1 0,-1 0-231,1-2 1,-2-1 0,0-3-1,0-2 231,0-9 0,0-3 0,6 36 0,0-26 0,1-9 0,-1-25 0,-2-8 0,7-21 0,1 0 0,5 0 0,0-8 0,0-2 0,-7-14 0,-2-3 0</inkml:trace>
  <inkml:trace contextRef="#ctx0" brushRef="#br0" timeOffset="20">27276 11502 8912,'-40'8'0,"1"3"0,7 5 0,-3 3 0,9 6 0,-3 7 0,2 8 0,2 4 0,4 0 0,10 4 0,5-4 0,4-2 0,2 4 0,2-8 0,4-6 0,5-7 0,10-6 0,2-4 0,0-3 0,2-6 0,-4-4 0,8-2 0,-1-16 0,7-9 0,-1-9 0,1-6 0,-3-14 0,-3 3 0,2-5 0,-9 5 0,0-4 0,-11 1 0,-5 6 0,-4 4 0,-4 4 0,-4 6 0,-11 7 0,-12 4 0,-5 12 0,-6 5 0,1 12 0,-7 5 0,8 10 0,0 4 0,7 2 0,8 3 0,12 3 0,5 1 0,4-1 0,2-5 0,16-10 0,10-3 0,18-6 0</inkml:trace>
  <inkml:trace contextRef="#ctx0" brushRef="#br0" timeOffset="21">28257 11399 8912,'0'-11'0,"-2"-1"0,-4-1 0,4 5 0,-6 10 0,8 17 0,0 12 0,0 7 0,0 10 0,0-2 0,0 3 0,0 3 0,0 1 0,0 5 0,0-11 0,0 5 0,0-6 0,0 0 0,0-12 0,-7-9 0,-3-8 0</inkml:trace>
  <inkml:trace contextRef="#ctx0" brushRef="#br0" timeOffset="22">28050 11244 8912,'0'-17'0,"-8"-6"0,-3 0 0,3 6 0,3 6 0,5 7 0,5-2 0,13-2 0,10 3 0,11-1 0,1 6 0,0 0 0,2 0 0,2 0 0</inkml:trace>
  <inkml:trace contextRef="#ctx0" brushRef="#br0" timeOffset="23">29151 11227 8912,'0'-25'0,"0"4"0,0-7 0,-7 5 0,-5-4 0,-3 2 0,-2 4 0,0 2 0,-1 2 0,-4 5 0,-1 1 0,-6 7 0,6-2 0,2 4 0,2 2 0,2 10 0,-1 7 0,1 8 0,0 9 0,2 8 0,3 4 0,-1 12 0,7 5 0,-2-2 0,3 2 0,3-6 0,-4 6 0,4-2 0,2 2 0,0-5 0,0-5 0,0-7 0,0 0 0,8-8 0,3 2 0,-3-11 0,-2-6 0,-4-12 0,-2 4 0,0-5 0</inkml:trace>
  <inkml:trace contextRef="#ctx0" brushRef="#br0" timeOffset="24">28670 11709 8912,'-10'-8'0,"-3"4"0,7-7 0,0-1 0,6-5 0,0 0 0,4 0 0,8-1 0,7 1 0,15 0 0,2 0 0,5 0 0,1 1 0,4 5 0,9-3 0,-3 9 0,11-3 0,0 2 0,-4 4 0,-2-3 0,-3-5 0,-2 1 0</inkml:trace>
  <inkml:trace contextRef="#ctx0" brushRef="#br0" timeOffset="25">29461 11416 8912,'0'-17'0,"0"8"0,-7 1 0,5 8 0,-6 13 0,8 4 0,0 12 0,0 0 0,0 3 0,0 3 0,0-3 0,0-3 0,6 3 0,0-3 0,5 1 0,-3-1 0,1-8 0,5-8 0,1 1 0,2-8 0,0-1 0,0-5 0,1-7 0,-1-5 0,2-5 0,4-6 0,-4-9 0,4-9 0,-4-1 0,-2 2 0,-5-2 0,-1-4 0,-7-1 0,2 9 0,-4 5 0,-2 8 0,0 6 0,0 2 0,0 7 0,0 5 0,0 10 0,0 7 0,-6 16 0,0 9 0,3 3 0,1 2 0,2 4 0,0-6 0,0 0 0,0-6 0,2-1 0,3-4 0,5-1 0,7-11 0,-4 2 0,5-13 0,-5 0 0,10-6 0,-2 0 0,2 0 0,6-4 0,3-7 0,3-8 0,-1-16 0</inkml:trace>
  <inkml:trace contextRef="#ctx0" brushRef="#br0" timeOffset="26">30287 11279 8912,'-11'0'0,"-1"0"0,1 0 0,3-2 0,10-2 0,13-2 0,5-5 0,8 5 0,7-5 0,5 3 0,0 0 0,2 1 0,-6 1 0,4 6 0,-3 0 0,-3-8 0,1-1 0</inkml:trace>
  <inkml:trace contextRef="#ctx0" brushRef="#br0" timeOffset="27">30442 11691 8912,'-17'44'0,"2"-4"0,3-11 0,-3-12 0,21-9 0,-1-8 0,16-6 0,10-3 0,7-5 0,8-5 0,4-2 0,1 4 0,-1 4 0,-2-3 0,-2-3 0,-8-2 0,4 4 0</inkml:trace>
  <inkml:trace contextRef="#ctx0" brushRef="#br0" timeOffset="28">31337 11279 8912,'-17'0'0,"0"0"0,-1 0 0,1 2 0,0 3 0,0 13 0,0 10 0,1 10 0,5 4 0,5 4 0,4 8 0,4-3 0,4 7 0,9-11 0,10-5 0,2-3 0,3-7 0,3-17 0,1-3 0,-5-8 0,0-4 0,-8-16 0,2-7 0,-1-13 0,-2-6 0,-5-2 0,0-4 0,-7-3 0,-2-6 0,-5 5 0,-1 0 0,-7 3 0,-5 9 0,-9 0 0,-2 5 0,-13 8 0,2 4 0,-12 12 0,0 5 0,-4 4 0,-17 2 0,-4 0 0</inkml:trace>
  <inkml:trace contextRef="#ctx0" brushRef="#br0" timeOffset="29">26709 18809 6755,'8'16'0,"6"-3"0,-8-2 0,7-7 0,-11 4 2157,5-8-2157,-7 0 0,-15-2 0,-8-4 0,-7-11 0,-5-10 0</inkml:trace>
  <inkml:trace contextRef="#ctx0" brushRef="#br1" timeOffset="30">24385 14339 8912,'-19'-11'0,"-4"-1"0,4 8 0,-4-1 0,2 3 0,-1 4 0,-2 5 0,-3 10 0,-2 10 0,-5 13 0,-1 10 0,1 11 0,-2 17 0,15-30 0,1 2 0,2 7 0,0 2 0,-1 4 0,0 0 0,3 5 0,1 0-391,3 4 0,1-1 0,5-1 0,1 0 391,1 2 0,2-1 0,1-9 0,2-2 0,1-5 0,2-3 0,9 36 0,8-17 0,6-16 183,7-9 1,1-15-184,-1-3 0,3-14 0,3-9 0,-2-3 0,8-2 0,-8-9 0,2-8 0,-3-8 0,-3-15 0,-3-4 0,-8-6 0,-8-5 0</inkml:trace>
  <inkml:trace contextRef="#ctx0" brushRef="#br1" timeOffset="31">24677 14425 8912,'-17'-6'0,"0"-1"0,0-3 0,1 8 0,5 2 0,3 15 0,8 14 0,0 6 0,0 5 0,0 4 0,2 7 0,4 1 0,5-1 0,5-5 0,1 0 0,6-8 0,0 0 0,0-7 0,2-8 0,-4-10 0,7-1 0,-7-8 0,2 1 0,-4-10 0,-1-7 0,-7-3 0,0-4 0,1-4 0,-2-6 0,-3-3 0,-7-3 0,0-1 0,0-4 0,0 4 0,0-5 0,0 7 0,0 5 0,0 5 0,0 6 0,0 9 0,0 5 0,0 15 0,0 12 0,2 10 0,4 7 0,-2-4 0,7 4 0,2-5 0,9-7 0,0-7 0,0-7 0,2-7 0,-1-7 0,6-1 0,-6-5 0,6-11 0,-6-12 0,-1-11 0,-4-4 0,-3-2 0,-4 0 0,-3 6 0,-8-6 0,-2 8 0,-4-2 0,-5 4 0,-12 1 0,4 7 0,-4-1 0,10 10 0,1 2 0,1-1 0,1 18 0,6 0 0,8 10 0,-2-2 0,21 7 0,-4-5 0</inkml:trace>
  <inkml:trace contextRef="#ctx0" brushRef="#br1" timeOffset="32">25538 14150 8912,'-18'0'0,"1"0"0,0 2 0,0 4 0,0 9 0,-1 8 0,1 9 0,0 3 0,2 1 0,3 8 0,6 0 0,5 0 0,1-6 0,0 2 0,7 0 0,5-5 0,1 1 0,0-13 0,-1-2 0,1-2 0,-5-2 0,7-7 0,-11-5 0,6-10 0,-3-7 0,-3-3 0,6-8 0,1 0 0,-1-7 0,1 1 0,-1-2 0,1 3 0,3 3 0,-7 10 0,1 1 0,0 3 0,5 1 0,-2-1 0,-1 3 0,1 8 0,1 0 0,5 0 0,-5 8 0,-1 3 0,6-1 0,6 1 0,8 1 0,-2 5 0,-3-6 0,1-1 0,0-3 0,0-3 0,-4-2 0,5-2 0,-7-7 0,2-5 0,-6-3 0,-5-2 0,-3-1 0,-3 1 0,-4 0 0,4 0 0,-4 0 0,-2-1 0,-8 9 0,-3 3 0,-5-1 0,-1 1 0,-6 0 0,0 6 0,-5 8 0,5 3 0,0 4 0,5 3 0,1-1 0,0 0 0,6 0 0,-1 0 0,6 1 0,-5-1 0,7 0 0,-2 0 0,6-5 0,6-1 0,4-7 0,7 2 0,0-4 0,0-2 0,2-2 0,2-4 0,2-6 0,-2-3 0,-2-8 0,-1 0 0,-1-1 0,0 1 0,-5 3 0,-1-2 0,-7 2 0,2 3 0,-4 6 0,-2-1 0,7 9 0,-5-3 0,4 12 0,-4 5 0,-2 12 0,5-2 0,3 8 0,2 1 0,3 3 0,8-1 0,2-3 0,8 1 0,-3-7 0,-1-2 0,2-9 0,-1 1 0,7-7 0,-6-2 0,-1-10 0,-9-4 0,-1-7 0,-3-2 0,-9-4 0,-3-6 0,-1-3 0,-2-2 0,0-1 0,0-1 0,0-4 0,-5-4 0,-1-8 0,-6 1 0,7-1 0,-7-5 0,6 0 0,-1-5 0,1 11 0,4 5 0,-4 17 0,4 6 0,2 4 0,0 10 0,0 11 0,0 15 0,0 10 0,0 13 0,0 4 0,0 7 0,0 7 0,0-1 0,2 6 0,4-6 0,-2-1 0,7-11 0,-5 3 0,6-8 0,-3 6 0,5-6 0,-3-2 0,-7-9 0,4-4 0</inkml:trace>
  <inkml:trace contextRef="#ctx0" brushRef="#br1" timeOffset="33">26243 14373 8912,'-17'0'0,"0"0"0,0 0 0,7 0 0,2-1 0,12-3 0,8-2 0,9-5 0,19 3 0,6-2 0,3-3 0,3-2 0,0-2 0,-1-1 0,1 1 0</inkml:trace>
  <inkml:trace contextRef="#ctx0" brushRef="#br1" timeOffset="34">27172 14133 8912,'-17'0'0,"2"2"0,4 3 0,-3-1 0,8 8 0,1-1 0,5 6 0,0 1 0,0 1 0,0 2 0,0 2 0,2 5 0,3-5 0,5 2 0,7-2 0,6-10 0,0 4 0,0-11 0,-6 0 0,0-4 0,1-2 0,-1 0 0,0-10 0,0-7 0,-2-2 0,-3-10 0,1 1 0,-7-7 0,6-1 0,-7-4 0,7 9 0,-7-3 0,3 5 0,-2 1 0,-4 3 0,5 10 0,1 3 0,-6 4 0,11 16 0,-7 4 0,6 10 0,-7 7 0,7-2 0,-5 1 0,1 3 0,0 2 0,-1 1 0,-1 0 0,-4-7 0,4-4 0,-4-4 0,-2-2 0,-8 0 0,-3 1 0,-7-9 0,-5-3 0,-1-4 0,-5-2 0,-11-15 0,3-5 0</inkml:trace>
  <inkml:trace contextRef="#ctx0" brushRef="#br1" timeOffset="35">27069 14012 8912,'-27'-34'0,"5"0"0,8 7 0,3 4 0,7 4 0,-2 2 0,4 7 0,10-3 0,3 7 0,7 0 0,4 6 0,5 0 0,8 0 0,7 0 0,4 0 0,-4 0 0,7 0 0,-5 0 0</inkml:trace>
  <inkml:trace contextRef="#ctx0" brushRef="#br1" timeOffset="36">28085 13617 8912,'9'-8'0,"-1"6"0,-8-5 0,0 16 0,0 9 0,0 4 0,0 11 0,0-1 0,0 5 0,0 9 0,0-1 0,2 5 0,3 2 0,3-1 0,4 1 0,1-1 0,-7 1 0,-1-8 0,-5-2 0,0-8 0</inkml:trace>
  <inkml:trace contextRef="#ctx0" brushRef="#br1" timeOffset="37">27912 14150 8912,'-11'-17'0,"1"0"0,3-1 0,3 1 0,2 0 0,2 0 0,8-6 0,3 0 0,12-8 0,8 3 0,5-3 0,4 3 0,2-5 0,-2 4 0,-3-9 0,3-2 0,-4 0 0,-1-2 0,-1-2 0</inkml:trace>
  <inkml:trace contextRef="#ctx0" brushRef="#br1" timeOffset="38">28325 13583 8912,'-9'0'0,"1"1"0,8 5 0,0 6 0,0 11 0,0 5 0,2 10 0,2 6 0,2 6 0,5 0 0,-5 13 0,5-2 0,-5 2 0,2-6 0,-2-11 0,-5-4 0,5-7 0,-2-3 0,2-3 0,-4-12 0,5-9 0,-7-12 0,0-8 0,2-1 0,2-18 0,4-5 0,1-8 0,3-4 0,5 2 0,0-3 0,0 3 0,-1 4 0,-5 2 0,4 5 0,-3 7 0,-4 3 0,-3 8 0,5 7 0,-6 6 0,7 16 0,-7 3 0,2 19 0,1-3 0,1 11 0,2-2 0,3 0 0,-4 0 0,3-5 0,-1-3 0,7-3 0,-1-4 0,0-8 0,-2-6 0,-3 1 0,3-8 0,-3 1 0,-3-10 0,3-7 0,-9-3 0,3-2 0,2-8 0,-1-4 0,1-1 0,0 1 0,-1-3 0,-1 3 0,-2-2 0,7 3 0,-7 3 0,4 8 0,0-1 0,3 1 0,-1 6 0,1-1 0,1 9 0,5-5 0,0 8 0,0 2 0,0 4 0,1-5 0,-1 5 0,0 2 0,0-2 0,0-1 0,1-5 0,-1 0 0,0 0 0,0 0 0,-5 0 0,-1 0 0,-7 0 0,4 0 0,-8 0 0,0 0 0,7 0 0,1 8 0,3 3 0,-1 5 0,-4 1 0,1 0 0,5 0 0,-3 2 0,-3 4 0,-4-4 0,4 4 0,-4-4 0,-2-1 0,0-1 0,0 0 0,-8-6 0,-3 1 0,-12-8 0,-6 1 0,-11-10 0,-4-5 0</inkml:trace>
  <inkml:trace contextRef="#ctx0" brushRef="#br1" timeOffset="39">28704 13548 8912,'-17'0'0,"0"-6"0,-1 1 0,9-1 0,9 6 0,15 0 0,8 0 0,0 8 0,2-6 0,2 5 0</inkml:trace>
  <inkml:trace contextRef="#ctx0" brushRef="#br1" timeOffset="40">29788 13359 8912,'-23'-6'0,"0"1"0,2 5 0,2 9 0,4 16 0,3 11 0,5 8 0,7 8 0,0 1 0,0 5 0,9 3 0,9 8 0,1-8 0,9-4 0,1-5 0,5-7 0,-1-4 0,-4-5 0,3-17 0,-13 4 0,6-14 0</inkml:trace>
  <inkml:trace contextRef="#ctx0" brushRef="#br1" timeOffset="41">30081 13651 8912,'-12'10'0,"3"-2"0,-1-3 0,1 1 0,5 9 0,-2 1 0,4 7 0,2 3 0,0-3 0,2 4 0,4-2 0,5-4 0,5-4 0,1-6 0,0 3 0,0-8 0,0-3 0,-1-8 0,-5-7 0,-3-9 0,-8-2 0,0-7 0,0 1 0,-14 2 0,-3-1 0,-4 1 0,4-2 0,0-1 0,0 7 0,-1 0 0,1 6 0,9 1 0,8 5 0,10 5 0,5 4 0,10 2 0,2 0 0</inkml:trace>
  <inkml:trace contextRef="#ctx0" brushRef="#br1" timeOffset="42">30597 13393 8912,'-17'-17'0,"5"0"0,1 0 0,-1 5 0,-5 3 0,0 1 0,0 4 0,0 4 0,-1 6 0,-1 4 0,-4 7 0,10 6 0,-4 0 0,11 7 0,0-1 0,4-2 0,2 1 0,0-5 0,0 6 0,8-8 0,5 2 0,8-4 0,8-2 0,-2 0 0,2 1 0,-1-7 0,7 0 0,-1-5 0,0 6 0,-7-3 0,-4 3 0,-4 1 0,-2-7 0,-7 7 0,-4-1 0,-4-3 0,-2 3 0,-8-9 0,-3 3 0,-10 2 0,-2-2 0,-2 1 0,2-1 0,4-4 0,-4 4 0,4-5 0,1-1 0,9-7 0,3-5 0,4-3 0,2-2 0,0-8 0,0-2 0</inkml:trace>
  <inkml:trace contextRef="#ctx0" brushRef="#br1" timeOffset="43">30924 13273 8912,'0'-17'0,"-2"2"0,-4 3 0,-5 6 0,-4 5 0,-1 2 0,3 5 0,1 6 0,1 3 0,-4 2 0,3 0 0,6 0 0,-1 3 0,1 3 0,0-4 0,6 4 0,0-4 0,0 0 0,2 2 0,4 2 0,-2 2 0,7-3 0,1-1 0,3 6 0,-2 0 0,-1 0 0,-3-6 0,3 2 0,1 1 0,-7-1 0,0 6 0,-6-6 0,6 0 0,-1-6 0,1 0 0,-6 0 0,-2 1 0,-4-1 0,-1-6 0,-7-1 0,3-2 0,-3-5 0,-1-1 0,0-4 0,3-3 0,-3-13 0,6-8 0</inkml:trace>
  <inkml:trace contextRef="#ctx0" brushRef="#br1" timeOffset="44">31303 13015 8912,'5'-17'0,"3"2"0,2 1 0,3 3 0,2 1 0,2-3 0,3 3 0,2 3 0,3 1 0,4 6 0,7 0 0,-5 0 0,-2 2 0,-3 4 0,-3 5 0,-5 12 0,-3 6 0,-4 11 0,-3 0 0,-8 12 0,-8-3 0,-3 14 0,-6-2 0,-6 2 0,-2 4 0,-4-4 0,-1-2 0,7 3 0,-8-1 0,4 3 0,-1-4 0,-1-11 0,8 1 0,-4-8 0</inkml:trace>
  <inkml:trace contextRef="#ctx0" brushRef="#br1" timeOffset="45">31440 14098 8912,'0'10'0,"0"-2"0,8-8 0,3 0 0,-1 0 0,1 0 0,1 0 0,5 0 0,-9 0 0,-8 0 0,-10 0 0,-7 0 0,-6 0 0,-4 0 0,-7 0 0,-1 0 0,1 0 0,7 0 0,4 0 0,6-2 0,6-4 0,3 4 0,23-13 0,8 3 0,23-18 0,8-7 0</inkml:trace>
  <inkml:trace contextRef="#ctx0" brushRef="#br1" timeOffset="46">31440 14339 8912,'-5'-11'0,"-3"-1"0,-2 1 0,-1-1 0,-1 3 0,3-1 0,-1 2 0,1 1 0,3-1 0,-6 2 0,3 6 0,-3 0 0,7 10 0,3 5 0,2 3 0,0-1 0,0 0 0,0 0 0,7 0 0,5-1 0,3-3 0,2-2 0,1-7 0,-1 2 0,-6-4 0,1-2 0,-1 0 0,-1-2 0,-4-4 0,-5-5 0,-2 1 0,-5-1 0,-4 5 0,-7-5 0,0 7 0,0-4 0,-1 8 0,7-2 0,-1-4 0,9 5 0,-13-15 0,7 7 0</inkml:trace>
  <inkml:trace contextRef="#ctx0" brushRef="#br1" timeOffset="47">31767 12345 8912,'0'-52'0,"2"2"0,4 5 0,5 4 0,3 7 0,-1 7 0,-1 10 0,-1 25 0,6 24 0,0 27 0,1 31 0,-9-34 0,-1 3 0,1 14 0,-1 3 0,1 5 0,-1 2 0,1 10 0,0 3 0,-4-27 0,1 1 0,0 1-539,0 8 1,-1 2-1,1 0 1,-1 2-1,1 0 1,-2 1 538,0 7 0,0 1 0,0 0 0,0-1 0,1-1 0,-1 1 0,-2 0 0,0 1 0,0 0 0,1-3 0,2 1 0,-2-2 0,0-1 0,-2 0 0,1-1 0,-1-3 0,1-2 0,-1 0 0,0-6 0,1 0 0,-3-2 0,-3-2 0,-2 0 0,-1-3 5,-6 25 1,-3-2 0,-3 1 0,-4-1-1,-4-9 1,-2-2 0,1-1 0,-1-1-6,1-5 0,1-3 0,0-2 0,0-2 0,1-2 0,0-2 0,4-2 0,0 1 0,2-1 0,0 0 0,-1-2 0,0 0 0,1 0 0,0-1 0,0 4 0,0 0 0</inkml:trace>
  <inkml:trace contextRef="#ctx0" brushRef="#br0" timeOffset="48">25331 15543 8912,'-29'0'0,"3"0"0,1 0 0,4 0 0,4 2 0,5 3 0,4 7 0,1 3 0,5 2 0,-4 2 0,4 4 0,2 6 0,0 3 0,0 3 0,0-1 0,0 0 0,6 1 0,0-1 0,1-1 0,-3-5 0,2-5 0,-2-4 0,3-7 0,-1-1 0,0-5 0,-6 6 0,0-9 0,8 5 0,-7-16 0,5-5 0,-4-8 0,-2-8 0,6-11 0,0-6 0,-1-5 0,-5-7 0,6-3 0,0-7 0,5-1 0,-5 0 0,2-5 0,-5-1 0,5 6 0,2 10 0,-6 9 0,1 16 0,5 7 0,-8 12 0,3 15 0,5 15 0,1 14 0,5 11 0,3 8 0,2 5 0,2 5 0,2 1 0,-2-2 0,2-3 0,3 3 0,5-6 0,-5-5 0,-1-4 0,2-7 0,-2-1 0,1-1 0,-5-5 0,-4-5 0,1-4 0,2-2 0,-8-5 0,3-1 0,-11-7 0,-6-4 0,-10-9 0</inkml:trace>
  <inkml:trace contextRef="#ctx0" brushRef="#br0" timeOffset="49">25366 15732 8912,'-27'0'0,"2"0"0,8 0 0,0-8 0,7 6 0,6-5 0,16 7 0,11 0 0,9-6 0,10-2 0,8-1 0,5-5 0,5-1 0,-3-2 0,-4 0 0,5-1 0,-7 1 0,-5 0 0,-4 0 0,-7 0 0,-1-1 0,1 1 0</inkml:trace>
  <inkml:trace contextRef="#ctx0" brushRef="#br0" timeOffset="50">26071 15457 8912,'-23'5'0,"-2"3"0,-1 2 0,-5 3 0,4 2 0,-1 2 0,6 8 0,0 4 0,8 3 0,3 3 0,7-7 0,-2 1 0,14-8 0,9 2 0,2-4 0,10-4 0,3-3 0,7-6 0,-1-5 0,8-1 0,-6-1 0,6-5 0,0-11 0,5-10 0</inkml:trace>
  <inkml:trace contextRef="#ctx0" brushRef="#br0" timeOffset="51">26364 15422 8912,'-35'8'0,"3"3"0,1 7 0,2 4 0,8 3 0,-1 4 0,8 3 0,3-3 0,7-4 0,0-2 0,8-4 0,7-2 0,7-2 0,4-3 0,-1 1 0,8-7 0,0 0 0,5-6 0,6 0 0,1 0 0,-3-8 0,-9-3 0,1-5 0,-7-1 0,0 0 0,-6 0 0</inkml:trace>
  <inkml:trace contextRef="#ctx0" brushRef="#br0" timeOffset="52">26587 15457 8912,'-15'11'0,"4"1"0,-3-1 0,9 6 0,-7 0 0,6 1 0,1 1 0,5 4 0,0-2 0,0 7 0,0-7 0,0 2 0,1-4 0,5-1 0,6-3 0,3-4 0,2-3 0,0-8 0,1 0 0,-1 0 0,6-2 0,0-4 0,0-3 0,-6-8 0,0-1 0,0 1 0,-1 0 0,-3 0 0,-3 0 0,-3-1 0,5 7 0,-7-1 0,3 9 0,-2-3 0,-4 4 0,5 2 0,-1 8 0,0 3 0,7-1 0,1 1 0,7 2 0,-2-5 0,4-2 0,-4-4 0,-2-2 0,6 0 0,0 0 0,0 0 0,-6 0 0,0 0 0</inkml:trace>
  <inkml:trace contextRef="#ctx0" brushRef="#br0" timeOffset="53">27052 15457 8912,'-10'0'0,"-5"0"0,13 0 0,-5 0 0,14 2 0,5 1 0,3 3 0,2 7 0,0-1 0,-5 3 0,-1 2 0,-1 1 0,3-1 0,-3 0 0,-2 0 0,5 0 0,-9-1 0,7-5 0,-7 4 0,4-13 0,-3 4 0,1-12 0,0-7 0,2-8 0,-5 0 0,9-8 0,-6-5 0,5-6 0,1 0 0,5 5 0,0 7 0,0 1 0,0 2 0,1 4 0,-1 2 0,0 2 0,8 0 0,2-1 0</inkml:trace>
  <inkml:trace contextRef="#ctx0" brushRef="#br0" timeOffset="54">27758 15302 8912,'-12'-2'0,"1"-4"0,-1 4 0,-5-7 0,0 5 0,0-2 0,-1 1 0,-5 5 0,0 0 0,1 5 0,4 3 0,-1 1 0,0 7 0,2 5 0,-4-2 0,13 8 0,-3-4 0,1-4 0,4 4 0,4-4 0,-3-2 0,3 0 0,4-2 0,3-3 0,7-5 0,11-7 0,-4-2 0,4-3 0,2 1 0,-2-8 0,2 1 0,-2-6 0,-4 0 0,4 1 0,-4 5 0,-2-4 0,0 13 0,0-4 0,-5 4 0,-1 2 0,1 0 0,5 0 0,0 0 0,0 0 0,3 2 0,2 4 0,-2-2 0,3 7 0,-4-7 0,6 11 0,1-5 0</inkml:trace>
  <inkml:trace contextRef="#ctx0" brushRef="#br0" timeOffset="55">28050 15164 8912,'-11'0'0,"-1"0"0,-1 0 0,-2 2 0,-3 4 0,3 11 0,4 12 0,3 5 0,8 4 0,0 4 0,0 2 0,2 0 0,4 2 0,5-6 0,12-11 0,4-4 0,7-8 0,1-7 0,-1-5 0,0-3 0,1-2 0,-7-7 0,1-5 0,-6-5 0,2-4 0,-4-4 0,-6-2 0,-9-1 0,0-7 0,1 3 0,-1 3 0,0-3 0,-6 3 0,0 4 0,0 2 0,0 4 0,0 2 0,0 7 0,2-3 0,4 7 0,5 2 0,-1 10 0,1 6 0,1 3 0,5 2 0,6 0 0,0 1 0,1-3 0,-1-4 0,2 3 0,4-9 0,3 1 0,-3-6 0,-2 0 0,0 0 0,-2-2 0,-4-4 0,-2-3 0,-2-8 0,-6 0 0,1-1 0,-6 1 0,5 0 0,-7 0 0,4 0 0,-8 7 0,0 4 0,0 14 0,0 9 0,0 10 0,1 15 0,5 9 0,6 11 0,-1 12 0,6 6 0,-3 4-229,9 2 1,-4-2 228,-2-3 0,-2 1 0,-3-8 0,-5-7 0,-7-11 0,-3-9 0,-9-7 0,-7-5 0,-15-7 0,-8-8 0,-4-9 0,2-7 0,-2 2 0,8-12 0,-1-8 0,9-8 0,7-13 0,11-15 0,7-13 0,14-5 0,14-7 0,11 3-107,18-9 1,-22 40-1,1 0 107,3-5 0,1 1 0,7-3 0,2 2-281,7-3 1,1 0-1,3-1 1,1 1 280,4 3 0,1 0 0,0-3 0,0-1 0,2 1 0,0 1 0,2-3 0</inkml:trace>
  <inkml:trace contextRef="#ctx0" brushRef="#br0" timeOffset="56">15918 16987 8912,'-29'-17'0,"3"1"0,1 3 0,4 3 0,2 3 0,1 3 0,9 10 0,3 7 0,4 8 0,2 8 0,0 5 0,0 6 0,0 6 0,0 4 0,0-4 0,0-1 0,0 1 0,2 4 0,2-2 0,2-2 0,-1-2 0,-5 1 0,0-1 0,0-4 0,0-3 0,0 1 0,0-8 0,0-7 0,0-11 0,0-4 0,0-8 0</inkml:trace>
  <inkml:trace contextRef="#ctx0" brushRef="#br0" timeOffset="57">15712 17090 8912,'0'-17'0,"0"0"0,0-1 0,15 1 0,8 0 0,9 0 0,8 0 0,12-6 0,9 2 0,0 4 0,-3 3 0,-5 10 0,-1-1 0,-10 10 0,-8 7 0,-9 16 0,-13 7 0,-5 11 0,-7 0 0,-9 9 0,-8 2 0,-2 2 0,-10-1 0,2 1 0,-2 4 0,-3 4 0,3-4 0,2-6 0,3-3 0,3-10 0,5-8 0,11-5 0,-3-22 0,8-1 0</inkml:trace>
  <inkml:trace contextRef="#ctx0" brushRef="#br0" timeOffset="58">16417 17159 8912,'8'11'0,"3"1"0,-3-7 0,-2 7 0,-5-1 0,-1 8 0,0 4 0,0-4 0,0 4 0,0 2 0,0 0 0,0 0 0,0 0 0,6 3 0,0-5 0,2 8 0,-3-2 0,-3-5 0,4-1 0,-4-4 0,-2-1 0</inkml:trace>
  <inkml:trace contextRef="#ctx0" brushRef="#br0" timeOffset="59">16469 16901 8912,'-27'0'0,"10"-8"0,1 6 0,15-5 0,-5 14 0,12 3 0,7 1 0,8 1 0,8 1 0,3 2 0,10 3 0,2-1 0</inkml:trace>
  <inkml:trace contextRef="#ctx0" brushRef="#br0" timeOffset="60">16916 17107 8912,'-17'-7'0,"0"3"0,0-8 0,-1 8 0,1-1 0,0 3 0,0 2 0,-1 2 0,1 3 0,6 11 0,-1 7 0,8 7 0,-1-1 0,3-2 0,2 1 0,4 3 0,7 1 0,3-3 0,14 0 0,-5-8 0,6 2 0,0-4 0,5-2 0,-7-2 0,-4-3 0,1 3 0,-1-6 0,-2 5 0,-1 3 0,-11-9 0,-3 9 0,-4-2 0,-2 8 0,-2-4 0,-4 4 0,-5 2 0,-12-2 0,-2 2 0,-6-4 0,5 2 0,1-2 0,2-4 0,6-6 0,-1-3 0,9-8 0,1-8 0,8-1 0</inkml:trace>
  <inkml:trace contextRef="#ctx0" brushRef="#br0" timeOffset="61">17381 17159 8912,'-23'2'0,"-2"1"0,0 5 0,0 2 0,-3 3 0,5 10 0,-4-2 0,8 8 0,5 3 0,5 6 0,3-1 0,6 3 0,2 2 0,4-2 0,3 0 0,8-6 0,3-1 0,3-4 0,3-7 0,1-2 0,6-11 0,-5-3 0,-1-4 0,2-2 0,-3-10 0,3-7 0,4-8 0,-7-9 0</inkml:trace>
  <inkml:trace contextRef="#ctx0" brushRef="#br0" timeOffset="62">17604 17313 8912,'-17'0'0,"0"8"0,0 4 0,2 5 0,3 6 0,-3 0 0,3 11 0,5-3 0,1 9 0,4-4 0,2-2 0,10 1 0,7-1 0,2-9 0,10-8 0,-1-2 0,7-9 0,-7-2 0,-1-10 0,-2-5 0,-4-4 0,-2-8 0,-2 0 0,-1-8 0,-5 2 0,-3-3 0,-8-2 0,-2 5 0,-4 0 0,-3 8 0,-9-2 0,1 4 0,0 2 0,0 2 0,0 3 0,5 5 0,1 7 0,5 0 0,-6 0 0,9 2 0,-3 3 0,4-3 0,2 6 0</inkml:trace>
  <inkml:trace contextRef="#ctx0" brushRef="#br0" timeOffset="63">18138 17399 8912,'-8'18'0,"4"-1"0,-7 0 0,1-5 0,-3-3 0,3 1 0,3-1 0,-5-3 0,7 5 0,-7-5 0,6 6 0,1-1 0,5 6 0,-2 0 0,-2 1 0,-2-1 0,0-6 0,6 1 0,0-1 0,0 6 0,0-7 0,0-2 0,0-8 0,6-10 0,2-5 0,1-6 0,1-10 0,3 2 0,-1-3 0,1-2 0,1 7 0,-3 4 0,4-2 0,-3 2 0,1 6 0,-1 6 0,3 1 0,-4-1 0,-1 3 0,2 8 0,-3 2 0,4 5 0,-1 11 0,1 8 0,-3 7 0,1 1 0,-5 1 0,6-1 0,-7 0 0,7 1 0,-8-7 0,1 1 0,3-8 0,-2 2 0,7-12 0,-3-3 0,7-8 0</inkml:trace>
  <inkml:trace contextRef="#ctx0" brushRef="#br0" timeOffset="64">18448 17056 8912,'0'-29'0,"0"0"0,0 14 0,0-2 0,0 11 0,0 8 0,0 15 0,0 16 0,0 13 0,-6 3 0,0 3 0,0-1 0,6 1 0,0 3 0,2-1 0,2-3 0,2 5 0,7-7 0,-1 3 0,3-2 0,2-10 0,-5-2 0,-1-9 0,1-6 0,5-12 0,-6-3 0,1-12 0,-1-8 0,-1-10 0,5-11 0,-3-7 0,1-4 0,-1-8 0,1 1 0,-7-1 0,7 3 0,-1 3 0,-5 9 0,-1 9 0,-2 12 0,1-1 0,-1 21 0,8 8 0,-8 10 0,1 13 0,3 1 0,-2 4 0,7-3 0,-1 3 0,-3-4 0,3-2 0,1-1 0,10-4 0,-4-5 0,4-8 0,-4-5 0,-2-5 0,1-4 0,-1-2 0,0-16 0,0-6 0,-5-11 0,-1-7 0,1-4 0,5-8 0</inkml:trace>
  <inkml:trace contextRef="#ctx0" brushRef="#br0" timeOffset="65">18930 16815 8912,'-23'-6'0,"0"0"0,-2 1 0,2 5 0,4 7 0,-4 5 0,4 5 0,1 6 0,3-4 0,4 4 0,3-10 0,8-1 0,0 1 0,2-5 0,4-2 0,5-5 0,12-1 0,-4 0 0,4 0 0,2-5 0,-2-1 0,-2-2 0,-10 3 0,5 3 0,-7-6 0</inkml:trace>
  <inkml:trace contextRef="#ctx0" brushRef="#br0" timeOffset="66">18344 17503 8912,'-26'26'0,"1"-3"0,8-11 0,7-7 0,4-10 0,20-5 0,9-7 0,9-10 0,8-7 0,-1-1 0,6-5 0,1-2 0,6 2 0,0 2 0,-1 2 0,1 1 0,-8 1 0,-2 0 0</inkml:trace>
  <inkml:trace contextRef="#ctx0" brushRef="#br0" timeOffset="67">19188 17399 8912,'0'-22'0,"0"-1"0,0 2 0,0 1 0,0 3 0,0 0 0,0 6 0,0 3 0,0 6 0,0 6 0,0 15 0,0 2 0,0 2 0,0 8 0,0-5 0,0 3 0,0 0 0,-6-1 0,0 7 0,-1-9 0,3-1 0,-2 0 0,-2-6 0,3 4 0,3-11 0,-6-5 0,8-11 0,0-7 0,0-12 0,0-10 0,2-5 0,2-4 0,2-2 0,5 0 0,-5-1 0,7 2 0,-1 9 0,1 7 0,-2 4 0,5 6 0,-5 6 0,5 7 0,1 8 0,-6 13 0,1 12 0,-3 9 0,3 2 0,-3 8 0,-3-2 0,-2-2 0,7 1 0,-5-8 0,4-3 0,-1-7 0,1-2 0,-5-12 0,7 4 0,-6-11 0,5 0 0,1-12 0,5-6 0,-6-10 0,1-7 0,-1-4 0,6-1 0,-1 0 0,-5-1 0,3 1 0,-9-1 0,7 7 0,-6-1 0,-1 8 0,-5-4 0,0 23 0,0 8 0,0 9 0,0 8 0,2-2 0,4 8 0,-4-8 0,4 2 0,3-4 0,3-2 0,1 0 0,0-1 0,-1-5 0,1-5 0,3-4 0,1-2 0,0 0 0,0 0 0,-5-8 0,-1-3 0,-1-5 0,3-1 0,-3-2 0,-3-4 0,1 4 0,-2-4 0,-4 2 0,3-2 0,-1 4 0,2-4 0,-4 10 0,3 1 0,-3 1 0,-2 1 0,0 10 0,0 12 0,0 11 0,0 3 0,0 3 0,0 0 0,2-2 0,4 1 0,2 3 0,3-8 0,4 0 0,-3-6 0,-3-2 0,3-3 0,-1 1 0,7-7 0,-3-8 0,-4-10 0,3-9 0,-8-2 0,1-1 0,-1 1 0,-4 3 0,4-2 0,-5 2 0,-1 3 0,0 0 0,0 0 0,0 7 0,2 10 0,4 12 0,-4 9 0,4 2 0,1 5 0,1-3 0,2 0 0,3 0 0,2-4 0,3-10 0,-1-3 0,0-8 0,0 0 0,0 0 0,1-2 0,-3-4 0,-4-7 0,-5-8 0,-4 2 0,-2-4 0,-2-2 0,-4 2 0,-5-2 0,-12 2 0,4 6 0,-4 0 0,4 0 0,2 7 0,-1 1 0,1 3 0,0 4 0,2 4 0,3 4 0,4-4 0,8 13 0,0-6 0</inkml:trace>
  <inkml:trace contextRef="#ctx0" brushRef="#br0" timeOffset="68">20461 17279 8912,'-23'0'0,"0"0"0,2 0 0,2 0 0,2 8 0,0 3 0,7 4 0,4 3 0,4 1 0,2 2 0,2 2 0,4-2 0,4-2 0,7-2 0,2 0 0,4 0 0,-2-5 0,8-1 0,-8-7 0,2 2 0,-4-4 0,-2-2 0,0 0 0,0-8 0,-7-1 0,-4-9 0,-4-4 0,-2-1 0,0-2 0,0 2 0,0 4 0,0-4 0,0 4 0,0 1 0,0 1 0,0 15 0,0 8 0,5 9 0,1 8 0,2 4 0,-3 7 0,7 1 0,3-1 0,10-1 0,4-5 0,-1-3 0,7-8 0,-3-7 0,14-4 0,-8-12 0,3-6 0,-5-12 0,-2-11 0,-1-1 0,-4-10 0,-8 0 0,-8 2 0,-5-5 0,-8 3 0,0-4 0,0-1 0,-2 7 0,-4 4 0,-4 11 0,-7 12 0,2 19 0,3 15 0,5 8 0,7 11 0,2 4 0,3 6 0,7-2 0,11 2 0,-2-8 0,8 2 0,-6 2 0,5-2 0,-1 6 0,2-6 0,-6-6 0,-12-7 0,-5 0 0,-4 0 0,-12-1 0,-7 3 0,-16-2 0,-12-4 0,-13-2 0,-5 7 0,-6-8-142,-5-3 0,3 0 1,-6-8-1</inkml:trace>
  <inkml:trace contextRef="#ctx0" brushRef="#br0" timeOffset="69">22148 17107 8912,'-8'-34'0,"-2"-1"0,-1 3 0,-1 1 0,-1 5 0,-2 1 0,-4 4 0,-2 7 0,-2 3 0,0 7 0,7 2 0,3 10 0,2 9 0,1 19 0,-1 6 0,3 14 0,0 13 0,6 1 0,-3 10 0,3 3 0,2 1 0,0 7 0,0 1 0,2-2 0,3-10 0,5-5 0,-1-5 0,5-5 0,-8-7 0,5-16 0,-5-20 0,-1-10 0,-5-4 0,0-16 0,0-2 0</inkml:trace>
  <inkml:trace contextRef="#ctx0" brushRef="#br0" timeOffset="70">21889 17657 8912,'-7'-17'0,"5"0"0,-4 0 0,4 5 0,2 1 0,0-1 0,2-5 0,6 0 0,9 0 0,2 0 0,10-1 0,-1 1 0,7 0 0,-3 0 0,-3 0 0,4 7 0,-5 4 0,-3 4 0,-2 2 0,-6 2 0,-5 4 0,1 6 0,-7 10 0,0 1 0,-6 12 0,5-5 0,1 10 0,0-9 0,-6-2 0,0-3 0,0 3 0,0 2 0,2-8 0,3-2 0,-1-10 0,8-5 0,-1-4 0,6-2 0,-1-8 0,-5-3 0,5-10 0,-5-2 0,4-8 0,2 2 0,-1-1 0,-5 1 0,3-1 0,-9 7 0,7 0 0,-6 6 0,-1 7 0,3-5 0,-4 15 0,7 0 0,-5 2 0,5 9 0,3 3 0,1 1 0,-3-4 0,-1 1 0,1-7 0,5 7 0,-6-8 0,1 1 0,-1-3 0,6-2 0,-5 0 0,-1 0 0,1 0 0,5 0 0,-7 0 0,-1 0 0,-3 0 0,-4 0 0,5 0 0,-8 0 0,-5 0 0,4-2 0,-4-3 0,4 1 0,2-8 0,2 7 0,4-7 0,-2 3 0,7-3 0,-5-1 0,3 5 0,-1-1 0,6 5 0,-5-4 0,6 10 0,-3 4 0,3 3 0,-7 9 0,5-1 0,-3 0 0,-3 0 0,5-5 0,-6-1 0,7 1 0,-3-3 0,7 6 0,0-5 0</inkml:trace>
  <inkml:trace contextRef="#ctx0" brushRef="#br0" timeOffset="71">23215 17313 8912,'-35'0'0,"1"0"0,-1 0 0,1 0 0,7 8 0,4 4 0,4 9 0,2 2 0,1 13 0,5 0 0,5 6 0,4 6 0,12-4 0,7 2 0,2-8 0,10 2 0,2-11 0,9-6 0,-2-6 0,8-6 0,-8-3 0,2-8 0,-3-10 0,-3-7 0,0-15 0,1-12 0</inkml:trace>
  <inkml:trace contextRef="#ctx0" brushRef="#br0" timeOffset="72">23507 17107 8912,'-11'12'0,"-3"-1"0,1 4 0,-2 6 0,5 6 0,-2 8 0,9 7 0,-3 3 0,4 7 0,2 3 0,0 5 0,0 1 0,2-8 0,4-1 0,3-8 0,8-10 0,1-9 0,-1-8 0,0-7 0,0-10 0,0-2 0,1-4 0,-1-11 0,0-12 0,0-5 0,1-6 0,-7 3 0,0-3 0,-5 10 0,6 1 0,-9 8 0,3-2 0,-4 10 0,-2 1 0,0 10 0,0 2 0,0 2 0,0 10 0,0 5 0,0 6 0,0 0 0,0-6 0,2 0 0,2 0 0,2 1 0,7-1 0,-3-8 0,7-16 0,0-12 0</inkml:trace>
  <inkml:trace contextRef="#ctx0" brushRef="#br0" timeOffset="73">23782 17262 8912,'-7'-10'0,"5"3"0,-6 5 0,8-4 0,0 4 0,0-5 0,0 5 0,0-4 0,2 4 0,4-4 0,-4 4 0,5 2 0</inkml:trace>
  <inkml:trace contextRef="#ctx0" brushRef="#br0" timeOffset="74">23301 17657 8912,'-35'0'0,"8"0"0,4 0 0,4 0 0,10-7 0,5-5 0,12-5 0,15-6 0,11-9 0,18-8 0,7-8 0,4 2 0,-2 4-116,2 2 1,-5 5 115,5 7 0,-10-1 0,-1 12 0,-1-12 0,-7 10 0</inkml:trace>
  <inkml:trace contextRef="#ctx0" brushRef="#br0" timeOffset="75">24023 17331 8912,'-17'17'0,"0"0"0,0 0 0,-6 0 0,0 1 0,0 5 0,6 0 0,1-1 0,5-4 0,3-1 0,8 0 0,0-6 0,2-1 0,4-2 0,5-5 0,7-1 0,4-2 0,3-2 0,4-3 0,4-11 0,-5-6 0,-1-7 0,2 6 0,-8 0 0,2 6 0,-10 0 0,-1-1 0,-1 1 0,-1 0 0,-3 0 0,-7 0 0,0-1 0,6 7 0,0 0 0,7 7 0,-3-12 0,5 13 0,-2-7 0,-1 2 0,-3 5 0,3 8 0,3 5 0,-13 7 0,4 0 0,-4 0 0,-2 1 0,0-1 0,0 0 0,0 6 0,0 0 0,-2 0 0,-2-4 0,-2 2 0,2 2 0,-3 6 0,1-7 0,0 1 0,6-5 0,-2-1 0,-3 0 0,3-6 0,-4 1 0,4-8 0,2 3 0,0-16 0,0-8 0,0-10 0,0-6 0,2-1 0,4 0 0,-3-1 0,9 1 0,-6 1 0,5 5 0,-5-3 0,5 8 0,1 2 0,5 10 0,0 3 0,0 10 0,1 6 0,-1 9 0,6 10 0,0 13 0,2 11 0,-2 12 0,1-2 0,5 3 0,4-7 0,-5 6 0,5-10 0,1-1 0,1-8 0,-1-10 0</inkml:trace>
  <inkml:trace contextRef="#ctx0" brushRef="#br0" timeOffset="76">25159 17726 8912,'-21'12'0,"4"-1"0,9-7 0,-3 2 0,7-4 0,-4-2 0,10 1 0,4 3 0,5 2 0,5-2 0,9-2 0,3-2 0,12-16 0,4-3 0</inkml:trace>
  <inkml:trace contextRef="#ctx0" brushRef="#br0" timeOffset="77">25658 17743 8912,'-9'8'0,"1"-6"0,0 13 0,6-11 0,-3 7 0,3-7 0,7 6 0,1-4 0,8-5 0,-3 5 0,10-6 0,2-6 0,0-3 0,-6-8 0,0 0 0</inkml:trace>
  <inkml:trace contextRef="#ctx0" brushRef="#br0" timeOffset="78">23628 17417 8912,'-18'-10'0,"1"-5"0,0 5 0</inkml:trace>
  <inkml:trace contextRef="#ctx0" brushRef="#br0" timeOffset="79">25211 17812 8912,'-18'-6'0,"-1"1"0,-4 1 0,-3 2 0,-3 6 0,2 7 0,2 12 0,-5 10 0,1 7 0,-3 7 0,-3 9 0,1-1 0,-1 8 0,3 0 0,3-2 0,12-3 0,11-12 0,6-10 0,6-11 0,11-18 0,10-16 0</inkml:trace>
  <inkml:trace contextRef="#ctx0" brushRef="#br0" timeOffset="80">26002 17382 8912,'16'-28'0,"-5"-1"0,-5 0 0,-4 3 0,-4 3 0,-4 9 0,-5 5 0,-5 1 0,-7-3 0,-1 5 0,-3 6 0,-4 9 0,4 5 0,-1 14 0,7 1 0,-2 5 0,4 1 0,3-1 0,5 1 0,5-1 0,4 6 0,2 0 0,0-2 0,0-9 0,8 2 0,3-8 0,7 0 0,4-6 0,-1 0 0,8 0 0,-2-5 0,2-1 0,1-1 0,-7 1 0,6-1 0,-6-7 0,-2 3 0,-10 0 0,-3 2 0,-16-1 0,-3 5 0,-12 3 0,-4-4 0,-2 3 0,1-3 0,1 5 0,-2-5 0,4-1 0,8 1 0,0-7 0,0 3 0,9-14 0,8-5 0,8-18 0,9-7 0</inkml:trace>
  <inkml:trace contextRef="#ctx0" brushRef="#br0" timeOffset="81">26346 17399 8912,'-15'-1'0,"4"-5"0,-5 4 0,5-4 0,-2 6 0,1 6 0,-3 5 0,3 12 0,3 2 0,-1 6 0,3-3 0,3 3 0,4-6 0,5-2 0,5-4 0,7-2 0,2-2 0,4-3 0,4-7 0,0-3 0,-2-15 0,-8-4 0,0-4 0,0 4 0,-7-6 0,-4 0 0,-4-6 0,-2 6 0,-2 0 0,-4-2 0,-4 6 0,-7-4 0,6 10 0,-1 2 0,3 5 0,-3-6 0,-3 9 0,13-3 0,-4 12 0,12-3 0,5 9 0,12-1 0,4 6 0</inkml:trace>
  <inkml:trace contextRef="#ctx0" brushRef="#br0" timeOffset="82">26966 17228 8912,'0'-12'0,"0"1"0,-2 5 0,-4-4 0,-5 3 0,1 9 0,-1 9 0,-1 12 0,-5 6 0,6 3 0,-1 2 0,8 1 0,-1-1 0,3 6 0,2 1 0,0-1 0,0 2 0,5-12 0,1 5 0,6-12 0,-7-1 0,9-2 0,-5-3 0</inkml:trace>
  <inkml:trace contextRef="#ctx0" brushRef="#br0" timeOffset="83">26725 17245 8912,'-8'-35'0,"-3"1"0,3 0 0,3-1 0,3 1 0,2 7 0,2 6 0,3 8 0,7 7 0,9-2 0,2 3 0,13-1 0,-2 6 0,12 0 0,0 0 0,4-8 0,2-1 0,-1-9 0</inkml:trace>
  <inkml:trace contextRef="#ctx0" brushRef="#br0" timeOffset="84">27224 16901 8912,'0'25'0,"0"3"0,0 7 0,0 5 0,2 4 0,4 7 0,-4 1 0,3 0 0,3 7 0,-2 4 0,-2 0 0,-2-6 0,-2 0 0,0-13 0</inkml:trace>
  <inkml:trace contextRef="#ctx0" brushRef="#br0" timeOffset="85">27069 17331 8912,'-9'-18'0,"-5"1"0,9 0 0,-1 0 0,6 0 0,0 0 0,2 1 0,3 5 0,11 3 0,7 8 0,13-6 0,-2 1 0,5-1 0,3-2 0,2-1 0,7-8 0</inkml:trace>
  <inkml:trace contextRef="#ctx0" brushRef="#br0" timeOffset="86">27912 17107 8912,'-15'2'0,"2"2"0,1 4 0,-1 1 0,0-3 0,1 5 0,-1 1 0,7 5 0,0 6 0,6 0 0,0-2 0,0-2 0,2-2 0,4 0 0,5-7 0,12-4 0,-2-5 0,8-1 0,-6 0 0,6 0 0,-3-7 0,3-5 0,-2-3 0,-4-2 0,-10-6 0,4 0 0,-1 0 0,-1-2 0,-4 4 0,1-7 0,-8 7 0,1-2 0,3 9 0,-2 3 0,0 5 0,-6-5 0,7 7 0,1-2 0,3 12 0,5 11 0,-5 12 0,3-3 0,-1 3 0,-2 2 0,3 1 0,-7-3 0,-1-1 0,-4-1 0,-2 2 0,-4 1 0,-5-7 0,-12-2 0,-10-2 0,-7-9 0,-14-2 0</inkml:trace>
  <inkml:trace contextRef="#ctx0" brushRef="#br0" timeOffset="87">27723 16970 8912,'-6'-18'0,"1"1"0,-1 0 0,6 0 0,0 0 0,8 7 0,3 4 0,18-1 0,7-1 0,6-1 0,4-3 0,6-5 0</inkml:trace>
  <inkml:trace contextRef="#ctx0" brushRef="#br0" timeOffset="88">27121 18001 8912,'-17'0'0,"-1"0"0,1 0 0,0 0 0,2 2 0,3 4 0,-1 5 0,7 12 0,2 4 0,2 0 0,2 5 0,0-3 0,2 3 0,4 3 0,-2-3 0,7-1 0,1-4 0,-3-3 0,7-3 0,-5-9 0,4-6 0,-5-5 0,-2-1 0</inkml:trace>
  <inkml:trace contextRef="#ctx0" brushRef="#br0" timeOffset="89">27018 17932 8912,'-18'-17'0,"1"0"0,2 0 0,3 0 0,5 7 0,9 2 0,3 8 0,7 0 0,11 0 0,6 0 0,5 0 0,6 0 0,-4 0 0,14 0 0,-6 0 0</inkml:trace>
  <inkml:trace contextRef="#ctx0" brushRef="#br0" timeOffset="90">27379 18087 8912,'-10'12'0,"5"-1"0,1-1 0,-2 1 0,4 4 0,-5-5 0,7 7 0,0 0 0,0 1 0,0-1 0,-2-2 0,-4-4 0,4 5 0,-6-14 0,8 3 0,0-10 0,0-7 0,0-9 0,0-2 0,0-5 0,0 5 0,0-6 0,0 6 0,2 0 0,4 6 0,-2 0 0,7 0 0,-1-1 0,1 1 0,5 6 0,-5 1 0,4 3 0,3 3 0,-1 2 0,0 2 0,0 2 0,0 3 0,-5-1 0,-1 8 0,1-7 0,5 7 0,0-1 0,-1 1 0,-5-1 0,4-7 0,-3 2 0,-5-4 0,1-10 0,-6 1 0,4-5 0,-4-3 0,5 5 0,-7-1 0,0-1 0,0 8 0,2-3 0,4 7 0,-4 0 0,13 0 0,-3 0 0,-3 0 0,3 0 0,-1 0 0,6 0 0,1-2 0,-1-4 0,-6 2 0,1-7 0,-1-1 0,6-5 0,1 0 0,-3 0 0,-4 0 0,-1 7 0,-4 4 0,-4-3 0,7 9 0,-3 0 0,-4 9 0,4 14 0,-5 4 0,-1 7 0,0 8 0,0 4 0,2-2 0,4 2 0,-4 6 0,6 3 0,-3-3 0,1-5 0,6-8 0,-7 1 0,3-6 0,-4-5 0,2-6 0,-1-4 0,-5-12 0,0-7 0,0-7 0,0-10 0,0-1 0</inkml:trace>
  <inkml:trace contextRef="#ctx0" brushRef="#br0" timeOffset="91">27809 17829 8912,'0'-9'0,"8"-5"0,3 9 0,5-1 0,1 6 0,6 0 0,0 0 0,0 0 0,2 0 0,-6 6 0,4-1 0,-10 9 0,-2-3 0,-7 6 0,2 6 0,-4-4 0,-2 6 0,-2 0 0,-4 4 0,-3-3 0,-8 3 0,-1-8 0,1 2 0,-8-4 0,-2-2 0</inkml:trace>
  <inkml:trace contextRef="#ctx0" brushRef="#br0" timeOffset="92">28085 17881 8912,'0'25'0,"0"-6"0,0 4 0,0-4 0,0-2 0,0 0 0,0 0 0,0 1 0,0-1 0,0-6 0,0 1 0,5-7 0,1 7 0,7-8 0,-1 1 0,3-3 0,2-2 0,1-7 0,-1-5 0,-6-3 0,-1-4 0,-3-2 0,-3-2 0,-2-6 0,-2 6 0,-7 0 0,-5 6 0,3 0 0,-3 0 0,-7 0 0,0 1 0,-4 5 0,4 5 0,2 4 0,-1 2 0,1-7 0,0-3 0</inkml:trace>
  <inkml:trace contextRef="#ctx0" brushRef="#br0" timeOffset="93">28480 17743 8912,'-7'-11'0,"-5"-1"0,-3-1 0,-2 3 0,0 1 0,-1 1 0,1 3 0,0 12 0,2 3 0,3 9 0,6 2 0,4 2 0,2 5 0,0-5 0,0 0 0,2-4 0,4 2 0,6 2 0,-3 0 0,3-6 0,-1 1 0,6-1 0,1 0 0,-1 0 0,0-1 0,0-5 0,0 4 0,1-5 0,-1 1 0,0 1 0,-6-7 0,1 7 0,-6-6 0,5 5 0,-7-7 0,4 5 0,-8-3 0,-8-2 0,-4 7 0,-5-5 0,-6 6 0,2-7 0,-5 5 0,-1-2 0,0-5 0,4-1 0,-6-2 0,8 0 0,-4-7 0,8-3 0</inkml:trace>
  <inkml:trace contextRef="#ctx0" brushRef="#br0" timeOffset="94">28670 17675 8912,'0'-18'0,"-6"1"0,0 0 0,-7 7 0,9-3 0,-8 7 0,-1 2 0,0 4 0,1 6 0,3 4 0,3 7 0,4 0 0,-4 0 0,4 1 0,2-1 0,0 0 0,0 0 0,2 0 0,4 1 0,-2-7 0,7 0 0,-7 1 0,2 5 0,3 0 0,-5 0 0,8 1 0,-7-7 0,7 1 0,-6-1 0,5 6 0,-7-5 0,2-1 0,3 1 0,1 5 0,-1 0 0,-1-6 0,-8 1 0,0 1 0,0 3 0,0 1 0,-2-6 0,-4-1 0,-3-1 0,-1 1 0,-5-6 0,4 1 0,-5-3 0,-1-2 0,0 0 0,0 0 0</inkml:trace>
  <inkml:trace contextRef="#ctx0" brushRef="#br0" timeOffset="95">28859 17709 8912,'17'0'0,"0"0"0,-7 0 0,-4 9 0,-12 9 0,4-1 0,-4 6 0,4-4 0,2-2 0,0 6 0,0 0 0,0 0 0,0-6 0,2 0 0,4 0 0,-4 1 0,6-1 0,-16-8 0,-2-1 0</inkml:trace>
  <inkml:trace contextRef="#ctx0" brushRef="#br0" timeOffset="96">28738 17657 8912,'-11'-28'0,"0"-1"0,-1 2 0,-5-1 0,7 3 0,3 10 0,1 1 0,0 3 0,0 7 0,8-4 0,6 8 0,9 0 0,0 0 0,6 0 0,2-2 0,-2-3 0,8-5 0,-4-7 0</inkml:trace>
  <inkml:trace contextRef="#ctx0" brushRef="#br0" timeOffset="97">29048 17331 8912,'-7'9'0,"5"1"0,-4-4 0,-2-3 0,3 9 0,1 1 0,2 2 0,2 3 0,0 1 0,0 4 0,2-2 0,3 7 0,3 1 0,6 3 0,-3-1 0,2-2 0,-5-8 0,-2 2 0,-2-4 0,1-2 0,-3 0 0,6 0 0,-6-7 0,4-4 0,-3-6 0,9-6 0,-6-4 0,5-7 0,0 0 0,7 0 0,-1 1 0,0 5 0,6-4 0,0 3 0,0 3 0,-6-3 0,6 8 0,0-1 0,0 3 0,-6 2 0,-1 2 0,-5 3 0,-3-1 0,-8 8 0,0-1 0,0 6 0,-4 1 0,-8-1 0,-1 0 0,-16 0 0,2 0 0,-1 1 0,-5-1 0,5 0 0,-5 0 0,-1 0 0,1-7 0,5-4 0,5-5 0,3-1 0,3 0 0,0-7 0,0-3 0</inkml:trace>
  <inkml:trace contextRef="#ctx0" brushRef="#br0" timeOffset="98">29461 16952 8912,'-2'-17'0,"-1"0"0,-5 0 0,-2 0 0,5 7 0,-7 4 0,8 4 0,-3 12 0,7 7 0,0 16 0,0 13 0,0 5 0,0 6 0,2 5 0,3 6 0,5 1 0,7 0 0,2-2 0,4-4 0,4-4 0,7-7 0,3-10 0,3-8 0,-2-15 0,8-13 0,-8-6 0,2-6 0,-3-17 0,-3-11 0,-5-10 0,-1 4 0,-12-8 0,-1 2 0,-5-2 0,-7 3 0,-3 2 0,-5 9 0,-11-6 0,-7 0 0,-7 7 0,1 10 0,2 6 0,-1 6 0,5 3 0,-6 8 0,8 15 0,-2 8 0,6 10 0,5 7 0,-1 2 0,7 6 0,2-2 0,3 1 0,10 3 0,8 2 0,8-8 0,10-4 0,5-12 0,0-5 0,8-11 0,-1-7 0,7-5 0,3-5 0,-7-7 0,-10-11 0,-3-11 0,-3-10 0</inkml:trace>
  <inkml:trace contextRef="#ctx0" brushRef="#br0" timeOffset="99">30649 17176 8912,'0'-17'0,"0"0"0,0-1 0,0-1 0,0-2 0,0-2 0,0 0 0,0 6 0,0 8 0,0 3 0,0 14 0,0 9 0,0 15 0,0 14 0,0 4 0,0 1 0,0 1 0,0-1 0,2 3 0,3 3 0,-1-9 0,8 4 0,-7-12 0,7 0 0,-6-4 0,3-1 0,-1-1 0,-3-7 0,3-18 0,2-11 0</inkml:trace>
  <inkml:trace contextRef="#ctx0" brushRef="#br0" timeOffset="100">30494 17399 8912,'-17'-7'0,"7"5"0,2-13 0,12 11 0,8-8 0,14 7 0,20-7 0,6 1 0,5-7 0,-1 1 0,7 0 0,-8 2 0,3 3 0,-5-5 0,-1 0 0,-14 6 0,-5-7 0,-7 3 0,-5 0 0,-2 5 0,-9-5 0,-2 13 0,-10-6 0,-4 8 0,-5 0 0,1 2 0,-1 4 0,-1 5 0,-5 10 0,2 4 0,3 2 0,-1 0 0,7 1 0,0 3 0,6-8 0,0 2 0,0-2 0,2-6 0,4 0 0,-2-2 0,9-9 0,4-2 0,4-2 0,8-10 0,-6-3 0,2-12 0,-2-6 0,-4-3 0,4-3 0,-6 3 0,-5 1 0,-7 5 0,-3 1 0,-4-4 0,-3 6 0,-7 6 0,-11 5 0,-2 9 0,-3-3 0,-9 12 0,9 5 0,-16 12 0,7 4 0</inkml:trace>
  <inkml:trace contextRef="#ctx0" brushRef="#br0" timeOffset="101">29427 18414 8912,'-12'-2'0,"1"-4"0,-2-5 0,5 5 0,2 6 0,4 10 0,2 5 0,0 10 0,0 3 0,2 5 0,4 1 0,-2 1 0,5-1 0,1-2 0,-1-3 0,-5 2 0,4-10 0,-2-4 0,-1-4 0,1-1 0,-6-3 0,0-9 0,0-11 0,-6-6 0,1-6 0,-1-4 0,4-9 0,-2-3 0,-2-1 0,1 0 0,5 6 0,0-1 0,0 1 0,2 2 0,3 3 0,-1 4 0,8 8 0,-7 2 0,7 3 0,-1 5 0,6 7 0,1 3 0,-1 9 0,0 1 0,0 16 0,-1 1 0,-5 10 0,2-5 0,-7-1 0,6 1 0,-7-7 0,7-3 0,-6-2 0,-1-4 0,-5-2 0,0-5 0,0-1 0,0-7 0,0 4 0,0-16 0,2-5 0,4-8 0,-2 0 0,7-8 0,-5 2 0,5-1 0,-1-3 0,3 8 0,-1 2 0,-1 2 0,7 9 0,-1 5 0,-6 3 0,1 2 0,-7 0 0,7 0 0,-1 7 0,7 3 0,-1 7 0,0 0 0,0-1 0,0-5 0,1-3 0,-1-8 0,0 0 0,0-2 0,1-4 0,-7-1 0,0-5 0,-1-3 0,3 3 0,-1-3 0,-8-2 0,3 5 0,-7 1 0,0 7 0,2-4 0,4 8 0,-4 2 0,4 4 0,-4-2 0,-1 7 0,5 3 0,-4-7 0,13 9 0,-7-12 0,4 7 0,3-7 0,-13 3 0,13-7 0,-5 0 0</inkml:trace>
  <inkml:trace contextRef="#ctx0" brushRef="#br0" timeOffset="102">30081 18087 8912,'-17'-2'0,"-1"-3"0,3 1 0,2-6 0,1 3 0,8 1 0,-1 6 0,10 0 0,11 0 0,7 0 0,1 0 0,-1 0 0,-2 0 0,6 2 0,-2 2 0,-4 1 0,-2 7 0,-2-7 0,1 9 0,-1-5 0</inkml:trace>
  <inkml:trace contextRef="#ctx0" brushRef="#br0" timeOffset="103">30304 18345 8912,'0'17'0,"0"0"0,0 1 0,0 1 0,0 4 0,0-4 0,0 4 0,0 2 0,0-3 0,0 1 0,0-5 0,0-1 0,0 0 0,0-6 0,0 1 0,0-10 0,0-2 0,6-10 0,0-13 0,5 2 0,-5-7 0,6 1 0,-7-2 0,9-3 0,-3 3 0,-1 4 0,-1 2 0,1 4 0,-1 2 0,1 0 0,1 0 0,5 7 0,-7 3 0,9 7 0,-7 1 0,1 5 0,-7-2 0,7 7 0,-1 1 0,6 3 0,1-3 0,-1-7 0,0-3 0,0-2 0,0 0 0,-5 0 0,-1 0 0,-5-5 0,6-1 0,-3-8 0,5 3 0,-3-4 0,-7-2 0,3-1 0,-7 9 0,0 1 0,0 8 0,0 8 0,0 3 0,2 5 0,2 1 0,2 0 0,-2 0 0,-2-5 0,-2-1 0,5 0 0,1 7 0,2-7 0,-2 1 0,-5-7 0,5 7 0,4-8 0,-1 11 0,9-6 0</inkml:trace>
  <inkml:trace contextRef="#ctx0" brushRef="#br0" timeOffset="104">30649 18018 8912,'-12'-15'0,"1"4"0,7-5 0,-2 5 0,6 3 0,6 3 0,5 3 0,12 2 0,2 2 0,4 3 0,3-3 0,-5 13 0,8-5 0</inkml:trace>
  <inkml:trace contextRef="#ctx0" brushRef="#br0" timeOffset="105">30958 18294 8912,'-9'7'0,"-6"-5"0,3 4 0,4-2 0,3 1 0,3-1 0,2 8 0,0 1 0,0-3 0,0 1 0,0-5 0,0 5 0,0-7 0,2 9 0,3-7 0,-3 0 0,8-6 0,-4 0 0,-4-2 0,3-4 0,-3-3 0,-2-9 0,0-6 0,2-5 0,2-3 0,2-3 0,5 3 0,-5 3 0,5-2 0,-5 8 0,2 1 0,-3 4 0,-1 7 0,8-1 0,-1 9 0,6-5 0,1 16 0,-3 3 0,-2 6 0,-1 6 0,-6-4 0,5 4 0,-7-4 0,2-1 0,1-7 0,-1 0 0,2-1 0,-3 1 0,-3-1 0,4-4 0,4-4 0,-7 3 0,9-10 0,1-7 0,-3-3 0,1-2 0,-7 0 0,6-1 0,-5 1 0,-3 0 0,6 0 0,-6 7 0,4 4 0,-4 5 0,7 2 0,-3 5 0,-2 2 0,7 3 0,-5 5 0,5-5 0,1-1 0,5-1 0,0 1 0,0-1 0,-5-5 0,-1 2 0,1-4 0,5-2 0,-2-2 0,-3-4 0,3 2 0,-3-7 0,-3 5 0,3-5 0,-7 1 0,7-1 0,-8 3 0,3 8 0,-5 2 0,4 4 0,-4-3 0,4 9 0,-5-6 0,-1 5 0,0 2 0,0 3 0,0 1 0,0 0 0</inkml:trace>
  <inkml:trace contextRef="#ctx0" brushRef="#br0" timeOffset="106">31440 17915 8912,'17'0'0,"3"0"0,3 0 0,-4 6 0,4 0 0,-2-1 0,2-5 0,-4 0 0,4 0 0,-4 0 0,-2 0 0,0 0 0,0 0 0,1 0 0,-9 0 0,-1 0 0,-8 8 0,-2 0 0,-4 3 0,4-1 0,-4-5 0,-1-1 0,1 8 0,0-8 0,6 3 0,0-5 0,0 4 0,8-4 0,2 7 0,7-5 0,0 2 0,0 2 0,0-3 0,-1 5 0,-5 7 0,4 0 0,-3 0 0,1 2 0,-1 4 0,1-2 0,-7 8 0,0-6 0,-6 4 0,0-1 0,0 1 0,0-6 0,0 2 0,-8-4 0,-3-2 0,-5-1 0,-1-5 0,0-3 0,0-8 0,-2 0 0,-4 0 0,3 0 0,-3-8 0,12-3 0,3-6 0,8-6 0,0 4 0,0-4 0,2 4 0,6 3 0,7 3 0,6 1 0,10 3 0,-2-3 0,3-1 0,2 7 0,9-7 0,2 1 0,5-3 0,2-2 0,1-6 0,5 0 0,-11-7 0,5 1 0,-6-4 0,-8-1 0,-1 0 0,-20-1 0,2 3 0,-13 3 0,-3-1 0,-8 7 0,-7 0 0,-11 6 0,-3-1 0,-9 3 0,-1 4 0,-4 5 0,3 12 0,-3 5 0,2 12 0,-2 6 0,3 3 0,-3 2 0,10 9 0,1 2 0,10 5 0,2 2 0,7-7 0,12 1 0,6 0 0,9-2 0,10 4 0,13-8 0,4-8 0,7-9 0,1-4 0,0-1 0,-1-9 0,1-3 0,-6-4 0,0-2 0,-8-2 0,2-4 0,-4-11 0,-1-10 0</inkml:trace>
  <inkml:trace contextRef="#ctx0" brushRef="#br0" timeOffset="107">32524 17038 8912,'0'-44'0,"0"4"0,-2 8 0,-1 7 0,-3 8 0,0 19 0,6 7 0,0 14 0,0 12 0,2 12 0,2 5 0,2 7 0,-3 2 0,5 6 0,0-4 0,-1 4 0,1 2 0,4 0 0,-7-1 0,7 1 0,-5-2 0,1-2 0,0-2 0,3-8 0,-5 3 0,0-7 0,-6-5 0,-8-11 0,-2-11 0</inkml:trace>
  <inkml:trace contextRef="#ctx0" brushRef="#br0" timeOffset="108">32834 18534 8912,'-11'6'0,"-1"0"0,1-1 0,1-5 0,3 0 0,20 0 0,6 0 0,6 0 0,4 0 0,5 0 0,0 0 0,8-7 0,2-3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9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27499 2854 8912,'-7'-40'0,"-5"2"0,-3 5 0,0 8 0,1 6 0,3 2 0,-2 0 0,3 7 0,-2 5 0,-1 3 0,-2 11 0,-2 8 0,-1 10 0,1 6 0,0 14 0,0 9 0,0 11 0,-1 15 0,7 6 0,5-37 0,0 1 0,4-1 0,1 1 0,-3 8 0,0 0 0,1 2 0,0 1-201,0-2 1,0 0-1,3 1 1,0 0 200,2-7 0,2-1 0,2-4 0,2-1 0,5 37 0,6-15 0,4-18 0,8-14 0,-3-28 0,11-3 0,1-8 0,6-16 0,-6-7 0,0-22 0,-6-3 0,1-15 0,-1 0 0</inkml:trace>
  <inkml:trace contextRef="#ctx0" brushRef="#br0" timeOffset="1">27947 3181 8912,'-17'-10'0,"-2"-3"0,-4 7 0,9 0 0,-3 8 0,4 4 0,3 5 0,-3 12 0,7 6 0,0 11 0,6 6 0,0 6 0,0 5 0,2-2 0,4 8 0,3-2 0,9 2 0,-1-5 0,0-12 0,0 3 0,0-7 0,1-2 0,-1-5 0,0-10 0,0 3 0,-5-7 0,-1 2 0,-1-9 0,1-3 0,5-7 0,-7 4 0,1-24 0,-3-3 0</inkml:trace>
  <inkml:trace contextRef="#ctx0" brushRef="#br0" timeOffset="2">28102 3370 8912,'-35'-15'0,"3"1"0,3 5 0,6 1 0,4-3 0,2 5 0,7 0 0,5 6 0,10 0 0,7 0 0,11 0 0,2 0 0,3 0 0,3 0 0,-8 0 0,7 8 0,-3 1 0</inkml:trace>
  <inkml:trace contextRef="#ctx0" brushRef="#br0" timeOffset="3">28222 3628 8912,'-17'0'0,"6"5"0,1 3 0,0 0 0,3 1 0,-1 1 0,2 1 0,6 7 0,0-1 0,0 0 0,0 2 0,2 2 0,2 2 0,2-2 0,5 0 0,-3 0 0,2 2 0,-5-2 0,7-8 0,1-1 0,-5-8 0,-1 3 0,-7-22 0,0-4 0</inkml:trace>
  <inkml:trace contextRef="#ctx0" brushRef="#br0" timeOffset="4">28153 3387 8912,'-34'17'0,"5"0"0,3 1 0,1-1 0,4 0 0,9 0 0,6 0 0,6-7 0,6-4 0,9-12 0,8-6 0,2-9 0,-4-3 0,2-1 0,-2 0 0,-2-6 0,-1 3 0,-3 3 0,-2 2 0,-1 4 0,-8 2 0,1 0 0,-3 7 0,-2 12 0,-2 15 0,-3 10 0,-7 5 0,4 3 0,3-1 0,-5 8 0,1 2 0</inkml:trace>
  <inkml:trace contextRef="#ctx0" brushRef="#br0" timeOffset="5">28635 3662 8912,'-27'0'0,"3"0"0,6 2 0,1 4 0,6 0 0,1 9 0,3 6 0,3 4 0,2 9 0,2 6 0,0 8 0,0-2 0,0-4 0,0-2 0,2-4 0,3-1 0,3-9 0,4-3 0,3-11 0,-4-7 0,-1-3 0,1-5 0,3-9 0,1-11 0,2-9 0,0-8 0,-5 1 0,-3-7 0,1-1 0,0-3 0,-1 0 0,3 5 0,1 3 0,-7 7 0,1 8 0,-1 4 0,-4 4 0,13 10 0,-7 18 0,3 20 0,3 11 0,-7 14 0,3 3 0,3 6 0,5-4 0,5-1 0,-2-7 0,7-5 0,1-6 0,5-11 0,1-6 0,-1-12 0,1-5 0,-1-12 0,0-5 0,1-12 0,-3-4 0,-3-7 0,-8-1 0,-7 1 0,-7-2 0,-7-5 0,6 5 0,0-4 0,-3 6 0,-8 5 0,-5 0 0,-7 12 0,0-2 0,0 13 0,-1 1 0,1 5 0,0 7 0,-2 7 0,-2 7 0,-2 7 0,6 7 0,5 5 0,6-2 0,-5 8 0,7-8 0,-2 2 0,4-4 0,2-1 0,8-3 0,4-3 0,9-4 0,2-8 0,7-8 0,-1-3 0,1-6 0,-1-6 0,4-3 0,-5-8 0,-3-8 0,-2-4 0,-4-3 0,-2-3 0,-5-5 0,-1 0 0,-7 0 0,2 6 0,-4-1 0,-2 1 0,0 1 0,0 5 0,0 5 0,0 11 0,-8 5 0,6 9 0,-3 3 0,3 11 0,2 7 0,0 5 0,0-5 0,0 6 0,0-6 0,5 0 0,3-6 0,0 0 0,-1 0 0,1-5 0,-2-1 0,-2-7 0,7 2 0,-5-4 0,5-2 0,-5-8 0,5-3 0,-5-7 0,6-5 0,-3-3 0,3-9 0,3 1 0,-4-1 0,-1 7 0,0-1 0,-1 1 0,1 1 0,-1 8 0,3 7 0,1 6 0,-7-5 0,7 7 0,-3 0 0,1 10 0,1 11 0,-1 6 0,6 6 0,3 3 0,2-3 0,-2 3 0,4 3 0,-1-1 0,0 1 0,6-9 0,-6-3 0,0-5 0,-6-7 0,0 4 0,1-5 0</inkml:trace>
  <inkml:trace contextRef="#ctx0" brushRef="#br0" timeOffset="6">29909 3662 8912,'9'-17'0,"-1"2"0,0 3 0,-7-3 0,5 3 0,-4 3 0,-2-3 0,0 9 0,0-5 0,-2 8 0,-4 0 0,-5 0 0,3 0 0,-1 6 0,3-1 0,4 1 0,-6-4 0,8 4 0,0-4 0,0 13 0,0-5 0,0 7 0,2 0 0,4 0 0,-2 2 0,7 4 0,1-4 0,5 4 0,-5 2 0,-1-2 0,-5 0 0,5-6 0,-5-5 0,5-1 0,-7 0 0,6-1 0,-4-4 0,-3-18 0,9-5 0,-6-19 0,5-4 0,2-8 0,3-4 0,1-1 0,0-4 0,-5 5 0,-1 0 0,1 3 0,5 9 0,0 1 0,0 11 0,0 11 0,1 9 0,-9 16 0,-1 1 0</inkml:trace>
  <inkml:trace contextRef="#ctx0" brushRef="#br0" timeOffset="7">28687 4969 8912,'-27'-17'0,"4"1"0,6 3 0,5 2 0,9-3 0,6-1 0,9 0 0,9 3 0,4 6 0,2 4 0,-4 10 0,5 4 0,3 5 0,1 6 0,-3-2 0,-2 5 0,-2 1 0,-4 0 0,-4-4 0,-4 4 0,-3-3 0,-3-3 0,-1 4 0,-6-2 0,-2 0 0,-3-8 0,-7-1 0,-3-3 0,-2-7 0,-1 4 0,3-10 0,4-4 0,5-5 0,4-12 0,2-6 0,2-9 0,4-2 0,3 0 0,8 5 0,1 7 0,-1-1 0,6 8 0,2 0 0,1 7 0,5 9 0,1 3 0,3 2 0,-6 0 0,-1 0 0,-1 0 0,2 0 0,3 6 0,-3-1 0,-2 1 0,1-6 0,-7 0 0,2-2 0,-4-4 0,-1-5 0,-3-4 0,-4-3 0,-3 1 0,-8 0 0,0-2 0,0-4 0,-2 4 0,-4-4 0,-3 6 0,-10 3 0,-2 5 0,-2 1 0,-6 4 0,6 10 0,-2 6 0,2 11 0,4-2 0,-4 7 0,10 7 0,1 5 0,9 0 0,-3-8 0,4-1 0,2-2 0,8-7 0,3 7 0,10-14 0,2 3 0,8-13 0,-3 1 0,5-4 0,1-2 0,1-13 0,-1-5 0,-5-8 0,-1 3 0,-7-8 0,2 3 0,-9-5 0,-5 1 0,1 1 0,-1 2 0,-5 8 0,2-2 0,-4 4 0,-2 2 0,0 8 0,2 10 0,4 19 0,5 12 0,4 12 0,3 6 0,-1 1 0,6 10 0,0 8 0,5 6-165,-5 5 1,0-4 164,-6-7 0,-7-2 0,-4-4 0,-4-8 0,-2-7 0,-8-8 0,-3-11 0,-5-12 0,-1-11 0,-6-6 0,0-6 0,-2-13 0,2-15 0,4-8 0,-4-10 0,6-7 0,6-4 0,3-2 0,0 2 0,6-4 0,-3 4 0,3-4 0,2-2 0,7 6 0,5 0 0,3 2 0,2-4 0,1 6 164,-1 5 1,0 8-165,0 18 0,-5-1 0,-1 12 0,-5-2 0,5 13 0,-7 0 0,4 8 0,-8 4 0,0-2 0,0 7 0,0 5 0,0 5 0,2-2 0,3 4 0,5 3 0,7 3 0,0-2 0,1 1 0,1-1 0,4 2 0,-4 3 0,4-3 0,-4-4 0,-2-2 0,6 2 0,0-2 0,-2-2 0,-2-2 0,-2-4 0,1-4 0,-1-3 0,0-8 0,6 0 0,0 0 0,6-8 0,-7-3 0,3-10 0,-2-4 0,4-2 0,0-3 0,-2-3 0,-8-1 0,0 0 0,0-1 0,-7 8 0,-4 4 0,-4 4 0,-2 2 0,-8 2 0,-4 3 0,-3 7 0,-2 3 0,0 9 0,-1 5 0,1 5 0,0 6 0,2 9 0,3 9 0,-1-1 0,7-6 0,-5 0 0,5 1 0,0-3 0,6-3 0,0-6 0,0-4 0,8-2 0,3 0 0,5-7 0,1-4 0,6-12 0,0-6 0,7-5 0,-1-6 0,4-3 0,-1-9 0,-3 1 0,-6-1 0,-4 1 0,-2 0 0,-2 1 0,-3 5 0,-5-3 0,-7 8 0,0 2 0,0 10 0,0 3 0,0 23 0,0-3 0,2 13 0,4-3 0,6 1 0,9 2 0,1-2 0,7-4 0,-6 4 0,6-2 0,-6 2 0,2-4 0,-2 4 0,-6 2 0,2-2 0,-8-2 0,-3-2 0,-4 4 0,-10 0 0,-3 0 0,-9-6 0,1 0 0,0 0 0,0-7 0,-1-6 0,1-8 0,0-6 0,0-7 0</inkml:trace>
  <inkml:trace contextRef="#ctx0" brushRef="#br0" timeOffset="8">31044 4401 8912,'-28'0'0,"1"2"0,0 2 0,0 2 0,6 2 0,-2-3 0,-1 3 0,1 3 0,5 5 0,7-5 0,0 4 0,1 3 0,2 1 0,8 4 0,0-4 0,0 4 0,6-4 0,0-2 0,7 0 0,-1 0 0,3 1 0,0-1 0,-1-2 0,-3-4 0,-1 5 0,1-5 0,4 3 0,-3-3 0,-3 2 0,3-7 0,-6 8 0,3-3 0,1 2 0,-1-1 0,-5 3 0,2-3 0,-4 3 0,-2 2 0,0 0 0,0 0 0,0 1 0,0-1 0,0 0 0,0 0 0,0-5 0,0-1 0,0-7 0,-8-4 0,-1-10 0</inkml:trace>
  <inkml:trace contextRef="#ctx0" brushRef="#br0" timeOffset="9">31354 4573 8912,'-17'0'0,"6"6"0,-1 0 0,8 1 0,-2-1 0,5 4 0,1 7 0,1 2 0,5 4 0,-2-4 0,6 6 0,-1-2 0,1 0 0,-5 0 0,7-6 0,-8 0 0,1 0 0,5 0 0,-8-7 0,-2-2 0,-10-8 0</inkml:trace>
  <inkml:trace contextRef="#ctx0" brushRef="#br0" timeOffset="10">31285 4539 8912,'-11'-23'0,"-1"0"0,9 0 0,-3 6 0,4 0 0,10 2 0,3 3 0,6-1 0,6 7 0,-2-5 0,8 5 0,-6 0 0,6 6 0,-6-6 0,3 1 0,1 1 0,0 2 0,-6 2 0,2 0 0,-4 0 0,-2 0 0,-2 8 0,-3 3 0,-4-1 0,-8 1 0,0 0 0,0 7 0,0-1 0,0 0 0,-2 0 0,-2 0 0,-2 1 0,-2-3 0,3-4 0,3 5 0,-6-13 0,8 9 0,-2-8 0,-4 1 0,5-3 0,-7-2 0,8 8 0,0-8 0,2 2 0,4-6 0,-3-4 0,9 3 0,-6 1 0,5-8 0,1 7 0,5-7 0,0 7 0,0-7 0,0 8 0,1-1 0,1 3 0,2 4 0,2 3 0,-2 7 0,-2 3 0,-2 2 0,0 2 0,0 4 0,-1-4 0,-5 4 0,-3 2 0,-8-2 0,0 0 0,0-6 0,-8 0 0,-3-1 0,-5-5 0,-1-5 0,-8-12 0,-1-3 0</inkml:trace>
  <inkml:trace contextRef="#ctx0" brushRef="#br0" timeOffset="11">31698 3628 8912,'-9'-10'0,"1"3"0,8 7 0,10 9 0,7 8 0,8 16 0,9 15 0,1 7 0,-1 8 0,6 11 0,0 7 0,-16-39 0,0 2-193,-1 1 1,0 1 0,1-2 0,0 0 192,-1 2 0,0 0 0,19 42 0,-8-2 0,-9 0 0,-8 0 0,-9-10 0,-14-7 0,-19-8 0,-26-9 0,-20-1 0</inkml:trace>
  <inkml:trace contextRef="#ctx0" brushRef="#br0" timeOffset="12">29375 5811 8912,'-27'12'0,"4"-3"0,4 1 0,2-1 0,0 5 0,0 1 0,0 2 0,-1 8 0,1 4 0,-2 3 0,-4 3 0,2 5 0,-8 0 0,-3 0 0,-6 2 0,-6 2 0,-10 7 0,-3 1 0,-6 0 0,-6-1 0,-10 5 0,34-26 0,-1 1 0,-7 3 0,-1 1 0,-8-1 0,-1 0-330,-2 1 0,-2-1 1,0-2-1,-1 1 330,-1 4 0,0 1 0,-6-2 0,-1-2 0,-1 0 0,-1-1 0,0-1 0,1-1 0,1-2 0,1-1 0,2-1 0,1 0 0,3-1 0,0 0 0,-7 2 0,-1 1 0,2-1 0,1 1 0,-2 2 0,1 1 0,11-3 0,2-1 0,-6 4 0,0 0 0,-1-3 0,-2-1 0,-2 0 0,-1-1 0,0 0 0,1 0 0,0-2 0,2 1 0,8 0 0,0 0 0,-8-3 0,-3 0 0,-6 0 0,-1 0 0,4-2 0,-1 2 0,1-1 0,0 1 0,-4 0 0,-1-2 0,-6 0 0,-2-2 0,2 0 0,-2 1 0,27-6 0,-1 1 0,0 0 0,-31 6 0,1 2 0,1-1 0,0-1 0,8-2 0,0-1 0,1-1 0,2 0 0,8 0 0,1-1 0,0-5 0,2 1 0,8 2 0,0 2 0,-1-2 0,2 1 0,8 3 0,3 2 0,-35 20 0,7 6 0,10-4 0,3 0 0,2 0 0,7-2 0,11-5 0,-2-3 0,8-3 0,13-5 0,10-6 0,12-9 0,-1-1 0,12-10 0,7-6 0,8-9 0,15-10 0,16-13 0,7-4 0,10-7 0,7-1 0,3 1 0</inkml:trace>
  <inkml:trace contextRef="#ctx0" brushRef="#br0" timeOffset="13">23421 7548 8912,'-46'-19'0,"2"-2"0,4-4 0,7-2 0,5 12 0,7 0 0,-2 7 0,2 10 0,-6 13 0,-2 14 0,-11 18 0,-6 13 0,-2 10 0,3 11 0,20-36 0,0 1 0,2 2 0,0 2 0,-2 4 0,-2 3-60,-1 2 1,-1 2 0,1-1-1,1 0 1,-4 3 0,0-2 0,1-2-1,-1-1 60,0-3 0,1-1 0,2 0 0,1 1 0,-3-3 0,2-1 0,5-2 0,2-1 0,-13 33 0,9-7 0,13-11 0,16-15 0,21-18 0,21-12 0,19-9 0,27-7 0,-39-6 0,3-3 0,5-2 0,2-3-300,3-7 0,0-3 1,3 1-1,0-1 300,2-4 0,1 0 0,1 0 0,1-2 0,5 0 0,-1-3 0,1-1 0,-1-3 0,0 0 0,-1-2 0,2-3 0,-1 0 0,-6 2 0,-1 1 0,1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29.9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3390 6190 8912,'-32'-52'0,"3"2"0,8 6 0,8 10 0,-1 1 0,8 11 0,1 8 0,5 16 0,0 15 0,0 16 0,2 11 0,3 13 0,-1 10 0,8 9 0,1 1 0,2-1 0,-3 4 0,-1-7 0,3-4 0,1-4 0,2-4 0,0 2 0,1-13 0,-1-16 0,0-9 0,0-6 0,0-10 0,1-3 0,-7-14 0,1-9 0,1-8 0,10-9 0,-4-6 0,4 0 0,-4-6 0,-2 6 0,-5-6 0,-1 8 0,1 5 0,-3 8 0,7 8 0,-5 6 0,4 11 0,2 11 0,-7 14 0,-4 10 0,-2 5 0,-1 7 0,3-3 0,-2-2 0,-2 2 0,-2-9 0,6 1 0,-1-13 0,1-4 0,2-6 0,-6-9 0,3-15 0,-3-16 0,-2-17 0</inkml:trace>
  <inkml:trace contextRef="#ctx0" brushRef="#br0" timeOffset="1">3734 6379 8912,'-21'-23'0,"4"0"0,6 0 0,-1 6 0,4 7 0,8 2 0,8 16 0,4 4 0,5-3 0,6 3 0,3-9 0,9 5 0,-1-8 0</inkml:trace>
  <inkml:trace contextRef="#ctx0" brushRef="#br0" timeOffset="2">4199 6413 8912,'-12'0'0,"1"0"0,7 0 0,-11 0 0,11 2 0,-7 4 0,7-2 0,-2 7 0,2-5 0,-2 5 0,5 1 0,-5 5 0,4 0 0,2 0 0,0 0 0,0 1 0,0-1 0,0 0 0,0-6 0,0 1 0,2-8 0,4 1 0,-3-3 0,9-2 0,-1-7 0,6-5 0,-1-9 0,-3-4 0,-1 1 0,1-1 0,2 2 0,3 6 0,-1-1 0,0 1 0,-4 6 0,5-1 0,-11 3 0,10-3 0,-3 5 0,3 7 0,6-6 0,0 0 0,2 0 0,-2 6 0,-2-5 0,7-3 0,3 0 0,2 1 0,1-7 0,0 3 0,-5-4 0,-2-3 0,-2 1 0,-4 0 0,-10 0 0,-5 0 0,-4 5 0,-2 1 0,-2 5 0,-4-5 0,-3 7 0,-9-2 0,1 4 0,0 2 0,-4 8 0,2 5 0,4 6 0,-1 4 0,3 2 0,1-2 0,-1-2 0,7 6 0,2-2 0,3-4 0,1-2 0,1-2 0,5 0 0,-2-7 0,7-5 0,1-3 0,5-2 0,6 0 0,0 0 0,6-7 0,-4-7 0,1-5 0,5-4 0,0-7 0,-3 1 0,-3 4 0,-8 2 0,0 2 0,1-2 0,-3 10 0,-4-4 0,3 9 0,-8-3 0,-1 7 0,3-4 0,-4 14 0,7 0 0,-5 5 0,5-5 0,-5 7 0,6-1 0,1 3 0,0-4 0,-1 1 0,3-8 0,-3 1 0,3 3 0,2-2 0,0 1 0,1-1 0,-7-4 0,1 4 0,-1-4 0,6-2 0,0 0 0</inkml:trace>
  <inkml:trace contextRef="#ctx0" brushRef="#br0" timeOffset="3">5283 6069 8912,'-9'-17'0,"-7"0"0,14 5 0,-3 1 0,10 7 0,9-2 0,5 4 0,4 2 0,7 0 0,-1 0 0,4 0 0,1 2 0,-2 4 0,-3 6 0,-4 3 0,-8 2 0,-2 6 0,-3 0 0,-4 5 0,-8-5 0,0 6 0,0-6 0,-6 0 0,0-6 0,-2-5 0,3-3 0,-7-1 0,5-4 0,1-10 0,4-11 0,2-12 0,0-3 0,0-3 0,8-5 0,3 0 0,6 0 0,6-2 0,-2 5 0,8-3 0,-6 6 0,6 5 0,-1 4 0,7 1 0,-1-3 0</inkml:trace>
  <inkml:trace contextRef="#ctx0" brushRef="#br0" timeOffset="4">6109 5846 8912,'0'-18'0,"0"1"0,0 0 0,0 0 0,2 2 0,4 3 0,5 6 0,4 5 0,3 1 0,-7 7 0,1 5 0,1 5 0,2 6 0,1-2 0,-5 7 0,2-1 0,-7 2 0,6 3 0,-7-3 0,7-4 0,-6-2 0,1-4 0,-1-2 0,-4-6 0,6-1 0,-1-2 0,3-10 0,7-10 0,-6-11 0,1-5 0,-1-5 0,7-1 0,5-1 0,0 1 0,-2 0 0,-2-1 0,0 1 0,4 0 0,-6-1 0,0 1 0,0 7 0,-5 4 0,-5 4 0,-1 2 0,-4 0 0,-2 7 0,-2 4 0,-4 12 0,-3 5 0,-8 11 0,0 2 0,-1 3 0,3 2 0,2 5 0,3 1 0,2-1 0,3-5 0,5-1 0,0-7 0,2 2 0,3-4 0,7-2 0,9-7 0,2-4 0,13-6 0,-1-6 0,5-5 0,0-12 0,-2-4 0,8-8 0,-8 1 0,2 0 0,-11 1 0,-6 3 0,-6 3 0,-5 2 0,-5-5 0,-9 10 0,-3-1 0,-7 8 0,3 5 0,-3 8 0,6 0 0,-5 0 0,7 8 0,-2 3 0,4 5 0,2 1 0,0 6 0,0 0 0,2 2 0,4-2 0,6 3 0,3 1 0,2 4 0,0-8 0,2 7 0,2-1 0,0 3 0,-5 3 0,-1 5 0,-9 0 0,-2 8 0,-10-3 0,-6 3 0,-11-2 0,-3 2 0,-9-8 0,7-8 0,-1-9 0,8-5 0,-2-7 0,4-5 0,2-4 0,5-10 0,1-3 0,7-12 0,-2-6 0,4-9 0,2-2 0,8-8 0,3 2 0,5-4 0,1-1 0,6 1 0,0 4 0,2-3 0,-2 3 0,-2-2 0,7 2 0,-7 4 0,2 8 0,2 1 0,-2 5 0,0-3 0,-6 8 0,-7 8 0,-3 9 0,-7 12 0,0 3 0,0 14 0,0 2 0,0 0 0,0 0 0,0 3 0,0-5 0,0 8 0,0-2 0,0-3 0,0 3 0,0-6 0,0 6 0,6-8 0,0 2 0,5-4 0,-5-2 0,7-6 0,-1-1 0,3-3 0,2-3 0,1-2 0,-1-2 0,0-7 0,0-5 0,6-5 0,0-6 0,0 2 0,-6-8 0,1 1 0,-1-7 0,-2 7 0,-4-1 0,3 2 0,-8-1 0,-3 3 0,-1 0 0,-2 12 0,0-5 0,-2 7 0,-3-1 0,-5 5 0,-7 14 0,0 5 0,0 5 0,-1 6 0,7-2 0,-1 8 0,7-8 0,-5 2 0,2-4 0,5-2 0,1 0 0,2 0 0,0 0 0,5-5 0,1-1 0,8-7 0,-3 0 0,4-6 0,3-4 0,4-9 0,1-2 0,2-2 0,-2-10 0,-2 1 0,6-5 0,-2 2 0,-4 3 0,-4 1 0,-4-2 0,-3 6 0,-2 4 0,3 2 0,-5 0 0,0 7 0,-6 3 0,0 9 0,0 3 0,7 5 0,3 7 0,3 0 0,4 1 0,-3-1 0,9 0 0,-4 0 0,-2 0 0,-2 1 0,-3-1 0,1 0 0,-7 0 0,-2 0 0,-2 1 0,-6 1 0,-8 4 0,-7-12 0,-15 12 0,-1-14 0</inkml:trace>
  <inkml:trace contextRef="#ctx0" brushRef="#br0" timeOffset="5">8312 5330 8912,'-17'-25'0,"-1"8"0,1 0 0,0 1 0,0 11 0,-2 1 0,-4 2 0,2 10 0,-6 3 0,2 6 0,4 6 0,2 4 0,2 7 0,-1 1 0,1-1 0,8 0 0,3 1 0,4-3 0,2-3 0,2 2 0,4-9 0,3 3 0,8-2 0,3-9 0,3 3 0,-4-10 0,4 3 0,-4-2 0,-2-5 0,0 5 0,0-2 0,1 0 0,-1-6 0,-8 7 0,-3 1 0,-10 5 0,-3-1 0,-3 1 0,-1-3 0,-7 1 0,1-7 0,0 3 0,7-10 0,5-9 0,10-7 0,5-15 0</inkml:trace>
  <inkml:trace contextRef="#ctx0" brushRef="#br0" timeOffset="6">8398 5485 8912,'0'-10'0,"0"1"0,0 3 0,0 4 0,0-6 0,0 8 0,7 0 0,3 6 0,7 0 0,2-2 0,4-3 0,-2-1 0,8 0 0,-6 0 0,6 0 0,-3 0 0,3 0 0,-4-1 0,-8-3 0,0-4 0,1-2 0,-3 5 0,-4-7 0,-3 7 0,-8-7 0,6 6 0,-1-5 0,1 5 0,-6-5 0,0 7 0,-2-4 0,-3 8 0,3 0 0,-6 0 0,16 0 0,1 0 0,8 0 0,1 0 0,-1 0 0,0-5 0,0-1 0,-5 0 0,-1 6 0,1 0 0,7 0 0,2 0 0,2 0 0,0 6 0,-6 0 0,-2 7 0,-3-2 0,1 5 0,-5 1 0,-1 0 0,1 0 0,-6 0 0,-14 1 0,1-1 0,-22 0 0,7 0 0</inkml:trace>
  <inkml:trace contextRef="#ctx0" brushRef="#br0" timeOffset="7">8329 5141 8912,'-33'-17'0,"7"-1"0,9 1 0,9 0 0,6 0 0,2 0 0,15-8 0,4-2 0</inkml:trace>
  <inkml:trace contextRef="#ctx0" brushRef="#br0" timeOffset="8">5335 14941 8912,'-33'0'0,"3"0"0,3 0 0,4-2 0,6-2 0,3-2 0,3-7 0,1 3 0,3-1 0,7 0 0,0-3 0,0-1 0,7-2 0,5-1 0,3-6 0,2-5 0,2-3 0,4-3 0,4-5 0,7 0 0,3-8 0,3 2 0,4-3 0,9-3 0,5-1 0,5-5 0,6-5 0,-32 26 0,0 0 0,0 1 0,-1-1-196,4-3 0,0 0 0,-2 0 0,1 0 196,3-3 0,2 0 0,-2-1 0,2 2 0,7-2 0,1 2 0,-6 2 0,0 1 0,3 3 0,-1 0 0,-3 2 0,-2 1 0,-2 1 0,-1 1 0,2 3 0,0 1-180,-2-2 1,0 0 0,40-24 179,-37 27 0,0 0 0,2 0 0,0 1 0,6-1 0,2 0 0,-1-3 0,1-1 0,1-2 0,1 1 0,-2 0 0,1 1 0,4-1 0,0 0 0,3 0 0,1-1 0,2-1 0,2 0 0,2 0 0,0-1 0,1-6 0,-1-1 0,-2 7 0,0 2-290,0-3 1,0 1 0,2 2 0,2 1 289,2-1 0,-1 1 0,-2 0 0,0 1 0,-3 0 0,0 2 0,-3 4 0,0 1 0,2-2 0,0 0 0,-1 2 0,0 0-193,-2 1 0,0 0 0,0 0 0,-1-2 193,-1-1 0,0-1 0,3 0 0,0 0 0,0 0 0,1 0 0,2 1 0,0 1 0,-3 1 0,0 0 0,2-2 0,0 0 0,0 2 0,0 0 0,4-1 0,1-1 0,3 0 0,0-2 0,-2-2 0,-1-1 0,2-1 0,0-1 0,1-1 0,1-1-122,0-1 0,1 1 0,-2 3 0,-1 1 122,1 1 0,-2 1 0,-8 1 0,-2 0 0,-3 1 0,-1 1 0,-3 2 0,1 0 0,-2 1 0,1 0 0,-1 1 0,1 2 16,-3 2 0,-1 1 0,40-16-16,-10 9 0,-13-6 0,2 6 0,-4-7 0,4 1 0,2 2 0,3-1 0,-1-1 0,7-5 0,-9-1 0,-2 1 0,-2 0 407,-10-1 0,1-7-407,-7-4 0,7 2 0,1 0 0,2 2 0,4 4 0,-6-2 0,-1 6 0,-13-3 406,-4 15 0,-5-3-406,-2 2 0,1 4 0,-1-6 0,1 2 671,-1 0 1,-5-6-672,-1 6 0,7-7 0,5 1 0,-2-1 250,-1 1 0,3-4-250,0 5 0,8-5 111,-2-1 0,-4 5-111,-2 1 0,-6 7 0,-5-2 0,1 4 0,-7 1 0,-7 9 0,-9 1 0,-7 8 0,0 0 0,8 0 0,2 0 0,7 0 0,0 0 0,0 0 0,0-7 0,-1 3 0,-5-8 0,4 8 0,-13-3 0,6 7 0,-8 0 0,0 0 0,2-6 0,4 0 0,-4 1 0,5 5 0,-7 0 0,0 0 0,8 0 0,-6-8 0,13 6 0,-11-7 0,7 3 0,1 4 0,-1-8 0,1 5 0,-1 3 0,7-12 0,-1 9 0,0-3 0,0 2 0,0 4 0,1-3 0,1-3 0,2 2 0,2 2 0,-2 1 0,-10-3 0,4 4 0,-5-6 0,0 8 0,-3 0 0,-7 0 0,-2 0 0,-3 0 0,1 0 0,-8 0 0,1 0 0,-6 8 0,-1-6 0,1 4 0,8-5 0,-7-8 0,7-3 0</inkml:trace>
  <inkml:trace contextRef="#ctx0" brushRef="#br0" timeOffset="9">14903 9095 8912,'2'-17'0,"3"0"0,7 0 0,-3 1 0,3 5 0,-6-3 0,5 9 0,2 1 0,-3 2 0,1 2 0,1 0 0,5 0 0,0 10 0,1 5 0,-1 8 0,0 4 0,0 3 0,0 10 0,1-2 0,-1 8 0,-8 0 0,-3 6 0,-6 1 0,-6 4 0,-11 5 0,-15 6 0,-12 1 0,-10 0 0,-15 0 0</inkml:trace>
  <inkml:trace contextRef="#ctx0" brushRef="#br0" timeOffset="10">11341 15302 8912,'-23'0'0,"0"0"0,2-2 0,1-2 0,5-3 0,2-1 0,1 0 0,8-5 0,-1-1 0,5-7 0,5-7 0,11-7 0,9-5 0,3-6 0,9-3 0,-1-5 0,10-3 0,4-6 0,5-4 0,-1-2 0,5 1 0,-2-1 0,1 0 0,7-2-40,-34 34 0,1 0 0,37-32 0,-33 33 1,2 1-1,2 2 0,2 1 40,3 0 0,0-1 0,1-3 0,0-2-229,6-2 0,-1 0 0,-5 1 0,0-1 229,3 0 0,0 0 0,-3 3 0,1 0 0,1-3 0,2 1 0,3 0 0,3 0 0,2 0 0,0 0 0,-1-1 0,-1-1 0,-1-1 0,-1-2 0,-1 4 0,-1 0 0,0 0 0,0 0 0,3 3 0,2 0 0,4-4 0,-1 1 0,-7 8 0,1 1 0,1 2 0,-1 1 0,-9 1 0,-2 0 0,43-18 0,-2-1 0,-39 22 0,0 0 0,2-1 0,0 0 0,0 1 0,1 1 0,3-2 0,1 0 0,3-4 0,-1 1 0,2 0 0,-1 0 0,0-3 0,-1-1 0,6 1 0,1 1 0,4-1 0,2-1 0,0-2 0,1 1-315,1 2 0,0-1 1,1-4-1,0-2 315,1-3 0,1 1 0,-2 4 0,0 2 0,2-1 0,-1 1 0,-5 2 0,-2 1 0,-3-1 0,-1 1 0,-5 1 0,-1 1-27,-3 2 0,1 2 0,-3 2 0,1 0 0,5 0 1,-1 0-1,-2 0 0,0-1 27,-3-1 0,-1 0 0,-1-4 0,-2-1 0,-4-2 0,-2 1 0,1 0 0,-2 0-83,0 0 0,-1-1 0,5-2 0,0 0 83,4-4 0,0 1 0,3 0 0,-1 2 0,-1 2 0,-2 3 0,1-1 0,-2 2 0,36-22 0,-11-1 253,-11 1 0,-5 1-253,-1 4 0,-8 4 0,-4 8 0,-6-1 626,-5 1 0,2-1-626,-8 1 0,0 0 128,-6-1 0,8-5-128,3 0 0,-1-6 347,2 6 1,-6-8-348,5 2 0,-1-3 0,2-3 0,-4 1 146,0-1 0,-6 2-146,4 5 0,-10 3 0,-2 7 0,-5-3 0,6 4 0,-9 3 0,3 14 0,-4 0 0,-2-1 0,0-5 0,0 1 0,0 1 0,8 1 0,-6 3 0,11 6 0,-7-1 0,1 3 0,-1-3 0,-4 3 0,4 3 0,-2 4 0,-1-6 0,3 1 0,0 5 0,-6-6 0,0 8 0,0 0 0,0 8 0,0-6 0,0 13 0,0-13 0,8 6 0,1-8 0</inkml:trace>
  <inkml:trace contextRef="#ctx0" brushRef="#br0" timeOffset="11">18121 9491 8912,'-23'0'0,"0"0"0,2 0 0,2 0 0,9-8 0,6-2 0,8 1 0,6-6 0,7 3 0,10-3 0,7-2 0,6-6 0,6 0 0,4-2 0,-4 2 0,5-4 0,7 1 0,-10-5 0,3 8 0,-5-6 0,0 6 0,-4 1 0,-8 4 0,-7 9 0,-4 3 0,-4 4 0,-2 4 0,1 6 0,-1 9 0,-2 2 0,-3 10 0,1 5 0,-7 6 0,5 8 0,-5-2 0,0 3 0,-6 3 0,5 2 0,1 3 0,0 6 0,-6 9 0,0 3 0,-15-1 0,-5-5 0</inkml:trace>
  <inkml:trace contextRef="#ctx0" brushRef="#br0" timeOffset="12">17949 14666 8912,'-8'-10'0,"-5"4"0,-7 5 0,-2 1 0,1 0 0,1 1 0,3 5 0,0 6 0,0 3 0,1 2 0,5 0 0,-2 6 0,7 0 0,2 0 0,2 2 0,2-6 0,0 4 0,0 2 0,2-2 0,2-2 0,2-2 0,5-8 0,-5 1 0,5-7 0,-5 7 0,7-8 0,-1 0 0,3-8 0,0-6 0,-3-7 0,3-2 0,-3-4 0,-3-4 0,3-7 0,-8 5 0,1 1 0,-3-1 0,-2-4 0,-2 3 0,-3 1 0,1 8 0,-8-2 0,1 10 0,-6 1 0,5 9 0,1-3 0,5 4 0,-6 2 0,9 0 0,-3 0 0,12 0 0,3 0 0,8 0 0</inkml:trace>
  <inkml:trace contextRef="#ctx0" brushRef="#br0" timeOffset="13">18327 14580 8912,'-5'11'0,"-3"-1"0,-2-3 0,5-1 0,-7-6 0,8 0 0,-3 0 0,7 0 0,0-2 0,0-3 0,7 1 0,5-8 0,3-7 0,2-8 0</inkml:trace>
  <inkml:trace contextRef="#ctx0" brushRef="#br0" timeOffset="14">18654 14373 8912,'0'18'0,"-6"6"0,1 7 0,1 7 0,2 8 0,2 6 0,0 5 0,0 4 0,0 0 0,2-2 0,6-9 0,7-4 0,6-6 0,4-5 0,-2-7 0,-4-11 0,6-11 0,-2-6 0,0-6 0,-1-3 0,-4-8 0,-7-6 0,1 0 0,-9-6 0,3 6 0,-4-5 0,-4 5 0,-4 2 0,-5 1 0,-4 5 0,-3 4 0,1-3 0,0 9 0,2-3 0,3 2 0,-3 4 0,4-3 0,3 3 0,8 2 0,9 0 0</inkml:trace>
  <inkml:trace contextRef="#ctx0" brushRef="#br0" timeOffset="15">19291 14425 8912,'-2'-10'0,"-4"5"0,2 3 0,-7 2 0,5 2 0,-3 5 0,-1 9 0,1 5 0,-3 9 0,-5-1 0,0 5 0,-1 5 0,1 3 0,0 1 0,6 1 0,-1 2 0,8-4 0,-1-7 0,3-9 0,2-3 0,0-4 0,2-3 0,5-5 0,10-5 0,10-12 0,13-5 0,-1-6 0,6-6 0,1 2 0,4-6 0,0 2 0,1 4 0,-10 2 0,4 2 0,-8 5 0,-9 1 0,-1 7 0,-4-2 0,-11 4 0,-5 2 0,-16 0 0</inkml:trace>
  <inkml:trace contextRef="#ctx0" brushRef="#br0" timeOffset="16">19308 14459 8912,'0'10'0,"2"5"0,2-3 0,2 7 0,-3 9 0,-1 11 0,-2 18 0,8 8 0,3 13 0,5 10 0,1 6 0,-8-45 0,-1 1 0,1 4 0,-1 1 0,0 2 0,0 1-268,-2 4 0,-1 2 1,-4-3-1,-2 0 1,-4 3-1,1 0 1</inkml:trace>
  <inkml:trace contextRef="#ctx0" brushRef="#br0" timeOffset="17">17725 16454 8912,'-27'6'0,"4"1"0,2 3 0,0 3 0,-2 2 0,2 3 0,8 1 0,3 2 0,3 4 0,3 1 0,2 3 0,2 7 0,0 2 0,0 3 0,0-1 0,0-6 0,7-1 0,5-5 0,3-7 0,2-7 0,3-1 0,3-7 0,-4-4 0,4-14 0,-2-1 0,-2-16 0,0-1 0,-4-3 0,-1-1 0,3-1 0,-8-1 0,-3-4 0,-4 4 0,-2-5 0,0 5 0,0 2 0,-8 5 0,-3 0 0,-6 8 0,-4-1 0,-2 4 0,2 7 0,-4 3 0,2 8 0,0 4 0,6 8 0,7 1 0,4 16 0,4-3 0,2 3 0,0 3 0,8-12 0,2 4 0</inkml:trace>
  <inkml:trace contextRef="#ctx0" brushRef="#br0" timeOffset="18">18035 16626 8912,'-18'0'0,"7"0"0,0 0 0,-1 0 0,-5 0 0,7 7 0,16-5 0,11 4 0,12-6 0,0-6 0,11-3 0,4-8 0</inkml:trace>
  <inkml:trace contextRef="#ctx0" brushRef="#br0" timeOffset="19">18448 16316 8912,'-2'-11'0,"-4"-1"0,4 9 0,-13-5 0,5 16 0,-5 5 0,2 10 0,1 11 0,6 3 0,-5 8 0,1 7 0,-1 5 0,3 8 0,8-2 0,0 6 0,0 6 0,0-7 0,2-1 0,4-13 0,5-12 0,5-14 0,1-5 0,0-11 0,0-7 0,-5-5 0,-1-5 0,1-11 0,5-6 0,-6-9 0,-1 2 0,-2-3 0,-5-3 0,5 7 0,-2-1 0,-2 2 0,-10-1 0,2 3 0,-7 8 0,5 7 0,-6 4 0,1 5 0,-4 2 0,1 5 0,5 6 0,1 3 0,2 2 0,6 0 0,0-7 0,0 5 0,0-5 0</inkml:trace>
  <inkml:trace contextRef="#ctx0" brushRef="#br0" timeOffset="20">18981 16419 8912,'-17'0'0,"0"0"0,0 0 0,5 0 0,1 0 0,-3 0 0,-1 0 0,0 2 0,1 4 0,3 6 0,1 9 0,-1 1 0,-5 1 0,5-5 0,1 6 0,-1 5 0,1 5 0,-1 7 0,-2-5 0,5 4 0,0-6 0,1-5 0,1 2 0,6-8 0,6-1 0,-1-4 0,14-9 0,-1-3 0,10-4 0,1-2 0,3-8 0,5-3 0,1-5 0,2-1 0,0 0 0,-5 0 0,-1 2 0,1 3 0,-3-3 0,-3 3 0,1 3 0,-7-3 0,-5 9 0,-9-5 0,-1 0 0,-4-3 0,-2-4 0,-2-3 0</inkml:trace>
  <inkml:trace contextRef="#ctx0" brushRef="#br0" timeOffset="21">18930 16505 8912,'-18'0'0,"7"0"0,-1 0 0,1 2 0,-6 4 0,7 6 0,4 12 0,4 13 0,2 12 0,0 20 0,0 17 0,8 8-281,-3-43 0,2 1 1,3 0-1,3 1 281,1 1 0,0 1 0,0-3 0,-1 1 0,1 1 0,1 1 0,-1-2 0,0-1 0,4-1 0,-1 1 0</inkml:trace>
  <inkml:trace contextRef="#ctx0" brushRef="#br0" timeOffset="22">19910 14184 8912,'-17'2'0,"0"2"0,2 4 0,3 1 0,5-3 0,7 5 0,0 3 0,9-7 0,8-1 0,10-4 0,6-2 0,7-8 0,2-3 0,0-2 0,0 1 0,-2-3 0,-5 3 0,-1 5 0,-2-1 0,-3 2 0,-6 1 0,-4-1 0,-2 6 0,1 10 0,-1 7 0,-2 15 0,-3 14 0,1 8 0,-5 10 0,1 19 0,-2-35 0,0 3 0,1 4 0,1 3 0,2 4 0,1 2 0,-2 0 0,1 2-290,3 2 0,0 1 0,0 2 0,-1 0 290,1-2 0,1-1 0,0 0 0,1-2 0,-5-5 0,0-2 0,1-2 0,-3-1-2,-2-1 0,-2-1 1,-1-5-1,0-1 1,-4 42-1,0-8 2,0-7 0,-2-7 0,-4-5 0,-4 2 0,-7-7 0,-6-3 0,0-9 0,-7 2 0,1-8 0,-9 0 0,-2-6 0,-6-1 0,6-5 0,-8 3 0,2-8 0,-2-2 579,2-2 0,4-9-579,8-5 0,1-3 6,5-2 0,3-7-6,7-5 0,9-5 0,3-6 0,6 2 0,6-8 0,9 1 0,8-7 0,8 1 0,-3 0 0,13-16 0,3-4 0</inkml:trace>
  <inkml:trace contextRef="#ctx0" brushRef="#br0" timeOffset="23">21132 14683 8912,'-17'-8'0,"2"-1"0,1-7 0,3 5 0,5 5 0,-3 14 0,1 9 0,4 10 0,-4 13 0,3 6 0,-1 3 0,6 3 0,0 2 0,0 3 0,2-4 0,4 5 0,-3-7 0,9-5 0,-6 2 0,5-8 0,-7 0 0,11-13 0,-5-2 0</inkml:trace>
  <inkml:trace contextRef="#ctx0" brushRef="#br0" timeOffset="24">20926 14717 8912,'-17'-9'0,"5"-5"0,1 9 0,7-1 0,6 6 0,15 0 0,8 0 0,9 0 0,6 0 0,2 0 0,2 0 0,4 0 0,-6 0 0,-2 0 0,-3 0 0,-3 0 0,-7 2 0,-4 4 0,-6 9 0,-5 8 0,-7 7 0,-10-1 0,-7 3 0,-11 5 0,-6 1 0,-3 2 0,-1 0 0,5-5 0,-5-7 0,5 1 0,3-10 0,2-2 0,9-1 0,3-11 0,7 1 0,-4-6 0,18 0 0,7 0 0,8-2 0,9-2 0,1-3 0,-1-3 0,3 6 0,3-2 0,-4-1 0,4 1 0,-3 0 0,-3 6 0,-1 8 0,-5 3 0,-11 5 0,-11 1 0,2 6 0,-2 0 0,-10 7 0,-14-1 0,-4 2 0,-7-3 0,-4 5 0,5-5 0,-3 3 0,2-2 0,5-6 0,6-12 0,9 4 0,1-13 0,8-9 0,0-13 0</inkml:trace>
  <inkml:trace contextRef="#ctx0" brushRef="#br0" timeOffset="25">21700 14941 8912,'-8'-17'0,"-1"-1"0,-6 7 0,3 0 0,-3 9 0,3 2 0,-3 7 0,-2 10 0,0 3 0,-1 1 0,3 3 0,4 3 0,1-4 0,4 6 0,4-8 0,-3 2 0,5-4 0,5-2 0,3-6 0,4 1 0,3-8 0,-4 1 0,7-5 0,3-3 0,2-7 0,-2-5 0,-2 1 0,-2-9 0,-6-1 0,1 1 0,-6-6 0,5 6 0,-7-6 0,2 7 0,-3 1 0,3 1 0,-4 9 0,4 0 0,-4 5 0,-2-6 0,0 9 0,5-3 0,1 12 0,8-3 0,-3 9 0,4-3 0,5 5 0,2-5 0,7-1 0,4 3 0,1-5 0,0 0 0,1-6 0,-1 0 0,1 0 0,-1-6 0,1 0 0,-9-15 0,-1 2 0</inkml:trace>
  <inkml:trace contextRef="#ctx0" brushRef="#br0" timeOffset="26">22199 14838 8912,'-17'0'0,"0"5"0,0 1 0,-1 2 0,1-2 0,2 3 0,3 8 0,-1-5 0,7-1 0,1 1 0,5 5 0,0 0 0,0 0 0,0 0 0,0 1 0,7-1 0,3-8 0,7-3 0,0-12 0,0-5 0,1-10 0,-1-2 0,0-8 0,0 3 0,-2-7 0,-3-5 0,-2 2 0,-7-8 0,3-2 0,-2-1 0,-2-5 0,-2-3 0,-8-2 0,-3-4 0,-5-2 0,-1 7 0,6 3 0,-1 9 0,7 12 0,-7 11 0,8 21 0,-2 13 0,6 20 0,6 15 0,-2 11 0,8 6 0,-3 4 0,3 2 0,9-2 0,-4-2 0,4-4 0,4-2 0,-4 2 0,7-9 0,3 1 0,9-13 0,-4-7 0,5-10 0,-5-6 0,-2-6 0,-7-3 0,-2-16 0,-8-1 0</inkml:trace>
  <inkml:trace contextRef="#ctx0" brushRef="#br0" timeOffset="27">22801 13772 8912,'-7'9'0,"-5"-1"0,-3 0 0,0-5 0,3 9 0,3 1 0,5 10 0,-2 6 0,2 3 0,2 10 0,2 4 0,6 10 0,0 1 0,7 6 0,-1-6 0,9 6 0,2-5 0,5-1 0,-5-7 0,0-5 0,2-5 0,-6 3 0,4-3 0,-6 5 0,-5-4 0,-4-1 0,-1-6 0,3 0 0</inkml:trace>
  <inkml:trace contextRef="#ctx0" brushRef="#br0" timeOffset="28">23060 15250 8912,'-23'10'0,"0"-2"0,2-3 0,2 1 0,7 0 0,1-6 0,7 0 0,-4 0 0,16 0 0,1 0 0</inkml:trace>
  <inkml:trace contextRef="#ctx0" brushRef="#br0" timeOffset="29">15333 16385 8912,'0'-25'0,"0"-2"0,0 1 0,0 3 0,-2 4 0,-4 2 0,4 5 0,-5 3 0,-1 1 0,6 2 0,-5 8 0,7 4 0,0 5 0,0 5 0,0 3 0,-2 2 0,-2 3 0,-2 3 0,-5 8 0,5 5 0,-8 7 0,3-1 0,-6 6 0,-6 5 0,-4 4 0,-7 8 0,-1 0-173,1 0 1,-1-1 172,1 1 0,5-8 0,1-3 0,8-14 0,3-10 0,2-7 0,7-10 0,-1 0 0,5-7 0,-11-3 0,3-7 0,-3-7 0,-2-3 0</inkml:trace>
  <inkml:trace contextRef="#ctx0" brushRef="#br0" timeOffset="30">14627 17176 8912,'-17'-2'0,"0"-2"0,0-2 0,1 3 0,5 8 0,-4 5 0,11 13 0,-8 0 0,9 7 0,-3-3 0,4 4 0,2 3 0,2-3 0,4 9 0,-3-2 0,9 2 0,-1-4 0,7 4 0,-7-5 0,0-6 0,1 1 0,5-7 0,0-4 0,1-6 0,-1-5 0,0-8 0,0 0 0,0-8 0,1-1 0</inkml:trace>
  <inkml:trace contextRef="#ctx0" brushRef="#br0" timeOffset="31">15212 17279 8912,'-11'-9'0,"0"3"0,-1 6 0,-5 6 0,-8 3 0,-4 8 0,-5 8 0,-6 4 0,3 3 0,-5 3 0,2 1 0,0 4 0,0-4 0,5 4 0,3-1 0,3 1 0,3-10 0,3 5 0,3-12 0,-4 2 0</inkml:trace>
  <inkml:trace contextRef="#ctx0" brushRef="#br0" timeOffset="32">13371 17984 8912,'0'-11'0,"0"-1"0,0 1 0,0-7 0,2 3 0,4 4 0,-4-5 0,5 15 0,-7-5 0,0 12 0,0 3 0,0 8 0,0 8 0,0 4 0,-5 9 0,-1 2 0,0 8 0,6-2 0,0 9 0,0 2 0,-6 1 0,1-5 0,1 3 0,2 1 0,-6-7 0,-3-10 0,-4 4 0,-3 0 0</inkml:trace>
  <inkml:trace contextRef="#ctx0" brushRef="#br0" timeOffset="33">13285 18345 8912,'-6'-17'0,"1"0"0,-1 7 0,6 3 0,0-1 0,13 4 0,4-7 0,12-1 0,0-5 0,5 0 0,6 0 0,-3-6 0,3 0 0,2-6 0,-2 6 0,-5-6 0,-7 7 0,-7-5 0,2 10 0,-11-4 0,-7 21 0,-10 0 0,-5 13 0,-7 10 0,2 9 0,3 3 0,-3-1 0,3 6 0,3 2 0,-3-2 0,9 1 0,-3-7 0,4 0 0,2-1 0,0-5 0,0-5 0,0 2 0,0-2 0,8-8 0,1-7 0,8-8 0,0-2 0,1-4 0,-1-9 0,0-8 0,0-7 0,1 1 0,-1-2 0,0 3 0,-6-3 0,1 8 0,-6 0 0,5 6 0,-5 2 0,5 3 0,-7-3 0,6 13 0,-5-4 0,-1 12 0,6 6 0,-3 3 0,5 2 0,-6 0 0,7 1 0,-1-1 0,-3-2 0,3-4 0,-1-1 0,6-4 0,-5-4 0,-1 3 0,1-3 0,5-4 0,0-3 0,-5 1 0,-1-8 0,0 1 0,1-4 0,-1 3 0,-5-1 0,6 7 0,-9 0 0,13 6 0,-7 2 0,1 4 0,-2-2 0,-8 7 0,7 1 0,-5 5 0,4 0 0,-4 0 0,-2 0 0,0-5 0,0-1 0,0 1 0,-2 3 0,-4-3 0,-3 3 0,-9-6 0</inkml:trace>
  <inkml:trace contextRef="#ctx0" brushRef="#br0" timeOffset="34">13991 18122 8912,'-16'-2'0,"3"-4"0,1-6 0,9 5 0,-5-1 0,10 8 0,4 0 0,5 0 0,4 0 0,3 0 0,-1 0 0,8-7 0,1-3 0</inkml:trace>
  <inkml:trace contextRef="#ctx0" brushRef="#br0" timeOffset="35">14421 18173 8912,'-17'8'0,"7"1"0,4 9 0,4-1 0,2 0 0,0 2 0,0 4 0,8-2 0,4 6 0,3-2 0,2-4 0,0-2 0,0-2 0,-5-6 0,-1 1 0,1-8 0,5 3 0,-2-14 0,-3-5 0,-4-9 0,-8-2 0,5-7 0,1 3 0,-2-2 0,-2 1 0,5 5 0,5-6 0,-3 2 0,3-1 0,-1-5 0,14 14 0,2-6 0</inkml:trace>
  <inkml:trace contextRef="#ctx0" brushRef="#br0" timeOffset="36">14972 18208 8912,'-8'-10'0,"4"2"0,-7 8 0,5 0 0,-6 0 0,1 0 0,-6 2 0,0 4 0,-1 5 0,3 7 0,4 5 0,-3-4 0,8 4 0,-5-4 0,5-2 0,0 0 0,6 0 0,0 0 0,2-7 0,4-4 0,4-4 0,7-10 0,0-3 0,0-7 0,1-5 0,-1 4 0,0-4 0,-2 4 0,-3 2 0,3 0 0,-5 0 0,-1 0 0,4 9 0,-7 8 0,2 6 0,-4 7 0,3-2 0,3 3 0,-4 3 0,5 6 0,1-10 0,5 5 0,0-7 0,0 0 0,0-3 0,1-8 0,-1 0 0,0 0 0,0 0 0</inkml:trace>
  <inkml:trace contextRef="#ctx0" brushRef="#br0" timeOffset="37">15264 18018 8912,'-8'-9'0,"-1"-6"0,-8 5 0,5 0 0,1 5 0,7 10 0,-2 7 0,4 5 0,2 6 0,0 6 0,0 3 0,2-3 0,4-1 0,-2 1 0,7 6 0,1-3 0,5-3 0,-6 1 0,1-7 0,-1 0 0,7-8 0,-1-3 0,-6-5 0,1-7 0,-1 0 0,6 0 0,-5-13 0,-1-4 0,-1-12 0,1 1 0,3-3 0,-7 0 0,1 3 0,0-3 0,-1 6 0,-1 2 0,-4 4 0,6 2 0,-8 8 0,2 9 0,1 11 0,3 6 0,-2 6 0,-2-2 0,-2 8 0,6-8 0,-1 2 0,9-4 0,-3-2 0,-1-2 0,1-3 0,1 1 0,5-7 0,-6 0 0,1-6 0,1 0 0,2 0 0,3-8 0,-1-3 0,0-5 0,0-1 0,-1 0 0,-5 0 0,2 5 0,-7 1 0,8 7 0,-5-9 0,8 7 0,-5 0 0,-1 6 0,-1 2 0,1 4 0,5-4 0,-5 3 0,6 3 0,6-2 0,-2 0 0,6-6 0,0 0 0,0 0 0,-6-6 0,2 0 0,-4-7 0,-2 1 0,0-3 0,-7-2 0,-7 1 0,-6 5 0,-9 5 0,-11 4 0,-5 2 0,-5 2 0,-1 4 0,-1 5 0,1 12 0,7-2 0,4 8 0,6-2 0,5 1 0,-1 5 0,9-6 0,6 1 0,8 1 0,20-10 0,10-2 0,10-7 0,8-10 0,3-8 0,8-1 0</inkml:trace>
  <inkml:trace contextRef="#ctx0" brushRef="#br0" timeOffset="38">16865 18122 8912,'0'-12'0,"0"1"0,-2-1 0,-2 1 0,-4 1 0,-1 3 0,3 1 0,-6 6 0,1 0 0,-6 0 0,1 2 0,3 2 0,3 3 0,3 3 0,-5 1 0,7 6 0,-7 1 0,6 1 0,3 2 0,1 2 0,2 1 0,0-1 0,0-4 0,0 4 0,7-3 0,5-3 0,3 6 0,2 0 0,2-2 0,4-2 0,-2-8 0,8 1 0,-8-3 0,2 3 0,-4 3 0,-2-6 0,-7 9 0,-4-1 0,-8-6 0,-10 1 0,1-7 0,-12 7 0,-4-6 0,-2 3 0,-1-1 0,1-4 0,-1 3 0,7-1 0,0-2 0,5-10 0,1-3 0,8-9 0,1 1 0</inkml:trace>
  <inkml:trace contextRef="#ctx0" brushRef="#br0" timeOffset="39">17105 18018 8912,'-7'-11'0,"-5"1"0,-3 3 0,-2 1 0,1 16 0,5 7 0,-2 2 0,7 10 0,0-1 0,6 7 0,0-1 0,0 0 0,0 3 0,0 3 0,2-6 0,4 1 0,-2-3 0,7-9 0,-5 0 0,5-6 0,-7 0 0,11-7 0,-11-3 0,8-7 0,1 0 0,-3-9 0,1-8 0,-5-2 0,5-10 0,-1 6 0,1-6 0,5 3 0,-5-3 0,4 4 0,3 8 0,-3 0 0,-4 0 0,5 1 0,-5 5 0,-1 3 0,1 10 0,3 4 0,-1 3 0,-2 9 0,3-1 0,-8 0 0,5 2 0,-5 4 0,5-10 0,-3 5 0,1-3 0,3 0 0,5-5 0,0-3 0,1-7 0,-7-5 0,1-1 0,-7-8 0,7 3 0,-7 1 0,7-1 0,-8 5 0,3-3 0,1 1 0,-6 2 0,8 8 0,-5 4 0,-3-2 0,4 7 0,2 1 0,-3 5 0,7 0 0,-6 0 0,5-5 0,-5-1 0,7-1 0,-1 1 0,3-5 0,-6-4 0,7-2 0,-14-2 0,3-4 0,-10-3 0,-5-9 0,-7 1 0,0 6 0,-1-1 0,1 3 0,0-5 0,0 3 0,7 7 0,3-3 0,7-1 0,2 6 0,3-4 0,7 2 0,11-1 0,-2 3 0,7-4 0,-5-2 0,6 1 0,2-1 0,1 0 0,-3 1 0,0 1 0,-10 2 0,-2-7 0,0 7 0,-15-4 0,6 8 0,-8 0 0,0 8 0,-2 3 0,-4 5 0,4 1 0,-4 0 0,4 0 0,2 1 0,0-1 0,8-2 0,4-4 0,3-3 0,2-8 0,-6-2 0,1-4 0,-6 3 0,5-9 0,-5 3 0,3-5 0,-1 3 0,0 7 0,-2-2 0,-5-3 0,9 7 0,-4-4 0,-2 12 0,7 5 0,-5-1 0,5 1 0,-1 1 0,1 5 0,5-6 0,-5 1 0,4-1 0,3-1 0,-1-1 0,0-3 0,0-4 0,0 4 0,1-4 0,-1-2 0,-6-8 0,1-3 0,-1-5 0,6-1 0,-5-8 0,-1-3 0,-7-5 0,2-1 0,-4-1 0,-2 1 0,0 0 0,0-1 0,0 1 0,0-1 0,-2 9 0,-2 3 0,-2 4 0,1 9 0,5 2 0,0 18 0,0 7 0,0 8 0,0 9 0,0 1 0,0-1 0,2 1 0,3-1 0,5 2 0,7 4 0,0-9 0,0 3 0,8-5 0,2 0 0,2-8 0,-1-8 0,1-5 0,13-8 0,2 0 0</inkml:trace>
  <inkml:trace contextRef="#ctx0" brushRef="#br0" timeOffset="40">18723 18156 8912,'-34'0'0,"3"0"0,-3 0 0,5 10 0,-5 7 0,1 2 0,10 9 0,0 1 0,6 6 0,7-1 0,5-2 0,3-3 0,2-6 0,7-4 0,5-2 0,3-7 0,2-4 0,8-5 0,4-1 0,-2-7 0,1-5 0,-5-5 0,6-6 0,-6-4 0,6-7 0,-8 0 0,2-1 0,-4 1 0,-2 0 0,-6-7 0,1-1 0,-1 0 0,-1 0 0,-3 0 0,-7 2 0,0 4 0,0-4 0,-1 5 0,-5 7 0,2 9 0,-7 7 0,7 10 0,-2 2 0,4 10 0,2 13 0,0 11 0,0 12 0,6 4 0,1 1 0,3 1 0,3-1 0,3-5 0,1 0 0,2-2 0,4 4 0,4-4 0,1-4 0,1-8 0,0 3 0,5-24 0,1 1 0,7-9 0,2-3 0</inkml:trace>
  <inkml:trace contextRef="#ctx0" brushRef="#br0" timeOffset="41">19532 17932 8912,'0'-26'0,"-2"1"0,-4 8 0,4-1 0,-13 1 0,11 8 0,-5 7 0,1 9 0,4 11 0,2 5 0,2 0 0,0 1 0,0 7 0,2-2 0,4 1 0,-2-3 0,7 2 0,-7-8 0,2 1 0,1-2 0,-1-3 0,0 0 0,-6 0 0,2-5 0,3-1 0,-3-7 0,8 4 0,-4-8 0,-2 0 0,7-2 0,2-2 0,3-2 0,1-7 0,0 1 0,2 3 0,2-1 0,2 2 0,-2 5 0,4-5 0,-2 2 0,-6 1 0,-5 5 0,-7 7 0,7 5 0,-8 3 0,1 2 0,-12 2 0,-10 4 0,-8-4 0,-10 4 0,1 2 0,0-2 0,1-2 0,4-10 0,-1 5 0,7-7 0,2 1 0,2-4 0,9-6 0,4-6 0,4-6 0,2-11 0,16-3 0,3-16 0,15-2 0</inkml:trace>
  <inkml:trace contextRef="#ctx0" brushRef="#br0" timeOffset="42">19859 18018 8912,'-10'2'0,"5"4"0,3-4 0,2 6 0,7-6 0,5 3 0,5-3 0,6 4 0,-2-4 0,8-4 0,1-2 0,3-2 0,1-7 0,1 2 0,-3-5 0,-3-1 0,-6 6 0,-12-1 0,-3 1 0,-8-7 0,-10 3 0,-7 4 0,-12 5 0,-9 4 0,0 10 0,-8 3 0,8 12 0,-2 6 0,-3 3 0,3 3 0,6 7 0,5 3 0,16 3 0,1 0 0,10-4 0,8-2 0,13-2 0,16-6 0,14-13 0,15-3 0,4-13 0,7 1 0,3-14-301,8-9 0,-7-23 0,-3-13 0</inkml:trace>
  <inkml:trace contextRef="#ctx0" brushRef="#br0" timeOffset="43">21046 17829 8912,'0'-17'0,"-6"0"0,1 0 0,-1 0 0,6-3 0,0-1 0,0-2 0,0 1 0,0 4 0,0 1 0,0 8 0,0 5 0,0 15 0,0 14 0,0 11 0,0 10 0,2 10 0,2 3 0,1 2 0,9-4 0,-3 6 0,-1-5 0,1 5 0,-5-14 0,6 1 0,1-4 0,2-2 0,2-16 0,1-5 0,-1-11 0,0-12 0,2-4 0,4-7 0,-4-9 0,4-14 0,-6 0 0,-5-1 0,1-5 0,-7 0 0,0 6 0,-6 5 0,0 8 0,-8-2 0,-3 12 0,-5 7 0,-1 13 0,0 9 0,2 10 0,3 1 0,5 9 0,7 2 0,0 0 0,0-5 0,0-3 0,0-3 0,7-1 0,5-10 0,9 1 0,4-13 0,1-3 0,5-1 0,-4-9 0,1-5 0,-1-11 0,2-5 0,1 1 0,-7-2 0,0 2 0,-6-1 0,-7 1 0,-4 4 0,1 4 0,-1-4 0,0 12 0,-6 3 0,0 8 0,0 10 0,0 5 0,0 8 0,0 3 0,0-3 0,0 6 0,6-6 0,-1 6 0,3-8 0,-2 2 0,-4-4 0,3-2 0,-3 0 0,-4-2 0,-3-3 0,-5 3 0,-7-3 0,5-5 0,1-1 0,-2-4 0,-10-2 0,3 0 0,-4 0 0</inkml:trace>
  <inkml:trace contextRef="#ctx0" brushRef="#br0" timeOffset="44">21975 17984 8912,'-22'0'0,"-3"0"0,0 2 0,0 4 0,-6-3 0,3 9 0,3-1 0,2 7 0,6-1 0,5 0 0,6 0 0,5 0 0,2 6 0,5 0 0,6 0 0,11-6 0,3 1 0,9-1 0,-1-6 0,1 1 0,-1-3 0,0 5 0,-1-5 0,-4-1 0,-4 3 0,-8-5 0,-8 7 0,-3-1 0,-6 3 0,-6 2 0,-11 6 0,-12 0 0,-13 6 0,-9-6 0,-3 2 0,-9-3 0,8-2 0,-3 2 0,12-2 0,8-5 0,8-4 0,7-5 0,11-12 0,12-18 0,10-13 0</inkml:trace>
  <inkml:trace contextRef="#ctx0" brushRef="#br0" timeOffset="45">22371 17915 8912,'-15'2'0,"2"2"0,1 6 0,1 3 0,-1 8 0,1 4 0,5 9 0,-4 10 0,3 4 0,3 5 0,2 3 0,2-5 0,0 5 0,0-5 0,0-3 0,0-15 0,0-5 0,0-5 0,0-4 0,-2-4 0,-4-3 0,-3-4 0,-8-8 0,-1-8 0,1-4 0,0-10 0,0-5 0</inkml:trace>
  <inkml:trace contextRef="#ctx0" brushRef="#br0" timeOffset="46">22130 18225 8912,'0'-17'0,"6"-1"0,0 1 0,0 8 0,1-5 0,5 8 0,5-1 0,6 1 0,4 2 0,7-5 0,0-1 0,1 1 0,7 3 0,4-6 0,-4 7 0,-2-7 0,-9 7 0,-3-7 0,-7 3 0,2-3 0,-11-3 0,-5 5 0,-7 1 0,-7-7 0,-3 16 0,-7 0 0,0 10 0,0 13 0,-1 4 0,1 7 0,0 0 0,0 1 0,5 5 0,1 0 0,-1 6 0,-5-6 0,6 0 0,-1-6 0,6 1 0,-5-1 0,7-7 0,-2-4 0,4-10 0,2-1 0,0-8 0,4 1 0,8-10 0,-1-7 0,12-11 0,-2 2 0,2-7 0,-2 5 0,8-6 0,-6 6 0,6-6 0,-1 8 0,7-2 0,-7 10 0,1 2 0,-6 7 0,6-2 0,-6 4 0,5 2 0,-7 0 0,2 0 0,-4 6 0,-1 1 0,-1 1 0,0 0 0,-2-1 0,-3-1 0,3-4 0,-11 6 0,7-8 0,-7 0 0,4 0 0,-16-8 0,-1 6 0,-9-11 0,1 7 0,0 0 0,0 8 0,0 4 0,-1 5 0,9-1 0,3 1 0,4-5 0,2 6 0,0-7 0,0 7 0,0-6 0,0 5 0,0-7 0,8 3 0,3-7 0,5 0 0,1 0 0,0 0 0,0 0 0,0 0 0,1 0 0,-1 0 0,0 0 0,0 0 0,0 0 0,-1 2 0,-5 4 0,3 4 0,-9 7 0,3-6 0,-2 1 0,-4-1 0,3 6 0,-3 1 0,-2-1 0,0 0 0,0 0 0,-2-5 0,-3-1 0,-5 1 0,-7 5 0</inkml:trace>
  <inkml:trace contextRef="#ctx0" brushRef="#br0" timeOffset="47">18998 15577 8912,'0'-11'0,"0"-1"0,0-1 0,0-3 0,0 7 0,0-1 0,0 5 0,0 3 0,0-6 0,0 8 0,8 0 0,2 0 0,7 0 0,0 0 0,0 0 0,2 0 0,2 0 0,2 0 0,10-6 0,1 1 0,3-1 0,8 6 0,1 0 0,6 0 0,7 0 0,4 0 0,4 0 0,2 2 0,0 3 0,0 7 0,0 1 0,-1-1 0,-1 3 0,-4-3 0,10-3 0,-4 3 0,9-7 0,-3 5 0,-2-1 0,-3 1 0,5-4 0,-1 5 0,7 1-225,-7 5 0,9-4 225,-3 4 0,4-3 0,4 11 0,0-1 0,-2 5 0,4-2 0,-10 1 0,0-5 0,6 6 0,-3-8 0,8 2 0,-3 2 0,-2-2 0,-5 5 0,-1-3 0,0 2 0,-1 3 0,13 3 0,-47-16 0,1 0 0,2 1 0,0-1 0,4 0 0,-1 0 0,35 18 0,-40-18 0,0 0 0,40 19 0,-40-16 0,0 0 0,2 2 0,-1 0 0,3 3 0,0 2 0,-3-1 0,0 1 0,-3 1 0,-2 2 0,30 31 0,-3 8 0,-6-1 0,-5 1 0,1-10 0,4-7 0,2-2 0,-6-10 0,2-2-94,4-2 1,-5-3 93,-3-5 0,-3 5 0,-3-5 0,-7 5 0,-4 1 0,-3 1 0,-3-1 0,-7 0 0,-4 3 0,-4 3 0,-9 4 0,-5 7 0,-3 1 0,-2 0 147,0-1 0,0 3 0,0-1-147,0-1 0,0-5 0,4-12 0,6-1 0,7-1 98,2-5 0,2-3-98,2-8 0,-4-5 0,4-1 0,-4-5 0,-2 5 0,0-7 0,-5 4 0,-1-8 0,-7 0 0,2 0 0,-12 0 0,-3 2 0,-9 2 0,1 1 0,-8 9 0,-3-3 0,1 5 0,-2 1 0,1 0 0,-7 0 0,6-5 0,3-1 0,1 1 0,4-1 0,2 0 0,-6 1 0,6-3 0,-6 7 0,8-14 0,-1 3 0,9-3 0,-6-2 0,5 0 0,-7 0 0,0 0 0,-1 0 0,1 0 0,0 0 0,0 0 0,0 0 0,-1 0 0,-1 2 0,-4 4 0,2-4 0,-6 5 0,1-1 0,-1 0 0,0 5 0,-2-5 0,-1 2 0,7-3 0,-2-3 0,2 4 0,4 2 0,-4-2 0,4-3 0,9-1 0,-5-2 0,13 0 0,-5 0 0,14 0 0,-5 0 0,8 0 0,-5 0 0,-3 0 0,6 0 0,-10 0 0,-4 0 0,-3-7 0,-8-3 0</inkml:trace>
  <inkml:trace contextRef="#ctx0" brushRef="#br0" timeOffset="48">23765 18053 8912,'12'-17'0,"-1"-1"0,-7 7 0,2-1 0,-4 9 0,-4-3 0,-4 14 0,-6 9 0,-10 4 0,-7 13 0,-4-1 0,-1 12 0,-6 7 0,0 5 0,1-1 0,-3-3 0,2-1 0,2-1 0,4-7 0,5-4 0,12-3 0,11-3 0,4-7 0,2-4 0,4-10 0,7-1 0,10-7 0,19 7 0,4-8 0,10 1 0,3-3 0,6-2 0,2 0 0,-1 0 0,2 0 0,-4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30.04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14490 3164 8912,'5'26'0,"1"-3"0,0-4 0,0-1 0,-1-1 0,-1 0 0,-2 0 0,0-2 0,4-3 0,-4-5 0,5-8 0,-7-5 0,0-6 0,2-3 0,4-2 0,-4 0 0,4 0 0,-4-1 0,-2 1 0,0 0 0,0 0 0,0 5 0,0 1 0,0-1 0,0-5 0,0 6 0,0-1 0,0 1 0,0-6 0,0-1 0,0 9 0,0 1 0,0 23 0,0-1 0,0 14 0,0 1 0,0 6 0,0-1 0,0 0 0,5 1 0,3-3 0,0-3 0,-1-6 0,5-4 0,-7-2 0,9 0 0,-5-7 0,9-4 0,-7-6 0,1-6 0,-1-9 0,6-8 0,0-10 0,1-1 0,-7-1 0,1-7 0,-1 2 0,-1 0 0,3 0 0,-7 6 0,1 7 0,-1 4 0,-4 4 0,6 9 0,-6 12 0,3 15 0,-3 8 0,4 10 0,2-1 0,-3 2 0,-1 2 0,-2 3 0,-2-3 0,0-10 0,2 3 0,4-8 0,-4 0 0,3-6 0,-5 0 0,-5 0 0,-5-7 0,-15 5 0,-2-5 0</inkml:trace>
  <inkml:trace contextRef="#ctx0" brushRef="#br0" timeOffset="1">14576 2820 8912,'-12'-16'0,"3"3"0,-1 3 0,1 3 0,5-7 0,-2 5 0,12-8 0,5 7 0,12 4 0,4 5 0,7 1 0,1 1 0,-1 5 0,8-4 0,2 6 0</inkml:trace>
  <inkml:trace contextRef="#ctx0" brushRef="#br0" timeOffset="2">15970 2974 8912,'-18'0'0,"1"0"0,0 0 0,0 0 0,5 0 0,1 0 0,-3 0 0,5 2 0,-3 4 0,9 4 0,-3 7 0,4 0 0,2 2 0,2 2 0,4 2 0,3 6 0,8-6 0,-5 5 0,-1-5 0,1 0 0,5-6 0,0 1 0,0-1 0,1-8 0,-1-1 0,0-8 0,0-2 0,0-4 0,-5-5 0,-1-12 0,-7 2 0,2-8 0,2 1 0,-3-7 0,1 3 0,-4 1 0,2 4 0,2 3 0,-1 1 0,-5 5 0,0 7 0,0-1 0,0 9 0,0-3 0,0 12 0,0-3 0,0 9 0,6-1 0,2 7 0,1-1 0,5 0 0,1-2 0,2-3 0,0-3 0,1-3 0,-1-4 0,0 4 0,0-6 0,0-6 0,1-6 0,-7 3 0,1-3 0,-7 1 0,7-6 0,-8 0 0,1-1 0,-3 7 0,-2-1 0,0 9 0,8-5 0,-4 10 0,5 6 0,1 9 0,-1 10 0,3-1 0,5 3 0,-2 5 0,-3 6 0,3 1 0,-3-7 0,-3-5 0,3-1 0,-9-1 0,3 2 0,-4-5 0,-4-8 0,-4-5 0,-5-5 0,-4-6 0,-3-6 0,1-3 0,0-24 0,0-3 0</inkml:trace>
  <inkml:trace contextRef="#ctx0" brushRef="#br0" timeOffset="3">16469 2974 8912,'17'10'0,"2"-2"0,6-8 0,9 0 0,10 0 0,6-2 0,2-4 0,1 2 0,3-5 0,1-1 0,-2 0 0,-3-1 0,-6-6 0,-6 5 0,-11 1 0,-6 5 0,-12-5 0,-3 7 0,-18-4 0,-5 8 0,-8 0 0,-4 0 0,-7 8 0,-6 3 0,5 5 0,7 1 0,1 0 0,-2 0 0,-1 6 0,7 0 0,0 2 0,5-2 0,9-4 0,3 4 0,4 2 0,6-2 0,6-2 0,7-2 0,13-8 0,5 1 0,1-9 0,10 3 0,-6-4 0,6-2 0,-6-2 0,6-4 0,-10 3 0,-1-9 0,-8 3 0,-10-3 0,-8 3 0,-3 3 0,-6 4 0,-6-4 0,-3 2 0,-8-1 0,-1 3 0,1-4 0,0 4 0,0 2 0,0 0 0,7 0 0,-3-2 0,7-3 0,8 3 0,7-12 0,9 8 0,-1-7 0,0 2 0,6 1 0,0-1 0,2-3 0,-2-9 0,-2 2 0,7-7 0,-7 1 0,2-6 0,-3 1 0,-3-4 0,-6-4 0,1-1 0,-8 1 0,1 0 0,-3 2 0,-2 15 0,0 0 0,-2 14 0,-3 3 0,3 14 0,-6 9 0,2 11 0,0 11 0,1 5 0,5 7 0,2 1 0,1-1 0,5 3 0,2 3 0,1-3 0,6 3 0,3-9 0,2-3 0,-1-6 0,8 1 0,-6-6 0,6-5 0,-1-12 0,7-2 0,-1-5 0</inkml:trace>
  <inkml:trace contextRef="#ctx0" brushRef="#br0" timeOffset="4">18465 2424 8912,'-8'-17'0,"4"7"0,-7 5 0,7 3 0,-4 15 0,8 6 0,0 8 0,0 9 0,2 1 0,4 9 0,-2-3 0,6 5 0,-1-2 0,1 2 0,-1 1 0,3 3 0,-5-2 0,-7-4 0,0 3 0,0-3 0,-7-4 0,-5-2 0,-11-11 0,-4-4 0</inkml:trace>
  <inkml:trace contextRef="#ctx0" brushRef="#br0" timeOffset="5">18224 2992 8912,'0'-18'0,"2"-3"0,4 2 0,5 4 0,4 0 0,3 5 0,-1-1 0,8 1 0,3-1 0,5-3 0,1 9 0,6-3 0,1 2 0,6-1 0,-3-5 0,0 4 0,-3 1 0,-7 5 0,-5-4 0,-5-3 0,-14 7 0,-2-4 0,-10 12 0,-4 5 0,-9 12 0,-8 6 0,0 3 0,6 3 0,-1-1 0,3 0 0,4-1 0,5-4 0,4 1 0,2-7 0,4 0 0,7-6 0,5-2 0,18-3 0,-3-4 0,9-8 0,-4-10 0,-2-7 0,1-8 0,-1-9 0,-13-1 0,-3 1 0,-13-1 0,-3 1 0,-9 0 0,-11-1 0,-12 9 0,-5 3 0,-5 3 0,-8 5 0,4 4 0,2 5 0,-4 12 0,6 5 0,0 12 0,6 4 0,-1 7 0</inkml:trace>
  <inkml:trace contextRef="#ctx0" brushRef="#br0" timeOffset="6">19790 2820 8912,'-15'-12'0,"1"1"0,5-3 0,-1 1 0,3 0 0,-1 1 0,4 8 0,10-1 0,5 5 0,5 5 0,1 13 0,0 10 0,0 5 0,0 1 0,1 6 0,-3 2 0,-2 0 0,-1 0 0,-8-2 0,1-5 0,-3-1 0,-2 1 0,0-9 0,0-3 0,0-9 0,-2-7 0,-3-5 0,1-13 0,-6-20 0,3-7 0,3-8 0,2-4 0,2 1 0,2 1 0,3 2 0,-1 8 0,8-2 0,1 3 0,8 5 0,4 5 0,2 10 0,1 2 0,7 9 0,-1-7 0,8 11 0,2-6 0</inkml:trace>
  <inkml:trace contextRef="#ctx0" brushRef="#br0" timeOffset="7">20358 2871 8912,'-17'17'0,"-2"1"0,-4-1 0,5-6 0,1 1 0,0-8 0,23 3 0,-1-7 0,11 0 0,7 0 0,3-2 0,9-3 0,-1-5 0,1-7 0,-3 2 0,-3 3 0,1-7 0,-7 8 0,-2-9 0,-9 9 0,-6-4 0,-6-1 0,-6 5 0,-6 3 0,-10 8 0,-7 0 0,-11 0 0,3 0 0,-3 0 0,4 10 0,1 7 0,7 0 0,-1 6 0,14 2 0,-2-2 0,11 7 0,2-1 0,10 2 0,11-3 0,8-3 0,11-10 0,2-3 0,3-6 0,6-4 0,-1-2 0,-4-14 0,-2-3 0,-3-6 0,-3 0 0,-1-5 0,-5-5 0,-5 4 0,-11 1 0,1 7 0,-7-2 0,0 2 0,-6-2 0,0 9 0,-2-3 0,-4 2 0,-4 7 0,1 1 0,-6 7 0,13 2 0,-4 3 0,6-1 0,6 8 0,1-1 0,5 6 0,1 6 0,-7 0 0,7 0 0,-3-4 0,-1 2 0,-3 2 0,-4 8 0,-2-3 0,-2-1 0,-4 0 0,-5 0 0,-4-1 0,-3-3 0,1 6 0,0-14 0,0 2 0,0-3 0,-1-5 0,1-16 0,0-12 0</inkml:trace>
  <inkml:trace contextRef="#ctx0" brushRef="#br0" timeOffset="8">20977 2562 8912,'10'-27'0,"-1"2"0,-3 8 0,-4 0 0,6 11 0,-8 12 0,0 15 0,6 13 0,-1 12 0,1 2 0,-6 15 0,6-6 0,-1 6 0,7-5 0,-6 5 0,7-8 0,-1 2 0,-3 2 0,3-1 0,-3-7 0,3-5 0,-5-13 0,-7 1 0,-15-11 0,-4 2 0</inkml:trace>
  <inkml:trace contextRef="#ctx0" brushRef="#br0" timeOffset="9">20822 2940 8912,'-7'-10'0,"3"-5"0,-7 4 0,5 1 0,-6-1 0,10 1 0,2-1 0,12 3 0,9 0 0,13 1 0,12-7 0,4 5 0,2 1 0,5-3 0,0 5 0,4 0 0,-9 6 0,2 0 0,-16 0 0,-6 0 0,-7 0 0,-6 0 0,-1 0 0,-9 8 0,-3 3 0,-4 5 0,-8 1 0,0 0 0,-1 0 0,1 0 0,4 1 0,-4-1 0,4 0 0,2 0 0,0 0 0,0 1 0,0-9 0,0-1 0,2-10 0,2-4 0,4-3 0,1-1 0,-3-3 0,6 7 0,-7 0 0,7 6 0,-1 0 0,6 2 0,-1 4 0,-5 5 0,3 7 0,-9 4 0,1-2 0,-6 2 0,0 5 0,0 2 0,0-4 0,0-2 0,-6 1 0,1-1 0,-7-5 0,6-7 0,-7-7 0,-4-4 0,-10-10 0</inkml:trace>
  <inkml:trace contextRef="#ctx0" brushRef="#br0" timeOffset="10">21476 2837 8912,'0'-23'0,"0"0"0,6 0 0,0 6 0,-2 0 0,-2 0 0,0 7 0,3 4 0,7 4 0,5 2 0,6 0 0,-2 12 0,8 3 0,1 0 0,3 1 0,1 10 0,1-7 0</inkml:trace>
  <inkml:trace contextRef="#ctx0" brushRef="#br0" timeOffset="11">21907 2871 8912,'-35'8'0,"1"-6"0,-1 4 0,9 3 0,3 3 0,4 5 0,1 6 0,3-2 0,4 7 0,3 1 0,8 5 0,9 1 0,9-1 0,1 1 0,10-1 0,-1-7 0,7-4 0,-3-6 0,-3-6 0,3-3 0,-3-8 0,3-4 0,3-7 0,-6-3 0,-1-14 0,-5-7 0,6-5 0,-6-8 0,6 2 0,-7-5 0,7-6 0,-6-5 0,4-6 0,-2-1 0,-4 0 0,-8 0 0,-1 1 0,-9 6 0,3 5 0,-4 19 0,-2 9 0,-2 16 0,-4 7 0,-3 14 0,-8 9 0,-1 12 0,1 17 0,6 1 0,-1 18 0,1 4 0,1 4 0,1 1 0,3-5 0,4-6 0,-4 0 0,6-2 0,6 2 0,4-6 0,7-11 0,0-4 0,0-7 0,0-9 0,1-5 0,-1-7 0,-8-7 0,-1-7 0,-8 0 0</inkml:trace>
  <inkml:trace contextRef="#ctx0" brushRef="#br0" timeOffset="12">22251 2923 8912,'-12'-10'0,"1"5"0,7-5 0,-4 8 0,8-6 0,2 8 0,6 0 0,9 0 0,10 0 0,13 0 0,6 0 0,11 0 0,5 0 0,6-7 0,1-3 0</inkml:trace>
  <inkml:trace contextRef="#ctx0" brushRef="#br0" timeOffset="13">24694 2029 8912,'-34'-35'0,"0"9"0,-1 3 0,1 4 0,-1 1 0,3 9 0,1 3 0,4 6 0,3 6 0,6 13 0,7 15 0,1 5 0,-1 12 0,3 1 0,8 17 0,0-3 0,0 15 0,0 1 0,0 2 0,0 2 0,0 0 0,0 0 0,0 0 0,0-16 0,0-9 0,0-9 0,0-6 0,0-8 0,0 2 0,0-11 0,0-6 0,-7-12 0,-3 5 0,-7-7 0</inkml:trace>
  <inkml:trace contextRef="#ctx0" brushRef="#br0" timeOffset="14">24041 2820 8912,'-25'7'0,"6"-5"0,-4 4 0,13-4 0,10-2 0,10 0 0,14 0 0,11 0 0,7-2 0,10-4 0,1-1 0,4-5 0,-3-1 0,3 7 0,-3-5 0,-2 5 0,-1-15 0,1 2 0</inkml:trace>
  <inkml:trace contextRef="#ctx0" brushRef="#br0" timeOffset="15">24763 2802 8912,'-34'18'0,"-1"5"0,1 0 0,2 7 0,3 1 0,6 5 0,4 4 0,9 0 0,4-5 0,12 1 0,6 4 0,5-11 0,6-1 0,6-9 0,3-7 0,2-4 0,1-8 0,-6-2 0,-1-4 0,-7-9 0,4-10 0,-2-2 0,0-4 0,-6-1 0,-5-2 0,-7-1 0,7 1 0,-8-1 0,1 1 0,-5 0 0,-5-1 0,1 3 0,-8 3 0,-1 6 0,-2 4 0,3 4 0,1 3 0,-6 5 0,-6 7 0,0 0 0,5 7 0,1 3 0</inkml:trace>
  <inkml:trace contextRef="#ctx0" brushRef="#br0" timeOffset="16">24557 3078 8912,'-8'9'0,"-1"6"0,-9-13 0,11 6 0,7-8 0,17-6 0,17 0 0,8-7 0,10 2 0,0-5 0,-1-1 0,-1-2 0,0-2 0,-2-4 0,-1-2 0,7-1 0,-10-7 0</inkml:trace>
  <inkml:trace contextRef="#ctx0" brushRef="#br0" timeOffset="17">25710 2012 8912,'-42'0'0,"3"-6"0,-6 0 0,4 4 0,-3 14 0,2 11 0,4 7 0,2 12 0,1 4 0,11 17 0,6 6 0,9 11 0,9 0 0,4 2 0,5 1 0,8-7 0,2-5 0,1-8 0,-3-17 0,2-4 0,4-8 0,-4-13 0,4-4 0,-4-11 0,-2-2 0,0-8 0,1-6 0,-1-14 0,0-3 0</inkml:trace>
  <inkml:trace contextRef="#ctx0" brushRef="#br0" timeOffset="18">25607 2407 8912,'0'-17'0,"0"0"0,0-1 0,1 9 0,5 3 0,4 4 0,9 2 0,2 0 0,2 0 0,7 14 0,-1 3 0,-2 11 0,2 1 0,-8 4 0,0 1 0,-8 0 0,-7 1 0,-4 1 0,-2 4 0,-2-7 0,-4 7 0,-4-10 0,-7 5 0,-6-3 0,0-11 0,4-4 0,6-3 0,-2-10 0,13-4 0,-6-10 0</inkml:trace>
  <inkml:trace contextRef="#ctx0" brushRef="#br0" timeOffset="19">26002 2321 8912,'-26'17'0,"1"0"0,7 1 0,7 6 0,0 5 0,1 6 0,-2 5 0,7 5 0,3 5 0,2-6 0,0-4 0,0-3 0,2-5 0,3-1 0,7-3 0,-2-14 0,1-3 0,0 1 0,1-12 0,-1 0 0,-7-16 0,4-11 0</inkml:trace>
  <inkml:trace contextRef="#ctx0" brushRef="#br0" timeOffset="20">25968 1926 8912,'17'15'0,"0"8"0,14 9 0,3 8 0,20 14 0,3 15 0,1 7 0,-29-33 0,-1 0 0,18 43 0,-8-2 0,-9-6 0,-12-9 0,-9-2 0,-14-10 0,-11-1 0,-12-10 0,-5-1 0,-5-6 0,-3-5 0,-2-1 0,-9-5 0,-1-11 0,-5 1 0</inkml:trace>
  <inkml:trace contextRef="#ctx0" brushRef="#br0" timeOffset="21">27362 2115 8912,'0'-12'0,"0"1"0,0-3 0,0 5 0,0-3 0,-2 9 0,-4-3 0,-5 4 0,-1 2 0,-3 2 0,-4 4 0,0 5 0,-6 14 0,0 9 0,-2 10 0,-3 6 0,-1 9 0,2 4 0,3 12 0,6 3 0,3-2 0,8-7 0,5-8 0,4-9 0,7-8 0,7-6 0,7-9 0,8-12 0,3-8 0,2-9 0,1-1 0,-1-5 0,-5 2 0,0-7 0,-8-1 0,2-5 0,-4 0 0,-4-1 0,-3 1 0,-5 8 0,-14-5 0,-5 9 0,-3-1 0,-2-2 0,-1-1 0</inkml:trace>
  <inkml:trace contextRef="#ctx0" brushRef="#br0" timeOffset="22">26914 2562 8912,'-17'0'0,"6"0"0,-1 0 0,-1 0 0,7 0 0,6 0 0,12 0 0,9 0 0,5-6 0,11-2 0,3-1 0,6-5 0,7 5 0,-1-3 0,7 3 0,-13-4 0,-4 3 0,-4 2 0,-11 3 0,-4 5 0,-4 0 0,-11 0 0,-10 2 0,-13 3 0,-3-3 0,-14 13 0,5-5 0</inkml:trace>
  <inkml:trace contextRef="#ctx0" brushRef="#br0" timeOffset="23">28635 1926 8912,'-7'-18'0,"-5"1"0,-5 0 0,-4 2 0,-2 3 0,2 7 0,-6-3 0,-2 2 0,-3 2 0,-2 2 0,-7 2 0,1 0 0,2 2 0,2 4 0,3-2 0,3 7 0,3 1 0,2-3 0,2 7 0,6-5 0,5 6 0,3 4 0,-1 2 0,1-2 0,5 4 0,-2-2 0,4 10 0,0-1 0,-2 8 0,-1 4 0,-1 2 0,6 5 0,-6 9 0,0 3 0,-1 4 0,1 1 0,2 1 0,-7 0 0,5-8 0,-4-4 0,3-5 0,3-6 0,2-10 0,2-7 0,2-8 0,4 2 0,3-6 0,9-6 0,6-3 0,5-8 0,5 2 0,7 4 0,3-4 0,7 3 0,1-5 0,-1-5 0,-1 3 0,-4-4 0,-4 4 0,-7 2 0,-9-2 0,-3-4 0,-4 4 0,-3-7 0,-5 3 0,-3 2 0,-8-7 0,0-2 0,0-3 0,0-9 0,0-1 0</inkml:trace>
  <inkml:trace contextRef="#ctx0" brushRef="#br0" timeOffset="24">28825 2132 8912,'-25'0'0,"6"0"0,-4 0 0,3 0 0,3 2 0,0 6 0,0 9 0,-4 2 0,4 9 0,3 7 0,14 7 0,0 0 0,0 0 0,8 2 0,3-10 0,12 3 0,6-15 0,-2-4 0,1-7 0,1-7 0,4 2 0,-5-8 0,-5-10 0,-4-1 0,-1-16 0,-3 1 0,-4-7 0,-3 7 0,-8-1 0,-8 0 0,-3-5 0,-6-1 0,-6 1 0,2 5 0,-6 3 0,0 3 0,0 8 0,4-1 0,-5 10 0,7 3 0,-2 8 0,11 5 0,-3 15 0,5 2 0</inkml:trace>
  <inkml:trace contextRef="#ctx0" brushRef="#br0" timeOffset="25">29220 2459 8912,'10'-18'0,"-2"9"0,-8-6 0,0 15 0,0 0 0,0 9 0,0 14 0,-2 8 0,-4 7 0,-2 4 0,-3 4 0,-5 1 0,5-6 0,3 1 0,3-2 0,3-10 0,2 5 0,0-12 0,0 1 0,0-6 0</inkml:trace>
  <inkml:trace contextRef="#ctx0" brushRef="#br0" timeOffset="26">29599 2098 8912,'0'24'0,"0"5"0,0 13 0,0 10 0,0 9 0,0 0 0,0 2 0,0-2 0,0 2 0,0-6 0,-8-11 0,-1-4 0</inkml:trace>
  <inkml:trace contextRef="#ctx0" brushRef="#br0" timeOffset="27">29702 1719 8912,'10'-2'0,"-3"-1"0,1-3 0,4 2 0,18 2 0,12 2 0,14 0 0,12 0 0,3 0 0,11 0 0,3 0 0,-1 0 0,-2 0 0,-15 0 0,-4 0 0,-6 0 0,-5 8 0,-6 3 0,-12 6 0,-13 6 0,-7 6 0,-9 3 0,-3 11 0,-2 2 0,-4 5 0,-7 2 0,0 7 0,-12 4 0,3 4 0,3 1 0,0 1 0,0 0 0,-2-2 0,-4-4 0,2 0 0,-8-11 0,0-5 0,-5-12 0,-2-3 0,-5-3 0,-8 1 0,-9-7 0,-7-2 0,-2-7 0,-11-3 0,-14 3 0,43-10 0,-1 1 0,-2 1 0,1 0 0,-45 5 0,4 6 0,12 0 0,5 1 0,5-1 0,1 8 0,0 1 0</inkml:trace>
  <inkml:trace contextRef="#ctx0" brushRef="#br0" timeOffset="28">28412 1857 8912,'0'-23'0,"0"0"0,0 2 0,0 2 0,0 2 0,0 0 0,0-1 0,1 3 0,3 2 0,2 1 0,7 1 0,-1-6 0,-3 1 0,3 5 0,-8 1 0,3 6 0,1-1 0,-6-1 0,6 6 0,-8 0 0,-8 8 0,-4 3 0,-3 4 0,-2 3 0,-2-1 0,-4 0 0,2 0 0,-8 0 0,0 1 0,-5-1 0,5 6 0,1 0 0,1 7 0,-4-1 0,3 5 0,-3 6 0,4 4 0,-1 8 0,7 13 0,-2 4 0,4 18-293,1 5 0,3 0 293,4-1 0,1-5 0,6-7 0,-2-9-4,3-5 1,3-11 3,5-3 0,-3-8 0,4-15 0,4 3 0,1-8 0,-1 0 0,1-8 0,2-2 0,3-1 0,1-1 0,0 6 0,2-7 292,4-4 1,0 1-293,12-1 0,-3 0 0,14-6 0,0-8 0,13 6 0,2-5 0</inkml:trace>
  <inkml:trace contextRef="#ctx0" brushRef="#br0" timeOffset="29">30201 1685 8912,'-7'-17'0,"3"5"0,-6 1 0,3-3 0,3-1 0,-6-2 0,10 7 0,0 5 0,10 3 0,5 2 0,4 2 0,2 3 0,2 7 0,6 11 0,-4 7 0,0 9 0,-1 6 0,5 13 0,-6 5 0,6 17 0,-8 8 0,-6 7 0,-10-43 0,-2 1 0,-2 2 0,0 1-228,-1 4 1,0 1 0,-4 1-1,-2 0 228,-1-1 0,-3-2 0,-4-3 0,-5-3 0,-3-6 0,-4-2 0,0-1 0,-1 0 0,-1-1 0,-1 0 0,-7 2 0,-1-1 0,0 0 0,-1-2 0,-3 1 0,-2-2 0,-2-3 0,-2-1 0,3-2 0,-1-1 0,-4 1 0,0-2 0,1-1 0,-1-2 0,0-5 0,0-1 0,0 0 0,1-2 0,-2-1 0,0-2 0,-1-1 0,1 0 0</inkml:trace>
  <inkml:trace contextRef="#ctx0" brushRef="#br0" timeOffset="30">8449 5106 8912,'-17'-17'0,"0"0"0,0 2 0,0 1 0,-1 5 0,1-1 0,0 3 0,0-1 0,0 2 0,-1 8 0,1 4 0,0 5 0,2 12 0,1 6 0,5 5 0,1 6 0,0-3 0,5 5 0,-3-2 0,2 0 0,2-6 0,2-5 0,0-8 0,0 2 0,2-6 0,4-5 0,-2-5 0,7-9 0,2-3 0,5-13 0,3-10 0,2-7 0,-2-5 0,-2 2 0,-2-8 0,0 2 0,0-2 0,-5-3 0,-3 3 0,-1-4 0,-4-1 0,-2-1 0,-2 0 0,0 9 0,0 2 0,0 5 0,0 2 0,-2 13 0,-4 4 0,4 18 0,-3 5 0,3 23 0,2 11 0,2 8 0,3 3 0,5 3 0,7 3 0,0-9 0,0 2 0,1-5 0,-1-1 0,2-6 0,4 3 0,-4-13 0,4-5 0,-4-11 0,-2-7 0,2-3 0,4-2 0,-9-2 0,3-3 0,-4-11 0,3-8 0,-5-1 0,-5 0 0,-4 0 0,-2 2 0,0 4 0,-2-2 0,-4 6 0,-5 3 0,-5 1 0,-1-6 0,6 7 0,-1 4 0,3 2 0,-3-1 0,-3 3 0,13 4 0,-4 15 0,4 2 0,2 10 0,0-6 0,2 5 0,2 1 0,2-2 0,7 5 0,-1-3 0,5-4 0,6-2 0,-4-10 0,4-2 0,4-7 0,-8-4 0,6-9 0</inkml:trace>
  <inkml:trace contextRef="#ctx0" brushRef="#br0" timeOffset="31">9017 4573 8912,'-26'-9'0,"1"-5"0,8 9 0,-1-1 0,3 8 0,4 4 0,-3 11 0,8 11 0,-5 7 0,5 5 0,0 4 0,6 8 0,0 1 0,2 2 0,2 3 0,2-3 0,5-3 0,-3-6 0,0-6 0,-1-4 0,5-4 0,-6-3 0,-1-4 0,-5-16 0,0-1 0</inkml:trace>
  <inkml:trace contextRef="#ctx0" brushRef="#br0" timeOffset="32">8828 5003 8912,'0'-9'0,"8"-5"0,7 7 0,10-3 0,9-3 0,20-4 0,3-6 0,8-4 0,12-15 0,1-2 0</inkml:trace>
  <inkml:trace contextRef="#ctx0" brushRef="#br0" timeOffset="33">14868 5158 8912,'-17'0'0,"0"-2"0,-2-2 0,-2-2 0,-2 1 0,2-3 0,0 6 0,0-4 0,-4 5 0,-2 1 0,4 7 0,-6 7 0,1 7 0,1 7 0,-4 5 0,8 3 0,2 2 0,2 2 0,4 6 0,4-6 0,5-3 0,4-7 0,2 3 0,2-16 0,4 0 0,5-9 0,4-14 0,4-7 0,4-8 0,6-8 0,-2-9 0,1-2 0,-1-8 0,2 2 0,-4-2 0,-8 2 0,0-3 0,0 3 0,-1-4 0,-5-1 0,-3 1 0,-8 2 0,0 4 0,0 2 0,0 4 0,0 9 0,0 12 0,-2 10 0,-4 7 0,4 9 0,-3 8 0,3 10 0,2 13 0,0 6 0,0 11 0,0-3 0,0 5 0,2-2 0,3 1 0,3 1 0,3-2 0,5-5 0,-5-1 0,6-7 0,4-9 0,2-3 0,-2-3 0,4-12 0,-2-11 0,2-8 0,-2-10 0,-4-1 0,4-16 0,-4 1 0,-2-7 0,-1 1 0,-5-1 0,-3 7 0,-8 1 0,0 0 0,0 1 0,-8 5 0,-3-2 0,-5 4 0,-1 1 0,6 3 0,-1 4 0,6 3 0,-5 8 0,5 8 0,-3 5 0,1 6 0,4 4 0,2 8 0,2-3 0,2 5 0,4 1 0,5 0 0,5 1 0,1-8 0,0-4 0,8-6 0,4-6 0,-3 3 0,3-9 0,2-1 0,1-2 0,3-12 0,-1-7 0,1-2 0,-1-10 0,0-7 0,1-8 0</inkml:trace>
  <inkml:trace contextRef="#ctx0" brushRef="#br0" timeOffset="34">15557 4677 8912,'-18'-18'0,"7"3"0,-1 4 0,9 3 0,-11 12 0,9 7 0,1 12 0,0 10 0,-2 7 0,4 9 0,-3 9 0,3-3 0,2-1 0,0 3 0,0 0 0,0 6 0,0-5 0,2-7 0,3-5 0,-3-8 0,4 2 0,2-5 0,-3-7 0,1-10 0,-6-11 0,0-7 0</inkml:trace>
  <inkml:trace contextRef="#ctx0" brushRef="#br0" timeOffset="35">15402 5020 8912,'-16'12'0,"5"-1"0,3-7 0,8 4 0,16-8 0,8 0 0,11-2 0,5-4 0,14 2 0,-3-7 0,12-8 0,-1-8 0</inkml:trace>
  <inkml:trace contextRef="#ctx0" brushRef="#br0" timeOffset="36">946 5725 8912,'0'-17'0,"0"0"0,0 0 0,0-2 0,0-2 0,0-2 0,-1 0 0,-5 7 0,-6 5 0,-3 3 0,-4 10 0,-4 4 0,-6 5 0,3 5 0,-3 1 0,2 6 0,-2 0 0,-1 7 0,5-3 0,0 2 0,0-1 0,2-1 0,6 2 0,2 1 0,3-7 0,-1 6 0,7-6 0,0 0 0,6-6 0,2 0 0,4-2 0,6-1 0,3-3 0,4-5 0,4 6 0,4-9 0,7 3 0,-5-4 0,0-2 0,-3 6 0,3-1 0,-4 3 0,-8-2 0,0 1 0,0 7 0,-1-3 0,-5 3 0,-3 3 0,-8 6 0,-8-4 0,-3 4 0,-5 2 0,-1-2 0,-6-1 0,0-4 0,0-1 0,6 0 0,0-2 0,0-3 0,0-5 0,7-7 0,-5-15 0,5-4 0</inkml:trace>
  <inkml:trace contextRef="#ctx0" brushRef="#br0" timeOffset="37">1015 5914 8912,'18'0'0,"-1"0"0,-6 0 0,1 0 0,-1 2 0,6 4 0,-7 4 0,-4 7 0,-4 2 0,-1 2 0,3 2 0,2-2 0,0 4 0,-6-2 0,-6 5 0,0-5 0,-5 6 0,5-6 0,-7-2 0,1-10 0,-3-3 0,-2-8 0</inkml:trace>
  <inkml:trace contextRef="#ctx0" brushRef="#br0" timeOffset="38">1187 5760 8912,'18'-8'0,"-1"0"0,0-3 0,0-2 0,0 7 0,1-6 0,-1 7 0,6-1 0,0 4 0,-2-2 0,-2-2 0,-2 1 0,0 5 0,1 0 0,-1 0 0,-8 0 0,-3 7 0,-12 5 0,-9-3 0,-8 3 0,-2-1 0,2 7 0,-2-1 0,-3 0 0,5-2 0,4-3 0,1 3 0,1-4 0,0 5 0,0 1 0,5-2 0,1-3 0,7 3 0,-4-11 0,10 5 0,4-1 0,4-2 0,7-6 0,8-2 0,3-4 0,-1 4 0,2-4 0,-8-1 0,2 1 0,2 0 0,-2 8 0,-4 4 0,-6 5 0,0 10 0,-7 2 0,6 8 0,-7-2 0,1 3 0,-6 2 0,-2 1 0,-3-1 0,1-5 0,-8-2 0,1-3 0,1-3 0,-3-2 0,7-1 0,-7-1 0,11-8 0,-6-1 0,0-16 0,-1-1 0</inkml:trace>
  <inkml:trace contextRef="#ctx0" brushRef="#br0" timeOffset="39">1566 5863 8912,'10'8'0,"5"-7"0,-6 7 0,3-8 0,-1 0 0,-7 0 0,10 8 0,-9 3 0,-1 4 0,4 8 0,-2 0 0,-1 2 0,-5-2 0,0 4 0,0 5 0,0-3 0,0-6 0,0 2 0,0-2 0,-2-6 0,-3-6 0,3 1 0,-6-3 0,8-14 0,0-13 0,0-10 0,0-1 0,2-3 0,4-3 0,-2 3 0,7 3 0,-1-2 0,1 9 0,4-7 0,-3 6 0,-3 0 0,3 6 0,-1 7 0,6 5 0,1 3 0,-1 4 0,0 3 0,-5 11 0,-1 7 0,-5 5 0,5-5 0,-7 8 0,2-3 0,-4-3 0,-2-2 0,2-4 0,3-2 0,-3 1 0,4-1 0,-4-6 0,-2 1 0,0-8 0,2 3 0,4-7 0,-3-2 0,7-3 0,0-9 0,-1-7 0,-3 0 0,5-8 0,-1 7 0,1-7 0,5 2 0,-5-2 0,-1 5 0,-1 6 0,-1 1 0,-4 0 0,0 2 0,1 3 0,-3 5 0,6 7 0,-2 7 0,-1 5 0,1 3 0,-6 2 0,2 0 0,2 3 0,2 1 0,-3 1 0,1 1 0,2-5 0,-2-7 0,7 1 0,-7-7 0,2 7 0,3-8 0,3 1 0,3-3 0,2-2 0,1 0 0,-1 0 0,0 0 0,0-6 0,0 1 0,1-7 0,-1 7 0,0-3 0,0 2 0,-5 4 0,-1-3 0,1-5 0,-3 8 0,-1-6 0,-8 6 0,2-3 0,3-7 0,-3-3 0,4-2 0,-4 5 0,-2 1 0,-6 5 0,1-5 0,-9 7 0,3-2 0,1 4 0,-1 2 0,-1 0 0,-5 0 0,0 2 0,0 2 0,1 4 0,5 1 0,3-5 0,0 11 0,-1-5 0</inkml:trace>
  <inkml:trace contextRef="#ctx0" brushRef="#br0" timeOffset="40">2685 5794 8912,'-12'0'0,"1"0"0,7 0 0,-12 0 0,9 2 0,-5 4 0,7 5 0,3 4 0,2 5 0,0 3 0,0-2 0,0 7 0,0-1 0,0 3 0,0-1 0,0 2 0,0-5 0,0 3 0,0-8 0,0 4 0</inkml:trace>
  <inkml:trace contextRef="#ctx0" brushRef="#br0" timeOffset="41">2564 5811 8912,'-17'0'0,"5"-2"0,1-3 0,-1 1 0,-5-8 0,6 7 0,1-7 0,3-1 0,1 5 0,13-1 0,5 3 0,11 4 0,6-4 0,3 4 0,10 2 0,2 0 0</inkml:trace>
  <inkml:trace contextRef="#ctx0" brushRef="#br0" timeOffset="42">2891 5828 8912,'-27'0'0,"2"0"0,8 0 0,0 0 0,0 2 0,0 2 0,1 4 0,5 1 0,1-3 0,5 6 0,3 1 0,-4 10 0,4-4 0,2 4 0,0-4 0,2-2 0,2 0 0,1 1 0,9-7 0,-3 1 0,-1-9 0,1 3 0,1-6 0,5-6 0,-6-3 0,1-8 0,-2-3 0,1-2 0,2-3 0,-7-4 0,6-3 0,-7 3 0,1-4 0,-6-3 0,0-2 0,0-2 0,0 0 0,0 5 0,0 3 0,0 3 0,0-1 0,0 7 0,-2 2 0,-4 9 0,4 14 0,-3 15 0,-3 10 0,2 13 0,1 4 0,5 8 0,0-1 0,0 1 0,0-1 0,0 1 0,7-6 0,5-2 0,3-2 0,2-4 0,2-4 0,4-5 0,-4-4 0,14-15 0,-6-3 0</inkml:trace>
  <inkml:trace contextRef="#ctx0" brushRef="#br0" timeOffset="43">3270 5588 8912,'-18'-17'0,"1"1"0,0 5 0,6-3 0,-1 13 0,-1 8 0,3 10 0,-1 18 0,1 7 0,-1 4 0,-3 3 0,9 3 0,1-1 0,2 1 0,2 5 0,0 1 0,2-3 0,3-9 0,3-4 0,4-8 0,3-1 0,-4-5 0,5-5 0,1-11 0,0-5 0,0-7 0,0 0 0,1 0 0</inkml:trace>
  <inkml:trace contextRef="#ctx0" brushRef="#br0" timeOffset="44">3425 5777 8912,'0'-10'0,"7"3"0,3 7 0,7 0 0,0 2 0,0 3 0,1-1 0,-1 8 0,0 1 0,0 2 0,-2 2 0,-3 1 0,1 1 0,-7 4 0,-2-2 0,-10 7 0,-3 1 0,-9 5 0,-6 7 0,-5-1 0,4 5 0,2-4 0,0-3 0,6-10 0,-4-3 0,11-8 0</inkml:trace>
  <inkml:trace contextRef="#ctx0" brushRef="#br0" timeOffset="45">3717 5743 8912,'-8'-10'0,"7"2"0,-15 8 0,12 14 0,-7 3 0,1 12 0,-3 1 0,3 8 0,3 8 0,-1 4 0,2 1 0,4 1 0,-3 0 0,3-3 0,2-3 0,7 2 0,5-8 0,3-8 0,2-9 0,1-5 0,-1-7 0,0-3 0,0-8 0,-7 0 0,13-8 0,-4-2 0</inkml:trace>
  <inkml:trace contextRef="#ctx0" brushRef="#br0" timeOffset="46">3803 5347 8912,'17'2'0,"2"6"0,4 11 0,6 13 0,4 10 0,1 10 0,-5 13 0,-3 5 0,-3 7 0,-7 5 0,-7 0 0,-9-2 0,-2 8 0,-3-8 0,-7-5 0,-9-14 0,-4-2 0,-2-3 0,5-7 0,-7-8 0,14-5 0,-3-19 0,5 2 0,-4-13 0,0-8 0,-1-8 0</inkml:trace>
  <inkml:trace contextRef="#ctx0" brushRef="#br0" timeOffset="47">4354 5914 8912,'-10'0'0,"4"-5"0,12-1 0,11 0 0,12 4 0,4-1 0,1-3 0,0 0 0,3 4 0,1-2 0,2-1 0,-2-1 0,-9 6 0,2 0 0,-8 0 0,-2 0 0,-2 0 0,-8 0 0,1 0 0,-8 0 0,3 8 0,-14-5 0,-5 9 0,3-3 0,-3 3 0,1 3 0,-7-5 0</inkml:trace>
  <inkml:trace contextRef="#ctx0" brushRef="#br0" timeOffset="48">4388 6344 8912,'17'-9'0,"3"1"0,1 6 0,5-2 0,7-1 0,-3-9 0,11 3 0,-5 1 0,-4 1 0,-1-1 0,-2 1 0,-3 5 0,3-2 0,-10 4 0,-7 0 0,1-4 0,-5 5 0,-1-7 0,-7 8 0,-7 0 0,-5 0 0,-3 0 0,-2 8 0,0-7 0,-1 7 0</inkml:trace>
  <inkml:trace contextRef="#ctx0" brushRef="#br0" timeOffset="49">26329 10608 8912,'-19'10'0,"-2"-5"0,-2-3 0,2-2 0,4 2 0,5 4 0,9-4 0,12 4 0,12-4 0,8-2 0,7 0 0,10 0 0,0 0 0,2 0 0,-2 0 0,2 1 0,-8 5 0,2-4 0,-6 6 0,0-1 0,-3 5 0,-18 3 0,0 2 0,-15 1 0</inkml:trace>
  <inkml:trace contextRef="#ctx0" brushRef="#br0" timeOffset="50">27482 10196 8912,'25'-18'0,"-6"-1"0,-7-2 0,-3-4 0,-1 1 0,0-3 0,-5 2 0,-1 0 0,4 2 0,0 6 0,-2 9 0,-8 10 0,-2 14 0,-2 16 0,5 16 0,-3 7 0,2 8 0,2 12 0,2 5 0,-6 4 0,1 2 0,1 0 0,2 0 0,4-8-115,4-3 1,-3-6 114,9-6 0,-1 0 0,7-12 0,-3-5 0,-4-17 0,-3-12 0,-8-9 0</inkml:trace>
  <inkml:trace contextRef="#ctx0" brushRef="#br0" timeOffset="51">26536 11416 8912,'-10'8'0,"3"-4"0,12 5 0,13-1 0,14-2 0,35-6 0,21 0 0,-34 0 0,3 0 0,13-1 0,3 0 0,10-1 0,2-2 0,8-2 0,2-1 0,-28 0 0,2 0 0,-1 0 0,1-2 0,-1 1 0,0-2 0,1-1 0,0-1 0,0 0 0,-3 1 0,0-1 0,0-1-372,1 0 0,-1-1 1,-2 1-1,18-2 1,-3-1 371,-3 0 0,-3-2 0,-15 3 0,-3 0 0,35-18 0,-18 4 0,-12 6 0,-14 12 215,-6 5 0,-6-1-215,-5 1 0,-6 2 0,-12 10 0,-5 5 0,-6 5 0,-6 1 0,-3 2 0,-9 4 0,-6-12 0,-11 12 0,-9-13 0</inkml:trace>
  <inkml:trace contextRef="#ctx0" brushRef="#br0" timeOffset="52">26278 12190 8912,'-23'-15'0,"2"1"0,3 5 0,5 1 0,2 6 0,-1 6 0,3 9 0,1 8 0,2 6 0,6 11 0,0 6 0,0 8 0,0 9 0,0-2 0,2 2 0,4 4 0,3-5 0,9-3 0,-1-6 0,0-5 0,-2-4 0,-3-7 0,3-9 0,-3-3 0,3-4 0,2-9 0,0-18 0,0-11 0</inkml:trace>
  <inkml:trace contextRef="#ctx0" brushRef="#br0" timeOffset="53">26691 12242 8912,'0'21'0,"0"7"0,0 8 0,0 18 0,0 3 0,0 6 0,0 10 0,0 1 0,0 1 0,0-8 0,0-2 0,0-2 0,0-12 0,0-5 0,0-11 0,-8-18 0,-2 0 0</inkml:trace>
  <inkml:trace contextRef="#ctx0" brushRef="#br0" timeOffset="54">26467 12654 8912,'-8'-17'0,"8"5"0,0 1 0,8 7 0,9-2 0,8-1 0,4-1 0,3 1 0,3-1 0,-1 2 0,8-1 0,2-3 0</inkml:trace>
  <inkml:trace contextRef="#ctx0" brushRef="#br0" timeOffset="55">27138 12706 8912,'-17'11'0,"0"-1"0,1-1 0,5 1 0,-2-4 0,7 5 0,0-7 0,8 4 0,4-8 0,5 0 0,6-6 0,6 0 0,-2-13 0,8 2 0,-8-6 0,2 0 0,2 2 0,-2-8 0,-2 8 0,-10-2 0,3-2 0,-9 3 0,1-1 0,-6 5 0,-2 3 0,-3 4 0,-7 3 0,-11 8 0,2 2 0,-8 4 0,1 11 0,-7 12 0,1 5 0,-1 6 0,9 4 0,3 8 0,9-1 0,3 1 0,9-8 0,2-4 0,4 0 0,13-6 0,4-5 0,13-18 0,1-5 0,-1-4 0,1-4 0,-1-4 0,-1-5 0,-5-12 0,-3-4 0,-8-7 0,1-1 0</inkml:trace>
  <inkml:trace contextRef="#ctx0" brushRef="#br0" timeOffset="56">27396 12310 8912,'0'12'0,"0"-1"0,2-7 0,4 2 0,5-12 0,12-5 0,-2 1 0,8-1 0,0-1 0,5-3 0,-1 1 0,-5 3 0,5 0 0,-6-7 0,7 1 0</inkml:trace>
  <inkml:trace contextRef="#ctx0" brushRef="#br0" timeOffset="57">27792 12070 8912,'11'-10'0,"1"4"0,-6 4 0,5 2 0,1 2 0,-3 4 0,6-2 0,-5 7 0,2 3 0,-1 1 0,-7 8 0,2 0 0,-5 2 0,-1-2 0,0 3 0,0 1 0,-1 0 0,-5-4 0,4-4 0,-13 6 0,5-8 0</inkml:trace>
  <inkml:trace contextRef="#ctx0" brushRef="#br0" timeOffset="58">28085 12001 8912,'9'-8'0,"-1"6"0,-8-3 0,0 10 0,-6 7 0,0 11 0,-7-2 0,1 7 0,5 1 0,1 5 0,4-1 0,2-5 0,0 5 0,0-4 0,8-5 0,3-1 0,-1-5 0,1-7 0,8 4 0,8-5 0</inkml:trace>
  <inkml:trace contextRef="#ctx0" brushRef="#br0" timeOffset="59">28343 11829 8912,'2'9'0,"1"-1"0,3 0 0,2 1 0,-2 8 0,-3 3 0,9 2 0,-1 9 0,-1 7 0,5 16 0,-3 15 0,3 9 0,2 14 0,-9-44 0,-1 1 0,-1 1 0,0 1 0,1 3 0,-1 1-167,-2-1 0,-2 1 0,0 2 0,-2-1 167,-4-4 0,-4-1-365,-18 33 0,-34-10 0,-10-12 0</inkml:trace>
  <inkml:trace contextRef="#ctx0" brushRef="#br0" timeOffset="60">25916 11915 8912,'-69'25'0,"1"3"0,1 7 0,4 5 0,-2 6 0,7 9 0,5 4 0,5 2 0,15 4 0,16 12 0,13 9 0,14 9 0,1-40 0,5 1 0,5 3 0,4 1 0,0 2 0,1 0-366,3 0 0,0 0 0,-2-2 0,1 0 366,3-2 0,1-1 0,-1-4 0,1-1 0,2-4 0,1-2 0,-1-3 0,1-1 0,-2-4 0,3-3 0,2-3 0,2-3-28,46 17 0,0-12 28,6-11 0,-2-9 0,2-10 0,-44-6 0,1-2 0,2-1 0,-1 0 0</inkml:trace>
  <inkml:trace contextRef="#ctx0" brushRef="#br0" timeOffset="61">28911 11623 8912,'15'-33'0,"-2"4"0,1 7 0,5 2 0,-4 9 0,4 1 0,-5 3 0,-1 3 0,2 10 0,2 5 0,1 6 0,-1 6 0,-2 12 0,-3 10 0,1 5 0,-5 4 0,-1 1 0,1 2 0,-2 1 0,-6-7 0,5 1 0,1-1 0,-2-3 0,-2-8 0,4-2 0,-1-15 0,9-5 0,-3-7 0,10-9 0,2-2 0,10-10 0,1-13 0,2-3 0,10-9 0,-2 1 0,2 0 0,-6 7 0,-11 4 0,2 0 0,-8 6 0,-8-4 0,-15 19 0,-10-6 0</inkml:trace>
  <inkml:trace contextRef="#ctx0" brushRef="#br0" timeOffset="62">26622 10144 8912,'0'-17'0,"0"0"0,-2-1 0,-4 1 0,2 8 0,-5 5 0,1 8 0,-5 9 0,1 16 0,-3 11 0,-2 23 0,-2 7 0,-4 16 0,11-36 0,-1 0 0,-2 1 0,-1 1 0,2 1 0,0 1-229,-2 1 1,1 1 0,1 2-1,1 2 229,-2 3 0,2 0 0,2 2 0,2 0 0,0-4 0,1-1 0,2-7 0,3-1 0,3 28 0,-8-11 0,-2-18 0</inkml:trace>
  <inkml:trace contextRef="#ctx0" brushRef="#br0" timeOffset="63">28773 10264 8912,'-17'12'0,"-1"-3"0,1 1 0,2-1 0,4 5 0,5 1 0,4-3 0,4-3 0,4-1 0,9-3 0,8-5 0,0 0 0,2 0 0,1-7 0,9-5 0,-1-5 0,1-6 0,-3 4 0,-3-4 0,3-2 0,-5 1 0,0-1 0,-4 0 0,-4-4 0,-4 6 0,-3 0 0,-7-1 0,-7 10 0,-9-3 0,-2 6 0,-16-1 0,-2 6 0,-1 4 0,-3 12 0,1 7 0,5 8 0,1 9 0,1 8 0,-2 4 0,6 10 0,12 1 0,5-2 0,4-1 0,2 1 0,0-3 0,15-6 0,8-18 0,10-5 0,7-11 0,6-7 0,4-3 0,1-17 0,1-12 0,-1-17 0</inkml:trace>
  <inkml:trace contextRef="#ctx0" brushRef="#br0" timeOffset="64">29375 9663 8912,'-9'-8'0,"1"4"0,8-7 0,8 5 0,3-6 0,6-1 0,6-2 0,4 3 0,7 1 0,1 1 0,-1-1 0,-1-4 0,-5 3 0,5-11 0,-6-4 0</inkml:trace>
  <inkml:trace contextRef="#ctx0" brushRef="#br0" timeOffset="65">29926 9216 8912,'11'-12'0,"1"1"0,3-1 0,6 3 0,0-5 0,8 8 0,-2 1 0,3 5 0,-3 2 0,-2 3 0,-2 5 0,-6 7 0,-2 8 0,-3 4 0,-6 3 0,-5 2 0,-8 3 0,-5 3 0,-11-2 0,-5 8 0,-11-8 0,-1 2 0,-6 0 0,8-5 0,6-8 0,-3 1 0,8-1 0</inkml:trace>
  <inkml:trace contextRef="#ctx0" brushRef="#br0" timeOffset="66">30477 8992 8912,'-18'0'0,"-1"-6"0,-4 1 0,-3 6 0,-9 11 0,-1 18 0,-2 13 0,-5 8 0,-1 6 0,6 14 0,-2-2 0,19 3 0,10-3 0,9-2 0,7-4 0,20-6 0,15-11 0,10-8 0,7-7 0,12-12 0,12-7 0,3-9-330,2 3 0,-8-19 0,-1-6 0</inkml:trace>
  <inkml:trace contextRef="#ctx0" brushRef="#br0" timeOffset="67">19756 14735 8912,'-18'0'0,"1"0"0,0 0 0,0 0 0,0 0 0,-1 0 0,11 0 0,7 0 0,11-2 0,10-4 0,6-4 0,9-7 0,3 0 0,1 0 0,6 0 0,-6-1 0,2 7 0,-4 1 0,2 1 0,-2-1 0,-7 6 0,-2-1 0,-8 3 0,4 2 0,-8 0 0</inkml:trace>
  <inkml:trace contextRef="#ctx0" brushRef="#br0" timeOffset="68">19790 15405 8912,'-10'-2'0,"5"-4"0,3-5 0,9-4 0,5-3 0,3 3 0,2 4 0,8-5 0,4 5 0,-2-4 0,1-2 0,3-1 0,1-7 0,3-1 0</inkml:trace>
  <inkml:trace contextRef="#ctx0" brushRef="#br0" timeOffset="69">21339 14614 8912,'-12'0'0,"1"0"0,-1 2 0,3 4 0,1-2 0,10 5 0,4-1 0,3-2 0,9-6 0,-1 0 0,0 0 0,6-8 0,2-2 0,2-3 0,3-4 0,-5 3 0,-2-8 0,2 2 0,-2 3 0,-4 0 0,-6 0 0,-3 0 0,-4-1 0,-6 3 0,0 4 0,-8-3 0,-9 9 0,-8-1 0,-4 6 0,-3 2 0,-3 3 0,1 13 0,-1 10 0,3 9 0,3 8 0,-1 3 0,7 15 0,2 0 0,9 6 0,5 6 0,7-1 0,3-3 0,9-14 0,7-7 0,15-16 0,8-15 0,4-7 0,4-10 0,2-8 0,-1-11 0,1-12 0,0-11 0,-1-12 0,1-9 0</inkml:trace>
  <inkml:trace contextRef="#ctx0" brushRef="#br0" timeOffset="70">21666 13875 8912,'0'11'0,"0"1"0,0-8 0,2 3 0,5-7 0,10-2 0,10-3 0,2-3 0,3-5 0,5 1 0,-1-1 0,2-4 0,1-4 0,1-2 0,0-8 0,-6 4 0</inkml:trace>
  <inkml:trace contextRef="#ctx0" brushRef="#br0" timeOffset="71">22182 13548 8912,'0'-17'0,"0"0"0,0 0 0,0-1 0,2 9 0,4 3 0,3 6 0,8 6 0,3 5 0,2 5 0,-2 1 0,3 0 0,-2 0 0,0 2 0,2 2 0,-2 2 0,-2 0 0,-2-6 0,-2 1 0,-3-1 0,1 0 0,-7 2 0,-2 4 0,-2-4 0,-2 4 0,-8-4 0,-4-2 0,-3 0 0,-2 1 0,-8-9 0,6-1 0,-6-8 0</inkml:trace>
  <inkml:trace contextRef="#ctx0" brushRef="#br0" timeOffset="72">22595 13342 8912,'-8'-27'0,"5"4"0,-9 12 0,1 3 0,-7 10 0,1 6 0,0 9 0,0 15 0,0 14 0,-1 4 0,1 1 0,6 3 0,-1 3 0,10-3 0,4 3 0,15-5 0,16-7 0,9-4 0,10-13 0,5-5 0,0-11 0,12 1 0,-6-7 0,-2-1 0,-15-5 0,4-7 0,-6-3 0</inkml:trace>
  <inkml:trace contextRef="#ctx0" brushRef="#br0" timeOffset="73">20134 15594 8912,'-29'6'0,"3"0"0,3-1 0,7 3 0,11 3 0,12 3 0,16-3 0,21-3 0,27-8 0,15 0 0,-36 0 0,1 0 0,9-4 0,3-2 0,10-2 0,3-3 0,12-5 0,4-4 0,-23 3 0,3-2 0,1 0 0,8-3 0,2-1 0,1-1 0,-15 4 0,1-2 0,1 1 0,0 0 0,3 0 0,0 0 0,0 1 0,1 0-164,1-1 1,1 1 0,0 0 0,-1 0 0,-2 2 0,-1 1 0,0-1 0,-1 1 0,21-6 0,-1-1 0,-1 2 0,-7 2 0,-2 0 0,-2 1 163,-6 0 0,-3 1 0,-2 1 0,24-4 0,-6 0 0,-13 4 0,-4 0 0,-12 3 0,-4 1 0,25-2 0,-16 3 259,-17 7 0,-12 3-259,-17 2 0,-9 2 0,-8 3 0,-15 7 0,-14 11 0,-19 3 0,-9 9 0,-10 1 0,-8 4 0,5-3 0,-7 5 0</inkml:trace>
  <inkml:trace contextRef="#ctx0" brushRef="#br0" timeOffset="74">20513 16299 8912,'-12'0'0,"1"2"0,-1 6 0,3 9 0,3 10 0,4 5 0,2 16 0,2 3 0,2 5 0,2 3 0,9 2 0,0 8 0,6 0 0,0-1 0,-2-6 0,-1-5 0,-1-6 0,0-5 0,0-4 0,0-15 0,1-2 0</inkml:trace>
  <inkml:trace contextRef="#ctx0" brushRef="#br0" timeOffset="75">20891 16248 8912,'-5'-6'0,"-1"12"0,0 16 0,6 19 0,2 12 0,4-1 0,5 3 0,5 4 0,6 2 0,3 8 0,2 0 0,4 0 0,-1-6 0,-1 0 0,2-10 0,-8-1 0,-1-8 0,-4-10 0</inkml:trace>
  <inkml:trace contextRef="#ctx0" brushRef="#br0" timeOffset="76">20822 16763 8912,'-9'0'0,"11"-7"0,15-5 0,10-3 0,13-2 0,4-6 0,8-2 0,-1 0 0,1 0 0,-1 0 0,1 3-276,-8 2 1,6-4 0,-6 6 0</inkml:trace>
  <inkml:trace contextRef="#ctx0" brushRef="#br0" timeOffset="77">21545 16540 8912,'-7'11'0,"-5"1"0,3-8 0,-3 1 0,8-3 0,0-2 0,14 0 0,7 0 0,18-7 0,-1-5 0,6-5 0,0-6 0,2-2 0,4-5 0,-7 3 0,-9 2 0,1-4 0,-8 6 0,-2-5 0,-10 5 0,-3-2 0,-8 2 0,-10 6 0,-7 0 0,-14 1 0,-9 11 0,0 3 0,-2 6 0,6 13 0,-4 11 0,5 5 0,7 1 0,-1 10 0,12 8 0,-4 1 0,9 10 0,4-2 0,5 4 0,8-3 0,13-3 0,1-4 0,9-9 0,7-8 0,5-15 0,8-2 0,-2-15 0,1-8 0,-1-9 0,-2-12 0,-7-8 0,-1-5 0,-3-4 0,-11-16 0,11 10 0,-6-13 0</inkml:trace>
  <inkml:trace contextRef="#ctx0" brushRef="#br0" timeOffset="78">22044 15990 8912,'-17'0'0,"8"0"0,5-2 0,15-4 0,3 2 0,14-7 0,-5 5 0,6-4 0,1 1 0,3-1 0,-1 1 0,-3-3 0,4-3 0,-14-2 0,6-10 0</inkml:trace>
  <inkml:trace contextRef="#ctx0" brushRef="#br0" timeOffset="79">22475 15663 8912,'17'-6'0,"0"0"0,2 3 0,4 1 0,4 2 0,7 0 0,-5 0 0,0 0 0,-1 2 0,-1 3 0,0 11 0,-4 7 0,-10 7 0,4-1 0,-11-1 0,0 5 0,-6 3 0,-6 1 0,-4-1 0,-7-2 0,-2-1 0,-4-5 0,6-3 0,0-8 0,0-7 0,5-4 0,4-12 0,1-11 0,7-10 0</inkml:trace>
  <inkml:trace contextRef="#ctx0" brushRef="#br0" timeOffset="80">22836 15491 8912,'-12'2'0,"1"4"0,5 9 0,-5 8 0,5 13 0,-5-1 0,7 10 0,-2 1 0,6 2 0,6-2 0,3 2 0,10-8 0,4-4 0,6-5 0,4-8 0,1-12 0,6 2 0,0-7 0,0 0 0,-5-21 0,-1-5 0</inkml:trace>
  <inkml:trace contextRef="#ctx0" brushRef="#br0" timeOffset="81">25125 14030 8912,'0'-18'0,"0"1"0,0 0 0,0 0 0,0 0 0,0-1 0,0 1 0,-6 6 0,-2 1 0,-1 3 0,-5 3 0,-7 2 0,-2 4 0,0 4 0,-1 5 0,-3 12 0,-10 9 0,-1 12 0,-2 14 0,-8 10 0,2 13 0,22-34 0,1 3 0,-1 11 0,2 4 0,1 7 0,3 3-463,2 9 1,2 2 0,1 9 0,3 3 462,5-30 0,1 1 0,1 1 0,1 0 0,-1 1 0,3 0 0,1 1 0,2 0 0,0-1 0,2-3 0,1-1 0,1-1 0,4 26 0,4-4 0,4-11 0,2-3-129,1-15 1,2-4-1,0-6 1,2-4 128,26 24 0,-3-10-2,-3-13 0,2-12 2,-8-11 0,0-4 0,-5-2 0,5-5 0,0-1 0,-2-7 1734,-9 2-1734,-4-12 0,0-11 0,2-10 0</inkml:trace>
  <inkml:trace contextRef="#ctx0" brushRef="#br0" timeOffset="82">26312 14098 8912,'-2'-17'0,"-2"0"0,-1 4 0,1 7 0,2 12 0,2 15 0,0 9 0,0 6 0,0 5 0,0 4 0,0-3 0,2 1 0,4-1 0,-3 3 0,7-4 0,-1-3 0,1-2 0,0-2 0,1 1 0,4-8 0,-5 5 0,7-5 0</inkml:trace>
  <inkml:trace contextRef="#ctx0" brushRef="#br0" timeOffset="83">25813 14872 8912,'-17'0'0,"2"2"0,3 4 0,8-2 0,16 7 0,16-7 0,26 0 0,17-10 0,19-11 0,-39 5 0,3-1 0,8-3 0,2-3 0,7-4 0,1-3-529,5-2 0,1-1 0,5-3 0,1-1 529,-1-2 0,0 1 0,-7 0 0,-1 1 0,-5 1 0,-2 1 0,-8 5 0,-4 2 121,30-10 0,-13 9 0,-29 12 0,-10 3-121,-9 2 0,-11 3 0,-3 5 0,-7 0 0,-4 9 0,-12 7 0,-3 5 0,-12 7 0,-5-3 0,-6 2 0,-10-6 0,4 4 0</inkml:trace>
  <inkml:trace contextRef="#ctx0" brushRef="#br0" timeOffset="84">25675 15302 8912,'-17'0'0,"0"0"0,2 2 0,3 5 0,6 11 0,5 8 0,1 9 0,0 7 0,0 9 0,0 11 0,1 6 0,5 3 0,6 0 0,3-4 0,2-10 0,0-2 0,1-5 0,-1-4 0,0-16 0,0-3 0,0-12 0,1-9 0,-1-12 0,0-3 0</inkml:trace>
  <inkml:trace contextRef="#ctx0" brushRef="#br0" timeOffset="85">26157 15233 8912,'-9'8'0,"3"3"0,4 6 0,2 8 0,0 10 0,0 9 0,2 11 0,4 2 0,-3 8 0,9-2 0,-1-2 0,7 2 0,-1-13 0,0 0 0,0-6 0,0-6 0,-1-2 0,-5-1 0,5-9 0,-15-8 0,7-11 0</inkml:trace>
  <inkml:trace contextRef="#ctx0" brushRef="#br0" timeOffset="86">26106 15663 8912,'-18'-8'0,"7"4"0,-1-7 0,10 5 0,4-5 0,14-3 0,10 5 0,13-3 0,5-1 0,5-2 0,-1-2 0,10-1 0,3-6 0,0-3 0</inkml:trace>
  <inkml:trace contextRef="#ctx0" brushRef="#br0" timeOffset="87">26846 15663 8912,'0'23'0,"-2"-2"0,-2-4 0,-2-4 0,0-9 0,8 4 0,4-10 0,5-4 0,7-3 0,5-8 0,3-6 0,9 0 0,-7-8 0,1 2 0,-8 3 0,2-3 0,0 2 0,-6-1 0,-3 1 0,-14 4 0,-2 6 0,-4 0 0,-5 1 0,-12 11 0,-10-1 0,-7 6 0,0 2 0,-2 4 0,5 5 0,-3 12 0,12 0 0,5 11 0,3-1 0,3 13 0,8-6 0,3 5 0,6-4 0,6 4 0,11-8 0,12-3 0,3-1 0,3-10 0,1-6 0,4-6 0,-2-7 0,6 0 0,-2-6 0,-3-4 0,-5-13 0,-5 2 0,-5-4 0,1-12 0,2-3 0</inkml:trace>
  <inkml:trace contextRef="#ctx0" brushRef="#br0" timeOffset="88">27224 15250 8912,'17'-7'0,"2"-3"0,4-1 0,6-1 0,2 1 0,-1-6 0,-1-1 0,0-6 0,5-3 0</inkml:trace>
  <inkml:trace contextRef="#ctx0" brushRef="#br0" timeOffset="89">27517 14820 8912,'17'-5'0,"-2"-3"0,-3-1 0,3 5 0,-4-2 0,5 4 0,1 2 0,0 0 0,0 0 0,1 2 0,-1 4 0,-6 3 0,1 8 0,-1 1 0,6-1 0,-7 6 0,-4 2 0,-4 1 0,-2 5 0,0-4 0,0 1 0,0 1 0,0 5 0,0-1 0,0-4 0,0-5 0,0-6 0,0-9 0,0-1 0</inkml:trace>
  <inkml:trace contextRef="#ctx0" brushRef="#br0" timeOffset="90">27964 14769 8912,'-17'-6'0,"0"0"0,-1 1 0,1-3 0,-6 8 0,0 2 0,2 11 0,2 8 0,2 12 0,0 1 0,7 1 0,5 5 0,3 2 0,2-2 0,13 2 0,4-2 0,12-9 0,1 1 0,7-5 0,3-6 0,6-4 0,-6-6 0,-2-3 0,-9-8 0,-4 0 0,0-8 0,1-1 0</inkml:trace>
  <inkml:trace contextRef="#ctx0" brushRef="#br0" timeOffset="91">28394 13600 8912,'0'-17'0,"0"5"0,0 1 0,0-3 0,4 7 0,8 5 0,11 9 0,7 11 0,12 18 0,4 4 0,10 25 0,-27-26 0,-1 2 0,1 6 0,-1 4 0,0 7 0,-2 4 0,2 7 0,-1 3-616,3 7 0,-2 3 0,-2 10 1,-3 3 615,-8-27 0,-1 1 0,-3 0 0,-2-1 0,-2 1 0,-1-1 0,-1-1 0,-1-1 0,-2 1 0,-3 1 0,-1-1 0,-3 1 0,-1 2 0,-2 1 0,-1 0 0,-1 0 0,-1-1 0,-2 1 0,-3 0 0,-2-1 0,0 1 0,1 0 0,0 0 0,0-1 0,-1-5 0,0-1 0,0 0 0,-1 3 0,0 0 0</inkml:trace>
  <inkml:trace contextRef="#ctx0" brushRef="#br0" timeOffset="92">20306 18362 8912,'-23'-17'0,"0"0"0,18 5 0,16 1 0,14 0 0,15-7 0,8-1 0,7-4 0,1-2 0,7-5 0,4 1 0,5-1 0,7-1 0,7 1 0,0 1 0,-8 0 0,-1-5 0</inkml:trace>
  <inkml:trace contextRef="#ctx0" brushRef="#br0" timeOffset="93">20719 18551 8912,'-34'27'0,"7"-2"0,4-8 0,12 0 0,13-7 0,15-4 0,10-12 0,15-7 0,9-8 0,10-8 0,8-4 0,6-1 0,3 0-1293,8-1 1293,-7-7 0,5-2 0,-6-7 0</inkml:trace>
  <inkml:trace contextRef="#ctx0" brushRef="#br1" timeOffset="94">28670 13548 8912,'-23'0'0,"-2"0"0,-2 0 0,-2 0 0,1 0 0,-1 0 0,-2 0 0,-1 0 0,1 0 0,1 0 0,-3 0 0,3 0 0,-3 0 0,-5 0 0,-4 0 0,-2 0 0,4 0 0,-4 0 0,0 0 0,0 0 0,-2-2 0,-6-3 0,-1 3 0,-3-4 0,-5 4 0,-6 2 0,-2 0 0,-17 0 0,12 6-175,-7-1 1,3 9 174,3-3 0,-3-1 0,-2 1 0,5-1 0,-11 3 0,4-3 0,4-3 0,-5 5 0,9-6 0,1 5 0,10-5 0,-4 7 0,4-1 0,-12 3 0,-5 2 0,2 8 0,-3 4 0,11 3 0,-1 2 0,8 1 0,3-1 0,3 6 0,6 0 0,-1 3 0,0-3 0,-5-4 0,0 4 0,-1 2 0,7-2 0,-1 6 0,0-6 0,3 0 0,3 2 0,4-5 0,7 3 0,1 4 0,-1 2 0,-5 7 0,0-1 0,0 3 0,5-9 0,1 3 0,-2 5 0,-2-1 0,-3-1 0,1 3 0,6-9 0,5 10 0,0 1 0,1 16-216,-7 1 1,3 3 215,3 3 0,4-2 0,8 4 0,0-5-89,0-7 1,7-3 88,4-10 0,4-3 0,2 3 0,8 3 0,4-3 0,5 0 0,6-5 0,2 5 0,7 0 0,1-1 0,3-3 0,4-3 0,0-4 0,6 9 0,11-3 0,5 11-131,6 0 0,1 4 131,0 1 0,-6-5 0,2-1 0,6-5 0,7-7 0,7-14 0,1-13 0,7-6 0,-44-11 0,0-1 0,0 0 0,-1-2 0,44-3 0,0 0 0,-12 0 0,12-6 0,-43 3 0,1-1 0,2 0 0,0 0 0,-1 1 0,1-2 0,-2-1 0,-1-1 0,37-4 0,0-5 0,0-1 0,-36 8 0,0 1 0,1 0 0,1-1 0,2-2 0,-1-1 0,-1 1 0,-1-1 0,0-3 0,0-1 0,-1 2 0,-1 0 0,-1-2 0,0 1 0,-1 1 0,0-1 0,2-1 0,1 0 0,-1 2 0,-1-1 0,0-1 0,-2 0 0,0-1 0,0-1 0,-1-1 0,0-2 0,35-19 0,0-2-4,-16 2 1,4 2 0,5-6-1,2 0 4,-3 0 0,-7 4 0,-2-6 0,-7 2 102,1-2 1,-11-1 0,-6 5 0,-3-2-103,-3-4 0,8-4 0,4-5 0,2 5 0,-2 1 0,3-1-20,-3 6 0,-2-5 20,2-7 0,-10 11 0,1-5 0,-9 2 306,-3 1 1,4-3-307,-6 1 0,-2-1 7,-10 0 1,3 7-8,-8-1 0,5 2 0,-5-2 0,-1-2 0,-5 8 0,0 0 0,0-2 0,0 2 117,0-12 0,-1 10-117,-5-9 0,2-3 0,-7-3 0,5-2 0,-6 1 0,7 11 0,-5-3 0,2 6 0,5 6 0,-5 0 0,2-3 0,-5 3 0,5-8 0,-7 6 0,1-6 0,1 1 0,-7-7 0,5 0 0,-12 1 0,2-1 0,0 1 0,-7 5 0,1 0 0,-9 2 0,-2-2 0,-6 4 0,6 8 0,-8-1 0,2 3 0,-4 3 0,-1 6 0,5 4 0,0 2 0,6 6 0,-6-1 0,2 8 0,-2-1 0,-4 3 0,4 2 0,-3 0 0,-3 0 0,8 5 0,6 1 0,5 0 0,4 1 0,14-5 0,-2 4 0,11 4 0,-1-8 0,9 5 0,3-7 0,-3 0 0,6 0 0,-8 0 0,0 0 0,0 8 0,0-6 0,0 5 0,0-7 0,0 0 0,-2 6 0,-4 0 0,4 0 0,-7-6 0,3 0 0,4 0 0,-11 2 0,7 3 0,0-3 0,6 6 0,-7-8 0,5 0 0,-6 0 0,6 0 0,-4 0 0,4 0 0,-5 0 0,7 0 0,0 0 0,0 7 0,0-5 0,0 6 0,0-8 0,0 0 0,0 8 0,0 1 0</inkml:trace>
  <inkml:trace contextRef="#ctx0" brushRef="#br1" timeOffset="95">29685 14167 8912,'-17'0'0,"0"0"0,1-2 0,5-3 0,13-5 0,17-7 0,13-2 0,12-4 0,14-4 0,5-7 0,4-1 0,2 1 0,-6 1 0,-2 3 0,-4 3 0,-7 2 0,-2 4 0,-14 10 0,4-5 0,-34 15 0,2-7 0</inkml:trace>
  <inkml:trace contextRef="#ctx0" brushRef="#br1" timeOffset="96">29995 14373 8912,'-17'0'0,"-1"0"0,9-1 0,3-5 0,12-4 0,5-7 0,14-6 0,9 0 0,3-7 0,9 1 0,-2-2 0,2 3 0,-4-3 0,-8 8 0,0 2 0,1 2 0,-1-6 0,1-1 0</inkml:trace>
  <inkml:trace contextRef="#ctx0" brushRef="#br1" timeOffset="97">30614 13686 8912,'10'-27'0,"5"2"0,-3 8 0,11 0 0,5-2 0,3-2 0,-3-2 0,5 6 0,-4 5 0,1 8 0,-1-1 0,2 3 0,-9 2 0,1 7 0,-5 7 0,-3 5 0,-4 4 0,-3 7 0,-8-1 0,0 3 0,0 3 0,-8-3 0,-3-3 0,-4 3 0,-3-3 0,-1-4 0,-4-2 0,0-4 0,-11-2 0,3 0 0,-9 0 0,-2-7 0,2-4 0,2-4 0,1-2 0,3-10 0,0-7 0,9-2 0,8-10 0,7-7 0,10-10 0,8-2 0,5 0 0,10 3 0,11-3 0,8-2 0,10-1 0,5 1 0,1 4 0,-1 6 0,-5 11 0,-3 4 0,-3 8 0,2 2 0,-8 4 0,8-5 0,-4 7 0</inkml:trace>
  <inkml:trace contextRef="#ctx0" brushRef="#br1" timeOffset="98">31526 12878 8912,'-17'-25'0,"6"8"0,-1-1 0,1 9 0,-8 17 0,-2 7 0,-4 12 0,-2 13 0,6 15 0,-2 8 0,-2 12 0,2 5 0,8 4-257,9 2 1,6 0 256,6 0 0,3-14 0,9-3 0,6-19 0,5-4 0,-2-18 0,2-10 0,-1-9 0,7-9 0,-7-2 0,-1-4 0,-2-7 0,-4-8 0,-2-6 0,-2-7 0,1 0 0,-1-1 0</inkml:trace>
  <inkml:trace contextRef="#ctx0" brushRef="#br1" timeOffset="99">31561 13187 8912,'7'-17'0,"-3"7"0,8 5 0,-7-3 0,7 2 0,-1 1 0,7 5 0,-1 0 0,0 0 0,0 0 0,0 5 0,1 1 0,-1 7 0,0-1 0,-6-3 0,1 3 0,-8 1 0,2 10 0,-5-2 0,-1 8 0,-5-2 0,-1 1 0,-7 5 0,1-5 0,-3 5 0,-2 1 0,-1-7 0,1-2 0,8-16 0,1-1 0</inkml:trace>
  <inkml:trace contextRef="#ctx0" brushRef="#br1" timeOffset="100">31836 13067 8912,'0'-17'0,"-2"5"0,-4 1 0,4 7 0,-13-4 0,8 10 0,-5 4 0,3 11 0,3 12 0,4 3 0,-4 3 0,4 5 0,2 0 0,2 0 0,4-6 0,5-1 0,5-5 0,1 3 0,0-8 0,8 0 0,4-6 0,1-7 0,-1-5 0,3-3 0,3-17 0,9-4 0</inkml:trace>
  <inkml:trace contextRef="#ctx0" brushRef="#br1" timeOffset="101">31905 12431 8912,'8'-10'0,"3"4"0,6 4 0,6 4 0,6 6 0,3 9 0,7 12 0,-3 17 0,-4 13 0,1 12 0,-8 15 0,-13-39 0,-1 3 0,-2 7 0,-1 3-122,-1 2 1,-3 2 0,-3 4 0,-4 1 0,-4 5 0,-5 1 0,-2 5 0,-4 1 121,-3 2 0,-2 2-324,5-23 0,-1 1 0,-1-1 0,-14 26 0,-1 0 0,9-26 1,-1 1-1,1-1 0</inkml:trace>
  <inkml:trace contextRef="#ctx0" brushRef="#br1" timeOffset="102">22354 13342 8912,'-34'-12'0,"-1"-1"0,1 2 0,1 1 0,3 6 0,1 2 0,0 2 0,3 0 0,-5 0 0,8 0 0,2 0 0,2 0 0,-4 0 0,0 0 0,0 0 0,6 0 0,-2-2 0,-2-1 0,-4-3 0,-2 2 0,2 2 0,-9 2 0,1 8 0,-11 3 0,0 4 0,0 3 0,-2 7 0,-5 3 0,5 5 0,0 1 0,6 0 0,-6 1 0,6 7 0,-4 2 0,2 2 0,4-1 0,1-6 0,3 1 0,-2 4 0,-5 2 0,5 3 0,-4 3 0,-2 1 0,2 5 0,-2-3 0,5 6 0,1-2 0,3-3 0,12-3 0,4-1 0,0-6 0,5 0 0,-1-1 0,2 7 0,-5 1 0,5 5 0,-4 3 0,-3 0 0,1 4 0,0-8 0,-2 8 0,-4-2 0,4 10-121,-4 1 0,0-1 121,6-10 0,-2-4 0,13-7 0,-6-3 0,7-3 0,-1-4 0,6-7 0,0-1 0,0 1 0,-8 5 0,-3 0 0,-5 2 0,-3-2 0,-4 6 0,-3 11 0,-9 4 0,1 8 0,1 0 0,5 0 0,3-3 0,8-3 0,7-5 0,4-12 0,4-6 0,2-4 0,2-9 0,4-4 121,4-4 0,7-2-121,0 0 0,-6 0 0,1 1 0,-1-1 0,7 0 0,-7 0 0,1 0 0,3 1 0,6-1 0,0 6 0,8 0 0,-3 5 0,3-5 0,9 8 0,-1-3 0,3 5 0,2 1 0,4 6 0,-6 0 0,8 1 0,-2-7 0,3 0 0,3 1 0,1-9 0,5-3 0,3-4 0,8-1 0,0-9 0,-1-3 0,1-6 0,0-6 0,0-9 0,0-8 0,2-6-206,3 6 1,-1-5 205,7 5 0,-7 0 0,1 6 0,1 0 0,-6-1 0,-8 3 0,-6 4 0,-5-5 0,-4 5 0,7 1 0,-7-1 0,8 1 0,-8-1 0,4-3 0,1 9 0,1-9 0,-1 5 0,-1-3 0,-4 1 0,2 1 205,-8-1 1,6-4-206,-6 3 0,2-3 0,-2-2 0,-2-1 0,8 1 0,0-2 0,6-2 0,0-4 0,-1-1 0,3-3 0,3-5 0,-9-7 0,3 1 0,-3-7 0,4 1 0,0-6 0,-3-3 0,-1-3 0,-2 3 0,-8 0 0,2-3 0,-3 3 0,-3-8 0,-5 2 0,-1-2 0,-7-10 0,2 4 0,-3-5 0,-3-8 0,-6 5 0,1-14 0,-3 7 0,3-8 0,3-4 0,-4 3 0,5 1 0,1 6 0,-2 4-223,-3-4 0,-5 2 223,-7 4 0,0 11 0,0 12 0,0 5 0,0 6 0,-2-2 0,-3 8 0,-3-6 0,-3 6 0,-3 0 0,9 6 0,-7-3 0,4-1 0,1-4 0,-1-2 0,-5 4 0,1-6 0,3 6 0,-3-4 0,1 2 223,1 4 0,-5 2-223,3 1 0,-3 7 0,-2-1 0,0 2 0,-1-1 0,-1-3 0,-4 8 0,2-7 0,-7 1 0,5 4 0,-4 0 0,0 2 0,0 0 0,-1-7 0,-7 1 0,1-1 0,0 1 0,-1-4 0,1 5 0,-3 1 0,-3 0 0,-4 3 0,0 3 0,-7 3 0,-1 7 0,-7-3 0,-10 9 0,2-1 0,4 6 0,-10 13 0,4 6 0,-3 6 0,-5 6 0,10 3 0,-7 6 0,7-3 0,-8 3 0,6-6 0,8-3 0,10-4 0,9-3 0,5 7 0,3-2 0,-8 3 0,13-5 0,-3-2 0</inkml:trace>
  <inkml:trace contextRef="#ctx0" brushRef="#br1" timeOffset="103">20220 16162 8912,'0'-12'0,"0"1"0,0-1 0,8 1 0,3-1 0,5-1 0,-5 3 0,1 1 0,1 1 0,2-3 0,2 5 0,-7 0 0,0 6 0,-5 0 0,-3 0 0,6 0 0,-8 0 0,0 0 0,-8 0 0,4 0 0,-7 0 0,-1 0 0,-5 0 0,-8 0 0,-3 0 0,-11 6 0,-1 0 0,-15 5 0,-3-5 0,-8 7 0,-9-1 0,-3 3 0,-7 2 0,3 0 0,2 1 0,15-7 0,2 0 0,9-5 0,8 6 0,12-9 0,17 5 0,11-8 0,12 0 0,-2 0 0,7 0 0,6 2 0,6 4 0,0-4 0,-6 3 0,1-3 0,-1-2 0</inkml:trace>
  <inkml:trace contextRef="#ctx0" brushRef="#br1" timeOffset="104">20134 16385 8912,'-11'0'0,"-1"0"0,-1 2 0,-10 4 0,-2-2 0,-7 7 0,-1 2 0,-3 3 0,-3-5 0,3 1 0,-2 1 0,-2 2 0,0 2 0,5 1 0,8-7 0,4-1 0,4-1 0,2 1 0,0-6 0,0 11 0,7-13 0,2 5 0,10-7 0,4 0 0,6 0 0,-5 0 0,9 0 0,-15 0 0,15 0 0,-14 0 0,13 0 0,-5 0 0</inkml:trace>
  <inkml:trace contextRef="#ctx0" brushRef="#br1" timeOffset="105">16262 16591 8912,'-2'-17'0,"-2"-2"0,-3 0 0,-3 2 0,6-4 0,-1 9 0,3 3 0,2-3 0,0 10 0,0 2 0,0 12 0,0 9 0,0 8 0,0 11 0,0 4 0,0 0 0,2 5 0,3-3 0,-3 4 0,6 3 0,-2 3 0,-1 1 0,1 0 0,-6-5 0,2-1 0,4 1 0,-4-2 0,3-5 0,-3-3 0,-2-22 0,0-5 0</inkml:trace>
  <inkml:trace contextRef="#ctx0" brushRef="#br1" timeOffset="106">16572 16832 8912,'-10'-8'0,"-5"5"0,4-9 0,3 6 0,2-5 0,4 7 0,10-3 0,3 7 0,7 0 0,5 0 0,5-2 0,5-4 0,1 4 0,1-4 0,-1-1 0,0 1 0,9-15 0,1 2 0</inkml:trace>
  <inkml:trace contextRef="#ctx0" brushRef="#br1" timeOffset="107">17140 16574 8912,'0'-17'0,"0"0"0,0 0 0,0 7 0,0 2 0,0 10 0,2 4 0,3 6 0,5 5 0,7 4 0,0 4 0,1 1 0,-1 3 0,0 5 0,-5 1 0,-1-1 0,-1 1 0,1-1 0,-3-2 0,-8-3 0,0 2 0,0-8 0,-8 1 0,-3-1 0,-12-6 0,-6 1 0,-4-1 0,-1-6 0,0-3 0,1-2 0,3-4 0,1-2 0,2-8 0,-2-4 0,5-10 0,6-7 0,9-9 0,3-2 0,6-8 0,6 2 0,5-2 0,12 2 0,4-1 0,9 7 0,6-1 0,10-1 0,5 12 0,6-5 0,2 12 0,-7 1-272,7 2 0,-12-4 0,7-3 0</inkml:trace>
  <inkml:trace contextRef="#ctx0" brushRef="#br1" timeOffset="108">17742 16162 8912,'-17'-6'0,"0"0"0,0 2 0,-1 18 0,1 10 0,2 13 0,3 9 0,-3 5 0,4 7 0,3 3 0,2 7 0,4 1 0,2 0 0,0 0 0,0 0 0,2-14 0,4-4 0,3-12 0,9-5 0,-1-1 0,0-12 0,0-6 0,-5-6 0,-1-9 0,-7-15 0,4-4 0</inkml:trace>
  <inkml:trace contextRef="#ctx0" brushRef="#br1" timeOffset="109">17845 16402 8912,'0'-23'0,"0"0"0,2 2 0,4 2 0,-2 10 0,7 3 0,1-2 0,5 3 0,6-1 0,0 6 0,6 8 0,-6 5 0,-2 8 0,-2 8 0,-2 3 0,0 2 0,-2 3 0,-3 3 0,-4-4 0,-8 4 0,0 0 0,0-5 0,0 3 0,-2-11 0,-4-1 0,-6-3 0,3-3 0,-3-3 0,1-8 0,-4-5 0,3-15 0,-3-8 0,5-16 0</inkml:trace>
  <inkml:trace contextRef="#ctx0" brushRef="#br1" timeOffset="110">18172 16368 8912,'-17'0'0,"0"0"0,5 6 0,1-1 0,1 14 0,-1-1 0,-4 10 0,3 1 0,3 5 0,-3 6 0,8-3 0,-1 3 0,5-4 0,5-1 0,5-3 0,7-3 0,2-10 0,4-8 0,-2-9 0,8-2 0,0-7 0,5-26 0,0-3 0</inkml:trace>
  <inkml:trace contextRef="#ctx0" brushRef="#br1" timeOffset="111">18276 15921 8912,'17'-17'0,"0"-1"0,8 9 0,4 3 0,3 6 0,2 6 0,1 11 0,-1 12 0,-5 19 0,-2 11 0,-4 15 0,-8 18 0,-9-40 0,-2 3 0,-6 10 0,-2 4 0,-3 4 0,-3 3 0,-3 3 0,-3 2 0,-10 5 0,0 0 0</inkml:trace>
  <inkml:trace contextRef="#ctx0" brushRef="#br0" timeOffset="112">22715 17915 8912,'-11'10'0,"1"-3"0,1-1 0,-1 0 0,5 5 0,-7-5 0,6 6 0,-5-7 0,7 1 0,-4-6 0,10-2 0,4-4 0,-4 4 0,6-13 0,-6 8 0,1-7 0,3 3 0,2 5 0,-3-5 0,-3 5 0,4-6 0,2 7 0,-2-7 0,1 6 0,-1-5 0,-2 7 0,5-4 0,1 3 0,-1-1 0,-3 0 0,6 6 0,-1 2 0,6 4 0,0-2 0,1 7 0,-1 6 0,0 6 0,0 2 0,1-2 0,-7 2 0,-1 5 0,-3-1 0,-3 2 0,-4 1 0,-6 3 0,-3-1 0,-8 0 0,-8 1 0,-4-1 0,-4-1 0,-1-5 0,-2-3 0,-4-8 0,3-1 0,-3-5 0,4-5 0,1-4 0,9-18 0,3-7 0,5-9 0,7-8 0,3-6 0,8-11 0,10 3 0,7-3 0,12 3 0,9 3 0,8-6 0,11-1 0,-1 1-175,7 5 0,-6 8 175,6 4 0,-9 14 0,-3 8 0,-1 3 0,-10 9 0,-1 6 0,-11 6 0,-3 7 0,-15-3 0,-3 7 0</inkml:trace>
  <inkml:trace contextRef="#ctx0" brushRef="#br0" timeOffset="113">23817 17468 8912,'0'-27'0,"0"3"0,0 6 0,0 1 0,-2 2 0,-4 4 0,-5 3 0,-5 0 0,-1 8 0,0 0 0,-2 12 0,-4 9 0,-2 7 0,-4 12 0,-1 6 0,7 12 0,2 5 0,2 4 0,3 1 0,5 1 0,-2-2 0,7-4 0,0 2 0,6-8 0,8-5 0,3-8 0,4-4 0,3-8 0,1-11 0,4-9 0,-2-8 0,7 1 0,-5-5 0,6-5 0,-16-5 0,18-22 0,-12-5 0</inkml:trace>
  <inkml:trace contextRef="#ctx0" brushRef="#br0" timeOffset="114">23903 17761 8912,'-10'-10'0,"3"-5"0,14 13 0,5-4 0,3 12 0,2 5 0,8 5 0,4 1 0,-2 0 0,-1 2 0,-1 2 0,-4 2 0,-2 6 0,-1-6 0,-3 7 0,-4-1 0,-3-3 0,-8 3 0,-2-6 0,-4 6 0,-5-8 0,-12 2 0,4-4 0,-4-2 0,-2-2 0,2-3 0,2-7 0,2-3 0,-6-17 0,-2-4 0</inkml:trace>
  <inkml:trace contextRef="#ctx0" brushRef="#br0" timeOffset="115">24299 17692 8912,'-8'-10'0,"4"3"0,-7 7 0,5 7 0,-6 5 0,-1 5 0,-2 6 0,-2 5 0,-1 13 0,3 1 0,4 3 0,3 3 0,8-8 0,2 0 0,4-5 0,5-3 0,12-3 0,4-12 0,7-11 0,1-4 0,-1-2 0,4-10 0,-3-7 0,3-8 0,-19-17 0,6-2 0</inkml:trace>
  <inkml:trace contextRef="#ctx0" brushRef="#br0" timeOffset="116">24367 17451 8912,'18'0'0,"1"6"0,4 0 0,4 9 0,7 2 0,2 12 0,4 9 0,-3 8 0,3 11 0,-6 6 0,-5 12 0,-12-3 0,-13 6 0,-10 1 0,-11-1 0,-8-3 0,-9 5 0,-8-9-961,-4-3 961,-4-7 0,-9-9 0,-2 0 0</inkml:trace>
  <inkml:trace contextRef="#ctx0" brushRef="#br0" timeOffset="117">25796 17640 8912,'-17'-9'0,"-3"3"0,-1 4 0,-3 4 0,-1 6 0,-2 11 0,0 13 0,0 10 0,-1 14 0,5 5 0,4 7 0,3 7 0,5-1 0,5 5 0,4-1 0,4 2 0,4-11 0,-2-4 0,7-15 0,3-6 0,1-10 0,8-1 0,0-11 0,0 1 0,-6-5 0,0-9 0,0-5 0,1-8 0,-1-13 0,0-10 0</inkml:trace>
  <inkml:trace contextRef="#ctx0" brushRef="#br0" timeOffset="118">25985 18001 8912,'0'-11'0,"0"-1"0,0 8 0,0-3 0,0 11 0,0 7 0,0 12 0,0 8 0,0 3 0,2 8 0,4 4 0,-2-2 0,7 2 0,-1 0 0,1 5 0,4-7 0,-3-4 0,3-5 0,2-7 0,6 3 0,0-8 0,0-8 0,2-15 0,2-10 0</inkml:trace>
  <inkml:trace contextRef="#ctx0" brushRef="#br0" timeOffset="119">26364 18139 8912,'9'-8'0,"7"6"0,-5-4 0,6 3 0,6-3 0,4 2 0,7-5 0,1-1 0,-1 0 0,3 5 0,3-7 0,-4 7 0,4-7 0,4 1 0,0-7 0</inkml:trace>
  <inkml:trace contextRef="#ctx0" brushRef="#br0" timeOffset="120">27259 17950 8912,'0'-18'0,"7"1"0,3 0 0,7 8 0,0 3 0,2 4 0,4 2 0,-4 8 0,4 3 0,-4 4 0,-1 2 0,-3 6 0,-4 2 0,-5 2 0,-4 4 0,-4 1 0,-4 2 0,-3-5 0,-8 0 0,-2-3 0,-4 3 0,2 2 0,-8-8 0,0-2 0,-5-10 0,5-3 0,0-8 0,3 0 0,-5-2 0,4-6 0,2-9 0,2-8 0,6-9 0,2-1 0,3 1 0,7 0 0,10-1 0,13 1 0,10-1 0,7 1 0,5 0 0,6-1 0,11 1 0,-1 5 0,7 1 0,6 1 0,7-4 0,1 6 0,-1 4 0,-3 6 0,-3 2 0,-8-4 0,-3-1 0</inkml:trace>
  <inkml:trace contextRef="#ctx0" brushRef="#br0" timeOffset="121">28325 17554 8912,'-38'0'0,"2"0"0,3 0 0,1 0 0,5 15 0,-2 8 0,8 8 0,-2 3 0,-1 8 0,3 4 0,5 6 0,9 5 0,5-3 0,2 3 0,0 0 0,0-5 0,2 1 0,3-13 0,5 1 0,7-7 0,6-2 0,0-3 0,0-12 0,-6-11 0,-5-6 0,-1-6 0,1-11 0,5-10 0</inkml:trace>
  <inkml:trace contextRef="#ctx0" brushRef="#br0" timeOffset="122">28394 17795 8912,'0'-17'0,"2"1"0,4 5 0,4-4 0,9 13 0,4-4 0,-2 12 0,7 5 0,-5-1 0,6 1 0,-8 3 0,2 7 0,-4 2 0,-2-2 0,-7 0 0,-4 2 0,-5-2 0,-1 7 0,-1-7 0,-5 2 0,-6 2 0,-11-2 0,-1 2 0,-5-2 0,-2-6 0,8 0 0,-7 0 0,3-15 0,-7 6 0</inkml:trace>
  <inkml:trace contextRef="#ctx0" brushRef="#br0" timeOffset="123">28670 17726 8912,'-10'-17'0,"-5"7"0,5 5 0,-7 10 0,-2 13 0,-4 10 0,10 5 0,-5 1 0,5 2 0,3 5 0,3-5 0,7 4 0,0 2 0,0-2 0,7-2 0,5-9 0,3-2 0,2-4 0,3-10 0,2 4 0,-2-11 0,3 0 0,-4-6 0,-2-6 0,0-4 0,0-22 0,0-4 0</inkml:trace>
  <inkml:trace contextRef="#ctx0" brushRef="#br0" timeOffset="124">28790 17640 8912,'17'0'0,"1"0"0,-1 0 0,-6 0 0,1 0 0,-3 2 0,3 4 0,1 3 0,-7 9 0,5 6 0,-5 5 0,2 11 0,-4 6 0,1 4 0,-1 1 0,-2 3 0,-2 3 0,-8-3 0,-3 3 0,-6-11 0,-6-6 0,-4-12 0,-7-3 0,-1-7 0</inkml:trace>
  <inkml:trace contextRef="#ctx0" brushRef="#br0" timeOffset="125">29014 16918 8912,'34'-17'0,"1"0"0,5 1 0,0 22 0,0 15 0,-5 19 0,-3 12 0,-3 17 0,-6 3 0,-4 8 0,-10 12 0,-5-36 0,-2 3 0,-1 1 0,0 2-377,0 6 1,-2 2 0,-3-4 0,-2 1 376,-1 2 0,-3 0 0,-4 2 0,-4 1 0,-4 7 0,-2 3 0,-5 6 0,-1 1 0,7-26 0,0 1 0,-2 0-266,-2 2 0,-1-1 1,-1 1-1,-4 1 0,-1 0 1,-1 0-1,17-34 137</inkml:trace>
  <inkml:trace contextRef="#ctx0" brushRef="#br0" timeOffset="126">6918 8304 8912,'-2'-11'0,"-4"-1"0,-1 7 0,-5-7 0,4 8 0,8-3 0,0 7 0,2 0 0,4 0 0,-2 0 0,7 0 0,7 0 0,5 0 0,1 0 0,-1 0 0,4 0 0,0 0 0,5 0 0,-3 0 0,4 0 0,1 0 0,0 0 0,1 0 0,-1 0 0,1 0 0,-1 5 0,1 1 0,5 6 0,0-7 0,6 7 0,-6-6 0,8 7 0,-2-2 0,9-1 0,2 1 0,1-5 0,-7 4 0,3-1 0,3 1 0,3-6 0,3 1 0,-2-3 0,-4-2 0,4 0 0,8 0 0,8 0-168,3 0 0,-4 0 168,-1 0 0,-6 0 0,-6 0 0,2 0 0,-10 0 0,-3 2 0,-4 4 0,-2-2 0,5 7 0,7-5 0,-1 5 0,8-7 0,-2 2 0,4-4 0,2-2 0,0 0 0,0 0 0,-1 0 0,1 0 0,8 0 0,5 0 0,6 0 0,4 0 0,-6 0 0,-6 0 0,-5 0-233,5 0 0,6 0 233,6 0 0,-2-2 0,-10-4 0,2 2 0,-7-7 0,3 1 0,-9-1 0,-10 1 0,-13 7 0,2-3 160,2 2 0,1 2-160,1 2 0,-2 0 0,-4 0 0,1 0 0,-7 0 0,6 2 0,-5 4 0,-9-4 0,-9 3 0,-4-3 241,-2-2 0,6 0-241,0 0 0,-6 0 0,-5 0 0,-8 8 0,3-6 0,-7 5 0,0-7 0,0 0 0,-7 0 0,5 0 0,-21 0 0,4 0 0</inkml:trace>
  <inkml:trace contextRef="#ctx0" brushRef="#br0" timeOffset="127">3838 7685 8912,'-8'-17'0,"-2"0"0,-1 2 0,1 1 0,3 3 0,1 7 0,6-4 0,0 16 0,0 3 0,0 12 0,0 6 0,0 5 0,0 7 0,2 2 0,4 9 0,-5 0 0,5-1 0,-4 1 0,-2-1 0,0 5 0,0-5 0,0 5 0,0-10 0,0-6 0,0-6 0,0-7 0,0-10 0,0-7 0,0-5 0,0-12 0,0-10 0,0-10 0,0-8 0,0-5 0,0 2 0,0-8 0,0 8 0,0-2 0,0 0 0,0 5 0,6-1 0,0 13 0,5 0 0,-3 8 0,1 2 0,5 1 0,1 8 0,2-1 0,0 10 0,1 7 0,-1 5 0,0 6 0,0-2 0,0 8 0,3-3 0,2 3 0,0 3 0,6-3 0,1-4 0,3-2 0,-1-6 0,-2-6 0,-3 3 0,3-8 0,-4-3 0,-8-8 0,0-11 0,1-7 0,-9-5 0,-3 5 0,-4-2 0,-2 2 0,0 4 0,0-4 0,-8 4 0,-1 2 0,-1 0 0,-5 7 0,5 2 0,1 8 0,1 8 0,8 4 0,-6 10 0,0 7 0,1 4 0,5 1 0,5 0 0,3 1 0,2-3 0,3-3 0,2-2 0,3-4 0,-1-10 0,0 4 0,0-11 0,0 0 0,-5-6 0,-1-6 0,-5-9 0,6-8 0,-9-8 0,3 2 0,-4-3 0,-4-2 0,-4 1 0,-5 4 0,-6-1 0,-6 7 0,4 6 0,-4 5 0,4 8 0,1-1 0,1 3 0,0 2 0,7 2 0,5 3 0,3 5 0,6 5 0,7-3 0,1-5 0,10-7 0,5 8 0,0 2 0</inkml:trace>
  <inkml:trace contextRef="#ctx0" brushRef="#br0" timeOffset="128">4595 8046 8912,'0'-17'0,"-6"6"0,0-1 0,1 1 0,5-6 0,0 7 0,0 2 0,1 8 0,5 0 0,4 8 0,7 4 0,0 3 0,0 2 0,1 0 0,-1 0 0,0 2 0,0 4 0,0-3 0,1 2 0,-7-2 0,1-3 0,-9 0 0,3 0 0,4 0 0,-8 1 0,3-1 0,-3-10 0,-2-7 0,2-9 0,4-14 0,-2 2 0,7-8 0,1 1 0,5-7 0,6 1 0,0-1 0,2 7 0,-2-1 0,-2 8 0,7-2 0,-7 6 0,2 5 0,-4 5 0,-1 7 0,-1 0 0,-8 7 0,5 3 0,-9 7 0,1 8 0,-6-6 0,0 4 0,0-4 0,0-2 0,0 1 0,2-1 0,4 0 0,-4-6 0,3 1 0,-1-8 0,2 1 0,-4-10 0,6-5 0</inkml:trace>
  <inkml:trace contextRef="#ctx0" brushRef="#br0" timeOffset="129">5077 7720 8912,'-16'-29'0,"5"0"0,-3 8 0,9-2 0,-1 4 0,6 2 0,0 6 0,0-1 0,0 8 0,9-9 0,9 7 0,1 1 0,10 5 0,-7 0 0,5 0 0,-2 0 0,6 7 0,-5 3 0</inkml:trace>
  <inkml:trace contextRef="#ctx0" brushRef="#br0" timeOffset="130">5369 7720 8912,'-11'-16'0,"-1"5"0,8 3 0,-3 1 0,14 5 0,3-6 0,7 8 0,0 2 0,1 2 0,-1 2 0,-2 7 0,-3-2 0,1-1 0,-7 1 0,5-5 0,-5 6 0,7-1 0,-5 6 0,3 0 0,-3-5 0,-8-1 0,6-5 0,-1 6 0,3-9 0,-4 5 0,2 0 0,7-1 0,-1 5 0,-3 1 0,3-7 0,-1 2 0,6-3 0,0 5 0,1 7 0,-1 0 0,0 0 0,-2 6 0,-3 0 0,-3 14 0,-3-3 0,-4 4 0,4-3 0,-12-1 0,-5 0 0,-7 1 0,-5-1 0,4-7 0,-4-4 0,4-6 0,2-6 0,0-3 0,0-8 0,1-2 0,5-4 0,3-5 0,8-12 0,0-9 0,0-9 0,14-1 0,3 2 0,11 2 0,1-8 0,6 8 0,1-2 0,-2 4 0,12 1 0,-9 1 0</inkml:trace>
  <inkml:trace contextRef="#ctx0" brushRef="#br0" timeOffset="131">6023 7806 8912,'-2'-12'0,"-4"1"0,3 7 0,-9-2 0,6 12 0,-5 5 0,5 5 0,-5 1 0,7 6 0,-2 0 0,4 5 0,2-5 0,0 2 0,0-2 0,2-4 0,4 4 0,-2-10 0,5-1 0,-1 1 0,5-5 0,-9-2 0,8-12 0,-9-4 0,3-7 0,-4 0 0,-2 0 0,0 0 0,0-1 0,-6-4 0,1-1 0,-1 5 0,6 7 0,-6-1 0,0-5 0,1 6 0,7-1 0,3-1 0,-1 5 0,8 3 0,-1 3 0,6 2 0,2 0 0,4 0 0,-4 0 0,4 0 0,-4 2 0,-1 3 0,-1-3 0,0 4 0,-5-4 0,-1-2 0,-7 0 0,9 2 0,-7 4 0,0-5 0,-6 15 0,0-7 0,0 8 0,0 1 0,0-1 0,0 0 0,0 0 0,0 0 0,0 1 0,0-9 0,2 5 0,3-9 0,5-7 0,7-9 0,-5-4 0,-1-3 0,-1-4 0,1-1 0,4 0 0,-3 5 0,-3 1 0,3 0 0,-6 8 0,5 3 0,1-4 0,5 10 0,-2 0 0,-1 10 0,-3 5 0,0 2 0,7 0 0,-1 1 0,0-1 0,0 0 0,1 0 0,-1-1 0,0-5 0,0-3 0,0-8 0,1 0 0,-1 0 0,-6-2 0,1-6 0,-1-9 0,-1-10 0,-3-5 0,-7-3 0,6-5 0,0 0 0,0-10 0,-6-1 0,0-7 0,0-5 0,0-2 0,0 8 0,-2 9 0,-4 14 0,4 7 0,-6 18 0,8 18 0,0 20 0,0 13 0,0 15 0,0 4 0,0 1 0,0 2 0,0-6 0,2 1 0,4-2 0,-2-3 0,7 3 0,-5-9 0,6-2 0,-9-10 0,3-2 0,2-7 0,-3-10 0,-6-7 0,-9-2 0</inkml:trace>
  <inkml:trace contextRef="#ctx0" brushRef="#br0" timeOffset="132">6694 7840 8912,'0'-17'0,"8"2"0,3 3 0,12-1 0,6 7 0,11-5 0,6 5 0,11-8 0,6 3 0,6-4 0,6-2 0,-10-1 0,4 1 0,-20 6 0,-3-1 0,-15 3 0,-10-5 0,-8 3 0,-15 5 0,-15-5 0,-2 7 0,-10-2 0,1 4 0,-7 2 0,1 8 0,-1 3 0,3-1 0,3 1 0,2 3 0,5 9 0,8-4 0,-3 4 0,9-4 0,-3-2 0,7 6 0,-2 0 0,4 0 0,2-6 0,6 0 0,4-2 0,3-1 0,6-3 0,2-7 0,-4 2 0,6-6 0,0-6 0,0-4 0,-6-7 0,1 0 0,-1 0 0,0-6 0,0 0 0,-1-6 0,-5 6 0,4 1 0,-3 4 0,-3 7 0,3-1 0,-6 9 0,5-3 0,1 4 0,3 4 0,-4 4 0,3-3 0,-9 9 0,9-8 0,-5 3 0,9-7 0,-1-2 0,0-3 0,0-11 0,0-7 0,1-13 0,-1 2 0,-2-18 0,-3 1 0,1-12 0,-7 0 0,-1 0 0,-5-2 0,0 2 0,0 9 0,-1 8 0,-5 12 0,2 13 0,-8 4 0,7 15 0,-7 7 0,3 16 0,-3 25 0,-1 8 0,7 15 0,0 7 0,6 4 0,8 4 0,4 2 0,10 0 0,9 0 0,7-2 0,8-4 0,4-3-204,2-8 0,-8-3 204,-4-2 0,-8-7 0,-9-11 0,-11-6 0,-9-4 0</inkml:trace>
  <inkml:trace contextRef="#ctx0" brushRef="#br0" timeOffset="133">5042 9233 8912,'-44'-17'0,"4"1"0,2 3 0,0 3 0,-3 1 0,3 1 0,2 0 0,1 3 0,3 5 0,3 2 0,6 3 0,6 13 0,6 10 0,3 7 0,0 5 0,6-2 0,-3 6 0,3-2 0,2-4 0,5-2 0,3-1 0,2-3 0,3-3 0,8-10 0,2-7 0,2-9 0,0 1 0,7-10 0,6-11 0,3-8 0,-7-9 0,-1 0 0,-5-1 0,3 1 0,-10 1 0,-4 3 0,-4 1 0,-7 0 0,6-5 0,-9 5 0,3 1 0,-12 7 0,-5-2 0,-4 9 0,-2 3 0,5 7 0,1-2 0,7 8 0,-2 8 0,4 7 0,2 4 0,0-4 0,2 6 0,4 0 0,3 2 0,9-2 0,-1-4 0,0 4 0,0-10 0,0-1 0,6-6 0,2 3 0,0-1 0,0-4 0,4-4 0,-7-6 0,7-4 0,-6-7 0,0 0 0,-6 0 0,0-6 0,1 0 0,-9-6 0,-3 4 0,-4 1 0,-2-1 0,0-6 0,0 2 0,-8-1 0,-3 1 0,1-1 0,-1 7 0,5 6 0,-5 5 0,5 8 0,-6-1 0,9 10 0,-3 9 0,4 7 0,2 7 0,2 5 0,4 1 0,3 2 0,8 5 0,6-5 0,0 4 0,6-4 0,-6-1 0,5-3 0,-5-1 0,-3-5 0,-7-1 0,0 0 0,-7-2 0,-2-4 0,-10 4 0,-5-4 0,-12-2 0,-4-5 0,-7-1 0,5-1 0,0 1 0,6-3 0,-4-8 0,3 0 0,3 0 0,1-15 0,3-4 0</inkml:trace>
  <inkml:trace contextRef="#ctx0" brushRef="#br0" timeOffset="134">5507 9147 8912,'-10'-17'0,"3"7"0,7-5 0,0 13 0,0-4 0,1 12 0,5 3 0,6 1 0,-3 5 0,3-3 0,-1 1 0,6-2 0,1 3 0,-1-6 0,0-1 0,0 1 0,0-2 0,1-6 0,-1 0 0,0 0 0,-5 0 0,-1 0 0,-1-8 0,1-4 0,2-3 0,-7-2 0,6-6 0,-7-2 0,-1 0 0,-2 1 0,-2 1 0,0 5 0,0 1 0,0 8 0,0 3 0,0 12 0,0 13 0,0 15 0,0 8 0,0 10 0,6 5 0,0 0 0,7 8 0,-2-2 0,-1 4 0,1 2 0,1-2 0,-2-4 0,3-4 0,-7-7 0,-1-10 0,-5-8 0,0 1 0,-2-18 0,-3 0 0,-5-8 0,-7-9 0,0-1 0,0-5 0,-3-4 0,-3-7 0,4-2 0,-4-4 0,6-4 0,6 1 0,-3-7 0,9 4 0,-1-5 0,6-6 0,0 4 0,0-5 0,8-2 0,1-1 0,8-8 0</inkml:trace>
  <inkml:trace contextRef="#ctx0" brushRef="#br0" timeOffset="135">6161 9078 8912,'-12'-15'0,"1"3"0,7 5 0,-4 7 0,8 3 0,0 9 0,0 1 0,2 16 0,2 0 0,2-3 0,5 7 0,-5-5 0,5 5 0,-5 1 0,6-7 0,-7-4 0,3 2 0,-2-2 0,-4 0 0,3-6 0,-3 0 0,-2-7 0,0-3 0,0-26 0,0-8 0,0-7 0,0 0 0,0-12 0,0-2 0,0-9 0,0 3 0,0-3 0,8 3 0,3 3 0,5 9 0,1 7 0,0 9 0,0 8 0,2 9 0,4 3 0,-3 14 0,3 11 0,-4 13 0,-2 12 0,0 0 0,0 2 0,0-6 0,1 6 0,-1-10 0,0-1 0,-5-3 0,-1-9 0,-1 0 0,3-8 0,-2-3 0,-7-5 0,10-14 0,-9-5 0,3-5 0,-4-6 0,2-5 0,-3-5 0,5-1 0,-2-1 0,0 1 0,-6 0 0,1 5 0,5 0 0,-4 8 0,4-2 0,-2 4 0,1 2 0,-3 7 0,8 3 0,-4 7 0,-3 6 0,9-1 0,-1 7 0,7-6 0,-1-3 0,0-1 0,0-2 0,0 0 0,3 0 0,2 0 0,-8 0 0,3 0 0,-4-7 0,5-5 0,-9 3 0,-3-3 0,-2 1 0,2-7 0,-5 7 0,5 0 0,-4-3 0,-2 7 0,0-1 0,0 8 0,0 8 0,0 3 0,0 12 0,0 6 0,6 5 0,0 6 0,1-2 0,-1 8 0,4 0 0,7 6 0,-2-3 0,-4-3 0,11 2 0,-5-6 0,2 0 0,0 0 0,-8-8 0,1-5 0,-3-8 0,3 2 0,-4-4 0,-8-9 0,0-10 0,0-10 0</inkml:trace>
  <inkml:trace contextRef="#ctx0" brushRef="#br0" timeOffset="136">6849 8751 8912,'6'-19'0,"1"-2"0,3-2 0,3 2 0,8 2 0,2 2 0,8 7 0,-2 5 0,1-3 0,1 2 0,-2 4 0,1 6 0,-5 2 0,-2 11 0,-4-2 0,-2 14 0,-1 0 0,-5 5 0,-3 2 0,-8 5 0,-2 2 0,-4 9 0,2-2 0,-7-4 0,-1 1 0,-5-7 0,0-3 0,0-7 0,1-5 0,5-8 0,-4-7 0,15-12 0,0-15 0,7-16 0,10-18 0,1-10 0</inkml:trace>
  <inkml:trace contextRef="#ctx0" brushRef="#br0" timeOffset="137">7400 8511 8912,'0'-27'0,"0"2"0,0 8 0,0 5 0,0 1 0,0 7 0,0-2 0,0 12 0,0 6 0,0 10 0,0 7 0,0 6 0,0 5 0,2 2 0,1 5 0,3 1 0,-2 6 0,0-8 0,2 5 0,-5-1 0,5 7 0,2-3 0,-2 3 0,-1 0 0,-5-5 0,-2-4 0,-3-14 0,-5-5 0,-7-1 0,-8-14 0,-2 1 0</inkml:trace>
  <inkml:trace contextRef="#ctx0" brushRef="#br0" timeOffset="138">7279 9061 8912,'0'-27'0,"0"4"0,8-2 0,3 2 0,-1 0 0,1 6 0,1 2 0,5 3 0,0-3 0,1 4 0,-1 3 0,0 2 0,0 4 0,-5 2 0,-1 0 0,-5 8 0,5 4 0,-7-3 0,2 3 0,-2 1 0,1 10 0,-3-4 0,4 4 0,-4-4 0,-2-2 0,0 2 0,0 2 0,0 2 0,0-2 0,0-7 0,0-3 0,8 1 0,1 5 0,8-8 0,1-3 0,-1-6 0,0-6 0,0-3 0,2-10 0,0-4 0,-1-6 0,3 2 0,-10-1 0,-3-1 0,-2-5 0,-5 5 0,-1 0 0,-1 3 0,-5-3 0,-6 4 0,-9 8 0,-2 2 0,2 3 0,2-1 0,2 7 0,0-7 0,0 11 0,-1-4 0,9 4 0,-6-6 0,5-1 0</inkml:trace>
  <inkml:trace contextRef="#ctx0" brushRef="#br0" timeOffset="139">7864 8528 8912,'0'-33'0,"0"5"0,2-3 0,2 8 0,2 2 0,0 10 0,-6 5 0,0 14 0,0 9 0,0 15 0,0 14 0,-6 4 0,0 3 0,0 5 0,-1 5 0,5 4 0,-4 1 0,4 1 0,2 0 0,0-2 0,2-4 0,4-6 0,5-3 0,10-12 0,2-8 0,6-9 0,-6-14 0,7-3 0,-1-8 0,4-10 0,1-7 0,0-10 0,1-5 0,-6-2 0,-1-1 0,-1-5 0,2 0 0,-1-8 0,-10 2 0,3-1 0,-10 1 0,-3-2 0,-2 8 0,-5-4 0,-1 9 0,-7 5 0,-5 15 0,-3 3 0,-2 6 0,-6 8 0,0 10 0,0 1 0,6 16 0,0 5 0,-1 6 0,7 6 0,-1-6 0,9 6 0,-3-6 0,4 2 0,2-2 0,2-9 0,4 1 0,5-5 0,4-6 0,10-7 0,4-3 0,9-7 0,2 2 0,6-6 0,-6-6 0,2-4 0,-1-7 0,-11 0 0,5 0 0,-14-2 0,-4-4 0,0 4 0,-15-14 0,6 6 0</inkml:trace>
  <inkml:trace contextRef="#ctx0" brushRef="#br0" timeOffset="140">7899 8889 8912,'-54'21'0,"10"-6"0,12-5 0,9-6 0,11-3 0,7-1 0,12 0 0,12-1 0,14-5 0,11-11 0,13-12 0,10-4 0,8-1 0,5 5-207,-5 1 1,5 1 206,-6-2 0,1 5 0,-6 6 0,0-6 0,0-3 0</inkml:trace>
  <inkml:trace contextRef="#ctx0" brushRef="#br0" timeOffset="141">1876 15766 8912,'-8'-27'0,"4"3"0,-5 6 0,1 1 0,4 0 0,-3-6 0,1 0 0,-8 0 0,3 6 0,-2 0 0,1 0 0,-3-1 0,3 1 0,-3 0 0,-2 0 0,5 0 0,1-1 0,1 1 0,-3 2 0,3 2 0,3 1 0,-7 8 0,12-7 0,-3 11 0,3 6 0,2 17 0,6 3 0,1 11 0,1 5 0,0 9 0,-1 1 0,-1 5 0,-4 2 0,4-1 0,-5-1 0,-1-6 0,0 1 0,0 0 0,-1-8 0,-3-4 0,-4-6 0,-1-5 0,5 3 0,-12-20 0,14 1 0,-3-19 0,3-11 0,2-12 0,0-3 0,0-2 0,7-7 0,3-1 0,2 0 0,-1 0 0,-1 8 0,1 5 0,2 8 0,-5-2 0,2 6 0,3 6 0,2-3 0,2 9 0,1 7 0,-1 9 0,6 10 0,0 2 0,0 13 0,-6-1 0,0 5 0,0 0 0,2-4 0,4 4 0,-2-5 0,8-7 0,-6-3 0,4-10 0,0-3 0,-1-6 0,-5-20 0,12-12 0,-6-18 0</inkml:trace>
  <inkml:trace contextRef="#ctx0" brushRef="#br0" timeOffset="142">2254 15783 8912,'-2'-9'0,"-3"3"0,3 4 0,-14 4 0,5 4 0,3 5 0,3 12 0,3-2 0,2 8 0,0-2 0,0 1 0,0 3 0,0-8 0,7 0 0,5-6 0,9-2 0,2-3 0,7-5 0,-1-7 0,-2-4 0,2-7 0,-8-2 0,2-16 0,-4 6 0,-2-6 0,-8 1 0,-3-7 0,-12 9 0,-5 3 0,-6 3 0,-8 3 0,-8 2 0,-5 4 0,-2 3 0,6 8 0,-1 8 0,1 3 0,7 4 0,4 2 0,6 6 0,5 0 0,-1 0 0,7-6 0,2-1 0,10-5 0,4-3 0,15-8 0,1 0 0</inkml:trace>
  <inkml:trace contextRef="#ctx0" brushRef="#br0" timeOffset="143">2547 15697 8912,'0'-17'0,"-2"2"0,-4 3 0,4-3 0,-3 4 0,3 3 0,4-2 0,3 5 0,5 3 0,7-4 0,6 6 0,0 6 0,0 3 0,-6 9 0,0-1 0,1 0 0,-3 0 0,-4 0 0,3 6 0,-9 0 0,1 6 0,-6-6 0,0 0 0,0-6 0,0 0 0,0 0 0,0-5 0,0-1 0,0-7 0,0 2 0,0-12 0,0-4 0,0-7 0,2-2 0,4-4 0,5 2 0,12-7 0,-4 5 0,4-6 0,-2 2 0,2-1 0,-4 3 0,4 8 0,-4 1 0,-1 5 0,-1 3 0,-2 16 0,-3 5 0,-5 8 0,1 8 0,-6 9 0,4 2 0,-3 6 0,3-6 0,-4 0 0,4-5 0,-4-1 0,-2 0 0,5-5 0,1 0 0,0-8 0,-14-4 0,6-17 0,-5-10 0</inkml:trace>
  <inkml:trace contextRef="#ctx0" brushRef="#br0" timeOffset="144">2960 15508 8912,'0'-17'0,"0"-6"0,0 0 0,-8 0 0,8 8 0,0 4 0,2 3 0,10 8 0,5 0 0,6 0 0,2 2 0,-4 4 0,2 3 0,-2 1 0,5 5 0,1-6 0</inkml:trace>
  <inkml:trace contextRef="#ctx0" brushRef="#br0" timeOffset="145">3235 15577 8912,'-11'-15'0,"-1"3"0,8-3 0,-3 13 0,7-6 0,0 8 0,0 0 0,7 2 0,5 4 0,-3 2 0,3 3 0,-2 4 0,1-3 0,4 3 0,-5 2 0,-1 1 0,5-1 0,-8 0 0,5 0 0,-5 0 0,5-5 0,-5-1 0,7 1 0,-1 5 0,-3 0 0,3 0 0,-6 0 0,5 1 0,-7-1 0,4 0 0,-3 2 0,1 4 0,-2-2 0,-10 8 0,0-6 0,-11 5 0,4-1 0,-10 2 0,-4 1 0,-2-7 0,3 6 0,-3-6 0,8-6 0,-2-7 0,4-3 0,2-3 0,-1-2 0,3-10 0,4-3 0,3-12 0,8-6 0,8-3 0,3-3 0,10 1 0,2 0 0,8-1 0,-3 1 0,5 5 0,1 1 0,6 1 0,1-2 0,4-1 0,-4 5 0,-3 0 0,-2 0 0,-1 2 0,-1 6 0,-7-4 0,-4 4 0,-10-4 0,-1 9 0,-9 3 0,3-3 0,-4 1 0,-10 1 0,-3 5 0,-4 3 0,-3 2 0,1 2 0,0 3 0,0 7 0,0 3 0,1 8 0,5 0 0,3 5 0,8-5 0,0 6 0,0-6 0,0 6 0,0-6 0,0-1 0,8-4 0,3-3 0,5-4 0,1-3 0,0-8 0,-2-8 0,-3-3 0,3-4 0,-3-3 0,-5-4 0,-1-1 0,-4-6 0,-2 6 0,0 0 0,0 6 0,0 0 0,0 0 0,0-1 0,-8 1 0,-1 0 0</inkml:trace>
  <inkml:trace contextRef="#ctx0" brushRef="#br0" timeOffset="146">3803 15629 8912,'0'-10'0,"0"2"0,0 8 0,0 0 0,0 8 0,0 3 0,2 5 0,4 1 0,-4 0 0,5 0 0,-7 1 0,2-7 0,4 0 0,-4-7 0,6 4 0,-7-8 0,5 0 0,-4-2 0,4-4 0,1-3 0,-1-8 0,6-6 0,-5 0 0,3 2 0,3 2 0,-3 1 0,1 1 0,1 6 0,5-1 0,-6 8 0,1-1 0,-1-3 0,7 2 0,-1 1 0,0 5 0,2 0 0,4 0 0,-4 0 0,4 0 0,-4 0 0,-2 0 0,1 0 0,-1 0 0,2-6 0,4 0 0,-4-9 0,4-2 0,-10-2 0,-1-10 0,-3 6 0,3-6 0,-4 1 0,-8-7 0,0-5 0,0 0 0,-2-2 0,-4 2 0,-2 4 0,-5-3 0,3 9 0,3 7 0,-7 4 0,12 11 0,-3 8 0,3 10 0,2 13 0,0 5 0,0 12 0,7 4 0,5 8 0,-3 0 0,3-1 0,-3 1 0,3-1 0,1 3 0,-7 3 0,6-2 0,-7 7 0,-1-5 0,-2-7 0,-10 1 0,-1-7 0</inkml:trace>
  <inkml:trace contextRef="#ctx0" brushRef="#br0" timeOffset="147">4251 15577 8912,'0'-17'0,"7"0"0,5-1 0,3 1 0,2 0 0,10 0 0,7 0 0,7-2 0,6-2 0,-3-2 0,-2 2 0,6-6 0,-2-2 0,2 4 0,-2 2 0,-4 6 0,-8 6 0,-7-3 0,-4 9 0,-12-1 0,-11 6 0,-13 2 0,-8 2 0,-8 1 0,3 9 0,-3-3 0,2 6 0,-2 6 0,-1-4 0,7 4 0,2 2 0,9-2 0,-1 0 0,7-6 0,-5 0 0,5 1 0,0-7 0,6 1 0,2-3 0,4 3 0,-2-5 0,7-7 0,1-2 0,5-3 0,6-7 0,0-9 0,0-4 0,2-1 0,-6-3 0,4-6 0,-10 7 0,-1-1 0,-3 8 0,3-2 0,-3 10 0,-3 1 0,-4 9 0,11-3 0,-7 12 0,2 9 0,-3 8 0,5 2 0,7-4 0,0 3 0,0 3 0,3-6 0,3 2 0,-4-11 0,4-7 0,1-3 0,-1-2 0,0-4 0,-5-7 0,5-6 0,-1-12 0,-1-9 0,-9 4 0,1-10 0,-7 3 0,6-8 0,-7-1 0,-1-7 0,-2-4 0,-2-2 0,0-6 0,-6 0 0,1 0 0,-7 10 0,6 8 0,-7 7 0,11 24 0,-6 9 0,8 22 0,0 11 0,0 20 0,0 9 0,0 10 0,2 12 0,4 1 0,-2 7-182,7-7 1,-5 6 181,6-5 0,-1 11 0,6-6 0,0 8 0,1-8 0,-3 4 0,-4 2 0,-3 8 0,-6-8 0,-4 4 0,-6-3 0,3 7 0,3-44 0,0-1 0</inkml:trace>
  <inkml:trace contextRef="#ctx0" brushRef="#br0" timeOffset="148">1841 16901 8912,'-44'-17'0,"6"1"0,6 5 0,3 3 0,-2 3 0,1-1 0,1 2 0,6 2 0,4 2 0,2 2 0,1 4 0,5 5 0,-2 4 0,7 3 0,2-1 0,2 0 0,2 6 0,0 0 0,0-2 0,0-2 0,0-2 0,0 0 0,2-5 0,4-3 0,5-1 0,-1-2 0,1-6 0,1-8 0,5-3 0,0-7 0,0-4 0,-1-5 0,-5-8 0,4 1 0,-3 0 0,-2 5 0,1 0 0,-7 8 0,2-2 0,-3 4 0,3 2 0,-4 8 0,13 1 0,-5 21 0,7 4 0,0 12 0,0 0 0,1-2 0,-1 1 0,2-1 0,4 2 0,-4-5 0,6-6 0,-2-3 0,0-4 0,6-3 0,-7-8 0,7-2 0,-6-4 0,2-9 0,-2-8 0,-6-7 0,2 1 0,-7-4 0,-5-1 0,-1 0 0,-6-1 0,0 3 0,0 3 0,-6 4 0,1 8 0,-9 8 0,12-7 0,-5 22 0,7 0 0,2 9 0,3 6 0,7 4 0,3 2 0,2 1 0,1 7 0,4-7 0,1 1 0,0-2 0,-5 1 0,-1-1 0,-2-6 0,-2 2 0,-1-2 0,-8-2 0,1-2 0,-5-1 0,-5-5 0,-5 4 0,-7-3 0,0-3 0,0 3 0,-3-8 0,-3 1 0,4 5 0,-5 0 0</inkml:trace>
  <inkml:trace contextRef="#ctx0" brushRef="#br0" timeOffset="149">2375 16660 8912,'-17'0'0,"-1"0"0,9 0 0,1 8 0,8 3 0,6-1 0,0 1 0,7 1 0,-1 5 0,3-2 0,2-3 0,0 1 0,0-7 0,1 1 0,-1-1 0,0-4 0,0 4 0,0-6 0,1-4 0,-1-2 0,0-7 0,-5 3 0,-1-7 0,-7 0 0,2 0 0,1 5 0,-1 1 0,0-1 0,1 3 0,-3 9 0,8 11 0,-9 14 0,3 9 0,-4 3 0,-2 9 0,0 5 0,0 7 0,-2 6 0,-4 0 0,3 0 0,-9 0 0,-1-9 0,-2-7 0,-3-6 0,1-8 0,2-7 0,3-4 0,-3-12 0,7-11 0,-3-11 0,1-6 0,5-6 0,3-4 0,-4-8 0,4-7 0,-6-1 0,-1-9 0</inkml:trace>
  <inkml:trace contextRef="#ctx0" brushRef="#br0" timeOffset="150">2925 16488 8912,'0'-23'0,"0"0"0,0 2 0,0 10 0,-1 7 0,-5 16 0,2 9 0,-7 19 0,1 6 0,-3 9 0,3 4 0,2 2 0,-3 2 0,5 6 0,-1-2 0,1-4 0,4-6 0,-4-11 0,4-6 0,2-11 0,0-12 0,2-9 0,4-8 0,-4-14 0,4-3 0,1-13 0,-1-5 0,2-1 0,-3-10 0,5-2 0,-1-1 0,1 3 0,-4 0 0,1 0 0,5-5 0,1 1 0,-7 4 0,2 6 0,-3 11 0,-3 4 0,4 8 0,-4 6 0,-2 3 0,0 6 0,6 6 0,-1 13 0,7 6 0,-6 0 0,1 6 0,-1-6 0,-2 1 0,7-1 0,-5-3 0,5 2 0,-5-2 0,4-3 0,-1-2 0,1-4 0,-6 5 0,11-14 0,-11 5 0,7-7 0,-1-7 0,1-5 0,3-3 0,-9-2 0,9-8 0,-3-4 0,-1 3 0,1-3 0,-5 8 0,6-2 0,-7 4 0,5 2 0,-3-1 0,1 9 0,-2 3 0,-4 4 0,13 2 0,-5 8 0,5 1 0,-4 9 0,5-7 0,-5 1 0,3-7 0,-1 5 0,-2-3 0,3-3 0,1-2 0,2-2 0,-5-2 0,-1-3 0,-5 1 0,5-8 0,-5 1 0,6-6 0,-8 5 0,1 1 0,-3 5 0,-2-6 0,0 9 0,-2 3 0,-3 11 0,-3 12 0,-4 6 0,-1 9 0,7 6 0,2 4 0,3 5 0,1 8 0,0-3 0,0 7 0,0-2 0,7-2 0,5 2 0,-5-8 0,-1 2 0,2-16 0,-3-7 0,1-11 0,-4-2 0,4-8 0,-4-13 0,5-17 0,-7-10 0</inkml:trace>
  <inkml:trace contextRef="#ctx0" brushRef="#br0" timeOffset="151">3425 16505 8912,'9'-1'0,"-3"-5"0,3 4 0,1-6 0,7 8 0,2-2 0,4-3 0,-4 3 0,4-4 0,-2 6 0,2 6 0,-4-3 0,4 9 0,-5-6 0,-7 5 0,2 3 0,-7 8 0,0-2 0,-6 2 0,0 3 0,0-2 0,-8 8 0,-3-3 0,-3 3 0,1-2 0,2-6 0,-3-4 0,6-10 0,-7 7 0,6-7 0</inkml:trace>
  <inkml:trace contextRef="#ctx0" brushRef="#br0" timeOffset="152">3769 16248 8912,'9'-23'0,"-1"2"0,0 5 0,-7 7 0,13 11 0,-8 3 0,7 13 0,-3 10 0,1 7 0,0 5 0,-5-2 0,6 8 0,-8-2 0,1 2 0,-3 3 0,-2-3 0,6 2 0,0-2 0,-1 1 0,-5-6 0,-7-3 0,-5-10 0,-3-7 0,-2-7 0,7-7 0,-13-14 0,4-3 0</inkml:trace>
  <inkml:trace contextRef="#ctx0" brushRef="#br0" timeOffset="153">3769 16454 8912,'9'-17'0,"5"5"0,-9 1 0,9-1 0,-3-5 0,-1 2 0,1 1 0,3 3 0,1-2 0,8 3 0,0-1 0,0 5 0,-6-6 0,2 7 0,4-7 0,-4 6 0,4-3 0,-4-1 0,-2 1 0,1 5 0,-1-2 0,0-3 0,-7 7 0,5-6 0,-13 8 0,5 2 0,-7 4 0,0 5 0,-1 5 0,-3 1 0,-2 2 0,2 4 0,2-4 0,2 4 0,0 2 0,0-2 0,0-1 0,0-4 0,0-7 0,0 1 0,0-7 0,0 7 0,2-8 0,4 1 0,3-3 0,7-4 0,-3-3 0,-1-7 0,-1-3 0,6-2 0,-5-1 0,-1 1 0,-7 0 0,2 0 0,-4 0 0,-2-1 0,-2 7 0,-4 0 0,-3 7 0,-9-4 0,1 0 0,0 7 0,-8-15 0,-2 7 0</inkml:trace>
  <inkml:trace contextRef="#ctx0" brushRef="#br0" timeOffset="154">4474 15904 8912,'0'-18'0,"0"-4"0,0-1 0,0 5 0,0 7 0,0 7 0,0 4 0,0 12 0,-5 11 0,-1 5 0,0 7 0,6 5 0,0 4 0,0 5 0,0-1 0,0-2 0,2 0 0,4 5 0,-2-5 0,7 0 0,-5-14 0,5 3 0,-1-6 0,1-1 0,5-5 0,-5-11 0,4-7 0,3-3 0,1-4 0,4-3 0,-2-11 0,7-7 0,-5-7 0,6 1 0,-8 2 0,2-1 0,-6 1 0,-4-4 0,-3 5 0,-2 1 0,-4-4 0,-10 6 0,-4 2 0,-7 10 0,0 3 0,0 8 0,-1 4 0,1 7 0,0 3 0,2 14 0,1 3 0,3 2 0,7 1 0,-2 0 0,4 1 0,2-1 0,0-5 0,0-1 0,8-7 0,3 2 0,10-4 0,4-3 0,2-5 0,4-5 0,1-4 0,3-2 0,-1-8 0,0-3 0,-7-6 0,-4-6 0,-4-4 0,-1-8 0</inkml:trace>
  <inkml:trace contextRef="#ctx0" brushRef="#br0" timeOffset="155">4371 16230 8912,'-17'8'0,"5"-6"0,1 4 0,7 3 0,-2-7 0,12 4 0,9-6 0,12-6 0,9-5 0,16-12 0,7-4 0,4-7 0,10-3-251,2-3 0,-1-4 0,-5-7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30.3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14920 16884 8912,'-17'0'0,"0"0"0,-1 0 0,1-2 0,0-4 0,7 4 0,3-6 0,7 8 0,2 0 0,3 0 0,-3 0 0,6-1 0,-8-5 0,0 4 0,-8-6 0,-1 8 0,-9 2 0,1 4 0,0-2 0,0 9 0,0 6 0,-1 8 0,-5 7 0,1 6 0,-7 12 0,6 11 0,0 8 0,6 9 0,1 0-223,5 12 1,3-6 222,8-6 0,6-5 0,2-10 0,1-8 0,5-9 0,1-4 0,2-21 0,-5-2 0,-1-10 0,1 4 0,5-13 0,0 4 0,-6-4 0,1-2 0,-8-15 0,3-5 0</inkml:trace>
  <inkml:trace contextRef="#ctx0" brushRef="#br0" timeOffset="1">15040 17124 8912,'0'-23'0,"0"1"0,0 1 0,0 1 0,0 13 0,-2 9 0,-3 13 0,1 10 0,-6 11 0,3 2 0,3 2 0,-4 2 0,2-3 0,3 1 0,1-2 0,2 4 0,0-2 0,0 0 0,0-5 0,0-1 0,0 0 0,0-5 0,0 0 0,0-8 0,0 2 0,0-4 0,7-10 0,3-1 0</inkml:trace>
  <inkml:trace contextRef="#ctx0" brushRef="#br0" timeOffset="2">15264 17348 8912,'17'-10'0,"1"3"0,-1 1 0,0 0 0,6-5 0,2 5 0,0 2 0,-1 2 0,-1-3 0,-5-1 0,-1 0 0,0 6 0,0-8 0,0-1 0</inkml:trace>
  <inkml:trace contextRef="#ctx0" brushRef="#br0" timeOffset="3">15780 17262 8912,'-17'-10'0,"6"3"0,-1 7 0,-1 0 0,-2 2 0,-3 3 0,7 11 0,1 8 0,3 1 0,3 0 0,2 6 0,2-5 0,0 3 0,0 0 0,8-2 0,3 1 0,4-5 0,3-4 0,-1-7 0,2-3 0,2-1 0,2-4 0,6-4 0,-7-6 0,7-6 0,-6-10 0,0 1 0,-8-8 0,-1 0 0,-3 2 0,-7-5 0,2 3 0,-4-1 0,-2 1 0,-8-1 0,-3 7 0,-12 2 0,-6 9 0,-4 5 0,-1 7 0,5 0 0,3 0 0,1 1 0,4 5 0,2 6 0,1 11 0,9-4 0,3 4 0,6-6 0,6-6 0,3 5 0,16-15 0,2 7 0</inkml:trace>
  <inkml:trace contextRef="#ctx0" brushRef="#br0" timeOffset="4">16159 17365 8912,'-17'0'0,"0"0"0,7 0 0,-5 0 0,13 0 0,-6 0 0,8 0 0,0 0 0,8 0 0,-6 0 0,5 0 0</inkml:trace>
  <inkml:trace contextRef="#ctx0" brushRef="#br0" timeOffset="5">16744 17159 8912,'8'-17'0,"-6"-1"0,5 1 0,-1 0 0,0 0 0,-1 5 0,-6 1 0,-5-3 0,-4 7 0,-7 1 0,0 4 0,-6 4 0,0 4 0,0-2 0,6 7 0,0 3 0,-1 1 0,3 4 0,4 4 0,-3-4 0,8 4 0,-5-2 0,5 0 0,2 2 0,3-2 0,2 0 0,5 2 0,2-4 0,3 4 0,10-4 0,-3-2 0,4 0 0,1 0 0,-2 1 0,6-1 0,0-2 0,0-3 0,-6 7 0,2-8 0,-6 8 0,-6-7 0,5 3 0,-14 2 0,3 0 0,-5-5 0,-5-3 0,-9 1 0,-7 0 0,2-7 0,-4 3 0,-2-4 0,2-2 0,0 0 0,6 0 0,-6-8 0,0-3 0,6-4 0,8-3 0,-1 1 0,0 0 0,7-6 0,-3 0 0,12-5 0,5 5 0,12-6 0,6 6 0,3-6 0,3 6 0,-1-5 0,0 5 0,1 2 0,-1 2 0,-1 2 0,-5-1 0,5 1 0,-6 0 0</inkml:trace>
  <inkml:trace contextRef="#ctx0" brushRef="#br0" timeOffset="6">17140 17107 8912,'0'-17'0,"2"2"0,2 1 0,1 3 0,1-1 0,-6 3 0,-8 1 0,-1 18 0,-8 7 0,5 2 0,1 10 0,-1 1 0,3 3 0,-5 1 0,9 1 0,-3 1 0,2 4 0,4-4 0,-4 4 0,5-5 0,1-5 0,0-3 0,0-2 0,1-2 0,5-6 0,4-6 0,7 1 0,0-8 0,0 1 0,1-3 0,-1-2 0,-2-7 0,-3-5 0,-3 3 0,-3-3 0,-4 1 0,2-6 0,-8-1 0,-6 3 0,-7 4 0,0-3 0,0 9 0,5-1 0,1 6 0,-1 0 0,-5 0 0,0 0 0,0 0 0,-1 0 0,1 7 0,0 3 0</inkml:trace>
  <inkml:trace contextRef="#ctx0" brushRef="#br0" timeOffset="7">17278 16815 8912,'-16'-17'0,"3"0"0,3-1 0,1 1 0,-1 0 0,6 7 0,-1 3 0,10 7 0,5 5 0,7 5 0,0 3 0,1 6 0,4 10 0,3 0 0,0 3 0,0 3 0,4 7 0,-6 4 0,3 5 0,-6 5 0,-5 3 0,0 2 0,-7 4 0,-2 9 0,-6-9 0,-6 4 0,-4-6 0,-7 0 0,-6-9 0,0-9 0,-6-8 0,6-3 0,2-9 0,2-6 0,8-9 0,-1-5 0,9-3 0,-13-2 0,7 0 0</inkml:trace>
  <inkml:trace contextRef="#ctx0" brushRef="#br0" timeOffset="8">17484 16419 8912,'-11'-7'0,"1"-5"0,2-3 0,5-2 0,1 0 0,2-1 0,2 7 0,3 1 0,7 3 0,3 3 0,8 2 0,0 2 0,0 0 0,2 0 0,-6 8 0,6 5 0,-4 8 0,-4 8 0,4 3 0,-11 3 0,-1-1 0,-3 0 0,-4 1 0,-2-1 0,-2 1 0,-4-1 0,2-5 0,-5-3 0,1-1 0,4-4 0,-3-2 0,1-1 0,0-9 0,6 6 0,8-13 0,3 4 0,5-6 0,1-6 0,8 2 0,3-5 0,3-1 0,-2 1 0,1 3 0,-7-5 0,6 5 0,-6-6 0,0 9 0,-8-7 0,-4 4 0,-3 4 0,-8-5 0,0 7 0,-2 0 0,-4 2 0,-5 3 0,1-1 0,-1 8 0,5-3 0,-5 3 0,1 3 0,-1-4 0,-12 5 0,4 1 0</inkml:trace>
  <inkml:trace contextRef="#ctx0" brushRef="#br0" timeOffset="9">15316 16058 8912,'0'-26'0,"0"3"0,0 4 0,0 1 0,0 1 0,0 0 0,0 0 0,0 5 0,0 1 0,0 7 0,2-4 0,3 8 0,-3 8 0,4 4 0,-2 5 0,2 6 0,-5 3 0,5 9 0,2 1 0,-2 6 0,-3 6 0,-1 2 0,4 5 0,0-9 0,0 2 0,-6-3 0,5 1 0,1-9 0,0-7 0,1-3 0,-5-4 0,14-10 0,-5-9 0,4-15 0,3-14 0,-1-15 0,6-4 0,0-8 0,7-5 0,-1-1 0,3-7-104,3 2 1,-1 4 103,1 2 0,-1 5 0,1 6 0,-9 12 0,-3 11 0,-11 12 0,-5 5 0,-7 12 0,0 5 0,-5-1 0,-1 1 0,0 1 0,6 5 0,0 0 0,0 0 51,8 0 1,1 1 0,9-1 0</inkml:trace>
  <inkml:trace contextRef="#ctx0" brushRef="#br0" timeOffset="10">15075 14752 8912,'-8'9'0,"4"-1"0,-7-8 0,-3 0 0,5 0 0,-3 0 0,7 0 0,-7 0 0,8 2 0,-1 4 0,3 3 0,2 8 0,5 8 0,1 4 0,6 9 0,-5 4 0,3 2 0,3 4 0,1 1 0,-3 3 0,3-2 0,-7-3 0,1-1 0,-1 2 0,-1-8 0,-6-5 0,0-3 0,0-9 0,2 0 0,4-6 0,-4-7 0,13-3 0,-5-22 0,7-4 0</inkml:trace>
  <inkml:trace contextRef="#ctx0" brushRef="#br0" timeOffset="11">15316 15164 8912,'-10'-9'0,"4"-5"0,12 9 0,6-9 0,11 3 0,1-3 0,7 1 0,0 2 0,5-3 0,-2 1 0,7 1 0,-5-1 0,-2 7 0,-7 1 0,-2-3 0,-8-2 0</inkml:trace>
  <inkml:trace contextRef="#ctx0" brushRef="#br0" timeOffset="12">15918 14958 8912,'-17'-10'0,"0"5"0,-1 3 0,3 4 0,2 3 0,3 7 0,3 3 0,1 8 0,6 0 0,0 8 0,0-3 0,6 3 0,-1-2 0,9 1 0,-1-7 0,6-2 0,4-2 0,0-2 0,-6 1 0,6-9 0,0-3 0,0-4 0,-6-2 0,0-8 0,1-3 0,-1-7 0,0-5 0,-5 2 0,-1-7 0,-1 1 0,1-2 0,-3-1 0,-10 5 0,-4 0 0,-5 0 0,-7 2 0,-3 8 0,-3 4 0,-3 5 0,4 4 0,-6 2 0,14 0 0,-2 0 0,11 8 0,-2 1 0,16 8 0,1 1 0</inkml:trace>
  <inkml:trace contextRef="#ctx0" brushRef="#br0" timeOffset="13">16245 15010 8912,'0'-10'0,"0"-5"0,-6 11 0,1-8 0,-1 9 0,6-5 0,0 8 0,0 0 0,7 0 0,3 0 0</inkml:trace>
  <inkml:trace contextRef="#ctx0" brushRef="#br0" timeOffset="14">16744 14855 8912,'-17'-8'0,"0"1"0,-1-5 0,1-1 0,0 7 0,0 2 0,0 2 0,5 10 0,1 3 0,1 5 0,-1 1 0,3 0 0,8 0 0,0 2 0,0 4 0,0-4 0,2 4 0,4-2 0,5 2 0,4-4 0,3 4 0,1-4 0,4-1 0,-4-1 0,4 0 0,-4 0 0,-2 0 0,0 1 0,0-1 0,-1-6 0,-5 1 0,-3-1 0,-8 6 0,0 1 0,-2-3 0,-4-4 0,-3 5 0,-9-7 0,-1 1 0,-4-5 0,4-3 0,-4-2 0,-3 0 0,-1 0 0</inkml:trace>
  <inkml:trace contextRef="#ctx0" brushRef="#br0" timeOffset="15">16675 14958 8912,'8'-17'0,"1"-6"0,9 0 0,5 0 0,1 6 0,3 0 0,4-1 0,1 3 0,3 4 0,-1-3 0,1 9 0,-9-1 0,-3 6 0,4-8 0,0-1 0</inkml:trace>
  <inkml:trace contextRef="#ctx0" brushRef="#br0" timeOffset="16">17140 14855 8912,'0'-17'0,"0"-1"0,-8 9 0,6 1 0,-5 16 0,7 3 0,0 10 0,0 4 0,0 2 0,0 4 0,0 1 0,0 2 0,0 1 0,0-1 0,0-5 0,0 0 0,0-3 0,0 3 0,0 1 0,0-7 0,0 0 0,0-5 0,0-1 0,0-8 0,0-1 0,0-31 0,0-6 0</inkml:trace>
  <inkml:trace contextRef="#ctx0" brushRef="#br0" timeOffset="17">17088 14975 8912,'10'-11'0,"-3"-1"0,1 1 0,4 1 0,5-5 0,6 4 0,5-3 0,5 3 0,1-5 0,1 5 0,1 3 0,4 3 0,-9-3 0,3 2 0,-3-7 0,3 3 0</inkml:trace>
  <inkml:trace contextRef="#ctx0" brushRef="#br0" timeOffset="18">17415 14597 8912,'12'-6'0,"-1"1"0,3 1 0,8 9 0,-1 7 0,8 11 0,-8 5 0,2 13 0,-4 4 0,-2 5 0,-1 4 0,-3 3 0,-3 4 0,-3 0 0,-9 6 0,-9-4 0,-6 6-830,-6 5 830,-12-3 0,-16 5 0,-10-7 0</inkml:trace>
  <inkml:trace contextRef="#ctx0" brushRef="#br0" timeOffset="19">14713 14838 8912,'-40'-33'0,"0"6"0,4 10 0,1 10 0,5 5 0,-1 4 0,4 5 0,1 10 0,12 10 0,-1 15 0,5 8 0,7 5 0,3 12 0,5 2 0,11 11 0,10 10 0,-11-40 0,1 1 0,7 4 0,2-1 0,1-1 0,1-1 0,3-1 0,1-2 0,3-6 0,1-2 0,2-5 0,3-4 0,2-2 0,2-4-688,3-4 0,1-2 688,-1-2 0,0-4 0,7-11 0,1-4 0,-2 0 0,-1 0 0</inkml:trace>
  <inkml:trace contextRef="#ctx0" brushRef="#br0" timeOffset="20">17828 14597 8912,'27'-29'0,"-2"3"0,-2 1 0,0 4 0,-2 4 0,-2 5 0,-4 6 0,-3 12 0,-7 7 0,-3 8 0,-2 0 0,0 8 0,0 7 0,-2 10 0,-5 4 0,-10 2 0,-1 1 0,-5 4 0,-2-3 0,4 3 0,4-5 0,4-6 0,9-4 0,-2-8 0,14-9 0,9-8 0,19-7 0,22-14 0,15-8 0,9-11 0,-36 8 0,1-2 0,3-3 0,-2 0 0,36-17-773,-9-3 773,-12 4 0,-8 2 0,-3-1 0,-4 1 0</inkml:trace>
  <inkml:trace contextRef="#ctx0" brushRef="#br0" timeOffset="21">20289 14855 8912,'-17'0'0,"0"0"0,5 0 0,1 0 0,5 0 0,-6 2 0,-1 4 0,5-5 0,1 7 0,7-6 0,0 4 0,7-4 0,7 5 0,7 1 0,2-6 0,11 4 0,4-5 0,16-1 0,3-1 0,6-5 0,12-4 0,5-7 0,4-6-225,2 0 0,-7 6 225,-5 6 0,-5 1 0,-6-1 0,-11 3 0,-12 8 0,-19 0 0,-5 0 0,-16 0 0,-14 0 0,-3 0 0,-4 0 0,4 0 0,-8 2 225,-4 4 0,-3-3-225,-3 9 0,-1-6 0,-2 3 0,-4 1 0,-2-1 0,-2 1 0,-6 1 0,0 5 0,1-5 0,-1 4 0,1 2 0,-1 1 0,2-3 0,2-2 0,3-1 0,12-8 0,-1 1 0,11 3 0,0-2 0,4-1 0,11-5 0,8 0 0,8 0 0,3-1 0,1-3 0,1-2 0,2 0 0,2 6 0,3-2 0,3-3 0,3 1 0,9-8 0,5 7 0,0-7 0,8 1 0,0-7 0,7-1 0,8-4 0,4 4 0,2-4 0,0-1 0,0 1 0,-4 0 0,-8 6 0,-9 1 0,-20 5 0,-10 3 0,-13 8 0,-10 0 0,-5 0 0,-7 0 0,-6 0 0,0 0 0,-2 0 0,2 0 0,-4 2 0,-7 4 0,-6-2 0,0 7 0,-6 1 0,6 5 0,-8 0 0,2 0 0,-8 0 0,3 0 0,-3 6 0,14 0 0,8 0 0,9-6 0,5-5 0,7-1 0,5 3 0,20-7 0,9-1 0,9-4 0,8-2 0,4-6 0,8 1 0,1-7 0,5 6 0,-3-7 0,8 2 0,-13 3 0,2 2 0,-6-1 0,1 1 0,-3 2 0,-2 2 0,-9 2 0,-10 0 0,-4 0 0,-2 0 0,0 0 0,-7 0 0,-10 0 0,-10 0 0</inkml:trace>
  <inkml:trace contextRef="#ctx0" brushRef="#br0" timeOffset="22">22234 14425 8912,'9'-17'0,"-1"0"0,-8-1 0,0 1 0,-2 0 0,-4 0 0,-5 0 0,-7 1 0,-3 3 0,-1 3 0,0 3 0,-4 3 0,-3 10 0,-3 3 0,-3 9 0,3 12 0,3 4 0,-2 12 0,6 2 0,3 6 0,2 3 0,1 6 0,14-6 0,1 1 0,9-7 0,5-1 0,9-6 0,4-10 0,6-9 0,1-14 0,-1-5 0,4-4 0,-5-2 0,5-8 0,1-3 0,-7-12 0,-4-6 0,2-1 0,-2 1 0,-6-3 0,-6 3 0,-1-2 0,1 1 0,-5 1 0,-4 8 0,-2-4 0,0 18 0,0 7 0,6 7 0,-1 11 0,7 6 0,-6 5 0,7-2 0,-1 1 0,3-7 0,2 2 0,6 2 0,2-2 0,2-4 0,3-5 0,-3-7 0,2-7 0,-6 0 0,5 0 0,-5 0 0,6 0 0,-8-7 0,2-7 0,-4-5 0,-2-4 0,-1-7 0,-5 1 0,-3 2 0,-8-1 0,0 5 0,0-6 0,0 8 0,0-2 0,-2 4 0,-4 2 0,2 7 0,-7 5 0,1 5 0,-3 5 0,3 7 0,3 3 0,-5 8 0,6 0 0,1 5 0,5-5 0,0 6 0,0-6 0,0 0 0,0-6 0,5 0 0,1 0 0,7-7 0,-1-4 0,9-4 0,2-2 0,0-2 0,-6-4 0,0-7 0,0-8 0,1 0 0,-1-8 0,-8 8 0,-3-2 0,-4-2 0,-2 2 0,-2 0 0,-4-1 0,-9 6 0,-8 1 0,-5 2 0,5 9 0,-6-2 0,6 3 0,0 3 0,6-4 0,5 4 0,3 4 0,1 4 0,4 3 0,10 9 0,11-1 0,12 0 0,3-6 0,3 1 0,-1-1 0,1 7 0</inkml:trace>
  <inkml:trace contextRef="#ctx0" brushRef="#br0" timeOffset="23">23301 14563 8912,'-18'0'0,"1"0"0,0 0 0,-6 0 0,0 0 0,-8 0 0,5 0 0,-3 2 0,0 3 0,6 5 0,-5 7 0,7 6 0,-2 0 0,9 5 0,3-5 0,7 6 0,-2-6 0,6 0 0,6-6 0,-2-2 0,7-3 0,1 1 0,5-7 0,0-2 0,0-2 0,1-10 0,-1-3 0,0-5 0,0-1 0,0-6 0,1 0 0,-7 0 0,1 6 0,-3-6 0,3 0 0,-5 6 0,-7 6 0,8 1 0,3-1 0,-1-3 0,1 9 0,-5-1 0,6 6 0,5 0 0,6 0 0,7 0 0,-3 7 0,8 3 0</inkml:trace>
  <inkml:trace contextRef="#ctx0" brushRef="#br0" timeOffset="24">23628 14563 8912,'-18'0'0,"-5"0"0,0 0 0,-1 2 0,1 3 0,2-1 0,-8 8 0,0 5 0,-5 6 0,7 5 0,4-5 0,6 6 0,5-6 0,-1 5 0,7-5 0,2 0 0,10-6 0,4-5 0,7-1 0,2-7 0,4 2 0,-2-6 0,6-8 0,0-9 0,-1-10 0,-5-5 0,2-2 0,0-9 0,-6-2 0,5 1 0,-11-2 0,2 0 0,-1-6 0,-3 3 0,-5 1 0,2 4 0,-2 2 0,-4 2 0,-6 6 0,4 13 0,-4 3 0,-3 16 0,-3 8 0,5 11 0,1 18 0,4 9 0,2 7 0,2-1 0,4 1 0,-2 1 0,7-6 0,6 2 0,6-2 0,2-4 0,-2-8 0,-2-7 0,8-4 0,1-6 0,3-6 0,-6-3 0,5-23 0,-5-4 0</inkml:trace>
  <inkml:trace contextRef="#ctx0" brushRef="#br0" timeOffset="25">24195 14391 8912,'-17'-2'0,"0"-4"0,6 4 0,-1-4 0,1-3 0,-1 7 0,3-6 0,1 1 0,2 5 0,6-8 0,0 4 0,8 5 0,3-5 0,5 4 0,1 2 0,8 0 0,1 0 0</inkml:trace>
  <inkml:trace contextRef="#ctx0" brushRef="#br0" timeOffset="26">24247 14752 8912,'-11'11'0,"-1"1"0,8-7 0,-1 7 0,1-8 0,-2 1 0,4-3 0,-4-2 0,12 0 0,-2 0 0,7 0 0,1 0 0,13-15 0,1-4 0</inkml:trace>
  <inkml:trace contextRef="#ctx0" brushRef="#br0" timeOffset="27">25280 14253 8912,'-6'-11'0,"-2"1"0,-1 2 0,5 16 0,-2 11 0,4 6 0,2 6 0,8 7 0,3 2 0,-1 6 0,-1-4 0,-1 0 0,-4 0 0,3 0 0,-1-6 0,-2-1 0,-2-9 0,-2-5 0,-8-11 0,-17-10 0,-11-10 0</inkml:trace>
  <inkml:trace contextRef="#ctx0" brushRef="#br0" timeOffset="28">24987 14253 8912,'-17'-11'0,"1"-1"0,5-1 0,3 3 0,8-1 0,4-1 0,8-5 0,11-2 0,7-4 0,12 4 0,4-4 0,4 4 0,1 2 0,7 2 0,-1 3 0,6-1 0,-7 9 0,-8 8 0,-12 11 0,-17 10 0,-11 17 0,-8 2 0</inkml:trace>
  <inkml:trace contextRef="#ctx0" brushRef="#br0" timeOffset="29">25090 14855 8912,'-9'8'0,"1"-7"0,16 5 0,3-12 0,14-11 0,9-11 0,14-11 0,10-1 0,9-9 0,1-3 0,7 0-797,-35 24 0,0-1 797,3 3 0,-2-1 0,22-33 0,4-1 0</inkml:trace>
  <inkml:trace contextRef="#ctx0" brushRef="#br0" timeOffset="30">26123 13806 8912,'-17'-9'0,"5"1"0,1 8 0,1 2 0,-1 4 0,-3 13 0,8 17 0,1 14 0,-3 11 0,6 6 0,-4 1 0,6 1 0,6 0 0,4-2 0,7-4 0,2-4 0,4-7 0,-4-8 0,4-4 0,-4-6 0,-2-5 0,-7-12 0,-18-9 0,-11-8 0</inkml:trace>
  <inkml:trace contextRef="#ctx0" brushRef="#br0" timeOffset="31">25916 14356 8912,'-9'-9'0,"9"-5"0,11 9 0,14-7 0,9 6 0,14-1 0,10 1 0,12-2 0,-1-3-529,12-4 0,-3 5 0,8-7 0</inkml:trace>
  <inkml:trace contextRef="#ctx0" brushRef="#br0" timeOffset="32">27035 13978 8912,'-8'10'0,"-1"-1"0,-9-3 0,1-2 0,0 7 0,0 1 0,0 5 0,1 6 0,5 2 0,5 1 0,4 5 0,4-4 0,4 1 0,5-1 0,12 2 0,-2-4 0,8-8 0,0-2 0,5-4 0,0-3 0,1-8 0,-6 0 0,-1 0 0,-7-8 0,2-3 0,-4-4 0,-1-2 0,-3-8 0,-4-4 0,-1-3 0,-6-3 0,1 3 0,-1 3 0,0-2 0,2 9 0,-4-3 0,3 2 0,-1 9 0,2-3 0,-2 11 0,7 1 0,-5 5 0,6 5 0,-7 7 0,7 11 0,-1 6 0,-1 3 0,3 4 0,-7 4 0,5-3 0,-5 3 0,0-6 0,-6-5 0,0 1 0,0-7 0,-2 4 0,-4-10 0,-5 2 0,-12-13 0,2 0 0,-6-6 0,0-2 0,0-4 0,-1-19 0,-7-11 0</inkml:trace>
  <inkml:trace contextRef="#ctx0" brushRef="#br0" timeOffset="33">27104 13737 8912,'-19'-34'0,"-8"1"0,15 5 0,1 3 0,11 8 0,0 7 0,0-5 0,7 15 0,5 0 0,11 8 0,6 9 0,5-4 0,6 4 0,-2-9 0,8 9 0,0-3 0,6 3 0</inkml:trace>
  <inkml:trace contextRef="#ctx0" brushRef="#br0" timeOffset="34">28222 13720 8912,'-34'0'0,"-1"0"0,1 0 0,0 0 0,1 0 0,4 0 0,-1 8 0,7 3 0,4 6 0,5 6 0,1-4 0,7 4 0,0 4 0,6 2 0,0-4 0,0-2 0,8-4 0,4-2 0,3-2 0,2-3 0,-5-5 0,-1-7 0,2 0 0,3 0 0,-5-2 0,1-3 0,-7-5 0,7-7 0,-6 0 0,5-1 0,-5 1 0,5 0 0,-7 0 0,9 5 0,-5 3 0,2 1 0,-5 2 0,7 6 0,-3 8 0,3 4 0,3 3 0,-3 2 0,5 0 0,6 0 0,-4 6 0,4 0 0,4 8 0,-1-4 0</inkml:trace>
  <inkml:trace contextRef="#ctx0" brushRef="#br0" timeOffset="35">29100 13806 8912,'2'-11'0,"4"-1"0,-5 1 0,9-5 0,-6 3 0,2 2 0,-1-1 0,-5-5 0,0 0 0,0 0 0,-2 7 0,-3 4 0,-5-1 0,-9 1 0,-4 4 0,-6 6 0,3 5 0,-3 9 0,0 1 0,-5 4 0,5-2 0,2 7 0,1 3 0,-1 1 0,11 1 0,-1-5 0,10 5 0,-5-4 0,10-3 0,2 3 0,4-8 0,13 2 0,-1-10 0,12-1 0,1-3 0,5 3 0,1-7 0,-1-3 0,1 0 0,-1 4 0,-7-4 0,-4 4 0,-4-4 0,-10-1 0,-3 5 0,-13 4 0,-11 7 0,-7 0 0,-11 2 0,-2 4 0,-2 6 0,0-4 0,5-2 0,8-4 0,4-2 0,4-6 0,2 1 0,8-8 0,3 1 0,12-12 0,5-10 0,12-8 0,4-10 0</inkml:trace>
  <inkml:trace contextRef="#ctx0" brushRef="#br0" timeOffset="36">29392 13840 8912,'-15'-1'0,"4"-5"0,-5 4 0,13-6 0,-9 8 0,8 0 0,-3 8 0,7 3 0,0 7 0,0 3 0,1 3 0,5 3 0,-2 0 0,8 2 0,-9 1 0,3-7 0,2 6 0,-3-6 0,7 0 0,-6-6 0,-1-6 0,-5 1 0,0-8 0,8 3 0,-6-9 0,4-3 0,-4-11 0,-2-7 0,0-7 0,0 1 0,0-3 0,0-3 0,5 3 0,1 3 0,2 4 0,-3 8 0,-1-6 0,8 0 0,-1 8 0,6 9 0,1 12 0,-7 5 0,1 12 0,-7-4 0,7 4 0,-8 2 0,1-2 0,3 0 0,-2-6 0,1 0 0,-1 1 0,-2-9 0,7-3 0,1-4 0,5-4 0,0-4 0,1-3 0,-1-9 0,0-6 0,0-3 0,0-2 0,1 1 0,-3 7 0,-4-2 0,5 3 0,-7 3 0,8 8 0,-5 1 0,-1 8 0,-5 2 0,6 4 0,-7-4 0,7 3 0,-6 3 0,5-2 0,0-1 0,7-5 0,-1 0 0,0 0 0,0 0 0,1-1 0,-1-5 0,-8 4 0,7-13 0,-13 13 0,9-4 0,-8-4 0,3 9 0,-9-7 0,-3 8 0,3 8 0,-12 1 0,9 8 0,-1-5 0,6-1 0,0 1 0,2 3 0,2-2 0,3-3 0,3-2 0,1-3 0,7-5 0,-7 0 0,0 0 0,1 0 0,5 0 0,-5-7 0,-1-5 0,-7 1 0,2-7 0,-4 9 0,-2-14 0,-2 8 0,-2-8 0,-4 4 0,-1 2 0,-3 1 0,-5 5 0,0-3 0,0 9 0,-1-3 0,1 2 0,6 4 0,-1-3 0,8 3 0,-3 9 0,14 3 0,3 7 0</inkml:trace>
  <inkml:trace contextRef="#ctx0" brushRef="#br0" timeOffset="37">30477 13634 8912,'-18'0'0,"1"0"0,0 0 0,-2 0 0,-2 2 0,-2 2 0,2 2 0,4 7 0,5-2 0,-1 10 0,7 2 0,0 0 0,6-4 0,2 1 0,4-3 0,3 2 0,9-13 0,1-1 0,4-5 0,-4 0 0,4 0 0,2-7 0,-2-5 0,0-5 0,-6-4 0,-2-2 0,-3 2 0,1-4 0,-7 2 0,-1 0 0,-5 6 0,-7 0 0,-5 0 0,-3 7 0,-2 4 0,-6 5 0,0 1 0,-6 0 0,6 0 0,0 7 0,6 3 0,2 1 0,3 1 0,-3-1 0,5 6 0</inkml:trace>
  <inkml:trace contextRef="#ctx0" brushRef="#br0" timeOffset="38">31044 12964 8912,'-17'0'0,"0"3"0,0 9 0,7 7 0,5 15 0,3 10 0,2 6 0,0 7 0,0 4 0,7 6 0,5 2 0,3 0 0,2-16 0,0-3 0,1 0 0,-3-8 0,-4-2 0,-5-12 0,-12-5 0,-3-3 0,-8-3 0</inkml:trace>
  <inkml:trace contextRef="#ctx0" brushRef="#br0" timeOffset="39">30855 13514 8912,'0'-12'0,"0"1"0,0-2 0,2-3 0,4-1 0,3 6 0,9-1 0,6 1 0,5-5 0,6 3 0,5 2 0,-2-1 0,8-5 0,0 0 0,5-1 0,1 1 0,0 0 0</inkml:trace>
  <inkml:trace contextRef="#ctx0" brushRef="#br0" timeOffset="40">31423 13118 8912,'-10'18'0,"1"-5"0,3 4 0,4 4 0,-3 14 0,3 1 0,2 4 0,0 4 0,0 7 0,0 1 0,0 0 0,0-7 0,0-3 0,0-3 0,0-7 0,0-9 0,0 0 0,0-12 0,0-3 0,0-10 0,0-4 0,5-3 0,3-8 0,2-2 0,3-4 0,2 2 0,2-8 0,-5 8 0,-1-2 0,3 4 0,9 2 0,-4 5 0,4 1 0,-2 7 0,0-2 0,2 4 0,-2 2 0,0 2 0,2 4 0,-4 2 0,4 3 0,2 4 0,-2-3 0,0 3 0,-6 2 0,-8 1 0,7-1 0,-7 0 0</inkml:trace>
  <inkml:trace contextRef="#ctx0" brushRef="#br0" timeOffset="41">26519 15147 8912,'-8'-17'0,"-2"0"0,-1-2 0,1-2 0,1-2 0,-1 2 0,-3 2 0,-2 1 0,-3 3 0,1 4 0,0 5 0,0 4 0,-1 4 0,1 4 0,2 7 0,4 8 0,-3 6 0,6 9 0,1 4 0,-1 6 0,2 6 0,8 3 0,4 4 0,6 2 0,-3 1 0,3 1 0,-3 2 0,5-8 0,-5-4 0,-1-5 0,3 0 0,-5-8 0,7-8 0,-11-7 0,6-8 0</inkml:trace>
  <inkml:trace contextRef="#ctx0" brushRef="#br0" timeOffset="42">26140 15560 8912,'-17'-10'0,"0"-5"0,-1 13 0,11-11 0,7 7 0,15-2 0,14 3 0,11 1 0,6-8 0,3 1 0,5-6 0,1-1 0,3 1 0,-1 0 0,-5 0 0,-8 2 0,-4 3 0,-10-1 0,-1 7 0,-15 0 0,-7 14 0,-16 7 0,-9 8 0,1 2 0,0-2 0,2-2 0,3 8 0,3-8 0,3 1 0,4-2 0,-4-3 0,4 0 0,2 0 0,2-7 0,4-5 0,6-3 0,5-2 0,6 0 0,-2-7 0,7-5 0,-5-3 0,6-2 0,-2-2 0,1-4 0,-3 4 0,-7-4 0,-1 4 0,0 1 0,0 1 0,-5 2 0,-1 4 0,-7 3 0,4 8 0,-8 2 0,0 4 0,1 3 0,5 1 0,-2 3 0,8-7 0,-1 7 0,6-11 0,0 4 0,1-4 0,-1-2 0,0 0 0,0 0 0,0 0 0,1-6 0,-1 0 0,-2-7 0,-3 1 0,1 3 0,-7-3 0,7 9 0,-11-13 0,6 14 0,-8-5 0,0 7 0,0 7 0,0-5 0,0 6 0,0-8 0,2-6 0,3 0 0,-1-5 0,8 5 0,-1-5 0,6 5 0,1 0 0,-1 6 0,-6 2 0,1 4 0,-7 2 0,7 3 0,-8 4 0,1-3 0,3 3 0,-2 2 0,0 0 0,-6 1 0,0-7 0,0 1 0,7-1 0,3 6 0</inkml:trace>
  <inkml:trace contextRef="#ctx0" brushRef="#br0" timeOffset="43">27672 15164 8912,'-20'0'0,"-3"0"0,4 6 0,-4 0 0,-1 7 0,1-1 0,0 11 0,7 5 0,3 5 0,2 1 0,7 0 0,-2 1 0,12 3 0,5-4 0,6 3 0,6-14 0,2 3 0,4-8 0,3-5 0,-3-13 0,-2 0 0,1 0 0,-1-2 0,2-6 0,-6-9 0,4-8 0,-1-9 0</inkml:trace>
  <inkml:trace contextRef="#ctx0" brushRef="#br0" timeOffset="44">28016 14958 8912,'-10'8'0,"-3"-5"0,7 9 0,-2 1 0,5 10 0,-3 4 0,2 0 0,2 11 0,2-4 0,0 6 0,0 1 0,6-5 0,0 4 0,7-6 0,-2-5 0,3 2 0,-3-8 0,5-1 0,-5-6 0,4-5 0,3-3 0,-1-8 0,0-4 0,0-7 0,0-3 0,1-14 0,-5-3 0,0-7 0,3 0 0,-3 5 0,-1 1 0,-1 9 0,-1 2 0,-5 9 0,-3-3 0,6 13 0,-8 2 0,0 11 0,0 12 0,0 6 0,6 2 0,-1-3 0,1 5 0,-4-7 0,4 1 0,5-4 0,-1-4 0,1-2 0,-5-1 0,5-5 0,-7 4 0,4-13 0,-8-2 0,0-9 0</inkml:trace>
  <inkml:trace contextRef="#ctx0" brushRef="#br0" timeOffset="45">28119 15130 8912,'-27'-17'0,"-3"0"0,7-1 0,5 7 0,7-1 0,0 9 0,1-5 0,2 8 0,8 0 0,8 0 0,3 2 0,5 2 0,1 1 0,0-1 0,0 6 0,-1-6 0,-5 7 0,2 1 0,-7 5 0,-2 0 0,-10 0 0,-5 0 0,-12 6 0,-6 0 0,-1 6 0,1-6 0,-4 2 0,5-4 0,-5 0 0,-1-6 0,13 2 0,4-5 0,11-5 0,14 1 0,14-8 0,17-8 0,7-3 0,9 1 0,2-1 0,14-5 0,-2-1 0,-2-8 0,-4 14 0,-2-8 0,4 7 0,-6-3 0,-5-2 0,-8 2 0,-17 3 0,-5-3 0,-6 5 0,-18-1 0,-10 1 0,-9 3 0,-4 1 0,6 6 0,0 0 0,-1 0 0,7 6 0,-1-1 0,1 9 0,1-5 0,3 9 0,7-1 0,0 0 0,0 0 0,7-7 0,3-3 0,7-7 0,0 0 0,1 0 0,-1 0 0,0 0 0,6-7 0,0-5 0,0-3 0,-6-2 0,-5 1 0,-1 3 0,0 2 0,-1-3 0,0 5 0,-5-3 0,-3 8 0,6-3 0,-8 7 0,0 0 0,0 7 0,0 5 0,0 3 0,0 2 0,0 1 0,0-7 0,0 0 0,0 3 0,0 1 0,0-3 0,0-1 0,0-7 0,0 11 0,0-15 0,2 2 0,4-8 0,5-3 0,-1-8 0,1-6 0,2-2 0,10 2 0,-3 2 0,2-8 0,-1 8 0,2-2 0,-3 6 0,2 6 0,3-3 0,-2 9 0,0-1 0,-6 6 0,3 2 0,3 3 0,-4 5 0,4 7 0,-4 0 0,-2 1 0,0-1 0</inkml:trace>
  <inkml:trace contextRef="#ctx0" brushRef="#br0" timeOffset="46">20840 17365 8912,'-19'0'0,"-2"0"0,-2 0 0,2 0 0,1-2 0,3-4 0,0 5 0,9-7 0,8 8 0,10 0 0,5 0 0,10 0 0,4 0 0,5 0 0,4 0 0,5 0 0,0 0 0,-2 0 0,5 0 0,-8 0 0,2 0 0,-4-2 0,-1-4 0,-1 4 0,-1-5 0,-3 1 0,-1 0 0,-8-7 0,4 3 0,-8-7 0</inkml:trace>
  <inkml:trace contextRef="#ctx0" brushRef="#br0" timeOffset="47">21597 16970 8912,'-8'-10'0,"-1"2"0,-7 16 0,5 4 0,3 18 0,8 10 0,0 10 0,0 7 0,0 4 0,0 8 0,2 0 0,4 0 0,5-4 0,5-8 0,1-7 0,0-16 0,0-7 0,-1-4 0,-5-4 0,-3-17 0,-8-4 0</inkml:trace>
  <inkml:trace contextRef="#ctx0" brushRef="#br0" timeOffset="48">21425 17193 8912,'9'-27'0,"-3"4"0,4 2 0,1 0 0,4-3 0,3-3 0,1 4 0,4-6 0,3 6 0,9-5 0,-1 7 0,1-2 0,-1 11 0,1 7 0,-3 3 0,-3 2 0,-6 2 0,-12 3 0,-3 7 0,-8 11 0,-2 5 0,-4 5 0,-5 7 0,-12 0 0,2 6 0,-8-6 0,0 2 0,-5-2 0,7-4 0,4 5 0,4-7 0,2-5 0,0 3 0,-1-3 0,9-4 0,1-1 0,8-6 0,10-9 0,7-3 0,12-4 0,9-2 0,0 0 0,8 0 0,0 0 0,6 0 0,-3 0 0,-3 0 0,-6 0 0,-11 0 0,-4 7 0,-16 5 0,-3 11 0,-17-2 0,-6 8 0,-18 1 0,1 10 0,-10-4 0,4 5 0,-6-5 0,6-2 0,-6 1 0,5-1 0,3-7 0,10-4 0,5-6 0,3-6 0,3-3 0,8-18 0,3-7 0,4-9 0,2-7 0,8-9 0,9-2 0,10-7 0</inkml:trace>
  <inkml:trace contextRef="#ctx0" brushRef="#br0" timeOffset="49">22113 17313 8912,'-11'0'0,"-1"0"0,6 2 0,-5 4 0,5 4 0,-5 7 0,1 2 0,-1 4 0,1-4 0,6 6 0,-1-2 0,1 0 0,2 0 0,2-6 0,0 0 0,2-2 0,4-3 0,-3-5 0,9-7 0,-6-2 0,5-3 0,1-5 0,5-7 0,-2 0 0,-4 0 0,5-1 0,-5 1 0,-1 6 0,1 1 0,3 1 0,1-1 0,2 6 0,0-1 0,1 3 0,-1 2 0,2 0 0,4 0 0,4 0 0,7 0 0,0 0 0,1 0 0,-1 0 0,1 0 0,-1 0 0,1-8 0,-1-2 0</inkml:trace>
  <inkml:trace contextRef="#ctx0" brushRef="#br0" timeOffset="50">22595 17296 8912,'-27'0'0,"4"0"0,-2 6 0,2 0 0,-5 1 0,5-1 0,0 6 0,-2 3 0,6 8 0,-4 0 0,10 7 0,3 1 0,2 5 0,5 4 0,3 0 0,5-5 0,7-7 0,11 1 0,2-10 0,3-2 0,5-1 0,-5-11 0,-3 1 0,-2-6 0,2-8 0,-2-3 0,0-12 0,-6-6 0,-2-3 0,-3-2 0,1-3 0,-5-3 0,0-4 0,-1 0 0,-1-5 0,-6 3 0,0 0 0,0-6 0,-2 5 0,-4-11 0,3 5 0,-9 1 0,6 8 0,-5 4 0,7 12 0,-2 5 0,-3 11 0,7 14 0,-4 15 0,4 14 0,2 9 0,0 13 0,0-1 0,0 11 0,0 0 0,6-4 0,2-1 0,1-5 0,5-1 0,1-1 0,2-3 0,0-6 0,0-8 0,1-13 0,-1-3 0,0-3 0,0-9 0,0-8 0,1-8 0</inkml:trace>
  <inkml:trace contextRef="#ctx0" brushRef="#br0" timeOffset="51">23042 17193 8912,'-9'8'0,"-6"-6"0,13 5 0,-6-7 0,8 0 0,0 0 0,8-7 0,1-3 0</inkml:trace>
  <inkml:trace contextRef="#ctx0" brushRef="#br0" timeOffset="52">22974 17657 8912,'0'18'0,"0"-1"0,-6-6 0,0 1 0,0-9 0,6 5 0,0-10 0,0-4 0,-7-3 0,-3-8 0</inkml:trace>
  <inkml:trace contextRef="#ctx0" brushRef="#br0" timeOffset="53">23817 17159 8912,'-2'-17'0,"-4"-1"0,-5 3 0,-3 2 0,1 3 0,1 3 0,7 1 0,-5 10 0,2 7 0,5 12 0,1 9 0,2 9 0,0 3 0,-2 7 0,-2 3 0,-2 3 0,1-2 0,5 8 0,-6-7 0,0-1 0,0-7 0,-1-8 0,3-6 0,-8-5 0,9-4 0,-11-17 0,8-8 0,1-16 0,5-12 0,0-13 0,0-4 0,0-5 0,0-2 0,2-5 0,3 0 0,-3-2 0,4 1 0,2 7 0,-3-1 0,7 10 0,-6 13 0,1 6 0,-1 12 0,9 7 0,8 16 0,8 11 0,-2 22 0,5 13 0,6 7 0,-2 9 0,8 1 0,-8-3 0,3-9 0,-7-5 0,-5-13 0,1-10 0,-7-12 0,0-12 0,-6-5 0,-1-14 0,-5-9 0,-3-8 0,-8-9 0,0 0 0,0-1 0,0-1 0,0-4 0,-2 3 0,-4-3 0,-5 4 0,-5 2 0,-1-1 0,0 1 0,-6-4 0,0 3 0,0-1 0,6 13 0,5 6 0,3 5 0,1-1 0,3 5 0,5 3 0,0 10 0,7 3 0,5 4 0,3 1 0,2-7 0,8-1 0,-6 3 0,6 2 0</inkml:trace>
  <inkml:trace contextRef="#ctx0" brushRef="#br0" timeOffset="54">24505 17451 8912,'17'-2'0,"-1"-4"0,-5-5 0,-3-4 0,-8-3 0,0 1 0,0 0 0,-2 2 0,-4 3 0,-3 5 0,-9 7 0,1 2 0,-2 3 0,-2 9 0,-2 7 0,0 11 0,6 8 0,2 6 0,3-6 0,3 6 0,3-6 0,4-2 0,-4-9 0,12 0 0,5-12 0,7 2 0,5-13 0,3-8 0,9-10 0,-3-5 0,-3-6 0,3-9 0,-3-8 0,-4-2 0,-2 2 0,-12 5 0,-5 1 0,-8 1 0,-9 10 0,-3 2 0,-14 10 0,-3 3 0,-7 8 0,0 2 0,5 4 0,1 3 0,9 9 0,2 5 0,9 0 0,4-1 0,10-12 0,4-4 0,11-4 0,10-2 0</inkml:trace>
  <inkml:trace contextRef="#ctx0" brushRef="#br0" timeOffset="55">25004 16987 8912,'-9'-42'0,"-5"6"0,9-5 0,-9 18 0,3 6 0,-5 12 0,-1 12 0,2 18 0,1 13 0,3 14 0,7 7 0,-2 10 0,-1 0 0,1-1 0,0 1 0,6 0 0,8-2 0,3-4 0,7-4 0,5 0 0,-4-11 0,4 4 0,-4-12 0,6-6 0,1-9 0</inkml:trace>
  <inkml:trace contextRef="#ctx0" brushRef="#br0" timeOffset="56">24832 17485 8912,'-17'-17'0,"0"2"0,-1 3 0,9-3 0,1 6 0,12-7 0,8 5 0,9-2 0,19 7 0,2-6 0,4 7 0,3-7 0,-3 5 0,4-3 0,2-2 0,-1-5 0</inkml:trace>
  <inkml:trace contextRef="#ctx0" brushRef="#br0" timeOffset="57">25675 17417 8912,'-17'7'0,"0"5"0,0-5 0,7 1 0,10-8 0,15-10 0,10-5 0,2-6 0,2-9 0,5 1 0,-1-2 0,-3 1 0,-3 1 0,-2-1 0,-4 5 0,-10 2 0,-3-2 0,-8 2 0,-2 2 0,-4 10 0,-11 3 0,-11 8 0,-5 0 0,-1 0 0,-1 10 0,1 5 0,-1 8 0,1 3 0,1 5 0,5 9 0,11-4 0,11 5 0,4 1 0,2-2 0,15 0 0,8-6 0,8-1 0,3-5 0,8-5 0,4-11 0,6-5 0,5-7 0,-5-2 0,-1-3 0,-1-11 0,-10-6 0,6-9 0,-8 2 0,-5-1 0,-8 1 0,-14-1 0,-5 7 0,-4-2 0,-2 2 0,-2 4 0,-4-4 0,-5 9 0,-12 3 0,4 0 0,-4-7 0,4 9 0,1 3 0,7 4 0,-1 2 0,1 2 0,-4 4 0,3 5 0,5 12 0,7 6 0,0-2 0,0 1 0,0-1 0,0 2 0,0 1 0,0-7 0,1 0 0,5-6 0,-2-1 0,7-5 0,1-3 0,5-8 0,0 0 0,1-2 0,-1-4 0,0-5 0,0-12 0,0-6 0,1-4 0,-1-1 0,0 5 0,0 1 0,-5 7 0,-1-2 0,-7 4 0,2 2 0,-4 7 0,-2 2 0,0 8 0,0 8 0,0 3 0,2 5 0,3 1 0,-1 0 0,8 0 0,-1 0 0,6 1 0,0-3 0,1-4 0,-1 3 0,0-8 0,0 5 0,1-5 0,-7-1 0,0-5 0,-7 0 0,4 2 0,-8 4 0,8-4 0,-6 8 0,3-5 0,-3 7 0,-2 3 0,0 2 0,0 2 0,0 4 0,-2-4 0,-4 4 0,3-4 0,-9-1 0,1-1 0,-6 0 0,-6 0 0,0 0 0,-6-1 0,4-3 0,0-3 0,0-3 0,2-1 0,-1-6 0,-3 0 0</inkml:trace>
  <inkml:trace contextRef="#ctx0" brushRef="#br0" timeOffset="58">26673 17228 8912,'-17'0'0,"0"0"0,0 0 0,2-2 0,1-2 0,3-2 0,7 0 0,-4 6 0,18 6 0,5 0 0,8 0 0,2-1 0,0 1 0,5 0 0,-1-6 0,3 0 0,3 0 0,-3-2 0,-3-4 0,-4 2 0,-8-7 0,0-1 0,1-5 0,-3 0 0,-4 0 0,-3-6 0,-8 0 0,0 2 0,0 2 0,-2 2 0,-4-1 0,3 9 0,-9 3 0,8 4 0,-3 6 0,7 7 0,0 12 0,0 8 0,5 11 0,1 4 0,7 5 0,-1 7 0,-3-5 0,3 5 0,-8 1 0,1-2 0,-3 0 0,-2-5 0,-7-8 0,-7-4 0,-7-4 0,-7-1 0,-11-9 0,-1-3 0,-8-11 0,3-6 0,-5-5 0,-2-1 0,8-7 0,-5-18 0,5-11 0</inkml:trace>
  <inkml:trace contextRef="#ctx0" brushRef="#br0" timeOffset="59">28412 16196 8912,'-23'-10'0,"0"5"0,4 5 0,5 7 0,8 10 0,12 10 0,6 13 0,3 6 0,2 4 0,2 7 0,2 2 0,2 1 0,-2-1 0,-4 4 0,-3-6 0,-5-1 0,-1-3 0,-2-3 0,-6-4 0,-2-4 0,-4-8 0,-11-15 0,-12-7 0,-3-1 0,-3-1 0</inkml:trace>
  <inkml:trace contextRef="#ctx0" brushRef="#br0" timeOffset="60">28377 16505 8912,'23'-5'0,"0"-1"0,0 2 0,2 2 0,-4-4 0,8 1 0,-1-1 0,7 6 0,-1 0 0,0 0 0,-1 0 0,-4 0 0,1 6 0,-7-1 0,0 7 0,-6-6 0,-7 7 0,-4 0 0,-3 7 0,3 2 0,-4 7 0,4-6 0,-4 2 0,-2-2 0,0-4 0,0 4 0,2 0 0,3-6 0,-1 2 0,8-13 0,-1 0 0,6-6 0,1-8 0,-1-4 0,0-11 0,0-5 0,-2 1 0,-1-3 0,-3-5 0,3-3 0,-7-2 0,-1 5 0,-4 7 0,-2-1 0,-10 2 0,-7-1 0,-2 11 0,-10 11 0,1 4 0,-7 2 0,3 8 0,3 3 0,-1 6 0,7 6 0,2 6 0,-6 3 0,0 3 0</inkml:trace>
  <inkml:trace contextRef="#ctx0" brushRef="#br0" timeOffset="61">27293 18139 8912,'-34'5'0,"-1"3"0,1 0 0,1 1 0,5 3 0,5 7 0,3 8 0,5 5 0,4 3 0,5-1 0,4 0 0,6 1 0,5-3 0,11-1 0,4-3 0,5-14 0,4-3 0,-3-7 0,-1-4 0,-2-2 0,1-4 0,-3-11 0,-10-10 0,-3-1 0,-6-1 0,-4 0 0,-2-5 0,0 0 0,0-1 0,-8 7 0,-5-1 0,-8 0 0,-8 3 0,2 1 0,-2 8 0,1 1 0,-7 5 0,9 3 0,3 8 0,3 8 0,3 3 0,8-1 0,3 1 0,12 1 0,3 5 0,8 0 0</inkml:trace>
  <inkml:trace contextRef="#ctx0" brushRef="#br0" timeOffset="62">27551 18018 8912,'-17'0'0,"7"-7"0,3 9 0,7 3 0,0 13 0,0 16 0,2 8 0,3 4 0,-1 5 0,8 5 0,3 3 0,6 2 0,-2-5 0,4 1 0,-4-6 0,-2-5 0,-1-6 0,-5-11 0,2-4 0,-9-10 0,-6-3 0,-11-5 0,-10-7 0,-15-15 0,2-4 0</inkml:trace>
  <inkml:trace contextRef="#ctx0" brushRef="#br0" timeOffset="63">27396 18087 8912,'10'-17'0,"5"2"0,-3 3 0,3-3 0,2 4 0,8 3 0,5 0 0,7 2 0,3 1 0,6-1 0,-6 6 0,0 8 0,-5 3 0,-3 4 0,-3 3 0,-6 5 0,-12-1 0,-3 9 0,-8-2 0,-2 3 0,-4 3 0,-5-3 0,-12-3 0,4 3 0,-4-3 0,-4 1 0,-2-1 0,-3-6 0,-3-12 0,1 5 0,0-7 0</inkml:trace>
  <inkml:trace contextRef="#ctx0" brushRef="#br0" timeOffset="64">27912 17761 8912,'-7'-10'0,"3"-3"0,-7 7 0,7-2 0,-2 2 0,4 6 0,2 0 0,0 16 0,0 12 0,2 13 0,4 4 0,1 5 0,5 2 0,3-1 0,-3 1 0,3-1 0,2-1 0,0-4 0,1-6 0,-1-6 0,0-5 0,0-6 0,0-12 0,-5-5 0,-1-12 0,-5-5 0,6-12 0,-7-4 0,5-7 0,-3 0 0,-3-1 0,-2 6 0,-2 1 0,0 7 0,0-2 0,0 10 0,0 1 0,0 8 0,2-1 0,2 12 0,2 10 0,5 2 0,-5 10 0,7-2 0,-1 2 0,3 1 0,2-7 0,-5 0 0,-1-6 0,1-2 0,5-3 0,0-20 0,0-11 0</inkml:trace>
  <inkml:trace contextRef="#ctx0" brushRef="#br0" timeOffset="65">28239 17726 8912,'-17'-25'0,"6"6"0,-1-4 0,8 4 0,-3 10 0,14 1 0,5 8 0,3 2 0,2 4 0,6 3 0,0 8 0,0 1 0,-6-1 0,-1 6 0,-5 0 0,5 0 0,-15 1 0,7 3 0</inkml:trace>
  <inkml:trace contextRef="#ctx0" brushRef="#br0" timeOffset="66">27930 18190 8912,'-10'0'0,"2"-7"0,16-3 0,4-7 0,11-2 0,5-4 0,12 2 0,6-8 0,6 1 0,3-5 0,3 3 0,-3 1 0,3 8 0,-7-2 0,3 4 0,-14 2 0,-8 7 0,-9 4 0,-4-3 0,-9 15 0,-4-1 0,-4 9 0,-2 3 0,5 0 0,1 0 0,0 0 0,-6 1 0,2 5 0,3-1 0,-3 7 0,4-4 0,-4 0 0,-2 0 0,0-2 0,0-6 0,0 6 0,0 0 0,-2-6 0,-4-6 0,4-7 0,-5 4 0,7-16 0,0-5 0,0-8 0,0-8 0,6-3 0,-1-3 0,7 1 0,-7-1 0,9 1 0,-3 0 0,-1 7 0,1 4 0,-1 4 0,1 2 0,5 5 0,-5 3 0,4 1 0,-3 8 0,-1 6 0,-1 7 0,1-1 0,3 3 0,-8 2 0,5 0 0,-5 0 0,-2 1 0,3-7 0,-1 1 0,0-9 0,-4 7 0,3-4 0,-3-4 0,8 5 0,-4-7 0,5 0 0,-1-2 0,1-3 0,-5 1 0,5-8 0,1 8 0,5-11 0,-6 13 0,1-3 0,1 3 0,-5 2 0,7 0 0,-7 2 0,3 3 0,5-3 0,-7 6 0,8-8 0,1 0 0,-1 0 0,0 0 0,-5 0 0,-1 0 0,-5-2 0,5-4 0,1 4 0,-1-11 0,1 7 0,-7-5 0,7 5 0,-8 0 0,5 6 0,-3 0 0,-4 0 0,7 2 0,-5 4 0,2 5 0,0-3 0,1 7 0,-5-5 0,6-1 0,0 7 0,1-7 0</inkml:trace>
  <inkml:trace contextRef="#ctx0" brushRef="#br0" timeOffset="67">29151 17743 8912,'-9'-7'0,"-4"-3"0,7-7 0,-6 5 0,7 1 0,-1 5 0,6-5 0,8 7 0,3-2 0,10 2 0,2-1 0,8 3 0,-3-4 0,5 4 0,1 2 0,1 0 0,-1 0 0</inkml:trace>
  <inkml:trace contextRef="#ctx0" brushRef="#br0" timeOffset="68">29444 17726 8912,'-17'0'0,"0"0"0,7-8 0,-5 7 0,13-9 0,-4 4 0,12 4 0,-2-11 0,7 7 0,1-7 0,-1 11 0,1-4 0,-9 6 0,3 6 0,-2-2 0,2 7 0,-4-5 0,3 5 0,5 1 0,-1 5 0,7 0 0,-3 1 0,-1-1 0,-1 0 0,6 0 0,1 2 0,-1 4 0,0-2 0,0 8 0,0-1 0,1 7 0,-9-3 0,-3-3 0,-4 3 0,-2-3 0,-4 2 0,-6-1 0,-7-3 0,-2-2 0,0-2 0,2-6 0,0-6 0,-1 1 0,1-8 0,0 3 0,0-7 0,7-7 0,4-5 0,6-3 0,6-2 0,4-2 0,7-4 0,8 4 0,3-4 0,5-2 0,1 2 0,6-8 0,1 3 0,6-11 0,-1-1 0,6-7 0,1 1 0,-1-4 0,-8-1 0,-8 5 0,-7 0 0,-6 6 0,-11-6 0,-5 13 0,-7-1 0,-7 11 0,-5 0 0,-11 12 0,-6 5 0,-3 6 0,-1 8 0,3 9 0,1 10 0,0 13 0,-5 5 0,7 5 0,4 2 0,6 7 0,6 4 0,3 4 0,8 2 0,17 7 0,12 4 0,19-1 0,-18-40 0,3 0 0,1 0 0,1-2 0,1 1 0,2-3 0,33 18-946,4-12 946,-12-13 0,-2-13 0,-8-3 0,-1-6 0,-4-4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30.4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9516 2785 8912,'-17'-17'0,"-2"0"0,-2 2 0,0 1 0,6 3 0,-1 9 0,11 4 0,1 11 0,2 8 0,2 10 0,2-3 0,4 5 0,5 1 0,-1 6 0,1 0 0,1-1 0,-3-3 0,5-2 0,-7 1 0,3-1 0,3 1 0,-3-9 0,1-3 0,-5-9 0,5-5 0,3-1 0,1-10 0,-5-23 0,-3-11 0</inkml:trace>
  <inkml:trace contextRef="#ctx0" brushRef="#br0" timeOffset="1">9516 2407 8912,'-17'-6'0,"0"1"0,0-1 0,0-2 0,-1 6 0,1-3 0,0 8 0,2 5 0,1 2 0,3 3 0,5-3 0,-5 1 0,7-5 0,-2 5 0,6-7 0,6 2 0,-2-4 0,9-2 0,4 0 0,4 0 0,4 0 0,-2 0 0,2 2 0,4 3 0,3-1 0,-3 8 0,3 7 0,3 7 0</inkml:trace>
  <inkml:trace contextRef="#ctx0" brushRef="#br0" timeOffset="2">10101 3060 8912,'-9'0'0,"1"0"0,8-7 0,8-3 0,3-7 0,7 6 0,5-1 0,3 3 0,11-5 0,1 3 0,2-3 0,8 5 0,-2-3 0,-4 8 0,-2-1 0,-6 3 0,-5 2 0,-4 0 0,-8 0 0,0 0 0,-7-8 0,-2-1 0</inkml:trace>
  <inkml:trace contextRef="#ctx0" brushRef="#br0" timeOffset="3">11599 2682 8912,'-12'0'0,"1"0"0,-3 0 0,5-6 0,-3 1 0,8-3 0,-1 2 0,-5 4 0,1-5 0,-9 9 0,1 3 0,0 7 0,0 11 0,0 4 0,-1 7 0,3 0 0,4 1 0,-3 5 0,8 0 0,1 6 0,5-6 0,7-6 0,5-5 0,5-16 0,4-1 0,4-8 0,2-4 0,1-8 0,7-4 0,-3-10 0,-3-7 0,4-4 0,-5-1 0,-9-4 0,-3 2 0,-7 3 0,-5 1 0,-4-1 0,-6-1 0,-13 7 0,-15 4 0,-3 12 0,-9 5 0,-3-2 0,-5 2 0,6 5 0,4 4 0,12 7 0,9 7 0,6 0 0,5 1 0,7-3 0,10-4 0,14 3 0,16-9 0,7 9 0,10-5 0</inkml:trace>
  <inkml:trace contextRef="#ctx0" brushRef="#br0" timeOffset="4">11891 2665 8912,'0'-10'0,"0"3"0,0 7 0,0 7 0,0 5 0,0 3 0,0 2 0,6 1 0,0-1 0,5 0 0,-3 0 0,1 0 0,-5 0 0,2 1 0,3-9 0,-5 5 0,8-9 0,-6 1 0,5-6 0,-5-6 0,5-3 0,3-5 0,1-5 0,-4-9 0,1-1 0,-1 2 0,6-1 0,-1 1 0,-5-2 0,5-1 0,-5 7 0,-1 0 0,1 6 0,-1 9 0,1 8 0,-1 8 0,-5 9 0,-1 6 0,8 0 0,-1 5 0,6-5 0,1 2 0,-1-4 0,0 0 0,0-6 0,6 1 0,0-11 0,2 7 0,-2-6 0,-4-3 0,4-8 0,2-1 0,-2-11 0,0 1 0,-6-10 0,0-1 0,0 0 0,-7 0 0,-4-1 0,-4-5 0,-2 5 0,0-3 0,0 2 0,-2 5 0,-4 6 0,-4 3 0,-7 4 0,0 5 0,0 17 0,-1 7 0,7 10 0,0 1 0,5 3 0,-6 3 0,9-1 0,-3 1 0,4-7 0,2-1 0,0-2 0,0-4 0,8-2 0,3-2 0,4-7 0,2-5 0,8-3 0,4-2 0,-2-2 0,0-5 0,-1-9 0,1-5 0,2-3 0,5 1 0,-5 2 0,0-8 0,-8 6 0,2-6 0,1 7 0,-1-7 0,-5 8 0,-7-2 0,-5 4 0,3 2 0,-1-1 0,-2 1 0,-6 8 0,-8 1 0,0 16 0,-3 3 0,3 6 0,8 6 0,0 6 0,0 3 0,2 3 0,4-1 0,4-5 0,7-1 0,2 1 0,4 6 0,-4-1 0,4 0 0,-4-7 0,-2-4 0,0 4 0,1-1 0</inkml:trace>
  <inkml:trace contextRef="#ctx0" brushRef="#br0" timeOffset="5">14008 2665 8912,'-12'-6'0,"1"0"0,-1-1 0,-7 3 0,-2-2 0,-4 2 0,-1 4 0,-5 6 0,-1 4 0,-3 9 0,1 4 0,-1 5 0,9 7 0,3 3 0,3 2 0,3-2 0,8-3 0,3-7 0,4-5 0,2-4 0,8-3 0,3-5 0,4-5 0,3-4 0,5-6 0,0-7 0,7-3 0,-1-16 0,1-5 0,-1-3 0,2-4 0,-8 2 0,-6-4 0,-6-8 0,-1 1 0,1-1 0,-5-1 0,-4-5 0,-4 3 0,-4-8 0,-1 17 0,-5 6 0,-1 11 0,7 12 0,-7 8 0,5 5 0,-3 15 0,3 18 0,8 22 0,0 5 0,0 9 0,0 2 0,0-2 0,8-2 0,3 0 0,4 2 0,3-8 0,5-2 0,-1-9 0,9-11 0,-2-12 0,5-6 0,6-6 0,-3-7 0,3-15 0,4-1 0,0-28 0,7 4 0</inkml:trace>
  <inkml:trace contextRef="#ctx0" brushRef="#br0" timeOffset="6">14421 2596 8912,'-25'0'0,"4"2"0,-8 4 0,3 3 0,-3 9 0,-4 1 0,7 4 0,-1 3 0,4 1 0,6 6 0,5-5 0,5 3 0,7-3 0,0 3 0,0-8 0,1-6 0,5-5 0,4-3 0,7 3 0,2-7 0,4-10 0,4-5 0,9-9 0,2-2 0,3-2 0,-1-8 0,-6 3 0,-7-3 0,-4 3 0,2-3 0,-2 8 0,-6 0 0,-6 6 0,-7 0 0,2 0 0,-4 7 0,-2 4 0,0 12 0,0 7 0,0 8 0,-6 6 0,0 8 0,1-3 0,5-3 0,1 3 0,5-3 0,9-4 0,8-2 0,0-6 0,-5-6 0,5-3 0,-1-8 0,7 0 0,-6 0 0,0-15 0,-6-5 0</inkml:trace>
  <inkml:trace contextRef="#ctx0" brushRef="#br0" timeOffset="7">14851 2184 8912,'6'17'0,"0"0"0,-1-6 0,-5 1 0,0 7 0,0 10 0,0 11 0,0 6 0,0 5 0,0 6 0,0 10 0,0 8 0,2-1 0,4-5 0,-4-8 0,6-3 0,-3-5 0,1-1 0,-2-16 0,-10-7 0,-11-8 0,-10-4 0</inkml:trace>
  <inkml:trace contextRef="#ctx0" brushRef="#br0" timeOffset="8">14593 2734 8912,'0'-17'0,"0"-1"0,0 1 0,2 2 0,4 3 0,3-3 0,10 6 0,6-1 0,10 4 0,1 4 0,10 2 0,2 0 0,9 0 0,0 2 0,12 4 0,-11-4 0,5 4 0,-8 1 0,-3-1 0,-6 0 0,-1-6 0,-14-2 0,-2-4 0,-16 2 0,-9-5 0,-8 1 0,-5-3 0,-9 5 0,-1 0 0,-4 6 0,2 0 0,-6 0 0,3 0 0,3 0 0,1 2 0,3 4 0,0 3 0,0 9 0,0-1 0,-1 0 0,3 2 0,4 4 0,-3-4 0,9 4 0,-1-10 0,6-1 0,0 1 0,0 2 0,7-5 0,5-4 0,9-6 0,2-6 0,2 2 0,-2-7 0,-4-1 0,4-5 0,-4 2 0,-2 3 0,0-1 0,1 7 0,-3-1 0,-4 1 0,5 4 0,-5-4 0,2 6 0,-1 6 0,3-2 0,-3 7 0,3-1 0,2 1 0,-2 5 0,-3-5 0,3-3 0,-3-3 0,3 5 0,2-1 0</inkml:trace>
  <inkml:trace contextRef="#ctx0" brushRef="#br0" timeOffset="9">15884 2493 8912,'-18'-19'0,"3"-2"0,2-2 0,1 2 0,8 11 0,-1 12 0,3 14 0,2 10 0,0 14 0,0 8 0,0 8 0,0 7 0,0-2 0,0 0 0,0-2 0,0-3 0,6 3 0,-1-2 0,1-2 0,2-1 0,-5-2 0,9-1 0,-8-1 0,1-4 0,-10-4 0,-5-8 0,-7 0 0</inkml:trace>
  <inkml:trace contextRef="#ctx0" brushRef="#br0" timeOffset="10">15712 2579 8912,'9'-27'0,"1"0"0,-5 5 0,-3-3 0,6-4 0,0 6 0,3 4 0,12 0 0,6-4 0,11 6 0,6 0 0,3 1 0,3 11 0,-8-1 0,-4 6 0,-7 15 0,-8 8 0,-10 10 0,-6 7 0,-12 11 0,-15 12 0,-12-3 0,-10-3 0,-8 2 0,2-2 0,4-5 0,2-6 0,5-10 0,7-2 0,3-9 0,8-13 0,-1-5 0,1-7 0</inkml:trace>
  <inkml:trace contextRef="#ctx0" brushRef="#br0" timeOffset="11">16434 2390 8912,'-5'21'0,"-3"-4"0,-4 0 0,-7 4 0,-4 0 0,-5 8 0,-5 5 0,4 6 0,-3 8 0,-2-2 0,7 2 0,4-2 0,11-4 0,7-10 0,5-3 0,5-6 0,11-12 0,7-5 0,7-4 0,-1-2 0,9-8 0,2-3 0,0-10 0,-5-2 0,-3-8 0,-3 3 0,-4-5 0,-8-1 0,-7-1 0,-5 1 0,-5 5 0,-5 1 0,-13 1 0,-10-4 0,-7 5 0,-5 1 0,4 4 0,-4 9 0,3 5 0,3 7 0,7 0 0,4 0 0,4 0 0,10 7 0,1 3 0</inkml:trace>
  <inkml:trace contextRef="#ctx0" brushRef="#br0" timeOffset="12">16744 2493 8912,'0'10'0,"0"-3"0,8 1 0,-6 1 0,5 9 0,-7-1 0,0 0 0,0 0 0,-2 0 0,-3 1 0,3-1 0,-4 0 0,-2 0 0,3 0 0,-9 1 0,5-1 0</inkml:trace>
  <inkml:trace contextRef="#ctx0" brushRef="#br0" timeOffset="13">16761 2321 8912,'8'10'0,"-6"-1"0,4-3 0,1-2 0,1 5 0,1 1 0,5-1 0,-5-3 0,3 6 0,-1-7 0,7 7 0,-1-1 0,0 6 0,0-5 0,0-1 0,-5-1 0,-3 3 0,1-1 0,-1 1 0,-5 2 0,2 3 0,-4-7 0,-2 1 0,0-1 0,0 6 0,0 0 0,-6 1 0,0-1 0,1-6 0,5 1 0,-8-9 0,6 13 0,-5-14 0,7 3 0,0-10 0,0-7 0,0-11 0,1-3 0,5-9 0,-2 1 0,7-1 0,-1 1 0,2 0 0,3-1 0,-4 1 0,-1 7 0,1 4 0,1 4 0,5 2 0,0 7 0,0 7 0,1 6 0,-1 13 0,0 7 0,0 5 0,0-5 0,1 6 0,-1-6 0,2 5 0,4-5 0,-4 0 0,4-6 0,-4-7 0,-2-4 0,1-4 0,-1-2 0,0 0 0,-2-4 0,-1-6 0,-3-7 0,-5-12 0,5 1 0,-7-7 0,4-3 0,-2-4 0,-1-2 0,1-2 0,-6-5 0,0-3 0,0-3 0,-2 5 0,-4 1 0,4 1 0,-3 10 0,3 13 0,2 10 0,0 11 0,0 1 0,0 14 0,0 14 0,2 6 0,2 18 0,3 5 0,3 3 0,-5 8 0,7-5 0,-2 5 0,1-6 0,4 0 0,-3-5 0,3-8 0,2-4 0,-1-6 0,-5-5 0,4-4 0,-3-8 0,3-7 0,2-3 0,1-16 0,-1-8 0,0-2 0,0-10 0,2 0 0,4-5 0,-4-1 0,4 1 0,-6 0 0,-3-1 0,-3 3 0,3 3 0,-7 4 0,-1 8 0,-2 6 0,2-1 0,-4 22 0,3 1 0,-3 18 0,-2 5 0,0 3 0,0 8 0,0-4 0,0 4 0,0-1 0,0 2 0,0-4 0,0-7 0,0-7 0,0 1 0,-2-2 0,-3 1 0,-5-5 0,0-4 0,-7-9 0,0-4 0,0 1 0,-6-3 0,4-6 0,2-7 0,-8-7 0,6-9 0,-6-1 0</inkml:trace>
  <inkml:trace contextRef="#ctx0" brushRef="#br0" timeOffset="14">17467 2218 8912,'-35'-2'0,"1"-4"0,1 4 0,5-3 0,1 5 0,4 5 0,6 5 0,0 7 0,9 2 0,6 4 0,19-4 0,12 4 0,19-6 0,15-5 0,6-5 0,5-7 0,-1-7-164,7-5 1,-3-3 163,-3-2 0,-3-6 0,-19 0 0,1-2 0,-13 2 0,-15-3 0,-9-9 0</inkml:trace>
  <inkml:trace contextRef="#ctx0" brushRef="#br0" timeOffset="15">8105 4419 8912,'-17'0'0,"6"0"0,-1 0 0,-1-2 0,-3-4 0,-1-5 0,0 1 0,0-1 0,0-3 0,-1-1 0,-1 3 0,-4 3 0,-5-1 0,-5 1 0,-7 5 0,-2-2 0,-2 4 0,-4 2 0,-3 0 0,-5 2 0,-1 6 0,1 9 0,-3 2 0,2 10 0,-8 1-122,2 10 0,3-1 122,3 7 0,3-3 0,3 5 0,-1 0 0,0 5 0,14-5 0,4 10 0,11-7 0,0 12 0,4 2 0,2 10 0,7 5 0,4 12 0,5-42 0,0 1-145,1 3 0,0 1 1,3-3-1,2-1 145,0-2 0,2-1 0,8 34 0,4-3 0,4-12-37,6-10 1,5-11 36,6-6 0,4-17 0,8-6 0,1-11 0,5-1 0,-1-5 0,12-5 0,-10-12 0,8-12 0,-2-6 0,2-5 0,2-11 0,-27 20 0,2-1 0,-3-1 0,0 1-115,5 1 1,0-1 0,-3-4 0,0-1 114,-2 3 0,-2-1 0,-1-3 0,-1-2 0,-5 3 0,-1 0 0,20-40 43,-10 3 1,-5 1-44,-2-7 0,-9 2 0,-8-3 0,-11 7 0,-10 3 0,-15-5 0,-15-5 0,-8-3 0,17 41 0,-2 0 0,-32-27 0,-4 7 0,-4 15 0,-2 8 0,-4 13 0,4 10 0,-1 9 17,12 14 1,9 4 0,10 9 0,9 2-18,7 2 0,11 7 0,7-1 0,10 3 0,7 3 0,18 1 0,11 4 0,8-4 0,9 4 0,-5-11 0,20 6 0,-4-13 0,3-2 0</inkml:trace>
  <inkml:trace contextRef="#ctx0" brushRef="#br0" timeOffset="16">8277 4728 8912,'-9'0'0,"-5"-2"0,9-4 0,-1 5 0,8-13 0,4 8 0,13-7 0,17 2 0,16-5 0,15-1 0,11-6 0,14 0 0,-41 6 0,3-2-299,5 2 1,2 0 0,4-3-1,2 1 299,7 2 0,1 0 0,-1-3 0,0 0 0,3 0 0,1 0 0,-6 0 0,-1 2 0,-7 3 0,-2 1 0,-9 2 0,-3 1 0,31 0 0,-16 1 0,-10 6 0,-7-2 0,-8 3 0,-13-1 0,-10-2 0,-7 4 0,-10-5 0,-8 7 0,-2 0 0,-7 1 298,0 5 1,0-4-1,0 6 1,-1-3-299,1 1 0,-13 0 0,-5-6 0,-18 0 0,-1 0 0</inkml:trace>
  <inkml:trace contextRef="#ctx0" brushRef="#br0" timeOffset="17">9052 4178 8912,'-17'-17'0,"-1"0"0,1-1 0,0 1 0,5 8 0,1 3 0,-2 4 0,-5 4 0,-5 4 0,2 5 0,-7 12 0,5 4 0,-6 7 0,-1 8 0,-9 4 0,1 4 0,6 1 0,-3 3 0,6 3 0,6-3 0,6 3 0,8-6 0,9-5 0,2-6 0,5-11 0,10-6 0,10-4 0,8-9 0,5-5 0,10-3 0,7-2 0,16-7 0,1-5 0,8-11 0,6-5 0,-41 11 0,0-1 0,4-1 0,1-2 0,0 0 0,-1-2 0,5-3 0,-1 1 0</inkml:trace>
  <inkml:trace contextRef="#ctx0" brushRef="#br0" timeOffset="18">10755 3972 8912,'-17'-6'0,"0"0"0,0 0 0,-2 8 0,-2 4 0,-4 7 0,-2 8 0,-4 8 0,7 5 0,3 5 0,5 3 0,5 2 0,7-6 0,-2 2 0,12-4 0,5-1 0,7-10 0,5-8 0,-2-8 0,5-9 0,-1 0 0,-4 0 0,4-7 0,-2-5 0,0-11 0,-6-5 0,-7 1 0,-4-2 0,-5-1 0,-1-3 0,-1-1 0,-5-1 0,-4 3 0,-7 3 0,-2 4 0,-4 8 0,2 6 0,-8-1 0,8 8 0,-2-1 0,4 10 0,2 7 0,7 3 0,5 2 0,10 8 0,5 2 0</inkml:trace>
  <inkml:trace contextRef="#ctx0" brushRef="#br0" timeOffset="19">11048 4144 8912,'0'-18'0,"0"1"0,0 0 0,0 7 0,0 3 0,0 11 0,-2 5 0,-4 8 0,4 4 0,-3-3 0,3 6 0,2 5 0,0-4 0,0-2 0,0-4 0,0-2 0,0 0 0,0 0 0,0-5 0,0-1 0,0-7 0,0 2 0,2-12 0,1-5 0,3-5 0,8-6 0,-3-1 0,4-8 0,3 2 0,-1-1 0,0 1 0,0 4 0,0 8 0,1 2 0,-1 2 0,0 3 0,0 2 0,0 4 0,1 10 0,-7 0 0,1 11 0,-3-3 0,3 8 0,1-2 0,-7-3 0,5 0 0,-5 0 0,7-2 0,-1-3 0,3-4 0,2-8 0</inkml:trace>
  <inkml:trace contextRef="#ctx0" brushRef="#br0" timeOffset="20">11513 3628 8912,'-18'-10'0,"9"3"0,1 16 0,8 8 0,0 16 0,0 13 0,0 3 0,2 3 0,4-1 0,5 1 0,5-2 0,1-4 0,0 1 0,0-7 0,0-7 0,1-10 0,-1-6 0,0-6 0,0 3 0,0-10 0,1-6 0,-7-8 0,1-13 0,-7 2 0,7-7 0,-8 1 0,1-2 0,3-3 0,-2 3 0,0 2 0,-6-1 0,7 7 0,-5-4 0,4 8 0,-4 7 0,-2 10 0,0 12 0,5 9 0,1 1 0,6 3 0,-7-2 0,9-4 0,-3 4 0,5-6 0,1-5 0,0 1 0,0-7 0,0-2 0,1-2 0,-1-2 0,0 0 0,0-8 0,0-3 0,1-5 0,-1-1 0,-6-8 0,1-3 0,-6 1 0,3 0 0,-1 2 0,-4 4 0,-3-5 0,-1 7 0,2 1 0,4 13 0,-2 5 0,7 5 0,-5 13 0,6 10 0,-3 7 0,5 3 0,-3 4 0,2 2 0,1 0 0,-3 2 0,-3 1 0,-8-7 0,0 1 0,0-7 0,-10 0 0,-7 1 0,-10-3 0,-5-3 0,-4-2 0,-5-5 0,5-8 0,-4 3 0,4-5 0,1-1 0,8-3 0,-5-16 0,5-2 0</inkml:trace>
  <inkml:trace contextRef="#ctx0" brushRef="#br0" timeOffset="21">13096 3559 8912,'-10'-34'0,"-5"1"0,3 4 0,-3 7 0,-2 2 0,-8 5 0,-4 4 0,-3 3 0,-2 8 0,-1 2 0,1 4 0,-1 3 0,1 8 0,7 8 0,6 6 0,6 5 0,3 4 0,8 10 0,-1 1 0,3 7 0,2 5 0,0 4 0,0-4 0,0 6 0,0 5 0,2-11 0,3 0 0,-3-9 0,4-9 0,-2-1 0,2-3 0,-4-13 0,-2-3 0,-10-17 0</inkml:trace>
  <inkml:trace contextRef="#ctx0" brushRef="#br0" timeOffset="22">12459 4109 8912,'-17'-17'0,"5"0"0,1 0 0,7-1 0,-2 1 0,4 0 0,12 2 0,7 3 0,8-1 0,9 7 0,9-5 0,2 5 0,5 0 0,4 6 0,1 0 0,3 0 0,7 0 0,-2 0 0,-6 0 0,-5 0 0,-10 0 0,-14 0 0,-3 0 0,-8 0 0,-7-2 0,-4-3 0,-4-7 0,0-1 0,3 1 0,-3-3 0,12 5 0,-9-7 0,9 0 0,-3 0 0,-1 5 0,1 1 0,-5 1 0,5-1 0,-5-4 0,4 3 0,-3-3 0,-1-2 0,-6 7 0,-2 3 0,-4 7 0,-3 0 0,-8 0 0,-2 13 0,-2 6 0,-4 6 0,-2 5 0,0 3 0,-2 1 0,-1 1 0,7-1 0,2-1 0,9-5 0,-1 3 0,7-6 0,2-1 0,3 1 0,10-4 0,8-9 0,14-5 0,9-7 0,8-2 0,-2-3 0,2-5 0,-3-7 0,3-2 0,-8-4 0,4 4 0,-9-4 0,-8 4 0,-6 2 0,-12-1 0,-3 1 0,-4 0 0,-4 7 0,-4 5 0,-3-3 0,-9 2 0,1 1 0,0 10 0,2 3 0,1 0 0,3-1 0,7 1 0,-2-2 0,4-4 0,2 13 0,0-13 0,0 5 0,8-7 0,2 6 0,7 2 0,0 1 0,0-3 0,0 6 0,1-1 0,-1 6 0,0 0 0,0 1 0,0-5 0,1 4 0,1-9 0,4 9 0,-4-6 0,4 1 0,-4-6 0,6-4 0,2-2 0</inkml:trace>
  <inkml:trace contextRef="#ctx0" brushRef="#br0" timeOffset="23">13853 3456 8912,'-10'-17'0,"3"-1"0,-1 1 0,6 8 0,0 9 0,10 13 0,0 8 0,-1 8 0,7 11 0,-3 6 0,-1 0 0,1 5 0,-1-9 0,1 10 0,-5-3 0,-4 1 0,-2 2 0,0-1 0,-8-1 0,-3-4 0,-5-12 0,-8-1 0,-3-7 0</inkml:trace>
  <inkml:trace contextRef="#ctx0" brushRef="#br0" timeOffset="24">13698 4023 8912,'0'-23'0,"0"0"0,6 0 0,1 6 0,3 0 0,3 0 0,5 7 0,5 5 0,-2-3 0,7 2 0,1 0 0,5 6 0,1-5 0,-1-1 0,1 0 0,-3 4 0,-1-1 0,-3-3 0,-8-2 0,-3 2 0,0 5 0,-15-7 0,6 8 0,-8 0 0,0 0 0,0 8 0,0-5 0,0 9 0,7-8 0,5 1 0,3-3 0,2-2 0,2 0 0,4 0 0,4 0 0,0 0 0,5-7 0,-3-5 0,2 3 0,-3-3 0,5 6 0,-7-5 0,3-1 0,0 3 0,-8-6 0,2 3 0,-10 5 0,-1 1 0,-1-4 0,6 1 0,-7-1 0,-2 3 0,-8 8 0,0 5 0,0 4 0,1 7 0,5 0 0,0 0 0,11 0 0,4-7 0,14-2 0,-1-8 0</inkml:trace>
  <inkml:trace contextRef="#ctx0" brushRef="#br0" timeOffset="25">13836 10625 8912,'-17'-17'0,"-1"2"0,1 2 0,0 3 0,0 2 0,0 3 0,-3 8 0,-1 7 0,-2 7 0,-5 14 0,5 3 0,-6 2 0,6 8 0,4 0 0,6 0 0,-1-4 0,9 6 0,-1-2 0,8 2 0,3-6 0,7-4 0,5-7 0,6 0 0,-2-10 0,8-2 0,1-9 0,3-6 0,7-4 0,0-4 0,2-6 0,-2-10 0,-9-5 0,3-8 0,-3-7 0,3-2 0</inkml:trace>
  <inkml:trace contextRef="#ctx0" brushRef="#br0" timeOffset="26">13991 10625 8912,'7'-9'0,"-5"1"0,6 10 0,-8 4 0,2 5 0,4 12 0,-5-2 0,5 8 0,-2 1 0,2 3 0,-4 1 0,3 1 0,-3-1 0,-2 0 0,0 1 0,0-3 0,0-3 0,0-6 0,0-4 0,0-2 0,0-7 0,0-5 0,0-10 0,6-7 0,0-11 0,5 2 0,-5-7 0,0-1 0,1 2 0,1 2 0,3 8 0,5 0 0,-5 0 0,-1 7 0,1 5 0,1 3 0,5 2 0,0 0 0,-2 2 0,-3 3 0,5 5 0,-2 5 0,6-1 0,0-3 0,4-7 0,-2 2 0,8-5 0,-2-1 0,3-7 0,2-5 0,1-3 0,-1-10 0,1-2 0</inkml:trace>
  <inkml:trace contextRef="#ctx0" brushRef="#br0" timeOffset="27">14559 10677 8912,'-18'0'0,"1"0"0,-2 0 0,-2 0 0,-2 2 0,2 4 0,8-3 0,1 9 0,3-1 0,-3 7 0,3 1 0,3 4 0,4-4 0,-4 4 0,4-4 0,4-2 0,4-2 0,5-3 0,-1 1 0,1-7 0,1-1 0,5-5 0,0 0 0,0 0 0,1-7 0,-1-5 0,0-3 0,0-2 0,-1 0 0,-5-1 0,4 1 0,-7 0 0,4 0 0,-7 0 0,5 0 0,-8-1 0,5 9 0,1 1 0,-6 10 0,4 4 0,-4-2 0,-1 7 0,5 2 0,-4-3 0,4 1 0,3-7 0,1 4 0,7-8 0,0 0 0,-5 0 0,-1 0 0,1-2 0,3-4 0,-1-3 0,-3-1 0,0-5 0,7 5 0,-1 1 0,0 3 0,-5 4 0,-1 2 0,-5 0 0,5 0 0,-7 2 0,4 4 0,-3 5 0,1 5 0,6 1 0,-7 0 0,7 0 0,-6 0 0,5 0 0,-5 1 0,5-7 0,-5 1 0,2-3 0,-3 3 0,-3-5 0,6-7 0,-8 0 0</inkml:trace>
  <inkml:trace contextRef="#ctx0" brushRef="#br0" timeOffset="28">14782 10522 8912,'-7'-17'0,"-3"0"0,0 0 0,5-1 0,-5 9 0,8-6 0,2 13 0,12-4 0,3 4 0,2 2 0,2 0 0,4 0 0,2 2 0,4 4 0,1 1 0,-7 5 0,8 11 0,-4-4 0</inkml:trace>
  <inkml:trace contextRef="#ctx0" brushRef="#br0" timeOffset="29">15144 10711 8912,'0'-11'0,"0"-1"0,2 1 0,3 1 0,-1-3 0,6 5 0,-3-1 0,7 5 0,-3-2 0,4 4 0,3 2 0,-1 0 0,0 8 0,0 2 0,1 1 0,-1 0 0,0 1 0,0 5 0,-2 0 0,-3 1 0,11-1 0,-4 0 0</inkml:trace>
  <inkml:trace contextRef="#ctx0" brushRef="#br0" timeOffset="30">15539 10505 8912,'10'-11'0,"-2"1"0,-1 2 0,-5 3 0,8 7 0,-5 3 0,3 5 0,4 7 0,-3 6 0,-3 0 0,-4 0 0,5-6 0,-1 0 0,0 0 0,0 1 0,-6-1 0,5 0 0,1 0 0,0-7 0,-6 5 0,8-13 0,-7-2 0,5-12 0,-4-5 0,-2-6 0,2-2 0,4-3 0,-2 1 0,7 4 0,-5 4 0,5-4 0,-1 4 0,1 2 0,5 2 0,-5 3 0,4-3 0,3 13 0,-1-6 0</inkml:trace>
  <inkml:trace contextRef="#ctx0" brushRef="#br0" timeOffset="31">15935 10505 8912,'0'10'0,"-6"-1"0,1-3 0,-1-4 0,6 7 0,0-3 0,0-4 0,0 13 0,0-11 0,2 6 0,4-3 0,1 1 0,5-2 0,3-4 0,-3 3 0,-3-3 0,3-2 0,-7-2 0,7-3 0,-6 1 0,5-8 0,-1 7 0,3-7 0,-3-1 0,-3-3 0,1 1 0,-2 4 0,-5-5 0,15 7 0,-14-1 0,13 3 0,-11 14 0,5 5 0,-1 3 0,0 2 0,-3 0 0,-1 1 0,8-1 0,-7-6 0,7 1 0,-3-7 0,3 7 0,3-8 0,-7 1 0,3-10 0,5-5 0,-7-7 0</inkml:trace>
  <inkml:trace contextRef="#ctx0" brushRef="#br0" timeOffset="32">16314 10161 8912,'0'-11'0,"0"-1"0,0 6 0,0-5 0,0-2 0,0 5 0,0 0 0,0 8 0,0 2 0,0 4 0,0 5 0,0 12 0,0 8 0,0 7 0,0 8 0,6 2 0,-1-2 0,3 3 0,-2-3 0,1-2 0,5 2 0,3-10 0,-3-1 0,3-3 0,2-9 0,2-6 0,2-7 0,4-3 0,2-3 0,-4-15 0,5-6 0,1-12 0,6 0 0,-3-9 0,-3-2 0,1-2 0,-7 4 0,-4-4 0,-5-2 0,-1 6 0,-7-3 0,0-1 0,-6 2 0,-8 6 0,-3 5 0,-5 16 0,-1 1 0,0 9 0,0 3 0,-1 9 0,1 8 0,0 10 0,0 13 0,1 4 0,5 10 0,5 3 0,4 6 0,2 2 0,0-2 0,4-4 0,8-7 0,7 3 0,15-3 0,3-12 0,3-17 0,-2-12 0,8-5 0,4-6 0,1-8 0,-7-9 0,-6-15 0,-3-12 0</inkml:trace>
  <inkml:trace contextRef="#ctx0" brushRef="#br0" timeOffset="33">24402 12104 8912,'-12'-17'0,"1"0"0,5 1 0,-3 3 0,1 1 0,2 9 0,6-3 0,0 14 0,0 9 0,0 11 0,0 13 0,0 10 0,0 1 0,-15 7 0,-4-8 0</inkml:trace>
  <inkml:trace contextRef="#ctx0" brushRef="#br0" timeOffset="34">24436 12912 8912,'-9'0'0,"1"-2"0,8-4 0,0 4 0,0-5 0,0 7 0,0 0 0</inkml:trace>
  <inkml:trace contextRef="#ctx0" brushRef="#br0" timeOffset="35">24884 13118 8912,'-6'18'0,"0"-1"0,2 0 0,3-6 0,1 1 0,0-1 0,0 7 0,0-1 0,-8-8 0,-2-1 0</inkml:trace>
  <inkml:trace contextRef="#ctx0" brushRef="#br0" timeOffset="36">23541 16712 8912,'0'-12'0,"-1"3"0,-3-1 0,-2 1 0,0-3 0,6-5 0,-2-2 0,-1-2 0,-3-2 0,2 2 0,-4 2 0,1 4 0,-3 3 0,-3 6 0,-8 4 0,-6 6 0,-4 12 0,-5 18 0,-8 19 0,2 30 0,20-35 0,0 3 0,-2 6 0,0 2 0,2 5 0,2 0-73,-1 4 0,2 2 0,4 2 0,3 1 0,2 0 0,3-1 0,2-1 0,2 0 73,1-4 0,2-2 0,4-15 0,2-3 0,11 27 0,10-20 0,13-25 0,6-6 0,9-12 0,5-7 0,1-8 0,-4-13 0,6-12 0,-9-5 0,-2-6 0,-3-2 0,-9-4 0,1 4 0</inkml:trace>
  <inkml:trace contextRef="#ctx0" brushRef="#br0" timeOffset="37">23800 17073 8912,'-18'-17'0,"9"-1"0,3 1 0,12 0 0,13-2 0,15-4 0,10 0 0,12-9 0,3-5 0,2 1 0,0 2 0,3 5 0,-5 4 0,-9 8 0,-6 2 0,-10 3 0,-2 5 0,-9 7 0,-7 7 0,-11 5 0,-5 3 0,-5 2 0,-7 0 0,-11 1 0,-4-1 0</inkml:trace>
  <inkml:trace contextRef="#ctx0" brushRef="#br0" timeOffset="38">24281 16763 8912,'-9'-2'0,"3"-3"0,4 3 0,0-2 0,-3 15 0,3 9 0,-4 14 0,4 2 0,2 4 0,0 4 0,0 8 0,0-1 0,0 1 0,0 0 0,0-1 0,0-7 0,0-4 0,0-4 0,0-1 0,0-8 0,0-4 0,-8-2 0,-3 0 0,-4 0 0,-3-6 0,-5 0 0,1-9 0,-1 0 0,7-16 0,5-7 0,3-8 0,16-9 0,1-1 0</inkml:trace>
  <inkml:trace contextRef="#ctx0" brushRef="#br0" timeOffset="39">24488 17056 8912,'-10'7'0,"3"3"0,7 7 0,0 0 0,0 0 0,0 2 0,0 4 0,2-3 0,3 2 0,7-2 0,3-3 0,4-2 0,4-4 0,-2 3 0,8-8 0,-6-1 0,6-5 0,-3-7 0,3-5 0,-4-9 0,-8-2 0,0-7 0,-1 1 0,-3-2 0,-2 3 0,-7-3 0,2 8 0,2 0 0,-3 6 0,1 8 0,-6 1 0,0 10 0,2 4 0,2 5 0,2 4 0,7 3 0,-2-1 0,5-6 0,1 1 0,0-8 0,0 1 0,1-3 0,-1-2 0,6 0 0,0-2 0,-2-5 0,-2-11 0,0-1 0,4-9 0,-4 5 0,4-6 0,-10 0 0,-1-5 0,-6 5 0,3 3 0,-1 1 0,-3 8 0,-5 5 0,0 8 0,0-1 0,0 12 0,0 10 0,0 8 0,0 10 0,0 7 0,0 4 0,2 3 0,4 3 0,2 1 0,5 3 0,-1 1 0,1-2 0,2-1 0,3-3 0,-1-7 0,0-3 0,-6-1 0,1-6 0,-6-3 0,5-14 0,-9-8 0,-2-3 0,-8-12 0,-9-3 0</inkml:trace>
  <inkml:trace contextRef="#ctx0" brushRef="#br0" timeOffset="40">25211 16815 8912,'0'-17'0,"0"0"0,2 1 0,3 5 0,-1-3 0,8 9 0,-1-1 0,6 6 0,6 0 0,2 0 0,0 0 0,0 0 0,-2 2 0,-6 4 0,-2 9 0,-3 8 0,1 9 0,-7 3 0,0-1 0,-6 6 0,-2-4 0,-4-1 0,-2 3 0,-3-4 0,-4-3 0,3-14 0,-3 0 0,-2 1 0</inkml:trace>
  <inkml:trace contextRef="#ctx0" brushRef="#br0" timeOffset="41">25641 16557 8912,'-17'-17'0,"5"0"0,1-1 0,5 3 0,-5 4 0,7 3 0,-4 10 0,8 6 0,0 9 0,2 4 0,4 13 0,-2-3 0,7 11 0,2-2 0,3 0 0,-5 0 0,1-5 0,-1-1 0,6 0 0,2-1 0,2-3 0,2-5 0,-2-6 0,-3 2 0,-7-9 0,4-5 0,-3-1 0,-4-4 0,-1-6 0,-7-7 0,2-1 0,4-11 0,-4-1 0,4 1 0,-5-6 0,-1 6 0,0 0 0,0-2 0,0 12 0,0-4 0,0 11 0,0-9 0,8 13 0,-6-6 0,6 8 0,-1 0 0,-3-2 0,8-4 0,-7 3 0,7-9 0,-8 1 0,9-6 0,-7-1 0,-1 7 0,-3-1 0,4-1 0,-4 4 0,4-3 0,-4 8 0,-2-5 0,0 3 0,0 4 0,0-6 0,0 8 0,0 0 0,-8 0 0,6 0 0,-6 0 0,8 0 0,0 8 0,0 3 0,0 14 0,0 10 0,0 9 0,0 5 0,0 11 0,0 3 0,2 3 0,4 3 0,-2-2 0,7-4 0,-1-4 0,1-7 0,3-8 0,-8-4 0,5-6 0,-5-5 0,-2-6 0,-2-4 0,-4-7 0,-4-1 0,-4-5 0,-7 5 0,0-7 0,0 2 0,-8-6 0,-4-6 0,2-5 0,1-10 0,-1-4 0,0-2 0,6-2 0,-4-13 0,8-2 0</inkml:trace>
  <inkml:trace contextRef="#ctx0" brushRef="#br0" timeOffset="42">26243 16230 8912,'-7'-26'0,"-3"1"0,-7 8 0,0 15 0,-1 7 0,3 18 0,2 10 0,3 7 0,3 4 0,1 2 0,6 5 0,7-1 0,5-4 0,5 7 0,6-7 0,-2 6 0,8-12 0,-1-6 0,9-7 0,1-2 0,2-4 0,-2-10 0,-9-5 0,2-6 0,-8-6 0,0-5 0,-6-12 0,-6-2 0,-1-6 0,-3 3 0,-3-3 0,-2-5 0,-2 2 0,0-5 0,0 11 0,-2-3 0,-3 2 0,1 5 0,-8 6 0,7 3 0,-7 6 0,-1 9 0,-3 9 0,-1 14 0,6 4 0,-1 7 0,8 1 0,-1-1 0,3 0 0,2 1 0,0-8 0,0-5 0,2-2 0,3-3 0,7 0 0,3-8 0,2-3 0,1-12 0,-1-5 0,2-12 0,4-6 0,-4-3 0,2-2 0,-4-1 0,0 1 0,-9 5 0,9 0 0,-9 8 0,3-1 0,-7 8 0,2 3 0,4 7 0,-7 4 0,7 11 0,-2 7 0,-5 4 0,5-1 0,-2 8 0,7-6 0,-1 6 0,3-8 0,2 2 0,6-6 0,0-6 0,0 5 0,-6-7 0</inkml:trace>
  <inkml:trace contextRef="#ctx0" brushRef="#br0" timeOffset="43">26192 16660 8912,'-29'0'0,"0"0"0,18 0 0,5 0 0,21-15 0,20-8 0,13-8 0,13-3 0,2-2 0,2-4 0,6-4 0,-10-8 0,8 0 0</inkml:trace>
  <inkml:trace contextRef="#ctx0" brushRef="#br0" timeOffset="44">27396 16196 8912,'-23'0'0,"0"2"0,2 2 0,2 1 0,2 3 0,0-2 0,5 3 0,3 10 0,1 2 0,4 2 0,2 6 0,2-6 0,2 8 0,4-3 0,-2-1 0,5 0 0,1-1 0,-1 1 0,-3-6 0,6 2 0,-7-6 0,7-5 0,-8 3 0,3-13 0,-5-4 0,4-15 0,-4-2 0,4-10 0,1 0 0,-1-5 0,7 0 0,-1-1 0,1 7 0,-1-1 0,7 2 0,-6-1 0,1 5 0,1 4 0,0 3 0,2 5 0,1-3 0,-1 9 0,0 1 0,0 10 0,-1 5 0,-3 10 0,-2 2 0,3-2 0,-5 4 0,3-2 0,-3 0 0,3-6 0,3-6 0,-3 1 0,3-8 0,2 1 0,0-3 0,1-2 0,-1 0 0,2-2 0,2-3 0,2-7 0,0-5 0,-6-6 0,-2 4 0,-3-4 0,3 4 0,-13 2 0,4 7 0,-10 6 0,-2 8 0,-5 11 0,5 8 0,-5 2 0,5-2 0,0-4 0,6 4 0,0-4 0,8-3 0,3-5 0,4-7 0,3-8 0,5-6 0,0-7 0,0-6 0,-6 0 0,-2-5 0,-4 5 0,-3-2 0,-8 4 0,0-2 0,0 2 0,-8 8 0,-3 1 0,-4 8 0,-2-1 0,-1 3 0,1 2 0,0 5 0,2 3 0,3 2 0,-3 1 0,5 6 0</inkml:trace>
  <inkml:trace contextRef="#ctx0" brushRef="#br0" timeOffset="45">28153 15697 8912,'-2'-28'0,"-3"1"0,-7 2 0,5 10 0,-3 9 0,4 12 0,4 5 0,-3 14 0,3 8 0,2 5 0,0 10 0,0-3 0,0 5 0,0 2 0,0-1 0,0 1 0,7-1 0,5 1 0,3-8 0,2-4 0,3-6 0,2-5 0,-2-4 0,3-8 0,1-7 0,-1-5 0,2-10 0,-2-7 0,-2-9 0,6-4 0,-2-1 0,-4-5 0,-8-1 0,-1-3 0,-9-5 0,3 0 0,-4 2 0,-2 9 0,0 4 0,0 8 0,-8 2 0,-3 3 0,-4 7 0,-2 3 0,-3 11 0,-3 8 0,4 10 0,-4 13 0,6 4 0,6 8 0,3-6 0,8-2 0,2 0 0,4-1 0,11-12 0,12-2 0,11-10 0,6-8 0,3-5 0,3-12 0,-2-3 0,-4-9 0,-4-6 0,-8-5 0,0-3 0,-7-11 0,-2 0 0</inkml:trace>
  <inkml:trace contextRef="#ctx0" brushRef="#br0" timeOffset="46">27981 16127 8912,'-34'0'0,"1"0"0,5 0 0,5-2 0,13-3 0,10-7 0,17-5 0,18-6 0,9-10 0,13-7 0,12-7 0,11 1 0,4 4 0,1 2 0,-5 1 0,-6-1 0,-3 4 0,-2-6 0</inkml:trace>
  <inkml:trace contextRef="#ctx0" brushRef="#br0" timeOffset="47">28738 15508 8912,'-17'0'0,"0"0"0,6-6 0,-1 1 0,8-1 0,-3 16 0,7 7 0,5 8 0,3 9 0,0 2 0,-1 4 0,1-1 0,-2 6 0,-4-1 0,3 2 0,-1 2 0,2-8 0,-4 6 0,4-6 0,-5 0 0,-1-5 0,-1-9 0,-3-3 0,-2-4 0,-2-9 0,3-4 0,3-8 0,-4-10 0,4-7 0,2-15 0,2-6 0,4 0 0,-2 1 0,7 11 0,0-5 0,7 6 0,-1 1 0,0 3 0,2 4 0,4 1 0,-2 7 0,8 0 0,-2 7 0,1-2 0,3 4 0,-8 2 0,0 8 0,-8 3 0,-3 4 0,-7 3 0,-3-1 0,-2 0 0,-13 6 0,-4 0 0,-12 7 0,0-1 0,-3-2 0,-3 2 0,7-7 0,1 5 0,2-2 0,4-4 0,2-2 0,2-9 0,7-18 0,2-11 0</inkml:trace>
  <inkml:trace contextRef="#ctx0" brushRef="#br0" timeOffset="48">29289 15560 8912,'-7'-10'0,"3"-3"0,-8 7 0,1 0 0,-6 6 0,-1 4 0,1 8 0,-2 7 0,0 15 0,0 2 0,3 5 0,5-3 0,0 8 0,3-8 0,8 2 0,4-6 0,7-5 0,1-6 0,11-12 0,3-3 0,1-8 0,0-4 0,-4-7 0,2-3 0,-2-14 0,0 1 0,-6-2 0,-8-3 0,-3 3 0,-4-3 0,-2-3 0,0 1 0,0 0 0,-8 5 0,-3 0 0,-4 12 0,-3-6 0,1 15 0,0-7 0,7 15 0,3 0 0</inkml:trace>
  <inkml:trace contextRef="#ctx0" brushRef="#br0" timeOffset="49">29616 15560 8912,'-27'0'0,"3"0"0,6 0 0,-5 2 0,0 3 0,2 7 0,2 3 0,8 8 0,-1 0 0,8 2 0,-1-2 0,5-4 0,5 4 0,5-10 0,7-1 0,2-9 0,2 3 0,2-4 0,-2-2 0,-1-8 0,-3-3 0,0-6 0,0-6 0,-5 4 0,-1-4 0,-7-2 0,2 0 0,-4 0 0,-2 1 0,-2 1 0,-4 5 0,2 3 0,-7 4 0,-1-3 0,-5 9 0,0-1 0,-1 6 0,9 0 0,-6 7 0,5 3 0</inkml:trace>
  <inkml:trace contextRef="#ctx0" brushRef="#br0" timeOffset="50">29874 15010 8912,'0'-18'0,"0"1"0,0 0 0,0 0 0,0 7 0,0 6 0,0 14 0,0 11 0,0 10 0,0 7 0,0 13 0,0 3 0,0 3 0,2 4 0,2 8 0,4-2 0,1-4 0,-3 2 0,5-8 0,1 1 0,5-7 0,0-9 0,1-7 0,-7-9 0,0-9 0,1-7 0,5-2 0</inkml:trace>
  <inkml:trace contextRef="#ctx0" brushRef="#br0" timeOffset="51">30184 15164 8912,'-17'0'0,"-2"0"0,-2 0 0,-2 0 0,0 8 0,6 3 0,-6 5 0,0 1 0,2 2 0,2 4 0,7 4 0,1 7 0,7 0 0,-2 1 0,12-1 0,5 1 0,5-3 0,1-3 0,6-4 0,0-8 0,7-8 0,-1-3 0,3-4 0,3-2 0,5-8 0,0-3 0,2-12 0,-2-6 0,2-3 0,4-3 0,12-14 0,-5-5 0</inkml:trace>
  <inkml:trace contextRef="#ctx0" brushRef="#br0" timeOffset="52">30477 14133 8912,'-6'-23'0,"0"0"0,2 2 0,4 9 0,8 7 0,9 3 0,10 2 0,13 9 0,6 9 0,9 14 0,3 16 0,-3 7 0,-1 8 0,-8 14 0,0 9 0,-25-37 0,0 3-247,-1 4 0,0 2 0,-2 5 1,-4 1 246,-4 1 0,-3 1 0,-1 3 0,-2 0 0,-2 2 0,-2 1 0,-3 2 0,-4-1 0,-3 1 0,-3-1 0,-2 0 0,-2 0 0,-2-4 0,-2-1 0,0-3 0,-2 0 0,-3 1 0,-2 0 0,0-4 0,-1 0 0,-2 0 0,-1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30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12321 11210 8912,'-11'-6'0,"-1"0"0,1 1 0,0-1 0,-1 0 0,6 1 0,-3 6 0,1 5 0,0-2 0,5 7 0,-3 3 0,-6 1 0,5 0 0,-1-1 0,0-3 0,-5-1 0,2 3 0,-5-1 0,-1 1 0,0-3 0,0 1 0,-2-5 0,-2 3 0,-4 1 0,-2-1 0,-2-5 0,-5 2 0,-1-4 0,1-2 0,-6 0 0,0 0 0,-6 0 0,6 0 0,-2-8 0,1-3 0,-3-6 0,0-6 0,-3 2 0,7-8 0,-6 0 0,5-5 0,1 0 0,6-1 0,7 7 0,4 1 0,6 0 0,5 0 0,-1 1 0,7-3 0,1-4 0,5 5 0,7-5 0,5-1 0,3-1 0,2 1 0,2 0 0,4-1 0,-2 7 0,8-3 0,2-1 0,1-1 0,-3-5 0,0 9 0,-1 3 0,7-3 0,-1 6 0,0-6 0,1 8 0,-3 0 0,-1 8 0,-2 7 0,-8 4 0,2 2 0,-6 2 0,-6 4 0,3 3 0,-9 9 0,3-3 0,-2-4 0,-4 5 0,3-5 0,-3-3 0,-2-1 0,0-5 0,0 4 0,0-4 0,0 6 0,0-8 0,0 0 0,0-8 0,0-2 0,0-14 0,0-3 0</inkml:trace>
  <inkml:trace contextRef="#ctx0" brushRef="#br0" timeOffset="1">11840 10092 8912,'-20'-11'0,"1"-1"0,0 1 0,4 1 0,9 3 0,-9 7 0,21 0 0,-1 0 0,9 7 0,3 5 0,6 3 0,0 2 0,7 1 0,-1-1 0,4 0 0,1 0 0,0 0 0,1 1 0,-6-1 0,-1 0 0,-5 0 0,4 0 0,-4 0 0,-8 1 0,0 5 0,-9 0 0,6 1 0,-7-1 0,1-4 0,-21 6 0,-4-8 0</inkml:trace>
  <inkml:trace contextRef="#ctx0" brushRef="#br0" timeOffset="2">16142 11107 8912,'-16'2'0,"3"2"0,2 1 0,-3-1 0,-1-2 0,-2-2 0,-1 0 0,1 0 0,0 0 0,0 0 0,0 0 0,-1 0 0,1-6 0,2-1 0,2-1 0,1 0 0,3-5 0,-5 1 0,3-3 0,-3-2 0,5-6 0,-3 0 0,1-7 0,-6 1 0,1-4 0,5-1 0,-3-8 0,9-4 0,-7-3 0,6-3 0,1-2 0,5-1 0,2-2 0,3 1 0,11-1 0,7 5 0,7 7 0,-1 16 0,-2 4 0,1 8 0,-7 7 0,4 5 0,-4 5 0,-4 5 0,5-1 0,-11 8 0,4-1 0,2 6 0,-7 0 0,-4 1 0,-2-3 0,1-4 0,-3 5 0,6-14 0,-8 7 0,0-3 0,0-4 0,-8 5 0,4-8 0,-7-5 0,5 4 0,-5-4 0,-1 4 0,-13-5 0,-1-3 0</inkml:trace>
  <inkml:trace contextRef="#ctx0" brushRef="#br0" timeOffset="3">15660 10281 8912,'-17'0'0,"-1"0"0,1 0 0,0 0 0,7 0 0,3-1 0,9-3 0,3-4 0,7-1 0,5-3 0,6-5 0,4 0 0,7 0 0,8-1 0,4 1 0,4-6 0,2 0 0,-3 2 0,-3 10 0,2 3 0,-8 8 0,6 2 0,-6 4 0,0 9 0,-5 8 0,-8 13 0,-6 1 0,-6 7 0,-4 9 0,-7-1 0,2 5 0,-6 2 0,-6-2 0,-1 3 0,-5-3 0,-3-9 0,3 3 0,-3-11 0,-2 2 0,0-7 0</inkml:trace>
  <inkml:trace contextRef="#ctx0" brushRef="#br0" timeOffset="4">22526 17623 8912,'-6'-17'0,"-1"1"0,-1 3 0,0 2 0,1 7 0,1-2 0,4 12 0,-4 5 0,5-1 0,1 1 0,0-5 0,0 6 0,0-9 0,5 7 0,3-6 0,1 1 0,3 7 0,5-6 0,-5 1 0,-1-1 0,1-2 0,5 7 0,0-5 0,0 5 0,6-1 0,0 1 0,8 5 0,-3-5 0,5-1 0,1 1 0,3-1 0,3 1 0,4-1 0,7-4 0,7-5 0,-1 5 0,8-4 0,-2-2 0,2-6 0,-2 1 0,-1-9 0,-5 3 0,-4 1 0,5-1 0,-5 5 0,-1-5 0,0 7 0,1-2 0,4 2 0,7-2 0,-3 5 0,2-5 0,-6 4 0,6 2 0,-7 0 0,1 0 0,-3-2 0,-3-4 0,1 4 0,0-3 0,1 1 0,4-2 0,-3 4 0,3-4 0,3 5 0,-3 1 0,6 0 0,-6 0 0,1 0 0,-7 0 0,-1 0 0,-4 0 0,4 0 0,-4 0 0,-2 0 0,1 0 0,1 0 0,6 0 0,2 0 0,-1 0 0,1 0 0,-5 0 0,-1 0 0,4 0 0,-4-6 0,3 0 0,-9-7 0,10 1 0,-4 3 0,3-3 0,9 3 0,3-3 0,-2-1 0,2 7 0,-6 0 0,6 6 0,-7 0 0,1 0 0,-3 0 0,-3 0 0,-1 0 0,-4 0 0,8 0 0,-9 0 0,9 0 0,-8 0 0,4-5 0,3-1 0,3 0 0,1-1 0,-5-1 0,-7-4 0,-4-3 0,4 4 0,-6-10 0,1-2 0,-4 0 0,-1 6 0,-1-1 0,0 1 0,7 0 0,-1 0 0,0 2 0,-6 3 0,6-3 0,1 3 0,-1-3 0,-8-2 0,-1 0 0,-2 0 0,-8-1 0,2 1 0,1-2 0,-1-4 0,0 2 0,-5-8 0,-7 1 0,0-7 0,1 1 0,5 0 0,-7-1 0,-5 1 0,3-2 0,-2-5 0,1 5 0,-1-4 0,-4 4 0,4 1 0,-4 1 0,-2 0 0,0-5 0,0 5 0,0-6 0,0 5 0,-2 1 0,-4-6 0,2-2 0,-7 2 0,5 0 0,-5 5 0,-1-5 0,-5 0 0,0-6 0,0 6 0,-1 2 0,1 2 0,-6 3 0,0 4 0,-7-1 0,1 7 0,-4-6 0,-1 6 0,-2 0 0,-4 6 0,-4-4 0,-8 4 0,0-4 0,1 10 0,-7 1 0,1-1 0,1-1 0,11-5 0,-3 5 0,6 1 0,-2-2 0,-4-3 0,-2-1 0,-1 0 0,-3-6 0,-3 0 0,-6-6-181,-12 7 0,2-7 181,-7 6 0,0 0 0,-6 6 0,0 0 0,0-1 0,2 1 0,3 0 0,-1 8 0,7 3 0,1-2 0,7 2 0,4 3-35,5 1 0,-3 2 35,-2 0 0,-6 0 0,-5 0 0,1 0-185,-7 0 0,1-2 185,-1-4 0,-4 2 0,4-7 0,-4 5 0,-3-5 0,3 5 0,4-6 0,2 7 0,3-7 0,12 8 0,0-1 0,7 3 0,5 2 0,-3-6 0,-3 0 0,-4 1 0,-8 5 0,-2 0-8,-3 0 0,-5 0 8,-7 0 0,10 0 0,7 0 0,0 0 0,6 0 0,0 5-8,-6 1 0,12 7 8,-7-1 0,9 5 0,3 6 0,1-4 92,-1 4 0,2-2 0,5 0 1,2 2-93,1-2 0,-2 0 0,-7 2 0,5-4 0,0 4 0,0-2 187,-5 2 0,5-4-187,0 4 0,8 2 45,-3-2 1,5 0-46,2-6 0,-1 8 0,1 3 0,5-3 0,0-2 0,3 2 0,-3-2 0,6 0 0,4 2 0,2-6 0,-1 4 0,1 1 0,0-1 0,6 8 0,-1-2 0,1-3 0,-7 3 0,7 1 0,-1 11 0,1-3 0,-6 8 0,0-8 0,-1 2 0,1-2 0,0 2 0,6-1 0,-1 6 0,6-1 0,-5 2 0,7 2 0,-2-8 0,-1 8 0,1-2 0,0-2 0,6 1 0,8-6 0,3 1 0,5 2 0,1-2 0,2-6 0,4-5 0,4-6 0,7 6 0,-1-1 0,-5-1 0,5 0 0,-5-4 0,3-4 0,-2 4 0,1 1 0,-7-1 0,6 0 0,-6-6 0,6 6 0,-7 0 0,9 0 0,-2-6 0,3 1 0,3-1 0,7 0 0,6 0 0,5 0 0,4 1 0,1-7 0,-7 1 0,1-7 0,0 7 0,3 7 0,-3 9 0,-4 20 0,-14 10 0,-7 7 0,-2 3 0</inkml:trace>
  <inkml:trace contextRef="#ctx0" brushRef="#br0" timeOffset="5">28308 17915 8912,'-17'-11'0,"0"1"0,0 3 0,-1 3 0,1 2 0,8 10 0,3 3 0,4 6 0,2 6 0,0 4 0,0 0 0,0 3 0,0-5 0,2 0 0,4 0 0,-4-1 0,3-3 0,-3 2 0,-2 0 0,0-5 0,0-9 0,0-1 0,8-31 0,-6 2 0,5-19 0,1 3 0,4 3 0,3-6 0,2 0 0,0 0 0,0 5 0,1 3 0,-1 3 0,-2 4 0,-3 8 0,3 2 0,-4 3 0,-1 5 0,0 11 0,-3 7 0,5 8 0,-7 15 0,3 1 0,-2-1 0,-2 1 0,7-1 0,-5-1 0,5-5 0,1 3 0,5-8 0,2-6 0,2-8 0,2-1 0,-2-4 0,4-4 0,-2-6 0,0-9 0,-6-8 0,0-8 0,0 5 0</inkml:trace>
  <inkml:trace contextRef="#ctx0" brushRef="#br0" timeOffset="6">28738 17812 8912,'0'-17'0,"0"0"0,0 5 0,0 1 0,-7 7 0,5-2 0,-4 12 0,4 4 0,2 7 0,0 2 0,0 4 0,2-2 0,4 7 0,-2-7 0,7 2 0,1-5 0,5-7 0,0 2 0,0-7 0,1-2 0,-1-2 0,6-2 0,0 0 0,-2-8 0,-10-3 0,3-5 0,-9-1 0,7 0 0,-7 0 0,-1-2 0,-9-4 0,-5 9 0,-7-3 0,0 4 0,-1 3 0,-1 3 0,-4 7 0,10 0 0,-4 0 0,3 0 0,5 0 0,1 0 0,0 7 0,-1 3 0</inkml:trace>
  <inkml:trace contextRef="#ctx0" brushRef="#br0" timeOffset="7">29203 17348 8912,'0'-17'0,"0"-1"0,0 7 0,0 0 0,0 7 0,0-2 0,0 12 0,0 7 0,0 8 0,0 8 0,6 3 0,0 3 0,7 5 0,-2 0 0,-1 6 0,0-4 0,-1 2 0,1 3 0,-6-5 0,1-1 0,-3 1 0,-2-2 0,0 0 0,0-6 0</inkml:trace>
  <inkml:trace contextRef="#ctx0" brushRef="#br0" timeOffset="8">29100 17778 8912,'-12'-12'0,"1"3"0,-1-1 0,3 1 0,1 5 0,18-6 0,7 4 0,10 3 0,13-9 0,6-1 0,4-2 0,7-8 0,0 0 0,-7-8 0,0 4 0,-6-7 0</inkml:trace>
  <inkml:trace contextRef="#ctx0" brushRef="#br0" timeOffset="9">29117 18362 8912,'-27'-5'0,"4"-1"0,4 2 0,2 2 0,0 2 0,0 0 0,-1 2 0,3 4 0,2 5 0,1 4 0,8 5 0,-1 1 0,3 3 0,2 3 0,0-4 0,0 4 0,2-2 0,3-4 0,3-2 0,4-2 0,3-2 0,-4-3 0,7-7 0,4-3 0,-2-2 0,3 0 0,-2-2 0,2-3 0,-4-5 0,4-7 0,-4 0 0,-2 0 0,-2-3 0,-1-1 0,-5-1 0,-1 1 0,3 1 0,-5 3 0,0 8 0,-6-7 0,0 14 0,0-3 0,-2 12 0,-2 9 0,-2 5 0,2 0 0,3 4 0,1-3 0,1 1 0,5-5 0,-2-3 0,7-4 0,1 3 0,5-9 0,0 1 0,1-6 0,-1 0 0,-2-7 0,-3-5 0,1-3 0,-7-2 0,-1-1 0,-5 1 0,-7 2 0,-3 2 0,-1 1 0,-1-1 0,1 5 0,-6-7 0,7 13 0,2-6 0,8 8 0</inkml:trace>
  <inkml:trace contextRef="#ctx0" brushRef="#br0" timeOffset="10">29582 18379 8912,'0'10'0,"0"-2"0,-6-6 0,0 3 0,-1-3 0,1 4 0,4 3 0,-6 1 0,8 7 0,0 0 0,0 1 0,0-1 0,0 0 0,0 0 0,0 0 0,0 1 0,0-1 0,0-6 0,0 1 0,0-8 0,0 3 0,0-9 0,0-3 0,0-7 0,2-9 0,2-4 0,2-2 0,5-1 0,-5-7 0,7 7 0,-1-1 0,-3 10 0,3 2 0,-6 0 0,5 7 0,2 1 0,3 3 0,-1 12 0,-3 5 0,3 12 0,-4 6 0,5 3 0,1 2 0,-2 1 0,-2-1 0,-1 1 0,1-1 0,3-7 0,1-4 0,-6-6 0,1-6 0,-1-3 0,6-8 0,-5-2 0,-1-4 0,1-5 0,5-10 0,-2-4 0,-3-2 0,1-1 0,-7-7 0,5 3 0,-5 3 0,2-3 0,-2 3 0,-5 4 0,5 2 0,-4 4 0,-2 8 0,0-1 0,0 8 0,0 4 0,0 4 0,0 8 0,2 1 0,2 2 0,2 2 0,1-5 0,-1-1 0,-2-1 0,7 1 0,-5 3 0,5-8 0,-7-1 0,12-5 0,-7 0 0,8 0 0,-5-7 0,-1-5 0,-7 3 0,2-3 0,2 1 0,-3-7 0,7 1 0,-7 0 0,9 0 0,-5 0 0</inkml:trace>
  <inkml:trace contextRef="#ctx0" brushRef="#br0" timeOffset="11">30373 18362 8912,'0'17'0,"0"-5"0,0-1 0,0-7 0,0 4 0,0-8 0,0 0 0,8 0 0,0-8 0,3-3 0,2-5 0,-5-1 0,0 0 0,-1 0 0,-1 5 0,-6 1 0,0 0 0,0-7 0,0 7 0,0-1 0,-6 7 0,-1-5 0,-3 2 0,-1 3 0,-6 12 0,-1 5 0,9 3 0,3 2 0,4 6 0,2 0 0,0 0 0,0 2 0,2-6 0,4 4 0,3-4 0,9-2 0,4-5 0,1-1 0,6-7 0,-6 2 0,6-4 0,-6-2 0,7 0 0,-3 0 0</inkml:trace>
  <inkml:trace contextRef="#ctx0" brushRef="#br0" timeOffset="12">30907 18001 8912,'11'2'0,"1"4"0,1 5 0,2 5 0,3 1 0,5 0 0,0 0 0,-2 2 0,-2 4 0,-2-4 0,0 4 0,0-4 0,0-1 0,-7-1 0,-2-8 0,-8-9 0,0-9 0</inkml:trace>
  <inkml:trace contextRef="#ctx0" brushRef="#br0" timeOffset="13">31079 17967 8912,'-17'-8'0,"5"1"0,1-5 0,-1 4 0,-5 12 0,0 8 0,0 9 0,-1 19 0,1 4 0,2 9 0,2 5 0,1 5 0,6 0 0,-5 5 0,7-5 0,-2 6 0,4-8 0,2-9 0,0-6 0,0 0 0,0-16 0,0-1 0,8-8 0,2-4 0</inkml:trace>
  <inkml:trace contextRef="#ctx0" brushRef="#br0" timeOffset="14">31217 17142 8912,'17'-35'0,"0"8"0,2 6 0,4 6 0,6 4 0,1 9 0,-1 6 0,-4 17 0,0 17 0,-4 25 0,7 11 0,-7 18 0,-9-41 0,-1 1 0,-1 4 0,-2 1-299,-2 2 0,-1 0 0,0 4 0,-2 0 299,-3 0 0,0 1 0,0 1 0,0-1 0,0-3 0,0-1 0,-3 1 0,-2 0 0,-1-7 0,-1-1 0,-3-2 0,-1-1 0,-2-2 0,-3-2 0,-24 42 0,-2-4 0,-8-4 0,-2-5 0,-3-5 0</inkml:trace>
  <inkml:trace contextRef="#ctx0" brushRef="#br0" timeOffset="15">27809 17726 8912,'-11'-2'0,"-1"-2"0,-1-1 0,-2 1 0,5 4 0,4 6 0,4 11 0,2 13 0,0 10 0,0 12 0,2 17 0,4 17 0,-1-37 0,2 1 0,-1 6 0,3 1 0,3 3 0,1 2-53,0 7 1,2 0-1,3-7 1,3-2 0,-1-3-1,2-1 1,-1-6 0,2-1 52,0-4 0,1-4 0,28 22 0,3-19 0,5-12 0,-41-25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30.5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15316 15474 8912,'-17'6'0,"-1"1"0,1 3 0,8-6 0,1 3 0,8-7 0,0 0 0,8 0 0,-7 0 0,7 0 0,-8 0 0,0 0 0,8 0 0,-4 0 0,7 0 0,2 0 0,3-7 0,1-5 0,2-3 0,4-2 0,4-8 0,7-4 0,10-5 0,8-6 0,11-6 0,10-4 0,7-3 0,-35 24 0,2 0 0,-3 2 0,1-1-188,4-3 0,0-1 1,-4 1-1,0 1 188,1-2 0,0 1 0,1 0 0,1 2 0,1 3 0,0 1 0,3-2 0,1 0 0,4-1 0,1-1 0,-2 0 0,0-1 0,4-1 0,1-1 0,-1-1 0,0 1 0,-3 3 0,1 1 0,8-5 0,2 1 0,2 0 0,0 1 0,0-2 0,-1 1 0,-2 0 0,-2 1 0,-2-3 0,0 1 0,0 1 0,0 1 0,3-3 0,0 1-281,6-2 1,0 1 0,-7 3-1,0 1 281,-2 1 0,0 1 0,0 1 0,0 0 0,-1 0 0,0 1 0,7-2 0,2 0 0,5 0 0,-1-1 0,-6-3 0,0 1 0,2 2 0,1 1 0,3-4 0,1 1-318,4 2 1,1 0-1,-1-2 1,0-1 317,1 3 0,-1 1 0,-1-1 0,-1 1 0,0 2 0,1 2 0,0 0 0,0 0 0,1 1 0,1 0 0,4 1 0,0 0 0,1 0 0,0-2 0,-1 0 0,0 1 0,2 3 0,-1 0 0,-7-3 0,-2 0 0,-5 2 0,0 2 0,1-2 0,1 2 0,-2 1 0,-1 1 0,-2 1 0,-2 0-140,-6 2 0,-1-1 1,-5-1-1,-1 0 140,-3 1 0,1 1 0,3 0 0,1 1 0,1-1 0,0-1 0,0 2 0,-1 0 0,2-1 0,-1-1 0,-3 0 0,-1 0 0,1 2 0,1 1 0,-1-1 0,1-1 0,2-1 0,1-1 0,-5 4 0,1 0 0,3 0 0,1 1 0,-5 0 0,1 1 0,-3-2 0,1 1 0,1 0 0,1 1 0,2-3 0,1-1 0,3 0 0,2 1 0,2-1 0,0 1 0,-5 3 0,-1-1 0,0 0 0,-1-1 0,-6 2 0,-1-1 0,-1 0 0,-1 0 0,35-7 0,-3-1 0,-7 6 218,-5 0 0,-6-3-218,-5-1 0,-11 6 312,-6-1 0,-11 6 0,-6-5-312,-4-2 0,-10 3 708,-3-1 0,-2 5-708,2-6 0,3-1 199,8-10 0,8 4 0,4-4 0,5 4-199,7 2 0,-3 0 59,8-1 0,-8 1-59,2 0 0,-4 5 0,-1 1 0,-3 1 0,-3-1 0,-12 1 0,-11 5 0,4 3 0,-9-13 0,7 13 0,-16-6 0,-3 10 0,-4 4 0,-3-4 0,-6 5 0,-3-7 0</inkml:trace>
  <inkml:trace contextRef="#ctx0" brushRef="#br0" timeOffset="1">25142 11382 8912,'-23'-23'0,"2"-2"0,4 0 0,5 0 0,5 4 0,3 2 0,4 6 0,7-2 0,9-4 0,5-1 0,9 1 0,1 2 0,7 2 0,8 3 0,4 5 0,1 7 0,3 4 0,3 7 0,-3 8 0,3 17 0,-5 6 0,-6 10 0,-4 2 0,-8 9 0,-13-6 0,-5 6 0,-7 0 0,-5-2 0,-4 4 0,-6-8 0,-9-1 0,-8-10 0,-6-1 0,6-10 0,0-5 0,6-14 0,0-5 0,0-5 0,7-6 0,4-6 0,-3-19 0,-1-11 0</inkml:trace>
  <inkml:trace contextRef="#ctx0" brushRef="#br0" timeOffset="2">26415 11055 8912,'0'-25'0,"0"-1"0,0-1 0,0 4 0,0 11 0,-13-1 0,-4 9 0,-4 6 0,-4 8 0,-2 13 0,-7 5 0,1 11 0,4 1 0,5 7 0,6-1 0,3 2 0,4-2 0,3 2 0,10-8 0,6-2 0,9-2 0,4-7 0,13 0 0,-3-3 0,9 3 0,-4-4 0,-1-8 0,-1-2 0,1-3 0,-3 3 0,-3-4 0,-10-1 0,-10 1 0,-1 3 0,-4-5 0,-10 3 0,-3-3 0,-9 3 0,-6 3 0,-5-3 0,-2 1 0,3-2 0,3-3 0,7-8 0,1 0 0,0-15 0,0-4 0</inkml:trace>
  <inkml:trace contextRef="#ctx0" brushRef="#br0" timeOffset="3">26708 11399 8912,'-10'0'0,"3"0"0,9 0 0,3 0 0,5 0 0,7 0 0,2-6 0,4-1 0,4-3 0,0-3 0,3-3 0,-7-1 0,0 0 0,-6 0 0,-5 0 0,-1 0 0,-7 5 0,-2 2 0,-10 3 0,-9 3 0,-6 4 0,0 6 0,2 9 0,-7 8 0,7 8 0,-2-3 0,3 3 0,3-3 0,8 5 0,3-4 0,6 1 0,6-1 0,11-4 0,12-8 0,11-2 0,6-3 0,3-5 0,3-7 0,0-7 0,7-18 0,2-12 0</inkml:trace>
  <inkml:trace contextRef="#ctx0" brushRef="#br0" timeOffset="4">27448 11107 8912,'-19'0'0,"-2"2"0,-2 2 0,2 1 0,2 9 0,1-3 0,3 6 0,4 6 0,-3 2 0,8 6 0,3-3 0,1 3 0,2-4 0,0 1 0,7-5 0,5 6 0,9-10 0,2-2 0,7-2 0,-1-9 0,2 0 0,-3-6 0,5-2 0,-6-2 0,-1-4 0,-3-1 0,-3-4 0,-3-10 0,-6 4 0,1-4 0,-9 2 0,3-2 0,-4 4 0,-2-4 0,0 4 0,-2 3 0,-4 5 0,5-5 0,-7 15 0,8 1 0,0 11 0,0 10 0,2 2 0,2 0 0,1 2 0,15-6 0,-3 4 0,4-6 0,-4-6 0,6 3 0,0-8 0,0-1 0,-6-5 0,0 0 0,-5-7 0,-1-5 0,-7-9 0,2-4 0,-6 0 0,-6 1 0,-4-1 0,-7 2 0,4 4 0,-4-4 0,9 0 0,-9 6 0,3-4 0,3 13 0,-1-3 0,9 3 0,-3 8 0,10 2 0,3 2 0,3 1 0,1 3 0,7-2 0,-1-2 0,0 7 0,0-5 0,0 5 0,1-7 0,-1 11 0,-2-11 0,-1 6 0,-3-3 0,-7 1 0,2-2 0,-5-2 0,-1 7 0,6-5 0,0 5 0,0-5 0,-6 5 0,0-5 0,0 6 0,0-1 0,0 6 0,0 0 0,-2-5 0,-4-1 0,4-5 0,-4 6 0,4-9 0,1 7 0,-5-4 0,4-4 0,-6 3 0,8-10 0,0-7 0,0-5 0,0-6 0,6 2 0,2-8 0,1-1 0,5-3 0,1 5 0,2-1 0,0 8 0,1-2 0,-7 4 0,0 2 0,3 7 0,9 4 0,-4 6 0,4 6 0,-4 6 0,-2 11 0,0 1 0,1 5 0,5 4 0,1-7 0,3 3 0,4 0 0,1-16 0,10 10 0,2-14 0</inkml:trace>
  <inkml:trace contextRef="#ctx0" brushRef="#br0" timeOffset="5">28601 10952 8912,'-35'0'0,"1"2"0,0 4 0,5 3 0,0 8 0,6 8 0,-4 4 0,5 3 0,6 3 0,1-1 0,9 1 0,0-3 0,6-3 0,8-4 0,4-8 0,9-6 0,2 1 0,0-9 0,-6 3 0,6-6 0,0-7 0,0-11 0,1-8 0,-4-7 0,2-1 0,-2-6 0,-3 0 0,-6-8 0,1 2 0,-8-4 0,1-1 0,3-1 0,-2 0 0,-1-5 0,-5 0 0,0 7 0,0 10 0,-5 6 0,-1 5 0,-7 4 0,5 19 0,-4 12 0,5 17 0,-1 13 0,6 16 0,-3 11 0,3 4 0,2 2 0,5-2 0,1-4 0,9 2 0,3-8 0,-1 0 0,6-5 0,4-10 0,1-8 0,3-3 0,-1-14 0,-3-8 0,-2-5 0,4-11 0,-6-5 0,5-9 0,-5-2 0,-2-7 0,-9 1 0,1-3 0,-7-3 0,0-5 0,-6 0 0,0 6 0,0 5 0,-6 6 0,0-6 0,-7 10 0,1 2 0,-3 2 0,-2 9 0,0 2 0,-1 10 0,1 5 0,2 12 0,3 6 0,-1 2 0,7-3 0,1 5 0,5-5 0,0-1 0,0 0 0,1-2 0,5-4 0,4-4 0,7-6 0,0 3 0,0-9 0,6-1 0,0-10 0,14-3 0,-3-8 0,2-8 0,-7-4 0,4-3 0,-5-3 0,3 1 0,-3 0 0,-3 5 0,-7 0 0,-1 10 0,0 2 0,-7 0 0,-3 15 0,-7 2 0,0 11 0,0 10 0,0 4 0,0 0 0,0 0 0,6 4 0,0-7 0,7 7 0,-2-6 0,5 0 0,1-6 0,0-2 0,0-3 0,1 1 0,-1-7 0,0-2 0,0-2 0,-5-4 0,-1-4 0,1-3 0,-1-7 0,1 5 0,-9-4 0,7 13 0,-4-4 0,-4 6 0,3 6 0,3 3 0,-2 8 0,0 1 0,-6-1 0,1 0 0,5 0 0,-4 0 0,4 1 0,-4-1 0,-2 0 0,-8-6 0,-3 1 0,-5-1 0,-1 6 0</inkml:trace>
  <inkml:trace contextRef="#ctx0" brushRef="#br0" timeOffset="6">29392 10763 8912,'-24'-25'0,"10"6"0,-3-4 0,11 4 0,0 2 0,5 0 0,2 1 0,5 3 0,8 3 0,7 3 0,5 1 0,9 6 0,-6 2 0,-1 4 0,1 1 0,5 5 0,1 11 0,-1-4 0</inkml:trace>
  <inkml:trace contextRef="#ctx0" brushRef="#br0" timeOffset="7">29737 11176 8912,'0'22'0,"0"1"0,0 0 0,0-5 0,0-1 0,0 0 0,0-6 0,0 1 0,7-8 0,3 3 0,7-9 0,0-3 0,0-7 0,1-5 0,-1-6 0,6 2 0,0-8 0,7 6 0,-1-5 0,-2 7 0,1-2 0,1 4 0,6 2 0,-3-1 0,-3 1 0,1 2 0,-7 3 0,0-1 0,-6 7 0,1-1 0,-1 1 0,-8 4 0,-1-6 0,-10 10 0,-4 4 0,-3-2 0,-8 7 0,-1 3 0,1-1 0,0-1 0,6 3 0,-1-4 0,8-1 0,-1 1 0,-3-5 0,2 6 0,0-7 0,6 7 0,0-7 0,0 7 0,8-8 0,2 3 0,7-7 0,0 0 0,0 0 0,0 0 0,1 0 0,-1 0 0,0 0 0,0-5 0,0-1 0,1-6 0,-1 7 0,0-9 0,0 3 0,1-4 0,-1-3 0,0-1 0,0-4 0,-5-1 0,-1-5 0,-1-4 0,1 5 0,3-5 0,-9-1 0,1-2 0,-6-5 0,0 7 0,0 0 0,0 1 0,0 10 0,-6 0 0,-1 8 0,-3 4 0,6 3 0,-3 18 0,7 7 0,0 8 0,0 9 0,0 2 0,0 4 0,5-3 0,3 5 0,0-2 0,-1 0 0,7 6 0,-3-6 0,2-2 0,-1-9 0,3-4 0,-3-8 0,3-2 0,2-3 0,0-5 0,1-11 0,-1-7 0,0-12 0,6-10 0,0-7 0,0-2 0,-6-4 0,0-3 0,1 3 0,-1 4 0,0 2 0,-6 5 0,1 7 0,-6 5 0,5 11 0,-7 14 0,2 15 0,-4 8 0,-2 10 0,0-1 0,0 0 0,7 3 0,5 3 0,5-4 0,6 4 0,4-3 0,7-3 0,0-7 0,1-2 0</inkml:trace>
  <inkml:trace contextRef="#ctx0" brushRef="#br0" timeOffset="8">14593 15800 8912,'0'50'0,"0"-4"0,0-6 0,0-4 0,0-3 0,0-4 0,0-7 0,0-12 0,0-10 0,6-13 0,-1-12 0,-1-4 0,-2-7 0,-2 0 0,0-10 0,0 6 0,0-6 0,-2-2 0,-3-2 0,3-9 0,-4-4 0,-2 2 0,2-2 0,-15-8 0,2-7 0</inkml:trace>
  <inkml:trace contextRef="#ctx0" brushRef="#br0" timeOffset="9">14490 14545 8912,'-16'8'0,"3"4"0,2 1 0,-1 0 0,1-3 0,-1-3 0,6 7 0,-3-3 0,1 5 0,2-5 0,6 0 0,0 3 0,0 1 0,0 2 0,0 1 0,2 1 0,4 4 0,-4-2 0,4 7 0,-2 7 0,1 5 0,-3 7 0,2-1 0,-8 6 0,-7 5 0,-5 4 0,-1 8 0,0 0 0,0 0 0,0-1 0,-1 1 0,1-15 0,0-12 0,0-17 0</inkml:trace>
  <inkml:trace contextRef="#ctx0" brushRef="#br0" timeOffset="10">15591 15749 8912,'10'-8'0,"-3"-1"0,-1-3 0,0 1 0,1 1 0,-3-3 0,2 1 0,0 9 0,-8-11 0,-4 8 0,4 1 0,-7 5 0,3 0 0,4 0 0,-8-2 0,5-4 0,3 4 0,-8-5 0,4 7 0,4-8 0,-5 6 0,-1-6 0,6 8 0,-5 0 0,5 0 0,-4 0 0,4 0 0,-6 2 0,8 4 0,0 4 0,0 7 0,0 0 0,0 0 0,0 2 0,0 4 0,0-4 0,0 4 0,0 2 0,0-2 0,0 0 0,0-6 0,0 0 0,0 0 0,0 1 0,0-9 0,0-1 0,0-8 0,0 0 0,0-8 0,0-3 0,0-10 0,0-2 0,0-2 0,0 2 0,0 2 0,-1-6 0,-3 2 0,-2 4 0,0 2 0,6 2 0,0 0 0,0 0 0,0 5 0,0 1 0,0 7 0,0-4 0,0 16 0,0 3 0,0 10 0,0 2 0,2 6 0,2-4 0,2 0 0,-2 0 0,-3-3 0,-1-4 0,6-1 0,0 0 0,0 0 0,-6 0 0,0 1 0,0-9 0,0-1 0,0-10 0,0-4 0,5-3 0,1-9 0,0 1 0,-6 0 0,0-8 0,0 6 0,0-4 0,0 4 0,0 2 0,0 0 0,0 0 0,0 7 0,0 2 0,-8 8 0,6 8 0,-3 3 0,3 5 0,2 1 0,0 0 0,0 2 0,0 4 0,0-4 0,0 4 0,0-2 0,0 2 0,0-4 0,0 4 0,0 2 0,0 0 0,0 2 0,0 3 0,0-5 0,0-2 0,0 2 0,0-2 0,0 5 0,0-5 0,0 0 0,0 2 0,0-6 0,0 6 0,0-8 0,0-5 0,0-1 0,0-5 0,0 5 0,0 3 0,0-5 0,0 3 0,0-7 0,0 7 0,0 1 0,0-5 0,0 7 0,0-13 0,0 6 0,0-8 0,-2 5 0,-4 1 0,4 0 0,-6-6 0,8 7 0,0-5 0,0 6 0,0 0 0,0-6 0,0 5 0,0-7 0,0 0 0,-5 2 0,-1 4 0,0-4 0,6 13 0,0-11 0,0 7 0,0-7 0,0 4 0,0-1 0,0-5 0,0 8 0,0-4 0,0-4 0,0 5 0,0-7 0,0 0 0,0 8 0,-2-4 0,-3 7 0,3 1 0,-6 5 0,8-6 0,0 1 0,-8-8 0,6 3 0,-5-7 0</inkml:trace>
  <inkml:trace contextRef="#ctx0" brushRef="#br0" timeOffset="11">15918 15233 8912,'-10'2'0,"3"2"0,1 3 0,0 3 0,3 3 0,-1 5 0,0 5 0,-2 5 0,2 5 0,2-5 0,2 1 0,2 2 0,4 1 0,4-5 0,7-4 0,0-6 0,0-6 0,0 3 0,1-9 0,5-1 0,0-9 0,-1-5 0,-4-7 0,3-6 0,-2-2 0,-4-2 0,0-3 0,-7 3 0,-2-2 0,-4 6 0,-2-5 0,-2 7 0,-4-2 0,-3 6 0,-9 5 0,1-1 0,0 7 0,-6-5 0,0 5 0,0 0 0,6 8 0,0 4 0,1-2 0,5 7 0,-3 1 0,9 5 0,-9 0 0,5 0 0</inkml:trace>
  <inkml:trace contextRef="#ctx0" brushRef="#br0" timeOffset="12">15866 15560 8912,'0'-12'0,"0"1"0,0 7 0,0-11 0,8 11 0,4-6 0,5 3 0,6 3 0,-2-4 0,7 3 0,-7-9 0,12 5 0,-6-9 0</inkml:trace>
  <inkml:trace contextRef="#ctx0" brushRef="#br0" timeOffset="13">16228 15319 8912,'0'-11'0,"0"-1"0,0 1 0,6-1 0,-1 1 0,9 5 0,-3-5 0,4 7 0,3-2 0,-1 4 0,0-6 0,0-1 0</inkml:trace>
  <inkml:trace contextRef="#ctx0" brushRef="#br0" timeOffset="14">16469 15491 8912,'0'10'0,"-2"-1"0,-4-3 0,4-4 0,-6 5 0,10-7 0,4 0 0,9-5 0,8-1 0,8-7 0,3-5 0,10-8 0</inkml:trace>
  <inkml:trace contextRef="#ctx0" brushRef="#br0" timeOffset="15">16916 15078 8912,'-17'0'0,"2"10"0,3 7 0,5 10 0,7 13 0,0 8 0,0 15 0,0 9 0,0 5 0,0 11 0,0-8 0,7 8 0,3-10 0</inkml:trace>
  <inkml:trace contextRef="#ctx0" brushRef="#br0" timeOffset="16">17105 6602 8912,'-24'-7'0,"4"-3"0,-4-5 0,8 1 0,3 5 0,1 1 0,11 4 0,2 10 0,15 7 0,10 8 0,11 6 0,9 9 0,11 5 0,8 4 0,6-3 0,1-1 0,5-7 0,1-5 0,8 1 0,6-7 0,0-6 0,-6-7 0,0-3 0,0-3 0,-17-4 0,-12-5 0,-18 1 0,-17-8 0,-10 8 0,-4-3 0,-24 1 0,-7 0 0,-23 1 0,-7-11 0,-16-3 0</inkml:trace>
  <inkml:trace contextRef="#ctx0" brushRef="#br0" timeOffset="17">17536 6396 8912,'-6'-40'0,"-2"0"0,1 3 0,-1 7 0,0 7 0,4 9 0,-3 5 0,-3 1 0,-3 3 0,-10 5 0,2 7 0,-10 7 0,-5 7 0,-8 7 0,0 10 0,-2 3 0,6 4 0,-6-4 0,6 6 0,-6-1 0,10 2 0,1-2 0,3 1 0,9-6 0,-6 6 0,6-1 0,0-4 0,6-2 0,2-3 0,3-3 0,-1-1 0,7-5 0,0-3 0,8-8 0,4-2 0,6-3 0,11 1 0,5-7 0,5 2 0,1-3 0,2-3 0,7 4 0,6-4 0,7-2 0,9 0 0,-2 0 0,11 0 0,7 0 0,5 0 0,2 0 0,-2 0 0,-8 0 0,-5-15 0,-4-4 0</inkml:trace>
  <inkml:trace contextRef="#ctx0" brushRef="#br0" timeOffset="18">18998 6447 8912,'0'-17'0,"0"0"0,0 6 0,0-1 0,0 10 0,0 2 0,-5 12 0,-1 16 0,-2 9 0,4 14 0,-1 3 0,1 3 0,2 4 0,2 8 0,6-2 0,-1-4 0,15 0 0,-3-10 0,2-7 0,0-8 0,6-1 0,4-14 0,3-8 0,2-9 0,1-14 0,-1-9 0,6-2 0,1-10 0,1 0 0,-2-5 0,-6 0 0,1-1 0,-1-7 0,-7-2 0</inkml:trace>
  <inkml:trace contextRef="#ctx0" brushRef="#br0" timeOffset="19">19566 6688 8912,'-17'0'0,"0"0"0,0-8 0,-1 8 0,1 0 0,6 16 0,-1 12 0,8 7 0,-1 5 0,3-2 0,2 8 0,4-8 0,5 2 0,10-3 0,6-3 0,-2-7 0,6-4 0,-6-12 0,5-5 0,-7-4 0,2-2 0,-3-10 0,-3-7 0,-2-8 0,-4-9 0,3-1 0,-8 1 0,-1 0 0,-5-1 0,-7 1 0,-5-1 0,-3 1 0,-2 0 0,-6 9 0,0 6 0,2 7 0,2 5 0,-4 1 0,0 6 0,2 2 0,9 4 0,5 9 0,7 8 0,2 0 0,3-6 0,9 0 0,7 0 0,5-7 0,9-3 0</inkml:trace>
  <inkml:trace contextRef="#ctx0" brushRef="#br0" timeOffset="20">20031 6619 8912,'0'-34'0,"0"7"0,0 4 0,-6 4 0,0 2 0,-7 7 0,3 3 0,-7 9 0,0 3 0,6 5 0,-1 9 0,1 4 0,1 6 0,-3 3 0,7 3 0,0-3 0,6-3 0,0 1 0,0-7 0,6 6 0,0-6 0,7 0 0,-1-6 0,3 0 0,2 0 0,0-5 0,0-1 0,6-1 0,0 1 0,2 3 0,-2-9 0,-2 3 0,8-2 0,-8-3 0,2 9 0,-4-8 0,-2 3 0,0-1 0,1 0 0,-9 0 0,-1 1 0,-10 5 0,-4 3 0,-3-4 0,-9 1 0,-1-3 0,-4 3 0,-2 3 0,-3-3 0,-3-3 0,8 3 0,-5-8 0,5 1 0,-8-3 0,12-4 0,-4-3 0,4-13 0,2-8 0</inkml:trace>
  <inkml:trace contextRef="#ctx0" brushRef="#br0" timeOffset="21">20668 6447 8912,'-18'-5'0,"1"-1"0,0-5 0,0 5 0,-6 0 0,-2 6 0,0 2 0,0 4 0,-5-2 0,3 7 0,0 4 0,4 6 0,6-2 0,6 4 0,3-2 0,8 2 0,0-4 0,0 4 0,8-4 0,5 0 0,6 2 0,4 2 0,8-2 0,-3-9 0,3 3 0,-2-3 0,3 3 0,-3 2 0,1-2 0,-1-3 0,-4 3 0,-8-3 0,0 3 0,0 2 0,-5-5 0,-1-1 0,-9 0 0,-2 7 0,-7 5 0,-11-1 0,-4 3 0,-3-4 0,-2 2 0,-4-2 0,-1-2 0,-3-1 0,7-3 0,-1-4 0,8-3 0,-2-8 0,4 0 0,2-15 0,-1-4 0</inkml:trace>
  <inkml:trace contextRef="#ctx0" brushRef="#br0" timeOffset="22">21803 6207 8912,'-7'-17'0,"5"-1"0,-4 1 0,2 0 0,0 0 0,-3 0 0,-3-1 0,6 1 0,-3 0 0,-1 0 0,-3 0 0,1 1 0,-1 5 0,5-3 0,-6 9 0,-1 1 0,-2 2 0,3 15 0,1 8 0,-3 10 0,-1 11 0,6 8 0,3 7 0,-2 10 0,2 7 0,1 7 0,5-7 0,0-1 0,0-3 0,0 5 0,0-1 0,7 1 0,5-8 0,3-6 0,2-10 0,6-3 0,0-13 0,-8-5 0,-7-13 0,-8 1 0</inkml:trace>
  <inkml:trace contextRef="#ctx0" brushRef="#br0" timeOffset="23">21390 6826 8912,'-17'-18'0,"6"1"0,-1 0 0,8 0 0,-1 0 0,3 0 0,4 1 0,3 3 0,7 1 0,5 1 0,6-6 0,4 0 0,7 1 0,3 3 0,3 1 0,6 1 0,11-6 0,-4 5 0,5 1 0,-7 7 0,-5-2 0,2-1 0,-8 1 0,-7-2 0,-10 3 0,-12 3 0,-3-6 0,-8 16 0,-8 1 0,-3 8 0,-5 1 0,5 1 0,1 2 0,1 4 0,-1 1 0,7-5 0,-3 2 0,4-2 0,2 2 0,2-4 0,4 4 0,5-4 0,4-9 0,2-4 0,6-5 0,0-1 0,8-7 0,-4-7 0,1-5 0,1-4 0,-8-7 0,2 1 0,-6-3 0,-5-3 0,1 7 0,-7-1 0,0 2 0,-6-1 0,0 3 0,0 8 0,0 7 0,0 10 0,0 12 0,2 5 0,3 6 0,-1-10 0,8 4 0,-1-3 0,6 3 0,2-6 0,4 1 0,-4-8 0,4 1 0,-2-3 0,2-2 0,-4 0 0,4-2 0,-3-3 0,-3-7 0,0 1 0,0-7 0,0 11 0,1-10 0,-9 3 0,-1-3 0,-1 7 0,-5 3 0,6 7 0,-8 2 0,0 3 0,0-1 0,0 8 0,0-7 0,0 7 0,-8-8 0,6 3 0,-5-7 0,7 0 0,0 0 0,6-2 0,1-1 0,3-3 0,-5-7 0,7 1 0,-6 3 0,5-3 0,3-1 0,-5 5 0,3 2 0,-1 3 0,6-3 0,0 4 0,1-6 0,-1 8 0,0 6 0,0 0 0,0 1 0,1-1 0,-1-4 0,0 4 0,0 1 0,1-1 0,-1 0 0,0-6 0,0-8 0,0-1 0</inkml:trace>
  <inkml:trace contextRef="#ctx0" brushRef="#br0" timeOffset="24">23042 6258 8912,'0'-9'0,"0"1"0,0 8 0,-1 0 0,-5 0 0,2 2 0,-8 4 0,7 3 0,-5 8 0,3 3 0,3 3 0,-4-2 0,2 7 0,1 1 0,5 5 0,7-5 0,5 0 0,-5-8 0,16 3 0,-4-6 0</inkml:trace>
  <inkml:trace contextRef="#ctx0" brushRef="#br0" timeOffset="25">23318 6000 8912,'-27'-17'0,"4"2"0,4 3 0,9 7 0,5 10 0,3 7 0,2 11 0,0 6 0,0 11 0,0-2 0,0 8 0,5-8 0,3 2 0,2-4 0,3-1 0,2-1 0,3 0 0,-3-1 0,-4-4 0,5-6 0,-5-12 0,4 2 0,3-7 0,-1-2 0,0-10 0,0-5 0,-5-5 0,-1-1 0,-5-6 0,5 0 0,-5-1 0,6 1 0,-9 4 0,3-4 0,2 9 0,-2 3 0,-1 7 0,-5-4 0,6 10 0,0 4 0,-1 3 0,-5 9 0,0-7 0,0 1 0,2 1 0,4 2 0,-4-3 0,4-1 0,3-7 0,-7 4 0,6-8 0</inkml:trace>
  <inkml:trace contextRef="#ctx0" brushRef="#br0" timeOffset="26">23576 5897 8912,'-6'-11'0,"0"-1"0,1 7 0,5-7 0,0 8 0,0-1 0,0 10 0,0 7 0,0 3 0,2 8 0,3 0 0,-3 0 0,14 2 0,-7 1 0</inkml:trace>
  <inkml:trace contextRef="#ctx0" brushRef="#br0" timeOffset="27">23008 6499 8912,'0'-17'0,"0"0"0,0-1 0,0 1 0,13 0 0,5 0 0,18-6 0,4 0 0,10 2 0,7 2 0,6 0 0,12-4 0,-4-2-182,3-4 1,-11-3 0,-3 5-1</inkml:trace>
  <inkml:trace contextRef="#ctx0" brushRef="#br0" timeOffset="28">24075 5983 8912,'-2'-11'0,"-4"-1"0,2 3 0,-7-3 0,5 5 0,-5 7 0,-1 0 0,-5 0 0,0 7 0,-2 7 0,-2 5 0,-2 4 0,0 7 0,6-1 0,1 1 0,5-1 0,-3 2 0,9-8 0,-1 5 0,6-5 0,8-2 0,3-7 0,4-5 0,3-1 0,1 3 0,4-5 0,-2-2 0,7-10 0,-5 2 0,6-7 0,-2-3 0,1-9 0,-3 4 0,-7-4 0,-1-1 0,0 1 0,0 0 0,-2 4 0,-1 0 0,-3 1 0,-7-3 0,2 10 0,-4 1 0,-2-1 0,-8 7 0,-3-2 0,1 4 0,-1 4 0,-3 4 0,7-2 0,1 7 0,-4 1 0,8 5 0,-5 0 0,9-2 0,3-3 0,5-4 0,7-8 0,0 0 0,1 0 0,-1-8 0,0-4 0,0-3 0,0-2 0,1-6 0,-1 0 0,-2 0 0,-3-2 0,3 6 0,-4-4 0,-1 4 0,1 2 0,-7 6 0,2-1 0,4 8 0,-7-9 0,9 7 0,-6 2 0,3 10 0,1 6 0,-1 3 0,1 8 0,1 0 0,5 7 0,-5-1 0,4 5 0,3 6 0,-1-3 0,0 3 0,0 2 0,-2-2 0,-1 0 0,-3 2 0,-7-6 0,4 14 0,-8-6 0</inkml:trace>
  <inkml:trace contextRef="#ctx0" brushRef="#br0" timeOffset="29">8931 15543 8912,'-17'0'0,"0"0"0,0-2 0,-1-2 0,1-2 0,2-7 0,3 1 0,-1 3 0,7-3 0,1 1 0,5-6 0,0 5 0,0 1 0,0 7 0,0-4 0,0 8 0,2 0 0,3 0 0,-3 8 0,8 0 0,-6 5 0,1-2 0,1-7 0,-4 4 0,4-8 0,-4 2 0,3 3 0,-3-3 0,-2 6 0,0-16 0,0 5 0,0-9 0,0-1 0,0-3 0,-2 1 0,-3 4 0,1-3 0,-8 9 0,7-1 0,-7 6 0,8 2 0,-1 4 0,-3 3 0,2 8 0,0 0 0,6 1 0,0-1 0,0 0 0,0 0 0,2-7 0,4-5 0,2-5 0,3-5 0,4-5 0,-3-7 0,1-6 0,1 0 0,-5 2 0,-1 2 0,3 8 0,-5-1 0,0 1 0,-6-7 0,0 9 0,-8-1 0,-3 5 0,1 3 0,-1-4 0,-1 10 0,-3 3 0,2 3 0,1 3 0,1 3 0,-1 1 0,1 0 0,7 0 0,-4 0 0,8-7 0,2-2 0,4-8 0,2-14 0,5-5 0,-2-4 0,3-2 0,-5 1 0,3 1 0,-8 4 0,3-6 0,-7 8 0,0 7 0,-2 4 0,-3 12 0,1 9 0,-8 8 0,3 8 0,-3-3 0,5-3 0,7-2 0,2-6 0,3-5 0,7-5 0,11-7 0,3-15 0,17-19 0,1-20 0</inkml:trace>
  <inkml:trace contextRef="#ctx0" brushRef="#br0" timeOffset="30">17742 7926 8912,'0'-11'0,"0"-1"0,0 8 0,0-3 0,-6 14 0,1 7 0,-1 5 0,-2 4 0,4 5 0,-5-3 0,-1 0 0,1 0 0,5 4 0,-2-5 0,4 1 0,2 0 0,0-8 0,0-5 0,8-9 0,3 3 0,5-4 0,-5-11 0,1-9 0,-3 1 0,3-6 0,1-2 0,-7 3 0,0-1 0,-6 5 0,0 7 0,0-1 0,0-1 0,0 5 0,-6 3 0,0 10 0,-2 5 0,3 7 0,1 0 0,-8 1 0,9-1 0,-3 0 0,4 6 0,2 0 0,0-2 0,0-8 0,0-1 0,0-9 0,0 5 0,2-8 0,4 0 0,-3-2 0,7-4 0,-2-5 0,-5-4 0,7-2 0,-6-1 0,7 1 0,-7 6 0,2-1 0,-4 8 0,-10-3 0,0 14 0,-3 5 0,-2 3 0,7 2 0,0 1 0,6-1 0,0 0 0,2 0 0,4-2 0,5-3 0,6 1 0,6-7 0,-3 7 0,4-3 0</inkml:trace>
  <inkml:trace contextRef="#ctx0" brushRef="#br0" timeOffset="31">8931 15439 8912,'-11'0'0,"1"2"0,3 4 0,-7-4 0,12 6 0,-5-8 0,7 0 0,0 2 0,0 3 0,7-3 0,-5 6 0,6-8 0,-8 0 0,0 0 0,8 0 0,-7 0 0,7 0 0,0 0 0,-4 0 0,7 0 0,-1-2 0,3-4 0,-2-3 0,3-1 0,3-5 0,6 3 0,-2-5 0,8-6 0,-1 2 0,7-7 0,1-1 0,4-7 0,4-3 0,0-1 0,6-7 0,-4 1 0,2-2 0,-2 2 0,1-2 0,-7 8 0,1-6 0,-7 6 0,6 2 0,0 9 0,1-1 0,-7 7 0,2-6 0,4 4 0,4-1 0,0-5 0,4 4 0,-8-1 0,8-1 0,-2-5 0,2-8 0,-2-4 0,3-4 0,-3-1 0,-2-1-103,2 0 1,4 1 102,2-1 0,5 6 0,-7 2 0,5 2 0,1 4 0,3-2 0,-2 6 0,-7-5 0,-10 11 0,2-3 0,-2 3 0,0-5 0,-5 4 0,5-3 0,0-2 0,8-1 0,-2 1 0,9-6 0,5 0 0,-1-1 0,0-1 0,-2 0 0,-5-3 0,4-3 0,-5 8 0,-3 0 0,-14 5 0,7 1 0,-1-1 0,2 3 0,-2 3 0,-2-1 51,8 7 0,0-8 1,6 3-1,-1-5-51,1-1 0,-1-6 0,1-1 0,-2-6 0,-4 1 0,7-4-158,-7-1 1,10-7 157,-5 1 0,3 2 0,9 9 0,4-4 0,2 4 0,1 4 0,-12 2 0,-3 4 0,-7-1 0,-2-1 0,2-2 0,-6 0 0,-2 6 0,-2-3 0,2-3 0,-2-2 0,8-4 0,4 4 0,5 0 0,-1 6 0,3-4 0,3-2 0,-3 2 0,0 0 0,-5 5 0,-6-5 0,0-2 0,0 0 0,-2 0 0,5 2 0,-3 6 0,0-7 0,6 1 0,-4-2 0,9 2 0,-4 4 0,-1-4 0,-2 3 0,-4 3 0,-4 2 0,-8 3 0,1-2 0,-1 8 0,-5-7 0,-1 1 0,1 2 0,6 1 0,-1-1 0,0 0 0,6 4 157,1-5 1,5-1-158,-6-5 0,6 5 0,-6 0 0,6 1 0,-6-7 0,0 3 0,-6 3 0,1-3 0,-1 3 0,1 2 0,-1-1 0,0 5 0,1-6 0,-1 6 0,1-4 0,1 1 0,4-1 0,-2 0 0,8-2 0,-6-3 0,6 3 0,-2-3 0,2-3 0,-4 3 0,-7 3 0,-3-1 0,-3 7 0,-2 0 0,-4 6 0,-6 0 0,0-1 0,0 1 0,-5 0 0,1 0 0,0 0 0,-1-1 0,1 1 0,8 0 0,2 0 0,2-6 0,-2 0 0,4-6 0,7 6 0,6-5 0,1 5 0,6-8 0,-1 3 0,-4 1 0,-1-2 0,-7 8 0,-5-2 0,-3 4 0,-3 2 0,-9 0 0,1 0 0,-4 1 0,-1 5 0,-4-4 0,5 3 0,-1-3 0,1-2 0,6-3 0,1-2 0,1 1 0,9-8 0,-5 2 0,6-2 0,-2-1 0,2 7 0,3-6 0,-3 6 0,1-5 0,-1 5 0,2 0 0,-8 6 0,-2 1 0,-2 5 0,-8-2 0,1 7 0,-9-7 0,13 3 0,-7-7 0,7 0 0,-5-1 0,4 3 0,-3 4 0,3-5 0,2 5 0,3-6 0,1-4 0,1-2 0,0 2 0,-3 0 0,-2-2 0,0 4 0,0-4 0,0 4 0,1 1 0,-1 1 0,-6 2 0,1 4 0,-8-5 0,3 7 0,1-1 0,-6 3 0,6 7 0,-8-8 0,5 4 0,1-7 0,5 5 0,-5-6 0,6 7 0,-5-7 0,3 1 0,3 1 0,-3-3 0,1 7 0,-5-5 0,6 5 0,-9-2 0,3 3 0,4 3 0,-8-6 0,5 8 0,-7 0 0,0 0 0,-7 0 0,5 8 0,-12-5 0,7 9 0,-3 1 0,-3 3 0,-3 1 0,-1 8 0,0 1 0</inkml:trace>
  <inkml:trace contextRef="#ctx0" brushRef="#br0" timeOffset="32">16882 9147 8912,'0'-12'0,"0"1"0,0-1 0,0 1 0,-2-1 0,-4-1 0,4 4 0,-4-3 0,5 1 0,1-7 0,-2 1 0,-4 0 0,4 6 0,-4-1 0,4 8 0,2-3 0,0 20 0,0 6 0,0 6 0,0 6 0,0 1 0,0 2 0,0 1 0,0-1 0,2-1 0,4-5 0,-2 3 0,7-8 0,-7 5 0,2-5 0,1-5 0,-1-7 0,8-7 0,-11 3 0,7-8 0,-2-5 0,-1-9 0,-1-8 0,-4-8 0,4 2 0,-4-9 0,-2-2 0,0 2 0,0 2 0,0-5 0,0 1 0,-2 0 0,-2 8 0,-2 3 0,2 6 0,-3 4 0,1 2 0,0 5 0,6 1 0,-6 9 0,1 2 0,-3 10 0,2 12 0,4 11 0,-3 7 0,3 2 0,2-2 0,0-2 0,0 8 0,0-8 0,0 3 0,5-11 0,1-1 0,6-8 0,-7 2 0,7-4 0,-4-4 0,1-3 0,-3-5 0,5-7 0,-5 0 0,5 0 0,-7-9 0,2-8 0,-2-1 0,2-5 0,-4-3 0,3-3 0,-3-3 0,-2-3 0,0 1 0,0-1 0,0 1 0,0 2 0,-2 1 0,-3 2 0,3 3 0,-4-3 0,-2 4 0,2 8 0,-7 7 0,9 12 0,-7 15 0,7 14 0,-2 9 0,-1 8 0,1-2 0,0-2 0,6 0 0,0-2 0,0-4 0,0-2 0,0-2 0,6-5 0,0 0 0,7-8 0,-3 4 0,7-16 0,-2-3 0,-2-12 0,-3-5 0,-2-5 0,3-6 0,-5-1 0,5-8 0,-5 2 0,-2-3 0,-2-2 0,-2-1 0,0 1 0,0-1 0,0 1 0,-2 0 0,-4-1 0,-2 7 0,-3-1 0,-4 8 0,3-2 0,3 11 0,-3 7 0,6 5 0,-5 5 0,5 7 0,-5 11 0,7 9 0,-2 8 0,4-1 0,2-3 0,2-2 0,4 1 0,-2-3 0,7-3 0,1-4 0,5-8 0,0-6 0,0 1 0,-5-6 0,-1 5 0,1-7 0,5 3 0,-7-14 0,-3-3 0,-7-7 0,-2 0 0,-3 0 0,-13-8 0,-8-2 0</inkml:trace>
  <inkml:trace contextRef="#ctx0" brushRef="#br0" timeOffset="33">17415 9044 8912,'0'-23'0,"0"-2"0,0 0 0,0 0 0,0 4 0,0 12 0,0 11 0,0 13 0,-2 13 0,-2 16 0,-1 10 0,1 5 0,-4 4 0,2 4 0,3-4 0,1-6 0,2 1 0,0-3 0,2-3 0,3-3 0,-1-3 0,8-11 0,-1-9 0,6-5 0,1-7 0,-1-9 0,8-10 0,-6-13 0,6-8 0</inkml:trace>
  <inkml:trace contextRef="#ctx0" brushRef="#br0" timeOffset="34">17656 9336 8912,'-17'15'0,"2"-1"0,3-3 0,-1 0 0,7 7 0,-5 5 0,5-1 0,0 3 0,6-2 0,0 6 0,0 3 0,8-3 0,3 0 0,4-8 0,3 2 0,-1-6 0,0-6 0,6 3 0,0-9 0,0-1 0,-8-10 0,-1-5 0,-3-4 0,-1-4 0,1-4 0,-3 2 0,-8-8 0,0 6 0,0-6 0,-8 8 0,-3-1 0,1 2 0,-1 3 0,-1 0 0,-5 0 0,5 5 0,1 1 0,0 7 0,-1-5 0,1 3 0,7 4 0,-4-13 0,8 5 0</inkml:trace>
  <inkml:trace contextRef="#ctx0" brushRef="#br0" timeOffset="35">17914 9336 8912,'8'27'0,"-6"-3"0,13-6 0,-13-1 0,4 0 0,1-6 0,-1 1 0,6-6 0,-7 5 0,9-5 0,-3 5 0,-1-1 0,1 1 0,-5 3 0,5-9 0,1 9 0,-1-12 0,1 3 0,-8-1 0,1 2 0,-3-4 0,4 4 0,0-12 0,0-6 0,-6-9 0,0-1 0,0-1 0,0 5 0,1 1 0,3 0 0,2 0 0,-2 0 0,3 5 0,-1 1 0,2 1 0,-2-1 0,-3 3 0,9 8 0,-6 0 0,5 0 0,-5 2 0,5 4 0,-5-2 0,6 7 0,-1 0 0,6 7 0,0-1 0,1 0 0,-7-7 0,1-3 0,1-1 0,2 0 0,8-1 0,0-5 0,0-5 0,-6-1 0,0-7 0,1 1 0,-1-9 0,0-2 0,-2-5 0,-3 5 0,1-2 0,-7 2 0,0 4 0,-6-4 0,0 9 0,0 3 0,-8 7 0,-3-2 0,-5 5 0,-1 1 0,0 0 0,5 7 0,1 5 0,7 3 0,-2 2 0,-1 0 0,1 0 0,0 1 0,6-1 0,0 0 0,0 0 0,0-5 0,0-1 0,2-1 0,4 1 0,-2 3 0,7-9 0,1 1 0,5-6 0,0 0 0,0 0 0,1-8 0,-1-3 0,6-2 0,0 1 0,0-3 0,-6 3 0,0 5 0,0-1 0,0 0 0,-7 7 0,3-5 0,-7 12 0,0-3 0,-6 9 0,0-1 0,0 6 0,0 1 0,0-1 0,0-8 0,0 7 0,0-7 0</inkml:trace>
  <inkml:trace contextRef="#ctx0" brushRef="#br0" timeOffset="36">18809 9164 8912,'-8'-10'0,"7"-5"0,-5 13 0,12-4 0,3 6 0,8 6 0,0 6 0,1 3 0,-1 4 0,0 4 0,0-2 0,1 6 0,-3-2 0,-4-4 0,5 3 0,-5-1 0,-3 0 0,-3-6 0,-1-5 0,2-1 0,-4-7 0,6 4 0,-7-22 0,5-3 0,-2-11 0,8-1 0,-7-2 0,7 3 0,-8-5 0,1 5 0,3 1 0,-2-2 0,7 8 0,-3-4 0,7 8 0</inkml:trace>
  <inkml:trace contextRef="#ctx0" brushRef="#br0" timeOffset="37">19291 9301 8912,'-17'0'0,"0"0"0,-1 0 0,1 0 0,6 2 0,-1 4 0,1-2 0,-7 7 0,1 3 0,6 1 0,-1 2 0,8-5 0,-1-1 0,3 1 0,2 5 0,7-8 0,3-1 0,7-8 0,0-2 0,1-4 0,-1 3 0,0-9 0,0 6 0,1-5 0,-1 7 0,0-4 0,0 1 0,-5 5 0,-1-4 0,1 4 0,5 2 0,-6 0 0,1 0 0,-8 0 0,11 0 0,-6-7 0,9-3 0</inkml:trace>
  <inkml:trace contextRef="#ctx0" brushRef="#br0" timeOffset="38">19566 8958 8912,'-23'-8'0,"0"-3"0,2 1 0,10-1 0,3 7 0,8-2 0,0 14 0,0 9 0,0 10 0,2 1 0,4 7 0,-2-5 0,7 10 0,-5-3 0,5-3 0,-5 0 0,6 1 0,-3-1 0,3 0 0,1-7 0,-7-4 0,5-4 0,-5-2 0,2-7 0,-3-4 0,7-4 0,-3-10 0,3-3 0,-1-7 0,7-5 0,-3 2 0,-2-7 0,-1-3 0,1-1 0,2-3 0,3 1 0,-7 7 0,1 4 0,-9 4 0,5 2 0,0 0 0,-6 7 0,5 5 0,-7 10 0,0 7 0,0 3 0,0 8 0,0 0 0,0 0 0,0-6 0,0 0 0,0 0 0,2-5 0,4-1 0,-2-7 0,7 2 0,-5-4 0,5-2 0,-5 0 0,6 0 0,-1-8 0,6-3 0,0-5 0,-5-1 0,-1 0 0,-5 2 0,6 3 0,-1-1 0,4 5 0,-3-1 0,3 5 0,-5-4 0,7 10 0,0 2 0,0 2 0,-5 1 0,-1-1 0,6-4 0,6 4 0,0-4 0,-5-2 0,-1 0 0,0 0 0,-6-8 0,1-4 0,-8-3 0,1-2 0,-3 0 0,-2 0 0,-2-1 0,-3 3 0,-7 2 0,-3 1 0,-2 8 0,0-1 0,-1 3 0,1 6 0,0 7 0,0 12 0,0 8 0,-1 3 0,3 6 0,4 0 0,3 8 0,8-2 0,0-2 0,0 2 0,13-8 0,4 2 0,14-6 0,3-5 0,3-6 0,9-12 0,-8-3 0,2-8 0,-4-15 0,-1-4 0</inkml:trace>
  <inkml:trace contextRef="#ctx0" brushRef="#br0" timeOffset="39">21046 8923 8912,'-28'-5'0,"1"-1"0,2 0 0,4 0 0,0 2 0,-2 6 0,-6 8 0,-3 7 0,-3 6 0,3 8 0,3 7 0,-1 0 0,7 8 0,5-2 0,7 2 0,7 1 0,-2-6 0,6-3 0,8-10 0,7-7 0,6-7 0,8-7 0,-6-7 0,13 0 0,-1 0 0,3-13 0,-4-4 0,6-6 0,1 0 0,-1-2 0,-6-3 0,1-5 0,-3 4 0,-3-1 0,-6 1 0,-4-1 0,-2 7 0,-2 0 0,-3 6 0,-4-1 0,-16 9 0,-4 3 0,-5 8 0,-6 9 0,4 3 0,-4 15 0,10-7 0,1 7 0,8 0 0,-1 5 0,3-7 0,2-4 0,0 2 0,0-2 0,7-2 0,5-10 0,3-5 0,2-4 0,6-2 0,0 0 0,0-8 0,-5-3 0,-1-5 0,0-1 0,-8-2 0,-3-2 0,-4-2 0,-2 2 0,0 2 0,0 2 0,-8 1 0,-3 5 0,-4 1 0,-2 5 0,-1 3 0,1-4 0,8 4 0,-7 10 0,7 1 0</inkml:trace>
  <inkml:trace contextRef="#ctx0" brushRef="#br0" timeOffset="40">21390 9095 8912,'-7'-9'0,"5"-7"0,-6 14 0,8-5 0,2 7 0,2 2 0,2 3 0,-1 5 0,-5 7 0,0 6 0,0 2 0,0 2 0,0 3 0,0-5 0,0-2 0,-5 2 0,-1-2 0,-6-6 0,7-6 0,-9 1 0,12-3 0,-5-5 0,7-13 0,0-8 0,7-12 0,5 0 0,-3-3 0,3-3 0,-3 1 0,3 0 0,1-1 0,-7 1 0,2 7 0,-3 4 0,-3 4 0,14 2 0,-7 7 0,8 10 0,-1 12 0,-3 3 0,-1 2 0,-3 0 0,3 1 0,3-1 0,-4 0 0,-1 0 0,1 0 0,-5-5 0,6-1 0,-1-7 0,6 2 0,1-4 0,-1-2 0,0-2 0,0-4 0,0 2 0,1-7 0,-1-3 0,0-1 0,-2-2 0,-3 0 0,1 0 0,-7-1 0,5 1 0,-5 0 0,2 0 0,-4 0 0,3 1 0,3 5 0,-5-6 0,7-1 0,-6 1 0,5-6 0,1-1 0,5 1 0,-2 0 0,-3 6 0,1-1 0,-7 1 0,7 0 0,-11 7 0,6 10 0,-8 16 0,0 10 0,0 11 0,0 14 0,0 8 0,0 6 0,0 6 0,0 4 0,5 5 0,1-6 0,6 7-148,-7-7 0,7 1 148,-6-7 0,-1-6 0,-5-5 0,-2-6 0,-3-5 0,1-13 0,-8-16 0,1-2 0,-6-9 0,1-4 0,5-14 0,-4-14 0,5-18 0</inkml:trace>
  <inkml:trace contextRef="#ctx0" brushRef="#br0" timeOffset="41">21855 8717 8912,'17'-10'0,"8"-5"0,4 4 0,3 3 0,3 2 0,5-1 0,0 1 0,0 4 0,2 6 0,-7 5 0,-1 9 0,-1 4 0,-11 1 0,-6 8 0,-10-2 0,-6 3 0,-6 2 0,-11 7 0,-12-1 0,-11 6 0,-6-4 0,-2 0 0,2 0 0,-2-2 0,8-6 0,8-1 0,9-5 0,11-11 0,5-9 0,7-8 0</inkml:trace>
  <inkml:trace contextRef="#ctx0" brushRef="#br0" timeOffset="42">22268 8889 8912,'-15'-8'0,"3"-3"0,3 3 0,3 2 0,4 4 0,-6 10 0,8 4 0,0 10 0,0 7 0,0-4 0,2 0 0,2-2 0,2 0 0,0 0 0,-6-6 0,2 0 0,3 0 0,-3-7 0,13-3 0,-5-7 0,7-7 0,-1-7 0,-3-7 0,-2-7 0,1-5 0,5-1 0,0-1 0,0 1 0,-5 2 0,-1 3 0,-1-2 0,1 8 0,-1 6 0,-4 6 0,-4 5 0,3-5 0,5 7 0,0-2 0,7 12 0,0 5 0,0 5 0,0 1 0,2 0 0,4 0 0,-7 2 0,7 4 0,-14-4 0,7 4 0,-5-4 0,-1-2 0,-7 1 0,3-1 0,-4 0 0,-2 0 0,-6-5 0,1-1 0,-1-7 0,0 2 0,0-12 0,3-6 0,1-5 0,2-6 0,5 4 0,1-4 0,7 4 0,-1 2 0,3 0 0,2 0 0,-5-1 0,-1 1 0,1 6 0,5-1 0,0 9 0,2-5 0,2 2 0,2 0 0,0 1 0,-5 5 0,-1 0 0,0 0 0,0 0 0,0 0 0,1 0 0,-7 0 0,1 0 0,-9-8 0,13 6 0,-9-7 0,5 3 0,-5 4 0,-14-6 0,-3 8 0,-7 0 0,6 0 0,-1 0 0,2 2 0,-3 2 0,4 4 0,1 1 0,-5 3 0,11 5 0,-4 0 0,4 0 0,15-1 0,5-5 0,18-3 0,4-8 0,15 0 0,9 0 0,6-10 0,-1-5 0,-8-6 0,-5 0 0,-14-4 0,-8 2 0,-15 0 0,-13 6 0,-8 7 0,-9 5 0,-10 3 0,-19 2 0,1 4 0,-7 7 0,6 0 0,-6 12 0,10 4 0,0 0 0,7 2 0,4-1 0,4-7 0,10 2 0,3-4 0,8-2 0,15-7 0,8-4 0,10-8 0,7-10 0,-2-1 0,8-16 0,-2-1 0,2-10 0,-6 1 0,-11-6 0,-4 4 0,-6-4 0,0-3 0,-2-2 0,-4-1 0,-13-1 0,0 0 0,0 1 0,0-6 0,0-1 0,-1 9 0,-5 8 0,4 13 0,-8 11 0,5 11 0,3 21 0,-4 14 0,4 17 0,2 15 0,-6 4 0,1 15 0,-3 0-188,2 6 1,4-7 187,-3-5 0,1 8 0,-2-2 0,4-5 0,-4-12 0,4-10-133,2-1 133,0 0 0,6-16 0,0 4 0,-2-4 0,-2-1 0</inkml:trace>
  <inkml:trace contextRef="#ctx0" brushRef="#br0" timeOffset="43">24436 7978 8912,'-15'2'0,"4"5"0,5 12 0,4 14 0,2 11 0,0 15 0,2 12 0,4 13 0,3 7 0,-1-41 0,1 0 0,7 43 0,-5-5 0,4-6 0,-5-13 0,0-2 0,-5-4 0,-3 0 0,-2-11 0,-4-10 0,-7-10 0,-8-7 0,-16-8 0</inkml:trace>
  <inkml:trace contextRef="#ctx0" brushRef="#br0" timeOffset="44">24213 8769 8912,'-10'-18'0,"4"1"0,4 0 0,2 0 0,2 1 0,4 5 0,9-4 0,8 3 0,14-1 0,-1-1 0,4 5 0,2 1 0,6-5 0,-2 1 0,9 3 0,3-3 0,5 1 0,-6-6 0,-1 5 0,-11 1 0,-4 7 0,-13-2 0,-7 6 0,-7 6 0,-14 11 0,-12 12 0,-3 5 0,-2 6 0,-6 4 0,0 8 0,0-2 0,6-5 0,7 5 0,4-4 0,-1-4 0,1-2 0,8-11 0,9-6 0,7-6 0,5-6 0,3-7 0,9-15 0,-1-14 0,1-11 0,-1-8 0,0-8 0,-7 0 0,-4 1 0,-6 5 0,-5 0 0,-5 10 0,-7 2 0,-15 1 0,-8 10 0,-9 2 0,-8 10 0,-4 3 0,-8 8 0,2 2 0,4 4 0,6 5 0,4 4 0,9 1 0,4-5 0,12 4 0,3-5 0</inkml:trace>
  <inkml:trace contextRef="#ctx0" brushRef="#br0" timeOffset="45">25830 7926 8912,'10'0'0,"-4"0"0,-12 0 0,2 8 0,-6 3 0,1 6 0,-1 6 0,1 14 0,-5 14 0,5 12 0,1 10 0,2-1 0,8 5 0,4-5 0,6-5 0,3-17 0,4-4 0,4-10 0,6-7 0,1-6 0,-1-12 0,5-5 0,-1-12 0,7-5 0,4-5 0,-6-7 0,2 0 0,-3-1 0,-3 1 0,-1 4 0,-5-4 0,-5 4 0,-4 1 0,-2 7 0,1-1 0,-1-7 0,0-7 0</inkml:trace>
  <inkml:trace contextRef="#ctx0" brushRef="#br0" timeOffset="46">26708 7634 8912,'-17'-6'0,"-1"0"0,1 2 0,0 3 0,6 2 0,-1 5 0,1 6 0,-7 11 0,1 11 0,2 14 0,2 9 0,1 12 0,8 2 0,-2 9 0,5 0-206,1 6 1,9-8 205,8-3 0,2-16 0,10-13 0,6-14 0,5-20 0,0-5 0,2-14 0,2-3 0</inkml:trace>
  <inkml:trace contextRef="#ctx0" brushRef="#br0" timeOffset="47">27052 7823 8912,'-34'17'0,"1"8"0,4 4 0,5 3 0,8 4 0,5 4 0,5 6 0,6 8 0,6-3 0,11 1 0,12-18 0,3 3 0,3-14 0,-1-2 0,0-10 0,5-3 0,-5-8 0,4-10 0,-11-7 0,0-10 0,-4-5 0,-4-8 0,-2-1 0,-2-4 0,-3 5 0,-4-6 0,-8 6 0,-2-1 0,-4 7 0,-6 0 0,-10-1 0,0 3 0,-6 3 0,5 4 0,-6 8 0,2 8 0,-1 3 0,-3-2 0,8 2 0,-7 1 0,3 5 0</inkml:trace>
  <inkml:trace contextRef="#ctx0" brushRef="#br0" timeOffset="48">26794 8150 8912,'-35'26'0,"9"-7"0,3-7 0,11-8 0,5 3 0,22-7 0,8-2 0,11-5 0,12-10 0,0-8 0,11-10 0,3-1 0,-3-4 0,6 4-105,-5-4 1,-3-4 104,-9-2 0,4-12 0,-6-3 0</inkml:trace>
  <inkml:trace contextRef="#ctx0" brushRef="#br0" timeOffset="49">27138 7152 8912,'-32'16'0,"5"-3"0,10-2 0,9 3 0,14 9 0,11 4 0,12 7 0,13 14 0,9 5 0,10 8 0,6 10 0,-33-34 0,-1 2 0,-1 4 0,-1 0 0,0 4 0,-2 0-222,-2 1 0,-3 1 0,-3 6 0,-3 1 222,1 4 0,-4 1 0,-7 2 0,-5 2 0,-1 3 0,-4 1 0,-4 2 0,-5-1-374,-7 5 1,-4-1-1,-3 5 1,-2 1 373,-3 8 0,-3 2 0,-4-2 0,-2 1 0,11-26 0,-1 0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30.2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929 7892 8912,'-2'-12'0,"-1"1"0,-5-1 0,-2 3 0,5-5 0,-5 7 0,2-3 0,3 6 0,5-1 0,0 10 0,0 7 0,0 9 0,0 6 0,0 5 0,2 1 0,3 12 0,-3 1 0,4 6 0,-2-1 0,1 1 0,-3 0 0,4-1 0,-4-5 0,-2 0 0,0-10 0,0-2 0,0-9 0,0-6 0,0-9 0,0-6 0,0-16 0,-2-9 0,-4-19 0,4 0 0,-3-12 0,-3 5 0,2-11 0,-1 5 0,1 1 0,4 3 0,-4 3 0,4 0 0,2 12 0,0-5 0,8 22 0,4 0 0,10 9 0,7 14 0,4 6 0,1 10 0,2 7 0,5 4 0,-5 7 0,4 0 0,-4 0 0,-1-6 0,-8-1 0,-4-5 0,1 3 0,-1-8 0,-5 0 0,-7-6 0,-7-5 0,2-1 0,-5-7 0,-1 3 0,0-7 0,0-9 0,0-8 0,0-10 0,0-2 0,0-3 0,0-4 0,0-1 0,0 1 0,0 2 0,0 1 0,0 4 0,0 3 0,0 3 0,0 9 0,0-3 0,8 11 0,2-1 0,7 14 0,0 5 0,-5 3 0,-1 2 0,1 6 0,5 0 0,-6 0 0,-1-6 0,-1-1 0,1-5 0,-1 4 0,3-3 0,3-4 0,-5-1 0,7-7 0,-6 0 0,1 0 0,-6-2 0,5-3 0,-7-5 0,2-7 0,3 0 0,-7-1 0,4 1 0,-4 6 0,-2-1 0,7 8 0,-3-3 0,8 7 0,-6 7 0,3 5 0,1 3 0,-1 2 0,3 2 0,5 4 0,0-3 0,0 2 0,0-2 0,1-3 0,-1-8 0,0-3 0,0-4 0,1-2 0,-3-4 0,-4-7 0,-3-1 0,-8-13 0,0 1 0,0-5 0,-8-2 0,-3 3 0,-4-3 0,-3 8 0,-5 0 0,0 6 0,-1 0 0,1 0 0,9 7 0,-3 4 0,9 4 0,-3 2 0,7 0 0,-2 6 0,12 2 0,6 1 0,11-3 0,5 6 0,12-9 0,4 5 0</inkml:trace>
  <inkml:trace contextRef="#ctx0" brushRef="#br0" timeOffset="1">2340 7806 8912,'-17'0'0,"0"0"0,0-6 0,0 0 0,-6 2 0,0 10 0,-6 6 0,6 11 0,0-2 0,6 7 0,0 1 0,-1 5 0,9 1 0,3-1 0,4 0 0,2 1 0,0-8 0,0-5 0,8-2 0,1-5 0,9-4 0,-1-7 0,0-15 0,2-3 0,4-14 0,-4-1 0,4-5 0,-4-3 0,-1-3 0,-1-6 0,0-3 0,0 3 0,0 0 0,-5 0 0,-1-5 0,-7-7 0,2 1 0,2 7 0,-3 10 0,1 11 0,-6 7 0,-2 4 0,-4 7 0,-5 5 0,1 18 0,-1 5 0,7 13 0,-2 5 0,4 1 0,2 10 0,0-6 0,0 6 0,0-2 0,0 2 0,2-4 0,4-8 0,4-1 0,7-3 0,0-3 0,0-2 0,6-8 0,0-6 0,8-7 0,-3 2 0,5-8 0,1-9 0,-5-1 0,0-11 0,-6-2 0,3 0 0,-3 1 0,-7-1 0,-7 2 0,-9 6 0,0-1 0,0 1 0,-7 0 0,-5 0 0,-3 7 0,-2 5 0,-6 3 0,0 2 0,0 0 0,6 2 0,-1 3 0,3 7 0,4 11 0,3-4 0,8 4 0,0-2 0,0 2 0,8-4 0,3 4 0,4-6 0,4-6 0,4-5 0,6-4 0,-2-2 0,1 0 0,1-2 0,6-4 0,-3-9 0,-3-8 0,-2-9 0,-5-3 0,-4 1 0,1-8 0,-8 2 0,-3 0 0,0-8 0,-3 2 0,-3-2 0,4 2 0,-12-1 0,-5 7 0,1-6 0,-1 6 0,-1 3 0,-5 14 0,6 2 0,-1 16 0,8 3 0,-1 13 0,3 8 0,2 16 0,0 9 0,0 7 0,0 3 0,0 9 0,0-6 0,2 4 0,3-2 0,7-3 0,-3-3 0,3-1 0,-3-10 0,3-8 0,3-1 0,-3-10 0,3 0 0,2-14 0,0-5 0,1-8 0,-1-7 0,0-12 0,0-6 0,0 2 0,1-1 0,-1-3 0,0-9 0,-6 6 0,-1-3 0,-2 9 0,-5 3 0,5-4 0,-2 6 0,0 0 0,-6 14 0,0 1 0,0 23 0,0 6 0,0 4 0,2 2 0,3-4 0,-1-6 0,8 0 0,-7 1 0,7-7 0,-1-1 0,6 1 0,1-7 0,1 2 0,2-5 0,2-1 0,0-1 0,-6-5 0,0-4 0,0-7 0,1 0 0,-1 0 0,-6 0 0,1-1 0,-1 3 0,6 4 0,-5-3 0,-3 7 0,1-1 0,0 0 0,-7 3 0,13 5 0,-13 0 0,9 0 0,-8 7 0,1 5 0,3-3 0,-2 3 0,5-7 0,-5 7 0,2-3 0,-4 5 0,1-3 0,9 1 0,-10-1 0,7 1 0,-7-9 0,3 13 0,-7-14 0,-1 5 0,-5-7 0,-4 0 0,-7 0 0</inkml:trace>
  <inkml:trace contextRef="#ctx0" brushRef="#br0" timeOffset="2">3201 7221 8912,'-17'-15'0,"1"1"0,5 3 0,-4 7 0,13-3 0,2 7 0,11 0 0,12 1 0,4 3 0,0 2 0,3 5 0,-7-5 0,8 8 0,-5-5 0</inkml:trace>
  <inkml:trace contextRef="#ctx0" brushRef="#br0" timeOffset="3">1772 8493 8912,'-28'0'0,"-1"0"0,0 0 0,1 2 0,1 4 0,2 6 0,-4 5 0,8 8 0,4 7 0,4 6 0,3 10 0,-1-2 0,5 4 0,4 1 0,2 1 0,0-1 0,2-1 0,4-4 0,3-6 0,9-11 0,-1-5 0,2-8 0,2-5 0,2-5 0,7-6 0,-1-6 0,4-3 0,1-12 0,0-8 0,1-7 0,-1-16 0</inkml:trace>
  <inkml:trace contextRef="#ctx0" brushRef="#br0" timeOffset="4">1962 8373 8912,'-2'-9'0,"-4"3"0,4 4 0,-5 4 0,7 4 0,0 5 0,0 12 0,0 6 0,0 3 0,1 8 0,5 0 0,-2 6 0,8-6 0,-3 6 0,4-4 0,-3 0 0,-2 0 0,3-2 0,-5-5 0,5-9 0,-5-3 0,0-4 0,1-9 0,-3-4 0,6-14 0,-1-9 0,1-10 0,0-5 0,1-3 0,-1-1 0,-5-4 0,-1 4 0,8-5 0,-9-1 0,5 4 0,-2 6 0,0 7 0,-1-2 0,-5 8 0,0-4 0,8 12 0,-6 7 0,4 15 0,1 1 0,-1 11 0,2 2 0,-3-1 0,5 3 0,-1 4 0,5-5 0,-8 3 0,7-8 0,-2 2 0,3-4 0,-1-2 0,-1-1 0,1-5 0,-3-3 0,1-8 0,1 0 0,5 0 0,-6-2 0,1-4 0,-3 0 0,3-11 0,1 4 0,-7-12 0,0 2 0,1 0 0,-5 0 0,4 6 0,-4 0 0,-2 0 0,0 5 0,0 1 0,2 7 0,3-2 0,-3 4 0,12 10 0,-7 3 0,3 5 0,1 1 0,7-2 0,-1-3 0,-6 1 0,1-7 0,-1-1 0,7-5 0,-7 0 0,0 0 0,-5-5 0,6-1 0,-9-7 0,3 1 0,-4-3 0,-2-2 0,-8-1 0,-3 1 0,-4 2 0,-2 3 0,-6-3 0,0 4 0,0 3 0,5 2 0,-4 4 0,-1 2 0,0 0 0,5 0 0,1 8 0,0 2 0</inkml:trace>
  <inkml:trace contextRef="#ctx0" brushRef="#br0" timeOffset="5">2857 8459 8912,'0'11'0,"0"1"0,0 1 0,0 3 0,0 1 0,0 0 0,0 0 0,0 0 0,0 2 0,0 4 0,0-3 0,0 2 0,0-1 0,0 0 0,0 2 0,0-7 0,-8-9 0,-2-7 0</inkml:trace>
  <inkml:trace contextRef="#ctx0" brushRef="#br0" timeOffset="6">2702 8373 8912,'-8'-17'0,"0"0"0,-3-1 0,3 1 0,1 0 0,5 8 0,2 1 0,13 8 0,8 0 0,0 0 0,8 0 0,-8 0 0,11 8 0,-5 1 0</inkml:trace>
  <inkml:trace contextRef="#ctx0" brushRef="#br0" timeOffset="7">3012 8270 8912,'-12'-2'0,"1"-2"0,-3-2 0,-1 1 0,-2 7 0,-1 3 0,3 11 0,2 10 0,1 5 0,-1 5 0,3 10 0,-1 0 0,7-2 0,-2 2 0,4-2 0,4 2 0,4-6 0,6-4 0,5-9 0,6-4 0,-2-12 0,7-5 0,-5-4 0,6-2 0,-2-14 0,3-5 0,-3-6 0,-2-5 0,6 3 0,-3-2 0,-3 1 0,-2-7 0,-6 1 0,-5 0 0,1-1 0,-7 1 0,0 5 0,-6 1 0,-8 7 0,-3-2 0,-5 9 0,-1 5 0,0 1 0,0 4 0,-1 10 0,1 5 0,2 7 0,3 5 0,-1-2 0,7 7 0,-5-1 0,5 2 0,0 1 0,6-7 0,2 6 0,4-6 0,4 0 0,7-6 0,2-2 0,4-3 0,4-5 0,7-7 0,2-2 0,5-3 0,-5-5 0,14-23 0,-6-3 0</inkml:trace>
  <inkml:trace contextRef="#ctx0" brushRef="#br0" timeOffset="8">3786 7960 8912,'-17'0'0,"-1"0"0,9 2 0,3 4 0,4-4 0,2 8 0,0-5 0,0 7 0,0-5 0,8 1 0,1-8 0</inkml:trace>
  <inkml:trace contextRef="#ctx0" brushRef="#br0" timeOffset="9">3734 8339 8912,'-17'0'0,"0"0"0,5 0 0,1 0 0,7 0 0,-4 0 0,16-8 0,2-2 0</inkml:trace>
  <inkml:trace contextRef="#ctx0" brushRef="#br0" timeOffset="10">30012 7307 8912,'-17'0'0,"5"0"0,1 0 0,7-2 0,0-4 0,10-3 0,11-1 0,2 1 0,10 3 0,0 2 0,3-5 0,-1 1 0,-3 4 0,-1 0 0,4 1 0,-5-3 0,-1 2 0,-2 2 0,-6 2 0,-7 8 0,-2 1 0</inkml:trace>
  <inkml:trace contextRef="#ctx0" brushRef="#br0" timeOffset="11">30115 7685 8912,'19'-7'0,"4"-5"0,6-3 0,3-2 0,10-8 0,4-4 0,4-11 0,2-4 0</inkml:trace>
  <inkml:trace contextRef="#ctx0" brushRef="#br0" timeOffset="12">30872 6671 8912,'-9'-2'0,"3"-4"0,6 4 0,6-3 0,1 5 0,7 5 0,-3 7 0,3 3 0,1 2 0,2 2 0,0 2 0,1 2 0,-3 6 0,-2-4 0,-3 2 0,-2 3 0,-3-3 0,-5 0 0,0-1 0,0 1 0,-7-4 0,-5 6 0,-11-10 0,-6 0 0,-3-8 0,-2-3 0,-7-2 0,1-6 0,0-2 0,6-4 0,1-11 0,5-12 0,5-5 0,11-4 0,6-4 0,4-2 0,18 4 0,7-6 0,9 2 0,8-2 0,4 4 0,8 8 0,7-1 0,4 1 0,2 7 0,-2 6 0,-5 8 0,-5 7 0,-1 4 0,0 2 0,-10 8 0,-8 3 0,-7 4 0,-18 3 0,-1-1 0</inkml:trace>
  <inkml:trace contextRef="#ctx0" brushRef="#br0" timeOffset="13">31853 5983 8912,'-7'-34'0,"-3"7"0,-7 4 0,0 6 0,-1 6 0,-1 3 0,-2 8 0,-4 0 0,-1 0 0,-1 15 0,-4 10 0,3 11 0,-3 10 0,-2 13 0,-1 10 0,7 8 0,4 8 0,4 5 0,10-41 0,1 0 0,-2 44-245,7-38 1,1-1 0,1-4 0,2 0 244,0 1 0,3 1 0,14 43 0,10-9 0,5-17 58,1-12 1,1-11 0,-3-13 0,-1-5-59,-3-5 0,-1-11 0,2-7 0,-4-3 0,-8-2 0,0 0 0</inkml:trace>
  <inkml:trace contextRef="#ctx0" brushRef="#br0" timeOffset="14">32025 6413 8912,'0'-17'0,"0"-6"0,0-2 0,0 0 0,0 0 0,0-3 0,0 3 0,0 0 0,0 0 0,0-3 0,0 5 0,-2 2 0,-3 2 0,-3 1 0,-3 1 0,-5 8 0,5 3 0,-4 6 0,-3 6 0,1 5 0,0 12 0,-6 11 0,0 12 0,2 10 0,9 1 0,-3 6 0,4-6 0,3 12 0,2-6 0,4-4 0,2-3 0,0-5 0,0 1 0,0-2 0,0-5 0,2-4 0,4-13 0,-2 3 0,7-8 0,-7 0 0,4-14 0,-16-1 0,-1-8 0</inkml:trace>
  <inkml:trace contextRef="#ctx0" brushRef="#br0" timeOffset="15">31630 6740 8912,'-10'-17'0,"2"-1"0,3 1 0,-1 0 0,2 0 0,10 0 0,3-1 0,9 1 0,4 2 0,1 3 0,10-3 0,1 4 0,3 1 0,9-1 0,-1 7 0,7-2 0,5 4 0,1 2 0,-1 0 0,-7 0 0,-4 0 0,-6 0 0,-4 8 0,-1 1 0</inkml:trace>
  <inkml:trace contextRef="#ctx0" brushRef="#br0" timeOffset="16">32301 6585 8912,'-18'0'0,"1"0"0,0 0 0,0 0 0,0 0 0,5 2 0,1 4 0,-1 5 0,-5 12 0,2 4 0,1 9 0,3 2 0,-3 2 0,7 12 0,1-6 0,4 7 0,2-7 0,2-6 0,4-5 0,3-9 0,9-8 0,1-3 0,4-4 0,-2-5 0,7-12 0,-5-9 0,4-10 0,0-2 0,0-3 0,-6-4 0,2-7 0,-10 5 0,-2-4 0,-7 4 0,2 1 0,-4 3 0,-4 1 0,-2 5 0,-2 1 0,-13 2 0,2 6 0,-4 7 0,4 4 0,0 4 0,-1 2 0,-4 8 0,-1 3 0,5 5 0,7 1 0,-1 0 0,-5 0 0</inkml:trace>
  <inkml:trace contextRef="#ctx0" brushRef="#br0" timeOffset="17">32111 6946 8912,'-11'0'0,"-1"0"0,7 0 0,-5-2 0,2-4 0,5-3 0,8-8 0,5 5 0,7 1 0,8-1 0,4-5 0,3-6 0,3 0 0,1 2 0,4 2 0,-4-4 0,5 0 0,-5-2 0,-2 2 0,1-3 0,-1-9 0,1 1 0</inkml:trace>
  <inkml:trace contextRef="#ctx0" brushRef="#br0" timeOffset="18">32593 6155 8912,'-28'-27'0,"-1"4"0,10 10 0,0 4 0,5 1 0,1 4 0,5 10 0,2 5 0,-1 14 0,1 10 0,0 1 0,6 10 0,0-1 0,2 7 0,4 0 0,5-1 0,1 5 0,5-5 0,-3 3 0,8-14 0,-2 6 0,-3-6 0,0-2 0,0-9 0,-7-5 0,5-22 0,-5-4 0</inkml:trace>
  <inkml:trace contextRef="#ctx0" brushRef="#br0" timeOffset="19">32576 6361 8912,'0'-17'0,"0"0"0,6 6 0,-1-1 0,9 8 0,-3-1 0,5 3 0,1 2 0,6 7 0,0 5 0,0 3 0,2 2 0,-8 0 0,0 1 0,0 5 0,-5 0 0,-5 5 0,-1-5 0,-4 2 0,-2-2 0,0-4 0,0 4 0,-8-6 0,-3-4 0,-4-3 0,-3-2 0,3-5 0,4-8 0,3 1 0,8-8 0,0-5 0,0-6 0,0 0 0,0-1 0,0 3 0,0-8 0,8 6 0,3-6 0,-1 8 0,1-2 0,-7-1 0,2 1 0,-3 5 0,3 7 0,-10 9 0,4 2 0,-9 10 0,3 13 0,-5 1 0,5 5 0,-6 3 0,7-5 0,1 2 0,2 0 0,10-7 0,3 7 0,6-8 0,6 2 0,4-6 0,7-5 0,1-5 0,7-7 0,2 0 0</inkml:trace>
  <inkml:trace contextRef="#ctx0" brushRef="#br0" timeOffset="20">32903 6155 8912,'-10'-7'0,"1"3"0,3-8 0,6 8 0,2-1 0,13 3 0,4 9 0,10 5 0,-8 5 0,2 6 0,2 4 0,-2 7 0,-2 2 0,-10 5 0,3 2 0,-8 9 0,-1 0 0,-7-1 0,-5 1 0,-10-1 0,-3-5 0,-8 0 0,5-13 0,-6 1 0,8-13 0,-2-4 0,4-7 0,2-10 0</inkml:trace>
  <inkml:trace contextRef="#ctx0" brushRef="#br0" timeOffset="21">33075 5571 8912,'0'-37'0,"2"-1"0,4 15 0,5 2 0,12 10 0,-2 3 0,8 8 0,0 8 0,5 3 0,0 22 0,1 12 0,-3 17 0,-3 10 0,-4 14 0,-16-38 0,-1 2 0,-2 3 0,-2 2 0,-1 4 0,-1 1 0,-1 3 0,-2 2-277,0 3 1,-3 1 0,-4 1 0,-2 0 276,-3-4 0,-2 0 0,-1-3 0,-1 0 0,0-5 0,0-2 0,0-4 0,-1-2 0,-16 36 0,1-16 0,3-16 0,1-12 0,8-2 0,-4-13 0</inkml:trace>
  <inkml:trace contextRef="#ctx0" brushRef="#br0" timeOffset="22">29995 10488 8912,'-17'0'0,"-1"0"0,9 0 0,9 0 0,13 0 0,6 0 0,4 0 0,8 0 0,-3 0 0,5 0 0,1 0 0,1-2 0,-3-2 0,-1-2 0,-2 3 0,-8 1 0,3 2 0,-6 0 0</inkml:trace>
  <inkml:trace contextRef="#ctx0" brushRef="#br0" timeOffset="23">30029 10883 8912,'-17'0'0,"7"-2"0,3-1 0,1-5 0,0-2 0,8 5 0,10-7 0,3 1 0,4-7 0,4 1 0,6 0 0,5 0 0,6 0 0,-3 0 0,3-1 0,0-3 0,-6 4 0,5-12 0,-13 10 0</inkml:trace>
  <inkml:trace contextRef="#ctx0" brushRef="#br0" timeOffset="24">30511 9834 8912,'-8'-17'0,"-1"0"0,-1 0 0,3 7 0,7 7 0,0 14 0,0 12 0,0 7 0,1 13 0,5 2 0,-2 5 0,6 2 0,-1-1 0,1 1 0,-6-3 0,1-3 0,3 2 0,-2-8 0,1 6 0,-1-6 0,-4-2 0,4-9 0,-4-4 0,5-16 0,3-1 0</inkml:trace>
  <inkml:trace contextRef="#ctx0" brushRef="#br0" timeOffset="25">30838 10041 8912,'-17'0'0,"7"-8"0,3-1 0,7-1 0,13-3 0,8 5 0,8 0 0,7 1 0,4-5 0,0 7 0,-1-7 0,6 6 0,-4-5 0,4 5 0,-8-1 0,-3 1 0,-7 4 0,-10-4 0,-7 4 0,-3 2 0,-9 0 0,-3 0 0,-7 0 0,3 2 0,-3 2 0,-1 2 0,-2-2 0,5-3 0,-5-1 0,13 8 0,-6-6 0,8 6 0,0-8 0,8 0 0,1 0 0</inkml:trace>
  <inkml:trace contextRef="#ctx0" brushRef="#br0" timeOffset="26">31664 9473 8912,'-17'-5'0,"1"-3"0,3 0 0,2-1 0,-3-1 0,-1-3 0,3 5 0,3 1 0,1-1 0,2 6 0,6-6 0,8 8 0,4 0 0,3 8 0,2 4 0,-5 5 0,-1 6 0,1 5 0,-3 5 0,4 7 0,-7 0 0,0 6 0,-6-6 0,0 6 0,0-4 0,-2 0 0,-4 0 0,-5-2 0,-12-6 0,-2-1 0,-4-4 0,-9-7 0,4-10 0,-12 1 0,0-7 0,-4-2 0,-1-10 0,12-11 0,5-12 0,17-5 0,-1-6 0,15-4 0,3-8 0,9-5 0,16 0 0,8 1 0,5 3 0,10-3 0,-2 5 0,3 3 0,3 14 0,-2 7 0,-5 4 0,1 4 0,-11 2 0,1 7 0,-13 4 0,0 12 0,-6 6 0,0 3 0,-7 2 0,-2 0 0</inkml:trace>
  <inkml:trace contextRef="#ctx0" brushRef="#br0" timeOffset="27">32197 9130 8912,'-15'-18'0,"2"1"0,1 0 0,-1 2 0,-2 3 0,-3 7 0,-5 12 0,-1 12 0,-5 16 0,-7 14 0,1 12 0,-5 16 0,4 7 0,1 6 0,20-37 0,2 1 0,-1-2 0,1 1 0,0 0 0,1 1 0,1-2 0,1-1 0,-2 33 0,7-8 0,3-13 0,2-11 0,7-27 0,5-8 0,3-19 0,2-7 0</inkml:trace>
  <inkml:trace contextRef="#ctx0" brushRef="#br0" timeOffset="28">32335 9456 8912,'-17'-34'0,"0"5"0,1 2 0,3 3 0,2 3 0,-1 1 0,-5 5 0,0 4 0,1 5 0,3 12 0,1 7 0,-1 8 0,0 6 0,1 7 0,-1 8 0,7 6 0,2 6 0,2 3 0,-3 6 0,-1-6 0,0 1 0,6-7 0,0 1 0,0-1 0,0-1 0,0-4 0,0-4 0,0-8 0,0-7 0,0-4 0,0-4 0,8-9 0,1-3 0</inkml:trace>
  <inkml:trace contextRef="#ctx0" brushRef="#br0" timeOffset="29">31870 9834 8912,'-7'-11'0,"-3"0"0,1-3 0,3 7 0,14 1 0,9 4 0,2-4 0,10 0 0,1 1 0,8 5 0,5 0 0,0 0 0,1 0 0,2 0 0,4 0 0,-6 0 0</inkml:trace>
  <inkml:trace contextRef="#ctx0" brushRef="#br0" timeOffset="30">32352 9920 8912,'-17'12'0,"-2"-3"0,-2 1 0,-2 0 0,2 5 0,2 6 0,2 8 0,-1 5 0,1 4 0,2 4 0,3 2 0,5 2 0,7 4 0,0-5 0,0-4 0,2-7 0,3-5 0,7-6 0,3-4 0,2-10 0,1-3 0,3-6 0,0-6 0,-2-5 0,2-5 0,0-6 0,-4-1 0,-5-8 0,-1 2 0,2-3 0,3-3 0,-1 1 0,-4 0 0,3 5 0,-8 0 0,1 6 0,-1-5 0,-4 7 0,6-4 0,-8 8 0,-8 0 0,-2-1 0</inkml:trace>
  <inkml:trace contextRef="#ctx0" brushRef="#br0" timeOffset="31">32146 10281 8912,'-17'0'0,"7"-7"0,4-3 0,12-7 0,11 4 0,12-4 0,3 3 0,3-9 0,1 4 0,4 2 0,-3 0 0,3 0 0,-4-6 0,-1 0 0,-1-8 0,0 4 0</inkml:trace>
  <inkml:trace contextRef="#ctx0" brushRef="#br0" timeOffset="32">32610 9525 8912,'-28'2'0,"-1"4"0,8-4 0,-4 15 0,10 0 0,2 12 0,1 9 0,2 11 0,-1 9 0,3 1 0,8-2 0,0-1 0,0 7 0,6-8 0,0 2 0,1-9 0,-1-2 0,-4-10 0,4-1 0,3-1 0,-7-15 0,6 6 0</inkml:trace>
  <inkml:trace contextRef="#ctx0" brushRef="#br0" timeOffset="33">32507 9817 8912,'-7'-17'0,"5"0"0,-4 7 0,12 5 0,5 3 0,12 2 0,-2 2 0,8 3 0,-2-1 0,1 8 0,-3 5 0,-8 8 0,-1-1 0,-5 1 0,2 10 0,-7-7 0,-8 14 0,-9-7 0,-12 1 0,-6-7 0,2 3 0,-1-3 0,1-4 0,-2-2 0,4-4 0,8-2 0,0-8 0,7-9 0,3-9 0,7-8 0</inkml:trace>
  <inkml:trace contextRef="#ctx0" brushRef="#br0" timeOffset="34">32645 9456 8912,'8'17'0,"-5"8"0,9 6 0,1 9 0,2 12 0,1 9 0,-5 6 0,3 9 0,-9 2 0,-1 1 0,-2-5 0,-2-5 0,-2-6 0,-4-6 0,-5-3 0,-4-12 0,-3-8 0,1-9 0,0-6 0,0-2 0,0 0 0</inkml:trace>
  <inkml:trace contextRef="#ctx0" brushRef="#br0" timeOffset="35">3648 13806 8912,'0'-40'0,"0"2"0,0 5 0,0 1 0,0 9 0,0 2 0,6 2 0,2 3 0,1 5 0,-5-4 0,2 3 0,-4 5 0,-2-1 0,0 10 0,0 4 0,0 5 0,0 4 0,0 3 0,0 6 0,0 5 0,0 4 0,0 1 0,0 8 0,0 6 0,0 5 0,0 5 0,0 14 0,0 3 0,0 18-286,0-39 0,0 1 1,-3 7-1,-2 2 286,-1 7 0,1 1 0,0 0 0,0 0 0,-1-3 0,1-1 0,2 0 0,0 0 0,-3-2 0,0 0 0,4-3 0,0 0-11,0-5 1,-1-2-1,-1-3 1,0-2-1,-2 40 1,3-5 10,1-5 0,-4 4 0,0-10 0,-5 3 0,5-15 0,0-2 0,6 3 0,-2-3 0,-3 2 0,3-4 0,-4-8 0,4 1 0,4 2 0,2 1 0,1 2 0,7-1 0,-6-10 0,5-3 0,-5-2 0,5-5 0,-5 4 0,6 2 0,-5-2 0,1 0 567,0 2 1,5-5-568,-2 3 0,-1-4 35,1-2 1,-5-7-36,6-4 0,-3-4 0,3-2 0,3-7 0,-4-4 0,5 1 0,1-1 0,0 0 0,0-6 0,6 0 0,0 0 0,8 5 0,-3 1 0,7-2 0,5-2 0,-2-2 0,8 0 0,-6 2 0,6 4 0,0-5 0,6 5 0,-6-2 0,0 2 0,-1-4 0,7 3 0,0-1 0,-1 2 0,9-4 0,3 4 0,6-3-165,5 3 0,-1-4 165,7 4 0,-9-4 0,-2-2 0,1 0 0,-1 0 0,0-2 0,6-2 0,-3-2 0,3 2 0,3 1 0,8-3 0,-7 2 0,-5-7 0,-3 7 0,-2-2 0,7 4 0,5 2 0,1 0 0,0 0 0,-4 0 0,-1 0 0,-1 0 0,-1 0 0,-10-6 0,4 1 0,-6-7 0,0 6 0,10-5 0,-4 5 0,1-1 0,-7 1 0,-3 2 0,-9-5 0,1 1 0,0 4 0,-7 0 0,1-1 0,-6 1 0,6-8 0,6 6 0,5-5 0,6 5 0,-5-5 0,1 5 0,-2-5 0,-3 5 0,3-6 0,-9 7 0,-4-7 0,-2 1 0,-4 1 0,-1-5 165,-3 3 0,1-1-165,-1 2 0,2-5 0,4 5 0,-1-4 0,7-3 0,-8 3 0,2 4 0,-6-5 0,-5 5 0,2-4 0,-8-3 0,5 5 0,-5 0 0,-2-3 0,-2 3 0,6-8 0,-6 2 0,4-4 0,-9 4 0,-3 2 0,1 0 0,5-1 0,-6 1 0,1 0 0,1-2 0,8-4 0,2-4 0,-2 0 0,4 1 0,-2 3 0,0-4 0,-6-7 0,6-6 0,0-1 0,0-6 0,-6 1 0,-1-12 0,-5-5 0,4-11 0,-3-6 0,-5-4 0,-1-4 0,-4-2 0,-2-2 0,0-5-288,0 5 1,2 0 287,4 7 0,-4 4 0,3 1 0,3-4 0,-2-2 0,1-2 0,-1 14 0,-4-14 0,4 2 0,-4-4 0,-2 6 0,0 2 0,0 2 0,0 1 0,0-1 0,0-6-120,0 12 1,-2-3 119,-4 20 0,4 7 0,-4 10 0,-1 11 0,-1 5 0,0 1 0,1 0 0,-7 0 0,7 6 0,-5-1 280,-3 1 1,11 6-281,-7-1 0,7 7 84,-2-7 0,-3 8 1,-3-1-85,-3 3 0,3-4 0,1 0 0,-6 0 0,-6 6 0,-2 0 0,2 0 0,-4 0 0,-7 0 0,-1 6 0,1 0 0,-2 7 0,-5-1 0,-3 3 0,-7 2 0,-3 2 0,-3 4 0,-6-4 0,-12 4 0,-3-9-180,-8-3 0,7-1 180,5 1 0,1-3 0,-1-8 0,9 0 0,-2 0 0,4 0-67,1 0 1,-1 0 66,-6 0 0,3 0 0,2 0 0,3 0 0,4 0 0,0 0 0,-12 0 0,2 0 0,-14 2 0,-1 1 0,-2 3 0,0 8 0,4-3 0,5-1 0,12 1 0,6-5 0,11 5 0,-6-5 0,0 5 0,1-7 0,-7 2 0,5-4 0,-1-2 0,-1 0 0,-2 0 0,-1 0 0,7 0 0,-1 0 177,0 0 1,-5 0-178,0 0 0,-6 0 0,5 0 0,1-6 34,5 0 1,-5 1-1,-1 5 1,5 0-35,5 0 0,0 0 0,8 0 0,-2 0 0,2 0 0,4 0 0,-5 0 0,3 0 0,-2 0 0,0 0 0,-12 0 0,4 0 0,-9 0 0,6-2 0,5-4 0,-4 4 0,4-4 0,4 5 0,2 1 0,9-6 0,3 0 0,5 0 0,-6 6 0,2 0 0,-3 0 0,1 0 0,-2 0 0,-3 0 0,-6 0 0,-4 2 0,-8 4 0,0-2 0,1 7 0,5 1 0,0 5 0,2-6 0,-2 1 0,8 1 0,7 2 0,1-3 0,7-1 0,-2-5 0,2 6 0,4-7 0,-4 7 0,4-8 0,2 1 0,-1 3 0,-1 0 0,-2-1 0,-2 1 0,0 3 0,6-5 0,0 7 0,0-3 0,0 7 0,1-5 0,5-1 0,3-7 0,6 6 0,-4-5 0,-5 12 0,-12 12 0,-4 11 0,-22 4 0,-5 8 0</inkml:trace>
  <inkml:trace contextRef="#ctx0" brushRef="#br0" timeOffset="36">7193 17210 8912,'0'-17'0,"-2"6"0,-3-1 0,3 8 0,-6-3 0,8 7 0,0 0 0,-6 2 0,1 3 0,-1 5 0,-2 0 0,4 5 0,-7-4 0,5-1 0,-5 1 0,7-7 0,-10 6 0,7-7 0,-3 3 0,6 0 0,-3-6 0,7 0 0,-8-8 0,6 4 0,-4-7 0,5 7 0,1-11 0,0 13 0,0-6 0,0 8 0,1 2 0,5 4 0,-2 4 0,8 7 0,-3 2 0,3 4 0,3 11 0,-4 12 0,10 9 0,2 5 0,-2 1 0,-2 4 0,4 0 0,0-2 0,0 0 0,-6-12 0,-1-5 0,-5-17 0,5-4 0,-5-8 0,-1-2 0,1-3 0,-7-5 0,4-7 0,-8 0 0,0-7 0,0-3 0,0-7 0,0-8 0,0-2 0</inkml:trace>
  <inkml:trace contextRef="#ctx0" brushRef="#br0" timeOffset="37">7469 17107 8912,'0'-17'0,"0"7"0,0 5 0,0 10 0,7 7 0,5 11 0,3 4 0,2 7 0,0 0 0,1 1 0,5 5 0,-1 0 0,1-2 0,2-2 0,-4 6 0,8 4 0,-8-2 0,2 2 0,-10-6 0,-1 6 0,-8 0 0,1 6 0,-3 3 0,-2-4 0,-15 5 0,-4-12 0</inkml:trace>
  <inkml:trace contextRef="#ctx0" brushRef="#br0" timeOffset="38">8501 17279 8912,'10'-59'0,"-1"13"0,-5 2 0,2 12 0,-2 9 0,-4 11 0,-6 7 0,-11 6 0,-12 9 0,-4 11 0,-1 10 0,-6 1 0,0 14 0,1 2 0,3 1 0,9 9 0,4 1 0,4 0 0,2 0 0,6-3 0,-1-10 0,8-4 0,1-8 0,6-3 0,9-9 0,11-1 0,5-15 0,7 0 0,5-6 0,4 0 0,8 0 0,-1-8 0,1-3 0,0-4 0,-1-10 0,1-2 0</inkml:trace>
  <inkml:trace contextRef="#ctx0" brushRef="#br0" timeOffset="39">8776 17451 8912,'-24'-17'0,"4"0"0,-2-1 0,0 3 0,0 4 0,2 3 0,-3 8 0,-1 0 0,1 0 0,2 2 0,9 4 0,-1 3 0,7 8 0,2 1 0,2-1 0,2 6 0,0 0 0,2 0 0,4-6 0,-2-2 0,7-3 0,1 1 0,5-7 0,0 5 0,0-5 0,1 0 0,-1-6 0,0-2 0,0-4 0,0-6 0,-1-3 0,-5-2 0,3 0 0,-9 0 0,9-1 0,-7 1 0,5 0 0,-5 0 0,-1 5 0,0 1 0,0 7 0,-6-4 0,5 16 0,1 4 0,6 3 0,-7 2 0,9 0 0,-3 0 0,4 1 0,3-1 0,-1-6 0,0 1 0,-5-8 0,-1 1 0,1-3 0,5-2 0,0-15 0,0-4 0</inkml:trace>
  <inkml:trace contextRef="#ctx0" brushRef="#br0" timeOffset="40">9017 17056 8912,'-2'-20'0,"-3"-2"0,3 2 0,-4-2 0,4 10 0,2 6 0,0 12 0,2 6 0,4 10 0,1 5 0,5 8 0,3 1 0,-3 2 0,3 2 0,2-2 0,0-1 0,1-3 0,-1-1 0,0-5 0,0-1 0,0-4 0,1-10 0,-1 4 0,-6-11 0,1 0 0,-1-6 0,5-8 0,-3-9 0,-2-10 0,-1-7 0,1-6 0,-1 0 0,-4-12 0,-4 4 0,3-9 0,-1 4 0,2 1 0,-4-1 0,4-5 0,-4 12 0,-2 1 0,-2 8 0,-4 9 0,4 10 0,-8 13 0,5 10 0,3 18 0,-4 12 0,4 12 0,2 5 0,0 0 0,0 5 0,6-4 0,1-1 0,3 0 0,3-1 0,-3-7 0,1-4 0,1-5 0,5-7 0,6-3 0,0-8 0,0-7 0,-6-4 0,6-12 0,2-6 0,0-3 0,0-2 0,-2-6 0,-6 0 0,-2-6 0,-3 6 0,3-7 0,-4 1 0,-3 2 0,-2-1 0,-4 7 0,-2-2 0,-2 4 0,-4 2 0,-4 7 0,-7 2 0,0 8 0,8 8 0,3 4 0,4 9 0,2 1 0,4-1 0,7-1 0,3-5 0,14-4 0,9 3 0,8-9 0,5 1 0,2-6 0,5-2 0,1-3 0,-1-5 0,-6-7 0,-3 0 0,-8-1 0,-7 1 0,-16 0 0,-7-8 0,-10 2 0,-12 0 0,-11 2 0,-5 16 0,-5-1 0,-1 6 0,1 0 0,5 0 0,-3 0 0,8 0 0,0 7 0,8 3 0,3 7 0,5 0 0,7 1 0,0-7 0,2 1 0,3-1 0,7-1 0,3 3 0,2-7 0,6-1 0,0-5 0,2 0 0,-2 0 0,-4-2 0,4-3 0,-4-7 0,0-11 0,2-5 0,2-5 0,0-3 0,-6-4 0,-5-6 0,-1-11 0,-5-3 0,6-3 0,-9-3 0,3 2 0,-4 5 0,-4 2 0,-2 5 0,-1 7 0,-7 10 0,6 12 0,1 12 0,5 13 0,0 15 0,1 23 0,5 17 0,4 10 0,7 8 0,6 14 0,-11-40 0,1 0 0,0-1 0,1-1 0,0 1 0,2 0 0,17 40-215,-16-43 0,0 1 0,16 46 215,-5-6 0,-3 2 0,-8-13 0,-7-3-34,-4-9 0,-6 0 34,-6-11 0,-6 1 0,-11-13 0,-5-1 0,-5-3 0</inkml:trace>
  <inkml:trace contextRef="#ctx0" brushRef="#br0" timeOffset="41">8845 18414 8912,'-27'29'0,"6"-1"0,8 3 0,5 7 0,8 2 0,0 0 0,2 0 0,4 2 0,6 2 0,3-7 0,2-3 0,2-11 0,4-10 0,-2-5 0,8-10 0,0-4 0,-3-5 0,5-12 0,-8-6 0,-2-3 0,-2-3 0,-2 1 0,-2 0 0,-3-3 0,-6-3 0,-6 4 0,-6-4 0,-7 3 0,-8 3 0,-1 5 0,-6 1 0,-1 7 0,-3 0 0,1 7 0,2 9 0,8 5 0,-2 5 0,4 7 0,2 11 0,7 3 0,5 9 0,5-6 0,5-1 0,5 1 0,15-2 0,2-3 0</inkml:trace>
  <inkml:trace contextRef="#ctx0" brushRef="#br0" timeOffset="42">9534 18517 8912,'0'-25'0,"0"6"0,0-4 0,0 4 0,-2 2 0,-4 0 0,2 7 0,-7 4 0,5 6 0,-6 6 0,7 9 0,-7 8 0,7 6 0,-7-6 0,8 7 0,-2-1 0,5-2 0,1 2 0,0-3 0,0 3 0,0-6 0,7-4 0,3-10 0,7-3 0,-6-6 0,1-6 0,-1-11 0,7-11 0,-7-11 0,1-1 0,-7-13 0,7 1 0,-8-13 0,1-3 0,-3-1 0,-4-6 0,-3 5 0,-7 1 0,-3 8 0,-2 3 0,-1 22 0,1 13 0,6 29 0,-1 23 0,8 13 0,-1 15 0,3 4 0,2 8 0,7 0 0,5-1 0,3-1 0,2-4 0,8-9 0,4-8 0,5-10 0,7-2 0,2-15 0,9-13 0,0-6 0,-1-6 0,9-11 0,1-10 0</inkml:trace>
  <inkml:trace contextRef="#ctx0" brushRef="#br0" timeOffset="43">10153 18173 8912,'-34'23'0,"-1"2"0,1 0 0,-1 0 0,3 5 0,3-1 0,6 3 0,4 3 0,10-7 0,3 1 0,4 0 0,2-3 0,2-1 0,4-8 0,5-5 0,12-1 0,-2-7 0,6 2 0,0-6 0,-1-6 0,-5-3 0,2-9 0,2-6 0,-4-5 0,-4-4 0,-3-1 0,-8-8 0,5-4 0,-7-3 0,2-3 0,-4 0 0,-2 1 0,-6-3 0,0-3 0,-7-4 0,1-8 0,-9 8 0,-2 4 0,0 7 0,6 10 0,0 4 0,0 18 0,5 9 0,1 20 0,7 16 0,-2 23 0,4 9 0,2 10 0,2 11 0,4-2 0,7 2 0,8 1 0,0-3 0,8 2 0,0-11 0,5-12 0,2-7 0,3-8 0,1-11 0,-2-10 0,-2-8 0,-1-13 0,-6-4 0,-3-5 0,-1-9 0,-4-1 0,-4-7 0,-5-3 0,1-2 0,-7 3 0,5-11 0,-5 5 0,0-4 0,-6 4 0,-2-3 0,-4-3 0,2 4 0,-7-4 0,-1 9 0,-5 2 0,6 10 0,1 0 0,1 8 0,-1 3 0,6 10 0,-1 10 0,5 12 0,5 11 0,-1 9 0,10 11 0,3 2 0,4-1 0,9-3 0,-1-1 0,-2-8 0,0-6 0,-3-6 0,-3-3 0,-9-8 0,-6 2 0,-8-4 0,-10-2 0,-16 8 0,-24 4 0,-7 3 0,-18 10 0,-1 2 0</inkml:trace>
  <inkml:trace contextRef="#ctx0" brushRef="#br0" timeOffset="44">16486 14030 8912,'-17'-16'0,"1"3"0,5 5 0,5 6 0,4 12 0,2 7 0,0 6 0,2 8 0,2-1 0,4 8 0,1 8 0,-3 6 0,4 7 0,-3 10 0,-3 9 0,-2 14 0,-1-43 0,0 1 0,1 3 0,2 1 0,1 3 0,1 1 0,2 3 0,1 0-60,2-1 0,1 0 0,-2 2 1,1-1-1,3-6 0,1 0 1,0 2-1,0-1 60,2 2 0,-1 1 0,1 1 0,0 0-140,1-2 0,-1-1 1,-3 0-1,1-2 140,13 37 0,-16-43 0,-1 0 0,18 42 0,-18-43 0,1 0 0,15 38 0,-3-8-133,-3-5 0,-1-5 133,-3 1 0,6-8 0,0-3 0,7-7 0,-1-5 0,5-4 0,6-9 0,6-5 0,4-5 0,9-4 0,4-2 0,6 1-23,6-1 0,3 0 23,8 0 0,2 6 0,4 0 0,-40-10 0,1-1 0,7 0 0,1-1 0,1-2 0,2 1 0,2 1 0,0 1 0,-2-2 0,0-1 0,0 0 0,0-1 0,1 1 0,0-1-89,4 1 0,0-1 1,-1-1-1,-1-2 89,-1 1 0,0-1 0,2-2 0,0-2 0,-2 3 0,0-2 0,5-4 0,1-2 0,3-1 0,0-1 0,-3-4 0,-1-1 0,-2-1 0,0 1 0,1-1 0,-1 1 0,-2 2 0,0 1 0,2-1 0,0 1 0,-1-1 0,0 0 0,-8 1 0,0-1 0,0 1 0,0-1 0,-2 0 0,-1 1-103,1-1 0,-1 1 0,1-1 0,1 0 103,-4 1 0,-1-1 0,-4 1 0,-1 1-8,37-5 0,0-3 0,-6 4 0,8-5 8,-39 8 0,0-1 0,43-8 0,-41 8 0,1 1 0,40-9-92,-1-1 0,-42 10 0,0-1 92,2 1 0,1-1 0,0 0 0,-1-1 0,4-2 0,-1 1 0,-1 4 0,0 1 0,-2-3 0,-1 0 182,-1 2 1,-1-1 0,44-7-1,-10-2 1,-1 0-183,1-1 0,-6 1 0,9-2 0,-7-2 0,0-2 0,-1 0 0,-3 0 0,5 0 0,5 0 0,10-1 0,-8 4 142,0-2 0,-6 2-142,0 3 0,-9 0 0,-8 0 0,-9 0 8,-3-1 1,-7 7 0,-9 1 0,-1 1-9,1-1 0,-7 5 356,1-7 1,-8 8-357,2-1 0,-2-3 5,2 2 0,-2-5-5,8 5 0,-8-2 0,2 3 0,-4-7 234,-2-3 1,-6 3-235,1 1 0,-6-6 0,5-6 0,-5-13 0,5 1 0,-5-11 0,6 0 0,-7-5 0,5-6 0,-1-6 0,1-4 0,-4-2 0,5 0 0,-7-7-290,2-5 0,3-10 290,-3 42 0,0 0 0,-1 0 0,-1-1 0,2 1 0,0 1 0,-1-3 0,1 0 0,2 3 0,0-1 0,-2-2 0,-1-1 0,-1-3 0,-2 1 0,-1 4 0,0 1 0,-1-3 0,0 0 0,-2-41 0,-1 44 0,0 0 0,-7-44 0,2 41 0,-1 1 0,-8-35 0,0-6 0,0 16 0,-2 1 0,-3 6-26,0 6 0,-3 10 26,2 7 0,2 0 0,-8-6 0,2 3 0,-1 3 0,3 4 0,7 7 0,-4 1 0,-1 0 0,-2-1 0,4 3 0,-4 1 288,-2 3 1,-4 7-289,-9-2 0,-4 11 27,-7 7 1,-9 3-28,-3 2 0,-11 0 0,-10 3 0,-12 5 0,42-3 0,-1 2 0,-2 2 0,-1 1-168,1-4 1,0-1 0,2 2 0,1 1 167,5 1 0,0 0 0,-3-1 0,-1-1 0,4-1 0,0-1 0,-3 2 0,-1 0 0,4-4 0,1-1 0,-2 4 0,0 0 0,2-3 0,-1 0 0,-4 2 0,1 1 0,3-3 0,0 0 0,-5 0 0,-1 0 0,1-3 0,-1 0 0,-4 2 0,-2 1 0,-8 0 0,-2 0 0,0-1 0,1 0 0,-2-1 0,0 0 0,-6-1 0,-1 0 0,2 0 0,0 0 0,-2 0 0,1 0-292,3 0 0,1 0 0,-1 0 0,0 0 292,6 0 0,1 0 0,0-3 0,2 0 0,6 0 0,1 0 0,2 1 0,0 0 0,2 1 0,1 1 0,-3-1 0,1 2-170,-1-1 1,-1 0 0,-1 0 0,0 0 169,-1-1 0,-1 2 0,-3 2 0,0 1 0,-1 1 0,-2 2 0,-4 0 0,-1 1 0,-3 0 0,1 1 0,-3 0 0,1 1 0,-2 0 0,1 1 0,-1 1 0,1-1 0,-1 0 0,1-1 0,-2 2 0,1 1 0,3-2 0,1 1 0,4 2 0,2 1 0,13-4 0,1 1 0,3-1 0,1 0 0,-36 7 0,38-10 0,-2 1-3,2-1 0,-1 1 0,0 0 0,0-1 0,-37 9 0,2 1 3,4-1 0,-4 0 0,4 0 0,-12 0-26,43-8 1,0 0-1,-1 0 1,-1 1 25,-1 1 0,1 1 0,0 0 0,0 2 0,2 3 0,1 1 0,-3 0 0,0 0 0,3 1 0,-1 0 0,-1 2 0,0 0 146,2 1 1,-1 0 0,0-3-1,0 0-146,-37 22 0,18-7 359,16-5 1,19-5-360,5-6 6,7-1 1,11 0 0,4 0-7,5 0 0,1 2 376,0 4 1,1 4-377,5 8 0,-2 7 278,7 3 0,3 5-278,9 2 0,-4-1 0,13-7 0,-5-2 0</inkml:trace>
  <inkml:trace contextRef="#ctx0" brushRef="#br0" timeOffset="45">21494 17038 8912,'0'-17'0,"-2"2"0,-2 5 0,-2 12 0,2 14 0,2 8 0,2 13 0,0 3 0,0 6 0,0 3 0,2 3 0,2-1 0,2 1 0,7 0 0,-1-1 0,1-1 0,-1-4 0,9-6 0,-4-11 0,4-7 0,4-2 0,2-5 0,7-4 0,0-18 0,1-12 0</inkml:trace>
  <inkml:trace contextRef="#ctx0" brushRef="#br0" timeOffset="46">22113 16815 8912,'0'-27'0,"0"2"0,0 16 0,0 13 0,0 19 0,-6 11 0,1 17 0,-1 7 0,6 1 0,0 2 0,0 4 0,2 2 0,4 2 0,3-6 0,8 0 0,6 4 0,0 1-255,8-3 0,-12-13 0,6 0 0</inkml:trace>
  <inkml:trace contextRef="#ctx0" brushRef="#br0" timeOffset="47">21304 17898 8912,'-7'-17'0,"-3"0"0,-5-1 0,1 3 0,3 4 0,5 5 0,-5 14 0,-1 9 0,3 10 0,1 18 0,8 7 0,0 13 0,0 4 0,0 9 0,0 6 0,8 2 0,3 0 0,10-8 0,2-3 0,10-18 0,-3-9 0,5-12 0,-3-15 0,-1-9 0,3-12 0</inkml:trace>
  <inkml:trace contextRef="#ctx0" brushRef="#br0" timeOffset="48">21889 18087 8912,'-26'-7'0,"-7"3"0,4-8 0,-3 10 0,-2 2 0,1 16 0,2 14 0,5 6 0,1 5 0,4 4 0,9-4 0,5 4 0,7-4 0,15-7 0,8-5 0,9-10 0,9-2 0,3-8 0,7-12 0,-1-7 0,-4-7 0,-4-12 0,-8 1 0,-7-7 0,-4-5 0,-6 4 0,-5-4 0,-5 5 0,-7 7 0,-13-3 0,-6 6 0,-6 2 0,-6 4 0,-1 0 0,-3 13 0,9 1 0,3 5 0,4 0 0,19 7 0,11 3 0,16-1 0,11-3 0,12-4 0,7-2 0,2-8 0,-1-3 0,-3-4 0,8-3 0,6 1 0,6 0 0,-10 0 0,-14 2 0,-12 1 0,-15 3 0,-4 7 0,-20-2 0,-14 6 0,-20 6 0,-8 3 0,-10 9 0,-5 6 0,1 5 0,7 2 0,7-3 0,7 3 0,6-8 0,1 5 0,11-5 0,-3 0 0,15-5 0,1-9 0,10-3 0,9-4 0,10-2 0,2-2 0,3-4 0,3-3 0,1-9 0,-1-5 0,-5 0 0,3 1 0,-8 4 0,0 1 0,-6 0 0,0 0 0,0 0 0,-5 7 0,-1 4 0,-5 14 0,5 9 0,-5 10 0,6 13 0,-1 6 0,6 11 0,1 4 0,-1 8 0,-2 0 0,-3 0 0,1-3 0,-7-2 0,5-1 0,-5-12 0,-4 3 0,-14-14 0,1-6 0,-12-5 0,-2-8 0,2 2 0,2-6 0,2-6 0,2-3 0,1-16 0,5-3 0,5-14 0,12-9 0,4-8 0,7-18 0,0-1 0</inkml:trace>
  <inkml:trace contextRef="#ctx0" brushRef="#br0" timeOffset="49">22853 18294 8912,'10'0'0,"-3"0"0,-5 0 0,4 0 0,4 0 0,7 0 0,10-8 0,7-4 0,4-5 0,14-4 0,5-2 0,2 2 0,6-5 0,-7-3 0,7-4 0,-4-1 0</inkml:trace>
  <inkml:trace contextRef="#ctx0" brushRef="#br0" timeOffset="50">23541 18087 8912,'-22'17'0,"-1"2"0,0 2 0,-2 2 0,6 14 0,-4-3 0,6 12 0,5 0 0,-1-6 0,9-4 0,4-7 0,4-4 0,15-4 0,-2-10 0,10-3 0,-4-8 0,5-2 0,-5-4 0,8-11 0,-2-12 0,-5-3 0,-1-4 0,-3-3 0,-3-1 0,-6-2 0,1 2 0,-9 6 0,3-1 0,-12 3 0,-5 9 0,-4 0 0,-2 6 0,-8 2 0,-2 3 0,0 8 0,4 8 0,4 6 0,2 7 0,9 2 0,8 4 0,8-6 0,9 0 0,16 0 0,3-7 0</inkml:trace>
  <inkml:trace contextRef="#ctx0" brushRef="#br0" timeOffset="51">24230 18122 8912,'-44'17'0,"-6"2"0,4 4 0,-3 0 0,-3 11 0,2-3 0,4 9 0,8-6 0,7-5 0,7-4 0,14-8 0,4-10 0,12-7 0,6-7 0,10-12 0,7-6 0,4-9 0,-1-8 0,-3-10 0,3 0 0,-3 1 0,2-1 0,-3 1 0,-3-1 0,-8 0 0,1-1 0,-1-4 0,-8 3 0,-1-3 0,-2 5 0,-1 6 0,1 6 0,-6 12 0,-2 5 0,-3 11 0,1 8 0,-8 16 0,1 15 0,-6 18 0,5 13 0,3 5 0,-1 4 0,0 1 0,7 1 0,-3 0 0,4-2 0,2-4 0,9 2 0,9-8 0,3-1 0,13-11 0,-1 1 0,13-11 0,-1-12 0,7-18 0,0-7 0,-1-9 0,1-23 0,0-20 0</inkml:trace>
  <inkml:trace contextRef="#ctx0" brushRef="#br0" timeOffset="52">24626 17967 8912,'-37'-10'0,"-3"3"0,11 7 0,-3 0 0,-2 0 0,-5 9 0,5 8 0,3 2 0,14 8 0,2 0 0,3 0 0,5-6 0,7 2 0,7-4 0,5-2 0,5-7 0,6-5 0,2-3 0,3-2 0,5-7 0,-4-5 0,-3-11 0,1-4 0,0-3 0,0-5 0,-6 5 0,2-10 0,-10-4 0,-1-2 0,-3-6 0,3-5 0,-5 2 0,-7-8 0,0 0 0,0-6 0,-2 12 0,-1 9 0,-5 15 0,-2 12 0,1 10 0,-3 17 0,-3 18 0,3 16 0,-3 24 0,-2 10 0,0 10-222,0 8 1,7-12 221,4 0 0,6-9 0,8-8 0,11-8 0,14-7 0,9-10 0,9-15 0,7-9 0,-1-20 0,6-11 0,-6-12 0,-1-9 0,-10-2 0,-6-8 0,-9 2 0,-5-4 0,-1-1 0,-8 5 0,-5 0 0,-8 8 0,1-2 0,-5-2 0,-5 2 147,-5 7 1,-7 10 0,0 16-148,-1 12 0,3 13 0,4 16 0,3 8 0,8 4 0,0 11 0,0 6 0,0-4 0,0-1 0,0 3 0,0 2 0,-2 6 0,-6 3 0,-11 5 0,-13 1 0,7-34 0,-4 0 0,-6 5 0,-4-1 0,-8 5 0,-4-1-369,-10 6 1,-4-1-1,1 0 1,-2 1 0,-7 6-1,1 0 1</inkml:trace>
  <inkml:trace contextRef="#ctx0" brushRef="#br0" timeOffset="53">32748 5278 8912,'-6'-25'0,"-1"-1"0,-1-3 0,-1 2 0,1 2 0,-2 6 0,1 4 0,-5 4 0,-1 1 0,-2-1 0,-2 5 0,-4 4 0,-4-4 0,-7 1 0,-1-1 0,1 6 0,-1 2 0,1 3 0,-2-1 0,-5 10 0,-6 3 0,-9 4 0,-7 9 0,-11-1 0,-5 11 0,-7 6 0,0-2 0,0 0 0,2-2 0,4-4 0,3-2-231,8-1 0,-7-3 231,-5-3 0,3 2 0,-2-9 0,7 9 0,-1-2 0,7-3 0,-2 3 0,6 0 0,-6 3 0,10-1 0,5-3 0,10-7 0,4 2 0,19-4 0,9-1 0,9-1 0,3 0 0,0 2 0,0 4 0,0-2 0,0 8 0,0 9 0,0 14 0,-4 11 0,-8 9 0,-1 3 0,-16 11 0,6-2-80,9-36 0,0 1 1,0 0-1,1 1 80,-2 5 0,1-1 0,1-5 0,1 0 0,3 0 0,1-1 0,-2 34 0,5-7 0,3-10 0,2-6 0,0-4 0,0-5 0,7-4 0,5 0 0,3 2 0,2-8 0,6-2 0,0-9 0,2 1 0,-2-7 0,4 6 390,7-6 1,7-1-391,-1-4 0,7-7 0,-1 1 0,4-1 0,2-1 0,-1-1 0,1-3 0,-2-4 0,-4 4 0,9-5 0,-3-1 0,5 0 0,0 0 0,10 0 0,8 0 0,5 0 0,-5 0 0,-1-1 0,-5-3 0,2-4 0,3-1 0,3-3 0,3-5 0,4-6 0,-1-2-1614,6-2 1614,-41 13 0,0 0 0,3-3 0,-1-1 0,-1 1 0,0 0 0,-2 0 0,0 0 0,39-18 0,0 8 0,-2 5 0,-4 0 0,-5 0 0,-14 2 0,-9-2 0,-9 1 0,-8-2 0,3-4 0,-3-8 0,5 1 0,-6 0 0,8-3 0,10-3 0,1-2 0,5-4 0,-7-1 0,1 7 0,-10 1 0,-6 3 0,-11 2 0,-8-1 0,-1 1 807,-11-1 0,1-7-807,-6-3 0,-6-5 0,1-2 0,-3 1 0,2-1 0,4-7 0,-3-4 0,3-12 0,2-5 0,0-4 0,0-2 0,0-7 0,0-5 0,2 48 0,2 1-106,-2 0 0,1 0 0,3-37 106,-6 12 0,-2-1 0,-4 7 0,-5-7 0,-12 18 0,2 0 0,-8 22 0,-5 5 0,-6 12 0,-14 3 0,2 2 0,-1 3 0,-1 3 0,1 3 0,-4 9 0,3 5 0,-3 7 0,3 0 0,2 1 0,1 1 159,-1 4 0,2-2-159,5 7 0,3-5 0,7 6 0,1 3 0,-1 7 0,3 4 0,3 9 0,10 0 0,7-1 0,1-7 0,-6-2 0</inkml:trace>
  <inkml:trace contextRef="#ctx0" brushRef="#br0" timeOffset="54">447 7823 8912,'-23'27'0,"1"-3"0,2-1 0,7 2 0,7 0 0,4 0 0,2-2 0,0 2 0,2-6 0,2 6 0,4-2 0,1-1 0,3 9 0,5-2 0,4 11 0,-2 6 0,-4 5 0,1 7 0,-3 10 0,1 14 0,-5 8 0,-5-42 0,0 2 0,-1 4 0,-1 1 0,-1 1 0,-2 2 0,1 5 0,0 0 0,0 1 0,0 0 0,0-2 0,0-2-152,0-4 0,0-3 0,0 43 152,0-16 0,0-9 0,0-8 0,2-15 0,4-3 0,-2-8 0,7-7 0,1-3 0,-3-2 0,7-4 0,-5-10 0,5 3 0,1-9 0,6 1 0,2-6 0,1 0 0,5 0 0,3-2 0,6-3 0,4 1 0,8-8 0,7 1 0,4-6 0,6-1 0,6 1 0,-1-8 0,9-3 0,1-3 0,-2 3 0,2-7-89,-38 18 1,0 0 0,2 0-1,1-1 89,6-2 0,-1 0 0,-2 2 0,0 2 0,0 1 0,-1 1 0,43-13 0,-12 8 0,-2 0-195,2 4 0,-3 2 195,1-5 0,-7 1 0,1 0 0,-9 4 0,-2-5 0,-7 5 0,-1-10 0,-5 4 0,-4 2 0,-6 0 0,6-1 0,-6-1 0,6-4 0,-6 4 0,6-4 0,0 2 0,4 0 0,-4-2 388,-6 2 1,-4 0-389,-2-1 0,-7 2 211,-4-2 1,-4-3-212,-2 2 0,-5-8 0,-3 3 0,1-7 0,0-5 0,-5 2 0,7-8 0,-8 0 0,1-5 0,5-3 0,1-3 0,5-4 0,1-8 0,0-2 0,0-1 0,2-7 0,4-5 0,-3 8 0,2-10 0,3 9-239,-2-3 0,-2 4 239,-9-10 0,-5 11 0,-7-5 0,0 9-28,0 8 0,-1 0 28,-5 12 0,-4 11 0,-7 17 0,0 5 0,0 5 0,-1 2 0,1-3 0,-6 5 0,0-3 0,0 6 0,6-5 0,-6 5 118,0-5 1,0 1 0,6-3 0,-2 1-119,-4-1 0,-2-2 29,-4-2 1,-3-1-30,3 1 0,-3 0 0,-3 0 0,-5 0 0,0 1 0,2 3 0,1 2 0,1 5 0,-4-6 0,2 9 0,-8-3 0,6 6 0,-6 6 0,0 3 0,-8 8 0,-1 2 0,-2 4 0,-16-2 0,-2 8 0,-9 0-203,39-12 0,-2 0 1,-3 0-1,-1 0 203,-3 1 0,-1-1 0,1 0 0,1 0 0,4 0 0,1 1 0,-2-2 0,0 0 0,3-1 0,0 1 0,1-2 0,-1 0-133,0 1 0,0 1 0,-39 14 133,6-1 0,5 9 0,-5-3 0,-1 9 0,-5-4 0,0 0 0,0-4 0,2 2 0,4 2 0,2 1 0,14-7 0,3-2 0,21-3 0,2 2 0,9-8 0,6-2 0,4-2 0,10-2 0,1 0 0,8 0 0,9 8 0,7 2 0,5 0 194,0-5 0,-2-10 1,-2-4-1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30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21735 4092 8912,'11'-2'0,"1"-4"0,-1-5 0,0-3 0,-1 1 0,-2 2 0,3 5 0,-3-6 0,1-1 0,1-2 0,1-2 0,3-1 0,-9 1 0,-1 0 0,-2 0 0,4 0 0,0-1 0,-1 1 0,-5 0 0,-1 6 0,-5-1 0,-4 6 0,-7-3 0,0 1 0,0 4 0,-8 4 0,-4 6 0,-2 6 0,3 11 0,-5 3 0,5 9 0,3 7 0,2 4 0,-2 11 0,4 6 0,4 6 0,3 5 0,9 14 0,-1-37 0,0 1 0,4 0 0,0-1-186,-1 4 1,1-1 0,0 44 185,2-7 0,0-12 0,0-11 0,-6-8 0,0-16 0,2-10 0,2-15 0,-5-11 0,5-16 0,-4-3 0,-3-12 0,-1-4 0,-7-7 0</inkml:trace>
  <inkml:trace contextRef="#ctx0" brushRef="#br0" timeOffset="1">21201 4745 8912,'-17'18'0,"7"-1"0,5 0 0,3-6 0,2 1 0,9-8 0,8 1 0,8-3 0,10-2 0,9-9 0,7-8 0,3-3 0,7-8 0,0-3 0,0-1 0,1 3 0,1 0 0,-4 8 0,-7-2 0,-8 4 0,-2 2 0,-8 0 0</inkml:trace>
  <inkml:trace contextRef="#ctx0" brushRef="#br0" timeOffset="2">22234 4883 8912,'0'-12'0,"0"1"0,0 7 0,-8-4 0,-2 10 0,-1 4 0,-1 6 0,1 5 0,-6 6 0,1 3 0,5 9 0,-4-1 0,3 1 0,3 7 0,-1 3 0,2 5 0,5 2 0,1-1 0,2 1 0,0-8 0,0-4 0,2-6 0,3-5 0,5-6 0,7-12 0,6-3 0,0-8 0,6-10 0,-4-7 0,1-9 0,5-7 0,1-7 0,3 0 0,-3-2 0,-3 2 0,-4 3 0,-8-3 0,-2-2 0,-3 2 0,-4 2 0,-8 9 0,-8-1 0,-6 7 0,-5 2 0,-4 2 0,-5 9 0,5 4 0,-6 4 0,6 2 0,0 0 0,6 0 0,2 2 0,3 4 0,-3 2 0,3 3 0,3 4 0,-1-3 0,3 3 0,-7 2 0,5 1 0</inkml:trace>
  <inkml:trace contextRef="#ctx0" brushRef="#br0" timeOffset="3">21993 5261 8912,'-10'0'0,"2"0"0,10 0 0,4 0 0,6 0 0,11 0 0,3-2 0,11-2 0,1-3 0,2-3 0,8 4 0,-2-5 0,2 5 0,-3-5 0,-3 7 0,-7-2 0,-3 4 0,-3 2 0,-10 0 0,-7 0 0,-16 0 0,-2 0 0,-9 2 0,-8 4 0,2-4 0,-8 4 0,2 1 0,-1-1 0,-5-8 0,6-7 0</inkml:trace>
  <inkml:trace contextRef="#ctx0" brushRef="#br0" timeOffset="4">22905 4625 8912,'9'-2'0,"-3"-4"0,-4 4 0,6-5 0,-6-1 0,5 4 0,-7-7 0,0 7 0,-2-4 0,-3 8 0,1 0 0,-8 0 0,-1 0 0,-2 2 0,-3 4 0,1 4 0,0 7 0,0 2 0,-1 4 0,1 2 0,0 3 0,2 5 0,3-5 0,5 3 0,7-2 0,0 1 0,0-7 0,2-4 0,3-5 0,7-1 0,11-7 0,-4-1 0,4-5 0,-2-1 0,2-5 0,-4-2 0,4-3 0,-6-5 0,-5 5 0,1 1 0,-7-1 0,-1 7 0,1-5 0,0 3 0,-2 4 0,-10-4 0,2 4 0,-7 2 0,5 0 0,-6 0 0,9 0 0,-13-7 0,7-3 0</inkml:trace>
  <inkml:trace contextRef="#ctx0" brushRef="#br0" timeOffset="5">23834 4040 8912,'-17'-7'0,"0"5"0,-1-4 0,1 4 0,0 2 0,0 2 0,0 4 0,-1 3 0,1 10 0,0 4 0,0 6 0,0 11 0,1 6 0,3 4 0,1 1 0,9 9 0,-3 3 0,4 2 0,2-2 0,2-4 0,4-8 0,-3-9 0,9-7 0,1-12 0,3-10 0,1-5 0,0-8 0,-2-2 0,-3-4 0,3-3 0,-5-16 0,7-2 0</inkml:trace>
  <inkml:trace contextRef="#ctx0" brushRef="#br0" timeOffset="6">23817 4281 8912,'11'6'0,"1"0"0,-1-1 0,6-5 0,1 0 0,-1 0 0,0 0 0,0 0 0,0 0 0,1 0 0,5 0 0,0 0 0,0 2 0,-6 4 0,0-2 0,0 7 0,-7 1 0,-3 5 0,-9 2 0,-3 2 0,-7 2 0,-5 6 0,-6-7 0,-2 1 0,-3-5 0,-3-1 0,8 0 0,0-7 0,6-5 0,7-3 0,3-9 0,7-3 0</inkml:trace>
  <inkml:trace contextRef="#ctx0" brushRef="#br0" timeOffset="7">24213 4195 8912,'-12'2'0,"1"4"0,5-2 0,-6 7 0,1-5 0,-6 5 0,1 6 0,5 6 0,-4 8 0,3-2 0,5 3 0,1 2 0,4-1 0,2-4 0,8 3 0,5-5 0,6-2 0,4-8 0,6-2 0,-6-9 0,7-2 0,-1-10 0,-4 4 0,0-21 0,-8 4 0</inkml:trace>
  <inkml:trace contextRef="#ctx0" brushRef="#br0" timeOffset="8">24299 3903 8912,'0'11'0,"0"1"0,7-7 0,5 7 0,5 3 0,6 6 0,-2 8 0,8 11 0,-1-2 0,5 8 0,-4 2 0,-7 2 0,-4 1 0,-7 1 0,-3-3 0,-10-1 0,-4-4 0,-5-2 0,-10-2 0,-2-5 0,0-9 0,6-3 0,-1-11 0,1-7 0,0-3 0,0-2 0</inkml:trace>
  <inkml:trace contextRef="#ctx0" brushRef="#br0" timeOffset="9">25021 4178 8912,'12'0'0,"-1"0"0,8 0 0,10 0 0,13-2 0,10-4 0,15-3 0,13-10 0,2-2 0,-1-2 0,-13 0 0,-10 6 0,-20-1 0,-9 1 0,-16 8 0,-7 1 0,-12 8 0,-13 0 0,-14 2 0,-7 4 0,-4 5 0,6 4 0,-2 3 0,4-1 0,1 0 0,1 0 0</inkml:trace>
  <inkml:trace contextRef="#ctx0" brushRef="#br0" timeOffset="10">26501 3765 8912,'-17'0'0,"0"-5"0,0-1 0,1 4 0,3 6 0,2 7 0,1 12 0,-1 6 0,5 5 0,4 6 0,2-3 0,0 5 0,0-2 0,0 0 0,2 0 0,4-8 0,3-3 0,1-6 0,3-10 0,-5-5 0,1-6 0,-3-8 0,5-17 0,-5-11 0,6-12 0,-1-4 0,-1-1 0,3 1 0,-7 4 0,5-1 0,-5 6 0,7 3 0,-1 10 0,-3 3 0,3 8 0,-1 7 0,7 6 0,-1 8 0,0 13 0,0 12 0,-1 3 0,-5 3 0,4 5 0,-3 0 0,-3 0 0,3-6 0,-6-1 0,5-4 0,-7-5 0,2-6 0,-3-3 0,1-2 0,2-1 0,5-10 0,-5-2 0,8-14 0,-3-9 0,4-7 0,3 1 0,-1-9 0,0-2 0,0-6 0,0 6 0,1 2 0,-1 9 0,-6 4 0,-1 8 0,-1 2 0,1 3 0,-6 6 0,1 12 0,-1 6 0,2 11 0,-4 3 0,4 9 0,-2 5 0,1 0 0,-1 0 0,8-6 0,-7-5 0,7 0 0,-1-8 0,6 0 0,1-8 0,-1-5 0,0-8 0,0-2 0,0-4 0,1-9 0,-1-8 0,-6-6 0,1 6 0,-3-7 0,3 1 0,-3 4 0,-3 2 0,-4 4 0,6 2 0,-1 0 0,-5 7 0,8 5 0,-4 10 0,-3 5 0,9 7 0,-6 6 0,5 0 0,-5 2 0,5-2 0,1-4 0,5 4 0,0-6 0,0-6 0,1-5 0,-1-4 0,0-2 0,0 0 0,0-10 0,1-7 0,-3-2 0,-4-10 0,-1-5 0,-4-6 0,-6 6 0,0 5 0,-8 0 0,-9-5 0,-2 1 0,-4 7 0,-6 7 0,-3 5 0,3 10 0,0-1 0,6 5 0,-5 5 0,12 5 0,-1 7 0,11 2 0,1 4 0,3-4 0,17 6 0,4-8 0</inkml:trace>
  <inkml:trace contextRef="#ctx0" brushRef="#br0" timeOffset="11">27981 3697 8912,'-42'7'0,"6"-3"0,-4 7 0,2 1 0,-1 7 0,-1 2 0,2 2 0,3 6 0,7-6 0,5-1 0,11-4 0,5-1 0,9-2 0,3-3 0,7-5 0,11-7 0,-2 0 0,6 0 0,-3-4 0,-3-7 0,4-2 0,-2-16 0,0 0 0,-6-5 0,1-1 0,-1 1 0,0-6 0,0 0 0,0-10 0,1-1 0,-3-1 0,-4-5 0,3 3 0,-7 3 0,1 1 0,0 4 0,-2 6 0,-6 11 0,0 12 0,0 11 0,0 12 0,-2 17 0,-4 11 0,4 18 0,-4 0 0,4 11 0,2 0 0,0-4 0,0-2 0,0-3 0,0-3 0,8-1 0,3-4 0,7-4 0,5-8 0,1-9 0,5-8 0,4-7 0,-5-10 0,5-4 0,1-7 0,1-9 0,-1-14 0,2 0 0,5-1 0,-13-5 0,1 0 0,-10 0 0,-8 6 0,-3-1 0,-8 1 0,-2 1 0,-4 5 0,-9-3 0,-10 8 0,-1 4 0,-5 6 0,6 5 0,2 8 0,-2 10 0,2 7 0,0 8 0,6 9 0,6 2 0,-1 4 0,8-1 0,-1 5 0,3-2 0,2-4 0,7-2 0,5-2 0,11-7 0,6-4 0,9-11 0,2-7 0,6-5 0,-6-5 0,6-13 0,-6-10 0,0-7 0,-7-3 0,-3-4 0,-1-2 0,-14 0 0,2-2 0,-5-3 0,-1 3 0,-3-4 0,-8-1 0,-2-1 0,-4 1 0,3-7 0,-9 1 0,3 7 0,-5 12 0,5 7 0,1 9 0,-5 10 0,9 20 0,-8 15 0,7 22 0,-7 13 0,8 12 0,-1 5 0,-3 5 0,2-5 0,0-3 0,6-5 0,0-4 0,0-4 0,8 3 0,4-17 0,-3-4 0,3-7 0,-1-2 0,6-9 0,-5-7 0,-1-11 0,1-3 0,5-2 0</inkml:trace>
  <inkml:trace contextRef="#ctx0" brushRef="#br0" timeOffset="12">30184 2888 8912,'-17'0'0,"0"0"0,-3-1 0,-1-3 0,-2-2 0,2 2 0,2 2 0,2 2 0,0 10 0,-2 5 0,0 8 0,1 4 0,-3 15 0,12 11 0,-1 8 0,5 10 0,3 4 0,4 5 0,3-6 0,7-3 0,9-8 0,2-4 0,-2-5 0,-2-10 0,-2-14 0,0-7 0,1-4 0,-9-9 0,-9-10 0,-9-10 0</inkml:trace>
  <inkml:trace contextRef="#ctx0" brushRef="#br0" timeOffset="13">29771 3421 8912,'11'-1'0,"1"-3"0,3-2 0,6 2 0,6 2 0,7 2 0,7 0 0,1 0 0,2 0 0,3 0 0,9-5 0,1-1 0,-1 0 0,-10 6 0,1-2 0,-6-4 0,3 3 0,-10-9 0,2 3 0,-13-5 0,-4 3 0,-5-3 0,-7-1 0,-9 0 0,-3 3 0,-11 5 0,-6 7 0,-9 0 0,2 0 0,2 2 0,-1 3 0,7 7 0,-2 9 0,4 4 0,1 1 0,3 1 0,4 2 0,3-2 0,8-5 0,0-2 0,0 2 0,2-4 0,4-7 0,11-3 0,12-8 0,5 0 0,4-2 0,2-6 0,-1-9 0,-3-8 0,-2-9 0,-1-1 0,-4 1 0,-12 0 0,-11-1 0,-5 3 0,-1 3 0,-15-1 0,-8 7 0,-7 2 0,-5 9 0,1 5 0,-1 7 0,3 1 0,3 5 0,4-2 0,8 7 0,2 3 0,3 9 0,5-4 0,7 4 0,0-4 0,0-2 0</inkml:trace>
  <inkml:trace contextRef="#ctx0" brushRef="#br0" timeOffset="14">30890 3146 8912,'9'-17'0,"5"0"0,-9 0 0,9 5 0,-3 1 0,4 7 0,3-2 0,-1 4 0,6 4 0,0 4 0,0 11 0,-6 12 0,-2-2 0,-3 1 0,1 3 0,-7 9 0,-1-4 0,-5 4 0,0-5 0,-1-5 0,-5-3 0,-6-2 0,-1 0 0,2-2 0,-5-12 0,5 1 0,1-9 0,-1-3 0,7-9 0,-2-8 0,4-8 0,2-11 0,2-7 0,4-8 0,5-3 0,12-9 0,4 2 0,7-2 0,7-2 0,-1 8 0,2 7 0,-2 10 0,-6 8 0,1 9 0,-1 2 0,-7 15 0,0 2 0,5-5 0,-5-1 0</inkml:trace>
  <inkml:trace contextRef="#ctx0" brushRef="#br0" timeOffset="15">27276 4848 8912,'-23'-15'0,"-2"4"0,-2 5 0,-3 4 0,-3 2 0,1 2 0,3 4 0,-4 5 0,5 12 0,-3 6 0,2 3 0,5 8 0,8 4 0,5 4 0,5 6 0,4 1 0,6-3 0,6-3 0,7-3 0,13-6 0,3-11 0,5-8 0,0-8 0,-1 1 0,-3-9 0,0-1 0,1-10 0,-1-7 0,1-8 0,-8-8 0,-5-11 0,-2 4 0,-3-21 0,0 3 0</inkml:trace>
  <inkml:trace contextRef="#ctx0" brushRef="#br0" timeOffset="16">27327 4694 8912,'0'19'0,"0"4"0,0 5 0,0 13 0,0 4 0,0 13 0,2-3 0,2 8 0,4 0 0,1-2 0,5-3 0,9-13 0,-2-4 0,7-13 0,-7-11 0,12-17 0,-6-9 0</inkml:trace>
  <inkml:trace contextRef="#ctx0" brushRef="#br0" timeOffset="17">27792 4917 8912,'-27'17'0,"2"1"0,2 1 0,0 4 0,-5 1 0,5 5 0,2 4 0,9-5 0,5-1 0,7 0 0,0-2 0,0-4 0,7-4 0,5-6 0,3 3 0,2-9 0,1 1 0,-1-6 0,0-8 0,0-3 0,0-4 0,1-2 0,-3-6 0,-4 0 0,3-6 0,-9 6 0,-1 0 0,-2-2 0,4 6 0,0-4 0,-1 4 0,-5 2 0,0 0 0,2 2 0,4 3 0,-4 4 0,8 16 0,-5 4 0,3 9 0,5 1 0,-1 1 0,1 2 0,-3-6 0,1 4 0,1-4 0,5-1 0,-6-7 0,1 0 0,-1-7 0,7 2 0,-9-4 0,6-2 0,-13-8 0,6-1 0</inkml:trace>
  <inkml:trace contextRef="#ctx0" brushRef="#br0" timeOffset="18">28325 4831 8912,'0'-17'0,"0"0"0,2 0 0,4 0 0,-4-1 0,6 1 0,-8 0 0,0 7 0,-8 5 0,-3 10 0,-5 5 0,-3 9 0,-2 2 0,-2 2 0,0 8 0,6-3 0,0-1 0,0 2 0,5-6 0,1 5 0,7-7 0,-2 2 0,4-4 0,2-2 0,2-5 0,4-3 0,5-1 0,5-4 0,8-2 0,5-2 0,4 0 0,1 0 0,-5 0 0,-1 0 0,-5 0 0,6 0 0,-8 0 0,-4 0 0,-9 7 0,-10 3 0,-6 1 0,-9 1 0,0-3 0,-6 3 0,-2 1 0,2-7 0,0 5 0,6-5 0,0-2 0,0-10 0,7-3 0,-5-16 0,5-2 0</inkml:trace>
  <inkml:trace contextRef="#ctx0" brushRef="#br0" timeOffset="19">28687 4659 8912,'-17'0'0,"-1"2"0,1 4 0,2-2 0,3 7 0,-3-5 0,4 5 0,1-1 0,1 3 0,1-1 0,4 1 0,2 3 0,2 1 0,0 0 0,0 0 0,0 0 0,2-1 0,4-5 0,1 4 0,5-3 0,1-3 0,-7 3 0,7-8 0,-3 3 0,1-1 0,1 0 0,-8 7 0,11-3 0,-13 1 0,4 1 0,-4-7 0,-2 7 0,0-7 0,0 7 0,-8-6 0,-3 5 0,-5-5 0,-3 5 0,-4 1 0,-6-3 0,-3-1 0,-2 0 0,-1 1 0</inkml:trace>
  <inkml:trace contextRef="#ctx0" brushRef="#br0" timeOffset="20">30064 4453 8912,'-12'0'0,"1"0"0,-3 0 0,-1 0 0,-2 0 0,1-2 0,5-4 0,1 4 0,5-3 0,-3 12 0,-3 11 0,-5 6 0,5 13 0,-5 3 0,-1 6 0,0 5 0,0 7 0,7-5 0,5 4 0,5-9 0,5-6 0,9-4 0,7-5 0,13-18 0,12-3 0,6-16 0,5-8 0,-2-5 0,9-6-241,-17-4 0,3-7 0,-16 0 0</inkml:trace>
  <inkml:trace contextRef="#ctx0" brushRef="#br0" timeOffset="21">28635 6104 8912,'-11'-18'0,"1"1"0,3 0 0,1 0 0,0 0 0,0-1 0,1 9 0,5 3 0,0 12 0,0 9 0,0 12 0,0 3 0,0 7 0,5 9 0,1-1 0,6 5 0,-7 2 0,3 5 0,-4 2 0,1 0 0,-1 1 0,-2-3 0,-2-5 0,0-3 0,0-3 0,0-6 0,0-11 0,0-4 0,8-16 0,0-24 0,5-19 0,-2-12 0,1-14 0,5-1 0</inkml:trace>
  <inkml:trace contextRef="#ctx0" brushRef="#br0" timeOffset="22">28911 6138 8912,'0'-17'0,"7"-8"0,-5 6 0,6 2 0,-10 11 0,-4 14 0,-5 9 0,-5 4 0,-1 13 0,0-3 0,0 9 0,0 4 0,-1 0 0,1 0 0,0-4 0,0 2 0,-1-2 0,7-2 0,0-9 0,7 1 0,-2-7 0,4 0 0,2-13 0,13-3 0,5-7 0,10-9 0,1-8 0,9-1 0,4-5 0,2 4 0,4 2 0,-4-6 0,2 0 0,-8 0 0,4 6 0,-7 0 0</inkml:trace>
  <inkml:trace contextRef="#ctx0" brushRef="#br0" timeOffset="23">29616 6207 8912,'-8'-10'0,"-1"-3"0,-8 7 0,5-5 0,1 5 0,-3 0 0,-1-1 0,4 5 0,-1-4 0,1 10 0,-5 3 0,3 5 0,2 7 0,1 0 0,-2 10 0,-1-1 0,7 7 0,1-3 0,5-3 0,0 3 0,0-3 0,7-2 0,5 1 0,5-7 0,6 2 0,4-6 0,7-5 0,-5-4 0,-1-8 0,1-8 0,6-2 0</inkml:trace>
  <inkml:trace contextRef="#ctx0" brushRef="#br0" timeOffset="24">30029 5897 8912,'-17'-9'0,"5"-5"0,1 9 0,7-1 0,-11 21 0,5 8 0,-1 10 0,-1 7 0,9 4 0,-3 7 0,4 1 0,2-3 0,2-1 0,4-2 0,9-8 0,8 2 0,7-11 0,-1-6 0,4-6 0,1-5 0,0-7 0,1-10 0,-1-13 0,1-8 0</inkml:trace>
  <inkml:trace contextRef="#ctx0" brushRef="#br0" timeOffset="25">30391 6035 8912,'-18'0'0,"1"0"0,0 0 0,0 0 0,-1 2 0,1 3 0,0 5 0,0 7 0,0 2 0,-1 4 0,7 4 0,-1 7 0,9-5 0,-3 0 0,4-3 0,2 3 0,0-4 0,0-8 0,8-7 0,3-5 0,4-10 0,3-7 0,-1-11 0,0-5 0,-5 1 0,-1-2 0,2-1 0,3-3 0,-5-1 0,1-1 0,-9 7 0,3-1 0,2 8 0,-2-2 0,-1 4 0,-5 2 0,6 11 0,0 12 0,0 3 0,-6 16 0,0-2 0,0 0 0,5 6 0,1-6 0,2 5 0,-3-5 0,-1-6 0,6-5 0,-1-1 0,1-1 0,1-2 0,7-8 0,-1-2 0,0-4 0,6-4 0,0-7 0,2 0 0,-2 0 0,-6-6 0,0 0 0,0-2 0,-5 2 0,-5 2 0,-1-8 0,-4 8 0,-2-1 0,0 8 0,-2 3 0,-4-3 0,5 7 0,-13 1 0,8 12 0,1 3 0,5 8 0,0 3 0,2 1 0,3 3 0,7 3 0,1 0 0,-1 2 0,3 1 0,-4-7 0,5 6 0,1-6 0,-2 5 0,-1-7 0,-5-4 0,-1-3 0,-2-3 0,-6 6 0,-2-1 0,-4-5 0,2 3 0,-7-9 0,-1 1 0,-5-6 0,0 0 0,1-2 0,5-4 0,-4-11 0,5-10 0</inkml:trace>
  <inkml:trace contextRef="#ctx0" brushRef="#br0" timeOffset="26">30958 5777 8912,'0'-17'0,"0"0"0,0-1 0,0 1 0,-2 8 0,-3 3 0,1 4 0,-8 2 0,7 8 0,-7 3 0,8 4 0,-1 3 0,-3 4 0,2 1 0,1 6 0,5-4 0,0 2 0,0 3 0,0-3 0,0 2 0,0-7 0,0 7 0,5-6 0,1 6 0,7-6 0,-3 3 0,1-1 0,1-4 0,-3-2 0,3-1 0,3-3 0,-3-4 0,-5-1 0,-1-4 0,4-5 0,-10 9 0,0-6 0,-10 2 0,-5-1 0,-2-5 0,-1 0 0,1 0 0,0 0 0,0 0 0,-8 0 0,-2 0 0</inkml:trace>
  <inkml:trace contextRef="#ctx0" brushRef="#br0" timeOffset="27">31062 5966 8912,'17'-8'0,"0"5"0,0-9 0,8 3 0,4-5 0,5 3 0,6-3 0,-3-7 0,3-2 0,-6 0 0,-5 6 0,-6 0 0,-12 0 0,-5 0 0,-6 7 0,-6 4 0,-5 6 0,-12 6 0,-4 4 0,-7 7 0,1 8 0,5 1 0,5 3 0,4 0 0,1-1 0,1 7 0,2-3 0,3-3 0,5 2 0,7-9 0,7 1 0,5-5 0,11-9 0,5-3 0,5-4 0,3-4 0,3-4 0,1-5 0,6-10 0,-6-2 0,6-10 0,-6-1 0,4-1 0,-10-5 0,2 6 0,-13 3 0,-2 5 0,-1 1 0,-11-4 0,-3 6 0,-4 8 0,-2 0 0,-8 13 0,-1-2 0,-1 8 0,2 5 0,8 9 0,0 6 0,0 5 0,0-2 0,0 1 0,2 7 0,4 5 0,2 0 0,5-6 0,-1 1 0,1-1 0,-5-5 0,-3-1 0,-3-1 0,-2 2 0,-2-4 0,-3-8 0,-11 0 0,-9 0 0,-1 0 0,-5 1 0,-1-3 0,-3-4 0,-5 3 0,0-8 0,-8 5 0,2-5 0,-11-1 0,-4-5 0</inkml:trace>
  <inkml:trace contextRef="#ctx0" brushRef="#br0" timeOffset="28">28515 7720 8912,'-17'0'0,"-1"0"0,1 0 0,23-4 0,11-6 0,14-9 0,9-6 0,2-3 0,6-5 0,-2 5 0,1 5 0,-5 4 0,-3 3 0,-9 5 0,-7 5 0,-11 12 0,-12 11 0,-10 10 0</inkml:trace>
  <inkml:trace contextRef="#ctx0" brushRef="#br0" timeOffset="29">28480 8253 8912,'-11'0'0,"1"-2"0,3-4 0,1 2 0,8-9 0,5-4 0,11-4 0,3-10 0,13 2 0,-3-1 0,9-1 0,-4 5 0,-1 1 0,-1-4 0,0 6 0,-7 0 0,-4 6 0,-6-6 0,-5 0 0,-4-7 0,-8 3 0</inkml:trace>
  <inkml:trace contextRef="#ctx0" brushRef="#br0" timeOffset="30">28584 7307 8912,'17'0'0,"2"-2"0,4-4 0,11 5 0,12-3 0,4 9 0,2 13 0,5 8 0,0 14 0,4 12 0,-9 11 0,-6 6 0,-17 5 0,-8 5 0,-8-1 0,-7 4 0,-12-7 0,-5-3-107,-12-9 1,-4 2 106,-8-7 0,1 5 0,0-6 0,-1-9 0,1-14 0,-1-7 0,1-10 0</inkml:trace>
  <inkml:trace contextRef="#ctx0" brushRef="#br0" timeOffset="31">29565 7565 8912,'-8'-27'0,"-2"10"0,1 15 0,7 16 0,9 26 0,3 5 0,3 5 0,1 2 0,-1-1 0,-1 1 0,1-1 0,2 1 0,1-2 0,-3-4 0,-2-6 0,-1-4 0,2-2 0,1-1 0,-7-5 0,-3-5 0,-1-11 0,-2-14 0,0-15 0,8-16 0,2-11 0</inkml:trace>
  <inkml:trace contextRef="#ctx0" brushRef="#br0" timeOffset="32">29978 7513 8912,'-6'-17'0,"-2"2"0,-1 3 0,5 5 0,-12 14 0,5 5 0,-6 13 0,-6 9 0,-2 8 0,-4 10 0,-1-6 0,7-2 0,2-1 0,2 1 0,1-5 0,1 1 0,8-6 0,3-5 0,4-4 0,15-10 0,5-4 0,18-5 0,6-12 0,10-7 0,5-8 0,8 0 0,-2-8 0,2 8 0,-2-2 0,-4-1 0,-7 1 0,0 0 0,-3 5 0,-3 1 0,-4 0 0,-7 0 0</inkml:trace>
  <inkml:trace contextRef="#ctx0" brushRef="#br0" timeOffset="33">30563 7565 8912,'-10'0'0,"2"0"0,8 8 0,0-5 0,0 9 0,0-6 0,0 5 0,0 2 0,0 3 0,6 3 0,0 4 0,5-4 0,-5 4 0,2 2 0,-3-2 0,-3 5 0,4-5 0,-4-2 0,6-2 0,-6-9 0,5-3 0,-7-22 0,0-8 0,2-9 0,2-8 0,2-4 0,-2 0 0,3-6 0,-1 4 0,7 4 0,-1 2 0,-3 6 0,3 5 0,-1 0 0,6 12 0,1 8 0,-7 9 0,1 11 0,-1 8 0,6 16 0,-1-1 0,-5 0 0,4 1 0,-3-1 0,-3 1 0,3-1 0,-6-7 0,3-4 0,-1-4 0,-4-2 0,-2-6 0,-2 1 0,7-8 0,-5-6 0,4-15 0,2-3 0,-3-8 0,7-7 0,-7-5 0,1 0 0,2-2 0,-4 0 0,7-4 0,-7 6 0,2 11 0,-4 5 0,-2 6 0,2 3 0,3 4 0,-3 3 0,6 10 0,-8 4 0,0 9 0,2 8 0,2-2 0,1-2 0,1 0 0,-6 4 0,8-4 0,-4 4 0,7-11 0,-7 3 0,11-6 0,-5 1 0,7-2 0,-6-8 0,1 0 0,-6 0 0,5 0 0,-5 0 0,5 2 0,3 3 0,-5-3 0,3 4 0,-1 2 0,6-3 0,-5 3 0,-1-2 0,1-4 0,5 3 0,0-1 0,0 0 0,1 2 0,-7-1 0,1-5 0,-3-7 0,3-5 0,1-3 0,-7-2 0,-1-6 0,-5 0 0,6-6 0,0 6 0,-2 0 0,-8 6 0,-4 0 0,-1 0 0,-3 7 0,-5 5 0,0 3 0,0 2 0,-1 0 0,9 7 0,3 5 0,12 1 0,5-1 0,12 1 0,6-7 0,11-1 0,4-5 0</inkml:trace>
  <inkml:trace contextRef="#ctx0" brushRef="#br0" timeOffset="34">31681 7341 8912,'-17'10'0,"5"5"0,1-3 0,5 3 0,-5 2 0,5 6 0,-3 0 0,-1-2 0,0-2 0,7-2 0,-3 1 0,4-1 0,2 0 0,2-7 0,4-5 0,3-16 0,8-6 0,-5-12 0,-1 0 0,1-5 0,5-6 0,-2 2 0,-1-8 0,-3-4 0,2-5 0,-5 1 0,-2-3 0,-4 9 0,-2 2 0,0 14 0,0-3 0,-2 14 0,-4 4 0,-2 15 0,-3 14 0,-2 11 0,7 5 0,-6 11 0,7 1 0,-1 5 0,6-4 0,0-1 0,0-6 0,0-5 0,0-1 0,0 1 0,0-2 0,8-8 0,3-8 0,4-7 0,3 2 0,6-4 0,5-2 0,-2-8 0,2-5 0,1-8 0,3-8 0,-1-1 0,-3 1 0,-4-2 0,-8 8 0,-2-5 0,-3 5 0,-5-6 0,-7 6 0,-2 0 0,-3 8 0,-7 2 0,-3 1 0,-8 8 0,0-1 0,0 5 0,6 5 0,0 5 0,-1 7 0,1 6 0,0 0 0,7 6 0,5-6 0,3 0 0,2-4 0,0 4 0,0-4 0,0 4 0,13-12 0,4-5 0,10-4 0,-4-2 0,8-2 0,-3-4 0,5-3 0,1-9 0,5-7 0,-3-1 0,-5-3 0,-5 0 0,-3-1 0,-6-10 0,1 2 0,-1-8 0,-8 6 0,-3-6 0,-4 0 0,-2-6 0,0-1 0,0-5 0,-6 11 0,1-5 0,-3 20 0,2 3 0,4 8 0,-5 13 0,7 8 0,-6 18 0,0 16 0,-1 18 0,3 14 0,-2 9 0,2 3 0,2-3 0,2 5 0,2-7 0,4 1 0,5-11 0,12-6 0,4-13 0,7-9 0,-1-5 0,-2-13 0,-3-7 0,3-6 0,1-18 0,3-3 0,5-17 0,0 0 0,-2-7 0,-9 1 0,5-6 0,1-11 0,-8 4 0,1-5 0,-7 5 0,-3 1 0,-3-1 0,-4-5 0,3 13 0,-9-1 0,1 15 0,-6 8 0,0 12 0,0 7 0,0 15 0,2 14 0,4 12 0,-4 7 0,3 7 0,-3 1 0,-2-1 0,0 1 0,0-1 0,-3 3 0,-9 3 0,-7-3 0,-15 3 0,-16-9 0,-8-2 0,-8 1 0,-9 3 0,-3 0 0,-8-4 0,38-22 0,0-1-238,-3-2 0,-1-2 1,-7 1-1,-1-1 238,-5-4 0,-2-2 0,-3 4 0,-1-1 0,-2-3 0,-2-1 0,-1-1 0,-1-1 0</inkml:trace>
  <inkml:trace contextRef="#ctx0" brushRef="#br0" timeOffset="35">22698 9336 8912,'-11'0'0,"-1"0"0,-1 0 0,5 0 0,1-8 0,7 4 0,0-7 0,7 7 0,-3-4 0,8 8 0,-9-7 0,5 5 0,-8-8 0,0 5 0,0 3 0,-2-6 0,-4 8 0,-3 0 0,-8 0 0,-8 8 0,-4 3 0,-11 12 0,-6 6 0,-4 5 0,-1 6 0,-7 14 0,3 15 0,3 9 0,4 6 0,18 8-263,1-1 0,10-1 263,8-10 0,12-17 0,17-11 0,8-18 0,15 1 0,8-20 0,9-4 0,7-7 0,-4-4 0,2-2 0,0-3 0,-9-5 0,-3-7 0,-9 0 0,-13 0 0,-4 1 0,-8 5 0,-7-4 175,-5 3 0,-12 2 1,-10-1-176,-10-2 0,-13-10 0,-4-4 0</inkml:trace>
  <inkml:trace contextRef="#ctx0" brushRef="#br0" timeOffset="36">22096 10024 8912,'-27'0'0,"-3"0"0,7 0 0,7 0 0,13-2 0,14-4 0,2 4 0,16-4 0,7-3 0,10-3 0,12-1 0,5 0 0,2 1 0,-2-1 0,6 3 0,0-1-372,-1 7 1,16-19 0,-5 4 0</inkml:trace>
  <inkml:trace contextRef="#ctx0" brushRef="#br0" timeOffset="37">23696 9216 8912,'-7'-18'0,"-5"3"0,-3 2 0,-2 3 0,0 2 0,-3 10 0,-1 12 0,-4 7 0,-1 7 0,-9 14 0,-7 8 0,0 9 0,0 8 0,2 4 0,7 11 0,5-2 0,5 2 0,11 1 0,7-5 0,5-9 0,5-10 0,13-19 0,10-6 0,7-11 0,3-2 0,4-7 0,2-9 0,2-3 0,5-2 0,1-2 0,0-3 0,-8-5 0,5-22 0,-5-5 0</inkml:trace>
  <inkml:trace contextRef="#ctx0" brushRef="#br0" timeOffset="38">24041 9542 8912,'-35'0'0,"-3"-6"0,3 1 0,-3 9 0,11 13 0,1 9 0,3 7 0,0 9 0,6 4 0,-3-2 0,15 2 0,1-1 0,10 5 0,7-4 0,8-6 0,6-13 0,7-10 0,3-7 0,3-10 0,-2-2 0,8-4 0,-6-13 0,6-16 0,-8-1 0,4-12 0,-4-1 0,-3-1 0,-5-5 0,-12 9 0,-9-4 0,-3-1 0,-6 7 0,-6 4 0,-19 11 0,-15 6 0,-17 11 0,-12 7 0,-6 7 0,-5 9 0,6 8-125,10 16 0,5 7 125,8 3 0,10 3 0,13-2 0,3 4 0,23-14 0,-4 4 0,4-4 0</inkml:trace>
  <inkml:trace contextRef="#ctx0" brushRef="#br0" timeOffset="39">24608 9869 8912,'-9'17'0,"-1"8"0,5 4 0,1 11 0,-6 7 0,1 7 0,-1 3 0,4 6 0,-5-5 0,7-3 0,-2-9 0,4-4 0,2-10 0,2-3 0,4-6 0,4-14 0,7-9 0,8-7 0,1-26 0,9-3 0</inkml:trace>
  <inkml:trace contextRef="#ctx0" brushRef="#br0" timeOffset="40">25176 9817 8912,'-17'-17'0,"8"8"0,-5 3 0,8 12 0,1 11 0,5 11 0,0 11 0,0 3 0,0 2 0,0 3 0,5 3 0,1 2 0,6-1 0,-7 1 0,7-6 0,-6-1 0,-1-14 0,-5 9 0,0-13 0</inkml:trace>
  <inkml:trace contextRef="#ctx0" brushRef="#br0" timeOffset="41">25314 9284 8912,'17'0'0,"8"8"0,8 3 0,9 7 0,9 5 0,12 7 0,-1 18 0,-3 17 0,-8 17 0,-30-32 0,-5 3 0,-4 8 0,-3 2 0,-3 6 0,-3 2 0,-3 4 0,-5 3 0,-6 5 0,-5 2-163,-7 1 1,-6 0-1,-6 3 1,-4 1-1,9-26 1,-2 0-1,0-1 1,-2 1-1,0-1 1,-1-1 162,-1 0 0,0-1 0,-1 0 0,-1 0 0,-1 1 0,1-2 0,2-4 0,-1-1 0</inkml:trace>
  <inkml:trace contextRef="#ctx0" brushRef="#br0" timeOffset="42">5524 10969 8912,'17'0'0,"0"0"0,1 0 0,-1-2 0,0-3 0,-5 3 0,-3-6 0,-1 0 0,5 6 0,-3-5 0,1 1 0,1 0 0,-1-7 0,6 5 0,0-5 0,1 2 0,-9 5 0,-3-6 0,4 9 0,-9-5 0,-2 10 0,-17 4 0,-14 5 0,-14 12 0,-6 4 0,-5 7 0,-6 2 0,-12 4 0,5-1-241,-5 7 0,4-1 241,2 7 0,-5-6 0,-1 0 0,5-1 0,4-1 0,9-2 0,11-7 0,6-1 0,4 1 0,11-9 0,8-3 0,7-4 0,10-1 0,0-1 0,8-8 0,3-3 0,6-4 0,6-2 0,12 0 0,11 0 0,9-8 0,4-1 0,3-3 0,3 1 0,2 5 0,1-5 0,-8 7 0,-9-2 0,-7 4 0,-11 4 0,-6 4 241,-10 5 0,-10 12-241,-12 6 0,-13 5 0,-10 6 0,-14 6 0,-10 12 0,-1-5 0,-9 4 0,3-3 0,4-3 0,1-1 0,2-4 0,10-4 0,8-8 0,7-1 0,10-5 0,7-3 0,5-8 0,16-7 0,6-4 0,18 1 0,-1-1 0,18 0 0,-1-6 0,13-8 0,-1-3 0,4-6 0,1-6 0,9 2 0,3-8 0,4-2 0,2-1 0,-9-1 0,-8 5 0,-6-3 0,-15 10 0,-14 4 0,-11 4 0,-10 9 0,-13-4 0,-2 8 0,-3 0 0,1 8 0,-8 3 0,1 5 0,-6 8 0,0 3 0</inkml:trace>
  <inkml:trace contextRef="#ctx0" brushRef="#br0" timeOffset="43">5404 12689 8912,'-18'-8'0,"1"4"0,0-5 0,-2 1 0,-4 4 0,2 6 0,-8 8 0,-1 9 0,-3 5 0,-1 5 0,-1 6 0,7 5 0,-1 0 0,8 7 0,0-1 0,7 2 0,9-2 0,5-6 0,5-11 0,18-4 0,12-8 0,11-8 0,0-3 0,9-8 0,2-9 0,8-1 0,-3-11 0,-1 2 0,-4-2 0,-5 10 0,-6-4 0,-4 3 0,-8-3 0,0 0 0</inkml:trace>
  <inkml:trace contextRef="#ctx0" brushRef="#br0" timeOffset="44">6402 11176 8912,'-6'-12'0,"-2"1"0,-1-1 0,-3 6 0,3 12 0,-5 11 0,9 22 0,1 4 0,2 9 0,2 9 0,0-2 0,0 3 0,0 3 0,0 5 0,2 1 0,2-4 0,1 0 0,3-10 0,-4-4 0,1-9 0,-1-7 0,-2-7 0,-2-20 0,0-3 0</inkml:trace>
  <inkml:trace contextRef="#ctx0" brushRef="#br0" timeOffset="45">6264 11193 8912,'0'-19'0,"0"-2"0,0-2 0,2 2 0,4 9 0,5 5 0,12 7 0,6 0 0,3 0 0,10 0 0,4 0 0,2 1 0,-2 5 0,0 0 0,-12 11 0,2-2 0,-13 14 0,-7 0 0,-11 5 0,-12 8 0,-10 2 0,-10 2 0,-6 0 0,-7-8 0,0 2 0,-8-4 0,2-1 0,4-10 0,2-8 0,4-8 0,1-9 0</inkml:trace>
  <inkml:trace contextRef="#ctx0" brushRef="#br0" timeOffset="46">6178 10832 8912,'0'9'0,"0"-1"0,0-10 0,0-4 0,6 2 0,-1-7 0,11-2 0,1-10 0,2-4 0,10-7 0,-6-1 0,5 1 0,1-8 0,4-4 0,-3-4 0,-1-1 0,-8 9 0,2 7 0,-6 3 0,-4 11 0,-1 5 0,-6 9 0,5 13 0,-7 16 0,2 13 0,3 13 0,3 3 0,3 1 0,2 5 0,-2-5 0,-3-7 0,5 3 0,0-8 0,1 0 0,4-7 0,-2-4 0,-3-6 0,-6-10 0,1-2 0,-8-7 0,11 4 0,-6-8 0</inkml:trace>
  <inkml:trace contextRef="#ctx0" brushRef="#br0" timeOffset="47">7073 11468 8912,'-17'0'0,"-3"-2"0,-1-2 0,-2 0 0,2 6 0,0 8 0,2 7 0,2 6 0,-4 9 0,11 10 0,1 4 0,3 8 0,4-3 0,2 7 0,8-7 0,3-5 0,10-6 0,2-11 0,8-6 0,-2-12 0,3-7 0,3-8 0,-7-13 0,1-12 0,-2-5 0,1-6 0,-3-4 0,-8-8 0,1 3 0,-1 3 0,-2-4 0,-3 6 0,-7 0 0,-3 4 0,-7 11 0,-1 7 0,-13 4 0,1 7 0,-4 3 0,-1 8 0,3 2 0,-2 4 0,2 3 0,3 9 0,0-1 0,0 0 0</inkml:trace>
  <inkml:trace contextRef="#ctx0" brushRef="#br0" timeOffset="48">6952 11743 8912,'-9'0'0,"1"-2"0,10-2 0,4-2 0,11-13 0,12 2 0,5-4 0,6 4 0,4-6 0,8-2 0,-1 0 0,1 1 0,0-7 0,-1 4 0,1-7 0</inkml:trace>
  <inkml:trace contextRef="#ctx0" brushRef="#br0" timeOffset="49">8071 10574 8912,'-23'-17'0,"0"1"0,2 5 0,2 5 0,-6 6 0,-4 8 0,-3 9 0,-3 10 0,3 15 0,3 9 0,-1 10 0,7 16 0,2 7 0,1 6 0,15-42 0,1 1 0,-2 43 0,4 0-179,2-7 0,6-4 179,0-13 0,13-6 0,-2-26 0,4-7 0,4-8 0,0-2 0,4-14 0,3 1 0,-3-6 0,-4-15 0,15-4 0,-4-16 0</inkml:trace>
  <inkml:trace contextRef="#ctx0" brushRef="#br0" timeOffset="50">8260 10711 8912,'0'-17'0,"-2"2"0,-3 3 0,3 5 0,-6 9 0,10 5 0,2 10 0,1 10 0,9 6 0,-3 1 0,5 0 0,1 1 0,6-3 0,0-3 0,2 3 0,-3-5 0,5 0 0,0-4 0,6-4 0,-7-9 0,9-3 0</inkml:trace>
  <inkml:trace contextRef="#ctx0" brushRef="#br0" timeOffset="51">8897 10591 8912,'-8'-10'0,"6"3"0,-13 7 0,5 7 0,-5 5 0,2 5 0,1 6 0,1-2 0,-6 8 0,-1-1 0,1 7 0,0-1 0,0 0 0,-2 3 0,-2 1 0,-2 0 0,2-5 0,-6 1 0,0-7 0</inkml:trace>
  <inkml:trace contextRef="#ctx0" brushRef="#br0" timeOffset="52">8536 10986 8912,'-10'18'0,"2"1"0,8 4 0,0 9 0,0 10 0,0 2 0,0 4 0,0 0 0,0-3 0,8 3 0,3-8 0,5-1 0,1-3 0,0-6 0,0-7 0,1-7 0,-1-9 0,0 3 0</inkml:trace>
  <inkml:trace contextRef="#ctx0" brushRef="#br0" timeOffset="53">9103 10918 8912,'12'-6'0,"-1"-2"0,3 1 0,1-1 0,4 0 0,2 5 0,4-3 0,2 2 0,1 0 0,7-2 0,-1 5 0,1-5 0,-3 4 0,-3 2 0,2-6 0,-9 0 0,1-7 0,-5 3 0</inkml:trace>
  <inkml:trace contextRef="#ctx0" brushRef="#br0" timeOffset="54">9103 11262 8912,'-11'0'0,"-1"0"0,-1 0 0,5 0 0,1-8 0,11-4 0,9-3 0,16-2 0,7-6 0,16 0 0,-3-2 0,14 2 0,-7-3 0,3-9 0,-7 1 0</inkml:trace>
  <inkml:trace contextRef="#ctx0" brushRef="#br0" timeOffset="55">10015 10797 8912,'-17'0'0,"0"-5"0,0-1 0,-6 0 0,-2 6 0,0 0 0,0 0 0,-5 8 0,1 3 0,2 10 0,-1 2 0,7 8 0,-2-3 0,9 5 0,5 1 0,1 1 0,4-1 0,4-5 0,6-1 0,5-9 0,12-1 0,-2-3 0,8-9 0,2-1 0,9-5 0,4-7 0,7-5 0,-1-9 0,-4-2 0,4-7 0,-6 3 0,7-7 0</inkml:trace>
  <inkml:trace contextRef="#ctx0" brushRef="#br0" timeOffset="56">10325 10299 8912,'-2'-18'0,"-2"1"0,-1 0 0,-3 8 0,2 3 0,4 21 0,-5 14 0,1 17 0,0 15 0,-1 6 0,1 19 0,4-2-223,0-36 0,-2 1 0,0 0 0,1-1 223,0 4 0,0 0 0,0-1 0,0 1 0,4-1 0,0-1 0,1 0 0,0-1 0,1 1 0,0-2 0,2 28 96,-5-1 1,2-24-97,4-5 0,-4-13 0,4-5 0,-4-14 0,-2-1 0,0-19 0,7-11 0,3-10 0</inkml:trace>
  <inkml:trace contextRef="#ctx0" brushRef="#br0" timeOffset="57">10618 10797 8912,'-16'-11'0,"5"-1"0,7 1 0,8 1 0,7 3 0,12 9 0,6 1 0,4 3 0,-5 8 0,1-1 0,0 6 0,-3 4 0,-1 2 0,-8-2 0,-1 5 0,-5 5 0,-3-5 0,-8 1 0,0 0 0,-4 5 0,-6-1 0,-7-5 0,-11-1 0,-1-4 0,-9-4 0,-2 4 0,-1-4 0,9-4 0,1-3 0,3-6 0,14-4 0,-9-10 0,14-2 0</inkml:trace>
  <inkml:trace contextRef="#ctx0" brushRef="#br0" timeOffset="58">11014 10814 8912,'-18'0'0,"7"0"0,-1 0 0,7 8 0,-7 4 0,1 5 0,1 6 0,1 3 0,3 9 0,4 7 0,-4 4 0,4 3 0,4 1 0,4-4 0,5-6 0,5-4 0,1-1 0,6-9 0,0-3 0,0-11 0,-6-6 0,8-5 0,-6-1 0,6 0 0</inkml:trace>
  <inkml:trace contextRef="#ctx0" brushRef="#br0" timeOffset="59">11082 10127 8912,'0'-12'0,"0"1"0,0-3 0,2 9 0,4 5 0,9 15 0,12 17 0,4 14 0,5 17 0,2 20 0,-20-36 0,-1 3 0,-1 4 0,0 1-318,-1 2 1,-1 0 0,-1 6 0,-1 1 317,-3 1 0,-1 1 0,-3 1 0,-1 0 0,0-2 0,-2-2 0,-1-5 0,-2-1 0,0-6 0,-4-3 0,-12 32 38,-11-11 1,-7-8-39,-5-9 0,-4-8 0,-8-4 0,8-13 0,4-10 0,4-2 0,2-9 0,-1-1 0</inkml:trace>
  <inkml:trace contextRef="#ctx0" brushRef="#br0" timeOffset="60">12149 11141 8912,'-19'-2'0,"-2"-2"0,-2-1 0,2 1 0,17 2 0,12 2 0,11 0 0,10 0 0,11 0 0,6 0 0,4 0 0,1 0 0,1 0 0,-1 0 0,-7 0 0,-2 0 0</inkml:trace>
  <inkml:trace contextRef="#ctx0" brushRef="#br0" timeOffset="61">12098 11657 8912,'2'-10'0,"3"5"0,7 1 0,3-2 0,12 4 0,7-5 0,12 1 0,10 0 0,-1-5 0,8 5 0,0-15 0,6 2 0</inkml:trace>
  <inkml:trace contextRef="#ctx0" brushRef="#br0" timeOffset="62">14851 10402 8912,'0'-23'0,"2"0"0,2 2 0,2 2 0,-1 4 0,3 3 0,-6 4 0,6 10 0,-12 4 0,-6 6 0,-7 3 0,-14 4 0,-5 4 0,-14 7 0,-11 9 0,-15-1 0,-10 8 0,42-23 0,0 0 0,-4 1 0,0 1 0,1-1 0,0 0-136,2-1 0,0 0 0,-35 15 136,6 2 0,12-4 0,11-1 0,11-8 0,17-4 0,9-6 0,20-6 0,4-3 0,7-8 0,8 0 0,3 0 0,11-2 0,3-2 0,0-4 0,0-1 0,6-4 0,-3-10 0,5 4 204,2-4 0,-3 3-204,-3 3 0,-5 8 0,-13 3 0,-3 4 0,-8 2 0,-9 10 0,-12 7 0,-17 11 0,-17 11 0,-12 12 0,-7 12 0,-3 2-226,-3-2 1,6-2 225,11-3 0,4-5 0,10 1 0,5-10 0,10-10 0,7-11 0,20 0 0,7-12 0,4-3 0,13-8 0,-1 0 0,13-2 0,3-4 0,7-5 0,-1-10 0,8-2 0,-5-6 0,5 6 0,-2-7 0,2 1 0,-11 4 0,-12 4 0,-8 6 0,-9 4 0,-5 7 0,-13-2 451,-3 4-451,-2 2 0,-4 8 0,-5 3 0,1 5 0,-5-7 0,3-1 0</inkml:trace>
  <inkml:trace contextRef="#ctx0" brushRef="#br0" timeOffset="63">14472 11846 8912,'-5'-17'0,"-3"0"0,-1-1 0,-5 3 0,-3 4 0,-6 5 0,-6 6 0,-3 6 0,-3 5 0,1 12 0,0 8 0,-1 7 0,3 0 0,3 6 0,6 0 0,4 0 0,9-4 0,5 2 0,5-6 0,5-9 0,7-6 0,13-6 0,7-3 0,6-6 0,16-6 0,-2-6 0,9-4 0,-2-9 0,2-4 0,2-11 0,6-10 0</inkml:trace>
  <inkml:trace contextRef="#ctx0" brushRef="#br0" timeOffset="64">15453 10797 8912,'-11'0'0,"-1"0"0,-1 0 0,-2 0 0,-1 2 0,5 4 0,3-2 0,8 7 0,8-1 0,3 1 0,5-5 0,7-4 0,0-2 0,0 0 0,1 0 0,1-6 0,4 0 0,-4-7 0,-8 2 0,-2-5 0,-3-1 0,1 0 0,-7 0 0,0-6 0,-6 0 0,-8 0 0,-3 6 0,-7 1 0,-5 5 0,-3 3 0,-9 8 0,1 2 0,-1 4 0,3 11 0,3 12 0,-1 5 0,7 6 0,5 4 0,9 8 0,1-1 0,4 1 0,12 0 0,9-1 0,8-7 0,10-4 0,5-13 0,0-10 0,8-7 0,-2-10 0,3-4 0,3-8 0,0-14 0,-1-18 0</inkml:trace>
  <inkml:trace contextRef="#ctx0" brushRef="#br0" timeOffset="65">15935 10643 8912,'-9'-8'0,"1"6"0,8-6 0,0 8 0,8 8 0,3 5 0,6 6 0,6 4 0,-2 0 0,8-5 0,-6 1 0,6 4 0,-3-6 0,3 0 0,2 0 0,-8-5 0,1 3 0,-1 2 0,-3-7 0,2-5 0,-2-3 0,-3-2 0</inkml:trace>
  <inkml:trace contextRef="#ctx0" brushRef="#br0" timeOffset="66">16262 10522 8912,'-17'0'0,"0"0"0,0 0 0,-3 4 0,-2 7 0,0 5 0,-4 16 0,-1 8 0,0 8 0,-2 0 0,-5 9 0,9-3 0,8-3 0,7-5 0,10 0 0,2-10 0,4-1 0,6-11 0,11-12 0,11-4 0,2-24 0,6-3 0</inkml:trace>
  <inkml:trace contextRef="#ctx0" brushRef="#br0" timeOffset="67">16520 10591 8912,'-2'-17'0,"-3"0"0,-3 9 0,-3 8 0,-3 10 0,8 12 0,1 5 0,5 8 0,-6-1 0,0 2 0,2 2 0,2 3 0,2-1 0,0-6 0,0 0 0,0 1 0,2-1 0,4 1 0,-4-7 0,4 1 0,-4-8 0,-2-4 0,0-9 0</inkml:trace>
  <inkml:trace contextRef="#ctx0" brushRef="#br0" timeOffset="68">16469 10539 8912,'0'-17'0,"0"0"0,0 7 0,9 3 0,8 7 0,3 0 0,8 0 0,1 6 0,5 1 0,1 3 0,-1 3 0,-1 2 0,-5 3 0,-3-1 0,-8 0 0,-1 0 0,-5 0 0,-5 2 0,-12 4 0,-9-4 0,-10 4 0,-2-3 0,-3-3 0,-3 0 0,-1 0 0,5-5 0,0-1 0,8-7 0,-3 3 0</inkml:trace>
  <inkml:trace contextRef="#ctx0" brushRef="#br0" timeOffset="69">17415 10230 8912,'-7'-27'0,"-3"4"0,-2 6 0,3 4 0,-1 3 0,1 2 0,-5 5 0,5 1 0,-3 4 0,1 3 0,1 7 0,-5 17 0,6 9 0,-1 8 0,4 7 0,-1 10 0,1-2 0,2 2 0,2 0 0,2-2 0,0 2 0,0-5 0,0-5 0,0-9 0,0-4 0,0-5 0,0-7 0,0-5 0,0-4 0,-2-9 0,-4-4 0,-3-4 0,-8-10 0,-1-2 0</inkml:trace>
  <inkml:trace contextRef="#ctx0" brushRef="#br0" timeOffset="70">17019 10694 8912,'18'0'0,"8"0"0,7 0 0,9 0 0,8 0 0,-3 0 0,11 0 0,-7-2 0,-5-2 0,-6-1 0,-3 1 0,-3-6 0,1 1 0</inkml:trace>
  <inkml:trace contextRef="#ctx0" brushRef="#br0" timeOffset="71">17209 10110 8912,'-8'-18'0,"-2"-5"0,-7 1 0,0 1 0,0 1 0,0 11 0,-1 3 0,1 4 0,0 12 0,0 9 0,1 13 0,5 12 0,-4 23 0,5 13 0,-1 14 0,5-44 0,0 1 0,1 7 0,1 1 0,-2 1 0,0 0 0,-1 2 0,1 0 0,2-1 0,2-1 0,0-2 0,0 0-118,0-3 0,2-1 0,4-2 0,2-3 118,11 26 0,10-14 0,11-34 0,6-10-42,6-9 0,5-22 0,14-5 0</inkml:trace>
  <inkml:trace contextRef="#ctx0" brushRef="#br0" timeOffset="72">17742 10746 8912,'0'-12'0,"0"1"0,0-3 0,0-1 0,-2 0 0,-4 3 0,-3 5 0,-8 9 0,0 3 0,5 13 0,1 10 0,-3 7 0,-1 5 0,3 9 0,3 11 0,1-1 0,4 0 0,2-4 0,2-9 0,8 0 0,4-11 0,3-1 0,4-17 0,2-7 0,2-6 0,8-8 0,-3-8 0,3-9 0,-2-19 0,-5 2 0,-6-8 0,-3-2 0,-4-1 0,-3-3 0,-8 0 0,-2 9 0,-4 2 0,-5 5 0,-12 2 0,4 1 0,-4 5 0,4 5 0,2 11 0,-1 6 0,1 5 0,6 8 0,-1 5 0,8 3 0,-1 2 0,-5 8 0,1 2 0</inkml:trace>
  <inkml:trace contextRef="#ctx0" brushRef="#br0" timeOffset="73">17604 11038 8912,'-9'-17'0,"1"0"0,10 1 0,4 5 0,5-3 0,12 9 0,4-7 0,8 5 0,-1-1 0,0 0 0,1-5 0,-1 2 0,8-12 0,2-4 0</inkml:trace>
  <inkml:trace contextRef="#ctx0" brushRef="#br0" timeOffset="74">18207 10539 8912,'-17'-9'0,"-3"1"0,-2 8 0,2 2 0,-3 6 0,4 7 0,2 6 0,8 10 0,3-3 0,4 3 0,2-3 0,8 3 0,3-8 0,6 0 0,6-6 0,4-7 0,7-5 0,1-5 0,-1-5 0,1-5 0,-1-7 0</inkml:trace>
  <inkml:trace contextRef="#ctx0" brushRef="#br0" timeOffset="75">18671 9989 8912,'0'-11'0,"-2"1"0,-3 3 0,-5 1 0,-7 6 0,0 0 0,0 0 0,-1 9 0,1 9 0,-6 8 0,0 14 0,-2 12 0,4 13 0,-2 8 0,2 7 0,4 4 0,6 2 0,3-2 0,8-4 0,0-7 0,0-16 0,8-9 0,5-20 0,6-7 0,4-7 0,0-7 0,-6-7 0,8-15 0,2-4 0</inkml:trace>
  <inkml:trace contextRef="#ctx0" brushRef="#br0" timeOffset="76">18671 10247 8912,'-7'-9'0,"5"-7"0,-4 5 0,6 3 0,6 2 0,5 5 0,12 1 0,4 9 0,7 6 0,1 6 0,-1 0 0,-7 6 0,-4 2 0,-4 3 0,-2 3 0,-7-1 0,-4 0 0,-6-5 0,-6 0 0,-6-1 0,-11 7 0,-3-8 0,-9-5 0,1-2 0,-1-3 0,3-2 0,3-4 0,6-5 0,12-12 0,3-3 0</inkml:trace>
  <inkml:trace contextRef="#ctx0" brushRef="#br0" timeOffset="77">18947 10264 8912,'-17'0'0,"-1"0"0,1 0 0,0 10 0,0 7 0,-1 8 0,1 9 0,2 1 0,4-1 0,3 0 0,8 3 0,2-1 0,4-2 0,9 3 0,8-14 0,7 0 0,-1-6 0,2-8 0,-3-3 0,5-4 0,-6-10 0,7-1 0</inkml:trace>
  <inkml:trace contextRef="#ctx0" brushRef="#br0" timeOffset="78">19084 10024 8912,'0'19'0,"0"4"0,2 7 0,4 8 0,-4 14 0,4 11 0,1 10 0,-1 1 0,-2 1 0,-2 1 0,-2-13 0,0 0 0,-2-9 0,-4-9 0,-3-4 0,-9-15 0,1-8 0,0-9 0,0-9 0</inkml:trace>
  <inkml:trace contextRef="#ctx0" brushRef="#br0" timeOffset="79">19291 9680 8912,'11'-6'0,"1"0"0,1 4 0,3 6 0,3 13 0,4 16 0,7 13 0,8 17 0,-3 13 0,-16-30 0,-2 2 0,-2 3 0,-1 1 0,-1 3 0,-1 3 0,-3 6 0,-3 2 0,-3-1 0,-4 1 0,-2-1 0,-4-2-284,-2 0 1,-5-1 0,-3-5-1,-4-2 284,-1 0 0,-2-1 0,-2-2 0,-1-1 0,0-2 0,0-2 0,2-4 0,1 0 0,-26 33 0,8-7 77,2-6 1,-1-11-78,7-12 0,2-10 0,9-1 0,-4 0 0</inkml:trace>
  <inkml:trace contextRef="#ctx0" brushRef="#br0" timeOffset="80">15522 11691 8912,'-11'0'0,"1"-2"0,3-3 0,-1 3 0,2-4 0,4 4 0,4 4 0,17 2 0,14 4 0,11 1 0,17-5 0,14 2 0,12-4 0,-32-2 0,1 0 0,6 0 0,1 0-398,6 0 1,3 0-1,10-4 1,3 0 397,-22 0 0,3 1 0,0-2 0,0 1 0,1-2 0,0 1 0,6-1 0,0 1 0,1-1 0,1 0 0,0 0 0,1 1 0,1-1 0,1 0 0,0 1 0,2-1 0,1 1 0,1 0 0,2 1 0,1 0 0,-2 1 0,-6 0 0,-1 0 0,-1 1-275,0 2 0,0 0 0,-1 0 0,-5 1 0,-1-1 0,-1 1 275,29 2 0,-3 0 0,-2-2 0,-2 2 0,-2 2 0,-2 1 0,-9-4 0,-3 0-143,-6 1 0,-2 0 0,-4 0 1,-1 1 142,-5-1 0,-1 0 0,-4 0 0,-3 0 0,28-3 0,-23 0 0,-24 0 590,-14 0 1,-14-2-591,-12-4 0,-11 4 897,-6-4 0,-5 5-897,-6 1 0,2-2 0,-8-4 0,8 12 0,-5-4 0</inkml:trace>
  <inkml:trace contextRef="#ctx0" brushRef="#br0" timeOffset="81">15849 12104 8912,'0'-11'0,"0"-1"0,2 8 0,4-2 0,-4 5 0,3 1 0,-10 0 0,1 1 0,-9 5 0,-5 6 0,-3 3 0,-4 2 0,2 0 0,2 2 0,-5 2 0,-1 2 0,0-2 0,6-1 0,-2-3 0,10 0 0,3 0 0,3 0 0,1-5 0,6-1 0,7-7 0,5 2 0,11-4 0,6-2 0,5-2 0,6-4 0,-4 2 0,5-7 0,-5 7 0,-2-2 0,-7-1 0,-4 1 0,-4 2 0,-9 4 0,-4 6 0,-12 5 0,-6 12 0,-13 4 0,-9 7 0,0 1 0,-7-1 0,11 0 0,1 1 0,8-1 0,-2 1 0,12-9 0,5-3 0,4-4 0,4-3 0,4-5 0,5-5 0,14-6 0,9-6 0,3-3 0,9-9 0,-2 1 0,2 0 0,1-6 0,-6 0 0,-1 2 0,-6 8 0,-1 3 0,-5 3 0,5-7 0,-6 5 0</inkml:trace>
  <inkml:trace contextRef="#ctx0" brushRef="#br0" timeOffset="82">15746 13204 8912,'0'-17'0,"0"0"0,0 0 0,-8 1 0,-3 5 0,-4 5 0,-3 4 0,-1 2 0,-2 4 0,-4 6 0,-1 7 0,3 17 0,-4 3 0,2 3 0,4 2 0,4 4 0,5-6 0,5 6 0,7-6 0,0-6 0,2-7 0,3-2 0,7-4 0,11-10 0,5-5 0,5-6 0,1-6 0,1-3 0,-1-9 0,1 1 0,-1-8 0,0-1 0</inkml:trace>
  <inkml:trace contextRef="#ctx0" brushRef="#br0" timeOffset="83">16090 12964 8912,'-17'0'0,"5"0"0,1 0 0,1 2 0,-1 3 0,-4-1 0,5 8 0,1 1 0,3 2 0,-2 4 0,2 4 0,1 2 0,5 4 0,0 1 0,0-7 0,7 8 0,3-4 0</inkml:trace>
  <inkml:trace contextRef="#ctx0" brushRef="#br0" timeOffset="84">16744 12327 8912,'-15'18'0,"1"-3"0,3-4 0,-2-5 0,5 4 0,2-8 0,14 3 0,7-3 0,6-2 0,4-5 0,-4-3 0,4-2 0,2-3 0,-4-2 0,5-3 0,-7 1 0,2 0 0,-11 0 0,1 0 0,-7 0 0,-4 1 0,-6 5 0,-8-3 0,-11 9 0,2-1 0,-7 6 0,-1 0 0,-5 0 0,-1 9 0,1 9 0,-1 1 0,1 9 0,7 3 0,4 9 0,6-2 0,6 8 0,3-2 0,8 2 0,8-4 0,3-8 0,14-7 0,7-6 0,9-7 0,3-9 0,-6-5 0,2-5 0,-4-13 0,-1-8 0</inkml:trace>
  <inkml:trace contextRef="#ctx0" brushRef="#br0" timeOffset="85">17054 12242 8912,'0'17'0,"0"0"0,7 2 0,5 4 0,5-4 0,6 4 0,4 2 0,5 0 0,-1-1 0,-2 1 0,-1-2 0,7-6 0,-9-1 0,-3-5 0,-11 4 0,-4-13 0,-8 6 0</inkml:trace>
  <inkml:trace contextRef="#ctx0" brushRef="#br0" timeOffset="86">17243 12207 8912,'-11'0'0,"-1"0"0,6 0 0,-5 0 0,-1 8 0,-5 3 0,0 12 0,-2 6 0,-2 5 0,-2 6 0,6 4 0,5 8 0,8-1 0,-1 1 0,3-8 0,2-4 0,7-11 0,5-6 0,11-6 0,6-6 0,3-5 0,2-19 0,1-6 0</inkml:trace>
  <inkml:trace contextRef="#ctx0" brushRef="#br0" timeOffset="87">17587 12242 8912,'-2'-16'0,"-3"5"0,3 3 0,-6 10 0,8 4 0,-6 11 0,1 12 0,-1 3 0,6 4 0,0 5 0,0 4 0,0 3 0,0-2 0,0 2 0,0-8 0,0 0 0,0-6 0,0 5 0,0-5 0,0-3 0,0-14 0,0-8 0,0-1 0,0-8 0,0 0 0</inkml:trace>
  <inkml:trace contextRef="#ctx0" brushRef="#br0" timeOffset="88">17604 12224 8912,'-1'-17'0,"-5"0"0,4 0 0,-4 0 0,4-1 0,4 9 0,4 3 0,3 4 0,9 2 0,1 0 0,4 0 0,-2 10 0,7 7 0,-5 2 0,6 10 0,-8-6 0,2 5 0,-11-5 0,-7 6 0,-3-6 0,-2 3 0,-2 1 0,-3 0 0,-5-6 0,-7 2 0,-6-4 0,0-2 0,-6-1 0,6-5 0,-7-3 0,3-8 0</inkml:trace>
  <inkml:trace contextRef="#ctx0" brushRef="#br0" timeOffset="89">18379 11915 8912,'-8'-17'0,"4"1"0,-7 3 0,-2 3 0,-3 3 0,-3 9 0,-4 11 0,-7 10 0,-9 11 0,5 8 0,0 10 0,-1 5 0,6 3 0,-1 3 0,1 7 0,-1-7 0,7 6 0,2-4 0,7 2 0,5-4 0,1-6 0,2-13 0,6-9 0,14-16 0,3-14 0,12-3 0,-1-2 0,5-2 0,1-3 0,1-13 0,-1-8 0,0-9 0</inkml:trace>
  <inkml:trace contextRef="#ctx0" brushRef="#br0" timeOffset="90">18689 12035 8912,'-23'-11'0,"0"1"0,2 3 0,2 3 0,-1 2 0,-1 2 0,-3 2 0,-3 3 0,6 7 0,-2 11 0,4 4 0,3 7 0,3 2 0,2 4 0,7 4 0,-2 8 0,4-4 0,2 3 0,0-11 0,0 6 0,6-8 0,1-3 0,1-3 0,0-3 0,-3-4 0,-5-8 0,0 0 0,0-7 0,0-3 0,0-7 0</inkml:trace>
  <inkml:trace contextRef="#ctx0" brushRef="#br0" timeOffset="91">18310 12379 8912,'-11'0'0,"-1"0"0,1 0 0,1-2 0,4-4 0,14 5 0,9-5 0,4 4 0,12 2 0,3 0 0,0 0 0,6 0 0,-1 0 0,4 0 0,-4 0 0,-9 0 0,8-8 0,-3-1 0</inkml:trace>
  <inkml:trace contextRef="#ctx0" brushRef="#br0" timeOffset="92">18757 12551 8912,'-34'17'0,"0"2"0,1 4 0,4 6 0,6 3 0,12 3 0,5-1 0,4 1 0,2-3 0,0-3 0,8 1 0,3-7 0,11-2 0,2-9 0,3-7 0,4-3 0,-6-4 0,-2-3 0,1-5 0,-1-7 0,4-2 0,-10-4 0,4 2 0,-9-8 0,-3 6 0,1-5 0,-2-3 0,-5-1 0,-1 3 0,-2 0 0,-2 2 0,-3-1 0,-3 1 0,-3 4 0,-5 10 0,5-4 0,-5 11 0,-1 0 0,0 4 0,-8 2 0,-2 0 0</inkml:trace>
  <inkml:trace contextRef="#ctx0" brushRef="#br0" timeOffset="93">18620 12740 8912,'-17'0'0,"7"0"0,2-2 0,8-4 0,16 3 0,7-9 0,13 1 0,6-6 0,2 1 0,4 5 0,0-4 0,-3 3 0,3 4 0,-8 3 0,1 3 0,-15-6 0,-1-1 0</inkml:trace>
  <inkml:trace contextRef="#ctx0" brushRef="#br0" timeOffset="94">19205 12345 8912,'-17'0'0,"-1"0"0,1 0 0,0 0 0,6 7 0,-1 7 0,1 5 0,1 4 0,-3 2 0,7-4 0,2 1 0,2 0 0,2-1 0,0 0 0,0 1 0,8-4 0,3-7 0,7-7 0,3 2 0,2-6 0,-2-6 0,-2-11 0,-2-10 0</inkml:trace>
  <inkml:trace contextRef="#ctx0" brushRef="#br0" timeOffset="95">19394 12156 8912,'0'-10'0,"0"-5"0,0 13 0,0 2 0,0 11 0,-2 10 0,-2 4 0,-3 0 0,-3 0 0,6 5 0,-1-1 0,-3-2 0,2 1 0,-7-7 0,3 4 0</inkml:trace>
  <inkml:trace contextRef="#ctx0" brushRef="#br0" timeOffset="96">19842 12052 8912,'-12'0'0,"3"-2"0,-1-1 0,0-3 0,-3 2 0,-2 2 0,-2 2 0,-1 10 0,3 5 0,2 8 0,1 4 0,1 7 0,-5 8 0,3 0 0,2 0 0,7 6 0,-4-2 0,2 2 0,1-3 0,-1-3 0,6-7 0,2-1 0,4-3 0,5-8 0,4-12 0,3-7 0,-1-4 0</inkml:trace>
  <inkml:trace contextRef="#ctx0" brushRef="#br0" timeOffset="97">19756 12224 8912,'0'-17'0,"1"2"0,5 3 0,-2-1 0,8 7 0,1 2 0,4 3 0,6 1 0,-4 1 0,4 5 0,-6 6 0,-5 3 0,1 4 0,-7 4 0,5-4 0,-5 4 0,0 2 0,-6-2 0,-6 2 0,0-2 0,-7-4 0,2 4 0,-5-4 0,-1-2 0,6-6 0,-1 1 0,8-8 0,-11-4 0,5-10 0</inkml:trace>
  <inkml:trace contextRef="#ctx0" brushRef="#br0" timeOffset="98">19962 12207 8912,'-2'12'0,"-4"-1"0,3-5 0,-7 5 0,2 3 0,-3 1 0,5 2 0,-5 6 0,5 0 0,0 0 0,6-4 0,0 2 0,0 2 0,6 0 0,0-6 0,7-2 0,-1-3 0,-5 3 0,9-13 0,-7 6 0,8-8 0</inkml:trace>
  <inkml:trace contextRef="#ctx0" brushRef="#br0" timeOffset="99">20083 12138 8912,'17'10'0,"0"5"0,0-3 0,0 3 0,1 2 0,-3 0 0,-4 1 0,5 4 0,-5 1 0,-3 6 0,-3-6 0,-3 0 0,-2 2 0,-7-4 0,-5 7 0,-3-14 0,-10 9 0,-2-14 0</inkml:trace>
  <inkml:trace contextRef="#ctx0" brushRef="#br0" timeOffset="100">20358 11777 8912,'11'17'0,"1"1"0,1 1 0,2 4 0,5 11 0,1 14 0,2 7 0,-2 8 0,-10 10 0,-5 1 0,-4 9 0,-2-3 0,-4 4 0,-6 2 0,-7-2 0,-2-4-470,-8-3 1,-7-16 0,-10-2 0</inkml:trace>
  <inkml:trace contextRef="#ctx0" brushRef="#br0" timeOffset="101">21218 11313 8912,'-19'-6'0,"-2"-1"0,-2-3 0,10 6 0,15-1 0,13 3 0,12 2 0,7 0 0,6 0 0,-1 0 0,3 0 0,-4 0 0,-6 0 0,-9 2 0,0 3 0,-4-3 0,-1 6 0</inkml:trace>
  <inkml:trace contextRef="#ctx0" brushRef="#br0" timeOffset="102">21081 11880 8912,'0'-11'0,"0"0"0,2-1 0,3 3 0,7-7 0,11 5 0,11-5 0,12-1 0,6 0 0,5 0 0,10 0 0,7 0 0,1 5 0,-6 1 0,-2-3 0,-4-1 0,-4-18 0,-7-3 0</inkml:trace>
  <inkml:trace contextRef="#ctx0" brushRef="#br0" timeOffset="103">22440 10883 8912,'-23'19'0,"0"6"0,2 15 0,2 21 0,-6 22 0,11-27 0,0 2 0,1-1 0,1 1 0,-1 5 0,1 0 0,1-1 0,1 0-508,1 1 0,1 0 0,-3 4 0,1 0 508,3 1 0,2 1 0,-2 2 0,-1 0 0,0-5 0,-1 0 0,-3 4 0,-1 1 0,-1 0 0,-1 1 0,-1 2 0,0-1 0,-2 0 0,1 0 0,0 1 0,0 1 0</inkml:trace>
  <inkml:trace contextRef="#ctx0" brushRef="#br0" timeOffset="104">13578 12413 8912,'-33'0'0,"3"-1"0,3-3 0,2-2 0,6 0 0,4 1 0,3-1 0,1-8 0,1 13 0,2-7 0,10 8 0,4 2 0,5 2 0,5 1 0,1-1 0,6 4 0,0-2 0,9-1 0,3-5 0,-1 0 0,6 0 0,4 0 0,2 0 0,6-5 0,5-1 0,-1-13 0,7 0 0,4-4 0,5-2 0,16-6 0,-37 17 0,2 0 0,-2-2 0,1 1-162,2 1 1,1-1 0,-3 0-1,-1 0 162,-2 3 0,0 1 0,-1-1 0,1 1 0,0 2 0,0 1 0,40-4 0,-40 7 0,0-1 0,41-6 0,-4-5 0,-2 0 0,-4 0 0,-11 0 0,-11-1 0,-7 7 0,-3 1 0,-2 1 0,2-1 0,-4 6 0,2-1 0,-10 1 0,-2-2 0,-1 4 0,-10-3 0,0 3 0,-6 2 0,-8-2 646,-3-4-646,-4 4 0,-2-6 0,0 8 0,0 0 0,0-7 0,0-3 0</inkml:trace>
  <inkml:trace contextRef="#ctx0" brushRef="#br0" timeOffset="105">19222 10041 8912,'-8'-33'0,"1"7"0,-7-9 0,5 10 0,1 6 0,-5 2 0,-1 2 0,-7 3 0,0 5 0,-7 7 0,-7 3 0,-9 9 0,-11 9 0,-20 21 0,34-17 0,-2 2 0,-4 2 0,-1 3 0,-5 8 0,-2 4 0,-6 4 0,-4 1 0,-10 8 0,-3 3 0,22-17 0,-1 2 0,-2 0 0,-2 2 0,-2 0 0,0 1-437,-3 1 0,-1 1 0,-1 0 1,-1 1-1,0 0 0,-1 0 437,-4 1 0,-2-1 0,2 0 0,3-2 0,1-1 0,1-1 0,3-2 0,1-1 0,1-2 0,5-5 0,2-2 0,0-1-32,-16 7 0,3-2 0,8-6 0,2-1 0,5-3 1,3 1-1,6-2 0,4-1 32,-29 25 0,19-4 0,18-14 0,3-7 0,14-4 0,4-12 0,22-3 0,8-8 0,-7 7 0,5 3 0</inkml:trace>
  <inkml:trace contextRef="#ctx0" brushRef="#br0" timeOffset="106">19394 11674 8912,'-9'-17'0,"-7"2"0,5 3 0,-6 8 0,-6 8 0,-21 21 0,-23 17 0,23-14 0,-4 1 0,-9 8 0,-5 1 0,-9 5 0,-5 2 0,18-10 0,-2 3 0,-2 0 0,-4 2 0,-1 0 0,-2 2-257,-5 2 1,-2 1 0,0 1 0,-4 4 0,-1 1-1,-1 1 1,19-11 0,-1 0 0,0 0 0,1 1 0,1-1-1,1 0 1,0 0 0,0 0 256,-20 12 0,1 0 0,0 1 0,5 2 0,0 2 0,2 0 0,-1 1 0,1 1 0,2-1 0,4-3 0,2 1 0,2 0 0,2-1 0,2 1 0,1 0 0,3-1 0,1 0 0,2 2 0,3 1 0,2 0 0,0 1 0,0-2 0,1 1 0,-1-1 0,-2 0 0,-1-1 0,0 0 0,2 1 0,0 0 0,-1-2 0,-4 0 0,-1-1 0</inkml:trace>
  <inkml:trace contextRef="#ctx0" brushRef="#br0" timeOffset="107">14455 15233 8912,'-5'-23'0,"-3"0"0,0 2 0,1 2 0,3 2 0,2 0 0,2 0 0,0-1 0,0 1 0,0 6 0,0-1 0,0-1 0,6 3 0,-1-1 0,3 7 0,-2-2 0,-4-3 0,11 9 0,-9 0 0,-6 9 0,0 9 0,-9 4 0,-1 13 0,-5 11 0,0 7 0,-1 10 0,7 2 0,0 15 0,-1 6-38,-5 6 1,8-39 0,1 1 0,-1-1 0,0 1-1,1 1 1,-1 1 37,1-1 0,-1-1 0,1-2 0,1-1 0,1-2 0,0-1 0,-3 40 0,3-8 0,4-15 0,-4-2 0,4-22 0,2-13 0,0-7 0,0-11 0,0-3 0,0-9 0,0-3 0,2 3 0,4-4 0,-4 2 65,4-1 0,3 1 1,5-6-1,5 1-65,4-1 0,2 4 0,-3-5 0,0 7 0,6-2 0,1 3 0,5-3 0,6 4 0,1-4 0,6 4 0,-1 2 0,4 0 0,2 0 0,7 0 0,4 0 0,13 0 0,11 0 0,-1 0 0,5 0 0,-1 0 0,2 0 0,-2 0-329,7 0 0,-5 0 329,6 0 0,-8 0 0,1 0 0,-1 0 0,2 0 0,-12 0-164,1 0 1,-7 0 163,1 0 0,5 0 0,12 0 0,-10 0 0,4 0 0,-9 0 0,1 0 0,-2 0 0,-3 0 0,-4 0 0,-6 0 0,4-2 0,-4-3 0,6 3 0,5-4 0,-9-2 0,4 3 0,-9-1-6,3 6 0,-8-6 6,2 0 0,-1-1 0,1 1 0,-3-2 0,3-3 0,2-4 0,-1 5 0,-5-1 0,-5-1 0,0 3 317,-8-3 1,-2-1-318,-9 7 0,-4-2 174,-8 3 1,0 3-175,1-4 0,-1 4 6,0 2 1,0 0-7,0 0 0,1-6 0,-1 1 0,0-1 0,0 6 0,-7 0 0,5 0 0,-13 0 0,6 0 0,-3-2 0,1-4 0,7 4 0,-5-7 0,4 3 0,3 2 0,-4-7 0,-1 7 0,1-2 0,-5-1 0,6 1 0,-3-8 0,5 3 0,-5-4 0,-1-2 0,3-3 0,-5-2 0,5-5 0,-5-8 0,6 1 0,-7 0 0,7-8 0,-6-4 0,5-12 0,-5-5 0,5 4 0,-5 2 0,2 3 0,-3 3 0,-3 1 0,4 6 0,-4 8 0,-2 5 0,-2 8 0,-4-5 0,2 5 0,-7-6 0,0 8 0,-7-2 0,7 10 0,-1 1 0,1 1 0,-6-6 0,-1 5 0,1 1 0,-6 5 0,0-5 0,0 5 0,6-6 0,0 9 0,0-13 0,0 14 0,-1-3 0,1 3 0,6 2 0,-1 0 0,1-6 0,-6 0 0,-8 1 0,-4 5 0,0 0 0,-5 0 0,3-6 0,-9 0 0,-4 0 0,-2 6 0,-9 0 0,-2 0 0,-8 0 0,1 0 0,-3 0 0,-1 0 0,-3 0 0,0 0 0,2 0 0,8 0 0,0 0 0,4 0 0,-8 0 0,1 0 0,-2 0 0,-3 0 0,0 0 0,0 0 0,-2 0 0,-3 0 0,9 0 0,-4 0 0,2 0 0,0 0 0,-9 0 0,-5 0 0,5 0-105,1 0 1,6 0 104,6 0 0,2 2 0,6 2 0,-3 2 0,3-2 0,5-2 0,-2-2 0,3 5 0,-14 1 0,7 0 0,-1-6 0,-4 0 0,-2 0 0,1 2 0,-1 3 0,0 3 0,-6 5 0,1-1 0,-1 5 0,-2 6 0,-2-2 0,-1-2 0,7-2 0,2 1 0,7-1 0,7 0 52,5 0 0,15 0 1,3-1-1,7-5-52,3-5 0,1-4 0,0-2 0,7 0 0,3 0 0,7 0 0,0 0 0,-8 7 0,-1 7 0,-9 14 0,1 9 0,-15 14 0,-5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30.5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27362 17503 8912,'-44'26'0,"4"9"0,11 3 0,6 17 0,4 18 0,9 17 0,6-39 0,1 3 0,3 6 0,2 2 0,0 4 0,1 2 0,3 3 0,0 1-548,1 2 0,1-1 1,4-5-1,1-2 548,1 0 0,1 0 0,0-7 0,2-2 0,6 1 0,2-3 0,1-5 0,-6-17 0</inkml:trace>
  <inkml:trace contextRef="#ctx0" brushRef="#br0" timeOffset="1">17381 4917 8912,'0'-17'0,"0"0"0,0 0 0,0-1 0,0 1 0,0 0 0,0 0 0,0 0 0,-2-6 0,-2 0 0,-2 2 0,2 2 0,3 2 0,-1 1 0,-4 5 0,2-3 0,-5 7 0,1-3 0,0 6 0,2-1 0,-5 3 0,-2 4 0,1 3 0,-3-1 0,3 8 0,-3 1 0,-2 2 0,0 8 0,-1 0 0,-4 2 0,-1-2 0,-2-2 0,2 8 0,4-3 0,-4 3 0,4 3 0,1-3 0,1 4 0,0 1 0,0 0 0,0 1 0,5 1 0,1 4 0,7 2 0,-2 4 0,4 2 0,2-8 0,0 8 0,0-2 0,2 5 0,4 6 0,-2-1 0,7 7 0,1 0 0,5 6 0,0 3 0,0-3 0,0 2 0,1-16 0,1-3 0,4-5 0,-4-4 0,4-3 0,-4-2 0,-2-15 0,0-6 0,0-6 0,3 1 0,3 5 0,-2-5 0,5-1 0,1 2 0,0 3 0,0-5 0,1 1 0,5-7 0,-4 7 0,-3-8 0,3 1 0,-6-3 0,6-2 0,-6 0 0,5 0 0,-5-7 0,4-5 0,-2-5 0,-4-6 0,-2 2 0,-2-8 0,0 1 0,1-7 0,-1 1 0,0 0 0,0-3 0,0-3 0,-5 4 0,-1-4 0,-5-2 0,4 2 0,-1-1 0,1-1 0,-5 4 0,7-8 0,-8 8 0,2-2 0,1 4 0,-1 1 0,0 1 0,-4 1 0,1 3 0,3 1 0,0 6 0,-6-5 0,0-1 0,0-5 0,-2-1 0,-4 1 0,2-2 0,-7-5 0,-1-2 0,-5-9 0,0 6 0,0 0 0,-2 6 0,-4-6 0,2 6 0,-8-4 0,0 4 0,3 8 0,-7-1 0,4 10 0,3-5 0,-3 5 0,0 0 0,-5 6 0,1 5 0,5 1 0,-5 7 0,4-2 0,-1 4 0,1 2 0,-1 2 0,7 4 0,-8 3 0,2 9 0,5 4 0,1 1 0,5 0 0,7-5 0,3-1 0,1 0 0,5 0 0,-6 0 0,16 0 0,-4-5 0,7-1 0,-5-7 0,5 2 0,3-4 0,7-2 0,3 0 0,3 0 0,0-2 0,2-4 0,3-11 0,-5-10 0,7-7 0</inkml:trace>
  <inkml:trace contextRef="#ctx0" brushRef="#br0" timeOffset="2">17622 5141 8912,'-18'7'0,"1"-3"0,0 6 0,2-1 0,3 1 0,3-1 0,5 5 0,-2-3 0,0 1 0,8-3 0,4-3 0,-4-4 0,6-2 0,-3-8 0,1-3 0,7-4 0,-5-3 0,6 1 0,-5 0 0,-1 0 0,5-6 0,-1 0 0,-3-2 0,3 2 0,1-4 0,10-7 0,-4 0 0,4-1 0,-2 1 0,2-1 0,4-7 0,7-3 0,-3-3 0,3 2 0,-1-6 0,13 1 0,-1-1 0,7-5 0,0 3 0,-1 3 0,-1 1 0,-4 4 0,4-7 0,-4 7 0,-4-13-132,-2 7 0,4-5 132,2 0 0,1-5 0,-1-6 0,10 5 0,-5 0 0,11 7 0,-5-1 0,6 0 0,-6 5 0,-5-3 0,-6 11 0,0-2 0,-2 0 0,6 0 0,-5-5 0,5 5 0,2 0 0,7 6 0,4-6 0,10 0 0,1-6 0,7 7 0,-7-1 0,-1-2 0,-2-2 0,-3-7 0,1 0 0,8-1-233,3 7 1,-38 25 0,0 0 232,1 0 0,0 1 0,-1 0 0,0 0 0,39-21 0,-11 2-225,-6 4 0,6 2 225,11-8 0,-37 26 0,1 0 0,1-3 0,0 0 0,0 4 0,0 0 0,40-21 0,-2 3 0,-3 3 0,1 0 0,-4-1 0,6 1 0,-37 16 0,0 2 0,0-1 0,0 1 0,1 2 0,1-1 0,-2 0 0,0 0 0,45-8 0,-12 2 0,-7 2 0,3 3 0,4 5 0,10-2 0,2 7 0,0-7 0,-6 1 0,-6 3 0,0-3 0,8 3 0,-39 2 0,0 0 0,1 2 0,1 1 0,1 0 0,0 0 0,-2 1 0,1 0 0,46 3 0,-47 0 0,0 0 0,42 0 0,-43 3 0,1 2 0,-1 0 0,0 1 0,1 2 0,1 2 0,1 1 0,-1 0 0,43 9 0,-8 2 0,-8-2 0,-1-3 0,-3 8 0,12 3 0,-9 3 0,9-3 0,-6 11 0,1-5 0,1 6 0,-8 0 0,1-1 0,-4 6 0,1 5 0,3 5 0,-34-26 0,0 0 0,0 5 0,-2 1 0,-1-3 0,-1 0 0,-2 6 0,-1-1 0,27 28 0,-9-2 0,-1 0 0,1 6 0,-2-2 0,-3-2 0,1-4 0,6-2 0,-1 6 0,10-2 0,-9-2 0,-2 2 0,-3 8 0,-9 9 0,1 0 0,-7 6 0,-7-11 0,-4 5 0,-4-7 0,-2-5 0,0 9 0,0 3 0,-7 2 0,-4-2 0,-4 4 0,-2-3 0,-6-3 0,-2 0 0,-1-3-123,-5-8 0,-1 3 123,-2-1 0,0 2 0,-1 9 0,5-13 0,-4 2 0,3-6 0,-9 2 0,2 0 0,-2 5 0,-3-1 0,-9 6 0,1-3 0,-1 3 0,-7-1-141,-4 12 1,-3-11 140,-3 5 0,2-8 0,5-3 0,-3 2 0,8 3 0,7-11 247,10 1 1,-2-3-248,2-4 0,-2 2 0,3-2 0,0-3 0,-6 5 0,-3-1 0,-1-1 0,-3 10 0,1 1 0,-1 1 112,1 6 0,0-6 0,-3-6 0,-1-4-112,-2 0 0,5-7 0,7-1 0,5 1 0,-6-6 0,6 3 66,-5 3 1,7-1-1,-4 1 1,2 0-67,0-1 0,-6 6 0,6 1 0,-7 1 0,1-2 0,2-1 0,-2 7 0,1-8 0,-7 2 0,1-1 0,-1 1 0,3-5 0,3-1 0,-3-1 290,3-10 1,4 0-291,2-5 0,2-7 37,-2 1 0,4 0 0,-4 5 0,4 0-37,2 1 0,0 1 0,0 4 0,-1-2 0,1 8 0,-6-2 0,0 4 0,2-4 0,2-2 0,4 4 0,3-6 0,-3-2 0,4-9 0,1 1 0,-2-5 0,1 2 0,1 3 0,-3-3 0,7 2 0,-7-1 0,1 7 0,-1 5 0,0 0 0,1 0 0,-1 2 0,3 2 0,-1 8 0,1-6 0,-1-1 0,-3-12 0,9 1 0,-1-9 0,6 2 0,0-2 0,0-10 0,0-7 0,0-8 0,0 0 0,0-8 0,0 6 0,0-7 0,0 3 0,2-6 0,4-11 0,-3-3 0,9-9 0,-1-7 0,7-2 0</inkml:trace>
  <inkml:trace contextRef="#ctx0" brushRef="#br0" timeOffset="3">23851 9542 8912,'-17'0'0,"2"-2"0,3-3 0,7-7 0,3 3 0,2-3 0,0 8 0,0-3 0,2 7 0,3 0 0,-1 7 0,8 5 0,-9 5 0,5 6 0,-2 5 0,-1 5 0,3 1 0,-2 1 0,-2-1 0,7 1 0,-5-9 0,5-3 0,-5-4 0,6-2 0,-1-5 0,6-1 0,0-7 0,1-2 0,1-11 0,4-14 0,4-16 0,7-6 0,6-7 0,0-5-254,0 3 1,-5-5 0,-1 7-1</inkml:trace>
  <inkml:trace contextRef="#ctx0" brushRef="#br0" timeOffset="4">24109 9473 8912,'-11'-34'0,"-1"2"0,1 1 0,-1 4 0,1 2 0,-2 4 0,3 4 0,-3 4 0,-5 3 0,-3 3 0,-7 1 0,3 6 0,0 0 0,0 0 0,-4 8 0,5 3 0,-3 4 0,-4 2 0,4 3 0,-1 3 0,7-2 0,-2 7 0,-2 1 0,2 5 0,0-5 0,6 0 0,-6-1 0,0 7 0,0-1 0,6 2 0,0 2 0,-1 3 0,1 1 0,0-2 0,0 4 0,0 7 0,1 1 0,5-1 0,-3 3 0,9 3 0,-7 2 0,6 4 0,1 4 0,5-4 0,7-1 0,5 1 0,3 0 0,2-2 0,1-4 0,-1-11 0,6 2 0,0-8 0,7-2 0,-1-9 0,2-5 0,-3-6 0,10-1 0,-3 0 0,9-2 0,-4-3 0,8-3 0,-2-3 0,3-4 0,3 4 0,5-4 0,1-4 0,-5-2 0,-5-2 0,-4-7 0,-4 1 0,-5-9 0,-1-2 0,1 0 0,-7 6 0,-3-2 0,-2-4 0,2-2 0,-2-3 0,0-5 0,-6 5 0,0-5 0,0-1 0,1-3 0,-1-1 0,-2-4 0,-3-2 0,1-2 0,-7-5 0,-1-8 0,-5-4 0,6 1 0,0-1 0,0 0 0,-6-5 0,0 5 0,0 0 0,0 5 0,-2-3 0,-2 0 0,-2 0 0,-7 5 0,1-1 0,-3 11 0,-2 6 0,-2 10 0,-4 1 0,-4 10 0,-7 2 0,1 1 0,4 11 0,-3-1 0,3 6 0,-3 0 0,-3 0 0,7 0 0,-1 0 0,6 0 0,-6 0 0,8 6 0,0 1 0,6 1 0,3 0 0,7-1 0,-7-1 0,8-4 0,-3 5 0,7-7 0,0 0 0,7 0 0,3-1 0,1-5 0,1-6 0,-1 3 0,7-3 0,-3 1 0,-4-6 0,5-8 0,-7-2 0</inkml:trace>
  <inkml:trace contextRef="#ctx0" brushRef="#br0" timeOffset="5">24574 10625 8912,'-17'0'0,"0"0"0,7 0 0,2 0 0,8 2 0,0 4 0,0-2 0,2 5 0,4 1 0,5-1 0,5 3 0,1 5 0,2 2 0,4 4 0,4-2 0,7 8 0,1 1 0,-1 3 0,2 7 0,5 0 0,3 8 0,7-2 0,1 3 0,-1 3 0,3 0 0,3-1 0,10 1 0,12-1 0,-5-1-301,12-4 1,-4-4 300,5-8 0,-1 1 0,0-1 0,-6-2 0,0-3 0,-3 2 0,9-8 0,4-6 0,-39-11 0,1-1 0,36-1 0,-8 2 0,-9-12-85,-8-5 1,4-5 84,-4-1 0,-4-2 0,-1-2 0,-3-2 0,2 2 0,-3 2 0,3 2 0,-11 2 0,-6 3 0,-5-1 0,-7 7 0,-3 0 0,-7 6 0,-1 0 590,-8 0-590,-1 0 90,-8 0 0,-2 0-90,-4 0 0,4 0 0,-5 0 0,5 0 0,-4 0 0,4 0 0,-5 0 0,7-7 0,0-5 0,0-11 0,0-4 0,0-7 0</inkml:trace>
  <inkml:trace contextRef="#ctx0" brushRef="#br0" timeOffset="6">27259 11004 8912,'-8'9'0,"6"-1"0,-6-8 0,8 0 0,0-8 0,8 8 0,3 0 0,5 10 0,1 5 0,6 12 0,0 7 0,7 8 0,-1 10 0,4 5 0,1 0 0,-1 1 0,-5-7 0,-3-5 0,-8 0 0,-1-8 0,-5 2 0,-3-3 0,-8-5 0,-2-1 0,-4-3 0,-19-7 0,-11 4 0</inkml:trace>
  <inkml:trace contextRef="#ctx0" brushRef="#br0" timeOffset="7">28136 10814 8912,'-9'-17'0,"-1"2"0,6 2 0,-2 1 0,1 1 0,5 3 0,0 8 0,2 10 0,1 13 0,5 7 0,2 8 0,-5 2 0,7 12 0,-3-4 0,5 11 0,-3-2 0,3 1 0,1-1 0,2-5 0,-5-1 0,-1 1 0,-1-8 0,3-6 0,-3-8 0,-3-7 0,-1-4 0,-6-11 0,0-8 0,-8-8 0,-9-16 0,-10-3 0</inkml:trace>
  <inkml:trace contextRef="#ctx0" brushRef="#br0" timeOffset="8">28085 11279 8912,'-8'9'0,"-2"5"0,-7-9 0,6 3 0,-1-2 0,8-4 0,-3 5 0,7-7 0,7-7 0,5-5 0,3-3 0,2-8 0,1 0 0,1-8 0,4 3 0,-4 1 0,6-2 0,-1 1 0,5 1 0,-2 0 0,2 4 0,-8 6 0,2 0 0,-4 0 0,-2 5 0,0 5 0,-7-1 0,-3 16 0,-9-1 0,-3 5 0,3 3 0,-14-13 0,15 13 0,-15-13 0,14 6 0,-13-8 0,5 0 0</inkml:trace>
  <inkml:trace contextRef="#ctx0" brushRef="#br0" timeOffset="9">28377 10969 8912,'-8'0'0,"8"0"0,10 2 0,5 4 0,3 3 0,-1 7 0,0-3 0,0-1 0,0 1 0,1 2 0,-3 2 0,-2-1 0,-3-3 0,-3-1 0,1-1 0,-2 6 0,-4-5 0,3-1 0,-5-7 0,-5 2 0,-3-14 0,-3-9 0,3-8 0,8-9 0,0-3 0,0-1 0,2-4 0,4-2 0,-1 0 0,13-2 0,-5 4 0,10 8 0,-2 1 0,2 5 0,4 3 0,7 8 0</inkml:trace>
  <inkml:trace contextRef="#ctx0" brushRef="#br0" timeOffset="10">28807 10797 8912,'-2'12'0,"-3"-1"0,1-7 0,-8 2 0,7 1 0,-7-1 0,6 0 0,-5-6 0,5 0 0,-5 0 0,5 6 0,-4 1 0,3 3 0,1 1 0,6 6 0,0 1 0,0-1 0,0 0 0,0 0 0,2-5 0,4-1 0,3-1 0,8 1 0,1-3 0,-1-8 0,-6-8 0,1-3 0,-6-6 0,5-6 0,-7 2 0,2-8 0,1 8 0,-1-2 0,0-2 0,-6 2 0,0 2 0,0 2 0,0 2 0,7 0 0,-5 7 0,8 3 0,-4 7 0,1 7 0,5 5 0,1-3 0,-7 3 0,7-7 0,-1 7 0,-3-8 0,3 1 0,-1-3 0,6-2 0,1 0 0,-1 0 0,-8-7 0,-1 3 0,-8-8 0,8 9 0,-6-7 0,3 4 0,-3 4 0,0-5 0,2 9 0,2 3 0,1-1 0,-1 8 0,-4-1 0,11 6 0,-7 0 0,0-5 0,-6-1 0,8 1 0,-7-3 0,7-1 0</inkml:trace>
  <inkml:trace contextRef="#ctx0" brushRef="#br0" timeOffset="11">28979 10471 8912,'-5'-27'0,"-1"4"0,-6 4 0,7 2 0,-9-1 0,12 1 0,-3 0 0,3 8 0,9 1 0,5 8 0,5 0 0,6 0 0,4 0 0,7 0 0,1 8 0,-1 1 0,0 8 0</inkml:trace>
  <inkml:trace contextRef="#ctx0" brushRef="#br0" timeOffset="12">29272 10557 8912,'-6'26'0,"0"-3"0,-5-9 0,5-3 0,-7 1 0,11-3 0,-6-1 0,8-8 0,0 0 0,8 0 0,-4 0 0,5 2 0,-1 3 0,3-1 0,-5 8 0,2-9 0,-2 3 0,-4 4 0,5-8 0,1 13 0,-6-15 0,3 0 0,3-8 0,0-11 0,-1-2 0,1-2 0,4-5 0,-7 5 0,3 0 0,-2 6 0,1-1 0,5 1 0,3 0 0,-5 7 0,7 5 0,0 3 0,0 2 0,0 0 0,-1 2 0,-5 3 0,10-1 0,-4 8 0,5-8 0,-5 1 0,0-3 0,0-2 0,0 0 0,1 0 0,-7-2 0,-1-3 0,-1-7 0,1-3 0,-6 3 0,1 1 0,-1-1 0,2-5 0,-4 8 0,5-7 0,-7 14 0,0-5 0,0 9 0,0 3 0,0-1 0,0 8 0,6-1 0,0 6 0,0-5 0,-6-1 0,5 1 0,1 5 0,-2 0 0,-2-7 0,-2-3 0,0-7 0</inkml:trace>
  <inkml:trace contextRef="#ctx0" brushRef="#br0" timeOffset="13">29582 10127 8912,'-23'-2'0,"0"-4"0,0 4 0,6-13 0,7 5 0,12-7 0,15 0 0,8-6 0,11 0 0,5 2 0,4 2 0,-1-4 0,2 0 0,0 0 0,6 6 0,-1 0 0</inkml:trace>
  <inkml:trace contextRef="#ctx0" brushRef="#br0" timeOffset="14">30081 10041 8912,'-27'0'0,"2"0"0,2 2 0,0 2 0,2 1 0,-6 1 0,8-4 0,-4 4 0,10-4 0,2 3 0,5-1 0,-6 2 0,10 3 0,2 9 0,2-7 0,10 0 0,-1-1 0,6 2 0,1 3 0,-1-4 0,0-1 0,0 1 0,1-5 0,-1 4 0,0-3 0,0 1 0,0-2 0,-5-3 0,-1 9 0,1-8 0,5 11 0,0-4 0,-5 5 0,-3 1 0,1 0 0,-1 0 0,-3 6 0,6 0 0,-9 8 0,3-3 0,-4 7 0,-2 5 0,-6-2 0,1 8 0,-9-8 0,3 2 0,-5-3 0,-1-3 0,2-5 0,3-1 0,-3-14 0,6 1 0</inkml:trace>
  <inkml:trace contextRef="#ctx0" brushRef="#br0" timeOffset="15">30511 9903 8912,'-33'0'0,"5"0"0,5 0 0,9 0 0,3 0 0,5 2 0,-3 4 0,1 5 0,4 5 0,0 3 0,-1 4 0,3-2 0,-4 7 0,6-5 0,6 6 0,-4-8 0,5 2 0,-1-4 0,0-2 0,1-7 0,-1-5 0,-4 5 0,11-10 0,-7 0 0,6-10 0,-7-12 0,7-5 0,-6-8 0,-3-1 0,-1-4 0,-2-4 0,0-8 0,0 1 0,0-1 0,-2 1 0,-3-1 0,3 2 0,-4 5 0,-2 4 0,1 13 0,-3 5 0,6 11 0,-3 9 0,7 14 0,2 14 0,3 15 0,5 8 0,7-2 0,8 1 0,4-1 0,-3-4 0,3-7 0,2-1 0,1 0 0,8-7 0,1-4 0,-1-6 0,-6-5 0,1-7 0,-1-10 0,-2-7 0,-3-11 0,-6-3 0,-10-11 0,-3-1 0,-2-2 0,-5 2 0,-8 9 0,-1-1 0,-11 7 0,3 7 0,-9 11 0,2-3 0,-1 2 0,2 2 0,-3 10 0,4 4 0,2 7 0,0 0 0,0 0 0,5 1 0,1-1 0,7-6 0,-2 1 0,4-1 0,2 6 0,0-7 0,8-3 0,3-7 0,5 0 0,-5 0 0,1 0 0,-1 0 0,6 0 0,1 0 0,-1 2 0,0 4 0,-6-4 0,1 4 0,-1 3 0,7-1 0,-1 3 0,-2-1 0,-3-4 0,3-4 0,-4 3 0,5-5 0,1-5 0,0-7 0,-2-5 0,-1-8 0,-3-9 0,-1-3 0,1-8 0,-3 3 0,-8-10 0,0 4 0,0-9 0,-2 5 0,-4 6 0,-3-1 0,-9 7 0,1-1 0,0-1 0,6 14 0,-1-1 0,1 16 0,1-3 0,2 15 0,8 1 0,0 11 0,0 4 0,8 12 0,4 7 0,3 10 0,2 6 0,0 4 0,0 3 0,3-2 0,3 8 0,-4-5 0,4 5 0,-4-8 0,-2 2 0,-6-3 0,-1-4 0,-2-7 0,-5-8 0,-1-16 0,-9-11 0,-3-8 0</inkml:trace>
  <inkml:trace contextRef="#ctx0" brushRef="#br0" timeOffset="16">31010 9663 8912,'0'-18'0,"0"1"0,-6 0 0,1 0 0,-1 3 0,6-3 0,2 4 0,3-10 0,7 4 0,11 2 0,11-6 0,12 0 0,4 2 0,2 2 0,-1 1 0,1 1 0,-1 0 0,1 0 0,-10 2 0,-7 3 0,-9 4 0,-9 8 0,-7 0 0,-4 0 0,-12 0 0,-7 2 0,-8 4 0,0 4 0,-8 7 0,8 0 0,-2 0 0,10 0 0,1 1 0,8-1 0,-1 0 0,3-6 0,2 1 0,0 1 0,0 3 0,2-1 0,3-4 0,5 3 0,7-9 0,8 7 0,4-6 0,3-1 0,2-5 0,3 6 0,3 0 0,-2 0 0,8-5 0,0 3 0,-2 2 0,6 7 0,-4-1 0,1 1 0,-1-1 0,4 3 0,-6-5 0</inkml:trace>
  <inkml:trace contextRef="#ctx0" brushRef="#br0" timeOffset="17">25297 12499 8912,'-17'0'0,"-1"-5"0,1-1 0,0 2 0,2 4 0,3 6 0,4 11 0,8 12 0,0 5 0,0 6 0,8-3 0,4 3 0,5-4 0,6-2 0,5-1 0,11-5 0,1-7 0,-2-7 0,-2-7 0,-1-7 0,-1-1 0,-1-5 0,-5-8 0,-5-7 0,-3-5 0,-3-9 0,-8 1 0,-3 0 0,-4-7 0,-2 1 0,0 8 0,0 7 0,0 0 0,0 6 0,0 4 0,0 15 0,2 15 0,4 14 0,3 5 0,8 4 0,1 4 0,-1 2 0,0 2 0,0 6 0,-2-3 0,-3-3 0,-4 2 0,-8-8 0,0 0 0,0-5 0,-10 5 0,-7 0 0,-6-6 0,-8-7 0,3-2 0,-3-4 0,0-4 0,3-6 0,3-3 0,8-8 0,5-9 0,1-9 0,7-6 0,-2-11 0,12-1 0,5-4 0,12 3 0,4-5 0</inkml:trace>
  <inkml:trace contextRef="#ctx0" brushRef="#br0" timeOffset="18">26020 12860 8912,'0'20'0,"0"2"0,0 0 0,0 6 0,0 1 0,0 5 0,0 6 0,0 0 0,0 1 0,0-7 0,0 0 0,0-15 0,0 4 0,0-13 0</inkml:trace>
  <inkml:trace contextRef="#ctx0" brushRef="#br0" timeOffset="19">26088 12637 8912,'-7'-17'0,"-5"1"0,-3 5 0,5-4 0,3 13 0,9-6 0,3 8 0,7 0 0,11 0 0,5 0 0,5 0 0,1 0 0,1-2 0,-1-3 0,1 3 0,7-14 0,2 7 0</inkml:trace>
  <inkml:trace contextRef="#ctx0" brushRef="#br0" timeOffset="20">26467 12723 8912,'-10'-12'0,"5"1"0,3 5 0,2-5 0,2 5 0,3-5 0,5-1 0,9-3 0,2 1 0,2 3 0,6 5 0,-6-5 0,0 7 0,1-4 0,3 8 0</inkml:trace>
  <inkml:trace contextRef="#ctx0" brushRef="#br0" timeOffset="21">26519 13015 8912,'-8'10'0,"6"-3"0,-6-7 0,10-13 0,4-4 0,5-6 0,12 0 0,4-4 0,0 0 0,5-5 0,-3 3 0,11-3 0,4-2 0</inkml:trace>
  <inkml:trace contextRef="#ctx0" brushRef="#br0" timeOffset="22">27000 12396 8912,'-9'-7'0,"1"5"0,2-4 0,1 12 0,-1 5 0,6 12 0,2 10 0,4 7 0,-3 7 0,7-1 0,0 4 0,-1 2 0,3-1 0,5 1 0,-2-1 0,-3 1 0,3-2 0,-4-5 0,5-10 0,1-10 0</inkml:trace>
  <inkml:trace contextRef="#ctx0" brushRef="#br0" timeOffset="23">27482 12499 8912,'-17'8'0,"0"-6"0,0 4 0,-1-2 0,1 1 0,10-3 0,7 4 0,15-8 0,15-8 0,7-7 0,3-2 0,8-6 0,-2 2 0,1 2 0,-1 2 0,2 2 0,-8 0 0,-1 5 0,-9 3 0,-3 1 0,-2 4 0,-2 2 0,-6-5 0,0-3 0</inkml:trace>
  <inkml:trace contextRef="#ctx0" brushRef="#br0" timeOffset="24">27586 12809 8912,'-12'0'0,"1"0"0,7-2 0,-2-4 0,14-3 0,9-8 0,10-8 0,13-4 0,6-3 0,3-3 0,-3 1 0,0-1 0,-8 3 0,3 3 0,-5-1 0,-6 7 0,-7 2 0,0 2 0,-13 1 0</inkml:trace>
  <inkml:trace contextRef="#ctx0" brushRef="#br0" timeOffset="25">27689 12018 8912,'-10'-17'0,"4"0"0,5-1 0,2 3 0,5 4 0,11 3 0,10 8 0,2 2 0,0 4 0,-1 5 0,7 12 0,5 11 0,0 12 0,-4 4 0,-5 2 0,-1 7 0,-7 4 0,-2 4 0,-9 1 0,-4 1 0,-8 0 0,-8 0 0,-4 0 0,-3-14 0,-2-3 0,2-14 0,3-4 0,-3-7 0,3-10 0,-3 0 0,-2 0 0</inkml:trace>
  <inkml:trace contextRef="#ctx0" brushRef="#br0" timeOffset="26">28738 12104 8912,'-7'-10'0,"3"-5"0,-6 4 0,3-5 0,1 5 0,6-1 0,2 9 0,4-1 0,5 8 0,4 5 0,3 8 0,-1 2 0,0 4 0,0-2 0,1 8 0,-3 0 0,-4 5 0,3 1 0,-9-1 0,-1 0 0,-2 1 0,-2 5 0,0 0 0,-2-2 0,-3-9 0,-11 1 0,-7-7 0,-2 0 0,2-6 0,2-7 0,-7-4 0,5-12 0,-6-6 0,8-10 0,-2-7 0,4-9 0,2-2 0,7-8 0,5 2 0,3-4 0,2-1 0,0 5 0,0 0 0,9 8 0,8-2 0,2 3 0,10 3 0,2 0 0,9-1 0,4 8 0,8 5 0,-1 2 0,1 3 0,-1 8 0,9-7 0,1 7 0</inkml:trace>
  <inkml:trace contextRef="#ctx0" brushRef="#br0" timeOffset="27">29668 11537 8912,'-16'-35'0,"5"8"0,-12 6 0,4 8 0,7 5 0,1 8 0,-2 2 0,-3 4 0,-3 13 0,-4 16 0,4 9 0,-4 13 0,4 10 0,4 9 0,1 2 0,3 5 0,7-5 0,-2 2 0,4-7 0,2 1 0,6-11 0,2-5 0,1-5 0,5-1 0,1-16 0,2-7 0,0-10 0,1-8 0,-1-3 0,8-16 0,2-1 0</inkml:trace>
  <inkml:trace contextRef="#ctx0" brushRef="#br0" timeOffset="28">30201 11588 8912,'-7'-17'0,"-5"-2"0,-3-2 0,-2-2 0,5 0 0,1 6 0,-1 5 0,-5 1 0,0 7 0,-2-2 0,-2 6 0,-2 6 0,0 7 0,6 16 0,1 7 0,5 16 0,-3 7 0,9 4 0,-1 4 0,6 2 0,0 0 0,0-1 0,8-1 0,3-4 0,4-5 0,3-13 0,-1-2 0,0-9 0,-6-7 0,1-4 0,-8-12 0,3 4 0,-7-5 0</inkml:trace>
  <inkml:trace contextRef="#ctx0" brushRef="#br0" timeOffset="29">29719 12121 8912,'-11'-2'0,"1"-3"0,3-7 0,1 3 0,6-3 0,11 6 0,10-5 0,16-3 0,11-1 0,-1-2 0,11 0 0,1 0 0,-2-1 0,8 1 0,-3 0 0</inkml:trace>
  <inkml:trace contextRef="#ctx0" brushRef="#br0" timeOffset="30">30391 11898 8912,'-27'-12'0,"4"3"0,4 1 0,1 4 0,1 2 0,0 2 0,2 10 0,1 7 0,5 10 0,1 5 0,-3 10 0,5 4 0,0-2 0,6 2 0,8-8 0,3 2 0,5-3 0,1-3 0,0-9 0,0-8 0,6-2 0,0-9 0,6-2 0,-6-10 0,0-5 0,-6-12 0,-2 2 0,-3-8 0,1 0 0,-7-5 0,0 0 0,-6-1 0,0-1 0,0-4 0,-8 9 0,-4-3 0,-3 11 0,-2-2 0,0 4 0,0 4 0,-1-2 0,1 13 0,0 0 0,0 6 0,7 0 0,-5 8 0,5 1 0</inkml:trace>
  <inkml:trace contextRef="#ctx0" brushRef="#br0" timeOffset="31">30201 12224 8912,'-17'0'0,"7"-2"0,5-3 0,3 1 0,2-8 0,9-1 0,9-10 0,14 2 0,14-8 0,4-1 0,1-3 0,3-1 0,3 0-330,-3-1 1,13-7 0,-6-2-1</inkml:trace>
  <inkml:trace contextRef="#ctx0" brushRef="#br0" timeOffset="32">30941 11399 8912,'-17'-6'0,"0"1"0,-8-1 0,10 6 0,-6 2 0,0 4 0,0 5 0,3 12 0,7 11 0,-1 12 0,7 6 0,-7 5 0,8 2 0,-1 6 0,5-2 0,5 2 0,5-8 0,7-5 0,2-10 0,4-13 0,-2-4 0,6-10 0,-2-4 0,-4-5 0,-2-4 0,-2-17 0,0-4 0</inkml:trace>
  <inkml:trace contextRef="#ctx0" brushRef="#br0" timeOffset="33">31044 11502 8912,'-7'-9'0,"5"-7"0,-6 7 0,16-1 0,3 3 0,10 7 0,4 2 0,2 3 0,-6 5 0,2 7 0,2 8 0,-2 4 0,-2 1 0,-2-1 0,-9 3 0,-5-3 0,-3 3 0,-2 3 0,-2 3 0,-3-4 0,-5 3 0,-7-14 0,0-1 0,-1-4 0,1-3 0,0-4 0,2-5 0,1-12 0,5-7 0,1-8 0,2-6 0,6-15 0,0-2 0</inkml:trace>
  <inkml:trace contextRef="#ctx0" brushRef="#br0" timeOffset="34">31337 11451 8912,'-23'2'0,"0"1"0,2 5 0,2 2 0,4 3 0,3 10 0,-1 4 0,5 5 0,0 1 0,1 1 0,3-3 0,10 9 0,3-4 0,9-2 0,4-7 0,1-4 0,6-4 0,-6-2 0,6-7 0,-6-4 0,-2-5 0,5-8 0,1-3 0</inkml:trace>
  <inkml:trace contextRef="#ctx0" brushRef="#br0" timeOffset="35">31475 11124 8912,'11'0'0,"1"0"0,-1 10 0,6 7 0,-1 9 0,-5 7 0,4 9 0,-3 4 0,1 11 0,-1 6 0,-5 4 0,1 2 0,-6 0 0,4-1 0,-12-7 0,-6-3 0,-3-7 0,0-5 0,1-9 0,3-13 0,7-1 0,-4-13 0</inkml:trace>
  <inkml:trace contextRef="#ctx0" brushRef="#br0" timeOffset="36">31406 11812 8912,'-12'2'0,"3"3"0,-1 7 0,1 3 0,3 8 0,-4 2 0,3 2 0,3 3 0,2 5 0,2 5 0,0-4 0,0 4 0,8-9 0,1-5 0,1-1 0,13-2 0,-4-6 0</inkml:trace>
  <inkml:trace contextRef="#ctx0" brushRef="#br0" timeOffset="37">31406 11623 8912,'-10'-8'0,"-3"4"0,7-7 0,2 7 0,10-2 0,6 4 0,3 2 0,10 0 0,1 0 0</inkml:trace>
  <inkml:trace contextRef="#ctx0" brushRef="#br0" timeOffset="38">31630 10591 8912,'-6'2'0,"12"4"0,11 5 0,17 12 0,8 13 0,6 18 0,6 15 0,-26-29 0,1 4 0,2 6 0,-1 3 0,-3 6 0,-2 2 0,0 3 0,-2 2 0,-6 3 0,-4 1 0,-1-1 0,-3 0-92,-4-4 0,-4 0 0,-3 1 0,-4 0 0,-5-1 0,-3 0 1,-2 1-1,-2 1 92,-3 3 0,-2-2 0,-2-8 0,-2-2 0,-1 3 0,-1-1 0,2-3 0,-1-2 0,-3-1 0,-2-1 0,1 0 0,-1-2 0,0-4 0</inkml:trace>
  <inkml:trace contextRef="#ctx0" brushRef="#br0" timeOffset="39">16727 15302 8912,'-2'-34'0,"-2"1"0,-2 4 0,3 6 0,-1 4 0,-2 4 0,-5 4 0,1-3 0,-2 9 0,3 8 0,-3 13 0,7 7 0,3 3 0,2 3 0,0 5 0,0 6 0,0 1 0,0-1 0,0 2 0,0-6 0,0 4 0,6-9 0,-1-3 0,7-7 0,-7 2 0,9-4 0,-3-3 0,5-5 0,3-3 0,4-8 0,-4-8 0,4-3 0,-4-10 0,-2-2 0,0-6 0,1 6 0,-7 0 0,0 6 0,-7 0 0,2 0 0,-2 7 0,2 4 0,-5 12 0,7 9 0,-8 8 0,0 0 0,0-6 0,8 1 0,1-1 0,9-2 0,-1-3 0,-2-7 0,-3-10 0,3-5 0,-4-7 0,-3 0 0,-2-1 0,-4-6 0,-2-5 0,0 2 0,-2-1 0,-4-1 0,-6 2 0,3 2 0,-3 8 0,3 0 0,-3 0 0,-3 7 0,13 3 0,-5 7 0,14 7 0,3-5 0,7 6 0</inkml:trace>
  <inkml:trace contextRef="#ctx0" brushRef="#br0" timeOffset="40">17364 15353 8912,'0'-17'0,"0"6"0,0-1 0,0 9 0,0-5 0,7 16 0,5 3 0,3 4 0,2 2 0,-2 1 0,-3-1 0,1 2 0,-7 4 0,6-2 0,-7 8 0,-1-3 0,-10 5 0,-5-4 0,-4-3 0,-3 5 0,1-6 0,0 0 0,0-6 0,1-5 0,5-1 0,-4-7 0,15-6 0,0-15 0,15-10 0,14-13 0,3-4 0,3 0 0,5-6 0,0 5 0,0 3 0,-6 1 0,1 11 0,-1 1 0,-1 2 0,-5-1 0,5-5 0,-6 7 0</inkml:trace>
  <inkml:trace contextRef="#ctx0" brushRef="#br0" timeOffset="41">17931 15182 8912,'0'-18'0,"0"9"0,0 1 0,0 23 0,0 5 0,0 14 0,0 8 0,2 4 0,2 3 0,2 3 0,2 2 0,-3 3 0,-1-4 0,8 5 0,-7-11 0,7-1 0,-8-2 0,1 2 0,-3-12 0,-2-11 0,-7-11 0,-3-5 0</inkml:trace>
  <inkml:trace contextRef="#ctx0" brushRef="#br0" timeOffset="42">17828 15560 8912,'-9'-10'0,"1"3"0,23 7 0,8 0 0,21 0 0,8 0 0,13-6 0,4 0 0,0-5-345,5 5 1,4-15 0,1 2-1</inkml:trace>
  <inkml:trace contextRef="#ctx0" brushRef="#br0" timeOffset="43">19411 15371 8912,'-36'0'0,"-2"2"0,-4 3 0,-2 7 0,6 11 0,-3 7 0,7 7 0,5 3 0,6 7 0,12-1 0,3-2 0,8 2 0,8-8 0,5 0 0,6-7 0,4-8 0,10-6 0,1-5 0,3-5 0,8-7 0,-6 0 0,1 0 0,-2-7 0,2-5 0,-3-5 0,3-6 0,-6 2 0,-3-8 0,-4-1 0,-3-3 0,-3-1 0,-9 0 0,-4-1 0,-8 1 0,-8 1 0,-4 5 0,-11-3 0,-5 8 0,-5 8 0,-3 9 0,-2 4 0,-2 2 0,-1 0 0,7 0 0,7 8 0,4 3 0,-4 5 0,1 1 0</inkml:trace>
  <inkml:trace contextRef="#ctx0" brushRef="#br0" timeOffset="44">19170 15663 8912,'-17'-12'0,"0"1"0,0-2 0,0 5 0,9 0 0,12 8 0,17-2 0,17-3 0,12 1 0,7-8 0,12 9 0,11-3 0,10-2-320,2 3 1,0-16-1,-6 1 1</inkml:trace>
  <inkml:trace contextRef="#ctx0" brushRef="#br1" timeOffset="45">9207 14081 8912,'-8'-17'0,"-2"0"0,-1 2 0,1 1 0,3 3 0,1 9 0,8 2 0,2 9 0,1 7 0,1 8 0,-6 7 0,0 7 0,0 8 0,0 9 0,-2 5 0,-3 3 0,-7 7 0,4 9 0,3 12 0,-3-1 0,4-41 0,0 0 0,1 0 0,-1 1 0,0 1 0,0-1 0,-4 44-174,3-8 1,1-14 173,-8-9 0,9-13 0,-5 0 0,2-8 0,0-10 0,1-5 0,5-10 0,0 0 0,0 1 0,0-9 0,7-1 0,5-8 0,9 0 86,2 0 1,7 0 0,1 0 0,7-2-87,8-4 0,10 4 0,1-3 0,14-3 0,-2 2 0,11-5 0,0 5 0,6 0 0,6 6 0,-43 0 0,1 0 0,4 0 0,0 0 0,-2 3 0,1 2-170,1 0 0,1 1 1,-4 2-1,-1 0 170,1 0 0,1 1 0,2-3 0,1-1 0,8 2 0,0-2 0,-1-3 0,1 0 0,2 1 0,0-1 0,0 0 0,0-2 0,-1 1 0,2-2 0,4-2 0,1-1 0,1-2 0,0 0 0,1-1 0,-1-1-232,-8-1 1,-2 1 0,1-1-1,0 0 232,-2 1 0,-1-1 0,2 1 0,0-1 0,-1 0 0,-1 1 0,-5 0 0,-1 1 0,41-5 0,-11 3-98,-15 3 1,-2 2 97,-4-7 0,-4 7 0,-7-2 0,-8-2 0,-2 1 0,-4-3 0,-3-3 0,1 3 299,-13-1 1,6-1-300,-6-5 0,5-2 242,-5-4 0,0 2 0,-6-8 1,1-3-243,-1-6 0,0-6 116,0-8 0,-5-1-116,-1-5 0,-5-3 0,5-8 0,1-13 0,5-4 0,2-1 0,4-1 0,-4 4 0,4 3 0,-9-1 0,-3 8 0,-7 7 0,2 10 0,-12 5 0,-6 4 0,-3 4 0,-2 2 0,0 2 0,0 6 0,-1 5 0,1 0 0,-4 8 0,2 0 0,4 6 0,-1 4 0,3 5 0,2-6 0,-5 7 0,5-7 0,-5 8 0,-1-1 0,0 1 0,0-2 0,-2 4 0,-4-4 0,-12 5 0,-11 1 0,-5 1 0,-7 5 0,-16 4 0,-12 7 0,-4 2 0,-4 4 0,43-13 0,-1-1 0,-4 3 0,-3-1 0,-6 0 0,-2-1-299,-1 2 1,-1-1 0,-2-1 0,0-1 298,3 2 0,-1 1 0,-7 1 0,-1 1 0,-5-1 0,-1 0 0,-4 2 0,-2-1 0,-2 0 0,-1 1 0,-2 1 0,0 2 0,2 2 0,1 0 0,1 1 0,0-2 0,-2-1 0,0-1 0,3 0 0,3 0 0,9 0 0,2 1 0,7-1 0,1 0 0,6-1 0,3 2 0,8 2 0,3 0-98,-39 21 0,11-3 98,18-10 0,15-3 0,19-8 0,4-1 0,3-3 0,5-1 0,5-7 0,12 7 0,5-1 0,12 6 0,4-7 0,7-2 0,1-8 0</inkml:trace>
  <inkml:trace contextRef="#ctx0" brushRef="#br1" timeOffset="46">12580 17090 8912,'0'-25'0,"0"-2"0,0-1 0,0 1 0,0 2 0,0 4 0,0 8 0,0 1 0,0 18 0,0 6 0,0 12 0,0 9 0,0 9 0,0 4 0,0 3 0,0 3 0,5-2 0,3-3 0,0-3 0,-1-2 0,5-2 0,-7-5 0,7-1 0,-4-1 0,1-7 0,4-8 0,3-9 0,1-9 0,6-2 0,0-3 0,6-13 0,-5-10 0,1-7 0,0-5 0,4-2 0,-6-4 0,2 4 0,-2 8 0,-6 1 0,0 5 0,0 5 0,-5 11 0,3 5 0,-4 16 0,1 9 0,-1 8 0,-1 7 0,5-1 0,-3-3 0,3 1 0,2-7 0,0 8 0,1-14 0,-1 0 0,0-7 0,0-10 0,0-8 0,1-3 0,-9-12 0,-1-6 0,-2-3 0,-1-3 0,1-5 0,-6 0 0,0 0 0,0 6 0,0 5 0,0 0 0,0 8 0,0-2 0,0 12 0,0 3 0,8 16 0,1 1 0</inkml:trace>
  <inkml:trace contextRef="#ctx0" brushRef="#br1" timeOffset="47">13698 17193 8912,'0'-9'0,"0"1"0,0 8 0,0 0 0,8 0 0,1 0 0,9-2 0,-1-4 0,0 2 0,0-7 0,0 0 0,1-7 0,-7 1 0,1 0 0,-9 0 0,3 0 0,-4-1 0,-4 1 0,-4 0 0,-5 0 0,-6 7 0,-6 5 0,-4 6 0,-7 11 0,5 1 0,0 16 0,8 2 0,-2 9 0,10-2 0,1 8 0,10-8 0,2 2 0,14-4 0,13-1 0,9-9 0,16-3 0,1-5 0,4-7 0,-3-7 0,3-16 0,5-7 0,-1-15 0</inkml:trace>
  <inkml:trace contextRef="#ctx0" brushRef="#br1" timeOffset="48">14541 17038 8912,'-17'-7'0,"0"-5"0,4 5 0,-5 1 0,11 6 0,-11 6 0,5 5 0,-4 12 0,5 4 0,1 7 0,7-5 0,-2-1 0,4-1 0,2 4 0,2-4 0,4-3 0,4-1 0,7-6 0,2-7 0,4-4 0,-2 1 0,8-1 0,-8-2 0,2-10 0,1-3 0,-1-10 0,-2-2 0,-1-2 0,-3-6 0,0 6 0,-2-6 0,-3 6 0,1-5 0,-7 5 0,5 0 0,-5 6 0,0 0 0,-6 9 0,0 8 0,-2 11 0,-4 10 0,4 6 0,-3 8 0,3-3 0,2-3 0,0 1 0,0-7 0,2 0 0,3-6 0,5-1 0,7-5 0,0-5 0,0-4 0,1-10 0,-1-3 0,0-12 0,0-6 0,1-5 0,-1-6 0,-2 3 0,-4-3 0,3 0 0,-8 6 0,1-3 0,-1 14 0,4 0 0,7 20 0,0 3 0,0 11 0,8 6 0,2 10 0</inkml:trace>
  <inkml:trace contextRef="#ctx0" brushRef="#br1" timeOffset="49">15367 17038 8912,'0'-17'0,"0"0"0,0 0 0,-2 2 0,-3 3 0,-5-1 0,-7 7 0,-10 0 0,-7 6 0,-3 10 0,-8 7 0,4 8 0,-3 11 0,2 2 0,4 2 0,9 1 0,6-7 0,12 0 0,5 1 0,4-3 0,2-3 0,16-10 0,7-9 0,7-3 0,5-3 0,5-10 0,0-5 0,6-10 0,-6-2 0,2-8 0,-2 3 0,-5-3 0,-1 2 0,-2-3 0,-9 3 0,0-1 0,-7 1 0,-5 6 0,-5 4 0,-4 8 0,-2-1 0,0 8 0,0-1 0,0 10 0,-6 7 0,0 11 0,1-2 0,5 5 0,0-1 0,0-4 0,0-2 0,0-1 0,0-1 0,0 0 0,0 0 0,0 0 0,0-7 0,2-1 0,3-3 0,-3-4 0,8 4 0,-5-12 0,3-3 0,4-9 0,3 7 0,-4-1 0,5 1 0,1-6 0,0 0 0,0-1 0,0 3 0,1 4 0,-1 3 0,0 8 0,0 0 0,1 0 0,-1 0 0,0 2 0,0 4 0,6-3 0,2 7 0,0-2 0,0-5 0,7-1 0,3-2 0,-1 0 0,6 0 0,-2-7 0,3-5 0,-5-5 0,4-6 0,-6-4 0,-5-7 0,-4-2 0,-10-2 0,-1-5 0,-3 0 0,-7-3 0,2-6 0,-6 8 0,-6 4 0,2 6 0,-7 5 0,5 6 0,-6 12 0,9-1 0,-3 12 0,4 8 0,2 15 0,0 11 0,0 10 0,0 13 0,2 1 0,4 10 0,3-8 0,6 8 0,1-3 0,1-3 0,-4-1 0,10-4 0,-4-5 0,-1-1 0,-3-1 0,-4-10 0,-3-2 0,-8-9 0,-8-4 0,-9-16 0,-10-1 0</inkml:trace>
  <inkml:trace contextRef="#ctx0" brushRef="#br1" timeOffset="50">16176 17159 8912,'-27'-16'0,"3"5"0,6-14 0,9 16 0,11-5 0,15 9 0,10-9 0,17 3 0,11-5 0,12-1 0,19 0 0,0 0-298,-37 8 0,0 1 1,46-10-1,-43 10 1,-1-1-1</inkml:trace>
  <inkml:trace contextRef="#ctx0" brushRef="#br1" timeOffset="51">17570 16918 8912,'-10'-8'0,"-5"-1"0,13-8 0,-5 15 0,7 7 0,0 11 0,0 7 0,0 5 0,0 5 0,0 3 0,0 4 0,0 2 0,0 4 0,0 4 0,0-4 0,-8 5 0,-3 7 0,-5 1 0,-1 6 0,0-6 0,0-6 0,-3-7 0,-2-17 0,-5 3 0,-8-5 0</inkml:trace>
  <inkml:trace contextRef="#ctx0" brushRef="#br1" timeOffset="52">17295 17434 8912,'-8'-35'0,"6"3"0,-4 3 0,10 4 0,2 8 0,7 2 0,-1 4 0,3-3 0,2 8 0,2 1 0,2 5 0,4 0 0,2 0 0,2 0 0,5 0 0,-1 0 0,-5 0 0,5 0 0,-4 0 0,-5 0 0,-1 0 0,-3 0 0,-3 0 0,-6 0 0,1 0 0,-9 0 0,3 2 0,-12 3 0,3 5 0,-9 7 0,6 0 0,-5 0 0,7 3 0,-2 3 0,5-4 0,2 4 0,5-4 0,4-10 0,7-3 0,2-4 0,4-2 0,4-2 0,7-4 0,-5-5 0,0-12 0,-8-2 0,2-4 0,-12-3 0,-5 5 0,-6 0 0,-6 4 0,-11 4 0,-12 2 0,-11 8 0,-6 3 0,-4 12 0,-1 3 0,-1 8 0</inkml:trace>
  <inkml:trace contextRef="#ctx0" brushRef="#br1" timeOffset="53">18964 17073 8912,'-10'-27'0,"-5"4"0,6 15 0,-1 14 0,2 13 0,8 21 0,-2 6 0,-3 4 0,3 2 0,-4-1 0,4 1 0,2-1 0,-6-5 0,-1 0 0,-1 0 0,0-2 0,-3-10 0,3-11 0,-1-4 0,5-9 0,-4-6 0,8-16 0,0-3 0,2-20 0,2-5 0,2-2 0,5-7 0,-5 3 0,7-2 0,-1 2 0,-3-2 0,3 8 0,-3 0 0,3 6 0,-3 7 0,-3 4 0,-4 4 0,6 25 0,-8 11 0,5 12 0,1 5 0,0 0 0,-6 1 0,0-1 0,0 0 0,6-1 0,-1-4 0,1-6 0,2-4 0,-4-4 0,7-4 0,1 5 0,5-16 0,0 0 0,-2-10 0,-3-5 0,3-4 0,-3-4 0,1 2 0,-2-8 0,5 8 0,-5-2 0,-1 4 0,-1 2 0,1 2 0,-1 3 0,-3 5 0,6 7 0,-7 0 0,7 0 0,-6 13 0,5 4 0,1 10 0,5-4 0,0 5 0,0-5 0,2 6 0,4-6 0,-2 0 0,6-6 0,-2-2 0,-4-3 0,-2-5 0,-2-7 0,0 0 0,1 0 0,-3-7 0,-4-5 0,-3-3 0,-8-2 0,0 0 0,0-1 0,-6 1 0,-1 2 0,-3 2 0,-3 1 0,-3 1 0,-1 1 0,0 4 0,6 4 0,-1 2 0,1 2 0,-7 4 0,7 4 0,-1 7 0,9 0 0,-3 0 0,-2 0 0,2 1 0,3-1 0,1 0 0,2 0 0,2-7 0,3-4 0,5-5 0,7-2 0,0-5 0,1 2 0,-1-7 0,0 7 0,0-10 0,0 9 0,-5-1 0,-1 6 0,1 0 0,5 0 0,0 0 0,0 2 0,1 2 0,-1 3 0,0 3 0,2-6 0,4 1 0,-4 3 0,4-2 0,-4-1 0,-1-5 0,-1 0 0,0-7 0,0-3 0</inkml:trace>
  <inkml:trace contextRef="#ctx0" brushRef="#br1" timeOffset="54">19807 17296 8912,'0'-9'0,"0"1"0,8 8 0,3 0 0,5 8 0,1 3 0,6 6 0,0 6 0,7-2 0,-1 8 0,-2-6 0,1 6 0,1-1 0,4 5 0,-3-5 0,-1-5 0,-8-4 0,2-1 0,4-9 0,-8-9 0,6-9 0</inkml:trace>
  <inkml:trace contextRef="#ctx0" brushRef="#br1" timeOffset="55">20220 17228 8912,'-17'0'0,"0"1"0,-2 5 0,-4 6 0,-2 5 0,-4 6 0,-5 5 0,1 13 0,-5 6 0,0 9 0,3 3 0,7 4 0,-3-4 0,8-7 0,6-10 0,5-8 0,9-15 0,3-11 0,9-8 0</inkml:trace>
  <inkml:trace contextRef="#ctx0" brushRef="#br1" timeOffset="56">20323 17348 8912,'-9'0'0,"1"2"0,8 4 0,0 5 0,0 4 0,0 2 0,0 3 0,0 1 0,2 2 0,4-2 0,-4 3 0,4-1 0,-5-2 0,-1-9 0,0 3 0,0-5 0</inkml:trace>
  <inkml:trace contextRef="#ctx0" brushRef="#br1" timeOffset="57">20255 17124 8912,'2'-17'0,"3"0"0,5 0 0,7 7 0,0 5 0,0 10 0,1 5 0</inkml:trace>
  <inkml:trace contextRef="#ctx0" brushRef="#br1" timeOffset="58">20668 17382 8912,'-18'8'0,"1"-6"0,0 4 0,2-3 0,3 3 0,-1-2 0,7 7 0,0-5 0,6 6 0,0-1 0,0 6 0,0 0 0,0 1 0,6-1 0,0 0 0,0 0 0,-6-5 0,1-3 0,5-1 0,-4-4 0,4-10 0,-4-6 0,-2-10 0,2-5 0,3-8 0,-1 1 0,8 0 0,-3-1 0,3 1 0,3 5 0,-3 1 0,1 7 0,0 0 0,-1 5 0,1 5 0,2 7 0,3-2 0,-3 6 0,-4 6 0,5 5 0,-5 12 0,4 4 0,3 7 0,-1-1 0,0-4 0,-3 3 0,3-3 0,-10 1 0,11-1 0,-3-6 0,0-4 0,-3-4 0,-1-3 0,-5-5 0,5-7 0,-1-2 0,1-3 0,3-11 0,-9-6 0,9-9 0,-3 2 0,-3 3 0,-2-3 0,1 0 0,1-5 0,0 1 0,-1 5 0,-1 3 0,-6 8 0,6 5 0,0 1 0,-1 7 0,-5-4 0,0 10 0,2 2 0,4 2 0,-2 7 0,7-1 0,3 3 0,1 2 0,2-5 0,0-1 0,1-5 0,-1 5 0,0-7 0,0 2 0,0-4 0,1-2 0,-1 0 0,-8-8 0,5-2 0,-9-7 0,1 8 0,-6-1 0,0 4 0,0 6 0,0 0 0,0 2 0,0 10 0,2-1 0,4 6 0,-4 1 0,3-1 0,-3 0 0,-2 0 0,2-5 0,4-1 0,-4 1 0,6 5 0,-8 0 0</inkml:trace>
  <inkml:trace contextRef="#ctx0" brushRef="#br1" timeOffset="59">21356 17107 8912,'-15'-51'0,"3"-1"0,-1 16 0,5 5 0,-1 4 0,5 14 0,-2-4 0,4 13 0,2 4 0,0 10 0,0 7 0,0 6 0,0-4 0,15 13 0,5-5 0</inkml:trace>
  <inkml:trace contextRef="#ctx0" brushRef="#br1" timeOffset="60">21511 17245 8912,'-8'-17'0,"6"-1"0,-5 1 0,7 0 0,0 0 0,13 0 0,6-1 0,6 3 0,6 4 0,-1-3 0,-1 9 0,1-7 0,-7 6 0,0 1 0,-5 5 0,-1 0 0,-2 2 0,-3 3 0,-5-1 0,-7 8 0,0 1 0,0 2 0,0 2 0,0 1 0,6-1 0,2 0 0,-1 0 0,1 0 0,3-5 0,-5-1 0,7 1 0,-3 5 0,5 0 0,-3 0 0,1 0 0,-7 1 0,5-1 0,-5 0 0,0 0 0,-6 0 0,6 6 0,-1 2 0,-1 2 0,-2 4 0,-4 3 0,-4 6 0,-1-6 0,-7 3 0,3-9 0,-2-3 0,-3 0 0,-1-2 0,0-12 0,0 1 0,5-8 0,1-4 0,-1 0 0,-3-8 0,3-3 0,5-7 0,7-5 0,0-3 0,0-7 0,0 3 0,0 1 0,2 8 0,3-2 0,1-2 0,11 2 0,-3 0 0,9 6 0,3 0 0,3 0 0,6 0 0,5-1 0,6-1 0,11-4 0,6 2 0,14-7 0,7-5 0,-40 14 0,2 0 0,-1 1 0,-1-2 0,37-26 0,-7 6 0,-11-6 0,-7 8 0,-16-2 0,-15 3 0,-19 3 0,-20 7 0,-9 4 0,-15 6 0,-8 6 0,-13 15 0,-8 18 0,-6 19 0,1 12 0,10 8 0,11 8 0,9-8 0,13-4 0,12 3 0,11-3 0,16 8 0,13-2 0,21-4-299,24-2 1,11-5 298,-34-28 0,2-2 0,2 2 0,1-2 0,1-5 0,1 0 0,2 3 0,-1-2 0,-4-3 0,0-1 0,2 2 0,-1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16:03:30.61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10011 6768 8912,'-1'-11'0,"-1"-2"0,-3 1 0,0 0 0,-1 3 0,-1 3 0,5 2 0,-3 5 0,5 3 0,1 2 0,3 4 0,3-3 0,9-2 0,7-5 0,0 0 0,8 0 0,2-1 0,3-3 0,1 2 0,-3-5 0,3 0 0,1-1 0,0 2 0,1 1 0,-4 1 0,-5 4 0,-8 0 0,-6-5 0,-4-1 0</inkml:trace>
  <inkml:trace contextRef="#ctx0" brushRef="#br0" timeOffset="1">10156 7123 8912,'-4'-7'0,"0"0"0,2 3 0,6-4 0,3 1 0,8-4 0,7-1 0,8-3 0,2 2 0,3-1 0,2 2 0,3 5 0,-1-3 0,4-1 0,-3-6 0</inkml:trace>
  <inkml:trace contextRef="#ctx0" brushRef="#br0" timeOffset="2">11713 6323 8912,'-10'-5'0,"2"-1"0,0 0 0,1 3 0,-1 7 0,2 10 0,1 10 0,2 6 0,1 11 0,0 2 0,-2 4 0,0 0 0,4 5 0,2 0-267,1 3 1,0 0 266,4-4 0,-4-6 0,2-9 0,-2-5 131,1-6-131,0-1 0,-4-12 0,-5-7 0,-1-11 0</inkml:trace>
  <inkml:trace contextRef="#ctx0" brushRef="#br0" timeOffset="3">11557 6468 8912,'0'-23'0,"0"2"0,0 3 0,0 3 0,5 4 0,3 4 0,7-2 0,3 5 0,3 1 0,3 3 0,2 0 0,3 0 0,5 0 0,3 0 0,-3 0 0,3 0 0,-2 5 0,-2 2 0,1 3 0,-3 1 0,-7 1 0,-9 3 0,-7 4 0,-8 7 0,-10-2 0,-5 6 0,-10 0 0,-5 3 0,0-5 0,0-2 0,-2 1 0,2-1 0,3-4 0,1-3 0,6-10 0,2-2 0,4-9 0,-2-5 0</inkml:trace>
  <inkml:trace contextRef="#ctx0" brushRef="#br0" timeOffset="4">11468 6290 8912,'-5'6'0,"-4"0"0,-6-2 0,0-3 0,4 3 0,3-3 0,1-1 0,6-4 0,1 1 0,5-10 0,6 2 0,5-7 0,2-1 0,5-7 0,1-3 0,4-3 0,0-2 0,0-2 0,2-4 0,-3 0 0,-4-4 0,-2 2 0,-3 8 0,-3 1 0,-8 11 0,-2 7 0,-5 12 0,0 11 0,0 8 0,0 7 0,1 10 0,3 4 0,2 5 0,6-2 0,-1 2 0,0-1 0,0 0 0,1-7 0,2-2 0,1 1 0,4-3 0,0 0 0,1-8 0,-2-7 0,3-3 0,-2 0 0,-3-1 0,0-5 0,-5-1 0</inkml:trace>
  <inkml:trace contextRef="#ctx0" brushRef="#br0" timeOffset="5">12147 6901 8912,'0'-11'0,"-4"4"0,1-1 0,-1 1 0,-1 1 0,-1 1 0,-5 6 0,-1 3 0,0 7 0,-1 8 0,-2 6 0,1 5 0,3 2 0,2 1 0,3 1 0,1-1 0,1 0 0,4 1 0,2-7 0,3-5 0,5-6 0,3-4 0,7-5 0,-2-4 0,1-8 0,1-6 0,1-6 0,-1-4 0,-1-6 0,4-3 0,-6 2 0,-2-2 0,-7 2 0,0-2 0,-6-1 0,2 5 0,-9 2 0,-6 5 0,-5 4 0,-6 8 0,-1-2 0,1 5 0,1 6 0,1 5 0,3 4 0,1 4 0,2 1 0,6 3 0,1-5 0,3-1 0,0-2 0,4 0 0</inkml:trace>
  <inkml:trace contextRef="#ctx0" brushRef="#br0" timeOffset="6">12047 7046 8912,'-8'0'0,"1"0"0,5 0 0,-3 0 0,6 0 0,3 0 0,7-4 0,7 0 0,8-3 0,4 2 0,1-1 0,-2-3 0,2 3 0,-5-2 0,5 1 0,-2-4 0</inkml:trace>
  <inkml:trace contextRef="#ctx0" brushRef="#br0" timeOffset="7">12803 6201 8912,'-11'-15'0,"-1"0"0,-2 2 0,-1 2 0,0 3 0,1 5 0,-1 1 0,-4 4 0,3 2 0,-1 8 0,-3 5 0,0 9 0,2 3 0,-2 8 0,5 3 0,2 2 0,0 2 0,7-5 0,2 5 0,3-3 0,1 0 0,1-4 0,3-3 0,2-7 0,5-4 0,1-6 0,-1-6 0,1-5 0,3-2 0,-3-8 0,9-12 0,-4-7 0</inkml:trace>
  <inkml:trace contextRef="#ctx0" brushRef="#br0" timeOffset="8">12736 6257 8912,'-11'-18'0,"0"3"0,5 8 0,1 2 0,5 10 0,0 4 0,0 4 0,6 3 0,4 4 0,5-1 0,2 0 0,2 1 0,3-1 0,2 0 0,2-4 0,-2 0 0,6-4 0,0 0 0,3 0 0,-3-4 0,-1-4 0,-5-3 0,-2-3 0,5-4 0,-3-4 0</inkml:trace>
  <inkml:trace contextRef="#ctx0" brushRef="#br0" timeOffset="9">13126 6245 8912,'-6'-1'0,"2"-2"0,3 1 0,-4-3 0,2 7 0,-4 1 0,3 7 0,-3 5 0,3 5 0,-3-2 0,-1 0 0,-3 0 0,0 4 0,-1 4 0,-2-2 0,-1-5 0,-1 2 0,1-2 0,-2-3 0,-5 0 0,-1-5 0</inkml:trace>
  <inkml:trace contextRef="#ctx0" brushRef="#br0" timeOffset="10">12926 6412 8912,'0'8'0,"0"-1"0,0 0 0,0 4 0,1 1 0,3-1 0,-2 5 0,4 2 0,0 3 0,1 2 0,0-3 0,4-1 0,0 1 0,0-5 0,5-1 0,3-2 0,2-6 0,1-1 0</inkml:trace>
  <inkml:trace contextRef="#ctx0" brushRef="#br0" timeOffset="11">13270 6379 8912,'-5'-6'0,"4"-1"0,-2 4 0,3 0 0,3-4 0,5 3 0,6-2 0,5 0 0,2 0 0,3 2 0,1-3 0,-1 3 0,2-4 0,-3 6 0,0-8 0,-1 4 0</inkml:trace>
  <inkml:trace contextRef="#ctx0" brushRef="#br0" timeOffset="12">13304 6546 8912,'-11'0'0,"3"3"0,1 1 0,4 0 0,-2-4 0,7 0 0,3-2 0,7-1 0,9-5 0,2-2 0,7-1 0,0 0 0,3 0 0,-3-1 0,-1-3 0,1 3 0,-1-9 0,-2 3 0</inkml:trace>
  <inkml:trace contextRef="#ctx0" brushRef="#br0" timeOffset="13">13671 6257 8912,'-1'6'0,"-3"-1"0,-4 0 0,4-3 0,0 5 0,3 2 0,1 1 0,0 1 0,1-1 0,3-3 0,2 3 0,5-2 0,0-2 0,1 0 0,2-1 0,1-3 0,3 0 0,-3-2 0,1-2 0,-1-1 0,-3-3 0,3-6 0,-2 0 0,-2-3 0,-5 2 0,-2-6 0,1 2 0,-2-2 0,1 0 0,-4 4 0,0 1 0,0 2 0,-5 1 0,3 1 0,-6 2 0,6 5 0,-2 6 0,3 5 0,1 7 0,0-2 0,0 6 0,1 3 0,1 5 0,3 0 0,2 1 0,-5 1 0,2-3 0,1 4 0,-2-4 0,1 0 0,-4-4 0,-1-1 0,-3-3 0,-2 2 0,-5-5 0,-2 0 0,-1-4 0,1-4 0,-2 1 0,3-6 0,1 2 0,0-4 0,0-4 0,5-2 0,1-5 0</inkml:trace>
  <inkml:trace contextRef="#ctx0" brushRef="#br0" timeOffset="14">14082 6334 8912,'0'-6'0,"2"1"0,1 5 0,-1 0 0,3 3 0,-5 3 0,0 6 0,0 4 0,0 2 0,0 0 0,0 6 0,0-6 0,3 6 0,1-6 0,0 3 0,-4 1 0,3-3 0,1-1 0,0-4 0,-4 1 0,0-3 0,5-1 0,1 0 0</inkml:trace>
  <inkml:trace contextRef="#ctx0" brushRef="#br0" timeOffset="15">14327 6057 8912,'-11'-4'0,"0"0"0,5 0 0,-3 6 0,5 1 0,1 10 0,3 9 0,1 8 0,3 5 0,2 5 0,5 4 0,0 6-282,0 2 0,0 1 282,0-1 0,-1-4 0,-2-8 0,0-1 34,-4-6 1,0-6-1,-4-5 1,-2-5-35,-1-5 0,-3-6 0,-6-2 0,1-8 0,0-2 0</inkml:trace>
  <inkml:trace contextRef="#ctx0" brushRef="#br0" timeOffset="16">14538 6234 8912,'5'-6'0,"-2"0"0,4 2 0,4 3 0,4-3 0,0 3 0,1 1 0,0 1 0,3 3 0,1 6 0,-6 5 0,1 3 0,-4-3 0,-5 5 0,-2-2 0,-3 3 0,-2 2 0,-3-1 0,-3 0 0,-7-1 0,0-2 0,-5 0 0,4-4 0,-3 0 0,3-4 0,0-5 0,4-1 0,5-6 0,3-4 0,6-5 0,4-3 0,8-12 0,2 1 0</inkml:trace>
  <inkml:trace contextRef="#ctx0" brushRef="#br0" timeOffset="17">14761 6201 8912,'0'-11'0,"0"3"0,0 1 0,0 0 0,0 0 0,-5 9 0,-2 9 0,-3 5 0,-1 6 0,-1 5 0,1 3 0,4 2 0,-1 1 0,6-4 0,-2-2 0,3-2 0,1-3 0,5 1 0,2-8 0,3-1 0,1-7 0,1-2 0,-1-5 0,5 0 0,1-10 0,5-2 0</inkml:trace>
  <inkml:trace contextRef="#ctx0" brushRef="#br0" timeOffset="18">14961 6290 8912,'0'11'0,"0"0"0,0 5 0,0 3 0,0 2 0,0 2 0,0 2 0,0 1 0,0 0 0,0-4 0,-5-1 0,-2-3 0,-3 3 0,-1-3 0</inkml:trace>
  <inkml:trace contextRef="#ctx0" brushRef="#br0" timeOffset="19">14850 5923 8912,'12'-11'0,"3"0"0,-1 5 0,4 2 0,6 8 0,5 6 0,4 7 0,0 9 0,-5 6 0,-2 5 0,-3 4 0,-5 7 0,-3 4 0,-8 5 0,-3-2 0,-3-4 0,-9-6 0,-4-4 0,-6-1 0,-1-3 0,-2-11 0,-1 0 0,0-10 0,0-2 0,3-1 0,1-2 0,9-5 0,-1-1 0,10-15 0,0-2 0</inkml:trace>
  <inkml:trace contextRef="#ctx0" brushRef="#br0" timeOffset="20">15428 6334 8912,'-11'0'0,"0"0"0,4 0 0,-1 0 0,1 0 0,-1 0 0,2 2 0,0 0 0,0 2 0,3 4 0,-2-5 0,5 4 0,0-3 0,0 3 0,2-4 0,1 1 0,0-3 0,4-1 0,-4 0 0,2 0 0,-2-1 0,1-3 0,0 3 0,-4-4 0,-5 10 0,4-3 0,-3 6 0,8-6 0,7 3 0,6-5 0</inkml:trace>
  <inkml:trace contextRef="#ctx0" brushRef="#br0" timeOffset="21">15706 6179 8912,'-6'-1'0,"1"-2"0,2-2 0,-2 0 0,0-1 0,-1 0 0,1-3 0,0-1 0,0-2 0,2-2 0,-1 0 0,2 0 0,1 2 0,1 1 0,0 6 0,0 6 0,0 9 0,3 11 0,1 8 0,1 5 0,-2 1 0,0 4 0,0 0 0,2-2 0,-2 3 0,1-2 0,1-2 0,-4-3 0,3-3 0,-3-7 0,-1-4 0,2-6 0,1 2 0,-2-7 0,4-8 0,-5-11 0,0-7 0</inkml:trace>
  <inkml:trace contextRef="#ctx0" brushRef="#br0" timeOffset="22">15617 5979 8912,'-3'-15'0,"-1"0"0,2 2 0,0 5 0,5 4 0,4 8 0,8 4 0,5 1 0,3 3 0,3-1 0,3 3 0,4 1 0,0 0 0,1-4 0,-2 4 0,-2 0 0,-4 0 0,-8-4 0,-7 0 0,-7 0 0,-5 4 0,-7 0 0,-5 3 0,-13-2 0,-5 1 0,-5 3 0,0 1 0,-5 1 0,7-1 0,0-2 0,7-3 0,9-5 0,2-5 0,4-2 0,1-13 0,0-3 0</inkml:trace>
  <inkml:trace contextRef="#ctx0" brushRef="#br0" timeOffset="23">15495 5812 8912,'-17'0'0,"1"-1"0,5-3 0,-1 3 0,3-4 0,1 0 0,4-1 0,8-5 0,4-2 0,6-1 0,4 0 0,5-5 0,2 0 0,1-2 0,0-2 0,-4 1 0,-5 4 0,-2-1 0,-2 6 0,-2-2 0,0 7 0,-5 5 0,-2 6 0,-3 5 0,-1 7 0,0 7 0,0 7 0,1 4 0,3 0 0,-2 1 0,6 4 0,-1-5 0,4 0 0,0-1 0,1-6 0,4 0 0,2-4 0,-1-1 0,2-2 0,0-4 0,3-8 0,0-2 0,0-5 0</inkml:trace>
  <inkml:trace contextRef="#ctx0" brushRef="#br0" timeOffset="24">16062 6457 8912,'-7'-10'0,"0"2"0,-2 5 0,-1 1 0,-1 4 0,0 1 0,0 6 0,-1 5 0,5-1 0,0 6 0,-1 0 0,2 2 0,-3 2 0,6 0 0,0 1 0,2-2 0,1 1 0,0-8 0,5 0 0,4-5 0,3-3 0,3-3 0,3-8 0,-3-3 0,5-8 0,-2-4 0,-1-2 0,-3-1 0,2 0 0,-1 0 0,-4 0 0,-3-1 0,-6-1 0,2 0 0,-3 4 0,-1 3 0,-5 2 0,-2 4 0,-7 1 0,-1 3 0,1 2 0,2 5 0,1 5 0,0 2 0,0 3 0,-5 6 0,-1 1 0</inkml:trace>
  <inkml:trace contextRef="#ctx0" brushRef="#br0" timeOffset="25">15951 6590 8912,'-11'0'0,"0"0"0,0 0 0,0-5 0,7-1 0,8-5 0,7 0 0,11 0 0,5 3 0,3 1 0,2-1 0,1-3 0,1-5 0,-1-1 0</inkml:trace>
  <inkml:trace contextRef="#ctx0" brushRef="#br0" timeOffset="26">16641 5779 8912,'-19'0'0,"2"1"0,1 1 0,1 3 0,0 3 0,-1 4 0,0 7 0,0 5 0,-3 6 0,6 7 0,2 5 0,3 5 0,3 4 0,3-1 0,1 3 0,1-5 0,1-2 0,3-4 0,2-6 0,6-10 0,2-8 0,1-4 0,3-8 0,-3-2 0,3-9 0,-3-6 0,-1-7 0,-2-7 0,-1-4 0</inkml:trace>
  <inkml:trace contextRef="#ctx0" brushRef="#br0" timeOffset="27">16652 5945 8912,'-11'-6'0,"0"3"0,4 3 0,4 3 0,2 5 0,3 5 0,4 3 0,5 2 0,8-4 0,-1 5 0,5-4 0,1 2 0,2-1 0,-1-2 0,-2-3 0,0-4 0,-1 2 0,0-6 0,0 0 0,1-7 0,-1-2 0</inkml:trace>
  <inkml:trace contextRef="#ctx0" brushRef="#br0" timeOffset="28">16986 5934 8912,'-12'4'0,"1"0"0,0 4 0,0 0 0,0 2 0,0 1 0,-2 1 0,0 2 0,-3 2 0,-1 1 0,3 2 0,-1 3 0,-1-4 0,1 1 0,0-6 0,4 2 0,0-4 0,0-3 0,0 2 0,0-4 0</inkml:trace>
  <inkml:trace contextRef="#ctx0" brushRef="#br0" timeOffset="29">16830 6134 8912,'-6'5'0,"1"1"0,5 9 0,0 0 0,0 4 0,0-5 0,1 6 0,3-1 0,2-2 0,5 0 0,1-1 0,3-2 0,-2-2 0,3-1 0</inkml:trace>
  <inkml:trace contextRef="#ctx0" brushRef="#br0" timeOffset="30">17086 6068 8912,'-6'-7'0,"1"3"0,6 4 0,3 0 0,3 0 0,8 0 0,2 0 0,7 0 0,0 0 0,2 0 0,4 0 0,-4 0 0,0-5 0,-4-2 0</inkml:trace>
  <inkml:trace contextRef="#ctx0" brushRef="#br0" timeOffset="31">17097 6245 8912,'-11'0'0,"0"0"0,4 0 0,7-3 0,8-1 0,12-5 0,6 2 0,4-4 0,4-4 0,3 1 0,0-4 0,10-6 0,-1-4 0</inkml:trace>
  <inkml:trace contextRef="#ctx0" brushRef="#br0" timeOffset="32">17453 5923 8912,'-18'4'0,"4"1"0,1 1 0,2 3 0,5 1 0,2 1 0,3 3 0,1 1 0,1 0 0,4-4 0,5-1 0,4-3 0,4 2 0,-3-5 0,4 0 0,-5-4 0,1 0 0,-4 0 0,1-5 0,-1-3 0,0-2 0,0-1 0,-1-1 0,-3-3 0,-2 1 0,-5-4 0,0 1 0,0-2 0,0-1 0,0 6 0,0-1 0,0 4 0,0-1 0,0 1 0,0 5 0,0 2 0,0 8 0,1 4 0,3 6 0,-1 5 0,4 7 0,-3-1 0,3 4 0,0 2 0,0 1 0,1 0 0,-4-2 0,0 2 0,-4-2 0,-1 2 0,-3 1 0,-4-3 0,-6-1 0,1-5 0,-3-1 0,1-4 0,0-3 0,1-6 0,3-7 0,-1-1 0,1-2 0</inkml:trace>
  <inkml:trace contextRef="#ctx0" brushRef="#br0" timeOffset="33">17642 6068 8912,'1'-8'0,"2"1"0,3-2 0,4-1 0,0 0 0,8 3 0,7-3 0,8 4 0,5 0 0,2 2 0,-3-1 0,-7 1 0,-4 4 0,-8 4 0,-3 6 0,-8 1 0,-3 1 0,-8 7 0,-7 0 0,-7 3 0,-4 1 0,-4 3 0,2-2 0,-2 2 0,3-3 0,0-1 0,5-3 0,-1-1 0,10-4 0,-3 1 0,9-3 0,-1-1 0,5-5 0,7-2 0,6-3 0,6-6 0,2-2 0,2-7 0,2-1 0,-3-3 0,3 3 0,-2-3 0,-2 2 0,-1 0 0,-2-1 0,-3-2 0,-5 1 0</inkml:trace>
  <inkml:trace contextRef="#ctx0" brushRef="#br0" timeOffset="34">18187 5645 8912,'-6'2'0,"2"3"0,4 7 0,4 9 0,2 12 0,5 14 0,0 10 0,-5-25 0,-1 1 0,2 2 0,1 0 0,-1-3 0,1 1 0,-1-1 0,1-1 0,8 28 0,-4-1 0,2-5 0,-6-7 0,-4-5 0,-4-9 0,-4-6 0,-2-8 0,-5-7 0,0-6 0</inkml:trace>
  <inkml:trace contextRef="#ctx0" brushRef="#br0" timeOffset="35">18376 5868 8912,'6'-12'0,"3"0"0,-4 0 0,1 1 0,3 4 0,0 5 0,4 2 0,2 2 0,3 6 0,3 1 0,1 9 0,1 1 0,-1 3 0,0 1 0,0 3 0,-4-2 0,-3 2 0,-8-3 0,-3-2 0,-3-1 0,-1-2 0,-6-3 0,-5 4 0,-9-6 0,-6 2 0,-4-3 0,4 0 0,-2-5 0,6 0 0,-2-4 0,11-1 0,3-4 0,-6-4 0,3-5 0</inkml:trace>
  <inkml:trace contextRef="#ctx0" brushRef="#br0" timeOffset="36">18643 5868 8912,'-4'7'0,"1"0"0,-2 2 0,1 6 0,1 2 0,-4 5 0,5 1 0,-2-1 0,-1 4 0,1 0 0,2-2 0,0 0 0,2-7 0,0-2 0,0 1 0,0-1 0,2-2 0,1-5 0,-1-3 0,3-5 0</inkml:trace>
  <inkml:trace contextRef="#ctx0" brushRef="#br0" timeOffset="37">18788 6001 8912,'7'0'0,"0"0"0,2 0 0,1-4 0,1 1 0,1-1 0,3 4 0,-1 0 0,3 0 0,-1 0 0,-2 0 0,-3 5 0,-4 2 0,-2 3 0,-5 1 0,0 5 0,0 3 0,-5-2 0,-2 2 0,-3-1 0,-1 3 0,1-1 0,3-2 0,-2-4 0,5 1 0,1-3 0,3-6 0,4-1 0,4-5 0,6-1 0,0-3 0,6-3 0,-1-8 0,-3 3 0,-1-3 0,-3-2 0,-1-1 0,0-4 0</inkml:trace>
  <inkml:trace contextRef="#ctx0" brushRef="#br0" timeOffset="38">18921 5634 8912,'5'-11'0,"-3"5"0,6 2 0,-4 3 0,3 1 0,4 2 0,6 6 0,3 8 0,4 7 0,9 7 0,0 7 0,2 8-394,-5 6 1,-3 4 393,-5 0 0,-6 0 0,-5-4 0,-9-6 47,-10-8 1,-7-7 0,-4-3 0,-5-3-48,-2-1 0,-4 0 0,4-8 0,1 3 0,2-3 0,6-1 0,2-7 0,3-2 0,6-10 0,1-1 0</inkml:trace>
  <inkml:trace contextRef="#ctx0" brushRef="#br0" timeOffset="39">19522 6079 8912,'-5'-6'0,"4"1"0,-4 5 0,5 0 0,5 5 0,1 1 0</inkml:trace>
  <inkml:trace contextRef="#ctx0" brushRef="#br0" timeOffset="40">19689 6090 8912,'7'-8'0,"0"1"0,2-2 0,1 3 0,1 0 0,0 1 0,0 3 0,0-1 0,1-1 0,-1-2 0,0-5 0</inkml:trace>
  <inkml:trace contextRef="#ctx0" brushRef="#br0" timeOffset="41">20078 6090 8912,'-6'-8'0,"2"1"0,4 5 0,4-2 0,7-2 0,6 0 0</inkml:trace>
  <inkml:trace contextRef="#ctx0" brushRef="#br0" timeOffset="42">20323 6090 8912,'-12'0'0,"5"0"0,1-1 0,0-2 0,0-1 0,3 1 0,-1 3 0,8 0 0,2 0 0,5-5 0,0-1 0</inkml:trace>
  <inkml:trace contextRef="#ctx0" brushRef="#br0" timeOffset="43">3115 6623 8912,'-21'0'0,"1"0"0,3-1 0,-1-1 0,2-2 0,-1 1 0,0 2 0,-2 1 0,1 0 0,-1 0 0,2 0 0,-3 0 0,3 1 0,1 3 0,0-1 0,1 4 0,-3 2 0,1 1 0,-3 2 0,6 3 0,-7 7 0,-2 8 0,1 3 0,-4 4 0,3 4 0,0 7 0,1 4 0,0 2 0,3-2 0,1 0 0,8-4-196,-1 4 0,7-4 196,0 4 0,9-7 0,6 0 0,6-2 0,5-6 0,1-1-48,3-1 0,-1-7 48,5-2 0,-1-4 0,5-3 0,0-3 0,3-5 0,0-1 0,8-3 0,-2-3 0,9-8 0,-1-7 0,1-8 0,-4-3 0,-7-2 0,-4-4 0,-3 0 0,-4-2 0,0-3 0,-2 0 0,2-1 0,2 0-160,-2-3 1,2 1 159,1-5 0,-5 2 0,-2-2 0,-3 1 0,-5 3 0,-5 2 0,-7-5 0,0 2 147,0 2 1,-3-4-148,0 0 0,-3-1 0,-3-4 0,-9 7 0,-6-6 0,-6 7 0,-5 0 0,-7 2-219,-12 2 1,-3 4 218,-5 3 0,1 9 0,-2 6 0,-2 7 0,27 4 0,1 3 0,-2 3 0,0 4 0,-1 2 0,1 2 0,2 1 0,1 1 0,-1 0 0,2 1 0,-21 18 0,5 2 0,12-7 0,10 4 0,11-8 0,8 0 0,3-3 0,1-1 0,1-1 157,3-2 1,2 2-158,5-3 0,5 0 79,3 0-79,7-4 0,-3 2 0,5-5 0</inkml:trace>
  <inkml:trace contextRef="#ctx0" brushRef="#br0" timeOffset="44">10360 14184 8912,'17'-9'0,"-6"-5"0,1 9 0,-6-7 0,5 6 0,-7 1 0,3 5 0,-7 2 0,0 3 0,0-3 0,0 6 0,0-8 0,0 0 0,-7 0 0,-3 0 0,-1 0 0,-1 0 0,7 0 0,-7 0 0,1 0 0,-8 0 0,-4 0 0,-6 0 0,-13 2 0,-10 4 0,-22 3 0,-18 8 0,39-6 0,-1 1 0,-3 1 0,-1-1 0,-1 1 0,-1-1-199,0 0 1,0 1 0,1 1 0,1 0 198,4-2 0,-1-1 0,-1 1 0,1-1 0,-36 6 0,10-5 0,24-1 0,13-5 0,10 6 0,1-7 0,10 7 0,8-6 0,9 5 0,4-7 0,4 3 0,4-7 396,-4 0 1,5 2-397,-7 4 0,2-4 0,4 4 0,-4 3 0,6-7 0,-8 6 0</inkml:trace>
  <inkml:trace contextRef="#ctx0" brushRef="#br0" timeOffset="45">9052 14167 8912,'-2'-23'0,"-2"0"0,-4 2 0,-1 2 0,3 10 0,-5 3 0,5-2 0,-6 3 0,1-1 0,-6 6 0,0 0 0,-1 7 0,1 5 0,-10 11 0,-7 5 0,-2 13 0,-10 4 0,0 5 0,-6 2 0,-5 5 0,-1 0 0,1 6 0,7-5 0,4-1 0,6 2 0,12-5 0,5 3 0,13-11 0,10-6 0,10-11 0,13-6 0,7-2 0,16 1 0,2-8 0,15 1 0,2-5 0,2-6 0,4-3 0,3-1 0,-3 0-141,4 0 1,-12 0-1,-4 0 1</inkml:trace>
  <inkml:trace contextRef="#ctx0" brushRef="#br0" timeOffset="46">3769 14373 8912,'-27'-11'0,"4"1"0,4 1 0,2 1 0,-2 1 0,-2 3 0,-2 6 0,2 9 0,1 3 0,3 16 0,2 6 0,3 8 0,5 6 0,7 2 0,0-1 0,0 1 0,7-1 0,5-1 0,3-4 0,2-6 0,1-11 0,-1-6 0,2-12 0,2-5 0,2-4 0,0-12 0,-6-7 0,0-8 0,0-9 0,-5-8 0,-2-2 0,-3-2 0,-3 0 0,-4 0 0,-6-5 0,-3 7 0,-9 4 0,-4 5 0,-1 6 0,-6-1 0,6 9 0,2 6 0,2 7 0,4 8 0,3 6 0,4 5 0,8 12 0,8-2 0,4 8 0,10-8 0,7 2 0,-2-4 0,2-4 0,1-3 0,3 3 0,1-6 0</inkml:trace>
  <inkml:trace contextRef="#ctx0" brushRef="#br0" timeOffset="47">4027 14494 8912,'-10'-10'0,"3"3"0,7 9 0,0 3 0,7 7 0,5 11 0,3-2 0,2 5 0,0-1 0,1-4 0,-1 4 0,0-2 0,0 0 0,0-8 0,1-3 0,-1-7 0,0-10 0,0-7 0,-5-13 0,-1-9 0,-5-2 0,5-10 0,-5 6 0,6-6 0,-7 8 0,7-2 0,-6 5 0,5 7 0,-1 3 0,1 8 0,4 1 0,-3 3 0,3 1 0,10 1 0,2-6 0</inkml:trace>
  <inkml:trace contextRef="#ctx0" brushRef="#br0" timeOffset="48">4543 14373 8912,'-6'12'0,"1"-1"0,-1-5 0,6 6 0,0-9 0,0 5 0,0-8 0,2 0 0,4 0 0,5 0 0,4-2 0,3-2 0,-3-3 0,-4-3 0,5 1 0,-5-3 0,-3-3 0,-1 5 0,-7 1 0,0 1 0,-7 10 0,-5 4 0,-1 9 0,-1 10 0,5 0 0,1 0 0,3 5 0,5-1 0,0-3 0,0 3 0,7-8 0,5 2 0,11-10 0,5-1 0,12-8 0,6 1 0,-2-10 0,2-7 0,0-5 0,6-6 0,-8-11 0,-2-10 0</inkml:trace>
  <inkml:trace contextRef="#ctx0" brushRef="#br0" timeOffset="49">5077 14305 8912,'0'-12'0,"0"1"0,7 7 0,3-9 0,7 7 0,0 0 0,0 6 0,1 2 0,-1 4 0,0 5 0,0 5 0,0 1 0,1 0 0,-7 2 0,1 4 0,-9-4 0,3 4 0,-2-4 0,0-2 0,2 0 0,-1-7 0,-7-2 0,-3-8 0,3-2 0,-4-4 0,4-9 0,2-8 0,2-8 0,4 3 0,3-5 0,8-1 0,1-1 0,1 3 0,4 1 0,5 3 0,5 7 0,1-2 0,1 9 0,-1 3 0,1-1 0,-1-5 0</inkml:trace>
  <inkml:trace contextRef="#ctx0" brushRef="#br0" timeOffset="50">5885 14081 8912,'-9'2'0,"3"4"0,4 3 0,2 9 0,0-1 0,0 0 0,0 6 0,0 0 0,0 7 0,0-1 0,0 2 0,0-1 0,0-1 0,0 1 0,6-5 0,0-2 0,7-11 0,-11 3 0,6-6 0</inkml:trace>
  <inkml:trace contextRef="#ctx0" brushRef="#br0" timeOffset="51">5885 13840 8912,'-17'-26'0,"0"-5"0,0 8 0,5 0 0,1 6 0,7 0 0,-2 0 0,4 7 0,4 3 0,4 7 0,4 0 0,7 0 0,0 0 0,8 7 0,2 3 0</inkml:trace>
  <inkml:trace contextRef="#ctx0" brushRef="#br0" timeOffset="52">2977 15543 8912,'-17'-8'0,"0"-2"0,-1-7 0,1 0 0,6 7 0,1 3 0,3-1 0,1 8 0,6 0 0,0 10 0,0 5 0,6 2 0,1 0 0,1 1 0,0-1 0,3 6 0,-5 0 0,5 0 0,-3-6 0,1 0 0,3 0 0,5 0 0,-5-7 0,-1-4 0,1 1 0,5-1 0,0 0 0,0-6 0,-5-6 0,-1 0 0,1-7 0,3 1 0,-2-3 0,-1-2 0,-3 5 0,3 1 0,1 5 0,-7-5 0,7 7 0,-3-4 0,5 16 0,-3 3 0,3 5 0,-4 1 0,-1 0 0,1 0 0,1-5 0,5-3 0,0-1 0,0-2 0,-1-8 0,-5-4 0,-3-5 0,-8-12 0,-2 2 0,-4-8 0,-3 6 0,-9-6 0,-1 7 0,-4-7 0,4 8 0,-4-2 0,6 4 0,6 2 0,3 7 0,8-5 0,0 13 0,8-6 0,1 8 0</inkml:trace>
  <inkml:trace contextRef="#ctx0" brushRef="#br0" timeOffset="53">3648 15577 8912,'-9'11'0,"3"1"0,2-6 0,-2 5 0,4 1 0,-5 5 0,7 0 0,0-6 0,0 1 0,0 1 0,7 3 0,-5-7 0,14-1 0,-7-8 0</inkml:trace>
  <inkml:trace contextRef="#ctx0" brushRef="#br0" timeOffset="54">3545 15268 8912,'-2'-18'0,"-4"1"0,4 6 0,-3-1 0,3 8 0,2-3 0,0 7 0,0 0 0,7 0 0,5 0 0,-4 0 0,7 0 0,-6 0 0</inkml:trace>
  <inkml:trace contextRef="#ctx0" brushRef="#br0" timeOffset="55">3975 15353 8912,'-9'-24'0,"-5"5"0,7-4 0,-1 4 0,0 1 0,-3 7 0,5-1 0,0 12 0,6 6 0,0 15 0,0 14 0,0 10 0,2 1 0,4 13 0,5-1 0,5-1 0,1 2 0,0-1 0,0-5 0,1 4 0,-1-11 0,0-6 0,0-11 0,0 3 0,1-5 0</inkml:trace>
  <inkml:trace contextRef="#ctx0" brushRef="#br0" timeOffset="56">3872 15697 8912,'-6'-17'0,"0"0"0,-5 5 0,5 1 0,2-2 0,3-3 0,1-1 0,3 6 0,9-1 0,7-1 0,15-6 0,3 0 0,3 3 0,-2 3 0,8-4 0,-2 0 0,2-1 0,-4 1 0,-8 0 0,-1 6 0,-4-1 0,-10 1 0,-8-7 0,-7 7 0,2 0 0,-6 5 0,-6-4 0,-6 3 0,3 1 0,-3 6 0,1 0 0,-1 0 0,1 0 0,7 2 0,-2 4 0,5 5 0,1 12 0,0 4 0,0 7 0,0 0 0,0 1 0,1-1 0,5 1 0,-4 1 0,4 4 0,-4-6 0,-2 1 0,2-3 0,3-9 0,-3 6 0,4-6 0,-2-2 0,2-10 0,-4-3 0,5-10 0,-5-4 0,2-7 0,2-8 0,5-8 0,-5-11 0,7 4 0,-1-4 0,-3 9 0,3 2 0,-3 8 0,3-1 0,3 4 0,-3 7 0,-3-3 0,3 9 0,-1 1 0,6 10 0,0 5 0,1 12 0,-1 6 0,0-3 0,0 3 0,1 0 0,-1 5 0</inkml:trace>
  <inkml:trace contextRef="#ctx0" brushRef="#br0" timeOffset="57">5059 15233 8912,'-17'-17'0,"0"0"0,0 0 0,0-1 0,-1 9 0,1 1 0,13 16 0,6 3 0,6 5 0,5 1 0,3 0 0,1 0 0,0 0 0,0 1 0,0-3 0,1-4 0,-1 5 0,0-5 0,0-3 0,0-1 0,1-1 0,-1 0 0,-6-1 0,1-5 0,-1-5 0,6-1 0,1-13 0,-1 2 0,-6-10 0,1 4 0,-6-6 0,5 6 0,-7-5 0,2 5 0,-5 6 0,1 7 0,4 3 0,-4 1 0,8 19 0,-5 4 0,-1 12 0,8 0 0,-7 9 0,7 2 0,-6 2 0,5-2 0,-5-2 0,5 8 0,-7-13 0,2 1 0,-4-5 0,-2-1 0,-10-1 0,-7-4 0,0-10 0,-6 5 0,-4-7 0,-2 1 0,-1-7 0,1-3 0,-2-2 0,9 0 0,-1 0 0,-2-7 0,-2-3 0</inkml:trace>
  <inkml:trace contextRef="#ctx0" brushRef="#br0" timeOffset="58">5576 15371 8912,'-10'0'0,"-3"2"0,7 5 0,2 9 0,2 5 0,4 3 0,4-1 0,-2 2 0,7 6 0,3-3 0,1 3 0,2-4 0,0 1 0,0-7 0,1 2 0,-1-4 0,0-1 0,0-9 0,0-3 0,1-4 0,-1-10 0,0-1 0</inkml:trace>
  <inkml:trace contextRef="#ctx0" brushRef="#br0" timeOffset="59">5576 14906 8912,'-35'10'0,"3"3"0,3-7 0,-2 7 0,10-1 0,4 3 0,4 2 0,9-5 0,-2-1 0,6-7 0,6 2 0,4-4 0,7-2 0,0-2 0,0-4 0,0-3 0,1-9 0,-1 1 0,0 0 0,-7 0 0,-5 0 0,-3-1 0,-2 1 0,0 0 0,-7 6 0,-5-1 0,3 8 0,-3-1 0,1 3 0,-7 9 0,9 3 0,1-1 0,8 7 0,0-7 0</inkml:trace>
  <inkml:trace contextRef="#ctx0" brushRef="#br0" timeOffset="60">5920 14958 8912,'-12'0'0,"1"0"0,-3 0 0,-1 0 0,6-2 0,3-4 0,14-3 0,9-8 0,2-1 0,10 1 0,-1 2 0,7 4 0,-3-3 0,-3 8 0,1 1 0,-7 5 0,-2 0 0,-2 7 0,-1 3 0</inkml:trace>
  <inkml:trace contextRef="#ctx0" brushRef="#br0" timeOffset="61">6006 15268 8912,'-12'0'0,"1"0"0,7 0 0,-4 0 0,10-8 0,4-4 0,11-5 0,12-6 0,11 2 0,4-7 0,2-1 0,0 2 0,0-5 0,5 3 0,-7 2 0,-3-1 0,2 7 0,1-4 0</inkml:trace>
  <inkml:trace contextRef="#ctx0" brushRef="#br0" timeOffset="62">6574 14391 8912,'0'17'0,"-2"0"0,-4 0 0,4 10 0,-4 7 0,-1 16 0,1 13 0,0 10 0,6 1 0,2 8 0,4-5 0,5-3 0,5-5 0,7-12 0,0 1 0,1 3 0,-1 2-423,-11-4 1,11 0 0,-14-7-1</inkml:trace>
  <inkml:trace contextRef="#ctx0" brushRef="#br0" timeOffset="63">20237 14425 8912,'0'-11'0,"0"-1"0,0-1 0,0 5 0,0-7 0,0 13 0,2-4 0,2 12 0,2 5 0,2-1 0,-3 1 0,-1-1 0,8 1 0,5 10 0,10-3 0,5 3 0,10 3 0,14-3 0,7 8 0,13-8-267,10 2 1,-33-11 0,1-1 266,6-2 0,1-1 0,6 3 0,1-3 0,-1-4 0,-2-2 0,1 1 0,-2 0 0,-6-3 0,-1 0 0,-1-3 0,-1 0 0,-4-1 0,-1 0 0,46-5 0,-10-5 0,-23-1 0,-17-2 0,-8 7 0,-11-5 0,-10 13 0,-11-5 0,-12 7 0,2 0 0,-7 0 799,7 0-799,-11 0 0,11 0 0,-7 0 0,-1-8 0,-5-2 0</inkml:trace>
  <inkml:trace contextRef="#ctx0" brushRef="#br0" timeOffset="64">22027 14322 8912,'-9'-12'0,"1"1"0,0-2 0,6 5 0,-5 2 0,9 12 0,3 7 0,7 8 0,5 6 0,6 7 0,4 1 0,7-1 0,1 8 0,-1 4 0,0 4 0,1 1 0,-8 3 0,-4 3 0,-12-1 0,-5 7 0,-14 0 0,-11 4 0,-14-4 0,-11-6 0,-7-4 0,-7-1 0,-3-8 0,-8-2 0</inkml:trace>
  <inkml:trace contextRef="#ctx0" brushRef="#br0" timeOffset="65">23060 14735 8912,'9'-2'0,"-1"-2"0,-2-4 0,-1-1 0,1 3 0,-6-6 0,0 9 0,-8-3 0,-1 12 0,-1 5 0,-3 6 0,7 6 0,-1 4 0,3 5 0,-2-1 0,2-2 0,2-1 0,2 7 0,6-3 0,0-3 0,7-4 0,-1-8 0,9-6 0,3-1 0,1-4 0,0-8 0,4-6 0,-6-9 0,5-8 0,-5-4 0,-2 3 0,-9-3 0,-4 0 0,-8-5 0,0-1 0,0 1 0,-8 7 0,-4 4 0,-9 1 0,-2 4 0,-7-3 0,3 12 0,0-1 0,4 4 0,4 5 0,2 1 0,6 0 0,-1 0 0,8 7 0,-1 5 0,3 3 0,4 0 0,3-3 0,5-5 0,7-7 0,8 8 0,2 2 0</inkml:trace>
  <inkml:trace contextRef="#ctx0" brushRef="#br0" timeOffset="66">23369 14717 8912,'0'-17'0,"0"0"0,0 0 0,0 5 0,0 1 0,0 15 0,0 1 0,6 14 0,0 4 0,7 6 0,-1-6 0,-3 6 0,3-6 0,-1-2 0,-1-2 0,5-2 0,-3 0 0,-3-2 0,3-3 0,-9 3 0,13-13 0,-12 2 0,7-16 0,-7-1 0,2-16 0,-5 6 0,-1-5 0,6-1 0,0-5 0,5 1 0,-5 3 0,0 3 0,2 2 0,-5 2 0,9 6 0,-6 0 0,5 0 0,1 7 0,5 2 0</inkml:trace>
  <inkml:trace contextRef="#ctx0" brushRef="#br0" timeOffset="67">23800 14666 8912,'0'17'0,"0"0"0,0 0 0,7 1 0,3-9 0,7-3 0,6-4 0,0-2 0,0 0 0,-6 0 0,0 0 0,0 0 0,1-8 0,-9-1 0,-3-7 0,-12 5 0,-5 5 0,-5 4 0,-1 2 0,-6 2 0,0 6 0,2 9 0,2 10 0,2 5 0,0 2 0,2 3 0,3 3 0,4 2 0,8 4 0,8-2 0,4-4 0,10-12 0,7 1 0,4-10 0,1-7 0,8-5 0,4-7 0,4-7 0,1-5 0,-1-11 0,-4-5 0,-6-5 0,-4-1 0,-15 1 0,-3 5 0,-13-3 0,1 8 0,-4-7 0,-2 1 0,-2 4 0,-4 2 0,3 6 0,-9 6 0,6 3 0,-5 8 0,7 0 0,-4 0 0,8 2 0,0 4 0,0 5 0,6 6 0,0 6 0,7-2 0,-1 8 0,3-8 0,2 4 0,2-2 0,4-1 0,-4 0 0,4-11 0,-2 4 0,0-5 0,2-1 0,-2-3 0,-1 2 0,-3-3 0,2 1 0,4-6 0,-4 0 0,6-7 0,-8-3 0</inkml:trace>
  <inkml:trace contextRef="#ctx0" brushRef="#br0" timeOffset="68">25090 14769 8912,'-9'-8'0,"-7"6"0,5-3 0,1 3 0,1 4 0,1 3 0,4 7 0,-3 9 0,1 2 0,0 2 0,6-2 0,0 3 0,0 1 0,2 4 0,4-9 0,-2 7 0,7-6 0,-5 0 0,5-6 0,1 0 0,5-7 0,0-2 0</inkml:trace>
  <inkml:trace contextRef="#ctx0" brushRef="#br0" timeOffset="69">25056 14459 8912,'-29'6'0,"0"0"0,1-2 0,1-2 0,2 5 0,8 5 0,0-5 0,7 9 0,3-14 0,14 5 0,5-7 0,3-7 0,2-5 0,0 3 0,1-3 0,-1 6 0,0-5 0,0-1 0,0-5 0</inkml:trace>
  <inkml:trace contextRef="#ctx0" brushRef="#br0" timeOffset="70">26433 14545 8912,'-12'0'0,"1"0"0,-3 0 0,-1 0 0,-2 2 0,1 6 0,5 9 0,5 10 0,4 5 0,2 3 0,0-1 0,0 1 0,8-3 0,3-3 0,5 1 0,1-7 0,2-4 0,4-5 0,-2-7 0,8-7 0,-8 0 0,2 0 0,2-7 0,-3-7 0,-1-7 0,-1-7 0,-3-5 0,0-1 0,-6-1 0,1 1 0,-8 0 0,2-1 0,-3 8 0,3 5 0,-4 2 0,4 3 0,-4 8 0,-2 1 0,0 29 0,0 8 0,0 15 0,0 3 0,0 7 0,0 3 0,2 2 0,3-1 0,-1-5 0,8 5 0,-9-7 0,3-5 0,-6-4 0,-6-8 0,-3-5 0,-8 0 0,-1-14 0,1 2 0,-8-11 0,-3 0 0,1-4 0,-2-2 0,2-2 0,-1-4 0,3-6 0,8-11 0,7 4 0,-5-21 0,5 4 0</inkml:trace>
  <inkml:trace contextRef="#ctx0" brushRef="#br0" timeOffset="71">27190 14889 8912,'-10'0'0,"2"2"0,7 4 0,-3 5 0,-2 5 0,-5 1 0,5 0 0,2 0 0,2 0 0,2 6 0,0 0 0,0-2 0,0-2 0,2-1 0,4-1 0,3-6 0,8 1 0,1-8 0,-1 1 0,0-3 0,0-9 0,1-3 0</inkml:trace>
  <inkml:trace contextRef="#ctx0" brushRef="#br0" timeOffset="72">27259 14442 8912,'-18'0'0,"-5"0"0,0 0 0,6 0 0,6 0 0,-3 0 0,-1 0 0,4 0 0,1 2 0,2 4 0,3-4 0,7 5 0,3-7 0,5-1 0,7-5 0,0-6 0,-1-3 0,-5-2 0,-1 5 0,-5 1 0,-3 7 0,8-9 0,-4 7 0,-5 0 0,7 8 0,-8 4 0,8-4 0,3 4 0,5 3 0,1 1 0</inkml:trace>
  <inkml:trace contextRef="#ctx0" brushRef="#br0" timeOffset="73">27861 14459 8912,'-23'0'0,"0"-1"0,2-5 0,8 4 0,1-4 0,8 2 0,0 1 0,8-3 0,8 0 0,11 4 0,7-2 0,8-1 0,1-7 0,7 6 0,-6 1 0,6 5 0,-8-8 0,4 6 0,-8-6 0</inkml:trace>
  <inkml:trace contextRef="#ctx0" brushRef="#br0" timeOffset="74">27844 14855 8912,'-18'0'0,"1"0"0,0 0 0,0 0 0,7 0 0,12-2 0,15-4 0,10-1 0,13-5 0,6-3 0,10 3 0,1-3 0,-2-2 0,-1-2 0,-2-4 0,-1-4 0,1-7 0</inkml:trace>
  <inkml:trace contextRef="#ctx0" brushRef="#br0" timeOffset="75">28601 14442 8912,'-35'0'0,"3"0"0,3 0 0,-1 8 0,7 3 0,2 7 0,2 4 0,3-1 0,5 8 0,5 0 0,4-2 0,12 3 0,7-5 0,10 0 0,5 0 0,3-4 0,-1-10 0,0-3 0,1-8 0,-1 0 0,1 0 0,-7-8 0,1-3 0,-14-7 0,3-3 0,-5-2 0,-4 2 0,-1-5 0,-8-3 0,-4-1 0,-7 1 0,-3-4 0,-14 5 0,-7 3 0,-7 2 0,-2 6 0,-4 5 0,-9 5 0,-6 7 0,-4 7 0,-2 5 0,0 11 0,1 3 0</inkml:trace>
  <inkml:trace contextRef="#ctx0" brushRef="#br0" timeOffset="76">14765 15268 8912,'29'-16'0,"-3"3"0,-1 1 0,-4 1 0,-1-1 0,-3 1 0,-2 5 0,-2-3 0,-1 1 0,-8 2 0,-4 6 0,-10 0 0,1 0 0,1 0 0,8-7 0,0 5 0,2-12 0,4 9 0,-5-1 0,7 4 0,-8-4 0,0 4 0,-2-5 0,-4 7 0,3 0 0,-9 0 0,6 0 0,-5 0 0,0 0 0,-7 0 0,-5 0 0,0 0 0,-7 0 0,1 0 0,-3 7 0,-5 3 0,-3 1 0,-6 1 0,-2-1 0,3 7 0,-5-1 0,4 0 0,-4 0 0,-1 0 0,1-1 0,4-5 0,-2 4 0,8-3 0,0-3 0,5 3 0,1-6 0,0 5 0,1-5 0,4 5 0,-3-5 0,3 5 0,-3 1 0,-3 5 0,1 0 0,0 0 0,-3 6 0,-1 2 0,-2 0 0,2 0 0,1 4 0,3-7 0,-1 9 0,1-2 0,1 5 0,5 6 0,-5-4 0,5 5 0,1 1 0,-2-2 0,8 6 0,-2-6 0,10 0 0,1-6 0,8 1 0,-1-1 0,3 0 0,2 3 0,0 1 0,0 2 0,6 0 0,-1-6 0,7 1 0,-6-1 0,7 1 0,-2-1 0,-1 2 0,1 4 0,1-3 0,5 3 0,0-4 0,1-1 0,1 1 0,4 4 0,3-4 0,9 4 0,-1-3 0,1-3 0,7-3 0,4 3 0,5-9 0,7 9 0,-3-11 0,8 0 0,0-4 0,6-2 0,-6-5 0,0-3 0,2-1 0,2-4 0,6 3 0,7-1 0,-7 0 0,7-6 0,-2 6 0,-3-1 0,0-1 0,1-2 0,-3-8 0,7 1 0,0-9 0,6 3 0,2-4 0,4-3 0,-12 1-188,1 0 0,-3 0 188,-3 0 0,7-6 0,-2 0 0,2-2 0,-1 2 0,-5 2 0,-7-8 0,-8 6 0,-3-5 0,-7 1 0,-5-2 0,-4-3 0,-5 3 0,3-3 0,6-3 0,-2 1 0,1 0 0,-1-1 0,4 1 0,-4-2 0,-2-5 0,-3 3 0,-11-8 0,1 0 0,-12-5 0,2-6 0,-13-1 0,0-5 0,-6 6 0,-4-8 0,-8 2 0,-1-2 0,-16 2 0,6 2 0,-5 4 0,-3 1 0,-9-7 0,2 2 0,-6-2 0,0 6 0,0 3 0,4 8 0,-6 0 0,6 8 0,-4-2 0,2 4 0,-6 1 0,10 9 94,-8 3 0,0 0 0,-8 4 0,-3 5-94,-6 5 0,-12 3 0,-5 6 0,-10 0-353,-2 0 1,-3 4 352,46 1 0,0 1 0,-3 0 0,-1 2 0,-6 5 0,-3 2 0,-4-1 0,-1 1-260,-2 1 1,0 2 0,2 3-1,0 0 260,4 2 0,0 0 0,-1 2 0,0 2 0,-1 2 0,0 1 0,0 3 0,0 1 0,0 1 0,2 3 0,3 5 0,3 3 0,7-1 0,2 2 0,-1 7 0,1 3-325,-3 4 1,-1 4-1,13-14 1,0 2-1,0 1 325,-1 6 0,0 2 0,0 0 0,-1 1 0,1 1 0,0 0 0,0 2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4c2a52beb4_0_6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44" name="Google Shape;544;g24c2a52beb4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0" name="Google Shape;5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5" name="Google Shape;56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6" name="Google Shape;56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6" name="Google Shape;5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multilayer perceptron</a:t>
            </a:r>
            <a:endParaRPr/>
          </a:p>
        </p:txBody>
      </p:sp>
      <p:sp>
        <p:nvSpPr>
          <p:cNvPr id="557" name="Google Shape;55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 is a sub-field of AI, its goal is to get computers to act without being explicitly programmed, typically by learning from past experience and data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0000"/>
                </a:solidFill>
              </a:rPr>
              <a:t>Inductive bias</a:t>
            </a: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B050"/>
                </a:solidFill>
              </a:rPr>
              <a:t>Formalizing learning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79" name="Google Shape;57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Given some email examples of spam and not spam, can you write a program that will be able to distinguish between them?</a:t>
            </a:r>
            <a:endParaRPr/>
          </a:p>
        </p:txBody>
      </p:sp>
      <p:sp>
        <p:nvSpPr>
          <p:cNvPr id="629" name="Google Shape;62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3" name="Google Shape;6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2" name="Google Shape;68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3" name="Google Shape;68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0" name="Google Shape;6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1" name="Google Shape;6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2" name="Google Shape;70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8" name="Google Shape;7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5" name="Google Shape;7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2" name="Google Shape;72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9" name="Google Shape;72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bird</a:t>
            </a:r>
            <a:endParaRPr/>
          </a:p>
        </p:txBody>
      </p:sp>
      <p:sp>
        <p:nvSpPr>
          <p:cNvPr id="730" name="Google Shape;73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7" name="Google Shape;7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5" name="Google Shape;74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3" name="Google Shape;7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A classifier can be viewed as partitioning the input space or feature space X into decision regions </a:t>
            </a:r>
            <a:r>
              <a:rPr lang="en-US"/>
              <a:t>→ often halfspaces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0" name="Google Shape;81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1" name="Google Shape;811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21524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8c7d931fb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g28c7d931f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8c7d931fb2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" name="Google Shape;526;g28c7d931fb2_0_2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g28c7d931fb2_0_2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8c7d931fb2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1" name="Google Shape;551;g28c7d931fb2_0_2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g28c7d931fb2_0_2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8c7d931fb2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g28c7d931fb2_0_4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1" name="Google Shape;571;g28c7d931fb2_0_4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8c7d931fb2_0_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0" name="Google Shape;640;g28c7d931fb2_0_8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0.2025, 0.0196</a:t>
            </a:r>
            <a:endParaRPr/>
          </a:p>
        </p:txBody>
      </p:sp>
      <p:sp>
        <p:nvSpPr>
          <p:cNvPr id="641" name="Google Shape;641;g28c7d931fb2_0_8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87256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8c7d931fb2_0_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g28c7d931fb2_0_6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9" name="Google Shape;579;g28c7d931fb2_0_6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95109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8c7d931fb2_0_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28c7d931fb2_0_8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g28c7d931fb2_0_8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05055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28c7d931fb2_0_8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0" name="Google Shape;630;g28c7d931fb2_0_8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1" name="Google Shape;631;g28c7d931fb2_0_8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45884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21.jpg"/><Relationship Id="rId7" Type="http://schemas.openxmlformats.org/officeDocument/2006/relationships/image" Target="../media/image26.jp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customXml" Target="../ink/ink7.xml"/><Relationship Id="rId5" Type="http://schemas.openxmlformats.org/officeDocument/2006/relationships/image" Target="../media/image24.png"/><Relationship Id="rId10" Type="http://schemas.openxmlformats.org/officeDocument/2006/relationships/image" Target="../media/image29.jpg"/><Relationship Id="rId4" Type="http://schemas.openxmlformats.org/officeDocument/2006/relationships/image" Target="../media/image23.png"/><Relationship Id="rId9" Type="http://schemas.openxmlformats.org/officeDocument/2006/relationships/image" Target="../media/image2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customXml" Target="../ink/ink8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customXml" Target="../ink/ink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customXml" Target="../ink/ink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customXml" Target="../ink/ink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customXml" Target="../ink/ink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customXml" Target="../ink/ink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customXml" Target="../ink/ink15.xml"/><Relationship Id="rId4" Type="http://schemas.openxmlformats.org/officeDocument/2006/relationships/image" Target="../media/image3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customXml" Target="../ink/ink1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53.png"/><Relationship Id="rId3" Type="http://schemas.openxmlformats.org/officeDocument/2006/relationships/image" Target="../media/image50.png"/><Relationship Id="rId7" Type="http://schemas.openxmlformats.org/officeDocument/2006/relationships/image" Target="../media/image12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55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customXml" Target="../ink/ink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customXml" Target="../ink/ink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22.xml"/><Relationship Id="rId3" Type="http://schemas.openxmlformats.org/officeDocument/2006/relationships/image" Target="../media/image61.png"/><Relationship Id="rId7" Type="http://schemas.openxmlformats.org/officeDocument/2006/relationships/image" Target="../media/image11.png"/><Relationship Id="rId12" Type="http://schemas.openxmlformats.org/officeDocument/2006/relationships/image" Target="../media/image4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64.png"/><Relationship Id="rId9" Type="http://schemas.openxmlformats.org/officeDocument/2006/relationships/image" Target="../media/image13.png"/><Relationship Id="rId14" Type="http://schemas.openxmlformats.org/officeDocument/2006/relationships/image" Target="../media/image66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5" Type="http://schemas.openxmlformats.org/officeDocument/2006/relationships/image" Target="../media/image490.png"/><Relationship Id="rId4" Type="http://schemas.openxmlformats.org/officeDocument/2006/relationships/image" Target="../media/image5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5" Type="http://schemas.openxmlformats.org/officeDocument/2006/relationships/image" Target="../media/image540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customXml" Target="../ink/ink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770.png"/><Relationship Id="rId5" Type="http://schemas.openxmlformats.org/officeDocument/2006/relationships/image" Target="../media/image76.png"/><Relationship Id="rId10" Type="http://schemas.openxmlformats.org/officeDocument/2006/relationships/customXml" Target="../ink/ink29.xml"/><Relationship Id="rId4" Type="http://schemas.openxmlformats.org/officeDocument/2006/relationships/image" Target="../media/image75.png"/><Relationship Id="rId9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81.png"/><Relationship Id="rId3" Type="http://schemas.openxmlformats.org/officeDocument/2006/relationships/image" Target="../media/image61.png"/><Relationship Id="rId7" Type="http://schemas.openxmlformats.org/officeDocument/2006/relationships/image" Target="../media/image11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64.png"/><Relationship Id="rId9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0.png"/><Relationship Id="rId5" Type="http://schemas.openxmlformats.org/officeDocument/2006/relationships/customXml" Target="../ink/ink30.xml"/><Relationship Id="rId4" Type="http://schemas.openxmlformats.org/officeDocument/2006/relationships/image" Target="../media/image6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7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customXml" Target="../ink/ink3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4c2a52beb4_0_654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00" cy="3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</a:pPr>
            <a:r>
              <a:rPr lang="en-US" sz="7000" dirty="0"/>
              <a:t>MACHINE LEARNING </a:t>
            </a:r>
            <a:endParaRPr sz="7000" dirty="0"/>
          </a:p>
        </p:txBody>
      </p:sp>
      <p:sp>
        <p:nvSpPr>
          <p:cNvPr id="547" name="Google Shape;547;g24c2a52beb4_0_654"/>
          <p:cNvSpPr txBox="1">
            <a:spLocks noGrp="1"/>
          </p:cNvSpPr>
          <p:nvPr>
            <p:ph type="body" idx="1"/>
          </p:nvPr>
        </p:nvSpPr>
        <p:spPr>
          <a:xfrm>
            <a:off x="2650683" y="4950783"/>
            <a:ext cx="9052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LDS Ch 19: LOGISTIC REGRESSION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D234603-653E-2330-B916-CAF370AE23AF}"/>
                  </a:ext>
                </a:extLst>
              </p14:cNvPr>
              <p14:cNvContentPartPr/>
              <p14:nvPr/>
            </p14:nvContentPartPr>
            <p14:xfrm>
              <a:off x="2614320" y="1746720"/>
              <a:ext cx="9305280" cy="4703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D234603-653E-2330-B916-CAF370AE23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4960" y="1737360"/>
                <a:ext cx="9324000" cy="472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WHAT IS MACHINE LEARNING?</a:t>
            </a:r>
            <a:endParaRPr dirty="0"/>
          </a:p>
        </p:txBody>
      </p:sp>
      <p:sp>
        <p:nvSpPr>
          <p:cNvPr id="553" name="Google Shape;553;p5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21463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500" b="1" dirty="0"/>
              <a:t>Tom Mitchell</a:t>
            </a:r>
            <a:r>
              <a:rPr lang="en-US" sz="2500" dirty="0"/>
              <a:t>: “the field of machine learning is concerned with the question how to construct computer programs that automatically improve with experience”</a:t>
            </a:r>
            <a:endParaRPr sz="2500" dirty="0"/>
          </a:p>
          <a:p>
            <a:pPr marL="182880" lvl="0" indent="-21463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Char char="▪"/>
            </a:pPr>
            <a:r>
              <a:rPr lang="en-US" sz="2500" b="1" dirty="0"/>
              <a:t>Hal </a:t>
            </a:r>
            <a:r>
              <a:rPr lang="en-US" sz="2500" b="1" dirty="0" err="1"/>
              <a:t>Daume</a:t>
            </a:r>
            <a:r>
              <a:rPr lang="en-US" sz="2500" dirty="0"/>
              <a:t>: “machine learning is about predicting the future based on the past”</a:t>
            </a:r>
            <a:endParaRPr sz="2500" dirty="0"/>
          </a:p>
          <a:p>
            <a:pPr marL="182880" lvl="0" indent="-21463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Char char="▪"/>
            </a:pPr>
            <a:r>
              <a:rPr lang="en-US" sz="2500" b="1" dirty="0"/>
              <a:t>Goodfellow</a:t>
            </a:r>
            <a:r>
              <a:rPr lang="en-US" sz="2500" dirty="0"/>
              <a:t>, </a:t>
            </a:r>
            <a:r>
              <a:rPr lang="en-US" sz="2500" b="1" dirty="0"/>
              <a:t>Bengio</a:t>
            </a:r>
            <a:r>
              <a:rPr lang="en-US" sz="2500" dirty="0"/>
              <a:t>, </a:t>
            </a:r>
            <a:r>
              <a:rPr lang="en-US" sz="2500" b="1" dirty="0"/>
              <a:t>Courville</a:t>
            </a:r>
            <a:r>
              <a:rPr lang="en-US" sz="2500" dirty="0"/>
              <a:t>: “a technique that enables computer systems to improve with experience and data”</a:t>
            </a:r>
            <a:endParaRPr sz="25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22616DD-C657-478D-ECC6-DFB97995E91D}"/>
                  </a:ext>
                </a:extLst>
              </p14:cNvPr>
              <p14:cNvContentPartPr/>
              <p14:nvPr/>
            </p14:nvContentPartPr>
            <p14:xfrm>
              <a:off x="2087640" y="2521800"/>
              <a:ext cx="7587360" cy="2962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22616DD-C657-478D-ECC6-DFB97995E9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8280" y="2512440"/>
                <a:ext cx="7606080" cy="2981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TYPES OF MACHINE LEARNING</a:t>
            </a:r>
            <a:endParaRPr/>
          </a:p>
        </p:txBody>
      </p:sp>
      <p:sp>
        <p:nvSpPr>
          <p:cNvPr id="569" name="Google Shape;569;p7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Supervised learning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>
                <a:solidFill>
                  <a:srgbClr val="00B050"/>
                </a:solidFill>
              </a:rPr>
              <a:t>Regression: </a:t>
            </a:r>
            <a:r>
              <a:rPr lang="en-US" dirty="0"/>
              <a:t>predict a real value (e.g., % tip)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>
                <a:solidFill>
                  <a:srgbClr val="FF0000"/>
                </a:solidFill>
              </a:rPr>
              <a:t>Classification: </a:t>
            </a:r>
            <a:r>
              <a:rPr lang="en-US" dirty="0"/>
              <a:t>predict a categorical value </a:t>
            </a:r>
            <a:endParaRPr dirty="0"/>
          </a:p>
          <a:p>
            <a:pPr marL="731520" lvl="2" indent="-1828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0"/>
              <a:buChar char="▪"/>
            </a:pPr>
            <a:r>
              <a:rPr lang="en-US" dirty="0"/>
              <a:t>Binary: Predict a yes/no response (e.g., cat or dog)</a:t>
            </a:r>
            <a:endParaRPr dirty="0"/>
          </a:p>
          <a:p>
            <a:pPr marL="731520" lvl="2" indent="-1828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0"/>
              <a:buChar char="▪"/>
            </a:pPr>
            <a:r>
              <a:rPr lang="en-US" dirty="0"/>
              <a:t>Multiclass: Placing an item into one of multiple classes (e.g., predicting country of origin)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 dirty="0">
                <a:solidFill>
                  <a:srgbClr val="FF76FF"/>
                </a:solidFill>
              </a:rPr>
              <a:t>Ranking</a:t>
            </a:r>
            <a:r>
              <a:rPr lang="en-US" dirty="0"/>
              <a:t>: predicting relevance for a set of items and ordering them by relevance </a:t>
            </a:r>
            <a:endParaRPr dirty="0"/>
          </a:p>
          <a:p>
            <a:pPr marL="731520" lvl="2" indent="-1828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0"/>
              <a:buChar char="▪"/>
            </a:pPr>
            <a:r>
              <a:rPr lang="en-US" dirty="0"/>
              <a:t>e.g., NYT’s ”Recommended for You”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b="1" dirty="0"/>
              <a:t>Unsupervised learning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>
                <a:solidFill>
                  <a:srgbClr val="FFC000"/>
                </a:solidFill>
              </a:rPr>
              <a:t>Clustering: </a:t>
            </a:r>
            <a:r>
              <a:rPr lang="en-US" dirty="0"/>
              <a:t>identify sets of items that are similar to each other (e.g., types of dogs)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15"/>
              <a:buChar char="▪"/>
            </a:pPr>
            <a:r>
              <a:rPr lang="en-US" sz="1900" dirty="0">
                <a:solidFill>
                  <a:srgbClr val="0070C0"/>
                </a:solidFill>
              </a:rPr>
              <a:t>Dimensionality reduction</a:t>
            </a:r>
            <a:r>
              <a:rPr lang="en-US" sz="1900" dirty="0"/>
              <a:t>: represent each example using a small number of variables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15"/>
              <a:buChar char="▪"/>
            </a:pPr>
            <a:r>
              <a:rPr lang="en-US" sz="1900" dirty="0">
                <a:solidFill>
                  <a:srgbClr val="7030A0"/>
                </a:solidFill>
              </a:rPr>
              <a:t>Density estimation</a:t>
            </a:r>
            <a:r>
              <a:rPr lang="en-US" sz="1900" dirty="0"/>
              <a:t>: estimating the probability distribution over the data space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193A74-0314-5A3D-3E5D-5BE569DCB010}"/>
                  </a:ext>
                </a:extLst>
              </p14:cNvPr>
              <p14:cNvContentPartPr/>
              <p14:nvPr/>
            </p14:nvContentPartPr>
            <p14:xfrm>
              <a:off x="520560" y="1020600"/>
              <a:ext cx="10073520" cy="5398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193A74-0314-5A3D-3E5D-5BE569DCB0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200" y="1011240"/>
                <a:ext cx="10092240" cy="541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RELATIONSHIP TO AI AND DEEP LEARNING</a:t>
            </a:r>
            <a:endParaRPr/>
          </a:p>
        </p:txBody>
      </p:sp>
      <p:sp>
        <p:nvSpPr>
          <p:cNvPr id="560" name="Google Shape;560;p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749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sp>
        <p:nvSpPr>
          <p:cNvPr id="561" name="Google Shape;561;p6"/>
          <p:cNvSpPr/>
          <p:nvPr/>
        </p:nvSpPr>
        <p:spPr>
          <a:xfrm>
            <a:off x="1069848" y="6488668"/>
            <a:ext cx="73944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Source: Deep Learning book by Goodfellow, Bengio, Courville. 2016.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62" name="Google Shape;56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3904" y="1976750"/>
            <a:ext cx="4514088" cy="447891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1392BD-E0A8-88E0-8C80-A26FEA5F97F2}"/>
                  </a:ext>
                </a:extLst>
              </p14:cNvPr>
              <p14:cNvContentPartPr/>
              <p14:nvPr/>
            </p14:nvContentPartPr>
            <p14:xfrm>
              <a:off x="4596840" y="3593160"/>
              <a:ext cx="3661560" cy="1857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1392BD-E0A8-88E0-8C80-A26FEA5F97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87480" y="3583800"/>
                <a:ext cx="3680280" cy="187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8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706004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/>
              <a:t>CLASSIFICATION</a:t>
            </a:r>
            <a:endParaRPr/>
          </a:p>
        </p:txBody>
      </p:sp>
      <p:sp>
        <p:nvSpPr>
          <p:cNvPr id="575" name="Google Shape;575;p8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"/>
          <p:cNvSpPr txBox="1">
            <a:spLocks noGrp="1"/>
          </p:cNvSpPr>
          <p:nvPr>
            <p:ph type="title"/>
          </p:nvPr>
        </p:nvSpPr>
        <p:spPr>
          <a:xfrm>
            <a:off x="1069847" y="512064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CLASSIFICATION</a:t>
            </a:r>
            <a:endParaRPr/>
          </a:p>
        </p:txBody>
      </p:sp>
      <p:sp>
        <p:nvSpPr>
          <p:cNvPr id="582" name="Google Shape;582;p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6217218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Goal: build a model that can predict the categorical value of an unseen object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Our focus for the next couple of lectures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>
                <a:solidFill>
                  <a:srgbClr val="0070C0"/>
                </a:solidFill>
              </a:rPr>
              <a:t>What does it mean for a machine/computer to learn from data?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And act without being explicitly programmed</a:t>
            </a:r>
            <a:endParaRPr dirty="0"/>
          </a:p>
          <a:p>
            <a:pPr marL="457200" lvl="1" indent="-85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None/>
            </a:pPr>
            <a:endParaRPr dirty="0">
              <a:solidFill>
                <a:srgbClr val="0070C0"/>
              </a:solidFill>
            </a:endParaRPr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 dirty="0">
                <a:solidFill>
                  <a:srgbClr val="7030A0"/>
                </a:solidFill>
              </a:rPr>
              <a:t>Let’s look at some classification tasks first…</a:t>
            </a:r>
            <a:endParaRPr dirty="0">
              <a:solidFill>
                <a:srgbClr val="7030A0"/>
              </a:solidFill>
            </a:endParaRPr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>
              <a:solidFill>
                <a:srgbClr val="0070C0"/>
              </a:solidFill>
            </a:endParaRPr>
          </a:p>
          <a:p>
            <a:pPr marL="457200" lvl="1" indent="-8572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endParaRPr b="1" i="1" dirty="0"/>
          </a:p>
          <a:p>
            <a:pPr marL="182880" lvl="0" indent="-7492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endParaRPr b="1" i="1" dirty="0"/>
          </a:p>
        </p:txBody>
      </p:sp>
      <p:cxnSp>
        <p:nvCxnSpPr>
          <p:cNvPr id="583" name="Google Shape;583;p9"/>
          <p:cNvCxnSpPr/>
          <p:nvPr/>
        </p:nvCxnSpPr>
        <p:spPr>
          <a:xfrm>
            <a:off x="8058282" y="2137220"/>
            <a:ext cx="3894" cy="2911995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584" name="Google Shape;584;p9"/>
          <p:cNvCxnSpPr/>
          <p:nvPr/>
        </p:nvCxnSpPr>
        <p:spPr>
          <a:xfrm flipH="1">
            <a:off x="7458672" y="4489409"/>
            <a:ext cx="3728156" cy="24884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585" name="Google Shape;585;p9"/>
          <p:cNvSpPr/>
          <p:nvPr/>
        </p:nvSpPr>
        <p:spPr>
          <a:xfrm>
            <a:off x="10721063" y="4587550"/>
            <a:ext cx="562975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32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9"/>
          <p:cNvSpPr/>
          <p:nvPr/>
        </p:nvSpPr>
        <p:spPr>
          <a:xfrm>
            <a:off x="7287066" y="1977227"/>
            <a:ext cx="792205" cy="69935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3844" r="-8457" b="-1043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7" name="Google Shape;587;p9"/>
          <p:cNvCxnSpPr/>
          <p:nvPr/>
        </p:nvCxnSpPr>
        <p:spPr>
          <a:xfrm rot="10800000" flipH="1">
            <a:off x="7470209" y="2523108"/>
            <a:ext cx="3580554" cy="1903083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8" name="Google Shape;588;p9"/>
          <p:cNvCxnSpPr/>
          <p:nvPr/>
        </p:nvCxnSpPr>
        <p:spPr>
          <a:xfrm rot="10800000">
            <a:off x="8799672" y="2884392"/>
            <a:ext cx="384048" cy="640080"/>
          </a:xfrm>
          <a:prstGeom prst="straightConnector1">
            <a:avLst/>
          </a:prstGeom>
          <a:noFill/>
          <a:ln w="53975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9" name="Google Shape;589;p9"/>
          <p:cNvSpPr txBox="1"/>
          <p:nvPr/>
        </p:nvSpPr>
        <p:spPr>
          <a:xfrm>
            <a:off x="8512534" y="2770943"/>
            <a:ext cx="36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Rockwell"/>
                <a:ea typeface="Rockwell"/>
                <a:cs typeface="Rockwell"/>
                <a:sym typeface="Rockwell"/>
              </a:rPr>
              <a:t>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9"/>
          <p:cNvSpPr/>
          <p:nvPr/>
        </p:nvSpPr>
        <p:spPr>
          <a:xfrm>
            <a:off x="10467926" y="4974900"/>
            <a:ext cx="1407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fluffiness</a:t>
            </a:r>
            <a:endParaRPr sz="1600" b="1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91" name="Google Shape;591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64034" y="3908128"/>
            <a:ext cx="466318" cy="476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13495" y="3562028"/>
            <a:ext cx="506662" cy="463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46774" y="4024103"/>
            <a:ext cx="443532" cy="40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36913" y="3108397"/>
            <a:ext cx="438309" cy="38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15200" y="3219038"/>
            <a:ext cx="543905" cy="496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91539" y="2416269"/>
            <a:ext cx="491501" cy="44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64034" y="2244588"/>
            <a:ext cx="458944" cy="42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46879" y="5207886"/>
            <a:ext cx="636841" cy="553168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9"/>
          <p:cNvSpPr txBox="1"/>
          <p:nvPr/>
        </p:nvSpPr>
        <p:spPr>
          <a:xfrm>
            <a:off x="9193506" y="5159579"/>
            <a:ext cx="37702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0" name="Google Shape;600;p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265632" y="320927"/>
            <a:ext cx="4609800" cy="132782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DB0591-1594-CBD1-6ECA-7B9E71C24A4D}"/>
                  </a:ext>
                </a:extLst>
              </p14:cNvPr>
              <p14:cNvContentPartPr/>
              <p14:nvPr/>
            </p14:nvContentPartPr>
            <p14:xfrm>
              <a:off x="3611880" y="1266840"/>
              <a:ext cx="8385480" cy="3861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DB0591-1594-CBD1-6ECA-7B9E71C24A4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02520" y="1257480"/>
                <a:ext cx="8404200" cy="3880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1"/>
          <p:cNvSpPr txBox="1">
            <a:spLocks noGrp="1"/>
          </p:cNvSpPr>
          <p:nvPr>
            <p:ph type="title"/>
          </p:nvPr>
        </p:nvSpPr>
        <p:spPr>
          <a:xfrm>
            <a:off x="1069848" y="47456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EXAMPLE 1: EMAIL SPAM CLASSIFICATION</a:t>
            </a:r>
            <a:endParaRPr/>
          </a:p>
        </p:txBody>
      </p:sp>
      <p:pic>
        <p:nvPicPr>
          <p:cNvPr id="632" name="Google Shape;632;p11" descr="aolmailbox.jpg                                                 000DE2C4Macintosh HD                   BE95F007: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6816" y="1500040"/>
            <a:ext cx="630238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7015" y="1500040"/>
            <a:ext cx="1017178" cy="922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2195" y="3304353"/>
            <a:ext cx="1341563" cy="12165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5" name="Google Shape;635;p11"/>
          <p:cNvCxnSpPr/>
          <p:nvPr/>
        </p:nvCxnSpPr>
        <p:spPr>
          <a:xfrm flipH="1">
            <a:off x="6826774" y="1662941"/>
            <a:ext cx="13093" cy="4582912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36" name="Google Shape;63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7015" y="2533377"/>
            <a:ext cx="1017178" cy="922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7015" y="3545936"/>
            <a:ext cx="1017178" cy="922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7015" y="4574136"/>
            <a:ext cx="1017178" cy="922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7015" y="5601359"/>
            <a:ext cx="1017178" cy="922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11" descr="aolmailbox.jpg                                                 000DE2C4Macintosh HD                   BE95F007: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6816" y="4673479"/>
            <a:ext cx="630238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11" descr="stopspam.jpg                                                   000DE2C4Macintosh HD                   BE95F007: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6816" y="3652824"/>
            <a:ext cx="546260" cy="815469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11"/>
          <p:cNvSpPr txBox="1"/>
          <p:nvPr/>
        </p:nvSpPr>
        <p:spPr>
          <a:xfrm>
            <a:off x="8961882" y="3473926"/>
            <a:ext cx="61747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p11" descr="stopspam.jpg                                                   000DE2C4Macintosh HD                   BE95F007: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6816" y="5708247"/>
            <a:ext cx="546260" cy="815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11" descr="stopspam.jpg                                                   000DE2C4Macintosh HD                   BE95F007: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6816" y="2640265"/>
            <a:ext cx="546260" cy="8154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5" name="Google Shape;645;p11"/>
          <p:cNvCxnSpPr/>
          <p:nvPr/>
        </p:nvCxnSpPr>
        <p:spPr>
          <a:xfrm>
            <a:off x="3605828" y="1977199"/>
            <a:ext cx="120457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46" name="Google Shape;646;p11"/>
          <p:cNvCxnSpPr/>
          <p:nvPr/>
        </p:nvCxnSpPr>
        <p:spPr>
          <a:xfrm>
            <a:off x="3633542" y="2993806"/>
            <a:ext cx="120457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47" name="Google Shape;647;p11"/>
          <p:cNvCxnSpPr/>
          <p:nvPr/>
        </p:nvCxnSpPr>
        <p:spPr>
          <a:xfrm>
            <a:off x="3633542" y="4061849"/>
            <a:ext cx="120457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48" name="Google Shape;648;p11"/>
          <p:cNvCxnSpPr/>
          <p:nvPr/>
        </p:nvCxnSpPr>
        <p:spPr>
          <a:xfrm>
            <a:off x="3633542" y="5066300"/>
            <a:ext cx="120457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49" name="Google Shape;649;p11"/>
          <p:cNvCxnSpPr/>
          <p:nvPr/>
        </p:nvCxnSpPr>
        <p:spPr>
          <a:xfrm>
            <a:off x="3633542" y="6010161"/>
            <a:ext cx="120457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50" name="Google Shape;650;p11"/>
          <p:cNvSpPr txBox="1"/>
          <p:nvPr/>
        </p:nvSpPr>
        <p:spPr>
          <a:xfrm>
            <a:off x="7296932" y="1492039"/>
            <a:ext cx="350576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Can you write a program that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distinguishes between spam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and non-spam messages given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the words in each message?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A45626-81A1-6744-8C75-0B196AF3D6A3}"/>
                  </a:ext>
                </a:extLst>
              </p14:cNvPr>
              <p14:cNvContentPartPr/>
              <p14:nvPr/>
            </p14:nvContentPartPr>
            <p14:xfrm>
              <a:off x="9639000" y="3173040"/>
              <a:ext cx="1198800" cy="1428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A45626-81A1-6744-8C75-0B196AF3D6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29640" y="3163680"/>
                <a:ext cx="1217520" cy="144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2"/>
          <p:cNvSpPr txBox="1">
            <a:spLocks noGrp="1"/>
          </p:cNvSpPr>
          <p:nvPr>
            <p:ph type="title"/>
          </p:nvPr>
        </p:nvSpPr>
        <p:spPr>
          <a:xfrm>
            <a:off x="1076910" y="144415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EXAMPLE 2: VOTER DATA CLASSIFICATION</a:t>
            </a:r>
            <a:endParaRPr dirty="0"/>
          </a:p>
        </p:txBody>
      </p:sp>
      <p:cxnSp>
        <p:nvCxnSpPr>
          <p:cNvPr id="656" name="Google Shape;656;p12"/>
          <p:cNvCxnSpPr/>
          <p:nvPr/>
        </p:nvCxnSpPr>
        <p:spPr>
          <a:xfrm flipH="1">
            <a:off x="6826774" y="1662941"/>
            <a:ext cx="13093" cy="4582912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7" name="Google Shape;657;p12"/>
          <p:cNvSpPr txBox="1"/>
          <p:nvPr/>
        </p:nvSpPr>
        <p:spPr>
          <a:xfrm>
            <a:off x="8752208" y="3039138"/>
            <a:ext cx="61747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8" name="Google Shape;658;p12"/>
          <p:cNvCxnSpPr/>
          <p:nvPr/>
        </p:nvCxnSpPr>
        <p:spPr>
          <a:xfrm>
            <a:off x="3605828" y="1977199"/>
            <a:ext cx="120457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59" name="Google Shape;659;p12"/>
          <p:cNvCxnSpPr/>
          <p:nvPr/>
        </p:nvCxnSpPr>
        <p:spPr>
          <a:xfrm>
            <a:off x="3633542" y="2993806"/>
            <a:ext cx="120457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60" name="Google Shape;660;p12"/>
          <p:cNvCxnSpPr/>
          <p:nvPr/>
        </p:nvCxnSpPr>
        <p:spPr>
          <a:xfrm>
            <a:off x="3633542" y="4061849"/>
            <a:ext cx="120457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61" name="Google Shape;661;p12"/>
          <p:cNvCxnSpPr/>
          <p:nvPr/>
        </p:nvCxnSpPr>
        <p:spPr>
          <a:xfrm>
            <a:off x="3633542" y="5066300"/>
            <a:ext cx="120457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62" name="Google Shape;662;p12"/>
          <p:cNvCxnSpPr/>
          <p:nvPr/>
        </p:nvCxnSpPr>
        <p:spPr>
          <a:xfrm>
            <a:off x="3633542" y="6010161"/>
            <a:ext cx="1204579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663" name="Google Shape;663;p12" descr="f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0967" y="1500041"/>
            <a:ext cx="1066496" cy="92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12" descr="f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0967" y="2520570"/>
            <a:ext cx="1066496" cy="92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12" descr="f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0967" y="3557758"/>
            <a:ext cx="1066496" cy="92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12" descr="f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0967" y="4589405"/>
            <a:ext cx="1066496" cy="92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12" descr="f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0967" y="5603315"/>
            <a:ext cx="1066496" cy="92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763" y="2520570"/>
            <a:ext cx="1067680" cy="88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763" y="3622980"/>
            <a:ext cx="1067680" cy="88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12" descr="f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5841" y="3134400"/>
            <a:ext cx="1066496" cy="92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9772" y="4589404"/>
            <a:ext cx="1095575" cy="975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5869" y="1478118"/>
            <a:ext cx="1095575" cy="975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5869" y="5588369"/>
            <a:ext cx="1095575" cy="975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12" descr="boter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27235" y="3179304"/>
            <a:ext cx="337363" cy="375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12" descr="41371_100000344626179_9998_q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01795" y="3592525"/>
            <a:ext cx="354981" cy="354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12" descr="50111_579887353_8342_q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84486" y="4612921"/>
            <a:ext cx="348003" cy="411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12" descr="41765_100000309885425_6449_q.jp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84486" y="2565754"/>
            <a:ext cx="372029" cy="37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12" descr="187151_5617645_6318296_q.jp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84485" y="5657111"/>
            <a:ext cx="357246" cy="35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12"/>
          <p:cNvSpPr txBox="1"/>
          <p:nvPr/>
        </p:nvSpPr>
        <p:spPr>
          <a:xfrm>
            <a:off x="7296932" y="1492039"/>
            <a:ext cx="3886833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Can you write a program that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distinguishes between Republican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and Democrat users given their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social media posts and profile attributes?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D38185-18D5-C6C7-C8AE-699724A302DE}"/>
                  </a:ext>
                </a:extLst>
              </p14:cNvPr>
              <p14:cNvContentPartPr/>
              <p14:nvPr/>
            </p14:nvContentPartPr>
            <p14:xfrm>
              <a:off x="5217120" y="1114200"/>
              <a:ext cx="340200" cy="588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D38185-18D5-C6C7-C8AE-699724A302D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07760" y="1104840"/>
                <a:ext cx="358920" cy="60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3"/>
          <p:cNvSpPr txBox="1">
            <a:spLocks noGrp="1"/>
          </p:cNvSpPr>
          <p:nvPr>
            <p:ph type="title"/>
          </p:nvPr>
        </p:nvSpPr>
        <p:spPr>
          <a:xfrm>
            <a:off x="883581" y="274689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EXAMPLE 3: TOY IMAGE CLASSIFICATION</a:t>
            </a:r>
            <a:endParaRPr/>
          </a:p>
        </p:txBody>
      </p:sp>
      <p:pic>
        <p:nvPicPr>
          <p:cNvPr id="686" name="Google Shape;686;p13" descr="Screen Shot 2011-12-20 at 8.18.38 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581" y="1884033"/>
            <a:ext cx="8201286" cy="4089708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13"/>
          <p:cNvSpPr txBox="1"/>
          <p:nvPr/>
        </p:nvSpPr>
        <p:spPr>
          <a:xfrm>
            <a:off x="8058932" y="3928887"/>
            <a:ext cx="341401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Can you write a program that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distinguishes between smiling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and frowny faces?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LET’S TRY IT OUT</a:t>
            </a:r>
            <a:endParaRPr/>
          </a:p>
        </p:txBody>
      </p:sp>
      <p:sp>
        <p:nvSpPr>
          <p:cNvPr id="694" name="Google Shape;694;p14"/>
          <p:cNvSpPr txBox="1">
            <a:spLocks noGrp="1"/>
          </p:cNvSpPr>
          <p:nvPr>
            <p:ph type="body" idx="1"/>
          </p:nvPr>
        </p:nvSpPr>
        <p:spPr>
          <a:xfrm>
            <a:off x="1035475" y="201406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>
                <a:solidFill>
                  <a:srgbClr val="00B050"/>
                </a:solidFill>
              </a:rPr>
              <a:t>Your task: </a:t>
            </a:r>
            <a:r>
              <a:rPr lang="en-US"/>
              <a:t>learn a classifier to distinguish class A from class B from these examples</a:t>
            </a:r>
            <a:endParaRPr/>
          </a:p>
        </p:txBody>
      </p:sp>
      <p:sp>
        <p:nvSpPr>
          <p:cNvPr id="695" name="Google Shape;695;p14"/>
          <p:cNvSpPr txBox="1"/>
          <p:nvPr/>
        </p:nvSpPr>
        <p:spPr>
          <a:xfrm>
            <a:off x="1022597" y="6438164"/>
            <a:ext cx="28287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Example credit: Marine Carpuat</a:t>
            </a:r>
            <a:endParaRPr sz="1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696" name="Google Shape;69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333" y="2911624"/>
            <a:ext cx="5922433" cy="347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3830" y="2911624"/>
            <a:ext cx="5529505" cy="3397736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14"/>
          <p:cNvSpPr txBox="1"/>
          <p:nvPr/>
        </p:nvSpPr>
        <p:spPr>
          <a:xfrm>
            <a:off x="2788848" y="2422624"/>
            <a:ext cx="14306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Class A</a:t>
            </a:r>
            <a:endParaRPr sz="2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99" name="Google Shape;699;p14"/>
          <p:cNvSpPr txBox="1"/>
          <p:nvPr/>
        </p:nvSpPr>
        <p:spPr>
          <a:xfrm>
            <a:off x="8473282" y="2422624"/>
            <a:ext cx="14306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Class B</a:t>
            </a:r>
            <a:endParaRPr sz="2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30C033-C58C-14E0-E0DB-46706C908B25}"/>
                  </a:ext>
                </a:extLst>
              </p14:cNvPr>
              <p14:cNvContentPartPr/>
              <p14:nvPr/>
            </p14:nvContentPartPr>
            <p14:xfrm>
              <a:off x="4478760" y="2320920"/>
              <a:ext cx="5684400" cy="736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30C033-C58C-14E0-E0DB-46706C908B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69400" y="2311560"/>
                <a:ext cx="5703120" cy="755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5"/>
          <p:cNvSpPr txBox="1">
            <a:spLocks noGrp="1"/>
          </p:cNvSpPr>
          <p:nvPr>
            <p:ph type="title"/>
          </p:nvPr>
        </p:nvSpPr>
        <p:spPr>
          <a:xfrm>
            <a:off x="7865806" y="484632"/>
            <a:ext cx="3677264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ckwell"/>
              <a:buNone/>
            </a:pPr>
            <a:endParaRPr sz="3600"/>
          </a:p>
        </p:txBody>
      </p:sp>
      <p:pic>
        <p:nvPicPr>
          <p:cNvPr id="705" name="Google Shape;705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305908" y="484632"/>
            <a:ext cx="5704621" cy="570462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F5F0879-089C-07B5-5C25-C0265C3013F1}"/>
                  </a:ext>
                </a:extLst>
              </p14:cNvPr>
              <p14:cNvContentPartPr/>
              <p14:nvPr/>
            </p14:nvContentPartPr>
            <p14:xfrm>
              <a:off x="691200" y="1332720"/>
              <a:ext cx="2555280" cy="3953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F5F0879-089C-07B5-5C25-C0265C3013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1840" y="1323360"/>
                <a:ext cx="2574000" cy="3972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endParaRPr dirty="0"/>
          </a:p>
        </p:txBody>
      </p:sp>
      <p:pic>
        <p:nvPicPr>
          <p:cNvPr id="711" name="Google Shape;71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0267" y="484632"/>
            <a:ext cx="6692900" cy="58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1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749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B7977A-80AC-5015-8AA6-613CEA65F670}"/>
                  </a:ext>
                </a:extLst>
              </p14:cNvPr>
              <p14:cNvContentPartPr/>
              <p14:nvPr/>
            </p14:nvContentPartPr>
            <p14:xfrm>
              <a:off x="1015920" y="1802520"/>
              <a:ext cx="1468800" cy="2567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B7977A-80AC-5015-8AA6-613CEA65F6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6560" y="1793160"/>
                <a:ext cx="1487520" cy="258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endParaRPr/>
          </a:p>
        </p:txBody>
      </p:sp>
      <p:pic>
        <p:nvPicPr>
          <p:cNvPr id="718" name="Google Shape;71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2183" y="1061974"/>
            <a:ext cx="6769100" cy="47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17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749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65C3A9-99B4-9ACA-6A2F-5F2A2825F66C}"/>
                  </a:ext>
                </a:extLst>
              </p14:cNvPr>
              <p14:cNvContentPartPr/>
              <p14:nvPr/>
            </p14:nvContentPartPr>
            <p14:xfrm>
              <a:off x="787320" y="1788840"/>
              <a:ext cx="377640" cy="513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65C3A9-99B4-9ACA-6A2F-5F2A2825F6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7960" y="1779480"/>
                <a:ext cx="396360" cy="532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endParaRPr/>
          </a:p>
        </p:txBody>
      </p:sp>
      <p:pic>
        <p:nvPicPr>
          <p:cNvPr id="725" name="Google Shape;72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0667" y="664633"/>
            <a:ext cx="7188200" cy="56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18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749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8C44E33-C278-C60B-8137-EBB65DDD7F4A}"/>
                  </a:ext>
                </a:extLst>
              </p14:cNvPr>
              <p14:cNvContentPartPr/>
              <p14:nvPr/>
            </p14:nvContentPartPr>
            <p14:xfrm>
              <a:off x="669600" y="2067480"/>
              <a:ext cx="383760" cy="537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8C44E33-C278-C60B-8137-EBB65DDD7F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0240" y="2058120"/>
                <a:ext cx="402480" cy="556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endParaRPr/>
          </a:p>
        </p:txBody>
      </p:sp>
      <p:pic>
        <p:nvPicPr>
          <p:cNvPr id="733" name="Google Shape;73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9967" y="484632"/>
            <a:ext cx="5588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1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749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B874E8-48DD-63C4-527F-DF8609D84C93}"/>
                  </a:ext>
                </a:extLst>
              </p14:cNvPr>
              <p14:cNvContentPartPr/>
              <p14:nvPr/>
            </p14:nvContentPartPr>
            <p14:xfrm>
              <a:off x="1146240" y="1566000"/>
              <a:ext cx="376920" cy="587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B874E8-48DD-63C4-527F-DF8609D84C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6880" y="1556640"/>
                <a:ext cx="395640" cy="6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endParaRPr/>
          </a:p>
        </p:txBody>
      </p:sp>
      <p:pic>
        <p:nvPicPr>
          <p:cNvPr id="740" name="Google Shape;74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5667" y="484632"/>
            <a:ext cx="6426200" cy="601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20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749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389DF6-0026-CA52-610C-2F41234F6810}"/>
                  </a:ext>
                </a:extLst>
              </p14:cNvPr>
              <p14:cNvContentPartPr/>
              <p14:nvPr/>
            </p14:nvContentPartPr>
            <p14:xfrm>
              <a:off x="1963800" y="1863000"/>
              <a:ext cx="403200" cy="820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389DF6-0026-CA52-610C-2F41234F68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4440" y="1853640"/>
                <a:ext cx="421920" cy="83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WHAT IF I TOLD YOU</a:t>
            </a:r>
            <a:endParaRPr/>
          </a:p>
        </p:txBody>
      </p:sp>
      <p:pic>
        <p:nvPicPr>
          <p:cNvPr id="748" name="Google Shape;74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5199" y="1689474"/>
            <a:ext cx="7421965" cy="516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2933817" y="1674705"/>
            <a:ext cx="1652249" cy="1652249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21"/>
          <p:cNvSpPr txBox="1"/>
          <p:nvPr/>
        </p:nvSpPr>
        <p:spPr>
          <a:xfrm>
            <a:off x="7656576" y="216407"/>
            <a:ext cx="3910385" cy="92328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Classification is highly dependent 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having good data and features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744A6B-88D5-2D60-C6F2-E497594C1A78}"/>
                  </a:ext>
                </a:extLst>
              </p14:cNvPr>
              <p14:cNvContentPartPr/>
              <p14:nvPr/>
            </p14:nvContentPartPr>
            <p14:xfrm>
              <a:off x="2378880" y="266040"/>
              <a:ext cx="9354960" cy="6567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744A6B-88D5-2D60-C6F2-E497594C1A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69520" y="256680"/>
                <a:ext cx="9373680" cy="658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23"/>
          <p:cNvPicPr preferRelativeResize="0"/>
          <p:nvPr/>
        </p:nvPicPr>
        <p:blipFill rotWithShape="1">
          <a:blip r:embed="rId3">
            <a:alphaModFix/>
          </a:blip>
          <a:srcRect t="2442" r="1" b="5405"/>
          <a:stretch/>
        </p:blipFill>
        <p:spPr>
          <a:xfrm>
            <a:off x="7038447" y="1837436"/>
            <a:ext cx="4773168" cy="3980688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2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KEY LEARNING INGREDIENTS</a:t>
            </a:r>
            <a:endParaRPr/>
          </a:p>
        </p:txBody>
      </p:sp>
      <p:sp>
        <p:nvSpPr>
          <p:cNvPr id="757" name="Google Shape;757;p23"/>
          <p:cNvSpPr txBox="1">
            <a:spLocks noGrp="1"/>
          </p:cNvSpPr>
          <p:nvPr>
            <p:ph type="body" idx="1"/>
          </p:nvPr>
        </p:nvSpPr>
        <p:spPr>
          <a:xfrm>
            <a:off x="831275" y="2121400"/>
            <a:ext cx="63654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2082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-US" sz="2400" dirty="0"/>
              <a:t>Training vs. testing data</a:t>
            </a:r>
            <a:endParaRPr sz="2400" dirty="0"/>
          </a:p>
          <a:p>
            <a:pPr marL="457200" lvl="1" indent="-2082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45"/>
              <a:buChar char="▪"/>
            </a:pPr>
            <a:r>
              <a:rPr lang="en-US" sz="2100" dirty="0"/>
              <a:t>Memorizing the training examples is not good enough</a:t>
            </a:r>
            <a:endParaRPr sz="2200" dirty="0"/>
          </a:p>
          <a:p>
            <a:pPr marL="457200" lvl="1" indent="-2082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45"/>
              <a:buChar char="▪"/>
            </a:pPr>
            <a:r>
              <a:rPr lang="en-US" sz="2100" dirty="0"/>
              <a:t>Need to generalize to make good predictions on test examples</a:t>
            </a:r>
            <a:endParaRPr sz="2200" dirty="0"/>
          </a:p>
          <a:p>
            <a:pPr marL="457200" lvl="1" indent="-91122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5"/>
              <a:buNone/>
            </a:pPr>
            <a:endParaRPr sz="2100" dirty="0"/>
          </a:p>
          <a:p>
            <a:pPr marL="182880" lvl="0" indent="-2082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100"/>
              <a:buChar char="▪"/>
            </a:pPr>
            <a:r>
              <a:rPr lang="en-US" sz="2400" dirty="0"/>
              <a:t>Inductive bias</a:t>
            </a:r>
            <a:endParaRPr sz="2400" dirty="0"/>
          </a:p>
          <a:p>
            <a:pPr marL="457200" lvl="1" indent="-2082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45"/>
              <a:buChar char="▪"/>
            </a:pPr>
            <a:r>
              <a:rPr lang="en-US" sz="2100" dirty="0"/>
              <a:t>Many hypotheses are plausible</a:t>
            </a:r>
            <a:endParaRPr sz="2200" dirty="0"/>
          </a:p>
          <a:p>
            <a:pPr marL="457200" lvl="1" indent="-2082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45"/>
              <a:buChar char="▪"/>
            </a:pPr>
            <a:r>
              <a:rPr lang="en-US" sz="2100" dirty="0"/>
              <a:t>Need assumptions about the nature of the relation between examples and classes</a:t>
            </a:r>
            <a:endParaRPr sz="2200" dirty="0"/>
          </a:p>
          <a:p>
            <a:pPr marL="457200" lvl="1" indent="-91122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5"/>
              <a:buNone/>
            </a:pPr>
            <a:endParaRPr sz="2100" dirty="0"/>
          </a:p>
          <a:p>
            <a:pPr marL="182880" lvl="0" indent="-2082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100"/>
              <a:buChar char="▪"/>
            </a:pPr>
            <a:r>
              <a:rPr lang="en-US" sz="2400" dirty="0"/>
              <a:t>How do we go about learning formally?</a:t>
            </a:r>
            <a:endParaRPr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829319-D868-33A5-807B-7AB36EE7A899}"/>
                  </a:ext>
                </a:extLst>
              </p14:cNvPr>
              <p14:cNvContentPartPr/>
              <p14:nvPr/>
            </p14:nvContentPartPr>
            <p14:xfrm>
              <a:off x="160920" y="1126440"/>
              <a:ext cx="11331720" cy="4054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829319-D868-33A5-807B-7AB36EE7A8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1560" y="1117080"/>
                <a:ext cx="11350440" cy="407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4"/>
          <p:cNvSpPr txBox="1">
            <a:spLocks noGrp="1"/>
          </p:cNvSpPr>
          <p:nvPr>
            <p:ph type="title"/>
          </p:nvPr>
        </p:nvSpPr>
        <p:spPr>
          <a:xfrm>
            <a:off x="1222248" y="256032"/>
            <a:ext cx="107157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CLASSIFICATION SETTING</a:t>
            </a:r>
            <a:endParaRPr dirty="0"/>
          </a:p>
        </p:txBody>
      </p:sp>
      <p:sp>
        <p:nvSpPr>
          <p:cNvPr id="764" name="Google Shape;764;p24"/>
          <p:cNvSpPr txBox="1">
            <a:spLocks noGrp="1"/>
          </p:cNvSpPr>
          <p:nvPr>
            <p:ph type="body" idx="1"/>
          </p:nvPr>
        </p:nvSpPr>
        <p:spPr>
          <a:xfrm>
            <a:off x="498421" y="3201178"/>
            <a:ext cx="6605700" cy="3493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99" t="-1888" b="-93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300"/>
              <a:t> </a:t>
            </a:r>
            <a:endParaRPr sz="2300"/>
          </a:p>
        </p:txBody>
      </p:sp>
      <p:sp>
        <p:nvSpPr>
          <p:cNvPr id="788" name="Google Shape;788;p24"/>
          <p:cNvSpPr txBox="1"/>
          <p:nvPr/>
        </p:nvSpPr>
        <p:spPr>
          <a:xfrm>
            <a:off x="1069847" y="5077621"/>
            <a:ext cx="8406499" cy="1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ABC4B0-BBE4-7133-A5BD-F9687C148CC3}"/>
              </a:ext>
            </a:extLst>
          </p:cNvPr>
          <p:cNvGrpSpPr/>
          <p:nvPr/>
        </p:nvGrpSpPr>
        <p:grpSpPr>
          <a:xfrm>
            <a:off x="1790630" y="1352692"/>
            <a:ext cx="5552691" cy="1848486"/>
            <a:chOff x="8438788" y="1342281"/>
            <a:chExt cx="3402744" cy="1303527"/>
          </a:xfrm>
        </p:grpSpPr>
        <p:pic>
          <p:nvPicPr>
            <p:cNvPr id="789" name="Google Shape;789;p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288753" y="2169127"/>
              <a:ext cx="466318" cy="4766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0" name="Google Shape;790;p2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999896" y="2170390"/>
              <a:ext cx="506662" cy="4636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1" name="Google Shape;791;p2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1386713" y="2198899"/>
              <a:ext cx="443532" cy="401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2" name="Google Shape;792;p2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724078" y="2210753"/>
              <a:ext cx="438309" cy="3804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3" name="Google Shape;793;p2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177458" y="1342281"/>
              <a:ext cx="543905" cy="496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4" name="Google Shape;794;p2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0688141" y="1403970"/>
              <a:ext cx="491501" cy="447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5" name="Google Shape;795;p2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0003457" y="1419826"/>
              <a:ext cx="458944" cy="428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6" name="Google Shape;796;p24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1361159" y="1415394"/>
              <a:ext cx="480373" cy="4172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24"/>
            <p:cNvSpPr txBox="1"/>
            <p:nvPr/>
          </p:nvSpPr>
          <p:spPr>
            <a:xfrm>
              <a:off x="8438788" y="1435491"/>
              <a:ext cx="6126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Y=1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Y=0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8" name="Google Shape;798;p24"/>
          <p:cNvSpPr/>
          <p:nvPr/>
        </p:nvSpPr>
        <p:spPr>
          <a:xfrm>
            <a:off x="6702112" y="3881116"/>
            <a:ext cx="1172100" cy="5790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2588" r="-2071" b="-1262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0790FD-BFE0-ADD9-A8DB-8A8FB599D989}"/>
              </a:ext>
            </a:extLst>
          </p:cNvPr>
          <p:cNvGrpSpPr/>
          <p:nvPr/>
        </p:nvGrpSpPr>
        <p:grpSpPr>
          <a:xfrm>
            <a:off x="7707396" y="2968478"/>
            <a:ext cx="3632982" cy="3379409"/>
            <a:chOff x="7707396" y="2968478"/>
            <a:chExt cx="3632982" cy="3379409"/>
          </a:xfrm>
        </p:grpSpPr>
        <p:grpSp>
          <p:nvGrpSpPr>
            <p:cNvPr id="765" name="Google Shape;765;p24"/>
            <p:cNvGrpSpPr/>
            <p:nvPr/>
          </p:nvGrpSpPr>
          <p:grpSpPr>
            <a:xfrm>
              <a:off x="7707421" y="3285805"/>
              <a:ext cx="3632957" cy="2495027"/>
              <a:chOff x="4888560" y="2279650"/>
              <a:chExt cx="4114800" cy="3100568"/>
            </a:xfrm>
          </p:grpSpPr>
          <p:sp>
            <p:nvSpPr>
              <p:cNvPr id="766" name="Google Shape;766;p24"/>
              <p:cNvSpPr/>
              <p:nvPr/>
            </p:nvSpPr>
            <p:spPr>
              <a:xfrm>
                <a:off x="5618810" y="2279650"/>
                <a:ext cx="1371600" cy="2297113"/>
              </a:xfrm>
              <a:custGeom>
                <a:avLst/>
                <a:gdLst/>
                <a:ahLst/>
                <a:cxnLst/>
                <a:rect l="l" t="t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  <a:moveTo>
                      <a:pt x="16796" y="2882"/>
                    </a:moveTo>
                  </a:path>
                </a:pathLst>
              </a:custGeom>
              <a:solidFill>
                <a:srgbClr val="B9AEFF"/>
              </a:soli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cxnSp>
            <p:nvCxnSpPr>
              <p:cNvPr id="767" name="Google Shape;767;p24"/>
              <p:cNvCxnSpPr/>
              <p:nvPr/>
            </p:nvCxnSpPr>
            <p:spPr>
              <a:xfrm rot="10800000">
                <a:off x="4888560" y="2406650"/>
                <a:ext cx="0" cy="2895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768" name="Google Shape;768;p24"/>
              <p:cNvCxnSpPr/>
              <p:nvPr/>
            </p:nvCxnSpPr>
            <p:spPr>
              <a:xfrm>
                <a:off x="4888560" y="5302250"/>
                <a:ext cx="4114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769" name="Google Shape;769;p24" descr="Large checker board"/>
              <p:cNvSpPr txBox="1"/>
              <p:nvPr/>
            </p:nvSpPr>
            <p:spPr>
              <a:xfrm>
                <a:off x="7268254" y="4006850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24" descr="Large checker board"/>
              <p:cNvSpPr txBox="1"/>
              <p:nvPr/>
            </p:nvSpPr>
            <p:spPr>
              <a:xfrm>
                <a:off x="7420654" y="4540249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24" descr="Large checker board"/>
              <p:cNvSpPr txBox="1"/>
              <p:nvPr/>
            </p:nvSpPr>
            <p:spPr>
              <a:xfrm>
                <a:off x="6506253" y="4921250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24" descr="Large checker board"/>
              <p:cNvSpPr txBox="1"/>
              <p:nvPr/>
            </p:nvSpPr>
            <p:spPr>
              <a:xfrm>
                <a:off x="8335054" y="4768850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24" descr="Large checker board"/>
              <p:cNvSpPr txBox="1"/>
              <p:nvPr/>
            </p:nvSpPr>
            <p:spPr>
              <a:xfrm>
                <a:off x="8335054" y="3778250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24" descr="Large checker board"/>
              <p:cNvSpPr txBox="1"/>
              <p:nvPr/>
            </p:nvSpPr>
            <p:spPr>
              <a:xfrm>
                <a:off x="6506253" y="2863850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24" descr="Large checker board"/>
              <p:cNvSpPr txBox="1"/>
              <p:nvPr/>
            </p:nvSpPr>
            <p:spPr>
              <a:xfrm>
                <a:off x="5668053" y="3549650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4" descr="Large checker board"/>
              <p:cNvSpPr txBox="1"/>
              <p:nvPr/>
            </p:nvSpPr>
            <p:spPr>
              <a:xfrm>
                <a:off x="6353854" y="3473450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4" descr="Large checker board"/>
              <p:cNvSpPr txBox="1"/>
              <p:nvPr/>
            </p:nvSpPr>
            <p:spPr>
              <a:xfrm>
                <a:off x="6582453" y="3260725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4" descr="Large checker board"/>
              <p:cNvSpPr txBox="1"/>
              <p:nvPr/>
            </p:nvSpPr>
            <p:spPr>
              <a:xfrm>
                <a:off x="6049053" y="2590800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4" descr="Large checker board"/>
              <p:cNvSpPr txBox="1"/>
              <p:nvPr/>
            </p:nvSpPr>
            <p:spPr>
              <a:xfrm>
                <a:off x="5744253" y="3886200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4" descr="Large checker board"/>
              <p:cNvSpPr txBox="1"/>
              <p:nvPr/>
            </p:nvSpPr>
            <p:spPr>
              <a:xfrm>
                <a:off x="5820454" y="2482850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4" descr="Large checker board"/>
              <p:cNvSpPr txBox="1"/>
              <p:nvPr/>
            </p:nvSpPr>
            <p:spPr>
              <a:xfrm>
                <a:off x="5210854" y="3962400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24" descr="Large checker board"/>
              <p:cNvSpPr txBox="1"/>
              <p:nvPr/>
            </p:nvSpPr>
            <p:spPr>
              <a:xfrm>
                <a:off x="5363253" y="4495801"/>
                <a:ext cx="350778" cy="458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83" name="Google Shape;783;p24"/>
            <p:cNvCxnSpPr>
              <a:stCxn id="768" idx="0"/>
            </p:cNvCxnSpPr>
            <p:nvPr/>
          </p:nvCxnSpPr>
          <p:spPr>
            <a:xfrm rot="10800000" flipH="1">
              <a:off x="7707396" y="4008100"/>
              <a:ext cx="3561900" cy="1710000"/>
            </a:xfrm>
            <a:prstGeom prst="straightConnector1">
              <a:avLst/>
            </a:prstGeom>
            <a:noFill/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4" name="Google Shape;784;p24"/>
            <p:cNvCxnSpPr/>
            <p:nvPr/>
          </p:nvCxnSpPr>
          <p:spPr>
            <a:xfrm rot="10800000" flipH="1">
              <a:off x="7707396" y="4565778"/>
              <a:ext cx="3591600" cy="26100"/>
            </a:xfrm>
            <a:prstGeom prst="straightConnector1">
              <a:avLst/>
            </a:prstGeom>
            <a:noFill/>
            <a:ln w="50800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85" name="Google Shape;785;p24" descr="Large checker board"/>
            <p:cNvSpPr txBox="1"/>
            <p:nvPr/>
          </p:nvSpPr>
          <p:spPr>
            <a:xfrm>
              <a:off x="7744045" y="4205046"/>
              <a:ext cx="401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B050"/>
                  </a:solidFill>
                  <a:latin typeface="Rockwell"/>
                  <a:ea typeface="Rockwell"/>
                  <a:cs typeface="Rockwell"/>
                  <a:sym typeface="Rockwell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B050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1800" b="0" i="0" u="none" strike="noStrike" cap="none">
                <a:solidFill>
                  <a:srgbClr val="00B05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86" name="Google Shape;786;p24" descr="Large checker board"/>
            <p:cNvSpPr txBox="1"/>
            <p:nvPr/>
          </p:nvSpPr>
          <p:spPr>
            <a:xfrm>
              <a:off x="10504065" y="3815745"/>
              <a:ext cx="401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Rockwell"/>
                  <a:ea typeface="Rockwell"/>
                  <a:cs typeface="Rockwell"/>
                  <a:sym typeface="Rockwell"/>
                </a:rPr>
                <a:t>h</a:t>
              </a:r>
              <a:r>
                <a:rPr lang="en-US" sz="1800" b="0" i="0" u="none" strike="noStrike" cap="none" baseline="-25000">
                  <a:solidFill>
                    <a:schemeClr val="accen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1800" b="0" i="0" u="none" strike="noStrike" cap="non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87" name="Google Shape;787;p24" descr="Large checker board"/>
            <p:cNvSpPr txBox="1"/>
            <p:nvPr/>
          </p:nvSpPr>
          <p:spPr>
            <a:xfrm>
              <a:off x="8438788" y="2968478"/>
              <a:ext cx="401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7030A0"/>
                  </a:solidFill>
                  <a:latin typeface="Rockwell"/>
                  <a:ea typeface="Rockwell"/>
                  <a:cs typeface="Rockwell"/>
                  <a:sym typeface="Rockwell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7030A0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1800" b="0" i="0" u="none" strike="noStrike" cap="none">
                <a:solidFill>
                  <a:srgbClr val="7030A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8862545" y="5768887"/>
              <a:ext cx="1411800" cy="5790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l="-2595" r="-1730" b="-12629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F28021C-A49E-B380-6848-ADF1129BEFB7}"/>
                  </a:ext>
                </a:extLst>
              </p14:cNvPr>
              <p14:cNvContentPartPr/>
              <p14:nvPr/>
            </p14:nvContentPartPr>
            <p14:xfrm>
              <a:off x="160920" y="352800"/>
              <a:ext cx="11021760" cy="6403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F28021C-A49E-B380-6848-ADF1129BEFB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1560" y="343440"/>
                <a:ext cx="11040480" cy="6422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6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4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818F7-1A34-3C4F-815A-64F912C6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SPECIAL CASE: BINARY CLASSICATION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D3524-C77E-B571-296F-080C6B1C200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4000" dirty="0"/>
                  <a:t>In this case,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4000" dirty="0"/>
                  <a:t>. For example:</a:t>
                </a:r>
              </a:p>
              <a:p>
                <a:pPr lvl="1"/>
                <a:r>
                  <a:rPr lang="en-US" sz="3600" dirty="0"/>
                  <a:t>In image classification example from previous slides, we want the answer to be either an animal or a bird (i.e., not an animal or not a bird)</a:t>
                </a:r>
              </a:p>
              <a:p>
                <a:pPr lvl="1"/>
                <a:r>
                  <a:rPr lang="en-US" sz="3600" dirty="0">
                    <a:solidFill>
                      <a:srgbClr val="FF0000"/>
                    </a:solidFill>
                  </a:rPr>
                  <a:t>Q: In voter data, what is Y?</a:t>
                </a:r>
              </a:p>
              <a:p>
                <a:pPr lvl="1"/>
                <a:r>
                  <a:rPr lang="en-US" sz="3600" dirty="0">
                    <a:solidFill>
                      <a:srgbClr val="FF0000"/>
                    </a:solidFill>
                  </a:rPr>
                  <a:t>Q: In email spam classification, what is Y?</a:t>
                </a:r>
              </a:p>
              <a:p>
                <a:pPr lvl="1"/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D3524-C77E-B571-296F-080C6B1C20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148" t="-2344" r="-2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8EC450-2E8A-55E3-D8D5-C23F72750E89}"/>
                  </a:ext>
                </a:extLst>
              </p14:cNvPr>
              <p14:cNvContentPartPr/>
              <p14:nvPr/>
            </p14:nvContentPartPr>
            <p14:xfrm>
              <a:off x="6555960" y="1239120"/>
              <a:ext cx="5078160" cy="4208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8EC450-2E8A-55E3-D8D5-C23F72750E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6600" y="1229760"/>
                <a:ext cx="5096880" cy="422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602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FORMALIZING INDUCTION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4" name="Google Shape;814;p2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69848" y="1673530"/>
                <a:ext cx="10058400" cy="448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dirty="0"/>
                  <a:t>Need: Our model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should make good predictions</a:t>
                </a:r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SzPts val="1530"/>
                  <a:buChar char="▪"/>
                </a:pPr>
                <a:r>
                  <a:rPr lang="en-US" dirty="0"/>
                  <a:t>As measured by loss function</a:t>
                </a:r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530"/>
                  <a:buChar char="▪"/>
                </a:pPr>
                <a:r>
                  <a:rPr lang="en-US" dirty="0"/>
                  <a:t>On future examples (typically) drawn from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endParaRPr lang="en-US" dirty="0"/>
              </a:p>
              <a:p>
                <a:pPr marL="91440" indent="-182880">
                  <a:lnSpc>
                    <a:spcPct val="90000"/>
                  </a:lnSpc>
                  <a:buSzPts val="1530"/>
                  <a:buChar char="▪"/>
                </a:pPr>
                <a:r>
                  <a:rPr lang="en-US" dirty="0"/>
                  <a:t>Central to learning: minimization of the </a:t>
                </a:r>
                <a:r>
                  <a:rPr lang="en-US" i="1" dirty="0"/>
                  <a:t>expected loss </a:t>
                </a:r>
                <a:br>
                  <a:rPr lang="en-US" i="1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en-US" i="1" dirty="0"/>
              </a:p>
              <a:p>
                <a:pPr marL="182880" lvl="0" indent="-182880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1700"/>
                  <a:buChar char="▪"/>
                </a:pPr>
                <a:r>
                  <a:rPr lang="en-US" dirty="0"/>
                  <a:t>However,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typically unknown!</a:t>
                </a:r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SzPts val="1530"/>
                  <a:buChar char="▪"/>
                </a:pPr>
                <a:r>
                  <a:rPr lang="en-US" dirty="0"/>
                  <a:t>Can’t compute expected loss, must estimate instead with empirical distribution: </a:t>
                </a:r>
                <a:br>
                  <a:rPr lang="en-US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457200" lvl="1" indent="-85725" algn="l" rtl="0">
                  <a:lnSpc>
                    <a:spcPct val="90000"/>
                  </a:lnSpc>
                  <a:spcBef>
                    <a:spcPts val="600"/>
                  </a:spcBef>
                  <a:spcAft>
                    <a:spcPts val="0"/>
                  </a:spcAft>
                  <a:buSzPts val="153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814" name="Google Shape;814;p2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69848" y="1673530"/>
                <a:ext cx="10058400" cy="4488900"/>
              </a:xfrm>
              <a:prstGeom prst="rect">
                <a:avLst/>
              </a:prstGeom>
              <a:blipFill>
                <a:blip r:embed="rId3"/>
                <a:stretch>
                  <a:fillRect l="-504" t="-2260" b="-3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AC051A-09AE-CB12-7C6F-D0A0C44E805B}"/>
                  </a:ext>
                </a:extLst>
              </p14:cNvPr>
              <p14:cNvContentPartPr/>
              <p14:nvPr/>
            </p14:nvContentPartPr>
            <p14:xfrm>
              <a:off x="428040" y="2093400"/>
              <a:ext cx="10320840" cy="4064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AC051A-09AE-CB12-7C6F-D0A0C44E80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8680" y="2084040"/>
                <a:ext cx="10339560" cy="40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764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394333"/>
            <a:ext cx="9956800" cy="526361"/>
          </a:xfrm>
          <a:prstGeom prst="rect">
            <a:avLst/>
          </a:prstGeom>
        </p:spPr>
        <p:txBody>
          <a:bodyPr vert="horz" wrap="square" lIns="0" tIns="64070" rIns="0" bIns="0" rtlCol="0" anchor="b">
            <a:spAutoFit/>
          </a:bodyPr>
          <a:lstStyle/>
          <a:p>
            <a:pPr marL="548640">
              <a:spcBef>
                <a:spcPts val="100"/>
              </a:spcBef>
            </a:pPr>
            <a:r>
              <a:rPr lang="en-US"/>
              <a:t>EVEN MORE SPECIAL: LINEAR BINARY CLASSIFICATION</a:t>
            </a:r>
            <a:endParaRPr spc="-10"/>
          </a:p>
        </p:txBody>
      </p:sp>
      <p:grpSp>
        <p:nvGrpSpPr>
          <p:cNvPr id="3" name="object 3"/>
          <p:cNvGrpSpPr/>
          <p:nvPr/>
        </p:nvGrpSpPr>
        <p:grpSpPr>
          <a:xfrm>
            <a:off x="4454398" y="1720342"/>
            <a:ext cx="3087370" cy="4034154"/>
            <a:chOff x="2930398" y="1720342"/>
            <a:chExt cx="3087370" cy="4034154"/>
          </a:xfrm>
        </p:grpSpPr>
        <p:sp>
          <p:nvSpPr>
            <p:cNvPr id="4" name="object 4"/>
            <p:cNvSpPr/>
            <p:nvPr/>
          </p:nvSpPr>
          <p:spPr>
            <a:xfrm>
              <a:off x="2972562" y="1745742"/>
              <a:ext cx="3020060" cy="3983354"/>
            </a:xfrm>
            <a:custGeom>
              <a:avLst/>
              <a:gdLst/>
              <a:ahLst/>
              <a:cxnLst/>
              <a:rect l="l" t="t" r="r" b="b"/>
              <a:pathLst>
                <a:path w="3020060" h="3983354">
                  <a:moveTo>
                    <a:pt x="3019717" y="0"/>
                  </a:moveTo>
                  <a:lnTo>
                    <a:pt x="0" y="3982910"/>
                  </a:lnTo>
                </a:path>
              </a:pathLst>
            </a:custGeom>
            <a:ln w="508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86684" y="2382012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132588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132588" y="132587"/>
                  </a:lnTo>
                  <a:lnTo>
                    <a:pt x="132588" y="0"/>
                  </a:lnTo>
                  <a:close/>
                </a:path>
              </a:pathLst>
            </a:custGeom>
            <a:solidFill>
              <a:srgbClr val="C505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86684" y="2382012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0"/>
                  </a:moveTo>
                  <a:lnTo>
                    <a:pt x="132588" y="0"/>
                  </a:lnTo>
                  <a:lnTo>
                    <a:pt x="132588" y="132587"/>
                  </a:lnTo>
                  <a:lnTo>
                    <a:pt x="0" y="13258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003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36748" y="3627120"/>
              <a:ext cx="131445" cy="131445"/>
            </a:xfrm>
            <a:custGeom>
              <a:avLst/>
              <a:gdLst/>
              <a:ahLst/>
              <a:cxnLst/>
              <a:rect l="l" t="t" r="r" b="b"/>
              <a:pathLst>
                <a:path w="131444" h="131445">
                  <a:moveTo>
                    <a:pt x="131063" y="0"/>
                  </a:moveTo>
                  <a:lnTo>
                    <a:pt x="0" y="0"/>
                  </a:lnTo>
                  <a:lnTo>
                    <a:pt x="0" y="131063"/>
                  </a:lnTo>
                  <a:lnTo>
                    <a:pt x="131063" y="131063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C505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6748" y="3627120"/>
              <a:ext cx="131445" cy="131445"/>
            </a:xfrm>
            <a:custGeom>
              <a:avLst/>
              <a:gdLst/>
              <a:ahLst/>
              <a:cxnLst/>
              <a:rect l="l" t="t" r="r" b="b"/>
              <a:pathLst>
                <a:path w="131444" h="131445">
                  <a:moveTo>
                    <a:pt x="0" y="0"/>
                  </a:moveTo>
                  <a:lnTo>
                    <a:pt x="131063" y="0"/>
                  </a:lnTo>
                  <a:lnTo>
                    <a:pt x="131063" y="131063"/>
                  </a:lnTo>
                  <a:lnTo>
                    <a:pt x="0" y="1310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003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04488" y="2619756"/>
              <a:ext cx="131445" cy="131445"/>
            </a:xfrm>
            <a:custGeom>
              <a:avLst/>
              <a:gdLst/>
              <a:ahLst/>
              <a:cxnLst/>
              <a:rect l="l" t="t" r="r" b="b"/>
              <a:pathLst>
                <a:path w="131445" h="131444">
                  <a:moveTo>
                    <a:pt x="131063" y="0"/>
                  </a:moveTo>
                  <a:lnTo>
                    <a:pt x="0" y="0"/>
                  </a:lnTo>
                  <a:lnTo>
                    <a:pt x="0" y="131063"/>
                  </a:lnTo>
                  <a:lnTo>
                    <a:pt x="131063" y="131063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C505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04488" y="2619756"/>
              <a:ext cx="131445" cy="131445"/>
            </a:xfrm>
            <a:custGeom>
              <a:avLst/>
              <a:gdLst/>
              <a:ahLst/>
              <a:cxnLst/>
              <a:rect l="l" t="t" r="r" b="b"/>
              <a:pathLst>
                <a:path w="131445" h="131444">
                  <a:moveTo>
                    <a:pt x="0" y="0"/>
                  </a:moveTo>
                  <a:lnTo>
                    <a:pt x="131063" y="0"/>
                  </a:lnTo>
                  <a:lnTo>
                    <a:pt x="131063" y="131063"/>
                  </a:lnTo>
                  <a:lnTo>
                    <a:pt x="0" y="1310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003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38828" y="2694432"/>
              <a:ext cx="132715" cy="131445"/>
            </a:xfrm>
            <a:custGeom>
              <a:avLst/>
              <a:gdLst/>
              <a:ahLst/>
              <a:cxnLst/>
              <a:rect l="l" t="t" r="r" b="b"/>
              <a:pathLst>
                <a:path w="132714" h="131444">
                  <a:moveTo>
                    <a:pt x="132587" y="0"/>
                  </a:moveTo>
                  <a:lnTo>
                    <a:pt x="0" y="0"/>
                  </a:lnTo>
                  <a:lnTo>
                    <a:pt x="0" y="131063"/>
                  </a:lnTo>
                  <a:lnTo>
                    <a:pt x="132587" y="131063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C505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38828" y="2694432"/>
              <a:ext cx="132715" cy="131445"/>
            </a:xfrm>
            <a:custGeom>
              <a:avLst/>
              <a:gdLst/>
              <a:ahLst/>
              <a:cxnLst/>
              <a:rect l="l" t="t" r="r" b="b"/>
              <a:pathLst>
                <a:path w="132714" h="131444">
                  <a:moveTo>
                    <a:pt x="0" y="0"/>
                  </a:moveTo>
                  <a:lnTo>
                    <a:pt x="132587" y="0"/>
                  </a:lnTo>
                  <a:lnTo>
                    <a:pt x="132587" y="131063"/>
                  </a:lnTo>
                  <a:lnTo>
                    <a:pt x="0" y="1310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003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96412" y="3832860"/>
              <a:ext cx="132715" cy="131445"/>
            </a:xfrm>
            <a:custGeom>
              <a:avLst/>
              <a:gdLst/>
              <a:ahLst/>
              <a:cxnLst/>
              <a:rect l="l" t="t" r="r" b="b"/>
              <a:pathLst>
                <a:path w="132714" h="131445">
                  <a:moveTo>
                    <a:pt x="132587" y="0"/>
                  </a:moveTo>
                  <a:lnTo>
                    <a:pt x="0" y="0"/>
                  </a:lnTo>
                  <a:lnTo>
                    <a:pt x="0" y="131063"/>
                  </a:lnTo>
                  <a:lnTo>
                    <a:pt x="132587" y="131063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C505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96412" y="3832860"/>
              <a:ext cx="132715" cy="131445"/>
            </a:xfrm>
            <a:custGeom>
              <a:avLst/>
              <a:gdLst/>
              <a:ahLst/>
              <a:cxnLst/>
              <a:rect l="l" t="t" r="r" b="b"/>
              <a:pathLst>
                <a:path w="132714" h="131445">
                  <a:moveTo>
                    <a:pt x="0" y="0"/>
                  </a:moveTo>
                  <a:lnTo>
                    <a:pt x="132587" y="0"/>
                  </a:lnTo>
                  <a:lnTo>
                    <a:pt x="132587" y="131063"/>
                  </a:lnTo>
                  <a:lnTo>
                    <a:pt x="0" y="1310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003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0550" y="3549142"/>
              <a:ext cx="149860" cy="14985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5958" y="4786630"/>
              <a:ext cx="149860" cy="1498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7798" y="4526026"/>
              <a:ext cx="149860" cy="1498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3390" y="4378198"/>
              <a:ext cx="149860" cy="14986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162771" y="3221847"/>
              <a:ext cx="452120" cy="334645"/>
            </a:xfrm>
            <a:custGeom>
              <a:avLst/>
              <a:gdLst/>
              <a:ahLst/>
              <a:cxnLst/>
              <a:rect l="l" t="t" r="r" b="b"/>
              <a:pathLst>
                <a:path w="452120" h="334645">
                  <a:moveTo>
                    <a:pt x="451840" y="334429"/>
                  </a:moveTo>
                  <a:lnTo>
                    <a:pt x="0" y="0"/>
                  </a:lnTo>
                </a:path>
              </a:pathLst>
            </a:custGeom>
            <a:ln w="508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60701" y="3146298"/>
              <a:ext cx="168275" cy="152400"/>
            </a:xfrm>
            <a:custGeom>
              <a:avLst/>
              <a:gdLst/>
              <a:ahLst/>
              <a:cxnLst/>
              <a:rect l="l" t="t" r="r" b="b"/>
              <a:pathLst>
                <a:path w="168275" h="152400">
                  <a:moveTo>
                    <a:pt x="0" y="0"/>
                  </a:moveTo>
                  <a:lnTo>
                    <a:pt x="77152" y="151917"/>
                  </a:lnTo>
                  <a:lnTo>
                    <a:pt x="167817" y="29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3988055" y="4138930"/>
            <a:ext cx="145415" cy="145415"/>
            <a:chOff x="2464054" y="4138929"/>
            <a:chExt cx="145415" cy="145415"/>
          </a:xfrm>
        </p:grpSpPr>
        <p:sp>
          <p:nvSpPr>
            <p:cNvPr id="22" name="object 22"/>
            <p:cNvSpPr/>
            <p:nvPr/>
          </p:nvSpPr>
          <p:spPr>
            <a:xfrm>
              <a:off x="2470404" y="4145279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132587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132587" y="132588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C505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70404" y="4145279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0"/>
                  </a:moveTo>
                  <a:lnTo>
                    <a:pt x="132587" y="0"/>
                  </a:lnTo>
                  <a:lnTo>
                    <a:pt x="132587" y="132588"/>
                  </a:lnTo>
                  <a:lnTo>
                    <a:pt x="0" y="13258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003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340099" y="3008123"/>
            <a:ext cx="144145" cy="144145"/>
            <a:chOff x="2816098" y="3008122"/>
            <a:chExt cx="144145" cy="144145"/>
          </a:xfrm>
        </p:grpSpPr>
        <p:sp>
          <p:nvSpPr>
            <p:cNvPr id="25" name="object 25"/>
            <p:cNvSpPr/>
            <p:nvPr/>
          </p:nvSpPr>
          <p:spPr>
            <a:xfrm>
              <a:off x="2822448" y="3014472"/>
              <a:ext cx="131445" cy="131445"/>
            </a:xfrm>
            <a:custGeom>
              <a:avLst/>
              <a:gdLst/>
              <a:ahLst/>
              <a:cxnLst/>
              <a:rect l="l" t="t" r="r" b="b"/>
              <a:pathLst>
                <a:path w="131444" h="131444">
                  <a:moveTo>
                    <a:pt x="131063" y="0"/>
                  </a:moveTo>
                  <a:lnTo>
                    <a:pt x="0" y="0"/>
                  </a:lnTo>
                  <a:lnTo>
                    <a:pt x="0" y="131063"/>
                  </a:lnTo>
                  <a:lnTo>
                    <a:pt x="131063" y="131063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C505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22448" y="3014472"/>
              <a:ext cx="131445" cy="131445"/>
            </a:xfrm>
            <a:custGeom>
              <a:avLst/>
              <a:gdLst/>
              <a:ahLst/>
              <a:cxnLst/>
              <a:rect l="l" t="t" r="r" b="b"/>
              <a:pathLst>
                <a:path w="131444" h="131444">
                  <a:moveTo>
                    <a:pt x="0" y="0"/>
                  </a:moveTo>
                  <a:lnTo>
                    <a:pt x="131063" y="0"/>
                  </a:lnTo>
                  <a:lnTo>
                    <a:pt x="131063" y="131063"/>
                  </a:lnTo>
                  <a:lnTo>
                    <a:pt x="0" y="1310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003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4836922" y="3309874"/>
            <a:ext cx="144145" cy="145415"/>
            <a:chOff x="3312921" y="3309873"/>
            <a:chExt cx="144145" cy="145415"/>
          </a:xfrm>
        </p:grpSpPr>
        <p:sp>
          <p:nvSpPr>
            <p:cNvPr id="28" name="object 28"/>
            <p:cNvSpPr/>
            <p:nvPr/>
          </p:nvSpPr>
          <p:spPr>
            <a:xfrm>
              <a:off x="3319271" y="3316223"/>
              <a:ext cx="131445" cy="132715"/>
            </a:xfrm>
            <a:custGeom>
              <a:avLst/>
              <a:gdLst/>
              <a:ahLst/>
              <a:cxnLst/>
              <a:rect l="l" t="t" r="r" b="b"/>
              <a:pathLst>
                <a:path w="131445" h="132714">
                  <a:moveTo>
                    <a:pt x="131063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131063" y="132587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C505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19271" y="3316223"/>
              <a:ext cx="131445" cy="132715"/>
            </a:xfrm>
            <a:custGeom>
              <a:avLst/>
              <a:gdLst/>
              <a:ahLst/>
              <a:cxnLst/>
              <a:rect l="l" t="t" r="r" b="b"/>
              <a:pathLst>
                <a:path w="131445" h="132714">
                  <a:moveTo>
                    <a:pt x="0" y="0"/>
                  </a:moveTo>
                  <a:lnTo>
                    <a:pt x="131063" y="0"/>
                  </a:lnTo>
                  <a:lnTo>
                    <a:pt x="131063" y="132587"/>
                  </a:lnTo>
                  <a:lnTo>
                    <a:pt x="0" y="13258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003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315459" y="2916683"/>
            <a:ext cx="145415" cy="145415"/>
            <a:chOff x="3791458" y="2916682"/>
            <a:chExt cx="145415" cy="145415"/>
          </a:xfrm>
        </p:grpSpPr>
        <p:sp>
          <p:nvSpPr>
            <p:cNvPr id="31" name="object 31"/>
            <p:cNvSpPr/>
            <p:nvPr/>
          </p:nvSpPr>
          <p:spPr>
            <a:xfrm>
              <a:off x="3797808" y="2923032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132587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132587" y="132587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C505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97808" y="2923032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0"/>
                  </a:moveTo>
                  <a:lnTo>
                    <a:pt x="132587" y="0"/>
                  </a:lnTo>
                  <a:lnTo>
                    <a:pt x="132587" y="132587"/>
                  </a:lnTo>
                  <a:lnTo>
                    <a:pt x="0" y="13258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9003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20329" y="4271517"/>
            <a:ext cx="149860" cy="149860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72729" y="3070606"/>
            <a:ext cx="149860" cy="14985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7114" y="3631438"/>
            <a:ext cx="149860" cy="14986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21498" y="3928617"/>
            <a:ext cx="149859" cy="14986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57134" y="4594605"/>
            <a:ext cx="149859" cy="149860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343728" y="3093298"/>
            <a:ext cx="7626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210">
                <a:solidFill>
                  <a:srgbClr val="5B9BD4"/>
                </a:solidFill>
                <a:latin typeface="Arial"/>
                <a:cs typeface="Arial"/>
              </a:rPr>
              <a:t>Class</a:t>
            </a:r>
            <a:r>
              <a:rPr sz="2100" spc="-65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sz="2100" spc="-50">
                <a:solidFill>
                  <a:srgbClr val="5B9BD4"/>
                </a:solidFill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24667" y="4161698"/>
            <a:ext cx="7626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21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sz="2100" spc="-6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spc="-5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1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0F7EC53-C6DE-084B-B1FF-18227356A89C}"/>
                  </a:ext>
                </a:extLst>
              </p14:cNvPr>
              <p14:cNvContentPartPr/>
              <p14:nvPr/>
            </p14:nvContentPartPr>
            <p14:xfrm>
              <a:off x="1969920" y="893880"/>
              <a:ext cx="8667360" cy="5544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0F7EC53-C6DE-084B-B1FF-18227356A8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0560" y="884520"/>
                <a:ext cx="8686080" cy="556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0073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6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705900" cy="3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/>
              <a:t>REGRESSION METHODS FOR CLASSIFICATION?</a:t>
            </a:r>
            <a:endParaRPr/>
          </a:p>
        </p:txBody>
      </p:sp>
      <p:sp>
        <p:nvSpPr>
          <p:cNvPr id="523" name="Google Shape;523;p66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5675-9EB5-B8D6-88BA-CA90BA67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FF161-A541-C682-577E-A0F73038285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sz="3200" dirty="0"/>
                  <a:t> Given training data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𝒟</m:t>
                    </m:r>
                    <m:sSubSup>
                      <m:sSub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dirty="0"/>
                  <a:t>sampled </a:t>
                </a:r>
                <a:r>
                  <a:rPr lang="en-US" sz="3200" dirty="0" err="1"/>
                  <a:t>iid</a:t>
                </a:r>
                <a:r>
                  <a:rPr lang="en-US" sz="3200" dirty="0"/>
                  <a:t> from some distribution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/>
                  <a:t> being binary – typically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3200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−1,+1</m:t>
                        </m:r>
                      </m:e>
                    </m:d>
                  </m:oMath>
                </a14:m>
                <a:endParaRPr lang="en-US" sz="3200" b="0" dirty="0"/>
              </a:p>
              <a:p>
                <a:r>
                  <a:rPr lang="en-US" sz="3200" dirty="0"/>
                  <a:t> Model parameters: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 (linear model) with prediction: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, and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&lt;0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/>
              </a:p>
              <a:p>
                <a:pPr lvl="1"/>
                <a:r>
                  <a:rPr lang="en-US" sz="2900" dirty="0"/>
                  <a:t> Equivalently, 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900" b="0" i="0" smtClean="0">
                        <a:latin typeface="Cambria Math" panose="02040503050406030204" pitchFamily="18" charset="0"/>
                      </a:rPr>
                      <m:t>step</m:t>
                    </m:r>
                    <m:d>
                      <m:dPr>
                        <m:ctrlPr>
                          <a:rPr lang="en-US" sz="2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9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9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9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900" b="0" dirty="0"/>
                  <a:t>. </a:t>
                </a:r>
              </a:p>
              <a:p>
                <a:r>
                  <a:rPr lang="en-US" sz="3200" dirty="0"/>
                  <a:t> So, a natural loss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en-US" sz="3200">
                                <a:latin typeface="Cambria Math" panose="02040503050406030204" pitchFamily="18" charset="0"/>
                              </a:rPr>
                              <m:t>step</m:t>
                            </m:r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3200" dirty="0"/>
              </a:p>
              <a:p>
                <a:r>
                  <a:rPr lang="en-US" sz="3200" dirty="0">
                    <a:solidFill>
                      <a:srgbClr val="FF0000"/>
                    </a:solidFill>
                  </a:rPr>
                  <a:t>Q: Any Issues with this loss?</a:t>
                </a:r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FF161-A541-C682-577E-A0F7303828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38" t="-2604" r="-383" b="-9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54C5D5-F8DD-5811-4005-B99EF8BC6A68}"/>
                  </a:ext>
                </a:extLst>
              </p14:cNvPr>
              <p14:cNvContentPartPr/>
              <p14:nvPr/>
            </p14:nvContentPartPr>
            <p14:xfrm>
              <a:off x="5451840" y="3212280"/>
              <a:ext cx="6436800" cy="3578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54C5D5-F8DD-5811-4005-B99EF8BC6A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2480" y="3202920"/>
                <a:ext cx="6455520" cy="359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120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7"/>
          <p:cNvSpPr txBox="1">
            <a:spLocks noGrp="1"/>
          </p:cNvSpPr>
          <p:nvPr>
            <p:ph type="title"/>
          </p:nvPr>
        </p:nvSpPr>
        <p:spPr>
          <a:xfrm>
            <a:off x="418939" y="89435"/>
            <a:ext cx="111252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TREAT CLASSIFICATION AS REGRESSION with SQUARED LOSS?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871B498-1B0A-73A6-6D7F-3D535F58F302}"/>
              </a:ext>
            </a:extLst>
          </p:cNvPr>
          <p:cNvGrpSpPr/>
          <p:nvPr/>
        </p:nvGrpSpPr>
        <p:grpSpPr>
          <a:xfrm>
            <a:off x="6726913" y="1241703"/>
            <a:ext cx="3707026" cy="1283894"/>
            <a:chOff x="8257649" y="1481975"/>
            <a:chExt cx="3707026" cy="1283894"/>
          </a:xfrm>
        </p:grpSpPr>
        <p:sp>
          <p:nvSpPr>
            <p:cNvPr id="531" name="Google Shape;531;p67"/>
            <p:cNvSpPr txBox="1"/>
            <p:nvPr/>
          </p:nvSpPr>
          <p:spPr>
            <a:xfrm>
              <a:off x="9625575" y="1481975"/>
              <a:ext cx="23391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Linear model:</a:t>
              </a:r>
              <a:endParaRPr sz="2300" b="1" dirty="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dirty="0" err="1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f</a:t>
              </a:r>
              <a:r>
                <a:rPr lang="en-US" sz="2300" baseline="-25000" dirty="0" err="1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θ</a:t>
              </a:r>
              <a:r>
                <a:rPr lang="en-US" sz="2300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(x) ∈</a:t>
              </a:r>
              <a:r>
                <a:rPr lang="en-US" sz="2300" b="1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 R </a:t>
              </a:r>
              <a:endParaRPr sz="2300" b="1" dirty="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cxnSp>
          <p:nvCxnSpPr>
            <p:cNvPr id="532" name="Google Shape;532;p67"/>
            <p:cNvCxnSpPr>
              <a:cxnSpLocks/>
              <a:stCxn id="531" idx="2"/>
            </p:cNvCxnSpPr>
            <p:nvPr/>
          </p:nvCxnSpPr>
          <p:spPr>
            <a:xfrm flipH="1">
              <a:off x="8257649" y="2374775"/>
              <a:ext cx="2537476" cy="391094"/>
            </a:xfrm>
            <a:prstGeom prst="straightConnector1">
              <a:avLst/>
            </a:prstGeom>
            <a:noFill/>
            <a:ln w="38100" cap="flat" cmpd="sng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D05BE9D-B0F4-4CB1-2C6C-275DD30C158D}"/>
              </a:ext>
            </a:extLst>
          </p:cNvPr>
          <p:cNvGrpSpPr/>
          <p:nvPr/>
        </p:nvGrpSpPr>
        <p:grpSpPr>
          <a:xfrm>
            <a:off x="4133940" y="1091639"/>
            <a:ext cx="2339100" cy="1481700"/>
            <a:chOff x="7263375" y="1481975"/>
            <a:chExt cx="2339100" cy="1481700"/>
          </a:xfrm>
        </p:grpSpPr>
        <p:sp>
          <p:nvSpPr>
            <p:cNvPr id="533" name="Google Shape;533;p67"/>
            <p:cNvSpPr txBox="1"/>
            <p:nvPr/>
          </p:nvSpPr>
          <p:spPr>
            <a:xfrm>
              <a:off x="7263375" y="1481975"/>
              <a:ext cx="23391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Binary label:</a:t>
              </a:r>
              <a:endParaRPr sz="2300" b="1" dirty="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dirty="0" err="1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y</a:t>
              </a:r>
              <a:r>
                <a:rPr lang="en-US" sz="2300" baseline="-25000" dirty="0" err="1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i</a:t>
              </a:r>
              <a:r>
                <a:rPr lang="en-US" sz="2300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 ∈</a:t>
              </a:r>
              <a:r>
                <a:rPr lang="en-US" sz="2300" b="1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 </a:t>
              </a:r>
              <a:r>
                <a:rPr lang="en-US" sz="2300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{0,1}</a:t>
              </a:r>
              <a:r>
                <a:rPr lang="en-US" sz="2300" b="1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 </a:t>
              </a:r>
              <a:endParaRPr sz="2300" b="1" dirty="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cxnSp>
          <p:nvCxnSpPr>
            <p:cNvPr id="534" name="Google Shape;534;p67"/>
            <p:cNvCxnSpPr/>
            <p:nvPr/>
          </p:nvCxnSpPr>
          <p:spPr>
            <a:xfrm>
              <a:off x="8585325" y="2298575"/>
              <a:ext cx="178200" cy="665100"/>
            </a:xfrm>
            <a:prstGeom prst="straightConnector1">
              <a:avLst/>
            </a:prstGeom>
            <a:noFill/>
            <a:ln w="38100" cap="flat" cmpd="sng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535" name="Google Shape;535;p67"/>
          <p:cNvCxnSpPr/>
          <p:nvPr/>
        </p:nvCxnSpPr>
        <p:spPr>
          <a:xfrm>
            <a:off x="4248282" y="3737420"/>
            <a:ext cx="3900" cy="291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536" name="Google Shape;536;p67"/>
          <p:cNvCxnSpPr/>
          <p:nvPr/>
        </p:nvCxnSpPr>
        <p:spPr>
          <a:xfrm flipH="1">
            <a:off x="3648728" y="6089609"/>
            <a:ext cx="3728100" cy="24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537" name="Google Shape;537;p67"/>
          <p:cNvSpPr/>
          <p:nvPr/>
        </p:nvSpPr>
        <p:spPr>
          <a:xfrm>
            <a:off x="6911063" y="6187750"/>
            <a:ext cx="563100" cy="461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67"/>
          <p:cNvSpPr/>
          <p:nvPr/>
        </p:nvSpPr>
        <p:spPr>
          <a:xfrm>
            <a:off x="3477066" y="3577427"/>
            <a:ext cx="792300" cy="69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3169" r="-6349" b="-90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67"/>
          <p:cNvCxnSpPr/>
          <p:nvPr/>
        </p:nvCxnSpPr>
        <p:spPr>
          <a:xfrm rot="10800000">
            <a:off x="5218320" y="4484472"/>
            <a:ext cx="384000" cy="640200"/>
          </a:xfrm>
          <a:prstGeom prst="straightConnector1">
            <a:avLst/>
          </a:prstGeom>
          <a:noFill/>
          <a:ln w="53975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0" name="Google Shape;540;p67"/>
          <p:cNvSpPr txBox="1"/>
          <p:nvPr/>
        </p:nvSpPr>
        <p:spPr>
          <a:xfrm>
            <a:off x="4854934" y="4294943"/>
            <a:ext cx="36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70C0"/>
                </a:solidFill>
                <a:latin typeface="Rockwell"/>
                <a:ea typeface="Rockwell"/>
                <a:cs typeface="Rockwell"/>
                <a:sym typeface="Rockwell"/>
              </a:rPr>
              <a:t>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67"/>
          <p:cNvSpPr/>
          <p:nvPr/>
        </p:nvSpPr>
        <p:spPr>
          <a:xfrm>
            <a:off x="6657925" y="6575100"/>
            <a:ext cx="1176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fluffiness</a:t>
            </a:r>
            <a:endParaRPr sz="1600" b="1" i="0" u="none" strike="noStrike" cap="non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42" name="Google Shape;542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54034" y="5508328"/>
            <a:ext cx="466318" cy="476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03495" y="5162228"/>
            <a:ext cx="506662" cy="463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6774" y="5624303"/>
            <a:ext cx="443532" cy="40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6913" y="4708597"/>
            <a:ext cx="438309" cy="38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6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05200" y="4819238"/>
            <a:ext cx="543905" cy="496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6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81539" y="4016469"/>
            <a:ext cx="491501" cy="44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77834" y="3768588"/>
            <a:ext cx="458944" cy="42860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874DAC-91E0-CFCD-D387-3E06EA0F8B4A}"/>
                  </a:ext>
                </a:extLst>
              </p:cNvPr>
              <p:cNvSpPr txBox="1"/>
              <p:nvPr/>
            </p:nvSpPr>
            <p:spPr>
              <a:xfrm>
                <a:off x="1224669" y="2053317"/>
                <a:ext cx="7407914" cy="1436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3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3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3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874DAC-91E0-CFCD-D387-3E06EA0F8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669" y="2053317"/>
                <a:ext cx="7407914" cy="1436675"/>
              </a:xfrm>
              <a:prstGeom prst="rect">
                <a:avLst/>
              </a:prstGeom>
              <a:blipFill>
                <a:blip r:embed="rId12"/>
                <a:stretch>
                  <a:fillRect t="-108696" b="-16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136A6A6-C5F2-6F0F-F87F-E56CB636043F}"/>
                  </a:ext>
                </a:extLst>
              </p14:cNvPr>
              <p14:cNvContentPartPr/>
              <p14:nvPr/>
            </p14:nvContentPartPr>
            <p14:xfrm>
              <a:off x="8012880" y="953280"/>
              <a:ext cx="3590280" cy="2375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136A6A6-C5F2-6F0F-F87F-E56CB636043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003520" y="943920"/>
                <a:ext cx="3609000" cy="2394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TREAT CLASSIFICATION AS REGRESSION?</a:t>
            </a:r>
            <a:endParaRPr/>
          </a:p>
        </p:txBody>
      </p:sp>
      <p:graphicFrame>
        <p:nvGraphicFramePr>
          <p:cNvPr id="560" name="Google Shape;560;p68"/>
          <p:cNvGraphicFramePr/>
          <p:nvPr/>
        </p:nvGraphicFramePr>
        <p:xfrm>
          <a:off x="800100" y="4229100"/>
          <a:ext cx="6410925" cy="167021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3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y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i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	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f</a:t>
                      </a:r>
                      <a:r>
                        <a:rPr lang="en-US" sz="2300" baseline="-25000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θ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(x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i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)	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Squared loss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</a:t>
                      </a:r>
                      <a:endParaRPr sz="2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0.2</a:t>
                      </a:r>
                      <a:endParaRPr sz="2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?</a:t>
                      </a:r>
                      <a:endParaRPr sz="2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</a:t>
                      </a:r>
                      <a:endParaRPr sz="2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1.8</a:t>
                      </a:r>
                      <a:endParaRPr sz="2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?</a:t>
                      </a:r>
                      <a:endParaRPr sz="2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1" name="Google Shape;561;p68"/>
              <p:cNvSpPr txBox="1"/>
              <p:nvPr/>
            </p:nvSpPr>
            <p:spPr>
              <a:xfrm>
                <a:off x="8004050" y="4229100"/>
                <a:ext cx="3680700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82880" lvl="0" indent="-5333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2400" b="1" u="sng">
                    <a:latin typeface="Rockwell"/>
                    <a:ea typeface="Rockwell"/>
                    <a:cs typeface="Rockwell"/>
                    <a:sym typeface="Rockwell"/>
                  </a:rPr>
                  <a:t>How to fix?</a:t>
                </a:r>
                <a:endParaRPr lang="en-US" sz="2400" b="1" u="sng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  <a:p>
                <a:pPr marL="457200" lvl="0" indent="-381000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Rockwell"/>
                  <a:buChar char="●"/>
                </a:pPr>
                <a:r>
                  <a:rPr lang="en-US" sz="2400">
                    <a:latin typeface="Rockwell"/>
                    <a:ea typeface="Rockwell"/>
                    <a:cs typeface="Rockwell"/>
                    <a:sym typeface="Rockwell"/>
                  </a:rPr>
                  <a:t>Restrict </a:t>
                </a:r>
                <a:r>
                  <a:rPr lang="en-US" sz="2400" err="1">
                    <a:latin typeface="Rockwell"/>
                    <a:ea typeface="Rockwell"/>
                    <a:cs typeface="Rockwell"/>
                    <a:sym typeface="Rockwell"/>
                  </a:rPr>
                  <a:t>f</a:t>
                </a:r>
                <a:r>
                  <a:rPr lang="el-GR" sz="2400" baseline="-25000" err="1">
                    <a:latin typeface="Rockwell"/>
                    <a:ea typeface="Rockwell"/>
                    <a:cs typeface="Rockwell"/>
                    <a:sym typeface="Rockwell"/>
                  </a:rPr>
                  <a:t>θ</a:t>
                </a:r>
                <a:r>
                  <a:rPr lang="el-GR" sz="2400">
                    <a:latin typeface="Rockwell"/>
                    <a:ea typeface="Rockwell"/>
                    <a:cs typeface="Rockwell"/>
                    <a:sym typeface="Rockwell"/>
                  </a:rPr>
                  <a:t>(</a:t>
                </a:r>
                <a:r>
                  <a:rPr lang="en-US" sz="2400">
                    <a:latin typeface="Rockwell"/>
                    <a:ea typeface="Rockwell"/>
                    <a:cs typeface="Rockwell"/>
                    <a:sym typeface="Rockwell"/>
                  </a:rPr>
                  <a:t>x)</a:t>
                </a:r>
                <a:r>
                  <a:rPr lang="en-US" sz="2400" baseline="-25000">
                    <a:latin typeface="Rockwell"/>
                    <a:ea typeface="Rockwell"/>
                    <a:cs typeface="Rockwell"/>
                    <a:sym typeface="Rockwell"/>
                  </a:rPr>
                  <a:t> </a:t>
                </a:r>
                <a:r>
                  <a:rPr lang="en-US" sz="2400">
                    <a:latin typeface="Rockwell"/>
                    <a:ea typeface="Rockwell"/>
                    <a:cs typeface="Rockwell"/>
                    <a:sym typeface="Rockwell"/>
                  </a:rPr>
                  <a:t>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Rockwell"/>
                            <a:cs typeface="Rockwell"/>
                            <a:sym typeface="Rockwell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Rockwell"/>
                            <a:cs typeface="Rockwell"/>
                            <a:sym typeface="Rockwell"/>
                          </a:rPr>
                          <m:t>0,1</m:t>
                        </m:r>
                      </m:e>
                    </m:d>
                  </m:oMath>
                </a14:m>
                <a:endParaRPr lang="en-US" sz="2400" b="0">
                  <a:latin typeface="Rockwell"/>
                  <a:ea typeface="Rockwell"/>
                  <a:cs typeface="Rockwell"/>
                  <a:sym typeface="Rockwell"/>
                </a:endParaRPr>
              </a:p>
              <a:p>
                <a:pPr marL="457200" lvl="0" indent="-3810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Rockwell"/>
                  <a:buChar char="●"/>
                </a:pPr>
                <a:endParaRPr lang="en-US" sz="24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  <a:p>
                <a:pPr marL="457200" lvl="0" indent="-3810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Rockwell"/>
                  <a:buChar char="●"/>
                </a:pPr>
                <a:r>
                  <a:rPr lang="en-US" sz="2400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Use better loss</a:t>
                </a:r>
                <a:endParaRPr sz="24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mc:Choice>
        <mc:Fallback xmlns="">
          <p:sp>
            <p:nvSpPr>
              <p:cNvPr id="561" name="Google Shape;561;p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050" y="4229100"/>
                <a:ext cx="3680700" cy="2095500"/>
              </a:xfrm>
              <a:prstGeom prst="rect">
                <a:avLst/>
              </a:prstGeom>
              <a:blipFill>
                <a:blip r:embed="rId4"/>
                <a:stretch>
                  <a:fillRect l="-3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9296B84-E67B-AF55-F6CF-6971E3D38FD4}"/>
              </a:ext>
            </a:extLst>
          </p:cNvPr>
          <p:cNvGrpSpPr/>
          <p:nvPr/>
        </p:nvGrpSpPr>
        <p:grpSpPr>
          <a:xfrm>
            <a:off x="6726913" y="1484296"/>
            <a:ext cx="3707026" cy="1283894"/>
            <a:chOff x="8257649" y="1481975"/>
            <a:chExt cx="3707026" cy="1283894"/>
          </a:xfrm>
        </p:grpSpPr>
        <p:sp>
          <p:nvSpPr>
            <p:cNvPr id="3" name="Google Shape;531;p67">
              <a:extLst>
                <a:ext uri="{FF2B5EF4-FFF2-40B4-BE49-F238E27FC236}">
                  <a16:creationId xmlns:a16="http://schemas.microsoft.com/office/drawing/2014/main" id="{F0533EED-0874-7B57-A30D-0E502DDC9C22}"/>
                </a:ext>
              </a:extLst>
            </p:cNvPr>
            <p:cNvSpPr txBox="1"/>
            <p:nvPr/>
          </p:nvSpPr>
          <p:spPr>
            <a:xfrm>
              <a:off x="9625575" y="1481975"/>
              <a:ext cx="23391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Linear model:</a:t>
              </a:r>
              <a:endParaRPr sz="2300" b="1" dirty="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dirty="0" err="1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f</a:t>
              </a:r>
              <a:r>
                <a:rPr lang="en-US" sz="2300" baseline="-25000" dirty="0" err="1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θ</a:t>
              </a:r>
              <a:r>
                <a:rPr lang="en-US" sz="2300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(x) ∈</a:t>
              </a:r>
              <a:r>
                <a:rPr lang="en-US" sz="2300" b="1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 R </a:t>
              </a:r>
              <a:endParaRPr sz="2300" b="1" dirty="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cxnSp>
          <p:nvCxnSpPr>
            <p:cNvPr id="4" name="Google Shape;532;p67">
              <a:extLst>
                <a:ext uri="{FF2B5EF4-FFF2-40B4-BE49-F238E27FC236}">
                  <a16:creationId xmlns:a16="http://schemas.microsoft.com/office/drawing/2014/main" id="{43D54AE1-3EC5-3E42-79C5-DD8FE2D88B58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 flipH="1">
              <a:off x="8257649" y="2374775"/>
              <a:ext cx="2537476" cy="391094"/>
            </a:xfrm>
            <a:prstGeom prst="straightConnector1">
              <a:avLst/>
            </a:prstGeom>
            <a:noFill/>
            <a:ln w="38100" cap="flat" cmpd="sng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ED1857C-CE2E-8308-5C9E-8EB854084F99}"/>
              </a:ext>
            </a:extLst>
          </p:cNvPr>
          <p:cNvGrpSpPr/>
          <p:nvPr/>
        </p:nvGrpSpPr>
        <p:grpSpPr>
          <a:xfrm>
            <a:off x="4133940" y="1334232"/>
            <a:ext cx="2339100" cy="1481700"/>
            <a:chOff x="7263375" y="1481975"/>
            <a:chExt cx="2339100" cy="1481700"/>
          </a:xfrm>
        </p:grpSpPr>
        <p:sp>
          <p:nvSpPr>
            <p:cNvPr id="6" name="Google Shape;533;p67">
              <a:extLst>
                <a:ext uri="{FF2B5EF4-FFF2-40B4-BE49-F238E27FC236}">
                  <a16:creationId xmlns:a16="http://schemas.microsoft.com/office/drawing/2014/main" id="{C88FB326-9BDC-349C-CEAD-8BDD461318AB}"/>
                </a:ext>
              </a:extLst>
            </p:cNvPr>
            <p:cNvSpPr txBox="1"/>
            <p:nvPr/>
          </p:nvSpPr>
          <p:spPr>
            <a:xfrm>
              <a:off x="7263375" y="1481975"/>
              <a:ext cx="23391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Binary label:</a:t>
              </a:r>
              <a:endParaRPr sz="2300" b="1" dirty="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dirty="0" err="1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y</a:t>
              </a:r>
              <a:r>
                <a:rPr lang="en-US" sz="2300" baseline="-25000" dirty="0" err="1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i</a:t>
              </a:r>
              <a:r>
                <a:rPr lang="en-US" sz="2300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 ∈</a:t>
              </a:r>
              <a:r>
                <a:rPr lang="en-US" sz="2300" b="1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 </a:t>
              </a:r>
              <a:r>
                <a:rPr lang="en-US" sz="2300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{0,1}</a:t>
              </a:r>
              <a:r>
                <a:rPr lang="en-US" sz="2300" b="1" dirty="0">
                  <a:solidFill>
                    <a:srgbClr val="0033CC"/>
                  </a:solidFill>
                  <a:latin typeface="Rockwell"/>
                  <a:ea typeface="Rockwell"/>
                  <a:cs typeface="Rockwell"/>
                  <a:sym typeface="Rockwell"/>
                </a:rPr>
                <a:t> </a:t>
              </a:r>
              <a:endParaRPr sz="2300" b="1" dirty="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cxnSp>
          <p:nvCxnSpPr>
            <p:cNvPr id="7" name="Google Shape;534;p67">
              <a:extLst>
                <a:ext uri="{FF2B5EF4-FFF2-40B4-BE49-F238E27FC236}">
                  <a16:creationId xmlns:a16="http://schemas.microsoft.com/office/drawing/2014/main" id="{B7D071E2-77CA-C97E-1482-596FF2ACC329}"/>
                </a:ext>
              </a:extLst>
            </p:cNvPr>
            <p:cNvCxnSpPr/>
            <p:nvPr/>
          </p:nvCxnSpPr>
          <p:spPr>
            <a:xfrm>
              <a:off x="8585325" y="2298575"/>
              <a:ext cx="178200" cy="665100"/>
            </a:xfrm>
            <a:prstGeom prst="straightConnector1">
              <a:avLst/>
            </a:prstGeom>
            <a:noFill/>
            <a:ln w="38100" cap="flat" cmpd="sng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DFCEA6-1C86-2E54-26A4-A576ACBF804E}"/>
                  </a:ext>
                </a:extLst>
              </p:cNvPr>
              <p:cNvSpPr txBox="1"/>
              <p:nvPr/>
            </p:nvSpPr>
            <p:spPr>
              <a:xfrm>
                <a:off x="1224669" y="2295910"/>
                <a:ext cx="7407914" cy="1436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3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3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3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DFCEA6-1C86-2E54-26A4-A576ACBF8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669" y="2295910"/>
                <a:ext cx="7407914" cy="1436675"/>
              </a:xfrm>
              <a:prstGeom prst="rect">
                <a:avLst/>
              </a:prstGeom>
              <a:blipFill>
                <a:blip r:embed="rId5"/>
                <a:stretch>
                  <a:fillRect t="-108772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8D0A192-A19F-4E05-ED51-DDCD91EAD16A}"/>
                  </a:ext>
                </a:extLst>
              </p14:cNvPr>
              <p14:cNvContentPartPr/>
              <p14:nvPr/>
            </p14:nvContentPartPr>
            <p14:xfrm>
              <a:off x="1177200" y="1794960"/>
              <a:ext cx="7724880" cy="4945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8D0A192-A19F-4E05-ED51-DDCD91EAD1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7840" y="1785600"/>
                <a:ext cx="7743600" cy="496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9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706004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/>
              <a:t>LOGISTIC REGRESSION</a:t>
            </a:r>
            <a:endParaRPr/>
          </a:p>
        </p:txBody>
      </p:sp>
      <p:sp>
        <p:nvSpPr>
          <p:cNvPr id="567" name="Google Shape;567;p69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7076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SIGMOID FUNCTION</a:t>
            </a:r>
            <a:endParaRPr/>
          </a:p>
        </p:txBody>
      </p:sp>
      <p:pic>
        <p:nvPicPr>
          <p:cNvPr id="574" name="Google Shape;57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848" y="2758106"/>
            <a:ext cx="4542453" cy="3615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8350" y="1633538"/>
            <a:ext cx="8115300" cy="10001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7E40A8-7804-1591-6741-BB004C079367}"/>
                  </a:ext>
                </a:extLst>
              </p:cNvPr>
              <p:cNvSpPr txBox="1"/>
              <p:nvPr/>
            </p:nvSpPr>
            <p:spPr>
              <a:xfrm>
                <a:off x="6120882" y="3023118"/>
                <a:ext cx="3718857" cy="1478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0">
                    <a:solidFill>
                      <a:srgbClr val="FF0000"/>
                    </a:solidFill>
                  </a:rPr>
                  <a:t>Question:</a:t>
                </a:r>
                <a:r>
                  <a:rPr lang="en-US" sz="3600" b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600"/>
                  <a:t> 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7E40A8-7804-1591-6741-BB004C079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882" y="3023118"/>
                <a:ext cx="3718857" cy="1478803"/>
              </a:xfrm>
              <a:prstGeom prst="rect">
                <a:avLst/>
              </a:prstGeom>
              <a:blipFill>
                <a:blip r:embed="rId5"/>
                <a:stretch>
                  <a:fillRect l="-4762" t="-6838"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2527CF-CA2D-5E8F-8FA3-2D5FCD1C6E70}"/>
                  </a:ext>
                </a:extLst>
              </p14:cNvPr>
              <p14:cNvContentPartPr/>
              <p14:nvPr/>
            </p14:nvContentPartPr>
            <p14:xfrm>
              <a:off x="191880" y="569520"/>
              <a:ext cx="11415600" cy="6288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2527CF-CA2D-5E8F-8FA3-2D5FCD1C6E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2520" y="560160"/>
                <a:ext cx="11434320" cy="630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TREAT CLASSIFICATION AS REGRESSION?</a:t>
            </a:r>
            <a:endParaRPr/>
          </a:p>
        </p:txBody>
      </p:sp>
      <p:sp>
        <p:nvSpPr>
          <p:cNvPr id="644" name="Google Shape;644;p75"/>
          <p:cNvSpPr txBox="1"/>
          <p:nvPr/>
        </p:nvSpPr>
        <p:spPr>
          <a:xfrm>
            <a:off x="9625575" y="1481975"/>
            <a:ext cx="23391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Linear model:</a:t>
            </a:r>
            <a:endParaRPr sz="2300" b="1">
              <a:solidFill>
                <a:srgbClr val="0033CC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f</a:t>
            </a:r>
            <a:r>
              <a:rPr lang="en-US" sz="2300" baseline="-2500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θ</a:t>
            </a:r>
            <a:r>
              <a:rPr lang="en-US" sz="230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(x) ∈</a:t>
            </a:r>
            <a:r>
              <a:rPr lang="en-US" sz="2300" b="1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 R </a:t>
            </a:r>
            <a:endParaRPr sz="2300" b="1">
              <a:solidFill>
                <a:srgbClr val="0033CC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645" name="Google Shape;645;p75"/>
          <p:cNvCxnSpPr>
            <a:stCxn id="644" idx="2"/>
          </p:cNvCxnSpPr>
          <p:nvPr/>
        </p:nvCxnSpPr>
        <p:spPr>
          <a:xfrm flipH="1">
            <a:off x="10301325" y="2374775"/>
            <a:ext cx="493800" cy="573300"/>
          </a:xfrm>
          <a:prstGeom prst="straightConnector1">
            <a:avLst/>
          </a:prstGeom>
          <a:noFill/>
          <a:ln w="38100" cap="flat" cmpd="sng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6" name="Google Shape;646;p75"/>
          <p:cNvSpPr txBox="1"/>
          <p:nvPr/>
        </p:nvSpPr>
        <p:spPr>
          <a:xfrm>
            <a:off x="7263375" y="1481975"/>
            <a:ext cx="23391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Binary label:</a:t>
            </a:r>
            <a:endParaRPr sz="2300" b="1">
              <a:solidFill>
                <a:srgbClr val="0033CC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y</a:t>
            </a:r>
            <a:r>
              <a:rPr lang="en-US" sz="2300" baseline="-2500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i</a:t>
            </a:r>
            <a:r>
              <a:rPr lang="en-US" sz="230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 ∈</a:t>
            </a:r>
            <a:r>
              <a:rPr lang="en-US" sz="2300" b="1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lang="en-US" sz="2300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{0,1}</a:t>
            </a:r>
            <a:r>
              <a:rPr lang="en-US" sz="2300" b="1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2300" b="1">
              <a:solidFill>
                <a:srgbClr val="0033CC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647" name="Google Shape;647;p75"/>
          <p:cNvCxnSpPr/>
          <p:nvPr/>
        </p:nvCxnSpPr>
        <p:spPr>
          <a:xfrm>
            <a:off x="8585325" y="2298575"/>
            <a:ext cx="178200" cy="665100"/>
          </a:xfrm>
          <a:prstGeom prst="straightConnector1">
            <a:avLst/>
          </a:prstGeom>
          <a:noFill/>
          <a:ln w="38100" cap="flat" cmpd="sng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648" name="Google Shape;648;p75"/>
          <p:cNvGraphicFramePr/>
          <p:nvPr/>
        </p:nvGraphicFramePr>
        <p:xfrm>
          <a:off x="571500" y="4381500"/>
          <a:ext cx="6112100" cy="199939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2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y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i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	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f</a:t>
                      </a:r>
                      <a:r>
                        <a:rPr lang="en-US" sz="2300" baseline="-25000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θ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(x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i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)	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σ(f</a:t>
                      </a:r>
                      <a:r>
                        <a:rPr lang="en-US" sz="2300" baseline="-25000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θ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(x</a:t>
                      </a:r>
                      <a:r>
                        <a:rPr lang="en-US" sz="2400" b="1" baseline="-25000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i</a:t>
                      </a: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))</a:t>
                      </a:r>
                      <a:endParaRPr sz="2400" b="1">
                        <a:solidFill>
                          <a:schemeClr val="dk1"/>
                        </a:solidFill>
                        <a:latin typeface="Rockwell"/>
                        <a:ea typeface="Rockwell"/>
                        <a:cs typeface="Rockwell"/>
                        <a:sym typeface="Rockwel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Squared loss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</a:t>
                      </a:r>
                      <a:endParaRPr sz="2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0.2</a:t>
                      </a:r>
                      <a:endParaRPr sz="2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0.55</a:t>
                      </a:r>
                      <a:endParaRPr sz="2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?</a:t>
                      </a:r>
                      <a:endParaRPr sz="2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</a:t>
                      </a:r>
                      <a:endParaRPr sz="2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1.8</a:t>
                      </a:r>
                      <a:endParaRPr sz="2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0.86</a:t>
                      </a:r>
                      <a:endParaRPr sz="2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?</a:t>
                      </a:r>
                      <a:endParaRPr sz="2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49" name="Google Shape;64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400" y="2495550"/>
            <a:ext cx="990600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75"/>
          <p:cNvSpPr txBox="1"/>
          <p:nvPr/>
        </p:nvSpPr>
        <p:spPr>
          <a:xfrm>
            <a:off x="10158975" y="3920375"/>
            <a:ext cx="1550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Sigmoid</a:t>
            </a:r>
            <a:endParaRPr sz="2300" b="1">
              <a:solidFill>
                <a:srgbClr val="0033CC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651" name="Google Shape;651;p75"/>
          <p:cNvCxnSpPr/>
          <p:nvPr/>
        </p:nvCxnSpPr>
        <p:spPr>
          <a:xfrm rot="10800000">
            <a:off x="9731825" y="3447175"/>
            <a:ext cx="328800" cy="575700"/>
          </a:xfrm>
          <a:prstGeom prst="straightConnector1">
            <a:avLst/>
          </a:prstGeom>
          <a:noFill/>
          <a:ln w="38100" cap="flat" cmpd="sng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2" name="Google Shape;652;p75"/>
          <p:cNvSpPr txBox="1"/>
          <p:nvPr/>
        </p:nvSpPr>
        <p:spPr>
          <a:xfrm>
            <a:off x="6771050" y="4377575"/>
            <a:ext cx="54210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Any issues?</a:t>
            </a:r>
            <a:endParaRPr sz="3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F228772-5207-B78B-081E-D990C46C48BA}"/>
                  </a:ext>
                </a:extLst>
              </p14:cNvPr>
              <p14:cNvContentPartPr/>
              <p14:nvPr/>
            </p14:nvContentPartPr>
            <p14:xfrm>
              <a:off x="5186160" y="4667040"/>
              <a:ext cx="6281280" cy="2073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F228772-5207-B78B-081E-D990C46C48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76800" y="4657680"/>
                <a:ext cx="6300000" cy="209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C24D-1A8B-2569-B031-AED391209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4378BE-7570-720A-0EA8-1724C99D9D3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Say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dirty="0"/>
                  <a:t> -- only one feature,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known </a:t>
                </a:r>
                <a:r>
                  <a:rPr lang="en-US" dirty="0" err="1"/>
                  <a:t>apriori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for simplicity</a:t>
                </a:r>
              </a:p>
              <a:p>
                <a:r>
                  <a:rPr lang="en-US" dirty="0"/>
                  <a:t>Then squared loss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(linear model) is, </a:t>
                </a:r>
                <a:br>
                  <a:rPr lang="en-US" b="0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First derivative or gradient is,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r>
                  <a:rPr lang="en-US" b="0" i="1" dirty="0">
                    <a:latin typeface="Cambria Math" panose="02040503050406030204" pitchFamily="18" charset="0"/>
                  </a:rPr>
                  <a:t>  		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               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Second derivative is,</a:t>
                </a:r>
                <a:br>
                  <a:rPr lang="en-US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4378BE-7570-720A-0EA8-1724C99D9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D3DFC1-26A3-9673-063C-770CC8219B2B}"/>
                  </a:ext>
                </a:extLst>
              </p14:cNvPr>
              <p14:cNvContentPartPr/>
              <p14:nvPr/>
            </p14:nvContentPartPr>
            <p14:xfrm>
              <a:off x="2415960" y="663120"/>
              <a:ext cx="8764560" cy="5828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D3DFC1-26A3-9673-063C-770CC8219B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6600" y="653760"/>
                <a:ext cx="8783280" cy="584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316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59B53-CDD6-FD5D-7FC3-4C71930B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FB49-2494-2CBD-974F-E5FEFBEE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74638"/>
            <a:ext cx="10584873" cy="1143000"/>
          </a:xfrm>
        </p:spPr>
        <p:txBody>
          <a:bodyPr/>
          <a:lstStyle/>
          <a:p>
            <a:r>
              <a:rPr lang="en-US"/>
              <a:t>CONVEXITY: IS THE SECOND DERIVATIVE POSITIVE ALWAYS?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308992-F33A-DD76-AE86-D77A9535DF5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Assume more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Second derivative is,</a:t>
                </a:r>
                <a:br>
                  <a:rPr lang="en-US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we have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. So the second derivative is,</a:t>
                </a:r>
                <a:br>
                  <a:rPr lang="en-US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(0)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However,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we have that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≈0.73,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≈0.53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So the second derivative is,</a:t>
                </a:r>
                <a:br>
                  <a:rPr lang="en-US" dirty="0"/>
                </a:br>
                <a:r>
                  <a:rPr lang="en-US" dirty="0"/>
                  <a:t>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(1)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=−0.0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555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308992-F33A-DD76-AE86-D77A9535D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3" t="-1302" r="-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 descr="Sad face with solid fill with solid fill">
            <a:extLst>
              <a:ext uri="{FF2B5EF4-FFF2-40B4-BE49-F238E27FC236}">
                <a16:creationId xmlns:a16="http://schemas.microsoft.com/office/drawing/2014/main" id="{DAC1E6DA-18DF-BA58-668F-F5DCE959A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0" y="5354924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FB573C5-5AFE-1271-661C-945FCE8503FA}"/>
                  </a:ext>
                </a:extLst>
              </p14:cNvPr>
              <p14:cNvContentPartPr/>
              <p14:nvPr/>
            </p14:nvContentPartPr>
            <p14:xfrm>
              <a:off x="4026960" y="3614760"/>
              <a:ext cx="7335360" cy="3243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FB573C5-5AFE-1271-661C-945FCE8503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17600" y="3605400"/>
                <a:ext cx="7354080" cy="326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309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5DDE-292C-40E3-2D89-38A52F24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WITH SQUARED LOSS IS </a:t>
            </a:r>
            <a:r>
              <a:rPr lang="en-US" b="1" i="1" u="sng" dirty="0"/>
              <a:t>NOT</a:t>
            </a:r>
            <a:r>
              <a:rPr lang="en-US" dirty="0"/>
              <a:t> CONVEX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C833AE-6026-95DE-3BC5-9094829250F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/>
          <a:stretch/>
        </p:blipFill>
        <p:spPr>
          <a:xfrm>
            <a:off x="1287624" y="1348316"/>
            <a:ext cx="7385321" cy="55096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0BB68D-FCEE-7DBA-FFC5-9093DB3CCF22}"/>
              </a:ext>
            </a:extLst>
          </p:cNvPr>
          <p:cNvSpPr txBox="1"/>
          <p:nvPr/>
        </p:nvSpPr>
        <p:spPr>
          <a:xfrm>
            <a:off x="8672945" y="2228671"/>
            <a:ext cx="30333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n-lt"/>
              </a:rPr>
              <a:t>Is there a better loss?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EA9739-EA34-12F5-CA51-428D77DC7543}"/>
                  </a:ext>
                </a:extLst>
              </p14:cNvPr>
              <p14:cNvContentPartPr/>
              <p14:nvPr/>
            </p14:nvContentPartPr>
            <p14:xfrm>
              <a:off x="3153240" y="2098800"/>
              <a:ext cx="8035560" cy="3899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EA9739-EA34-12F5-CA51-428D77DC75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3880" y="2089440"/>
                <a:ext cx="8054280" cy="391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165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7076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LOGISTIC REGRESSION: MODEL CONDITIONAL PROBABILITY</a:t>
            </a:r>
            <a:endParaRPr/>
          </a:p>
        </p:txBody>
      </p:sp>
      <p:sp>
        <p:nvSpPr>
          <p:cNvPr id="582" name="Google Shape;582;p71"/>
          <p:cNvSpPr txBox="1"/>
          <p:nvPr/>
        </p:nvSpPr>
        <p:spPr>
          <a:xfrm>
            <a:off x="1069850" y="1790001"/>
            <a:ext cx="9854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Transform the linear model’s real-valued outputs to [0,1] using Sigmoid function.</a:t>
            </a: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83" name="Google Shape;58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800" y="2613873"/>
            <a:ext cx="7300549" cy="46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71"/>
          <p:cNvSpPr txBox="1"/>
          <p:nvPr/>
        </p:nvSpPr>
        <p:spPr>
          <a:xfrm>
            <a:off x="1069850" y="3314001"/>
            <a:ext cx="98544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This implies:</a:t>
            </a: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85" name="Google Shape;58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600" y="3780201"/>
            <a:ext cx="7910487" cy="46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00775" y="2346177"/>
            <a:ext cx="2146725" cy="9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72019" y="3704001"/>
            <a:ext cx="1857956" cy="765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71"/>
          <p:cNvSpPr txBox="1"/>
          <p:nvPr/>
        </p:nvSpPr>
        <p:spPr>
          <a:xfrm>
            <a:off x="1069850" y="4380801"/>
            <a:ext cx="98544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Which implies:</a:t>
            </a: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89" name="Google Shape;589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71600" y="4946526"/>
            <a:ext cx="2970511" cy="9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38873" y="4745426"/>
            <a:ext cx="4187178" cy="1173975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71"/>
          <p:cNvSpPr txBox="1"/>
          <p:nvPr/>
        </p:nvSpPr>
        <p:spPr>
          <a:xfrm>
            <a:off x="4752050" y="5142801"/>
            <a:ext cx="36576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and</a:t>
            </a: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92" name="Google Shape;592;p71"/>
          <p:cNvSpPr txBox="1"/>
          <p:nvPr/>
        </p:nvSpPr>
        <p:spPr>
          <a:xfrm>
            <a:off x="8748349" y="5522600"/>
            <a:ext cx="2726276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33CC"/>
                </a:solidFill>
                <a:latin typeface="Rockwell"/>
                <a:ea typeface="Rockwell"/>
                <a:cs typeface="Rockwell"/>
                <a:sym typeface="Rockwell"/>
              </a:rPr>
              <a:t>Linear classification rule!</a:t>
            </a:r>
            <a:endParaRPr sz="2600" b="1">
              <a:solidFill>
                <a:srgbClr val="0033CC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93" name="Google Shape;593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92825" y="1421786"/>
            <a:ext cx="4918449" cy="6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71"/>
          <p:cNvSpPr txBox="1"/>
          <p:nvPr/>
        </p:nvSpPr>
        <p:spPr>
          <a:xfrm>
            <a:off x="1084550" y="1445096"/>
            <a:ext cx="10992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Rockwell"/>
                <a:ea typeface="Rockwell"/>
                <a:cs typeface="Rockwell"/>
                <a:sym typeface="Rockwell"/>
              </a:rPr>
              <a:t>Sigmoid:</a:t>
            </a:r>
            <a:endParaRPr sz="1900"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4F8CB8-E9FB-9032-FBD7-665DE210D333}"/>
                  </a:ext>
                </a:extLst>
              </p14:cNvPr>
              <p14:cNvContentPartPr/>
              <p14:nvPr/>
            </p14:nvContentPartPr>
            <p14:xfrm>
              <a:off x="129960" y="1819800"/>
              <a:ext cx="12018960" cy="5026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4F8CB8-E9FB-9032-FBD7-665DE210D33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0600" y="1810440"/>
                <a:ext cx="12037680" cy="504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112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Google Shape;600;p72"/>
          <p:cNvCxnSpPr/>
          <p:nvPr/>
        </p:nvCxnSpPr>
        <p:spPr>
          <a:xfrm>
            <a:off x="3920097" y="2188379"/>
            <a:ext cx="5700" cy="4262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601" name="Google Shape;601;p72"/>
          <p:cNvCxnSpPr/>
          <p:nvPr/>
        </p:nvCxnSpPr>
        <p:spPr>
          <a:xfrm flipH="1">
            <a:off x="3042604" y="5631244"/>
            <a:ext cx="5456700" cy="36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602" name="Google Shape;602;p72"/>
          <p:cNvSpPr/>
          <p:nvPr/>
        </p:nvSpPr>
        <p:spPr>
          <a:xfrm>
            <a:off x="7893771" y="5622491"/>
            <a:ext cx="824100" cy="675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72"/>
          <p:cNvSpPr/>
          <p:nvPr/>
        </p:nvSpPr>
        <p:spPr>
          <a:xfrm>
            <a:off x="2791279" y="1954200"/>
            <a:ext cx="1159800" cy="10236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3169" r="-6349" b="-90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" name="Google Shape;604;p72"/>
          <p:cNvCxnSpPr/>
          <p:nvPr/>
        </p:nvCxnSpPr>
        <p:spPr>
          <a:xfrm rot="10800000">
            <a:off x="5339783" y="3281680"/>
            <a:ext cx="562200" cy="937200"/>
          </a:xfrm>
          <a:prstGeom prst="straightConnector1">
            <a:avLst/>
          </a:prstGeom>
          <a:noFill/>
          <a:ln w="53975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5" name="Google Shape;605;p72"/>
          <p:cNvSpPr txBox="1"/>
          <p:nvPr/>
        </p:nvSpPr>
        <p:spPr>
          <a:xfrm>
            <a:off x="5112845" y="3004418"/>
            <a:ext cx="5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70C0"/>
                </a:solidFill>
                <a:latin typeface="Rockwell"/>
                <a:ea typeface="Rockwell"/>
                <a:cs typeface="Rockwell"/>
                <a:sym typeface="Rockwell"/>
              </a:rPr>
              <a:t>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2"/>
          <p:cNvSpPr/>
          <p:nvPr/>
        </p:nvSpPr>
        <p:spPr>
          <a:xfrm>
            <a:off x="7523257" y="6189450"/>
            <a:ext cx="17223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fluffiness</a:t>
            </a:r>
            <a:endParaRPr sz="2100" b="1" i="0" u="none" strike="noStrike" cap="non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607" name="Google Shape;607;p7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45833" y="4780431"/>
            <a:ext cx="682542" cy="697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7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6440" y="4273850"/>
            <a:ext cx="741594" cy="678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7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69729" y="4950182"/>
            <a:ext cx="649191" cy="587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7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48033" y="3609877"/>
            <a:ext cx="641547" cy="556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7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03407" y="3771820"/>
            <a:ext cx="796106" cy="726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7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57040" y="2596819"/>
            <a:ext cx="719402" cy="654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7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134300" y="2234000"/>
            <a:ext cx="671750" cy="6273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4" name="Google Shape;614;p72"/>
          <p:cNvCxnSpPr/>
          <p:nvPr/>
        </p:nvCxnSpPr>
        <p:spPr>
          <a:xfrm rot="10800000" flipH="1">
            <a:off x="3965009" y="2774391"/>
            <a:ext cx="4445100" cy="2566200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5" name="Google Shape;615;p7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7076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LOGISTIC REGRESSION: DECISION BOUNDARY</a:t>
            </a:r>
            <a:endParaRPr/>
          </a:p>
        </p:txBody>
      </p:sp>
      <p:pic>
        <p:nvPicPr>
          <p:cNvPr id="616" name="Google Shape;616;p7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918925" y="2291680"/>
            <a:ext cx="3815875" cy="264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7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228298" y="2632125"/>
            <a:ext cx="1159800" cy="285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25719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7076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MULTI-CLASS LOGISTIC REGRESSION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" name="Google Shape;635;p74"/>
              <p:cNvSpPr txBox="1"/>
              <p:nvPr/>
            </p:nvSpPr>
            <p:spPr>
              <a:xfrm>
                <a:off x="1069850" y="2018601"/>
                <a:ext cx="9854400" cy="160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82880" lvl="0" indent="-53338">
                  <a:lnSpc>
                    <a:spcPct val="90000"/>
                  </a:lnSpc>
                  <a:spcBef>
                    <a:spcPts val="1200"/>
                  </a:spcBef>
                </a:pPr>
                <a:r>
                  <a:rPr lang="en-US" sz="2600" dirty="0">
                    <a:latin typeface="Rockwell"/>
                    <a:ea typeface="Rockwell"/>
                    <a:cs typeface="Rockwell"/>
                    <a:sym typeface="Rockwell"/>
                  </a:rPr>
                  <a:t>Each class label has its own linear potential function:</a:t>
                </a:r>
                <a:br>
                  <a:rPr lang="en-US" sz="2600" dirty="0">
                    <a:latin typeface="Rockwell"/>
                    <a:ea typeface="Rockwell"/>
                    <a:cs typeface="Rockwell"/>
                    <a:sym typeface="Rockwell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sym typeface="Rockwell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sym typeface="Rockwell"/>
                                </a:rPr>
                              </m:ctrlPr>
                            </m:acc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sym typeface="Rockwell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  <a:sym typeface="Rockwell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sym typeface="Rockwell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sym typeface="Rockwell"/>
                            </a:rPr>
                            <m:t>𝑌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sym typeface="Rockwell"/>
                            </a:rPr>
                            <m:t>=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sym typeface="Rockwell"/>
                            </a:rPr>
                            <m:t>𝑐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sym typeface="Rockwell"/>
                            </a:rPr>
                            <m:t>|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sym typeface="Rockwell"/>
                            </a:rPr>
                            <m:t>𝑥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  <a:sym typeface="Rockwell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sym typeface="Rockwell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sym typeface="Rockwell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 b="0" i="0" smtClean="0">
                                  <a:latin typeface="Cambria Math" panose="02040503050406030204" pitchFamily="18" charset="0"/>
                                  <a:sym typeface="Rockwell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  <a:sym typeface="Rockwell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sym typeface="Rockwel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sym typeface="Rockwell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sym typeface="Rockwell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sym typeface="Rockwell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sym typeface="Rockwell"/>
                                            </a:rPr>
                                            <m:t>𝑐</m:t>
                                          </m:r>
                                        </m:sup>
                                      </m:sSup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sym typeface="Rockwel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sym typeface="Rockwell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sym typeface="Rockwell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600" b="0" i="1" smtClean="0">
                                  <a:latin typeface="Cambria Math" panose="02040503050406030204" pitchFamily="18" charset="0"/>
                                  <a:sym typeface="Rockwell"/>
                                </a:rPr>
                                <m:t>𝑐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sym typeface="Rockwell"/>
                                </a:rPr>
                                <m:t>′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  <a:sym typeface="Rockwell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600">
                                      <a:latin typeface="Cambria Math" panose="02040503050406030204" pitchFamily="18" charset="0"/>
                                      <a:sym typeface="Rockwell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  <a:sym typeface="Rockwell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  <a:sym typeface="Rockwel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  <a:sym typeface="Rockwell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2600" i="1">
                                                  <a:latin typeface="Cambria Math" panose="02040503050406030204" pitchFamily="18" charset="0"/>
                                                  <a:sym typeface="Rockwell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600" i="1">
                                                  <a:latin typeface="Cambria Math" panose="02040503050406030204" pitchFamily="18" charset="0"/>
                                                  <a:sym typeface="Rockwell"/>
                                                </a:rPr>
                                                <m:t>𝜃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600" b="0" i="1" smtClean="0">
                                                  <a:latin typeface="Cambria Math" panose="02040503050406030204" pitchFamily="18" charset="0"/>
                                                  <a:sym typeface="Rockwell"/>
                                                </a:rPr>
                                                <m:t>𝑐</m:t>
                                              </m:r>
                                              <m:r>
                                                <a:rPr lang="en-US" sz="2600" b="0" i="1" smtClean="0">
                                                  <a:latin typeface="Cambria Math" panose="02040503050406030204" pitchFamily="18" charset="0"/>
                                                  <a:sym typeface="Rockwell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  <a:sym typeface="Rockwell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  <a:sym typeface="Rockwell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  <m:r>
                        <a:rPr lang="en-US" sz="2600" b="0" i="1" smtClean="0">
                          <a:latin typeface="Cambria Math" panose="02040503050406030204" pitchFamily="18" charset="0"/>
                          <a:sym typeface="Rockwell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600" b="0" i="0" smtClean="0">
                          <a:latin typeface="Cambria Math" panose="02040503050406030204" pitchFamily="18" charset="0"/>
                          <a:sym typeface="Rockwell"/>
                        </a:rPr>
                        <m:t>softmax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sym typeface="Rockwell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600" i="1">
                                  <a:latin typeface="Cambria Math" panose="02040503050406030204" pitchFamily="18" charset="0"/>
                                  <a:sym typeface="Rockwell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>
                                  <a:latin typeface="Cambria Math" panose="02040503050406030204" pitchFamily="18" charset="0"/>
                                  <a:sym typeface="Rockwell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  <a:sym typeface="Rockwell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  <a:sym typeface="Rockwel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  <a:sym typeface="Rockwell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  <a:sym typeface="Rockwell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  <a:sym typeface="Rockwell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sym typeface="Rockwell"/>
                                            </a:rPr>
                                            <m:t>𝑐</m:t>
                                          </m:r>
                                        </m:sup>
                                      </m:sSup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  <a:sym typeface="Rockwel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  <a:sym typeface="Rockwell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r>
                        <m:rPr>
                          <m:nor/>
                        </m:rPr>
                        <a:rPr lang="en-US" sz="2600" b="0" i="0" smtClean="0">
                          <a:latin typeface="Cambria Math" panose="02040503050406030204" pitchFamily="18" charset="0"/>
                          <a:sym typeface="Rockwell"/>
                        </a:rPr>
                        <m:t> </m:t>
                      </m:r>
                    </m:oMath>
                  </m:oMathPara>
                </a14:m>
                <a:endParaRPr sz="2600" dirty="0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mc:Choice>
        <mc:Fallback xmlns="">
          <p:sp>
            <p:nvSpPr>
              <p:cNvPr id="635" name="Google Shape;635;p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50" y="2018601"/>
                <a:ext cx="9854400" cy="1609200"/>
              </a:xfrm>
              <a:prstGeom prst="rect">
                <a:avLst/>
              </a:prstGeom>
              <a:blipFill>
                <a:blip r:embed="rId3"/>
                <a:stretch>
                  <a:fillRect b="-523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6" name="Google Shape;636;p74"/>
              <p:cNvSpPr txBox="1"/>
              <p:nvPr/>
            </p:nvSpPr>
            <p:spPr>
              <a:xfrm>
                <a:off x="1069850" y="4304600"/>
                <a:ext cx="10430100" cy="160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82880" lvl="0" indent="-5333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2500">
                    <a:latin typeface="Rockwell"/>
                    <a:ea typeface="Rockwell"/>
                    <a:cs typeface="Rockwell"/>
                    <a:sym typeface="Rockwell"/>
                  </a:rPr>
                  <a:t>One set of weights is redundant due to normalization. </a:t>
                </a:r>
              </a:p>
              <a:p>
                <a:pPr marL="182880" lvl="0" indent="-5333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500">
                  <a:latin typeface="Rockwell"/>
                  <a:ea typeface="Rockwell"/>
                  <a:cs typeface="Rockwell"/>
                  <a:sym typeface="Rockwell"/>
                </a:endParaRPr>
              </a:p>
              <a:p>
                <a:pPr marL="182880" lvl="0" indent="-53338">
                  <a:lnSpc>
                    <a:spcPct val="90000"/>
                  </a:lnSpc>
                  <a:spcBef>
                    <a:spcPts val="1200"/>
                  </a:spcBef>
                </a:pPr>
                <a:r>
                  <a:rPr lang="en-US" sz="2500">
                    <a:latin typeface="Rockwell"/>
                    <a:ea typeface="Rockwell"/>
                    <a:cs typeface="Rockwell"/>
                    <a:sym typeface="Rockwell"/>
                  </a:rPr>
                  <a:t>For binary, we just fixed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  <a:ea typeface="Rockwell"/>
                            <a:cs typeface="Rockwell"/>
                            <a:sym typeface="Rockwell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Rockwell"/>
                            <a:cs typeface="Rockwell"/>
                            <a:sym typeface="Rockwell"/>
                          </a:rPr>
                          <m:t>𝑓</m:t>
                        </m:r>
                      </m:e>
                      <m:sub>
                        <m:sSup>
                          <m:sSup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  <a:ea typeface="Rockwell"/>
                                <a:cs typeface="Rockwell"/>
                                <a:sym typeface="Rockwell"/>
                              </a:rPr>
                            </m:ctrlPr>
                          </m:sSup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  <a:ea typeface="Rockwell"/>
                                <a:cs typeface="Rockwell"/>
                                <a:sym typeface="Rockwell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500" b="0" i="1" smtClean="0">
                                <a:latin typeface="Cambria Math" panose="02040503050406030204" pitchFamily="18" charset="0"/>
                                <a:ea typeface="Rockwell"/>
                                <a:cs typeface="Rockwell"/>
                                <a:sym typeface="Rockwell"/>
                              </a:rPr>
                              <m:t>0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  <a:ea typeface="Rockwell"/>
                            <a:cs typeface="Rockwell"/>
                            <a:sym typeface="Rockwell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Rockwell"/>
                            <a:cs typeface="Rockwell"/>
                            <a:sym typeface="Rockwell"/>
                          </a:rPr>
                          <m:t>𝑥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  <a:ea typeface="Rockwell"/>
                        <a:cs typeface="Rockwell"/>
                        <a:sym typeface="Rockwell"/>
                      </a:rPr>
                      <m:t>=0</m:t>
                    </m:r>
                  </m:oMath>
                </a14:m>
                <a:r>
                  <a:rPr lang="en-US" sz="2500">
                    <a:latin typeface="Rockwell"/>
                    <a:ea typeface="Rockwell"/>
                    <a:cs typeface="Rockwell"/>
                    <a:sym typeface="Rockwell"/>
                  </a:rPr>
                  <a:t> to eliminate redundancy.</a:t>
                </a:r>
                <a:endParaRPr sz="2500" baseline="-25000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mc:Choice>
        <mc:Fallback xmlns="">
          <p:sp>
            <p:nvSpPr>
              <p:cNvPr id="636" name="Google Shape;636;p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50" y="4304600"/>
                <a:ext cx="10430100" cy="1609200"/>
              </a:xfrm>
              <a:prstGeom prst="rect">
                <a:avLst/>
              </a:prstGeom>
              <a:blipFill>
                <a:blip r:embed="rId4"/>
                <a:stretch>
                  <a:fillRect b="-70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2F25BF-D410-B745-860B-FC19C28F09E3}"/>
                  </a:ext>
                </a:extLst>
              </p14:cNvPr>
              <p14:cNvContentPartPr/>
              <p14:nvPr/>
            </p14:nvContentPartPr>
            <p14:xfrm>
              <a:off x="1666440" y="996480"/>
              <a:ext cx="10160280" cy="4976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2F25BF-D410-B745-860B-FC19C28F09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57080" y="987120"/>
                <a:ext cx="10179000" cy="499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345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4E82-9FB6-9E38-B85E-67CEE105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FINALLY, LOGISTIC REGRESSION USING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9FF274-DEDC-88FF-507F-4CAD52776C3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Since we are modeling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3200" dirty="0"/>
                  <a:t>, the conditional distribution of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3200" dirty="0"/>
                  <a:t> given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, perhaps better to use it directly</a:t>
                </a:r>
              </a:p>
              <a:p>
                <a:r>
                  <a:rPr lang="en-US" sz="3200" dirty="0"/>
                  <a:t>Recall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3200">
                        <a:latin typeface="Cambria Math" panose="02040503050406030204" pitchFamily="18" charset="0"/>
                        <a:sym typeface="Rockwell"/>
                      </a:rPr>
                      <m:t>softmax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sym typeface="Rockwell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200" i="1">
                                <a:latin typeface="Cambria Math" panose="02040503050406030204" pitchFamily="18" charset="0"/>
                                <a:sym typeface="Rockwell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  <a:sym typeface="Rockwell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sym typeface="Rockwell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  <m:t>𝑓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32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32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32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𝑦</m:t>
                                        </m:r>
                                      </m:sup>
                                    </m:sSup>
                                  </m:sub>
                                </m:sSub>
                                <m:d>
                                  <m:d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sym typeface="Rockwell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  <a:sym typeface="Rockwell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sym typeface="Rockwell"/>
                          </a:rPr>
                          <m:t>0,1</m:t>
                        </m:r>
                      </m:e>
                    </m:d>
                  </m:oMath>
                </a14:m>
                <a:endParaRPr lang="en-US" sz="3200" dirty="0"/>
              </a:p>
              <a:p>
                <a:r>
                  <a:rPr lang="en-US" sz="3200" dirty="0"/>
                  <a:t>Then, for a </a:t>
                </a:r>
                <a:r>
                  <a:rPr lang="en-US" sz="3200" b="1" i="1" u="sng" dirty="0"/>
                  <a:t>single</a:t>
                </a:r>
                <a:r>
                  <a:rPr lang="en-US" sz="3200" dirty="0"/>
                  <a:t> data point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 is the probability or “belief”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/>
                  <a:t> is classified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/>
                  <a:t> according to the model parameters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3200" dirty="0"/>
                  <a:t> </a:t>
                </a:r>
              </a:p>
              <a:p>
                <a:r>
                  <a:rPr lang="en-US" sz="3200" dirty="0">
                    <a:solidFill>
                      <a:srgbClr val="FF0000"/>
                    </a:solidFill>
                  </a:rPr>
                  <a:t>Q: Should we maximize or minimize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9FF274-DEDC-88FF-507F-4CAD52776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65" t="-1563" r="-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B208CD3-89F9-6897-787C-D129CA662DA9}"/>
                  </a:ext>
                </a:extLst>
              </p14:cNvPr>
              <p14:cNvContentPartPr/>
              <p14:nvPr/>
            </p14:nvContentPartPr>
            <p14:xfrm>
              <a:off x="3258720" y="519840"/>
              <a:ext cx="8297640" cy="6338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B208CD3-89F9-6897-787C-D129CA662D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9360" y="510480"/>
                <a:ext cx="8316360" cy="635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078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FD827A-A59A-5B02-D4C2-D97D671859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274638"/>
                <a:ext cx="10661374" cy="1143000"/>
              </a:xfrm>
            </p:spPr>
            <p:txBody>
              <a:bodyPr/>
              <a:lstStyle/>
              <a:p>
                <a:r>
                  <a:rPr lang="en-US"/>
                  <a:t>Log Reg FOR BINARY PREDICTION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FD827A-A59A-5B02-D4C2-D97D671859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274638"/>
                <a:ext cx="10661374" cy="1143000"/>
              </a:xfrm>
              <a:blipFill>
                <a:blip r:embed="rId2"/>
                <a:stretch>
                  <a:fillRect l="-1429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C3C54A-699B-4049-6580-1D459FB8A52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Q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: 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For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dataset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,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which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of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following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two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likelihoods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should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be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maximized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?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sz="2000">
                            <a:solidFill>
                              <a:srgbClr val="FF0000"/>
                            </a:solidFill>
                          </a:rPr>
                          <m:t> </m:t>
                        </m:r>
                      </m:e>
                    </m:nary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sz="2000">
                            <a:solidFill>
                              <a:srgbClr val="FF0000"/>
                            </a:solidFill>
                          </a:rPr>
                          <m:t> </m:t>
                        </m:r>
                      </m:e>
                    </m:nary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r>
                  <a:rPr lang="en-US" sz="2000" dirty="0"/>
                  <a:t>In Binary log reg, the function to be maximized </a:t>
                </a:r>
                <a:r>
                  <a:rPr lang="en-US" sz="2000" dirty="0" err="1"/>
                  <a:t>wrt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for is given by,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sz="2000"/>
                          <m:t> </m:t>
                        </m:r>
                      </m:e>
                    </m:nary>
                  </m:oMath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                           =</m:t>
                    </m:r>
                    <m:nary>
                      <m:naryPr>
                        <m:chr m:val="∏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nary>
                          <m:naryPr>
                            <m:chr m:val="∏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=1: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Q: What do we want to do with this: a. Maximize or b. Minimize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wrt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r>
                  <a:rPr lang="en-US" sz="2000" dirty="0"/>
                  <a:t>Fact: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000" dirty="0"/>
                  <a:t>, so we can minimize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/>
                  <a:t> also, they are both equivalent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C3C54A-699B-4049-6580-1D459FB8A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128" t="-521" b="-2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253130D-31EB-FB55-81D9-3AB15C1E192D}"/>
                  </a:ext>
                </a:extLst>
              </p14:cNvPr>
              <p14:cNvContentPartPr/>
              <p14:nvPr/>
            </p14:nvContentPartPr>
            <p14:xfrm>
              <a:off x="905400" y="2000880"/>
              <a:ext cx="9459360" cy="4188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253130D-31EB-FB55-81D9-3AB15C1E19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6040" y="1991520"/>
                <a:ext cx="9478080" cy="420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781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ACKNOWLEDGMENTS</a:t>
            </a:r>
            <a:endParaRPr dirty="0"/>
          </a:p>
        </p:txBody>
      </p:sp>
      <p:sp>
        <p:nvSpPr>
          <p:cNvPr id="471" name="Google Shape;471;p2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These slides use materials by the Brian </a:t>
            </a:r>
            <a:r>
              <a:rPr lang="en-US" dirty="0" err="1"/>
              <a:t>Ziebart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22382</TotalTime>
  <Words>1458</Words>
  <Application>Microsoft Macintosh PowerPoint</Application>
  <PresentationFormat>宽屏</PresentationFormat>
  <Paragraphs>243</Paragraphs>
  <Slides>38</Slides>
  <Notes>31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7" baseType="lpstr">
      <vt:lpstr>Arial</vt:lpstr>
      <vt:lpstr>Calibri</vt:lpstr>
      <vt:lpstr>Cambria Math</vt:lpstr>
      <vt:lpstr>Gill Sans MT</vt:lpstr>
      <vt:lpstr>Helvetica Neue</vt:lpstr>
      <vt:lpstr>Rockwell</vt:lpstr>
      <vt:lpstr>Wingdings</vt:lpstr>
      <vt:lpstr>Wingdings 2</vt:lpstr>
      <vt:lpstr>Oriel</vt:lpstr>
      <vt:lpstr>MACHINE LEARNING </vt:lpstr>
      <vt:lpstr>WHAT IS MACHINE LEARNING?</vt:lpstr>
      <vt:lpstr>TYPES OF MACHINE LEARNING</vt:lpstr>
      <vt:lpstr>RELATIONSHIP TO AI AND DEEP LEARNING</vt:lpstr>
      <vt:lpstr>CLASSIFICATION</vt:lpstr>
      <vt:lpstr>CLASSIFICATION</vt:lpstr>
      <vt:lpstr>EXAMPLE 1: EMAIL SPAM CLASSIFICATION</vt:lpstr>
      <vt:lpstr>EXAMPLE 2: VOTER DATA CLASSIFICATION</vt:lpstr>
      <vt:lpstr>EXAMPLE 3: TOY IMAGE CLASSIFICATION</vt:lpstr>
      <vt:lpstr>LET’S TRY IT OUT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WHAT IF I TOLD YOU</vt:lpstr>
      <vt:lpstr>KEY LEARNING INGREDIENTS</vt:lpstr>
      <vt:lpstr>CLASSIFICATION SETTING</vt:lpstr>
      <vt:lpstr>A SPECIAL CASE: BINARY CLASSICATION</vt:lpstr>
      <vt:lpstr>FORMALIZING INDUCTION</vt:lpstr>
      <vt:lpstr>EVEN MORE SPECIAL: LINEAR BINARY CLASSIFICATION</vt:lpstr>
      <vt:lpstr>REGRESSION METHODS FOR CLASSIFICATION?</vt:lpstr>
      <vt:lpstr>PROBLEM SETUP</vt:lpstr>
      <vt:lpstr>TREAT CLASSIFICATION AS REGRESSION with SQUARED LOSS?</vt:lpstr>
      <vt:lpstr>TREAT CLASSIFICATION AS REGRESSION?</vt:lpstr>
      <vt:lpstr>LOGISTIC REGRESSION</vt:lpstr>
      <vt:lpstr>SIGMOID FUNCTION</vt:lpstr>
      <vt:lpstr>TREAT CLASSIFICATION AS REGRESSION?</vt:lpstr>
      <vt:lpstr>DERIVATIVES</vt:lpstr>
      <vt:lpstr>CONVEXITY: IS THE SECOND DERIVATIVE POSITIVE ALWAYS?</vt:lpstr>
      <vt:lpstr>CLASSIFICATION WITH SQUARED LOSS IS NOT CONVEX</vt:lpstr>
      <vt:lpstr>LOGISTIC REGRESSION: MODEL CONDITIONAL PROBABILITY</vt:lpstr>
      <vt:lpstr>LOGISTIC REGRESSION: DECISION BOUNDARY</vt:lpstr>
      <vt:lpstr>MULTI-CLASS LOGISTIC REGRESSION</vt:lpstr>
      <vt:lpstr>FINALLY, LOGISTIC REGRESSION USING LIKELIHOOD</vt:lpstr>
      <vt:lpstr>Log Reg FOR BINARY PREDICTION VARIABLES y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yuting lu</cp:lastModifiedBy>
  <cp:revision>791</cp:revision>
  <dcterms:created xsi:type="dcterms:W3CDTF">2017-08-21T17:08:06Z</dcterms:created>
  <dcterms:modified xsi:type="dcterms:W3CDTF">2024-11-26T19:54:59Z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