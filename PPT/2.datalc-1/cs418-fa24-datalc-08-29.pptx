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ink/ink2.xml" ContentType="application/inkml+xml"/>
  <Override PartName="/ppt/notesSlides/notesSlide4.xml" ContentType="application/vnd.openxmlformats-officedocument.presentationml.notesSlide+xml"/>
  <Override PartName="/ppt/ink/ink3.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4.xml" ContentType="application/inkml+xml"/>
  <Override PartName="/ppt/notesSlides/notesSlide8.xml" ContentType="application/vnd.openxmlformats-officedocument.presentationml.notesSlide+xml"/>
  <Override PartName="/ppt/ink/ink5.xml" ContentType="application/inkml+xml"/>
  <Override PartName="/ppt/notesSlides/notesSlide9.xml" ContentType="application/vnd.openxmlformats-officedocument.presentationml.notesSlide+xml"/>
  <Override PartName="/ppt/ink/ink6.xml" ContentType="application/inkml+xml"/>
  <Override PartName="/ppt/notesSlides/notesSlide10.xml" ContentType="application/vnd.openxmlformats-officedocument.presentationml.notesSlide+xml"/>
  <Override PartName="/ppt/ink/ink7.xml" ContentType="application/inkml+xml"/>
  <Override PartName="/ppt/notesSlides/notesSlide11.xml" ContentType="application/vnd.openxmlformats-officedocument.presentationml.notesSlide+xml"/>
  <Override PartName="/ppt/ink/ink8.xml" ContentType="application/inkml+xml"/>
  <Override PartName="/ppt/notesSlides/notesSlide12.xml" ContentType="application/vnd.openxmlformats-officedocument.presentationml.notesSlide+xml"/>
  <Override PartName="/ppt/ink/ink9.xml" ContentType="application/inkml+xml"/>
  <Override PartName="/ppt/notesSlides/notesSlide13.xml" ContentType="application/vnd.openxmlformats-officedocument.presentationml.notesSlide+xml"/>
  <Override PartName="/ppt/ink/ink10.xml" ContentType="application/inkml+xml"/>
  <Override PartName="/ppt/notesSlides/notesSlide14.xml" ContentType="application/vnd.openxmlformats-officedocument.presentationml.notesSlide+xml"/>
  <Override PartName="/ppt/ink/ink11.xml" ContentType="application/inkml+xml"/>
  <Override PartName="/ppt/notesSlides/notesSlide15.xml" ContentType="application/vnd.openxmlformats-officedocument.presentationml.notesSlide+xml"/>
  <Override PartName="/ppt/ink/ink12.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13.xml" ContentType="application/inkml+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ink/ink14.xml" ContentType="application/inkml+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60" r:id="rId1"/>
  </p:sldMasterIdLst>
  <p:notesMasterIdLst>
    <p:notesMasterId r:id="rId24"/>
  </p:notesMasterIdLst>
  <p:sldIdLst>
    <p:sldId id="256" r:id="rId2"/>
    <p:sldId id="295" r:id="rId3"/>
    <p:sldId id="339" r:id="rId4"/>
    <p:sldId id="308" r:id="rId5"/>
    <p:sldId id="309" r:id="rId6"/>
    <p:sldId id="310" r:id="rId7"/>
    <p:sldId id="311" r:id="rId8"/>
    <p:sldId id="312" r:id="rId9"/>
    <p:sldId id="340" r:id="rId10"/>
    <p:sldId id="313" r:id="rId11"/>
    <p:sldId id="342" r:id="rId12"/>
    <p:sldId id="341" r:id="rId13"/>
    <p:sldId id="314" r:id="rId14"/>
    <p:sldId id="315" r:id="rId15"/>
    <p:sldId id="316" r:id="rId16"/>
    <p:sldId id="317" r:id="rId17"/>
    <p:sldId id="274" r:id="rId18"/>
    <p:sldId id="318" r:id="rId19"/>
    <p:sldId id="319" r:id="rId20"/>
    <p:sldId id="320" r:id="rId21"/>
    <p:sldId id="321" r:id="rId22"/>
    <p:sldId id="322" r:id="rId23"/>
  </p:sldIdLst>
  <p:sldSz cx="12192000" cy="6858000"/>
  <p:notesSz cx="6858000" cy="9144000"/>
  <p:defaultTex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5" roundtripDataSignature="AMtx7mgjr6sOdHEeufIgXygRCCpSkdg5S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1E43D9A-B9CC-D204-4563-8196A434CD32}" name="Ravi, Sathya" initials="" userId="S::sathya@uic.edu::617e2e82-06a6-4137-a700-b460764285c6"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A29F83C-5B16-4E0F-93E5-201A7CBD518D}">
  <a:tblStyle styleId="{CA29F83C-5B16-4E0F-93E5-201A7CBD518D}" styleName="Table_0">
    <a:wholeTbl>
      <a:tcTxStyle b="off" i="off">
        <a:font>
          <a:latin typeface="Rockwell"/>
          <a:ea typeface="Rockwell"/>
          <a:cs typeface="Rockwel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7E8E7"/>
          </a:solidFill>
        </a:fill>
      </a:tcStyle>
    </a:wholeTbl>
    <a:band1H>
      <a:tcTxStyle b="off" i="off"/>
      <a:tcStyle>
        <a:tcBdr/>
        <a:fill>
          <a:solidFill>
            <a:srgbClr val="EFCECA"/>
          </a:solidFill>
        </a:fill>
      </a:tcStyle>
    </a:band1H>
    <a:band2H>
      <a:tcTxStyle b="off" i="off"/>
      <a:tcStyle>
        <a:tcBdr/>
      </a:tcStyle>
    </a:band2H>
    <a:band1V>
      <a:tcTxStyle b="off" i="off"/>
      <a:tcStyle>
        <a:tcBdr/>
        <a:fill>
          <a:solidFill>
            <a:srgbClr val="EFCECA"/>
          </a:solidFill>
        </a:fill>
      </a:tcStyle>
    </a:band1V>
    <a:band2V>
      <a:tcTxStyle b="off" i="off"/>
      <a:tcStyle>
        <a:tcBdr/>
      </a:tcStyle>
    </a:band2V>
    <a:lastCol>
      <a:tcTxStyle b="on" i="off">
        <a:font>
          <a:latin typeface="Rockwell"/>
          <a:ea typeface="Rockwell"/>
          <a:cs typeface="Rockwell"/>
        </a:font>
        <a:schemeClr val="lt1"/>
      </a:tcTxStyle>
      <a:tcStyle>
        <a:tcBdr/>
        <a:fill>
          <a:solidFill>
            <a:schemeClr val="accent1"/>
          </a:solidFill>
        </a:fill>
      </a:tcStyle>
    </a:lastCol>
    <a:firstCol>
      <a:tcTxStyle b="on" i="off">
        <a:font>
          <a:latin typeface="Rockwell"/>
          <a:ea typeface="Rockwell"/>
          <a:cs typeface="Rockwell"/>
        </a:font>
        <a:schemeClr val="lt1"/>
      </a:tcTxStyle>
      <a:tcStyle>
        <a:tcBdr/>
        <a:fill>
          <a:solidFill>
            <a:schemeClr val="accent1"/>
          </a:solidFill>
        </a:fill>
      </a:tcStyle>
    </a:firstCol>
    <a:lastRow>
      <a:tcTxStyle b="on" i="off">
        <a:font>
          <a:latin typeface="Rockwell"/>
          <a:ea typeface="Rockwell"/>
          <a:cs typeface="Rockwel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Rockwell"/>
          <a:ea typeface="Rockwell"/>
          <a:cs typeface="Rockwel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20"/>
    <p:restoredTop sz="83605"/>
  </p:normalViewPr>
  <p:slideViewPr>
    <p:cSldViewPr snapToGrid="0">
      <p:cViewPr varScale="1">
        <p:scale>
          <a:sx n="106" d="100"/>
          <a:sy n="106" d="100"/>
        </p:scale>
        <p:origin x="1544" y="176"/>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85" Type="http://customschemas.google.com/relationships/presentationmetadata" Target="metadata"/><Relationship Id="rId3" Type="http://schemas.openxmlformats.org/officeDocument/2006/relationships/slide" Target="slides/slide2.xml"/><Relationship Id="rId21" Type="http://schemas.openxmlformats.org/officeDocument/2006/relationships/slide" Target="slides/slide20.xml"/><Relationship Id="rId89"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8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90"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30T03:37:03.498"/>
    </inkml:context>
    <inkml:brush xml:id="br0">
      <inkml:brushProperty name="height" value="0.053" units="cm"/>
      <inkml:brushProperty name="color" value="#FF0000"/>
    </inkml:brush>
  </inkml:definitions>
  <inkml:trace contextRef="#ctx0" brushRef="#br0">7734 16216 8912,'19'0'0,"-6"-7"0,0 1 0,-9-9 0,3 2 0,-3-2 0,2 2 0,-4-4 0,7 6 0,-9-8 0,0 6 0,0 0 0,-9 9 0,5-11 0,-9 9 0,7-1 0,-7 7 0,0 0 0,-6 0 0,0 0 0,-3 2 0,-4 7 0,-6 10 0,-13 9 0,2 11 0,-8-1 0,-3 9 0,-8 5 0,-2 3-195,0 12 1,8 1 194,4 9 0,7-2 0,15-6 0,11-11 0,8-9 0,22-13 0,8-6 0,11-10 0,15-10 0,7-10 0,4-8 0,8-3 0,0-10 0,-2-5 0,-4-4 0,-6-8 0,1-1 0,-8 0 0,0 7 0,-8 0 0,-5-2 0,-6-3 0,-7 3 0,-6 4 0,-7 4 0,-4 1 0</inkml:trace>
  <inkml:trace contextRef="#ctx0" brushRef="#br0" timeOffset="1">8525 16139 8912,'12'-7'0,"-1"-1"0,0-3 0,0-4 0,-7-2 0,4 4 0,-8 0 0,0 9 0,0-13 0,-2 12 0,-4-8 0,2 9 0,-9-2 0,0 4 0,-6 2 0,-1 2 0,1 4 0,-9 5 0,5 8 0,-7 3 0,2 1 0,2 5 0,-2 2 0,5 0 0,-10 2 0,10 4 0,-3-3 0,13 3 0,-2-4 0,9 0 0,2-8 0,10 2 0,7-5 0,10-4 0,3-4 0,8 4 0,-4-15 0,9 5 0,0-5 0,-1-2 0,1 0 0,-7 6 0,0 1 0,-8-1 0,1-6 0,-12 0 0,-4 9 0,-9 4 0,-5 4 0,-7 2 0,-10 2 0,-16 5 0,-3 2 0,-2 6 0,-2-2 0,-2-6 0,6 4 0,0-4 0,5-9 0,4-4 0,0-7 0,6-6 0,13 0 0,5-8 0,16-29 0,3-3 0</inkml:trace>
  <inkml:trace contextRef="#ctx0" brushRef="#br0" timeOffset="2">9431 16119 8912,'13'-2'0,"0"-2"0,2-5 0,2-1 0,-6-3 0,-5-7 0,-4 10 0,-4 1 0,-4 9 0,1 0 0,-8 0 0,1 2 0,1 5 0,-6 3 0,6 12 0,-10 1 0,-5 3 0,4 8 0,-3-2 0,3 5 0,3 1 0,-9 1 0,7 2 0,-3 2 0,9 2 0,0-3 0,9-7 0,1-5 0,3-2 0,11-3 0,4-14 0,12-5 0,14-3 0,12-6 0,5-3 0,8-7 0,1-13 0,5 3 0,-3-7 0,-1 0 0,1 0 0,-12 6 0,-10-1 0,-15 10 0,-10 2 0,-5 8 0,-15-1 0,-7 12 0,-18 7 0,3-4 0,-14 8 0,6-6 0</inkml:trace>
  <inkml:trace contextRef="#ctx0" brushRef="#br0" timeOffset="3">9624 16177 8912,'0'-19'0,"0"0"0,0-1 0,0 1 0,0 0 0,0 6 0,0 0 0,-9 9 0,7-1 0,-4 18 0,4 13 0,-7 17 0,7 8 0,-7 13 0,1 7 0,3 4 0,-7 2 0,7-6 0,-1 0 0,4-9 0,2 2 0,-2 0 0,-5-6 0,5-4 0,-4-16 0,3-8 0,3-4 0,3-7 0,3-6 0,5-21 0,17-14 0,2-16 0</inkml:trace>
  <inkml:trace contextRef="#ctx0" brushRef="#br0" timeOffset="4">10106 16158 8912,'-9'11'0,"7"-3"0,-6-8 0,6 2 0,-5 5 0,5 5 0,-4 14 0,3 4 0,3 15 0,0 0 0,0 9 0,0-3 0,0 5 0,0 2 0,0-7 0,0 1 0,7-12 0,1-1 0,3-11 0,-7-15 0,14 4 0,-8-7 0</inkml:trace>
  <inkml:trace contextRef="#ctx0" brushRef="#br0" timeOffset="5">10858 16177 8912,'-2'-19'0,"-4"0"0,3-1 0,-7 1 0,5-2 0,-1-5 0,0 4 0,6-3 0,-7 3 0,1 3 0,-1 0 0,-1 8 0,-5 5 0,-4 3 0,-3 6 0,1 3 0,-9 13 0,-4 13 0,-4 13 0,-3 7 0,3 4 0,4 1 0,-3-1 0,10-5 0,7-3 0,10-10 0,8-1 0,0-5 0,15-7 0,4-12 0,20 2 0,-1-8 0,3-3 0,0-2 0,-3-2 0,1 0 0,-1 0 0,-8 0 0,-4 0 0,-4 0 0,-3 0 0,-8 2 0,-5 5 0,-4 3 0,-17 3 0,-6 0 0,-7 2 0,-6 0 0,-3-2 0,1 2 0,4-9 0,2 1 0,4-7 0,11-9 0,-4-4 0,12-6 0,1-7 0,6-6 0,6-13 0,7 2 0,13-8 0,4 0 0,8-7 0,1 2 0,-1 5 0,7 4 0,0 8 0,0-8 0,-6 6 0,0-6 0</inkml:trace>
  <inkml:trace contextRef="#ctx0" brushRef="#br0" timeOffset="6">11649 16351 8912,'-2'17'0,"-5"-2"0,-6-5 0,-4-1 0,7-3 0,3-6 0,16-2 0,8-2 0,6-2 0,12-9 0,-3 2 0,4-4 0,9 4 0,0 0 0,-2 0 0,-2 2 0,-9 1 0,0 3 0,-8 5 0,12-15 0,-6 6 0</inkml:trace>
  <inkml:trace contextRef="#ctx0" brushRef="#br0" timeOffset="7">12825 15791 8912,'13'0'0,"0"0"0,2 0 0,2 0 0,3 0 0,-10-2 0,-3-4 0,-3-3 0,0-6 0,3 2 0,-1 1 0,-6-8 0,0 1 0,0 0 0,0-1 0,-6 1 0,-1 0 0,-8 8 0,5-6 0,-16 8 0,0-3 0,0 3 0,5 11 0,-5 5 0,5 3 0,-13 12 0,8 1 0,2 3 0,3 8 0,-3 3 0,5 8 0,-3 8 0,16-1 0,0 10 0,6 2 0,0 3 0,0-3 0,6 0 0,3 2 0,1-8 0,-5-13 0,10 2 0,-9-8 0,-2 0 0,-2-9 0,-2-3 0,0-7 0,0-10 0,0-1 0,-8-18 0,-3-1 0</inkml:trace>
  <inkml:trace contextRef="#ctx0" brushRef="#br0" timeOffset="8">12440 16196 8912,'-20'-10'0,"1"-1"0,0 5 0,2 1 0,4-8 0,4 1 0,11-1 0,7 0 0,10-2 0,18-2 0,14-3 0,13-1 0,7-5 0,4 5 0,2-13 0,0 8 0,1 7 0,-1 8 0,0 2-244,-9 3 0,-1 6 0,-9 0 0</inkml:trace>
  <inkml:trace contextRef="#ctx0" brushRef="#br0" timeOffset="9">13481 15926 8912,'-13'-2'0,"0"-4"0,7 4 0,-7-5 0,0-3 0,-6 7 0,0-3 0,-1 4 0,1 2 0,0 2 0,-3 4 0,-3 7 0,3 13 0,-12 10 0,8 12 0,3 1 0,1 2 0,3 7 0,0 0 0,8-5 0,5-8 0,3-2 0,3-17 0,9-9 0,4-10 0,10-7 0,5-7 0,2-6 0,-6-12 0,10-8 0,-8-12 0,0 5 0,-7-5 0,0 4 0,0 3 0,-1-7 0,-6 0 0,3 2 0,-8 11 0,6-3 0,-7 10 0,1 5 0,-7 7 0,0 11 0,0 2 0,0 24 0,0 14 0,0 14 0,0-1 0,0 11 0,0 3 0,0-10 0,0-1 0,0-9 0,6-2 0,0-11 0,9 4 0,-4-6 0</inkml:trace>
  <inkml:trace contextRef="#ctx0" brushRef="#br0" timeOffset="10">13867 15830 8912,'0'19'0,"8"-8"0,12-13 0,12-15 0,4-7 0,3-2 0,-1 7 0,1 0 0,0 0 0,-9 8 0,-3 2 0,-7 9 0,-10 5 0,-3 7 0,-7 14 0,-7 8 0,-12 5 0,-11 8 0,-8 5 0,-3 3 0,-4 3 0,11-2 0,-5-5 0,13-4 0,1-8 0,5-9 0,7-4 0,5-11 0,8-3 0,11-9 0,8-1 0,11-7 0,15-18 0,-2 8 0,8-17 0,3-3 0,1-9 0,8 3 0,-6-4 0,3 4 0,-15 3 0,0-10 0,-6-1 0</inkml:trace>
  <inkml:trace contextRef="#ctx0" brushRef="#br0" timeOffset="11">14966 15695 8912,'11'0'0,"-3"0"0,-8 0 0,0-9 0,0 7 0,-8 2 0,-3 5 0,-10 10 0,-5 6 0,-4-2 0,-9 16 0,1-10 0,-1 12 0,1 1 0,1 1 0,3 8 0,2 0 0,17-6 0,-9 0 0,18-9 0,2-11 0,10-2 0,13-1 0,13-12 0,5-2 0,1-2 0,7-10 0,3-5 0,1-4 0,-6-2 0,10-3 0,-6-4 0,3-6 0,-7 4 0,4-6 0,-9 8 0,-8-6 0,-4 7 0,-5 5 0,-1 7 0,-10 7 0,-3-7 0,-14 9 0,-3-5 0,-10 9 0</inkml:trace>
  <inkml:trace contextRef="#ctx0" brushRef="#br0" timeOffset="12">14947 15753 8912,'-19'2'0,"-1"4"0,1-1 0,0 8 0,6-1 0,0 8 0,9 8 0,-13 12 0,6 18 0,0 11 0,-6 23 0,15-9-194,-5 14 0,5-7 194,2 0 0,-2 4 0,-2-8 0,-3-5 0,-16 3 0,1-16 0</inkml:trace>
  <inkml:trace contextRef="#ctx0" brushRef="#br0" timeOffset="13">2083 16659 8912,'-19'-2'0,"-1"-2"0,3-5 0,2 1 0,4-3 0,3 0 0,4-4 0,1-2 0,3-2 0,0-1 0,0 1 0,0 0 0,0 0 0,0-3 0,0-4 0,0 14 0,-2-14 0,-2 13 0,-2-4 0,-9 6 0,4-4 0,-8 9 0,-1-1 0,7 7 0,1 0 0,7 0 0,-3 17 0,8 1 0,0 20 0,6 5 0,1 15 0,10 10 0,2 10 0,0 1 0,7 11 0,-2-7 0,-1 5 0,3-2-162,8 6 1,-12-15 161,3 0 0,-12-17 0,-6-15 0,-5-4 0,-2-11 0,0-4 0,-2-14 0,-5-5 0,-4-22 0,-8 11 0,0-14 0</inkml:trace>
  <inkml:trace contextRef="#ctx0" brushRef="#br0" timeOffset="14">1774 16621 8912,'0'-20'0,"0"1"0,2-2 0,5-5 0,4-4 0,21-17 0,13-5 0,17-3 0,21-10 0,-35 33 0,1 0 0,-1 1 0,0 2-140,4 5 1,-1 3 0,39-7 139,-6 22 0,-31 21 0,-16 15 51,-31 21 1,-14 13-52,-12 7 0,-16 2 0,-16-2 0,-1-5 0,1-8 0,-1-2 0,8-5 0,0 1 0,6-14 0,16-4 0,3-14 0,14-1 0,-3-8 0,9-5 0,0-12 0,9-14 0,2-10 0</inkml:trace>
  <inkml:trace contextRef="#ctx0" brushRef="#br0" timeOffset="15">2739 16833 8912,'10'30'0,"-3"-5"0,-5-3 0,0-3 0,5 0 0,-5 1 0,4-1 0,3 7 0,-3-1 0,9 10 0,-6-12 0,4 9 0,4-6 0,-7 4 0,1-2 0,6-2 0,-4-7 0,-2 0 0,2 0 0,-7-6 0,7 0 0,-9-9 0,5-4 0,-1-10 0,3-10 0</inkml:trace>
  <inkml:trace contextRef="#ctx0" brushRef="#br0" timeOffset="16">2912 16466 8912,'-10'9'0,"-1"-1"0,4 7 0,-5-2 0,3-8 0,-6 5 0,9-3 0,-7-3 0,6 9 0,1-9 0,8 5 0,4-9 0,5 0 0,8 0 0,1-2 0,-1-5 0,0-4 0,-2-8 0,-2 0 0,-2 0 0,-8 6 0,1 0 0,-4 0 0,-8 0 0,-3 2 0,-2 3 0,-1 1 0,-8 7 0,3 3 0,4 3 0,-4 5 0,15 14 0,-4 1 0,-5 8 0,0-4 0</inkml:trace>
  <inkml:trace contextRef="#ctx0" brushRef="#br0" timeOffset="17">3433 16659 8912,'-9'19'0,"-1"-8"0,-10-4 0,1-5 0,-7-2 0,1 0 0,-1 8 0,0-3 0,1 5 0,1-1 0,11 6 0,-2 2 0,9 9 0,-7 8 0,6-2 0,1 2 0,6-2 0,6 3 0,1-10 0,8 5 0,-2-10 0,4 1 0,2-14 0,0-1 0,1-6 0,-1-17 0,-2 4 0,-2-15 0,-2 0 0,-9-2 0,5 0 0,-9 5 0,6 3 0,1 3 0,-1 0 0,-6-1 0,2 10 0,5 3 0,-5 5 0,9 11 0,-5 4 0,-2 4 0,9 2 0,-6-6 0,3 0 0,-1 2 0,6-5 0,-2 3 0,4-9 0,2 5 0,0-9 0</inkml:trace>
  <inkml:trace contextRef="#ctx0" brushRef="#br0" timeOffset="18">3664 16640 8912,'0'13'0,"0"0"0,0-7 0,0 7 0,0-9 0,0 5 0,3-9 0,3 0 0,5-9 0,8-4 0,7 3 0,2-3 0,2-2 0,-5 0 0,7 2 0,-8 4 0,4 1 0,-11 8 0,-4 0 0,-7 8 0,-12 12 0,-5 7 0,-8 6 0,-9-6 0,9 10 0,-3-7 0,9 2 0,5 0 0,-5-8 0,7 1 0,1-3 0,3-3 0,11-2 0,4-4 0,6-7 0,7-3 0,-5-3 0,15 0 0,-3 0 0,3 0 0,3 0 0,-1 0 0,1 8 0,-3 3 0,-4 8 0,-6 0 0,-7 3 0,-6 4 0,-4 4 0,-9 8 0,0 1 0,-9-1 0,-4 1 0,-10-3 0,-5-1 0,-2-3 0,6 0 0,-4-2 0,9-7 0,0-8 0,8-6 0,3-9 0,8-17 0,0-13 0,0-19 0</inkml:trace>
  <inkml:trace contextRef="#ctx0" brushRef="#br0" timeOffset="19">4224 16659 8912,'0'11'0,"0"6"0,0-15 0,0-2 0,0-13 0,8-4 0,5-4 0,13-5 0,-3 5 0,7-3 0,-2 9 0,4 0 0,-6 9 0,0-9 0,-7 12 0,0-3 0,-6 15 0,-2 10 0,-2 11 0,-3-2 0,-15 10 0,-1-1 0,-1 6 0,-6 2 0,8-7 0,-4 1 0,5-3 0,8-2 0,0-4 0,0-2 0,0-4 0,8-9 0,5-2 0,4-9 0,9 4 0,2-8 0,0 3 0,2 1 0,0 2 0,-7 3 0,3-3 0,-11-1 0,-2 7 0,-9 3 0,1 9 0,-10 4 0,-8 2 0,-12 2 0,1 13 0,-8 0 0,2-2 0,-4-9 0,6-2 0,4-2 0,7-6 0,11 1 0,-3-22 0,9 3 0,0-15 0,0-10 0,9-17 0,1-13 0</inkml:trace>
  <inkml:trace contextRef="#ctx0" brushRef="#br0" timeOffset="20">5111 16621 8912,'0'-20'0,"0"1"0,-2 2 0,-5 4 0,-6-2 0,-12 9 0,1-1 0,-8 7 0,0 9 0,0 4 0,0 12 0,8-1 0,0 6 0,9-2 0,7 4 0,8-6 0,2 6 0,4-7 0,5 1 0,11-9 0,1-4 0,3-7 0,0-3 0,-1-6 0,1-3 0,-2-7 0,-3-2 0,-2 2 0,-6-4 0,0 4 0,0 5 0,0-7 0,0 8 0,-1 1 0,1 0 0,0-1 0,2 3 0,2 0 0,3-3 0,7 5 0,3-15 0,9 6 0,0 0 0,-1-4 0,1 9 0,-1-18 0,1 3 0</inkml:trace>
  <inkml:trace contextRef="#ctx0" brushRef="#br0" timeOffset="21">3857 18009 8912,'-2'-19'0,"-4"-1"0,-7 1 0,-4 2 0,-3 4 0,1 7 0,-7 3 0,-1 8 0,-1 8 0,0 12 0,-6 10 0,19 12 0,-3 4 0,8 5 0,3 2 0,7-1 0,2 1 0,5 0 0,12-9 0,13-4 0,7-6 0,6-7 0,-4-13 0,14-12 0,-3-14 0,3-5 0,3-10 0,-2-8 0,-5-8 0,5-22 0,-7 0 0</inkml:trace>
  <inkml:trace contextRef="#ctx0" brushRef="#br0" timeOffset="22">4397 17990 8912,'-10'19'0,"-8"-2"0,-5-4 0,-11 4 0,10-8 0,-6 6 0,2-3 0,-6 1 0,12 6 0,-1 1 0,8-1 0,6 0 0,9 1 0,0-1 0,0 0 0,0 0 0,11-8 0,8-4 0,3-5 0,10-2 0,-9-5 0,3-5 0,-4-10 0,-3-3 0,0-5 0,-2 7 0,-4-5 0,-4 4 0,-9 3 0,0 0 0,0 0 0,0-1 0,0 1 0,0 8 0,0-6 0,0 15 0,8-6 0,3 8 0</inkml:trace>
  <inkml:trace contextRef="#ctx0" brushRef="#br0" timeOffset="23">4764 18009 8912,'-20'0'0,"1"0"0,-9 0 0,-4 0 0,-4 0 0,-3 0 0,1 8 0,1 3 0,3 8 0,4 3 0,2 4 0,11-5 0,10 5 0,5 1 0,2-1 0,0-2 0,9-3 0,4-2 0,4-8 0,4-2 0,3-9 0,2 0 0,-1-2 0,3-5 0,-6-10 0,3-9 0,5-8 0,-8 4 0,3-9 0,-3 1 0,-5-1 0,-4 1 0,2-3 0,-9-4 0,1 4 0,-7-14 0,0 3 0,-2-1 0,-5 1 0,3 1 0,-7 12 0,3 9 0,-7 15 0,12 2 0,-3 13 0,4 15 0,2 24 0,2 17 0,4 14 0,5 3 0,8-2 0,1 2 0,-1-9 0,9 0 0,-5-14 0,10-5 0,1-5 0,2-18 0,3-5 0,-1-17 0,1-4 0,0-9 0,-7-9 0,0-16 0,-9-9 0,3-5 0,-4-3 0,-12-3 0,5 6 0,-8 1 0,-3-3 0,-10 1 0,-7 1 0,-4-1 0,-3 8 0,-8 17 0,7 4 0,-7 20 0,0 6 0,9 17 0,0 20 0,2 10 0,10 16 0,1-3 0,6 8 0,0 1 0,2 4 0,4-4 0,7-7 0,13-13 0,6-6 0,13-12 0,6-14 0,14-15 0,5-8 0,5-7 0,-6-25 0,-3-5 0</inkml:trace>
  <inkml:trace contextRef="#ctx0" brushRef="#br0" timeOffset="24">5979 16370 8912,'-7'19'0,"-1"-2"0,-1-2 0,1-2 0,-1-9 0,3 3 0,3-5 0,-3-8 0,12-1 0,7 3 0,13 2 0,-5-7 0,7-2 0</inkml:trace>
  <inkml:trace contextRef="#ctx0" brushRef="#br0" timeOffset="25">6133 17006 8912,'-39'9'0,"1"-7"0,1 6 0,5-8 0,11-2 0,8-4 0,11-3 0,2-4 0,8-12 0,20 10 0,4-17 0,13-9 0,5-8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30T03:37:03.496"/>
    </inkml:context>
    <inkml:brush xml:id="br0">
      <inkml:brushProperty name="height" value="0.053" units="cm"/>
      <inkml:brushProperty name="color" value="#FF0000"/>
    </inkml:brush>
  </inkml:definitions>
  <inkml:trace contextRef="#ctx0" brushRef="#br0">16509 7674 8912,'-11'-9'0,"3"7"0,1-8 0,1 3 0,-1 3 0,7-9 0,0-2 0,0-2 0,0-2 0,3-1 0,3 1 0,7 6 0,10-2 0,7-4 0,7-5 0,6-8 0,17 6 0,4 3 0,13 1 0,11 3 0,8 2 0,1 4 0,-1 7 0,-10 12 0,-9 9 0,-10 9 0,-16 14 0,0 12 0,-14 10 0,-14 4 0,-10-4 0,-13 17 0,-4-2 0,-9 6 0,-8 3 0,-18-7 0,-2-2 0,-4-4-148,-4 4 0,-2-15 148,-1 4 0,9-13 0,-2-6 0,3-10 0,-1-5 0,-2-2 0,0-3 0,13-14 0,-1-5 0,10-4 0,-3-2 0,5 0 0,10 0 0,2 0 296,9 0-296,0 0 0,7-2 0,-1-4 0,1-13 0,-7-11 0</inkml:trace>
  <inkml:trace contextRef="#ctx0" brushRef="#br0" timeOffset="1">16721 8368 8912,'11'-8'0,"-3"-3"0,-8-8 0,-2 6 0,-4 2 0,-7 5 0,-4 8 0,-2 8 0,-1 16 0,-5 4 0,-1 9 0,4 1 0,7 5 0,0 3 0,9 3 0,0 5 0,6-16 0,0 7 0,2-2 0,4 0 0,11-8 0,9-11 0,8-5 0,1-4 0,7-4 0,8-4 0,10-12 0,4-3 0,11 0 0,9-14-193,8 5 0,-13-30 0,7 5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30T03:37:03.346"/>
    </inkml:context>
    <inkml:brush xml:id="br0">
      <inkml:brushProperty name="height" value="0.053" units="cm"/>
      <inkml:brushProperty name="color" value="#FF0000"/>
    </inkml:brush>
  </inkml:definitions>
  <inkml:trace contextRef="#ctx0" brushRef="#br0">15757 3625 8912,'11'0'0,"-3"0"0,1 0 0,1 0 0,1 0 0,-2 0 0,-1 0 0,-6 0 0,16 0 0,-16 0 0,15-9 0,-13 5 0,9-9 0,-9 7 0,3-7 0,-5 6 0,-2-5 0,2 5 0,4-6 0,-3 9 0,5-7 0,-8 5 0,0 4 0,0-5 0,0 14 0,0 12 0,0 13 0,7 9 0,-1 10 0,0 5 0,-6 21 0,0 5 0,0 14 0,-2-2-132,-4-4 0,4-6 132,-5-14 0,5-3 0,2-20 0,0-8 0,0-18 0,0-23 0,0-17 0,0-18 0,0-14 0,0-14 0,0-5 0,-2-12 0,-4-1 0,3-1 0,-5 7 0,8 2 0,0 4 0,0-4 0,0 24 0,0 0 0,0 16 0,0 10 0,2 12 0,4 8 132,7 10 0,4 14-132,3 13 0,1 7 0,5 6 0,4 2 0,8 4 0,-8-4 0,7-6 0,-5 2 0,4 2 0,3 0 0,-7-13 0,0 0 0,-8-8 0,2 2 0,-5-7 0,-2-6 0,1-7 0,-1-4 0,0-2 0,-6-10 0,0-10 0,-2-1 0,1-11 0,6-9 0,-14 0 0,9-4 0,-9-2 0,2 0 0,-3-2 0,-3 8 0,0 2 0,-3 9 0,-3 11 0,4 0 0,-9 10 0,5 9 0,4 9 0,-5 10 0,5 15 0,2 5 0,0 12 0,2-1 0,5 8 0,-3 2 0,9 4 0,-7-4 0,5 2 0,-3-9 0,7-5 0,-2-10 0,4 1 0,3-11 0,-1-9 0,0-8 0,1-11 0,1-5 0,3-8 0,1-12 0,1-10 0,-7-3 0,1-9 0,-1-3 0,0-7 0,0-1 0,1 0 0,-10 9 0,-3 4 0,1 6 0,-1 7 0,-1 11 0,-6 8 0,0 11 0,0 2 0,0 12 0,0 21 0,0 1 0,0 17 0,0 3 0,2 4 0,5 6 0,-3-11 0,9 5 0,-9-13 0,13 0 0,-2-10 0,9-3 0,-3-11 0,5-2 0,-4-8 0,-3-11 0,-2-2 0,-4-4 0,2-5 0,-9-8 0,1-1 0,-7 1 0,0-9 0,0-2 0</inkml:trace>
  <inkml:trace contextRef="#ctx0" brushRef="#br0" timeOffset="1">17203 3490 8912,'-6'-19'0,"-3"-1"0,1 1 0,-3 0 0,0 0 0,-4-1 0,5 10 0,-3 3 0,-2 5 0,4 8 0,0 5 0,1 4 0,-1 7 0,7 1 0,-3-4 0,-1 7 0,1 0 0,3-3 0,2-1 0,4-12 0,4-3 0,5-5 0,8-2 0,-6-9 0,0-3 0,0-6 0,-2-7 0,-3-1 0,1 3 0,-7 1 0,4 3 0,-4 0 0,-2-1 0,-6 12 0,0 8 0,-1 8 0,7 14 0,0 3 0,2 5 0,5 9 0,3-1 0,10 1 0,-1 0 0</inkml:trace>
  <inkml:trace contextRef="#ctx0" brushRef="#br0" timeOffset="2">17570 3876 8912,'10'0'0,"-1"0"0,-9-9 0,0-4 0,-6 2 0,-1-1 0,-14 1 0,1-2 0,-3 4 0,4 9 0,-1 0 0,1 0 0,0 0 0,6 11 0,0 8 0,2 11 0,-2 15 0,7 7 0,4 4 0,2 1 0,0 1 0,0 0 0,8-2 0,5-5 0,13-6 0,6-13 0,5-8 0,1-9 0,9-7 0,-2-16 0,9-7 0,-1-9 0,5-8 0,-13-13 0,0-4 0,-6-18 0,0-1 0</inkml:trace>
  <inkml:trace contextRef="#ctx0" brushRef="#br0" timeOffset="3">18033 3702 8912,'-22'11'0,"-3"-5"0,3 3 0,-4-3 0,5 9 0,2 0 0,-1 9 0,8-1 0,-1 9 0,8 7 0,-1 6 0,4 0 0,2 0 0,2 0 0,4-2 0,-3-3 0,12 3 0,-7-4 0,3-9 0,-7 2 0,11-17 0,-8 4 0,8-6 0,-3 0 0,3-13 0,-2-13 0,4-4 0,-4-2 0,4-1 0,3 1 0,1 0 0,5 0 0,-5-1 0,7 3 0,-9 2 0,1 2 0,1 9 0,3-2 0,4 3 0,2 3 0,-7 9 0,5 2 0,-9 8 0,1 7 0,-1 2 0,0 2 0,-2 2 0,-4-2 0,4-2 0,-6-9 0</inkml:trace>
  <inkml:trace contextRef="#ctx0" brushRef="#br0" timeOffset="4">19903 3972 8912,'-2'13'0,"-4"0"0,4-9 0,2 5 0,10-9 0,10 0 0,-1-9 0,-6 5 0,0-9 0,-9 6 0,2-5 0,3 5 0,-3-6 0,1 0 0,-7-6 0,0 6 0,0 0 0,2 1 0,2-8 0,3 1 0,-1 0 0,-6-1 0,0 1 0,0 6 0,0 0 0,0-2 0,0 7 0,0 1 0,0 14 0,0 6 0,0 15 0,0 10 0,-8 9 0,3 18 0,-5 1 0,1 3 0,0 1 0,3 7 0,2-2 0,-9-4 0,9-7 0,-3-12 0,5-12 0,2-7 0,0-18 0,0-3 0,2-24 0,5-14 0,1-8 0,5-5 0,4-6 0,-4 0 0,4-2 0,2 4 0,1 0 0,-1 7 0,0 6 0,1 10 0,-1 1 0,0 9 0,0 3 0,1 9 0,-1 11 0,0 13 0,1 10 0,-1 9 0,0-4 0,0 12 0,3-8 0,4-2 0,6-2 0,13-2 0,-2-12 0,8-7 0,3-12 0,1-6 0,-5-10 0,-3-3 0</inkml:trace>
  <inkml:trace contextRef="#ctx0" brushRef="#br0" timeOffset="5">20906 4223 8912,'-8'-13'0,"-5"0"0,-11 6 0,-1-3 0,1 1 0,0 3 0,-1 6 0,3 0 0,-6 8 0,9 5 0,0 4 0,2 3 0,4-1 0,-4 9 0,15-5 0,-5 9 0,-1-8 0,1 2 0,1-5 0,6-2 0,0 1 0,2-1 0,4-2 0,7-4 0,4-4 0,3-9 0,-1-9 0,0-4 0,-2-4 0,-4-2 0,4-7 0,-4-2 0,2 0 0,-2-2 0,-7 0 0,5 7 0,-7-5 0,9 9 0,-8-1 0,3 3 0,1 4 0,-7 7 0,4 12 0,-4 7 0,7 13 0,-7 4 0,7 8 0,-1 3 0,5 2 0,4 2 0,-4 0 0,0-6 0,0-9 0,13-3 0,-1-7 0,1-3 0,-7-4 0,7-5 0,0-10 0,-1-6 0,1-10 0,0-5 0,0-14 0,-7-1 0,0-3 0,0-10 0,1 6 0,-1-7 0,-8 1 0,4-1 0,-9 3 0,-2 4 0,-1 9 0,-3 6 0,0 21 0,0 9 0,2 20 0,2 16 0,2 7 0,3 8 0,-3-6 0,5 7 0,8-7 0,1 0 0,-1-7 0,0 1 0,1-1 0,-3-1 0,-2-5 0,-2-6 0,-9 4 0,2-15 0,-12 4 0,-9-2 0,-9-2 0,-8-2 0,-13 4 0,-6-15 0,-14 5 0,-3-5 0,-9-2 0,0 0 0</inkml:trace>
  <inkml:trace contextRef="#ctx0" brushRef="#br0" timeOffset="6">23028 3818 8912,'0'13'0,"0"-1"0,0-7 0,0 3 0,0-8 0,0-2 0,0-4 0,0 4 0,0-9 0,0 4 0,8 5 0,3-6 0</inkml:trace>
  <inkml:trace contextRef="#ctx0" brushRef="#br0" timeOffset="7">23105 3721 8912,'0'-10'0,"-2"-8"0,-5 6 0,5 3 0,-6-8 0,8 4 0,0 4 0,0-8 0,-9 15 0,7-6 0,-7 8 0,9 17 0,0 11 0,0 17 0,0 19 0,0 13 0,-2 28 0,0-51 0,0 1-411,-1 2 0,0 0 411,-1 1 0,1-1 0,3 1 0,0-2 0,0 51 0,0-10 0,0-27 0,11-18 0,8-27 0,3-7 0,10-18 0,-2-20 0,2-12 0,4-21 0,-6-16 0</inkml:trace>
  <inkml:trace contextRef="#ctx0" brushRef="#br0" timeOffset="8">23491 4165 8912,'-9'10'0,"-2"8"0,-8-6 0,0 3 0,0-2 0,8 13 0,-4-13 0,8 13 0,3-5 0,2-2 0,4-6 0,5 0 0,10-7 0,8 7 0,10-8 0,-3 1 0,4-12 0,3-7 0,-1-4 0,1-3 0,0 1 0,-9 0 0,-3-7 0,-7 0 0,-3-6 0,-4 6 0,-5-6 0,-10 9 0,-4 6 0,-14-3 0,-10 18 0,-8-4 0,-3 6 0,-4 6 0,4 11 0,-4 9 0,5 8 0,3 1 0,5 7 0,11 1 0,8 9 0,9-9 0,-3 12 0,14-3 0,8-5 0,17-2 0,4-13 0,22-6 0,-2-7 0,14-6 0,-1-5 0,4-8 0,-2 0 0,-9-8 0,8-11 0,-12-14 0,-4-3 0,-16-3 0,1-8 0,0-2 0</inkml:trace>
  <inkml:trace contextRef="#ctx0" brushRef="#br0" timeOffset="9">24243 4280 8912,'0'-19'0,"0"0"0,-2 0 0,-5-1 0,-3 10 0,-10 3 0,-5 5 0,-1 2 0,-8 15 0,1 4 0,3 16 0,-2 3 0,2 3 0,-2 10 0,11-8 0,8 2 0,2 2 0,-2-2 0,5 0 0,8-6 0,2-9 0,4-4 0,11-14 0,9-5 0,2-5 0,-4-4 0,1-5 0,10-3 0,-14-18 0,5-4 0,-5-3 0,-2 3 0,1-4 0,-1 4 0,0-5 0,1-1 0,-8 1 0,1 5 0,-8 4 0,12 18 0,-15 1 0,9 18 0,-5 3 0,-2 8 0,9 5 0,0-3 0,6 4 0,9-5 0,4-2 0,5-6 0,1 0 0,9-9 0,11-4 0,11-10 0</inkml:trace>
  <inkml:trace contextRef="#ctx0" brushRef="#br0" timeOffset="10">24899 4280 8912,'-28'0'0,"-2"0"0,-9 0 0,1 0 0,-1 0 0,0 9 0,1 4 0,-1 10 0,1 3 0,1 8 0,5-1 0,11 3 0,10 0 0,2-3 0,3 3 0,12-8 0,1 4 0,14-6 0,-1-13 0,5-5 0,1-8 0,-2 0 0,8 0 0,0-11 0,6-8 0,-5-7 0,-1-6 0,-9-6 0,3-1 0,-5-2 0,-1-10 0,-1 4 0,0-11 0,-6 2 0,0-14 0,-9 1 0,3-2 0,-5-1 0,-2 7 0,0 5 0,0 15 0,-9 9 0,1 27 0,-5 9 0,4 20 0,9 18 0,-6 9 0,-1 11 0,1 11 0,6 8 0,0-7 0,0 8 0,0-8 0,0 1 0,2-5 0,5-8 0,-5-2 0,4-5 0,5-10 0,2-13 0,4-7 0,2-6 0,0-15 0,1-17 0,-1-4 0</inkml:trace>
  <inkml:trace contextRef="#ctx0" brushRef="#br0" timeOffset="11">25998 4068 8912,'-19'-19'0,"-1"2"0,1 4 0,0-2 0,-1 9 0,8-1 0,-1 7 0,6 9 0,-6 4 0,9 12 0,-2 8 0,6 3 0,6 2 0,-2 1 0,9 0 0,0-7 0,6 0 0,1-9 0,-1 3 0,0-4 0,3-5 0,1-4 0,3-7 0,6-4 0,-6-2 0,6-2 0,-6-4 0,-1-7 0,-5-13 0,1 2 0,5-8 0,-11 2 0,4-2 0,-6-2 0,0 8 0,-2 0 0,-5 7 0,-4 0 0,5 8 0,-14 5 0,-1 14 0,-5 12 0,-4-1 0,6 11 0,-8-4 0,6-3 0,0 9 0,9-8 0,-3 2 0,5-11 0,2-3 0,0 1 0,9-2 0,3-5 0,6-3 0,3-12 0,5-4 0,4-13 0,2-4 0,0-6 0,2 4 0,-6-5 0,9 10 0,-7-5 0,0 6 0,-3 4 0,-7 12 0,-1 3 0,0 5 0,1 2 0,-3 11 0,-4 8 0,-5 9 0,-8 10 0,7-5 0,-1-1 0,0-2 0,-6 2 0,0-2 0,0-4 0,0-11 0,0 4 0,-2-6 0,-4 0 0,4-5 0,-15-16 0,6-3 0</inkml:trace>
  <inkml:trace contextRef="#ctx0" brushRef="#br0" timeOffset="12">26249 3239 8912,'-39'30'0,"-6"-8"0,0-9 0,-9-9 0,14 15 0,-3-2 0,9 7 0,-1 10 0,12-4 0,6 0 0,8-4 0,7-5 0,13-2 0,8 1 0,11-10 0,15-3 0,-2-7 0,6-7 0,-2-5 0,7-6 0,-22-3 0,0-5 0,-11 3 0,-8-9 0,-4 6 0,-9-6 0,-4 8 0,-9-1 0,-9 3 0,-16 3 0,-3 8 0,-4 5 0,-2 4 0,-5 2 0,3 10 0,4 10 0,13 7 0,0 12 0,10 6 0,10 0 0,3 8 0,26-12 0,5 6 0</inkml:trace>
  <inkml:trace contextRef="#ctx0" brushRef="#br0" timeOffset="13">27926 3876 8912,'-12'0'0,"-1"0"0,0-3 0,0-1 0,0-4 0,-2-3 0,-2-2 0,-2-6 0,8 8 0,2 5 0,9 12 0,3 13 0,1 16 0,4 7 0,3 10 0,-4 4 0,5 1 0,3 1 0,-6 0 0,8-7 0,-4-3 0,4-8 0,2 3 0,-6-24 0,0 3 0,2-7 0,2-11 0,9 3 0,0-14 0,6-12 0,-6-13 0,6-11 0,-6-4 0,-3-3 0,-1-1 0,-3-5 0,0 5 0,-6-3 0,0 9 0,-9 9 0,3 10 0,-5 13 0,-2 9 0,0 19 0,0 17 0,0 13 0,0 20 0,0 1 0,0 2 0,0-5 0,8 3 0,5-10 0,4-5 0,11-4 0,-4-17 0,8-6 0,2-9 0,-6-7 0,6-18 0,-8-10 0,6-7 0,-6-12 0,-7-8 0,-8-5 0,-3-3 0,-1-3 0,-9 0 0,-5 0 0,1 0 0,-13 1 0,4 1 0,-9 4 0,9 7 0,-2 13 0,15 13 0,-7 10 0,26 9 0,5 0 0</inkml:trace>
  <inkml:trace contextRef="#ctx0" brushRef="#br0" timeOffset="14">29142 4088 8912,'0'-20'0,"-3"1"0,-3 0 0,-5 0 0,-8-1 0,-7 1 0,-2 2 0,-2 4 0,-2 4 0,-6 9 0,1 3 0,5 3 0,-4 5 0,14 17 0,-1 4 0,8 4 0,-2 3 0,14-7 0,-3 0 0,4-6 0,2 6 0,0-9 0,2 1 0,4-9 0,5-7 0,8-8 0,1-2 0,-1-4 0,0-5 0,1-8 0,-1 0 0,0-1 0,0 1 0,1 0 0,-1-1 0,-6 3 0,0 5 0,0-6 0,6 16 0,0-4 0,-6 6 0,0 6 0,-7 7 0,5 13 0,-2 6 0,3-2 0,-5 2 0,8 0 0,-7 5 0,5-5 0,4-4 0,-4-9 0,4-2 0,3-4 0,-1-5 0,0-16 0,1-3 0</inkml:trace>
  <inkml:trace contextRef="#ctx0" brushRef="#br0" timeOffset="15">29662 3471 8912,'-19'8'0,"0"-6"0,-1 5 0,1-5 0,0 6 0,0 3 0,-1 8 0,1 9 0,0 7 0,-1 7 0,1 16 0,8 4 0,5 11 0,4 7 0,2-3 0,2 15 0,4-9 0,5-8 0,8-10 0,9-14 0,4-6 0,-2-15 0,3-11 0,-3-8 0,4-11 0,-2 0 0,-8-17 0,10 2 0,-8-17 0,-1-3 0,-5-10 0,-1-4 0,0-11 0,0-4 0,-8 4 0,-2-13 0,-9 9 0,6 8 0,1 11 0,-1 4 0,-8 14 0,-5 7 0,3 27 0,-9 18 0,3 14 0,-3 12 0,-2 1 0,8 12 0,3-4 0,2-2 0,2-2 0,0-5 0,0-6 0,0-4 0,6-11 0,1-5 0,8-5 0,-2-7 0,4-5 0,2-8 0,7-11 0,-1-8 0,8-2 0,-8-11 0,10 6 0,-3-6 0,4 6 0,3-6 0,-1 6 0,1-6 0,-7 11 0,-2-1 0,-2 7 0,-2 11 0,-7-13 0,-8 17 0,-5 0 0,-4 15 0,-2 11 0,0 6 0,0-7 0,0 7 0,0-6 0,0 6 0,0-6 0,2 0 0,5-7 0,-3-6 0,9 0 0,-2-7 0,1 7 0,6-9 0,-6 3 0,6-22 0,1-7 0</inkml:trace>
  <inkml:trace contextRef="#ctx0" brushRef="#br0" timeOffset="16">29373 3991 8912,'-47'11'0,"0"-5"0,4-3 0,6-3 0,18 0 0,8-9 0,3 7 0,10-7 0,7 9 0,10 0 0,22-2 0,27-4 0,26-7 0,-38 4 0,2 1 0,9-2 0,1 0 0,-1 1 0,1-1-652,-1 0 0,1 1 652,3-1 0,2 1 0,0-1 0,1 0 0,7 1 0,-1-1 0,-10-3 0,-1-2 0,2 0 0,0 0 0</inkml:trace>
  <inkml:trace contextRef="#ctx0" brushRef="#br0" timeOffset="17">11957 3606 8912,'-12'0'0,"-1"0"0,-2 0 0,-2 0 0,-3 0 0,1 0 0,0 0 0,-1-3 0,1-3 0,6 2 0,0-9 0,9 0 0,-4 4 0,8 9 0,0 11 0,0 15 0,6 4 0,0 8 0,7 7 0,-6 0 0,1 11 0,-3 0 0,1 6 0,0 2 0,-6-6 0,0 0 0,0-7 0,0 1 0,0-18 0,0-2 0,-8-10 0,-5-10 0,-4-12 0,-2-10 0</inkml:trace>
  <inkml:trace contextRef="#ctx0" brushRef="#br0" timeOffset="18">11552 3663 8912,'-6'-19'0,"-3"0"0,-1 0 0,5-1 0,-3 1 0,8 0 0,0 8 0,8 0 0,5 7 0,4-2 0,3-1 0,8 7 0,4 0 0,-2 2 0,2 5 0,0-3 0,7 9 0,-1 2 0,1 2 0,-1 4 0,-1 3 0,-5 2 0,-4 8 0,-11-4 0,-4 11 0,-7 4 0,-4-5 0,-4 14 0,-4-9 0,-11 6 0,-9-6 0,-6 0 0,6-6 0,2-1 0,-6-8 0,9-2 0,-7-8 0,9-1 0</inkml:trace>
  <inkml:trace contextRef="#ctx0" brushRef="#br0" timeOffset="19">11977 3972 8912,'23'-9'0,"-1"-3"0,-5-6 0,-2-1 0,6 8 0,3 5 0,2 4 0,-1 2 0,-5 2 0,-1 7 0,0 10 0,9 9 0,-7 4 0,5 0 0,-7 0 0,-6 7 0,4-1 0,-6 1 0,0-1 0,-3-8 0,-1-2 0,-1-9 0,1 1 0,-7-1 0,-2-8 0,-5-5 0,3-6 0,-9-6 0,2-5 0,-2-8 0,-2-7 0,9 0 0,0-8 0,6 2 0,0-5 0,0-1 0,2 2 0,4 3 0,5 6 0,8 7 0,0-3 0,1 3 0,1-1 0,5 15 0,-5-1 0,5 7 0,-5 0 0,-1 0 0,-1 0 0,-8 2 0,-5 5 0,3-3 0,-3 9 0,1 0 0,-7 6 0,0 7 0,0 2 0,0 2 0,0-7 0,0 11 0,0-8 0,6 2 0,0-2 0,3-5 0,-3 5 0,-1-5 0,8-2 0,-7-8 0,7-4 0,0 3 0,6-16 0,0-1 0,1-8 0,-1-4 0,-2-7 0,-4 1 0,-4-10 0,-9 3 0,0-2 0,0 2 0,0 4 0,0 9 0,-9 2 0,-4 4 0,2 2 0,-1 5 0,-1 4 0,-7-5 0,1 14 0,0 3 0,8 10 0,2-10 0,1-1 0,-3-9 0</inkml:trace>
  <inkml:trace contextRef="#ctx0" brushRef="#br0" timeOffset="20">12922 3644 8912,'11'0'0,"6"-8"0,-15-3 0,6 0 0,-10 5 0,-4 12 0,4 13 0,-7 5 0,9 8 0,0 2 0,0 11 0,0-2 0,0 9 0,2-7 0,5 6 0,-3-2 0,9 3 0,-9-5 0,5-11 0,-1-4 0,-6 5 0,7-22 0,-9 4 0,0-12 0,0 1 0,0-34 0,0 9 0,0-21 0,0 1 0,0 10 0,2-8 0,5 10 0,-5-1 0,4 7 0,5-1 0,2 1 0,4 6 0,2 0 0,0 9 0,1-2 0,1 6 0,5 6 0,-5 7 0,5 13 0,-5-3 0,-1 9 0,-10 3 0,-3 10 0,-7-5 0,-7 5 0,-5 2 0,-14-2 0,2 0 0,-8-6 0,2-9 0,-2-4 0,-2-14 0,8-5 0,-2-5 0,2-2 0,5-9 0,-7-10 0,9-11 0</inkml:trace>
  <inkml:trace contextRef="#ctx0" brushRef="#br0" timeOffset="21">13365 3606 8912,'0'12'0,"0"1"0,-6 7 0,0 5 0,-1 10 0,7-5 0,0 10 0,0 5 0,0-2 0,0 9 0,0-1 0,7 5 0,-1-5 0,9-4 0,-2-8 0,4-9 0,2-5 0,1-12 0,-1-6 0,0-5 0,0-2 0,1-11 0,-1-8 0,7-9 0,-1-11 0,-1 1 0,-11-1 0,2 7 0,-9 0 0,1 2 0,-7-2 0,-2 4 0,-5 9 0,3 2 0,-9 4 0,-2 6 0,-2 5 0,-2 2 0,1 11 0,6 6 0,5 7 0,5 4 0,2-3 0,0-3 0,0 12 0,0-8 0,9 6 0,3-6 0,6-3 0,9-10 0,3 2 0,9-9 0,6 1 0,2-9 0,2-5 0,-14-4 0,10-14 0,-13-1 0,-4-6 0,-3 4 0,-3-2 0,-11 7 0,4-12 0,-9 10 0,0-1 0,-6 7 0,-2 8 0,-4 4 0,2 14 0,-9 6 0,8 6 0,-1 7 0,-3-3 0,3 9 0,0 1 0,6 5 0,0-6 0,0 0 0,0-8 0,0 2 0,0 4 0,0-9 0,0-2 0,0-10 0,6-18 0,0-4 0,9-12 0,-2-7 0,4-11 0,3-2 0,-7 2 0,-1 11 0,1-2 0,7 8 0,-8-6 0,1 6 0,-6 7 0,6 6 0,-9 9 0,11-3 0,-9 14 0,1 3 0,-7 10 0,2 5 0,4 1 0,-4 6 0,5-6 0,-5 0 0,-2-7 0,0 2 0,0 5 0,0-11 0,2 2 0,5-6 0,-5 4 0,6-11 0,-8 9 0,0-9 0,0 5 0,0-11 0,0-5 0,2-4 0,5-8 0,1-6 0,5-1 0,4-8 0,-4 4 0,4 0 0,3-7 0,-7 16 0,-1-5 0,1 5 0,7 1 0,-8 10 0,1 3 0,0 5 0,0 4 0,0 5 0,-7 5 0,7 14 0,-9-2 0,3 8 0,1-2 0,-1 2 0,1 2 0,-1-8 0,-5 0 0,4-7 0,-1 0 0,1 0 0,-4 1 0,7-10 0,-1-1 0,-5-9 0,5 0 0,-1-9 0,-1-3 0,-2-6 0,7 8 0,-9-7 0,15-3 0,-6-10 0</inkml:trace>
  <inkml:trace contextRef="#ctx0" brushRef="#br0" timeOffset="22">15043 3876 8912,'-8'-20'0,"3"3"0,-5 2 0,1 2 0,3 9 0,6-2 0,0 12 0,0 7 0,0 4 0,0 2 0,0 1 0,8-1 0,3 0 0</inkml:trace>
  <inkml:trace contextRef="#ctx0" brushRef="#br0" timeOffset="23">15063 4338 8912,'-20'0'0,"10"0"0,-8 0 0,16-2 0,-4-4 0,4-5 0,2-8 0</inkml:trace>
  <inkml:trace contextRef="#ctx0" brushRef="#br0" timeOffset="24">11668 4203 8912,'0'-13'0,"0"1"0,-2 7 0,-4-1 0,3 4 0,-5-7 0,8-2 0,0-1 0,0-1 0,0 9 0,2-5 0,4 9 0,-1 2 0,8 5 0,-9 12 0,11 11 0,-9 8 0,7 3 0,-4 2 0,1 2 0,-3 6 0,6-6 0,-9 9 0,11-13 0,-9 4 0,3-7 0,-3-6 0,-3 5 0,5-7 0,-8-9 0,0-4 0</inkml:trace>
  <inkml:trace contextRef="#ctx0" brushRef="#br0" timeOffset="25">11649 5090 8912,'-13'0'0,"0"0"0,9-8 0,-5 6 0,24-7 0,5 9 0,20 0 0,5 0 0,26 0 0,19 6 0,-31-2 0,4-1-330,9-1 0,2 0 1,5-1-1,3 0 330,13 0 0,2-2-332,5-3 0,2 0 1,-28 2-1,2 1 1,0-1 331,2-1 0,2-2 0,0 1 0,3 0 0,0-1 0,0 1-164,1-2 0,0 0 0,-1-2 1,0 0-1,-1-1 0,0-1 1,-1-1-1,1 1 0,0-2 164,2 1 0,0-2 0,1 1 0,-1-1 0,0 0 0,-1 0 0,0 1 0,0 0 0,-2 0 0,-6 1 0,-1-1 0,-2 1 0,28-6 0,-5 2-50,-9 2 1,-6 2-1,-22 1 1,-5 1 0,31 2 49,-28 5 819,-28 2-819,-21 0 726,-9 0 1,-3 7-727,-3-1 0,2 1 1988,-9-7-1988,0 0 0,-6 0 0,-1 0 438,1 0-438,0 0 0,-9 0 0,-2 0 0</inkml:trace>
  <inkml:trace contextRef="#ctx0" brushRef="#br0" timeOffset="26">27907 2294 8912,'-19'-8'0,"0"-3"0,-1-6 0,1 4 0,0-2 0,-3 9 0,-1 2 0,-3 1 0,0 8 0,5 7 0,-3 14 0,-1 8 0,-1 16 0,7 8 0,-1 2 0,3 12 0,2 8 0,2 5 0,-2 3 0,7 6 0,-1-8-147,9 4 0,0 0 147,0-13 0,2-12 0,7-23 0,10-7 0,0-16 0,24-10 0,-4-9 0,10-20 0,-4-12 0,17-21 0,-2-16 0</inkml:trace>
  <inkml:trace contextRef="#ctx0" brushRef="#br0" timeOffset="27">28139 2564 8912,'-20'0'0,"1"0"0,0 0 0,0 0 0,8 0 0,11-6 0,15-3 0,8-1 0,7 5 0,15-3 0,0 8 0,-2 0 0,-11 0 0,3 8 0,-10 7 0,-1 9 0,-3-3 0,-10 16 0,-4-5 0,-5 11 0,-2 2 0,-15 8 0,-5-1 0,-10-3 0,5 2 0,-7-6 0,6 5 0,2-3 0,3-11 0,4-8 0,4-9 0,4 1 0,11-10 0,7-5 0,10-10 0,9-14 0,13-11 0,4-8 0,6-1 0,5 9 0,0-4 0,-5 8 0,5-6 0,-5 6 0,-4-8 0,1 4 0</inkml:trace>
  <inkml:trace contextRef="#ctx0" brushRef="#br0" timeOffset="28">28968 2680 8912,'-32'-19'0,"2"2"0,2 4 0,2 4 0,1 9 0,-1 0 0,-2 2 0,2 5 0,5 10 0,-5 9 0,11 8 0,2-2 0,9 5 0,-2 1 0,3 1 0,3-1 0,0 1 0,18-9 0,-3 4 0,17-8 0,0-9 0,6-11 0,1-4 0,0-4 0,-1-4 0,-8-5 0,-4-8 0,4-9 0,-15 4 0,4-8 0,-2-2 0,-8 6 0,-1-6 0,-8 8 0,-8-6 0,-5 6 0,-13 1 0,-6 5 0,-11 8 0,-2-1 0,0 8 0,7-1 0,-1 12 0,1 7 0,14 4 0,5 3 0,14-3 0,5-4 0,11 2 0,15-9 0,12 1 0,12-7 0</inkml:trace>
  <inkml:trace contextRef="#ctx0" brushRef="#br0" timeOffset="29">29315 2487 8912,'0'-19'0,"0"-2"0,0-3 0,0-2 0,0 9 0,0 0 0,0 4 0,0 5 0,0 16 0,-2 16 0,-2 21 0,-3 6 0,1 5 0,-1 4 0,1 2 0,2 2 0,-7 1 0,9-1 0,-5 0 0,5-2 0,2-10 0,2-5 0,3-9 0,1 1 0,9-9 0,-13-11 0,24-19 0,-5-11 0</inkml:trace>
  <inkml:trace contextRef="#ctx0" brushRef="#br0" timeOffset="30">29874 2275 8912,'-8'19'0,"-3"-8"0,-8-4 0,0-3 0,-1 0 0,1 3 0,0 8 0,-7 4 0,0 13 0,3 4 0,1 12 0,5 1 0,2 11 0,2 4 0,9-4 0,-5 11 0,9-13 0,3 2 0,3-15 0,7-3 0,13-9 0,-5-8 0,5-12 0,2-4 0,-3-9 0,1 0 0,-7 0 0,-2-11 0,-2-6 0,-2-7 0,-8-1 0,3 3 0,-8-1 0,0-3 0,0 0 0,-8 7 0,-5 0 0,-4-1 0,-11 10 0,6 1 0,-6 9 0,1 0 0,5 0 0,-6 0 0,18 0 0,1 0 0,9 0 0</inkml:trace>
  <inkml:trace contextRef="#ctx0" brushRef="#br0" timeOffset="31">30029 1909 8912,'13'-2'0,"-1"-5"0,-5-1 0,6-7 0,2 2 0,2 9 0,4-3 0,5 14 0,0 8 0,8 17 0,0 13 0,7 25 0,-20 14-129,-7-31 1,-2 3 0,-4 3-1,-3 2 1,-2 9 0,-2 2 128,-1 1 0,-4 1 0,-5 2 0,-3-2-658,-6 0 1,-3 0 657,-5 3 0,-4-2 0,-3-3 0,-2 0 0,-3 3 0,-1-2 0,1-9 0,-2-2 0,2-6 0,-1-3 0,5-1 0,0-3 0,-35 32 0,5-3 0,-5-6 0</inkml:trace>
  <inkml:trace contextRef="#ctx0" brushRef="#br0" timeOffset="32">15255 5900 8912,'3'11'0,"3"-5"0,-4-4 0,7-2 0,-9-2 0,0-4 0,0 4 0,0-7 0,2 9 0,4 0 0,7 0 0,6 0 0,7 0 0,4 0 0,11 0 0,4 0 0,4 0 0,11-2 0,2-2 0,5-5 0,1-2 0,3 7 0,0-11 0,-1 9 0,-14-7 0,0 4 0,-7 1 0,-8-1 0,-7 5 0,-6 2 0,-17-7 0,-5 7 0,-12-4 0,1 3 0,-7 3 0,7 0 0,-12 0 0,4 0 0,5 0 0,-9 0 0,6 0 0</inkml:trace>
  <inkml:trace contextRef="#ctx0" brushRef="#br0" timeOffset="33">16143 5476 8912,'0'11'0,"0"-3"0,-9-8 0,7 0 0,-7 0 0,9 0 0,-8 0 0,6 0 0,-7 0 0,9 0 0,0 0 0,0-8 0,0 5 0,0-5 0</inkml:trace>
  <inkml:trace contextRef="#ctx0" brushRef="#br0" timeOffset="34">3549 4840 8912,'10'0'0,"-1"0"0,-9 0 0,0 0 0,-2-7 0,-5 1 0,5-3 0,-4 3 0,-3 1 0,3-7 0,-7 5 0,4-4 0,-1 3 0,-3-7 0,-4 11 0,2-9 0,2-2 0,0 6 0,-8-8 0,-5 4 0,-4-4 0,-9-2 0,-4-3 0,-8-3 0,-9 3 0,-17-3 0,-11-5-286,-8-3 0,-7-3 286,48 17 0,0-1 0,-5-2 0,0-3 0,2 0 0,1-1-557,-2-1 1,0-2 556,-5-7 0,1-3 0,6 4 0,1-3 0,0-5 0,2-4 0,5 3 0,4-4-137,8-2 0,3-3 0,0 4 1,2-2 136,2-4 0,2 0 0,6 5 0,1 0 0,1-2 0,2 1 0,-6-48 0,5 3 0,8 6-102,11 0 0,11 17 102,8 2 0,3 3 0,10 4 0,0-9 0,6 2 0,-1 3 0,-5-3 0,2 0 0,-8-6 0,8-2 0,-2-5 0,5 11 0,1-4 0,3 7 0,4-1 0,7-4 0,12 4 0,-4 5 0,4 1 0,-4 8 0,-2 5 0,-9 5 0,-4 9 0,-12 10 461,-8 8-461,-3 10 1075,-12 10-1075,-1 0 639,-9 0-639,0 8 261,0 3-261,0 8 0,0-6 0,0 0 0,2-9 0,5 3 0,-5 3 0,4 3 0,-4-4 0,0 8 0,5-4 0,-5-5 0,15-8 0,-6-10 0</inkml:trace>
  <inkml:trace contextRef="#ctx0" brushRef="#br0" timeOffset="35">2584 1080 8912,'-19'17'0,"0"-4"0,-1-7 0,1-4 0,6-4 0,0-4 0,9 1 0,-2-7 0,12 7 0,9-3 0,9-1 0,6 7 0,11-13 0,4 9 0,-3-7 0,8 6 0,-3 3 0,-2 2 0,0 4 0,0 4 0,-7 7 0,-5 13 0,-12 4 0,-2 11 0,-10 4 0,-7 4 0,-21 17 0,-13 5 0,-13 19-213,16-42 1,0 1 0,2 4 0,2 1 212,-1-3 0,1 0 0,3 1 0,1-1 0,-26 46 0</inkml:trace>
  <inkml:trace contextRef="#ctx0" brushRef="#br0" timeOffset="36">3761 559 8912,'0'-8'0,"2"10"0,2 15 0,3 13 0,6 15 0,-5 6 0,3 5 0,2 8 0,6 3 0,0 1 0,1 5 0,-1-7 0,0-1 0,-2-7 0,-2-7 0,-2-6 0,-9-13 0,11-4 0,-8-9 0,-1-8 0,3-20 0,2-12 0</inkml:trace>
  <inkml:trace contextRef="#ctx0" brushRef="#br0" timeOffset="37">4243 521 8912,'0'19'0,"-2"-2"0,-5-4 0,5 4 0,-6-6 0,8 8 0,2 0 0,4 1 0,-1 7 0,7 6 0,1 3 0,0 5 0,0 4 0,0-2 0,6 8 0,-6-2 0,0 3 0,-7 1 0,5-8 0,-2-2 0,3-2 0,-5-3 0,-1-8 0,-6-4 0,0-13 0,-17-5 0,-4-8 0</inkml:trace>
  <inkml:trace contextRef="#ctx0" brushRef="#br0" timeOffset="38">3857 1060 8912,'-13'18'0,"1"-6"0,-1 6 0,2-16 0,11 6 0,11-8 0,10 0 0,7-2 0,11-4 0,8-5 0,11-8 0,-1-1 0,3 1 0,3 0 0,1 0 0,-8 8 0,-9-6 0,-9 6 0,1 0 0,-1-6 0,-8 13 0,-4-9 0,-13 0 0,-4-6 0</inkml:trace>
  <inkml:trace contextRef="#ctx0" brushRef="#br0" timeOffset="39">4937 906 8912,'-13'-17'0,"1"2"0,-3 2 0,-3 0 0,-1 3 0,0 3 0,0-3 0,6 7 0,0-1 0,-2 8 0,0 7 0,2 8 0,-4 1 0,15 8 0,-5 6 0,5 9 0,2-3 0,0 14 0,0-9 0,0-2 0,9 6 0,1-10 0,10 1 0,-1-5 0,9-12 0,-5-1 0,7-12 0,-2-1 0,7-5 0,-3-10 0,-4-14 0,6-10 0,-8-8 0,-3-1 0,-10-8 0,2 4 0,-9-6 0,-1 2 0,-12 2 0,-6 6 0,-12 1 0,-5 8 0,-9 4 0,1 5 0,-1 10 0,3 2 0,3 9 0,6 9 0,9 4 0,6 4 0,3 11 0,9-7 0,0 5 0,17 4 0,5 0 0</inkml:trace>
  <inkml:trace contextRef="#ctx0" brushRef="#br0" timeOffset="40">5284 926 8912,'11'-13'0,"-4"0"0,-5 9 0,-2-5 0,-7 11 0,1 5 0,-3 5 0,5 12 0,-2 2 0,-1 8 0,7-11 0,0 10 0,0 1 0,0-6 0,2 6 0,5-8 0,3-1 0,10-5 0,-1-1 0,0-8 0,3 4 0,1-9 0,3-2 0,0-10 0,-5 2 0,1-11 0,-3-7 0,4 3 0,-18-15 0,5 6 0,-1-2 0,-3-2 0,1 2 0,-1 4 0,-1 5 0,-3 1 0,-2 10 0,0 3 0,2 14 0,4 5 0,-4 14 0,5 6 0,4 5 0,-3 1 0,7 1 0,-2-1 0,0 1 0,8-9 0,5-4 0,-5-7 0,5-6 0,-2-5 0,-1-10 0,3-4 0,0-5 0,-9-17 0,-4-4 0,-7-4 0,-2-3 0,3 1 0,-5-10 0,7 8 0,-12-5 0,-3 4 0,-5 3 0,-6-1 0,2 3 0,4 3 0,3 8 0,1 3 0,7 3 0,0 0 0</inkml:trace>
  <inkml:trace contextRef="#ctx0" brushRef="#br0" timeOffset="41">6731 926 8912,'-19'-9'0,"-1"-4"0,3-4 0,4-2 0,-4-1 0,15 8 0,-4-1 0,3 8 0,3 5 0,0 11 0,0 11 0,0 3 0,9 5 0,-5 9 0,9-1 0,-6 7 0,3-2 0,-1-6 0,6 1 0,-11-8 0,7 7 0,-3-5 0,-1-4 0,-7-9 0,0 0 0,0 0 0,0-10 0,0-9 0,0-13 0,0-10 0,0-10 0,0-12 0,0 5 0,6-14 0,1 7 0,-1 2 0,1 2 0,-1 7 0,9 10 0,-11-8 0,9 8 0,-6 7 0,5 10 0,3 7 0,3 11 0,-6 8 0,1 9 0,-8 4 0,5 6 0,-5-2 0,1-2 0,0 0 0,3-2 0,-7-2 0,5-8 0,-5-1 0,0 0 0,4 0 0,3-16 0,4-10 0,2-10 0,-9-9 0,9-4 0,-4-8 0,8-1 0,0 1 0,1 1 0,-1 5 0,0-4 0,7 14 0,2-1 0,0 8 0,2 8 0,0 5 0,-7 4 0,3 5 0,-11 10 0,-2 9 0,-2 8 0,1-2 0,-5 4 0,4-6 0,1-4 0,1 2 0,7-2 0,-5-7 0,10-6 0,5-9 0,0 5 0</inkml:trace>
  <inkml:trace contextRef="#ctx0" brushRef="#br0" timeOffset="42">7695 887 8912,'-2'-13'0,"-4"0"0,1 7 0,-7-7 0,-1 9 0,-7-3 0,-1 5 0,-3 2 0,-1 0 0,-3 11 0,2 8 0,5 3 0,-5 8 0,4-3 0,12 8 0,1-5 0,1 0 0,5 6 0,-3-4 0,4-4 0,2-2 0,2-7 0,4-6 0,-1 2 0,8-9 0,-1 1 0,8-7 0,-1 0 0,0-9 0,1-4 0,-1-4 0,0-2 0,-2 0 0,-2-1 0,-2 1 0,0 0 0,6 2 0,1 4 0,-7-2 0,-1 8 0,3 3 0,3 2 0,-8 2 0,7 0 0,-12 8 0,5 5 0,-1 4 0,6-6 0,-4 6 0,8-6 0,0 0 0,1-3 0,-1-8 0</inkml:trace>
  <inkml:trace contextRef="#ctx0" brushRef="#br0" timeOffset="43">8004 906 8912,'-9'-10'0,"7"-8"0,-6 16 0,8-6 0,0 16 0,0 3 0,0 8 0,0 1 0,0 1 0,0 5 0,0-3 0,0 9 0,8 0 0,-6 1 0,5-3 0,-5-3 0,-2-3 0,0-3 0,-9-1 0,7-1 0,-6-10 0,8-12 0,0-14 0,0-4 0,0-11 0,8 0 0,1-5 0,6 3 0,-2 2 0,-1 8 0,8-4 0,-1 9 0,0 2 0,1 4 0,-1 7 0,0 4 0,0 2 0,1 0 0,-1 2 0,0 6 0,-2 9 0,-2 7 0,-2-1 0,-6-1 0,6-3 0,-7 0 0,7 1 0,-9-10 0,7 5 0,-5-8 0,-4-1 0,16-6 0,-8 0 0</inkml:trace>
  <inkml:trace contextRef="#ctx0" brushRef="#br0" timeOffset="44">8428 810 8912,'0'13'0,"0"0"0,0-9 0,0 13 0,0-6 0,0 8 0,0-6 0,0 0 0,7 0 0,1 6 0,1 0 0,1-2 0,1-4 0,2 4 0,6-15 0,1 5 0,5-5 0,1-2 0,6-2 0,-6-5 0,6-3 0,-4-12 0,2-4 0,-7 5 0,5-15 0,-8 4 0,-1-3 0,-2 1 0,-4 2 0,-5 17 0,-5-9 0,3 18 0,-4-1 0,7 31 0,-9 8 0,-2 26 0,-3 8 0,-1 14 0,-1 14 0,7 9-230,0-48 1,0 1 0,3 49 229,0-50 0,0-1 0,-1 53 0,5-4 0,-5-21 0,-2-7 0,0-17 0,-9-13 0,-4-15 0,-6-11 0,-7-11 0,-4-5 0,-2-8 0,0-8 0,-7-10 0,-6-22 0,9 0 0,10-13 0,5 4 0,4-12 0,4 2 344,6 0 0,5 1-344,2 12 0,9-3 0,6 9 0,8 3 0,10 3 0,12 7 0,4-5 0,17 14 0,5-9 0,13 0 0,3-7 0</inkml:trace>
  <inkml:trace contextRef="#ctx0" brushRef="#br0" timeOffset="45">9971 868 8912,'0'-22'0,"0"-1"0,0-3 0,0 2 0,0 3 0,0 2 0,0-1 0,6 1 0,1 0 0,-1 10 0,-6 11 0,0 16 0,0 9 0,0 21 0,0 3 0,0 5 0,0 2 0,0 6 0,0 0 0,0-2 0,0-10 0,0 8 0,0-7 0,0 1 0,0-9 0,0 2 0,0-11 0,0-4 0,9-4 0,-7-17 0,15-20 0,-6-12 0</inkml:trace>
  <inkml:trace contextRef="#ctx0" brushRef="#br0" timeOffset="46">9894 771 8912,'-19'-13'0,"-1"1"0,1 7 0,8-12 0,3 15 0,25-7 0,9 9 0,8 0 0,4 0 0,7 0 0,0 0 0,7 0 0,-7 0 0,-7 3 0,-5 3 0,-10-2 0,3 9 0,-7 0 0,-6 6 0,-4 3 0,-9 3 0,-15 3 0,-5 4 0,-12 9 0,0-9 0,-11 9 0,-2-9 0,7 2 0,5-2 0,10-4 0,-5-8 0,9-1 0</inkml:trace>
  <inkml:trace contextRef="#ctx0" brushRef="#br0" timeOffset="47">10588 887 8912,'-8'11'0,"5"6"0,-5-15 0,6 13 0,-5-9 0,5 9 0,-4-2 0,4 4 0,2 3 0,0-1 0,0 0 0,6 3 0,3 1 0,1 3 0,3 0 0,0-7 0,0 0 0,0-8 0,15 6 0,2-6 0</inkml:trace>
  <inkml:trace contextRef="#ctx0" brushRef="#br0" timeOffset="48">10781 540 8912,'-39'11'0,"3"6"0,4-4 0,-2 6 0,8 4 0,2 3 0,3 8 0,10-6 0,5 7 0,4-3 0,2-9 0,8 3 0,5-13 0,6-5 0,7-8 0,-2-2 0,8-4 0,-7-11 0,8-9 0,-10-8 0,3 2 0,-13-5 0,-7-1 0,3-1 0,-3 0 0,1 9 0,-7 5 0,-9 5 0,-4 8 0,-6 3 0,-7 9 0,3 4 0,-10 9 0,3 11 0,-2 21 0,4-2 0,9 8 0,8 0 0,3 7 0</inkml:trace>
  <inkml:trace contextRef="#ctx0" brushRef="#br0" timeOffset="49">11070 906 8912,'11'-8'0,"-2"-3"0,-9-2 0,0 0 0,0 9 0,0-2 0,0 12 0,0 13 0,0 13 0,0 11 0,0 2 0,0 9 0,0-3 0,0 11 0,0 3 0,0-1 0,0 2 0,2 3 0,4-1 0,-4-1 0,5-9 0,-5-11 0,-2-9 0,0-8 0,-9-10 0,-1-1 0</inkml:trace>
  <inkml:trace contextRef="#ctx0" brushRef="#br0" timeOffset="50">11090 829 8912,'19'9'0,"-6"-7"0,0 4 0,-7-4 0,7-2 0,2 0 0,2 0 0,4 0 0,3 3 0,2 3 0,2-4 0,-3 5 0,-3 3 0,3 3 0,-3-4 0,-9 8 0,0-4 0,-9 4 0,2 2 0,-12 2 0,-9 3 0,-9 2 0,-6 8 0,-8-10 0,-1 6 0,1-3 0,-1-1 0,-8-7 0,-2 1 0</inkml:trace>
  <inkml:trace contextRef="#ctx0" brushRef="#br0" timeOffset="51">11649 1099 8912,'-13'0'0,"0"0"0,7 0 0,-7 0 0,9 0 0,-5 0 0,9 0 0,9 0 0,1-2 0,10-2 0,1-5 0,5-2 0,-5-2 0,9-4 0,-4 4 0,-11-4 0,4 4 0,-6-4 0,0-2 0,-5 0 0,-10 8 0,-4 5 0,-7 4 0,-4 10 0,-5 5 0,-3 13 0,3-3 0,-3 9 0,3 7 0,5 6 0,4-2 0,-2 4 0,9-2 0,-1 0 0,16-7 0,4 1 0,10-9 0,3-4 0,15-11 0,-1-5 0,8-1 0,3-13 0,7-16 0,0-7 0,0-12 0,-1 0 0,-7-1 0,-5-5 0,-7 4 0,-6-4 0,-4 2 0,-8-2 0,-10 7 0,-3-1 0,-5 9 0,-2 11 0,-9 8 0,-1 3 0,-8 16 0,6 5 0,3 6 0,9 7 0,9-3 0,3 10 0,6-8 0,1 5 0,0-2 0,0 6 0,1-12 0,-1 4 0,-8 1 0,-5-1 0,-4 0 0,-2-7 0,-10 7 0,-10 0 0,-16-1 0,-16-5 0,-10-1 0,-2 0 0,-9-8 0,5-3 0,-10-8 0</inkml:trace>
  <inkml:trace contextRef="#ctx0" brushRef="#br0" timeOffset="52">14175 771 8912,'11'-13'0,"-4"1"0,-5-3 0,-2-3 0,0-1 0,0 0 0,0 12 0,0 14 0,0 16 0,0 14 0,0 8 0,0 6 0,-2 7 0,-3 4 0,-1 2 0,-1 7 0,7-7 0,-6-1 0,0-12 0,-1-4 0,7-8 0,0-9 0,0-11 0,2-13 0,3-16 0,1-16 0,9-13 0,-11-21 0,7-4 0,-2-7 0,3 5 0,-5 2 0,8 4 0,-11 8 0,7 5 0,-3 7 0,7 5 0,-4 25 0,15 18 0,0 18 0,6 17 0,-7 8 0,10 7 0,-3 2 0,4-2 0,11 4 0,-4-17 0,9 0 0,-7-2 0,6-20 0,3-6 0,-7 3 0,0-18 0,-8 4 0,-9-12 0,-5-7 0,-10-4 0,-2-2 0,-9-3 0,3-4 0,-5-4 0,-2-8 0,-2-1 0,-5 1 0,-1 1 0,-5 5 0,-4-2 0,4 8 0,-4 9 0,-2 11 0,-7 4 0,0 2 0,0 10 0,7 9 0,6 9 0,0 13 0,-2 4 0,7-4 0,-1 12 0,9-8 0,0 2 0,2-4 0,5 2 0,4 0 0,16-8 0,6-5 0,5-4 0,7-9 0,-2-8 0,8-5 0,-8-14 0,4-12 0,1-10 0,-10-6 0,1-3 0,-1 9 0,-16-6 0,3 4 0,-3-5 0,-3-1 0,-8 8 0,-5 4 0,-4 5 0,-10-7 0,-3 13 0,-8-5 0,0 14 0,-1 0 0,1 3 0,0 3 0,-5 9 0,5 4 0,-3 10 0,16 3 0,0 6 0,6-6 0,0 6 0,0-6 0,6 2 0,5-5 0,6 3 0,-2-9 0,21 0 0,-4-6 0,5 0 0,10-3 0,2-8 0,9-2 0,0-4 0,-7-3 0,1-4 0,-1-12 0,5 12 0,-5-13 0,5-13 0,-7-1 0</inkml:trace>
  <inkml:trace contextRef="#ctx0" brushRef="#br0" timeOffset="53">16162 1041 8912,'-28'-8'0,"-2"5"0,-9-3 0,1 4 0,-1 4 0,1 4 0,-1 5 0,1 8 0,-1 9 0,9 2 0,4 9 0,7-1 0,6 1 0,5-7 0,8 0 0,0-6 0,0 6 0,8-10 0,7-1 0,9-6 0,-3-11 0,13 3 0,-8-14 0,8-3 0,-1-10 0,-3-8 0,0-4 0,-3-4 0,8-11 0,-14 0 0,5-5 0,-5-4 0,-1 5 0,-10-7 0,-3-6 0,-5-2 0,-2-5 0,0 7 0,0 12 0,-7 14 0,-1 14 0,-3 9 0,5 9 0,-7 12 0,9 22 0,-5 13 0,9 16 0,0 1 0,2 7 0,5-1 0,-3 6 0,9-5 0,0-1 0,2-8 0,4-5 0,-4-4 0,13-10 0,0-5 0,-5-6 0,9-14 0,0-3 0,16-18 0,1-10 0,9-11 0</inkml:trace>
  <inkml:trace contextRef="#ctx0" brushRef="#br0" timeOffset="54">17338 405 8912,'-13'-13'0,"1"0"0,5 9 0,-6-3 0,0 5 0,-6 11 0,6 12 0,0 18 0,9 4 0,-2 12 0,4 5 0,2 9 0,0-5 0,8 9 0,5-2 0,-2 2 0,2-3 0,-3 1 0,3-13 0,-4 4 0,-3-19 0,1 8 0,-3-16 0,-11-5 0,-5-13 0,-14-9 0,-4-8 0</inkml:trace>
  <inkml:trace contextRef="#ctx0" brushRef="#br0" timeOffset="55">17068 1099 8912,'0'-30'0,"0"-4"0,0 8 0,0 0 0,0 7 0,0 0 0,0 6 0,2 2 0,5 3 0,6-1 0,12 3 0,8 4 0,12-5 0,4 5 0,15 2 0,-2-2 0,-6-5 0,2 5 0,-17-6 0,4 6 0,-5-5 0,-10 5 0,-2-7 0,-9 9 0,-8 0 0,-4 9 0,-14 4 0,3 6 0,-9 7 0,9-5 0,-7 16 0,5-5 0,3-4 0,-3-3 0,4-3 0,2-3 0,0 0 0,0 1 0,8-10 0,5-3 0,4-5 0,3-2 0,6-9 0,-1-4 0,7-12 0,-6-7 0,-2 2 0,-9-5 0,-2-5 0,-9 8 0,2-7 0,-12 13 0,-13-2 0,-14 9 0,-3 2 0,-3 4 0,1 7 0,-1 12 0,1 7 0,8 4 0,2 5 0,11 1 0,4 3 0,4 0 0,20-9 0,8-5 0,18 6 0,12-8 0</inkml:trace>
  <inkml:trace contextRef="#ctx0" brushRef="#br0" timeOffset="56">18881 424 8912,'-10'-28'0,"-8"7"0,8-5 0,-1 5 0,2 10 0,1-6 0,-1 23 0,-4 3 0,7 12 0,2 18 0,-3 12 0,5 5 0,-4 2 0,4 8 0,2-4 0,0 7 0,0-3 0,6-1 0,0-7 0,1-1 0,-7-1 0,0-7 0,0-10 0,0-9 0,-2-11 0,-5 0 0,5-10 0,-4-9 0,4-17 0,2-15 0,8-7 0,5-6 0,6-2 0,7-4 0,-2-3 0,8 9 0,-7 0 0,8 7 0,-10 8 0,11 2 0,-8 8 0,8 8 0,-1-1 0,1 11 0,0 4 0,-2 15 0,-8 2 0,2 20 0,-14-1 0,-3 1 0,-9 6 0,-2-2 0,-7-1 0,-10 3 0,-9 0 0,-10-8 0,-1-3 0,0-2 0,1-8 0,-1 2 0,3-11 0,4-3 0,12-7 0,3-5 0,15-20 0,-6-10 0</inkml:trace>
  <inkml:trace contextRef="#ctx0" brushRef="#br0" timeOffset="57">19576 733 8912,'-20'0'0,"1"0"0,0 0 0,8 8 0,5 5 0,3-2 0,3 2 0,0 0 0,0 6 0,15-8 0,5-5 0,1-4 0,9-2 0,2 0 0,5-8 0,1-5 0,-8-4 0,-4-3 0,0-1 0,-7-5 0,5-4 0,-22-8 0,2 1 0,-8 5 0,-9 4 0,-13 9 0,-12 8 0,-10 3 0,-3 8 0,-3 17 0,9 11 0,3 12 0,-8 18 0,18 4 0,0 9 0,17-7 0,9 7 0,3 2 0,21-15 0,7-7 0,20-12 0,13-14 0,9 1 0,10-24 0,0 5 0,0-20 0,0-7 0,-8-20 0,-3-1 0</inkml:trace>
  <inkml:trace contextRef="#ctx0" brushRef="#br0" timeOffset="58">21504 656 8912,'-17'-9'0,"2"-2"0,4-2 0,3 1 0,3-3 0,3-3 0,4 6 0,5 1 0,6 2 0,4 5 0,11 10 0,4 7 0,-2 13 0,0 6 0,-2 5 0,-3-1 0,-5-4 0,-3 5 0,-4-5 0,2 4 0,-9 3 0,1-7 0,-7-2 0,0-2 0,-3-3 0,-3-5 0,-5-1 0,-8-8 0,0-5 0,-1-12 0,1-9 0,0-9 0,2-6 0,4-8 0,4-7 0,9 0 0,0-9 0,2 13 0,5-4 0,4 5 0,8 1 0,9 9 0,4 4 0,4 5 0,3 10 0,-3 3 0,-4 8 0,5 0 0,1 0 0,12 0 0</inkml:trace>
  <inkml:trace contextRef="#ctx0" brushRef="#br0" timeOffset="59">22237 868 8912,'-19'8'0,"-1"5"0,3-2 0,4 2 0,-4-9 0,15 13 0,-6-15 0,16 7 0,-1-11 0,12-5 0,-4-3 0,11-10 0,1-1 0,-1-3 0,-2-1 0,-3-10 0,-8 14 0,0-5 0,-9-2 0,3 3 0,-5 1 0,-2 3 0,-9 8 0,-4 2 0,-6 2 0,-5 5 0,-1 2 0,-10 17 0,3 4 0,4 16 0,3 3 0,5 3 0,8 10 0,3 1 0,11-1 0,5-2 0,8-2 0,10-4 0,14-2 0,2-11 0,10-4 0,-8-13 0,10-5 0,-8-8 0,7-8 0,-7-7 0,-2-9 0,-11-6 0,2-9 0,-8 1 0,-9 1 0,-11 3 0,-3 2 0,-3 0 0,0 0 0,0 0 0,-9 8 0,-4-2 0,5 14 0,-3 5 0,4 14 0,5 5 0,-4 16 0,4 11 0,2 8 0,2 17 0,2 3 0,5 1 0,1 5 0,5 2 0,3 2 0,1 0 0,0 0 0,-2-8 0,-4-5 0,2-12 0,-6-10 0,1-7 0,-5-7 0,1-11 0,-12-4 0,-5-13 0,-8-13 0,-1-22 0,1-5 0</inkml:trace>
  <inkml:trace contextRef="#ctx0" brushRef="#br0" timeOffset="60">22623 868 8912,'0'-20'0,"0"10"0,8-7 0,3 6 0,17 0 0,4 5 0,4 4 0,18-5 0,4 1 0,4-1 0,-6 9 0,-5 5 0,-6 8 0,-8 6 0,-12 5 0,-7 15 0,-18-3 0,-18 14 0,-7-1 0,-18 5 0,-9 2 0,-3-3 0,-3-3 0,0-14 0,6-3 0,5-12 0,7-6 0,-3-6 0,13-11 0</inkml:trace>
  <inkml:trace contextRef="#ctx0" brushRef="#br0" timeOffset="61">23336 463 8912,'7'-20'0,"-1"1"0,1 0 0,-7 8 0,0 7 0,0 17 0,-9 0 0,7 25 0,-7 1 0,3 12 0,0 9 0,1 4 0,3 9 0,2-2 0,0-5 0,0 14 0,2-10 0,5-3 0,6-7 0,4-9 0,2-6 0,0-13 0,1-4 0,-1-9 0</inkml:trace>
  <inkml:trace contextRef="#ctx0" brushRef="#br0" timeOffset="62">23915 906 8912,'-6'-13'0,"-3"1"0,-2-3 0,-2 6 0,-6 0 0,0 9 0,0 0 0,-7 9 0,-2 4 0,0 6 0,0 7 0,3-3 0,5 9 0,10 1 0,-5-1 0,6-2 0,-2-2 0,7-3 0,-5 3 0,9-6 0,0 3 0,9-12 0,4-6 0,4-5 0,4-4 0,5-5 0,2-4 0,4-8 0,5-9 0,-14 7 0,7-7 0,-2 2 0,-4 1 0,-3 1 0,-4 3 0,-4 1 0,4 7 0,-4 1 0,-2 9 0,2 3 0,-9 9 0,4 17 0,-8-1 0,0 8 0,0-8 0,3 1 0,1 0 0,2-1 0,9 1 0,-2-7 0,-2-6 0,2 0 0,0-9 0,6 5 0,0-18 0,0-1 0</inkml:trace>
  <inkml:trace contextRef="#ctx0" brushRef="#br0" timeOffset="63">24378 829 8912,'-19'0'0,"-1"0"0,1 0 0,0 2 0,-1 5 0,8-3 0,-1 9 0,0 0 0,2 12 0,5 1 0,4 10 0,2 3 0,0 0 0,0 8 0,0 0 0,10-6 0,10 4 0,-1-5 0,17-8 0,-4-4 0,5-6 0,1 1 0,1-21 0,2 5 0,4-5 0,-5-11 0,14-10 0,-9-13 0,-2-4 0,-11-3 0,2 0 0,-8 1 0,-2-1 0,-12 1 0,-5-1 0,-5 1 0,-11 1 0,-6 5 0,-8 9 0,-9 8 0,-5 8 0,-1 7 0,-1 7 0,1 3 0,5 18 0,3 4 0,5 5 0,5 1 0,5 1 0,11-1 0,-4-6 0,8 1 0,15-3 0,8 2 0,11-7 0,1-3 0,18-11 0,-6-5 0,3-4 0,1-2 0,-2 0 0,7-8 0,-22-10 0,5-7 0,4-10 0,6 5 0</inkml:trace>
  <inkml:trace contextRef="#ctx0" brushRef="#br0" timeOffset="64">25631 906 8912,'-45'0'0,"0"0"0,-2 0 0,2 0 0,5 0 0,-20 9 0,8 4 0,1 6 0,12 7 0,9-3 0,4 9 0,5 3 0,4 1 0,4 3 0,7-7 0,12 0 0,5-9 0,17 5 0,2-11 0,2-4 0,0-6 0,2-5 0,3-2 0,8-2 0,0-5 0,-7-10 0,-6-11 0,3-2 0,-5-4 0,2-11 0,-9 4 0,-1-14 0,-9 3 0,-9-6 0,2-8 0,-4-9 0,-2-6 0,0-1 0,-8 11 0,-5 7 0,-4 19 0,-2 7 0,-1 20 0,1 18 0,2 24 0,4 21 0,4 13 0,9 13 0,0 6 0,3 4 0,1 3 0,2-3 0,9-4 0,-2-6 0,6-5 0,5-10 0,2-5 0,8-6 0,-2-12 0,-4-6 0,6-18 0,-8-9 0,8-17 0,-4-13 0</inkml:trace>
  <inkml:trace contextRef="#ctx0" brushRef="#br0" timeOffset="65">26403 521 8912,'0'-20'0,"0"1"0,0 6 0,0 0 0,2 7 0,4-7 0,-3 9 0,5-5 0,1 9 0,4 0 0,-5 9 0,9 4 0,-4 12 0,2 7 0,0 5 0,-2 1 0,-7 10 0,7 3 0,-8 5 0,3-5 0,-6 1 0,5 1 0,-5-6 0,6 2 0,-10-8 0,-2 0 0,-5-5 0,-1 1 0,-3-9 0,-6-1 0,-1-7 0,1-1 0,0 0 0,-1 1 0</inkml:trace>
  <inkml:trace contextRef="#ctx0" brushRef="#br0" timeOffset="66">26441 1427 8912,'-12'19'0,"-1"0"0,-2 1 0,-11-1 0,5 2 0,-5 5 0,4-4 0,3 3 0,8-3 0,5-3 0,4 0 0,6-2 0,9-4 0,8-4 0,18-9 0,2-5 0,4-7 0,-5-1 0,8-17 0,-10 4 0,-8 3 0,-4-10 0,-5 8 0,-1-7 0,-12 2 0,-8-3 0,-11 8 0,-16 10 0,-12 2 0,-8 9 0,-11-5 0,0 9 0,-8 9 0,-3 1 0</inkml:trace>
  <inkml:trace contextRef="#ctx0" brushRef="#br0" timeOffset="67">16644 6729 8912,'-13'7'0,"0"-1"0,7 0 0,-7-6 0,-2 0 0,-2 0 0,4 0 0,0 0 0,9 0 0,-5 0 0,11 0 0,5 3 0,6 3 0,4-4 0,2 7 0,3-9 0,3 0 0,-3 0 0,14 6 0,-2 1 0,9-3 0,7-2 0,7-2 0,1 0 0,7 0 0,-1 0 0,7 0 0,-7 0 0,-2 0 0,-2 0 0,-4-6 0,-5-1 0,-12-6 0,-14 7 0,-3-9 0,-11 13 0,-3-7 0,-10 9 0,-4 0 0,-5 0 0,-8 0 0,-1 0 0,1 0 0,0 2 0,-1 5 0,1-5 0,0 4 0,8 5 0,3 0 0</inkml:trace>
  <inkml:trace contextRef="#ctx0" brushRef="#br0" timeOffset="68">17435 6228 8912,'-9'11'0,"-4"-5"0,-4-4 0,-2-2 0,8 0 0,3-2 0,8-4 0,0 3 0,0-5 0,0 8 0,2 0 0,2 2 0,2 4 0,9-3 0,-4 14 0,8-7 0,1 1 0,-1 6 0,9-6 0,2 8 0,0 1 0,15-1 0,-13 0 0,15 3 0,0 3 0,3-3 0,1 8 0,-2-7 0,-1 3 0,-3 8 0,-9-6 0,-4 4 0,-10 5 0,-10-5 0,-7 2 0,1 0 0,-4-2 0,-10 1 0,-9 5 0,-9 1 0,-15-3 0,3-4 0,-12 11 0,3-4 0,-2 1 0,6 1 0,-4-9 0,8 0 0,9-2 0,4 3 0,5-8 0,2-12 0,8-4 0,2-9 0,20 0 0,8 0 0,1 0 0,25-17 0,-5-5 0</inkml:trace>
  <inkml:trace contextRef="#ctx0" brushRef="#br0" timeOffset="69">19151 6363 8912,'2'-11'0,"5"5"0,-5 12 0,4 7 0,-3 4 0,3 11 0,0 6 0,-1 9 0,-3 9 0,-2 10 0,0 4 0,0 0 0,0 1 0,-2-3 0,-3-8 0,-1-3 0,2-1 0,-7-9 0,9-5 0,-7-18 0,1-20 0,-3-11 0</inkml:trace>
  <inkml:trace contextRef="#ctx0" brushRef="#br0" timeOffset="70">19093 6517 8912,'0'-19'0,"0"0"0,0-1 0,0 1 0,0 0 0,0 8 0,15-4 0,9 6 0,10-1 0,1 5 0,29-10 0,0 9 0,15 0 0,5 6 0,-9 10 0,-15 10 0,-13 10 0,-10 15 0,-29 6 0,-8 13 0,-21 3 0,-24 3 0,-7 3-277,-18-9 1,-1 9 276,-6-2 0,8-11 0,7-2 0,8-2 0,7-9 0,17-2 0,5-13 0,12-13 0,13-13 0,13-12 0,4-7 0,11-21 0,2 2 0,8-15 0</inkml:trace>
  <inkml:trace contextRef="#ctx0" brushRef="#br0" timeOffset="71">19846 6826 8912,'-20'0'0,"3"-3"0,4-3 0,5 4 0,-1-7 0,7 18 0,-7 2 0,9 8 0,7 0 0,-1 0 0,9 7 0,-2 0 0,4-3 0,-6-1 0,13-3 0,-5-2 0,2-4 0,1 4 0,3-15 0,1 5 0,2-5 0,-2-2 0,-7-9 0,0-3 0,-2-8 0,-10-5 0,6 1 0,-7-6 0,-2 2 0,-10 2 0,-11 1 0,-9-1 0,-8 2 0,2 12 0,2 3 0,-2 9 0,2 0 0,-3 0 0,1 2 0,13 5 0,4 3 0,15 10 0,0-1 0,0 0 0</inkml:trace>
  <inkml:trace contextRef="#ctx0" brushRef="#br0" timeOffset="72">20366 6806 8912,'0'20'0,"0"-8"0,0 1 0,-8-8 0,6 12 0,-7-15 0,9 6 0,2-8 0,5 0 0,5 0 0,6 0 0,3-2 0,5-4 0,-5-3 0,5-4 0,-7-4 0,-6 4 0,4-4 0,-15-2 0,5 0 0,-7-1 0,-7 1 0,1 2 0,-11 2 0,-5 2 0,-1 9 0,-3-5 0,0 9 0,-6 9 0,6 4 0,-6 12 0,7 8 0,-1 3 0,7 3 0,8 8 0,4 4 0,5 5 0,2 2 0,11-9 0,8-4 0,13-6 0,20-7 0,-1-7 0,14-12 0,-5-6 0,-3-14 0,1-10 0,-2-13 0,-5-6 0,-3 1 0,-12-12 0,-4 9 0,-4-3 0,-9-4 0,-8 4 0,-5-4 0,-3 5 0,-3 1 0,0 3 0,0 3 0,0 8 0,0 3 0,-3 12 0,-3 3 0,4 7 0,-5 7 0,5 5 0,2 16 0,0 11 0,0-1 0,2 12 0,5-5 0,-3-5 0,9 5 0,-2 3 0,2-3 0,4 0 0,-4-7 0,-5 1 0,-1-1 0,-5-8 0,-2-4 0,-9 2 0,-4-3 0,-10 1 0,-3-7 0,-8-6 0,2 0 0,-3-9 0,3 3 0,-4-5 0,6-2 0</inkml:trace>
  <inkml:trace contextRef="#ctx0" brushRef="#br0" timeOffset="73">22546 6459 8912,'0'-13'0,"0"1"0,0 7 0,0-3 0,0 10 0,0 4 0,0 7 0,0 6 0,0 7 0,0 4 0,0 9 0,0 1 0,0 5 0,0 5 0,0 7 0,0 1 0,-3-2 0,-3 0 0,-5-3 0,-2 1 0,1-7 0,7-13 0,-10-6 0,9-9 0,2 1 0,1-10 0,3-3 0,0-14 0,0-10 0,0-8 0,7-10 0,-1 3 0,9-4 0,-2-3 0,4 9 0,3 4 0,-1-1 0,0 1 0,0 2 0,1 11 0,1-2 0,5 9 0,-5 0 0,5 6 0,-5 0 0,-1 0 0,-1 8 0,0 5 0,-8 6 0,-5 7 0,-3 4 0,-3 9 0,-3-1 0,-3 1 0,-7 6 0,-13 0 0,-1 2 0,-6-2 0,-3-11 0,4 5 0,6-14 0,7 1 0,0-7 0,6-6 0,4-6 0,3-14 0,-3-12 0,3-13 0,8-13 0,9-4 0</inkml:trace>
  <inkml:trace contextRef="#ctx0" brushRef="#br0" timeOffset="74">23047 6806 8912,'0'20'0,"0"-1"0,9 9 0,-1-5 0,7 9 0,-2 3 0,0 1 0,6 3 0,1-1 0,5-1 0,1-5 0,0-4 0,-7-9 0,7-2 0,-1-4 0,1-7 0,-7-12 0,-1-7 0,-6-13 0,3-4 0,-8-8 0,1-1 0,-1 1 0,-5-1 0,4 3 0,-3 4 0,-3 4 0,0 8 0,0 1 0,-9 0 0,7 8 0,-7 11 0,9 13 0,2 13 0,5 6 0,-5 4 0,4 3 0,-1 6 0,1 0 0,-2 0 0,9-7 0,0-1 0,6-5 0,1-6 0,-1-13 0,2 2 0,3-9 0,2-2 0,-1-10 0,-5-7 0,-1-13 0,0-2 0,1-4 0,-3-4 0,-4 4 0,-5 2 0,-8-2 0,0 2 0,0-3 0,0 6 0,0 7 0,0 1 0,0 0 0,0 10 0,0 9 0,7 11 0,-1 15 0,7-3 0,-5 9 0,3 3 0,-7 1 0,11 0 0,-6-1 0,2-3 0,-7 0 0,11-2 0,-9-4 0,-1-5 0,5-2 0,-5-8 0,8-5 0,-9-3 0,13-3 0,-8-9 0,3-4 0,6-6 0,-6-7 0,-3 5 0,8-24 0,-6 4 0</inkml:trace>
  <inkml:trace contextRef="#ctx0" brushRef="#br0" timeOffset="75">23741 6401 8912,'-19'9'0,"-7"0"0,1 6 0,1-3 0,3 1 0,4 9 0,2 1 0,2 3 0,8 0 0,-1-7 0,12-2 0,7-4 0,4-4 0,9-9 0,0 0 0,-3 0 0,-1 0 0,1-9 0,-3-4 0,1-10 0,-14-3 0,-1 0 0,-6 7 0,0 6 0,0 0 0,0 9 0,-9-5 0,-3 9 0,3 0 0,0 0 0,1 9 0,-3 2 0</inkml:trace>
  <inkml:trace contextRef="#ctx0" brushRef="#br0" timeOffset="76">24069 6479 8912,'0'-20'0,"0"1"0,0 6 0,0 0 0,0 9 0,-6-2 0,-1 12 0,1 15 0,6 18 0,-2 4 0,-5 15 0,5-3 0,-4 16 0,4-7 0,2 7 0,0-9 0,0 2 0,8-12 0,3-7 0,0-4 0,6-11 0,2-3 0,11-7 0</inkml:trace>
  <inkml:trace contextRef="#ctx0" brushRef="#br0" timeOffset="77">24532 6826 8912,'-38'0'0,"-1"0"0,0 0 0,1 8 0,1-4 0,5 9 0,-2 0 0,8 6 0,3 1 0,1 8 0,12-1 0,3 8 0,5-3 0,2 9 0,0-7 0,2 4 0,5-1 0,3-9 0,10-7 0,-1-8 0,0-9 0,0 3 0,7-7 0,0-7 0,2-6 0,-3-12 0,-3-5 0,4-9 0,-5 1 0,-2-1 0,1-6 0,-1 0 0,-6-2 0,0 2 0,-7-4 0,5-9 0,-3 0 0,-1 0 0,-7 2 0,0 5 0,0 6 0,0 13 0,0 4 0,-7 19 0,1 9 0,-3 20 0,3 18 0,4 16 0,-5 10 0,-1 7 0,1-7 0,1 7 0,6-7 0,0 5 0,0-12 0,0 6 0,0-12 0,0-4 0,0-2 0,8-6 0,5-7 0,4-13 0,3-13 0,1-6 0,5-6 0,-3-13 0,7-13 0,-2-5 0,-2-1 0,-7-3 0,1-4 0,-1 4 0,0-4 0,-6 5 0,0 1 0,-7 9 0,7 4 0,-9 11 0,3 2 0,-5 11 0,-2 2 0,0 11 0,0 15 0,0 4 0,0 8 0,2 1 0,5-1 0,-5 1 0,4 0 0,-2-3 0,3-4 0,1-4 0,5-9 0,4-8 0,-4-5 0,4-3 0,3-21 0,-1-3 0</inkml:trace>
  <inkml:trace contextRef="#ctx0" brushRef="#br0" timeOffset="78">24899 6401 8912,'-20'18'0,"-1"-3"0,-5-3 0,5 1 0,-5 7 0,13 1 0,7 5 0,-5-5 0,9 7 0,-5-9 0,14-6 0,6 0 0,4-9 0,2 3 0,0-5 0,1-2 0,-1-2 0,0-5 0,-8-3 0,-5-10 0,-3-5 0,-3-1 0,-3 0 0,-3 7 0,2 6 0,-9 0 0,0 9 0,-6-3 0,-1 5 0,1 2 0,2 9 0,4 4 0,5 4 0,8 2 0,0 7 0,0 0 0,0 8 0,17-13 0,4 7 0</inkml:trace>
  <inkml:trace contextRef="#ctx0" brushRef="#br0" timeOffset="79">25111 6845 8912,'0'13'0,"0"0"0,-2-7 0,-5 7 0,5-9 0,-9 7 0,5-5 0,4 5 0,-7 8 0,9 1 0,0-1 0,0 0 0,0 0 0,0 1 0,0-10 0,0 8 0,0-8 0,0 1 0,9-11 0,-1-11 0,5-8 0,4-7 0,-4 1 0,4-8 0,3 8 0,-1-7 0,0 6 0,0 0 0,1 7 0,5 0 0,1-1 0,0 7 0,-7 1 0,7 7 0,0-1 0,-1 10 0,-5 3 0,5 8 0,1-3 0,2 6 0,-5 1 0,3 0 0,0 0 0,0 1 0,-1-1 0,1-8 0,-7-5 0,1-4 0,-1-2 0,-6 0 0,0 0 0,-9-2 0,2-4 0,3-7 0,-3-13 0,1 3 0,-7-10 0,-7 8 0,1-7 0,-9 8 0,2-2 0,2 5 0,-2 2 0,1 8 0,-8 4 0,7 7 0,1 7 0,1 10 0,-4 11 0,2 2 0,9-7 0,-11 12 0,8-10 0,1 8 0,6-8 0,0 1 0,8-9 0,5-4 0,4-4 0,3-9 0,-1 0 0,0 0 0,1 0 0,-1 0 0,0 0 0,0 0 0,-1 8 0,-6 5 0,3 6 0,-8 7 0,6 13 0,-7 12 0,1 5 0,-7 2 0,-9 2 0,-4 2 0,-4 2 0,-9 0 0,1-6 0,-10-9 0,3-4 0,2-10 0,-2-3 0,8-17 0,-3 2 0,7-17 0,3-4 0,4-9 0,5-4 0,8-22 0,8 5 0,3-22 0,8 7 0</inkml:trace>
  <inkml:trace contextRef="#ctx0" brushRef="#br0" timeOffset="80">26943 6845 8912,'0'-19'0,"0"-1"0,0 1 0,-2 6 0,-5 0 0,-3 13 0,-8 7 0,3 16 0,3 12 0,7 12 0,-1 4 0,-3 7 0,3 6 0,2 7 0,1-2 0,3 1 0,0-1 0,0 1 0,0-5 0,0-14 0,0-6 0,-8-4 0,4-20 0,-9-8 0,0-9 0,-6-4 0</inkml:trace>
  <inkml:trace contextRef="#ctx0" brushRef="#br0" timeOffset="81">26673 6883 8912,'0'-12'0,"0"-1"0,0-2 0,0 6 0,-9-8 0,7 13 0,-2-7 0,8 2 0,15 3 0,11 0 0,11-1 0,4 3 0,4 2 0,16 2 0,-1 0 0,-2 8 0,-13 5 0,-10 4 0,0 3 0,-27 5 0,1 3 0,-8 2 0,-14 2 0,-4 7 0,-13-1 0,-4-1 0,-8-5 0,-1 2 0,1-8 0,8 0 0,4-7 0,5-8 0,1-5 0,10-12 0,1-5 0,9-8 0</inkml:trace>
  <inkml:trace contextRef="#ctx0" brushRef="#br0" timeOffset="82">27213 6903 8912,'19'-9'0,"0"7"0,-6-13 0,0 6 0,2-1 0,2 5 0,3-5 0,-1 5 0,0-1 0,0 2 0,1 10 0,-1 5 0,0 8 0,1 0 0,-8 7 0,1 2 0,2 2 0,-6 2 0,6 5 0,-9-3 0,-1-2 0,-3-8 0,-2 3 0,0-7 0,-2-1 0,-5 0 0,5-8 0,-7-5 0,9-12 0,0-7 0,0-10 0,0-3 0,9-8 0,4 1 0,13 6 0,-3-10 0,7 7 0,-2 0 0,6 2 0,-12 9 0,6 0 0,-1-1 0,-5 8 0,4-1 0,-11 8 0,-3-1 0,-7 4 0,10 4 0,-9 4 0,-2 7 0,-10 13 0,2-2 0,-9 8 0,9 0 0,-7 0 0,4 0 0,5-2 0,-4 2 0,4 3 0,2-10 0,0-1 0,10-9 0,10-2 0,1-9 0,11 2 0,0-12 0,7-7 0,0-10 0,-1-3 0,-1-8 0,-5 1 0,-4-3 0,-11 0 0,-4 3 0,-7 3 0,-12 9 0,-7 2 0,-13-5 0,-6 22 0,-11-4 0,-2 3 0,0 6 0,6 3 0,9 5 0,3 6 0,9-2 0,6-2 0,3-9 0,18 13 0,10-15 0,11 7 0,8-9 0</inkml:trace>
  <inkml:trace contextRef="#ctx0" brushRef="#br0" timeOffset="83">28312 6864 8912,'11'0'0,"6"0"0,-15 0 0,7 2 0,-9 5 0,0 6 0,0 12 0,-9 5 0,1 11 0,-5 4 0,-2 6 0,8 14 0,3 5 0,2-1 0,2 2 0,0-9 0,0 2 0,0-4 0,6-9 0,1 1 0,-1-16 0,-6 1 0,0-7 0,0-13 0,-8-9 0,6-16 0,-7-3 0</inkml:trace>
  <inkml:trace contextRef="#ctx0" brushRef="#br0" timeOffset="84">28216 6864 8912,'0'-13'0,"0"0"0,8 1 0,5-8 0,4 10 0,3 3 0,8 5 0,-5 2 0,9 0 0,3 0 0,-8 0 0,1 15 0,-11 4 0,-4 3 0,2 8 0,-8 2 0,-1-4 0,-14 8 0,-5-4 0,-4 5 0,-3-7 0,1 4 0,-2-8 0,-5-3 0,4-1 0,-5-12 0,7-1 0,1-9 0</inkml:trace>
  <inkml:trace contextRef="#ctx0" brushRef="#br0" timeOffset="85">28602 6941 8912,'19'9'0,"-2"-5"0,-4 9 0,-5-9 0,-8 13 0,-2-6 0,-4 8 0,4 1 0,-5-1 0,5-6 0,2 0 0,9-3 0,4 3 0,4 2 0,4-8 0,5-3 0,4-2 0,2-4 0,-2-4 0,-2-7 0,4-4 0,-6-3 0,-9 1 0,-2-7 0,-9 1 0,1-8 0,-7 8 0,0-7 0,0 6 0,-9 0 0,-4 7 0,-4 8 0,-4 5 0,-5 4 0,5 10 0,-14 5 0,10 13 0,-1 6 0,7 11 0,-1 2 0,10 8 0,3-1 0,5 3 0,6-3 0,7-5 0,8-6 0,13-1 0,1-14 0,3-2 0,3-12 0,6-5 0,0-14 0,0-3 0,-7-18 0,1-6 0,-1-9 0,-8 2 0,-2-6 0,-9 8 0,1 1 0,-10-9 0,-1 12 0,-9-3 0,0 1 0,0 10 0,-6-1 0,-3 11 0,-2 4 0,-2 4 0,-6 9 0,0 9 0,0 1 0,-1 10 0,1-1 0,8 9 0,1-5 0,5 7 0,-1-2 0,-1 4 0,7-6 0,0 0 0,7-7 0,1-2 0,3-4 0,2 4 0,6-8 0,1 6 0,-1-2 0,0 0 0,0 6 0,1 0 0,-1 0 0,-8 1 0,-5-1 0,-4 0 0,-2 0 0,0 1 0,2-7 0,5-1 0,-5-7 0,7 3 0,-9-8 0,8-17 0,3-4 0</inkml:trace>
  <inkml:trace contextRef="#ctx0" brushRef="#br0" timeOffset="86">29527 6498 8912,'0'-19'0,"0"-3"0,-2 1 0,-4 1 0,4-3 0,-7 19 0,9-9 0,0 11 0,0 4 0,0 15 0,0 19 0,0 14 0,0 10 0,0 4 0,-6-2 0,-1 9 0,1-9 0,6 11 0,0-9 0,0-2 0,0-2 0,6-11 0,1-4 0,1-6 0,-1-7 0,5-6 0,-3-13 0,8-5 0,-4-8 0,4-4 0,5-7 0,3-8 0,-3-13 0,12 0 0,-6-11 0,2-2 0,-7 0 0,3 6 0,-4 1 0,-5 8 0,-4 4 0,-7 4 0,-4 3 0,-2 8 0,0 5 0,0 12 0,-6 1 0,-3 10 0,-2 4 0,7 12 0,-13-3 0,4 8 0,5-1 0,1-3 0,5-2 0,2-8 0,0 10 0,0-8 0,9-3 0,3-10 0,6-7 0,1-3 0,0-3 0,3-3 0,3-3 0,-3-5 0,6-10 0,-9-3 0,0-1 0,-2-3 0,-4 2 0,4 5 0,-15-7 0,5 8 0,-5 1 0,-2 0 0,0 0 0,0 8 0,0 2 0,-2 9 0,-5 0 0,5 9 0,-4 4 0,4-3 0,2 3 0,0 2 0,0 2 0,2-4 0,4-2 0,7-2 0,4 3 0,3-5 0,7-1 0,-5-6 0,6-2 0,-3-2 0,1-5 0,-2-1 0,-3 3 0,-2-6 0,1 9 0,-1-2 0,-8-5 0,6 9 0,-15-7 0,7 11 0,-9 5 0,0 3 0,0 10 0,0-1 0,0 0 0,0 1 0,0-1 0,0 0 0,0 3 0,0 3 0,-3-5 0,-3-1 0,4 0 0,-5-6 0,-3-4 0,-1-1 0,-8-16 0,-1-3 0</inkml:trace>
  <inkml:trace contextRef="#ctx0" brushRef="#br0" timeOffset="87">30106 6536 8912,'0'-10'0,"-7"-7"0,1 4 0,2-4 0,2-3 0,4 3 0,4 4 0,11 5 0,9 8 0,8 0 0,-2 0 0,3 2 0,-3 4 0,0 5 0,-13 8 0,-4 1 0,-23-1 0,-3 0 0</inkml:trace>
  <inkml:trace contextRef="#ctx0" brushRef="#br0" timeOffset="88">29238 7038 8912,'-45'6'0,"0"1"0,9-1 0,25-6 0,24-9 0,27-3 0,16-6 0,19-1 0,22-2-155,-43 8 0,1 0 0,2 2 0,2 1 0,1-3 0,2 0 155,2 2 0,0 0 0,-2 2 0,1-1 0,3 0 0,0-1 0,-1-2 0,-1 0 0,-2 2 0,0 1 0,0-4 0,1 0 0</inkml:trace>
  <inkml:trace contextRef="#ctx0" brushRef="#br0" timeOffset="89">30993 6922 8912,'0'19'0,"-2"1"0,-5-1 0,-3 2 0,-10 5 0,-7 4 0,-3 9 0,-9-1 0,7 9 0,0 5 0,8-3 0,-2 2 0,5 3 0,8-5 0,0 3 0,7-3 0,-7 2 0,0-4 0,-6-8 0</inkml:trace>
  <inkml:trace contextRef="#ctx0" brushRef="#br0" timeOffset="90">22353 8426 8912,'0'-19'0,"-2"-1"0,-3-1 0,-1-3 0,2-1 0,1 1 0,3 3 0,0 1 0,0 12 0,0 10 0,0 15 0,0 13 0,0 15 0,0 11 0,0 8 0,3 11 0,1 0 0,2 6 0,9 12-579,-2-3 579,-4-13 0,8 4 0,-2-17 0,8-1 0,-1-12 0,8-8 0,-4-18 0,-5-7 0,7-27 0,-9-2 0</inkml:trace>
  <inkml:trace contextRef="#ctx0" brushRef="#br0" timeOffset="91">22816 8734 8912,'-9'-19'0,"5"8"0,-9 5 0,6 4 0,-3 6 0,1 9 0,-6 8 0,13 24 0,-4 3 0,3-1 0,3 2 0,0 0 0,9-6 0,4 2 0,13-13 0,4-4 0,8-11 0,1-4 0,-1-6 0,1-5 0,0-19 0,-1-9 0,-8-8 0,-4-5 0,-13-6 0,-7 0 0,-4 0 0,-6 2 0,-7 2 0,-10 7 0,-5 4 0,-2 7 0,0 10 0,3 6 0,10 5 0,-5 2 0,14 17 0,6-4 0,13 13 0,10-7 0,3-6 0,15 2 0,-3-9 0,5 1 0,-2-7 0,2 0 0,2 0 0,0-9 0,-7 5 0,-1-11 0,-5-6 0,4 1 0,-21-10 0,5 5 0,-14 3 0,-2-1 0,-8 5 0,-9 8 0,-4 1 0,-9 3 0,1 6 0,-10 8 0,12 5 0,-9 13 0,8 4 0,-2 8 0,5 10 0,4 1 0,4 2 0,7 1 0,3 1 0,3-3 0,0 1 0,18-17 0,-1 11 0,19-17 0,5-4 0,10-7 0,7-17 0,13-2 0,6-7 0,7-10 0,-5-11 0,2-15 0,-8-7 0,-6 5 0,-18-8 0,-6 5 0,-9 1 0,-10 4 0,-9 4 0,-7 18 0,-8 3 0,-8 5 0,-5-4 0,-4 8 0,-5 5 0,-4 4 0,-6 2 0,2 8 0,-2 5 0,9 7 0,-3 5 0,4-1 0,3 8 0,0 0 0,0 7 0,6-7 0,2-2 0,2-2 0,5-5 0,2 7 0,2-15 0,0 5 0,11-14 0,8 0 0,2-3 0,12-3 0,-8-9 0,5-6 0,0-6 0,0-5 0,-6-8 0,-1 4 0,-8 0 0,0-5 0,-8 10 0,6-1 0,-7 7 0,1 8 0,-7 4 0,0 14 0,0 4 0,0 8 0,0 0 0,0 3 0,0 3 0,8-5 0,3 1 0,0-6 0,6-2 0,-7 0 0,10 0 0,-1-9 0,0 2 0,-6-4 0,0-2 0,8-8 0,9-3 0</inkml:trace>
  <inkml:trace contextRef="#ctx0" brushRef="#br0" timeOffset="92">24609 8445 8912,'-10'9'0,"-5"4"0,8 12 0,-6 5 0,7 9 0,-9 8 0,13-4 0,-7 6 0,1-2 0,5 7 0,-14-13 0,7 4 0,-1-5 0,-13-10 0,5-4 0,-13-13 0,2 4 0,-9-6 0</inkml:trace>
  <inkml:trace contextRef="#ctx0" brushRef="#br0" timeOffset="93">24224 8850 8912,'25'-19'0,"1"0"0,8-1 0,-10-1 0,10-3 0,7-1 0,-3-1 0,18 2 0,-4 3 0,3 4 0,-5 2 0,-3 4 0,-9 5 0,-1 3 0,-5 3 0,-4 3 0,-9 3 0,-2 11 0,-4 9 0,2 8 0,-9-2 0,1 5 0,-7 1 0,0 1 0,0-1 0,0-1 0,0-5 0,0 2 0,0-8 0,0-2 0,-9-3 0,7-2 0,-6-8 0,8-2 0,-9-18 0,-2-2 0</inkml:trace>
  <inkml:trace contextRef="#ctx0" brushRef="#br0" timeOffset="94">24879 8445 8912,'-19'-19'0,"0"0"0,6-1 0,2 1 0,3 0 0,1 8 0,7 0 0,0 5 0,0 4 0,9-5 0,4 12 0,4 1 0,11 9 0,-5-4 0,9 8 0,-6-6 0,6 0 0,0 0 0,7 6 0</inkml:trace>
  <inkml:trace contextRef="#ctx0" brushRef="#br0" timeOffset="95">25226 8773 8912,'-25'21'0,"-1"5"0,-6-4 0,6 3 0,0-3 0,7-3 0,8 0 0,3 1 0,8-1 0,8-8 0,5-3 0,13-8 0,4-8 0,9-5 0,-7-4 0,0-3 0,-6 1 0,6 0 0,-11-3 0,-2-3 0,-1 3 0,-12-4 0,0 5 0,-6 2 0,-8-1 0,-5 1 0,-4 6 0,-2 0 0,-1 9 0,1-2 0,6 4 0,0 2 0,9-3 0,-2-3 0,6 4 0,6-5 0,5-3 0,8-1 0</inkml:trace>
  <inkml:trace contextRef="#ctx0" brushRef="#br0" timeOffset="96">25612 8715 8912,'0'19'0,"0"1"0,0-1 0,-2-6 0,-4 0 0,3-7 0,-3 7 0,4 0 0,0 6 0,-5 0 0,5 1 0,-6 1 0,8 5 0,0-3 0,0 10 0,0-10 0,0 3 0,0-5 0,0-1 0,0-1 0,0-8 0,0-3 0,8-25 0,-4-4 0,9-18 0,0-2 0,9-2 0,3-2 0,-3 0 0,6 7 0,-9-1 0,7 7 0,-1 2 0,-1 2 0,-3 3 0,1 5 0,3 1 0,-10 8 0,5 5 0,-7 12 0,2 9 0,-3 9 0,-7 6 0,3 8 0,-8 1 0,0 0 0,0-1 0,0 1 0,9-9 0,2-2 0</inkml:trace>
  <inkml:trace contextRef="#ctx0" brushRef="#br0" timeOffset="97">27116 8715 8912,'-27'0'0,"-8"0"0,-5-2 0,3-4 0,11 3 0,-1-5 0,16 8 0,11 0 0,13 0 0,12 0 0,8 0 0,3-7 0,3 1 0,-3-3 0,-4 3 0,-4-5 0,-9-6 0,1 4 0,-10-4 0,-1 6 0,-9-8 0,-11 2 0,-8 4 0,-9-2 0,-11 9 0,-8-1 0,-4 7 0,-5 5 0,-2 8 0,9 2 0,4 17 0,13 2 0,6 11 0,7 4 0,6 9 0,7-2 0,14-3 0,11-1 0,9-9 0,13-3 0,4-8 0,6-17 0,14-2 0,-5-8 0,4-5 0,2-11 0,-1-8 0,-1-9 0,-6-11 0,-9-2 0,-4-4 0,-11-4 0,-1-9 0,-10 0 0,3 1 0,-13 5 0,-7 1 0,3-7 0,-3-6 0,1-7 0,-7 7 0,0 2 0,-9 10 0,7 14 0,-5 12 0,5 13 0,2 15 0,0 17 0,0 18 0,0 14 0,0 7 0,0 6 0,-6 5 0,-1 8 0,1-4 0,6 0 0,0 0 0,0-3 0,0-8 0,0-4 0,0 4 0,0-10 0,0-7 0,0-7 0,0-10 0,0-15 0,0-4 0,0-9 0,-17-17 0,-5-5 0</inkml:trace>
  <inkml:trace contextRef="#ctx0" brushRef="#br0" timeOffset="98">27406 8677 8912,'-20'0'0,"1"0"0,0 0 0,8 0 0,-6 0 0,15 0 0,4 0 0,17 0 0,18 0 0,14 0 0,13 0 0,7 0 0,11 0 0,1 0 0,9-18 0,-4-3 0</inkml:trace>
  <inkml:trace contextRef="#ctx0" brushRef="#br0" timeOffset="99">28428 8465 8912,'-28'17'0,"-4"-4"0,2 4 0,-4-4 0,-7 4 0,2 11 0,-8 1 0,11 12 0,4 4 0,-5 4 0,18 11 0,0 5 0,2-5 0,10 4 0,9-13 0,13-8 0,9-8 0,6-8 0,8-9 0,1-6 0,0-5 0,-1-5 0,1-11 0,-1-3 0,7-14 0,0-6 0,0-5 0,-6-1 0</inkml:trace>
  <inkml:trace contextRef="#ctx0" brushRef="#br0" timeOffset="100">29026 8908 8912,'-19'0'0,"6"0"0,0 0 0,-2 0 0,-2 0 0,-3 0 0,1 0 0,0 0 0,8 2 0,5 5 0,4 3 0,2 10 0,0-1 0,0-8 0,6-1 0,0-3 0,9-5 0,-10 6 0,8-8 0,-9 0 0,7 0 0,-5 0 0,-4 0 0,7 0 0,-9-2 0,0-4 0,2 4 0,4-5 0,-4-3 0,7 7 0,-9-7 0,0 3 0,0 5 0,0-6 0,0 8 0,0 0 0,0-9 0,0 7 0,0-7 0,0 9 0,0 0 0,0 0 0</inkml:trace>
  <inkml:trace contextRef="#ctx0" brushRef="#br0" timeOffset="101">22314 10007 8912,'-13'0'0,"0"0"0,-2 0 0,-2 0 0,-2 0 0,0 0 0,-1 0 0,1 0 0,0 0 0,0 0 0,-1 0 0,1-2 0,2-5 0,4-5 0,-2 1 0,9-2 0,-1 7 0,7-7 0,0 8 0,0-3 0,2 10 0,5 7 0,3 10 0,1 11 0,6 15 0,-6 6 0,6 16 0,-4 10 0,4 0 0,-15 15-122,5-8 0,-7 3 122,-7-9 0,-3-1 0,-10-19 0,1-7 0,0-19 0,-1-15 0,1-17 0,0-8 0,-9-37 0,-2-7 0</inkml:trace>
  <inkml:trace contextRef="#ctx0" brushRef="#br0" timeOffset="102">21928 10142 8912,'7'-13'0,"-1"0"0,9 7 0,-2-7 0,4 2 0,3-2 0,1-4 0,5 4 0,10 5 0,11 1 0,3 5 0,-8-6 0,12 6 0,-11-5 0,-7 5 0,3 11 0,-18-5 0,3 9 0,-9 2 0,-7 10 0,-8-1 0,-4 8 0,-9 2 0,-8 3 0,-18 10 0,1 4 0,-1-1 0,1 1 0,1-2 0,5 3 0,4-12 0,9-7 0,8-10 0,3-4 0,25-27 0,4-14 0</inkml:trace>
  <inkml:trace contextRef="#ctx0" brushRef="#br0" timeOffset="103">22546 10238 8912,'30'11'0,"-5"-4"0,-3-5 0,-9-2 0,-1 0 0,-7 0 0,12 0 0,-2 2 0,8 4 0,-1 5 0,14 8 0,-6 3 0,0 3 0,7 5 0,-9 9 0,4 0 0,-6-1 0,-14 1 0,3-7 0,-8-2 0,-3-2 0,-10-11 0,-5 0 0,-15-15 0,1 4 0,-1-14 0,7-11 0,-1-3 0,1-10 0,6-2 0,2-9 0,3-2 0,1 0 0,9 9 0,5 1 0,6 3 0,4 9 0,4-5 0,5 8 0,6 1 0,5 8 0,3 1 0,5 3 0,-10 5 0,3-4 0,-6 6 0,1 4 0,-8 2 0,-3 9 0,-9-4 0,-1 8 0,-7 3 0,1 4 0,-2-5 0,3 5 0,-5-11 0,4-2 0,-3-1 0,-3 8 0,6-7 0,3-3 0,1-1 0,-5-3 0,12-8 0,-4-2 0,4-3 0,2-8 0,-2 5 0,-4-10 0,2 1 0,-9 0 0,1 0 0,-7-1 0,-2 1 0,-5 0 0,-3 2 0,-10 4 0,-5-2 0,-1 8 0,-2 1 0,4 8 0,-1 4 0,-10 5 0,14 11 0,-5 3 0,7 5 0,6 9 0,5-1 0,8 1 0,2 0 0,4-1 0,13-2 0,14-3 0,12-1 0,6-13 0,5-4 0,10-15 0,3 0 0</inkml:trace>
  <inkml:trace contextRef="#ctx0" brushRef="#br0" timeOffset="104">23934 10335 8912,'-30'-11'0,"-6"3"0,12-1 0,-6-2 0,2 1 0,-6 1 0,11 9 0,-7 0 0,2 0 0,2 9 0,0 3 0,1 14 0,5-2 0,7 8 0,3 0 0,-3 7 0,4-1 0,9 1 0,0-3 0,0-4 0,2 2 0,5-8 0,-1-9 0,14-10 0,-5-5 0,10-2 0,5-15 0,2-7 0,5-5 0,1-14 0,1-2 0,0-8 0,-3-1 0,-4-6 0,2 7 0,-8 0 0,-7-1 0,-6-6 0,-8-4 0,1 4 0,-4-2 0,-2 15 0,0 9 0,-2 12 0,-4 9 0,3 7 0,-12 27 0,9 13 0,2 15 0,2 9 0,2 10 0,0 5 0,0 2 0,0-2 0,6 2 0,3-7 0,1 2 0,3-14 0,6 6 0,1-21 0,-1-5 0,0-17 0,1-4 0,-1-5 0,0-8 0,-8-17 0,6 2 0,-4-17 0,-2 0 0,1-7 0,-5-1 0,6-5 0,-9 4 0,2-4 0,-3-2 0,-3 2 0,6 0 0,0 6 0,1 9 0,-7 5 0,0 3 0,0 12 0,8 27 0,-3 8 0,8 27 0,-7-3 0,7 3 0,-7 1 0,5-8 0,-2-2 0,6-2 0,-5-5 0,10-4 0,-1-6 0,0-5 0,0-10 0,1-2 0,-1-9 0,0-9 0,1-4 0,-10-15 0,-3-10 0,-5-9 0,-2-11 0</inkml:trace>
  <inkml:trace contextRef="#ctx0" brushRef="#br0" timeOffset="105">24339 9911 8912,'-8'10'0,"-3"-1"0,-8-9 0,-1 0 0,8 0 0,-1 2 0,-2 4 0,6-3 0,-8 5 0,15-8 0,-7 0 0,9 0 0,2 0 0,5 0 0,6 0 0,-5 0 0,3-2 0,-5-4 0,-3 3 0,5-3 0,-6 12 0,5 7 0,-5-4 0,6 14 0,-8-3 0,9 3 0,2 5 0,8 2 0</inkml:trace>
  <inkml:trace contextRef="#ctx0" brushRef="#br0" timeOffset="106">24879 10219 8912,'-19'-8'0,"-2"-5"0,-5-4 0,4 4 0,-3 0 0,-5 9 0,8-11 0,-3 8 0,-3 3 0,2 10 0,2 5 0,9 10 0,3 5 0,7 4 0,-3 17 0,8 5 0,2-3 0,4 2 0,11-8 0,9 2 0,8-6 0,-1-7 0,3-6 0,3-14 0,1-5 0,5-14 0,-4-5 0,4-14 0,2-6 0,-2-13 0,-6-2 0,-9-9 0,-2-2 0,-3 5 0,-5-14 0,-1 9 0,-8-2 0,-5-4 0,-6 4 0,-6-6 0,-7-1 0,-4 16 0,-1 4 0,6 21 0,-6 13 0,16 7 0,-4 14 0,4 12 0,2 16 0,0 13 0,0 9 0,0 8 0,0 5 0,0 4 0,0 2 0,2-6 0,4 0 0,-1-3 0,5 3 0,-1-7 0,6-4 0,-7-11 0,5-4 0,4-12 0,-8-16 0,4-17 0,4-17 0,-6-22 0,8-10 0</inkml:trace>
  <inkml:trace contextRef="#ctx0" brushRef="#br0" timeOffset="107">25072 10142 8912,'-19'11'0,"0"-5"0,-1-4 0,7-2 0,1 0 0,7 0 0,7 7 0,18-1 0,18-2 0,20-10 0,24-5 0,18-8 0,-44 9 0,0 1-181,47-11 0,-46 10 1,-1-1 180,41-15 0,-1-4 0,0-8 0</inkml:trace>
  <inkml:trace contextRef="#ctx0" brushRef="#br0" timeOffset="108">26981 9776 8912,'0'-26'0,"0"-2"0,0 0 0,-2 0 0,-2 5 0,-2 1 0,-9 3 0,12 13 0,-3 10 0,4 15 0,2 9 0,0 4 0,2 15 0,4 5 0,5 1 0,0-1 0,6 3 0,-4-3 0,4 4 0,2-7 0,1-2 0,-1-11 0,0-3 0,0 3 0,7-17 0,0 1 0,-3-12 0,-1-6 0,4-4 0,-1-6 0,-1-12 0,6 1 0,-11-17 0,3 1 0,-7-8 0,-11 3 0,4-7 0,-8 8 0,0 0 0,-8 1 0,-3 8 0,-8 4 0,-3 13 0,-3 7 0,3 4 0,-3 2 0,3 17 0,3 9 0,2 8 0,4 7 0,6 4 0,5-5 0,4 10 0,5-5 0,6-5 0,12 5 0,8-13 0,12-6 0,6-4 0,5-12 0,8 5 0,0-8 0,-2-3 0,-2-19 0,-8 2 0,-1-13 0,-10-1 0,-2 1 0,-5-6 0,-13 4 0,-4-2 0,-10 6 0,1-12 0,-8 4 0,-10 4 0,-10 2 0,1-2 0,-9 5 0,0 6 0,7 6 0,-13 11 0,8 0 0,2 0 0,-6 8 0,9 3 0,-5 8 0,11 9 0,2 4 0,3 3 0,-3-3 0,-2 4 0,8-4 0,1-4 0,6-2 0,0 2 0,0-2 0,2-3 0,5-10 0,3-4 0,12-9 0,3 0 0,-1-5 0,8-8 0,-6 1 0,6-14 0,-6 2 0,6-1 0,-9 1 0,3-6 0,-4 2 0,-3 2 0,0 7 0,-6 2 0,0 4 0,-9 5 0,7 10 0,-5 4 0,-4-2 0,5 9 0,4 0 0,2 6 0,6 1 0,4-1 0,3 0 0,8-8 0,-10-2 0,8-9 0,0 0 0,7 0 0,-1 0 0</inkml:trace>
  <inkml:trace contextRef="#ctx0" brushRef="#br0" timeOffset="109">28409 10026 8912,'-20'0'0,"1"-8"0,-2 6 0,-3-7 0,-2 0 0,-8 7 0,11-6 0,-10 8 0,10 8 0,-3 5 0,5 4 0,1 3 0,3 1 0,4 5 0,-2-3 0,9 9 0,0-8 0,6 2 0,2-5 0,4-2 0,5-1 0,8-6 0,0-3 0,1-9 0,-1 0 0,9-9 0,-7-1 0,5-10 0,2-5 0,-2-1 0,-1-8 0,-5 2 0,-1-11 0,0-2 0,-8-9 0,-5 3 0,-4-11 0,-2-3 0,0-5 0,-2 5 0,-4 3 0,-5 11 0,-6 6 0,2 15 0,2 11 0,9 8 0,-11 15 0,6 11 0,-1 17 0,5 13 0,-3 22 0,8 3 0,0 5 0,0 3 0,0 3 0,0-4 0,2 2 0,4-14 0,5-3 0,8-11 0,3 3 0,3-9 0,5-11 0,9-15 0,8-8 0,2-20 0,9-1 0</inkml:trace>
  <inkml:trace contextRef="#ctx0" brushRef="#br0" timeOffset="110">29547 9795 8912,'-30'-9'0,"0"1"0,4-5 0,4-2 0,-3 9 0,3 1 0,3 3 0,2 13 0,4 8 0,-2 3 0,9 10 0,-1 0 0,7 6 0,2 7 0,5 0 0,10-6 0,11-7 0,2 2 0,2-6 0,4-2 0,-1-13 0,-3-7 0,0-4 0,4-2 0,-4 0 0,-6 0 0,4-17 0,-8 2 0,3-15 0,-3 2 0,-12-6 0,8 2 0,-8-11 0,1-2 0,6 0 0,-15 15 0,5 4 0,-5 5 0,-2 2 0,0 8 0,0 5 0,0 12 0,-2 5 0,-3 10 0,-1 5 0,-9 4 0,13 0 0,-5-5 0,5 3 0,2-2 0,-6 0 0,-1-7 0,1-6 0,6 0 0,0-9 0,9 5 0,3-9 0,-1-3 0,2-3 0,2-5 0,11-8 0,-3-2 0,9-5 0,-6 4 0,6-3 0,0 10 0,7 2 0,0 6 0,-1-5 0,-6 7 0,0-1 0,-8 12 0,2 7 0,-11 4 0,-2 3 0,-9 5 0,2 1 0,-6 0 0,-6-7 0,-7 0 0,-13 1 0,-4-10 0,-8-1 0</inkml:trace>
  <inkml:trace contextRef="#ctx0" brushRef="#br0" timeOffset="111">29720 9120 8912,'-58'11'0,"0"6"0,7-11 0,2 12 0,2 3 0,2 11 0,15-4 0,6 6 0,9-2 0,11-8 0,17 2 0,2-5 0,17-2 0,6-8 0,7-5 0,7-3 0,-7-3 0,-9-9 0,1-2 0,-5-8 0,-7 0 0,-5-1 0,-3-5 0,-11-1 0,-8 7 0,-11 6 0,-6 2 0,-7-2 0,-6 5 0,-11 8 0,-2 0 0,-8 8 0,3 3 0,1 17 0,2 2 0</inkml:trace>
  <inkml:trace contextRef="#ctx0" brushRef="#br0" timeOffset="112">27464 10913 8912,'-11'9'0,"2"6"0,3 6 0,-1 9 0,3 7 0,2 6 0,2 14 0,0 1 0,0 0 0,0 2 0,0 2 0,0 2 0,0-1 0,0-12 0,6-6 0,1-13 0,8-4 0,-4-9 0</inkml:trace>
  <inkml:trace contextRef="#ctx0" brushRef="#br0" timeOffset="113">27232 11415 8912,'-19'0'0,"-7"-3"0,0-3 0,9 2 0,11-9 0,4 6 0,2-5 0,19-1 0,13-7 0,13 1 0,13 0 0,0-9 0,6 4 0,-2-8 0,-6-2 0,2 6 0,-17-10 0,4-1 0,-7 7 0,-8-4 0,-11 6 0,-1 4 0,-12 7 0,0-1 0,-14 10 0,4-5 0,-9 8 0,-2 3 0,6 2 0,-8 4 0,4 4 0,5 5 0,-3 17 0,7 4 0,-3 4 0,-1 3 0,1 0 0,5 1 0,-4 5 0,3-4 0,-3 6 0,0-8 0,-1-1 0,7 1 0,0-9 0,0-5 0,0-3 0,0-3 0,0-8 0,9-3 0,1-25 0,10-8 0,-1-10 0,0-3 0,1-1 0,5 7 0,1 0 0,0 8 0,-13-4 0,-1 11 0,3 4 0,3 5 0,-6 8 0,1 0 0,2 0 0,-4 2 0,2 4 0,0 5 0,13 8 0,-1 1 0,7-7 0,-4-3 0,2-1 0,0-3 0,2-6 0,3 0 0,-10 0 0,1 0 0,-9-8 0,-2-5 0,-2-4 0,-9-3 0,5 1 0,-18 2 0,-3 4 0,-6 5 0,-1 8 0,0 2 0,0 4 0,-1 13 0,3 3 0,4 4 0,-2 1 0,9-1 0,-1 6 0,7-6 0,3 0 0,3-7 0,7 0 0,13 1 0,6-8 0,13 1 0,-2-8 0,6-1 0,-2-8 0,7-16 0,-5-10 0</inkml:trace>
  <inkml:trace contextRef="#ctx0" brushRef="#br0" timeOffset="114">28717 11029 8912,'-13'-6'0,"1"-1"0,-1-6 0,-7 7 0,1-1 0,0 7 0,6 0 0,2 3 0,3 3 0,1 5 0,7 8 0,0 0 0,2 3 0,5 1 0,6 3 0,4 0 0,2-9 0,0-4 0,7 4 0,0-4 0,6-5 0,-6-1 0,-1-5 0,-5-2 0,-1 0 0,0 0 0,1 0 0,-1 0 0,-6-2 0,0-5 0,-7 3 0,7-9 0,-7 7 0,7-7 0,-9 8 0,14-3 0,-8 8 0,10 8 0,-1-5 0,-6 12 0,0-9 0,-7 0 0,7-6 0,-7 0 0,7 0 0,0-6 0,6 0 0,-6-12 0,-2 1 0,-3-6 0,-1-3 0,-7 5 0,0-5 0,0 2 0,0-8 0,0 9 0,0-3 0,-9 5 0,-4 1 0,5 10 0,-1 1 0,9 18 0,0 1 0,0 10 0</inkml:trace>
  <inkml:trace contextRef="#ctx0" brushRef="#br0" timeOffset="115">29585 11048 8912,'-17'-25'0,"4"-1"0,-4-8 0,4 12 0,-8-4 0,1 5 0,-12 10 0,26 3 0,-13 8 0,4 0 0,-5 4 0,1 9 0,2 0 0,4 12 0,-4 5 0,13-6 0,-7 6 0,2-2 0,3 0 0,6-3 0,0-3 0,0-1 0,0-8 0,0-9 0,8 5 0,5-9 0,4 0 0,5-2 0,4-5 0,-5-3 0,5-10 0,2 8 0,-3-1 0,7 6 0,-6-3 0,-2 1 0,-3 3 0,-2 6 0,1 0 0,-1 0 0,-8 8 0,4 3 0,-7 8 0,3 0 0,-5 1 0,7-1 0,-6-6 0,6 0 0,-1-1 0,16-1 0,2-2 0</inkml:trace>
  <inkml:trace contextRef="#ctx0" brushRef="#br0" timeOffset="116">30106 10528 8912,'-11'-20'0,"-6"10"0,4 3 0,-4 7 0,-2 7 0,-1 3 0,1 20 0,0 9 0,0 10 0,8 7 0,4 2 0,5 8 0,2-4 0,0 7 0,0-3 0,0-1 0,0-8 0,9-1 0,4-5 0,2-6 0,-2-12 0,4-14 0,-4-13 0,12-4 0,-3-4 0,3-6 0,-3-12 0,4-7 0,-1-12 0,1 0 0,-7 1 0,-2-1 0,-4 1 0,4-1 0,-14 1 0,3-1 0,3 3 0,-3 4 0,0 12 0,-8 12 0,-4 8 0,-3 4 0,-6 7 0,2 8 0,9 13 0,-11-2 0,9 9 0,-1-3 0,7-4 0,2 3 0,5-10 0,4-1 0,8-9 0,0-2 0,3-9 0,3 2 0,-1-4 0,8-2 0,-8-8 0,10-5 0,-8-13 0,1 5 0,-1-5 0,-4 5 0,3 2 0,-5-1 0,-5 1 0,-3 0 0,1 8 0,-2-6 0,-2 15 0,-3-5 0,0 14 0,-1 6 0,-3 10 0,-2 3 0,2 2 0,4-3 0,-3-3 0,14 6 0,-4-9 0,2 0 0,-3 0 0,6-1 0,-6-6 0,-3-3 0,8-9 0,-15-9 0,7-1 0</inkml:trace>
  <inkml:trace contextRef="#ctx0" brushRef="#br0" timeOffset="117">29932 10971 8912,'-10'0'0,"1"-8"0,9 3 0,0-8 0,9 9 0,18-11 0,21 7 0,14-1 0,15-2 0,11 1 0,6 5 0,2-1-2395,1-5 2395,-9 9 0,6-24 0,-6 5 0</inkml:trace>
  <inkml:trace contextRef="#ctx0" brushRef="#br0" timeOffset="118">31321 10585 8912,'0'-27'0,"0"-3"0,0 0 0,2 2 0,4 4 0,7 5 0,7-2 0,3 14 0,3 3 0,10 2 0,-1 4 0,1 4 0,7 7 0,-11 13 0,2-3 0,-2 9 0,-6 3 0,-4 1 0,-5 3 0,-4-1 0,-5 7 0,-8 0 0,-8 9 0,-12-11 0,-10 6 0,0-2 0,-6 0 0,4-2 0,-5 2 0,-1 5 0,1 1 0,5-8 0,4 7 0,9-7 0,0 8 0,-1-3 0</inkml:trace>
  <inkml:trace contextRef="#ctx0" brushRef="#br0" timeOffset="119">31494 11607 8912,'-19'20'0,"0"-1"0,0-6 0,1 0 0,6 2 0,-3-5 0,8 3 0,1 0 0,6-2 0,8 4 0,7-9 0,9-2 0,-3-1 0,9-6 0,-4-3 0,-5 2 0,5-9 0,-4 0 0,-12-6 0,-3-3 0,-5-3 0,-11 3 0,-4-12 0,-12 8 0,-7 3 0,-13-7 0,-5 0 0,-8-9 0</inkml:trace>
  <inkml:trace contextRef="#ctx0" brushRef="#br0" timeOffset="120">29701 10913 8912,'-19'0'0,"-7"0"0,0 0 0,3 0 0,1 0 0,14 0 0,8 0 0,15 0 0,15 0 0,4 2 0,17 5 0,7-5 0,9 7 0,1-3 0,5 0 0,2 9 0,2-4 0</inkml:trace>
  <inkml:trace contextRef="#ctx0" brushRef="#br0" timeOffset="121">8428 7848 8912,'-13'6'0,"0"0"0,1 1 0,1-7 0,2 0 0,9 8 0,0 3 0,2 8 0,3 3 0,1 3 0,7 8 0,-7 12 0,3 0 0,-5 10 0,3 7 0,-3 3 0,-2 1 0,7 7 0,-7-13 0,4 4 0,-4-4 0,-2-8 0,0-1 0,3-10 0,3-3 0,-4-8 0,5-10 0,-5-1 0,-2-8 0,0-3 0,0-8 0,-2-8 0,-5-5 0,5-13 0,-7-4 0</inkml:trace>
  <inkml:trace contextRef="#ctx0" brushRef="#br0" timeOffset="122">8293 8484 8912,'-19'0'0,"8"0"0,-6-9 0,15-1 0,-5-10 0,-1 7 0,1 1 0,1-1 0,6-7 0,9 1 0,-5 8 0,9 5 0,-7 4 0,7 2 0,0 8 0,6 5 0,0 7 0,-1 3 0,-6 3 0,6 8 0,-8-6 0,10 4 0,-1 5 0,-2-8 0,-4 1 0,4 5 0,-4-10 0,-5 10 0,7-14 0,-8 5 0,1-7 0,-3-4 0,1-2 0,1-9 0,-7 5 0,0-9 0,8-17 0,3-5 0</inkml:trace>
  <inkml:trace contextRef="#ctx0" brushRef="#br0" timeOffset="123">8852 8368 8912,'11'-8'0,"-2"3"0,-9-8 0,0 9 0,-2-4 0,-5 8 0,-6 0 0,-4 0 0,-2 8 0,0 5 0,-3 13 0,-4 6 0,5 4 0,-5 3 0,5 6 0,2 0 0,-9 17 0,6-11 0,-3 14 0,5-12 0,7-1 0,5-10 0,8 3 0,0-12 0,0-14 0,8-19 0,3-11 0</inkml:trace>
  <inkml:trace contextRef="#ctx0" brushRef="#br0" timeOffset="124">4436 8869 8912,'0'-12'0,"2"1"0,4 2 0,-3 11 0,3 13 0,-6 7 0,-6 4 0,3 14 0,-3 1 0,4 6 0,2 7 0,0 1 0,0 12 0,0-7 0,0 4 0,0-4 0,0 4 0,2-2 0,4-6 0,3-2 0,4-16 0,10 3 0,-3-15 0,10-3 0,-5-10 0,12-6 0,-1-12 0,7-1 0,2-18 0,-6 11 0,-1-12 0,-1-3 0,-5 2 0,-4-2 0,-9 3 0,-8 3 0,-5-4 0,-4-1 0,-2 1 0,0 0 0,0 7 0,-8 0 0,-5-1 0,2 10 0,-2 3 0,-2 5 0,-10 2 0,10 2 0,-5 5 0,5 3 0,-4 10 0,8 7 0,5 6 0,4 5 0,2 5 0,0 2 0,8 0 0,5-4 0,13 4 0,-3-13 0,10 0 0,1-8 0,11-5 0,-4-9 0,4-3 0,-5-7 0,-1-7 0,-9-3 0,6-27 0,-6-3 0</inkml:trace>
  <inkml:trace contextRef="#ctx0" brushRef="#br0" timeOffset="125">5439 9486 8912,'-13'0'0,"0"0"0,9 0 0,-5 0 0,9 0 0,0 0 0,9 0 0,-7 0 0,6 0 0,-8 0 0,0 0 0,0-8 0,0 6 0,-8-7 0,4 9 0,-9 0 0,0 9 0,-6-5 0,-1 9 0,3 2 0,4 11 0,-4-3 0,6 9 0,1 3 0,-7-8 0,14 8 0,-3-10 0,4 8 0,2-8 0,2-8 0,4-10 0,5-5 0,8-2 0,1 0 0,-1 0 0,0-15 0,1-4 0,-1-7 0,0 0 0,0 3 0,1-9 0,-10 8 0,-3-2 0,4 5 0,-1 2 0,1 10 0,-5 9 0,-3 9 0,-3 10 0,6 0 0,0 0 0,3 3 0,-3 4 0,3-5 0,4 5 0,4-5 0,-4-2 0,4-1 0,2-6 0,-6 3 0,0-8 0,2-1 0,11-6 0,-5 0 0,7 0 0</inkml:trace>
  <inkml:trace contextRef="#ctx0" brushRef="#br0" timeOffset="126">5979 9429 8912,'-20'0'0,"1"0"0,0 0 0,-3 2 0,-3 4 0,3 5 0,-8 8 0,5 0 0,3 9 0,-4 4 0,7 11 0,6 2 0,-2 2 0,9-2 0,2-4 0,8 4 0,2-4 0,9-11 0,-4-5 0,8-12 0,1-4 0,-1-9 0,0-2 0,0-5 0,7-6 0,0-12 0,0-7 0,-7-13 0,-6 2 0,0-9 0,-7 1 0,7-7 0,-9-6 0,3 0 0,-5-9 0,-2 2 0,0 2 0,0-1 0,-7 8 0,1-3 0,-3 16 0,3 11 0,4 16 0,-7 24 0,9 18 0,0 16 0,0 15 0,0 14 0,0 5 0,2 7 0,5 7 0,-5-11 0,4 4 0,3-6 0,-3-1 0,7-1 0,-6-5 0,8-12 0,-3-1 0,3-17 0,-2-8 0,4-13 0,-4-7 0,4-12 0,3-13 0,-1-11 0</inkml:trace>
  <inkml:trace contextRef="#ctx0" brushRef="#br0" timeOffset="127">6577 9216 8912,'-28'9'0,"6"-7"0,-12 15 0,8-4 0,-2 4 0,5 5 0,-3 3 0,3-3 0,10 4 0,4-5 0,9-2 0,2 5 0,5-5 0,3 5 0,12-22 0,4 4 0,6-4 0,-4-2 0,8-8 0,-6-7 0,0-9 0,-2 3 0,-5-13 0,-3 6 0,-10-2 0,3 6 0,-11-10 0,3 8 0,-10 3 0,3 1 0,-21 5 0,3 4 0,-10 5 0,5 8 0,-10 2 0,3 4 0,-4 7 0,6 13 0,4-3 0,13 9 0,5-8 0,8 2 0,8-7 0,5-6 0,13 4 0,4-6 0</inkml:trace>
  <inkml:trace contextRef="#ctx0" brushRef="#br0" timeOffset="128">7059 8850 8912,'10'-11'0,"-3"5"0,-14 12 0,5 14 0,-15 12 0,2 13 0,-8 6 0,1 14 0,-8 10 0,4 8 0,5 16-319,-5-3 1,15-42 0,1 1 318,0 0 0,1 0 0,-9 41 0,6-6 0,3-11 115,9-8 0,0-9-115,0-17 0,0-9 0,9-16 0,1-10 0,10-18 0,-1-14 0</inkml:trace>
  <inkml:trace contextRef="#ctx0" brushRef="#br0" timeOffset="129">7387 9660 8912,'-28'0'0,"6"0"0,-6 0 0,1 0 0,5 9 0,-6-5 0,9 9 0,0 2 0,-1 8 0,1 3 0,8 8 0,3-4 0,8 9 0,2-7 0,4 0 0,5-6 0,8 6 0,9-15 0,4 2 0,-2-12 0,3-1 0,-1-12 0,6-7 0,-1-11 0,-5-1 0,-4-10 0,-9 3 0,-6-4 0,0-3 0,-9 1 0,2-1 0,-3 3 0,-6 4 0,-3 6 0,-7 13 0,-13 7 0,3 6 0,-9 6 0,0 5 0,-7 8 0</inkml:trace>
  <inkml:trace contextRef="#ctx0" brushRef="#br0" timeOffset="130">8428 9699 8912,'-6'-26'0,"-1"0"0,1 3 0,-3 1 0,7 16 0,-4 12 0,4 16 0,2 23 0,0 6 0,0 5 0,0 2 0,0 8 0,0-4 0,0 11 0,0 4 0,0 4 0,-18 20 0,-3-2 0</inkml:trace>
  <inkml:trace contextRef="#ctx0" brushRef="#br0" timeOffset="131">21427 9911 8912,'-13'-13'0,"2"0"0,1 0 0,1 0 0,1 0 0,-5 7 0,6-7 0,1 9 0,6-5 0,0 18 0,0 4 0,0 10 0,0 3 0,0 0 0,0 1 0,0 6 0,0 5 0,0 7 0,0 7 0,2 5 0,2 8 0,3 8 0,-3 8 0,-2 11 0,-2 17 0,-6-6-543,3-45 1,-1 0 542,-2 45 0,-1 2 0,1-9 0,2 0 0,2-14 0,2-9 0,0-11 0,0-13 0,0-6 0,0-7 0,0-3 0,0-6 0,0-7 0,0-10 0,0-3 1085,0-14-1085,0 5 0,-7-15 0,1 4 0,-1-12 0,7-14 0,0-10 0</inkml:trace>
  <inkml:trace contextRef="#ctx0" brushRef="#br0" timeOffset="132">21331 9968 8912,'-20'0'0,"7"0"0,1 0 0,7 0 0,-3 0 0,16-6 0,5 0 0,6 1 0,7 3 0,4 2 0,9-6 0,1-1 0,5 3 0,5 0 0,10-1 0,4-1 0,7 2 0,12-5 0,7 3 0,13-7-231,-48 10 1,-1-1-1,54-8 231,-54 9 0,1-1 0,-1-3 0,1-1 0,3 3 0,0 0 0,0-5 0,0 0 0,-1 1 0,1 1 0,0 2 0,0-1 0,-3-1 0,-1-1 0,1 3 0,0-1 0,45-10 0,3-2 0,-8 6 0,1 0 0,-2 0 0,-40 4 0,2-1 0,-1 1 0,1-1 0,4-3 0,0 0 0,1 0 0,0 0 0,-4 0 0,0 1 0,0 1 0,-1 0 0,-1-2 0,0 0 0,5 3 0,2-1 0,0-2 0,0 0 0,-2 2 0,0 1 0,-2 0 0,-2 1 0,40-4 0,0 0 0,1 2-84,-1-2 1,-1-2 0,-5 9 83,-7 2 0,-4-7 0,-4 9 0,-2-5 0,-2 5 0,-9 2 0,13 0 0,-4 0 0,10 0 0,3 0 0,-1 0 0,-5 0 0,-1 0 0,0 0 0,-2 0 0,-4 0 0,4 0 0,-5 0 0,7 0 0,7 0 0,6 0 0,-4 0 0,-1-2 0,-7-2 0,-1-3 0,-9-8 0,12 13 0,-8-6 0,1-1 0,0 7 0,11-7 0,-1 9 0,-1 0 0,-11 0 0,-5 0 0,-8 0 0,0 0 0,0-8 0,8 6 0,5-5 0,4 5 0,2 2 0,6 0 0,1 0 0,6-2 0,-9-2 0,-6-3 0,0 1 0,-10 6 0,8 0 0,-7 0 0,7 0 0,-2 0 0,-9 0 0,13 0 0,-5 0 0,5 0 0,-6-9 0,4 7 0,-7-7 0,3 1 0,4 6 0,10-5 0,-3 3 0,3-2 0,-4 4 0,-4-7 0,-2 9 0,-2 0 0,-9-9 0,-2 7 0,-8-4 0,-7 4 0,6 2 0,-6 0 0,6 0 0,-8 2 0,2 4 0,-6-1 224,-7 7 1,2-5 0,-8 6-225,-2 2 134,-3-7 0,0 3-134,5-5 0,-2 3 0,8 4 0,-6-3 0,6-5 0,2 1 0,-4 7 0,2-7 0,0 9 0,-2-10 0,-4 8 0,-5-7 0,-1 7 0,-1-2 0,0 1 0,-6 6 0,0-6 0,-2 6 0,4 1 0,-2 0 0,-9 0 0,11 7 0,-9 0 0,9 10 0,-2 3 0,4 2 0,3 10 0,-1-6 0,0 4 0,0-2 0,1 15 0,-3-17 0,-2 11 0,-2-7 0,0 5 0,-3-11 0,-1 6 0,-1-2 0,-5-2 0,5-4 0,-6 2 0,5 2 0,-5 8 0,9-10 0,-5 9 0,-2-7 0,9 6 0,-2 0 0,2 7 0,2-2 0,-9-5 0,7 5 0,-7-4 0,1-3 0,-7 2 0,0 3 0,0 1 0,0-3 0,0-1 0,0-6 0,0 7 0,-2-9 0,-3 2 0,-1-5 0,0-10 0,-1 0 0,1-4 0,-3-7 0,3 1 0,1-3 0,-7-11 0,-1 9 0,-7-13 0,1 5 0,0-5 0,8-2 0,-6 0 0,4 0 0,-6 6 0,-7 1 0,5-1 0,-5-6 0,2 0 0,-1 0 0,1 2 0,-8 5 0,6-5 0,-6 4 0,6-4 0,-6 1 0,-2 3 0,-11-4 0,2 7 0,-8-9 0,-3 0 0,-10 0 0,2 0 0,-9 0 0,-2 0 0,-2 0 0,-2 0 0,0-3 0,0-3 0,8 4 0,3-7 0,8 9 0,-2 0 0,-4 0 0,10-2 0,-4-4 0,-2 4 0,-4-5 0,-7 5 0,7 2 0,2 0 0,2 0 0,8 7 0,1-1 0,-3-2 0,-1-2 0,3-2 0,1 0 0,-9 0 0,-11 0 0,-13 0 0,-6 0 0,-4 0-231,-2 0 0,6-2 231,0-4 0,0 2 0,-7-9 0,7 8 0,0-1 0,2 2 0,-2-3 0,-6 5 0,10-4 0,7 4 0,4-7 0,-4 7 0,-5-5 0,-10 5 0,-9 2 0,47 0 0,-2 0 0,1 0 0,-1 0 0,0 0 0,0 0 0,-3 0 0,0 0 0,-4 0 0,-1 0 0,2 0 0,-1 0 0,3 0 0,0 0 0,6 0 0,1 0 0,-50 0 0,8 0 0,1 0 0,14 0 0,5 0 0,-2 0 0,-5 0 0,-8 0 0,4 0 0,-8 0 0,6 0 0,0 0 0,-2 0 0,-11 0 0,-6 0 0,52 0 0,0 0 0,-48 0 0,9 0 0,8 0 0,11 0 0,2 0-22,4 0 0,5 0 22,8 0 0,0 0 0,0 0 0,0 0 0,0 0 0,0 0 0,1 0 0,-8-6 0,1-1 0,0 1 0,6 6 0,-6 0 0,-1 0 0,-1-2 0,2-5 0,-1 5 0,-1-4 0,8 4 0,4 2 0,-1-7 0,3 1 0,-1-1 0,8 7 0,2 0 230,2-8 0,-4 6-230,0-5 0,-13 5 15,7 2 0,-9 0 1,8 0-16,-3 0 0,-12 0 0,14 0 0,-3 2 0,7 5 0,-3-5 0,7 4 0,-8-4 0,12-2 0,-4 0 0,-2 0 0,2 0 0,-5 3 0,-1 3 0,6-4 0,-13 5 0,11-5 0,-4-2 0,8 0 0,-2 0 0,13 0 0,6 0 0,4 0 0,3 0 0,6 0 0,0 0 0,9 0 0,-7 0 0,5 0 0,-5 0 0,-8 0 0,-2 0 0,-5 0 0,2 0 0,-8 0 0,0 2 0,-7 4 0,1-4 0,-1 7 0,1 0 0,-1-7 0,7 8 0,2-5 0,2 1 0,-6 1 0,12-5 0,-3 4 0,3-4 0,3 5 0,8-5 0,-6-2 0,15 0 0,-7 0 0,9 0 0,9 0 0,-5 0 0,9 0 0,0 0 0,8 8 0,5 5 0,4 4 0,9 3 0</inkml:trace>
  <inkml:trace contextRef="#ctx0" brushRef="#br0" timeOffset="133">9354 9139 8912,'13'0'0,"-3"-2"0,1-2 0,-2-5 0,-1-1 0,16 5 0,-3-12 0,20 4 0,4-4 0,9-4 0,8-5 0,6 5 0,9-5 0,-8 7 0,-5 6 0,-6-2 0,-6 8 0,-12 1 0,-8 6 0,-17 2 0,-2 5 0,-8 12 0,-14 2 0,-6 5 0,-9-5 0,3 7 0,-7 2 0</inkml:trace>
  <inkml:trace contextRef="#ctx0" brushRef="#br0" timeOffset="134">9508 9371 8912,'-19'8'0,"8"-6"0,3 7 0,16-9 0,18-2 0,15-5 0,6-5 0,13-14 0,0 4 0,6-5 0,1-1 0,-7 6 0,4-3 0,-6 3 0,-7 3 0,-12 8 0,-3 3 0,-23 8 0,4 0 0,-34 0 0,-4 0 0</inkml:trace>
  <inkml:trace contextRef="#ctx0" brushRef="#br0" timeOffset="135">9643 8638 8912,'0'-19'0,"7"-1"0,-1 1 0,-2 0 0,7 8 0,-2 13 0,3 18 0,6 7 0,-16 31 0,4 13 0,-4 13 0,-2 12 0,0 9-137,0 4 0,0-6 0,-2-4 137,-4-7 0,4-11 0,-7-2 0,9-12 0,0-7 0,0-7 0,9-29 0,3-5 0,6-14 0,1-5 0,9-26 0,2-15 0</inkml:trace>
  <inkml:trace contextRef="#ctx0" brushRef="#br0" timeOffset="136">9913 8677 8912,'-13'0'0,"0"0"0,7 4 0,-7 9 0,7 10 0,-7 22 0,9 11 0,-3 8 0,5 18 0,2 1 0,0 1 0,0 4 0,2-7 0,5 3 0,3-9 0,10-9 0,-1-10 0,0-5 0,0 5 0,1-18 0,-1 1 0,0-9 0,1-11 0,-1-8 0,0-2 0</inkml:trace>
  <inkml:trace contextRef="#ctx0" brushRef="#br0" timeOffset="137">10762 9062 8912,'-2'-32'0,"-5"2"0,-6 2 0,5 11 0,-9 9 0,12 18 0,-8 10 0,-2 10 0,7 15 0,-7 4 0,6 11 0,-1 4 0,-1-4 0,-2 4 0,4-4 0,9 5 0,0 1 0,0 3 0,0-7 0,3 2 0,3-13 0,3-3 0,6-12 0,-3-4 0,1-4 0,7-9 0</inkml:trace>
  <inkml:trace contextRef="#ctx0" brushRef="#br0" timeOffset="138">10607 9043 8912,'-10'0'0,"-5"2"0,8 5 0,7-3 0,7 9 0,10-7 0,2 7 0,0-9 0,11 13 0,-6-4 0,2 4 0,2-4 0,-3 0 0,-5 0 0,-1 6 0,0 9 0,-17-7 0,5 7 0,-5 0 0,-13-6 0,-8 3 0,-9 5 0,-11-8 0,-1 6 0,-5-1 0,13-5 0,-11-1 0,17-8 0,-8-9 0,4 5 0</inkml:trace>
  <inkml:trace contextRef="#ctx0" brushRef="#br0" timeOffset="139">11147 9274 8912,'-12'0'0,"-1"0"0,2 2 0,-2 5 0,-4-1 0,4 14 0,-2-5 0,2 10 0,5 5 0,8 2 0,0 3 0,0-3 0,2 4 0,4-6 0,7 0 0,4-4 0,11 4 0,2 0 0</inkml:trace>
  <inkml:trace contextRef="#ctx0" brushRef="#br0" timeOffset="140">11282 8869 8912,'-30'0'0,"0"3"0,7 1 0,-3 2 0,-2 16 0,3-3 0,12 13 0,-13-8 0,13 8 0,5-6 0,1 4 0,7-3 0,7-5 0,5-7 0,6-7 0,3-8 0,3 0 0,1 0 0,7-10 0,-6-10 0,-2 1 0,-11-7 0,2 5 0,-9 2 0,0 8 0,-6-6 0,-2 15 0,-4-5 0,-5 5 0,-8 2 0,0 0 0</inkml:trace>
  <inkml:trace contextRef="#ctx0" brushRef="#br0" timeOffset="141">11649 9236 8912,'-11'8'0,"0"5"0,7 15 0,-2 11 0,-1 1 0,7 12 0,0 6 0,0 6 0,-8 9 0,6-7 0,-5 7 0,5-2 0,2-9 0,0 2 0,-2-8 0,-5-11 0,5 0 0,-6-15 0</inkml:trace>
  <inkml:trace contextRef="#ctx0" brushRef="#br0" timeOffset="142">11649 9255 8912,'0'11'0,"6"-1"0,1-3 0,8-5 0,-7 9 0,7-7 0,-2 2 0,0 9 0,0-10 0,-2 8 0,-3 2 0,-1-7 0,-7 9 0,0-4 0,0 4 0,0 3 0,-3 5 0,-3 1 0,-5 0 0,-8-7 0,0 0 0,-1 1 0</inkml:trace>
  <inkml:trace contextRef="#ctx0" brushRef="#br0" timeOffset="143">11861 9467 8912,'19'0'0,"-8"-8"0,-2 5 0,-7-5 0,2 6 0,2-5 0,1 5 0,-5-6 0,4 8 0,5 0 0,8 0 0,1 0 0,-1 0 0,2-7 0,3 1 0,2 1 0,-1-3 0,-5 1 0,-1-8 0,-8 13 0,-3-15 0,-8 15 0,-8-7 0,-5 9 0,-6 3 0,-5 5 0,-2 11 0,-8 1 0,13 16 0,-5-4 0,7 5 0,6 1 0,-2 1 0,8-1 0,1-5 0,6-1 0,11-9 0,8 3 0,4-7 0,16-6 0,4-6 0,15-14 0,0-4 0,-1-8 0,-1-11 0,-4-8 0,1-1 0,-10-6 0,-7 4 0,3 3 0,-20 1 0,1 5 0,-3-2 0,-11 8 0,1 0 0,-7 7 0,0 8 0,-3 3 0,-3 8 0,4 8 0,-7 7 0,1 9 0,6-3 0,-7 16 0,9-5 0,0 4 0,2 3 0,5 0 0,-5 8 0,13-7 0,-9 5 0,7-4 0,-7-2 0,3-3 0,-5-2 0,3-2 0,-1-8 0,-14 4 0,-5-9 0,-4-6 0,-3 0 0,1-9 0,0 3 0,-1-5 0,-7-11 0,-3-2 0</inkml:trace>
  <inkml:trace contextRef="#ctx0" brushRef="#br0" timeOffset="144">13038 9294 8912,'0'-20'0,"6"1"0,0 0 0,9 2 0,-2 4 0,4 4 0,3 9 0,-1 9 0,0 4 0,1 10 0,-1 3 0,-6 8 0,0-2 0,-9 5 0,2 1 0,-4 1 0,-2-1 0,0 1 0,-2-3 0,-4-3 0,2-1 0,-9-13 0,6 2 0,-6-14 0,9 4 0,-2-11 0,4-5 0,2-23 0,0-4 0,10-6 0,10-7 0,1 4 0,11-4 0,0 4 0,7 3 0,6-1 0,0 1 0,0 5 0,-7 1 0,1 15 0,0 0 0,-1 6 0,1 5 0,-9 8 0,-5 5 0,-5 3 0,-7 9 0,-5 1 0,-8-1 0,0 0 0,0 1 0,0-1 0,-6-6 0,-1 0 0,1-9 0,6 4 0,8-8 0,5 0 0,4 0 0,3 0 0,5-6 0,1 0 0,0-9 0,-7 2 0,0-4 0,1-3 0,-3 7 0,-4 1 0,-5-1 0,-8 2 0,-8-4 0,-5 9 0,-4 1 0,-9 12 0,0 6 0,-6 6 0,6 7 0,-6-3 0,7 9 0,-1-6 0,7 6 0,8-8 0,0 12 0,7-6 0,-3 0 0,10 0 0,9-4 0,8-7 0,5 0 0,14 1 0,2-18 0,6 2 0,0-8 0,-6-7 0,8-10 0,-8-3 0,-3-2 0,5-8 0,-19 11 0,6-7 0,-2 2 0,-3 2 0,-14 7 0,-2 2 0,-1 4 0,-6 4 0,7 11 0,-9 5 0,-2 12 0,-5 13 0,5 5 0,-4 1 0,-5 16 0,-2 4 0,5 4 0,1-4 0,-4-1 0,9 3 0,-6 0 0,-1-2 0,7-4 0,-9-16 0,7-1 0,-2-5 0,-7-4 0,6-9 0,1-8 0,-3-11 0,-1-11 0</inkml:trace>
  <inkml:trace contextRef="#ctx0" brushRef="#br0" timeOffset="145">14195 9159 8912,'10'-11'0,"-1"-6"0,0 15 0,-1-5 0,5 14 0,6 3 0,1 10 0,-1 1 0,7 5 0,1 2 0,-1 6 0,-2-2 0,-3 0 0,-8 0 0,0 0 0,-9-2 0,3 3 0,-14 1 0,-6-8 0,-12 1 0,-8-1 0,-3-4 0,0 3 0,3-3 0,-3-3 0,6-8 0,-9-3 0</inkml:trace>
  <inkml:trace contextRef="#ctx0" brushRef="#br0" timeOffset="146">14619 8619 8912,'11'0'0,"-3"2"0,-8 4 0,0 7 0,0 13 0,-2 12 0,-4 14 0,-3 12 0,-4 7 0,5 6 0,8 7 0,0-12 0,0 6 0,0-14 0,0 0 0,2-6 0,4-7 0,5-12 0,8-13 0,1-5 0,-1-10 0,15-5 0,5-12 0,4-14 0,-5-10 0</inkml:trace>
  <inkml:trace contextRef="#ctx0" brushRef="#br0" timeOffset="147">15063 9236 8912,'-20'-7'0,"1"1"0,0 2 0,-1 1 0,1 3 0,0 9 0,-7 4 0,0 13 0,-6-3 0,7 9 0,1-6 0,9 4 0,2-2 0,9-2 0,-5-1 0,9 1 0,0 0 0,5-16 0,7-3 0,1-5 0,13-2 0,2-9 0,0-3 0,2-6 0,-7-9 0,12 5 0,-10-4 0,1 7 0,-7 6 0,-2-4 0,-4 4 0,4 5 0,-4 1 0,-2-1 0,2 1 0,-9 1 0,5 14 0,-9 3 0,0 8 0,0-6 0,0 0 0,0 2 0,8-6 0,-6 8 0,16-15 0,-8 7 0</inkml:trace>
  <inkml:trace contextRef="#ctx0" brushRef="#br0" timeOffset="148">15410 8966 8912,'-20'38'0,"1"1"0,-7 8 0,1 5 0,-7 10 0,6 2 0,2-6 0,11-7 0,5-8 0,8 2 0,0-6 0,0-7 0,17-13 0,9-13 0,8-3 0,7-6 0,4-3 0,4-11 0,9-9 0,-7-6 0,1 6 0,-7-8 0,6 2 0,-17-5 0,-1-1 0,-10 6 0,-6 2 0,-4 2 0,-4-6 0,-11 14 0,-5 1 0,-6 8 0,-12 11 0,-5 0 0,-7 3 0,5 3 0,-4 5 0,6 14 0,-9 1 0,9 6 0,4-6 0,5 6 0,2-6 0,8 6 0,4-6 0,7-1 0,7-5 0,12-10 0,13-3 0,11-5 0,2-2 0,15-2 0,-2-5 0,4-3 0,-4-18 0,0-2 0</inkml:trace>
  <inkml:trace contextRef="#ctx0" brushRef="#br0" timeOffset="149">16355 9178 8912,'-30'0'0,"-11"0"0,9 0 0,-9 0 0,9 0 0,-4 2 0,-3 5 0,3 5 0,3 14 0,6-5 0,7 5 0,3 2 0,4-2 0,-2 6 0,9-6 0,-1-1 0,7-5 0,9-3 0,4-4 0,10-5 0,3-8 0,8 0 0,-1 0 0,3-8 0,3-5 0,6-7 0,0-5 0,-7-5 0,-6-9 0,-8 1 0,2-1 0,1-6 0,-1 0 0,-2-11 0,-11-1 0,2-18 0,-9-15 0,0-11-226,-6-2 1,-8 4 225,-5 16 0,-4 12 0,-2 26 0,-1 11 0,1 21 0,0 24 0,-1 21 0,1 17 0,0 22 0,0 17 0,8-35 0,2 3 0,2 1 0,1 0-134,-1 0 0,2 1 0,2-1 0,1 0 134,-1-2 0,0-1 0,1 49 0,2-13 0,10-13 0,10-13 0,1-14 0,11-12 0,-2-4 0,11-14 0,6-10 0,2-5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30T03:37:03.221"/>
    </inkml:context>
    <inkml:brush xml:id="br0">
      <inkml:brushProperty name="height" value="0.053" units="cm"/>
      <inkml:brushProperty name="color" value="#FF0000"/>
    </inkml:brush>
  </inkml:definitions>
  <inkml:trace contextRef="#ctx0" brushRef="#br0">20656 1427 8912,'-20'-9'0,"1"-4"0,0-4 0,-1-2 0,1 6 0,0 2 0,0 1 0,-3 1 0,-4 1 0,5 1 0,-15 16 0,1 6 0,-5 10 0,-5 14 0,-7 17 0,5 19 0,-2 12 0,6 3 0,20-37 0,1 2 0,2 0 0,1 1-233,2 4 1,2 2 0,0 5 0,0 1 232,1 6 0,2 0 0,5-5 0,2 1 0,-2 5 0,1-2 0,2-11 0,3-2 0,4-2 0,3-2 0,9 38 0,9-4-56,6-22 0,10-12 56,5-17 0,11-9 0,8-5 0,9-12 0,-2-6 0,12-22 0,7-11 0,-4-25 0,0-9 0,-47 20 0,-1-2 0,1-2 0,-1-2 0,1-3 0,-1 0 0</inkml:trace>
  <inkml:trace contextRef="#ctx0" brushRef="#br0" timeOffset="1">21273 2025 8912,'10'-3'0,"-3"-3"0,-5-7 0,-2-4 0,0-2 0,-2 8 0,-5 5 0,5-5 0,-6 9 0,-1-7 0,7 9 0,-7 0 0,9 9 0,0-7 0,0 6 0,-2-5 0,-4 3 0,4-4 0,-7 7 0,9-9 0,0 0 0,0-9 0,0 7 0,-8-7 0,5 7 0,-5-2 0,-1-2 0,7-1 0,-15 7 0,6 2 0,-8 5 0,-2 6 0,-3 6 0,-2 7 0,1-5 0,3 15 0,-1-1 0,-3 8 0,9-3 0,2 7 0,8-8 0,-6-1 0,7 1 0,0-9 0,8-6 0,4-9 0,5-7 0,8-8 0,3 0 0,3 0 0,5-17 0,9 2 0,-1-17 0,3-2 0,4-11 0,-11 4 0,5-4 0,-13 4 0,-1 3 0,-10-1 0,-2 1 0,-8 8 0,1 4 0,-4 4 0,-10 12 0,-3 3 0,-8 14 0,8 6 0,4 12 0,5 5 0,2 9 0,0 6 0,0 0 0,2 6 0,5-6 0,10 0 0,9-6 0,8-9 0,-2-5 0,7-5 0,6-7 0,-7-5 0,1-8 0,-9-8 0,-11-12 0,0-10 0</inkml:trace>
  <inkml:trace contextRef="#ctx0" brushRef="#br0" timeOffset="2">21736 1793 8912,'-3'-19'0,"-3"0"0,4 8 0,-9 2 0,5 9 0,4 0 0,-7 15 0,9 5 0,0 12 0,0 0 0,6 11 0,1 2 0,6 0 0,-7-7 0,7 7 0,-4 0 0,1-2 0,3-2 0,0-3 0,0 1 0,2-1 0,-7-8 0,3 3 0,-4-14 0,-5-4 0,6-15 0,-8 0 0</inkml:trace>
  <inkml:trace contextRef="#ctx0" brushRef="#br0" timeOffset="3">22121 1851 8912,'0'-19'0,"0"-1"0,0 1 0,0 8 0,-2 3 0,-4 12 0,-7 9 0,-4 0 0,-11 30 0,-4-3 0,-5 8 0,-1 3 0,8-2 0,4-2 0,5 1 0,1-8 0,7 7 0,1-8 0,7-9 0,-1-4 0,12-5 0,9-4 0,9-4 0,6-4 0,8-12 0,1-3 0,8-5 0,5-8 0,5-9 0,8-4 0,-5 4 0,6-17 0,-8 5 0</inkml:trace>
  <inkml:trace contextRef="#ctx0" brushRef="#br0" timeOffset="4">22661 1947 8912,'-8'11'0,"6"-2"0,-18-7 0,3 2 0,-6 3 0,-5 5 0,2-5 0,-2 8 0,-4-2 0,4 4 0,9 2 0,0 0 0,1 3 0,6 4 0,3-5 0,9 5 0,0-5 0,0-2 0,9-2 0,3-4 0,6-6 0,1 3 0,0-10 0,0 0 0,3-2 0,4-11 0,-5 1 0,5-8 0,-5 3 0,-2 4 0,-6-2 0,0 7 0,2-3 0,-6 7 0,6-7 0,-9 5 0,9 4 0,-4-7 0,8 9 0,-6 0 0,0 0 0,0 6 0,6 1 0,0 1 0,1-1 0,8-5 0,4 4 0,4-3 0,3-3 0,-1 0 0,1 0 0</inkml:trace>
  <inkml:trace contextRef="#ctx0" brushRef="#br0" timeOffset="5">24069 1832 8912,'-19'0'0,"0"-9"0,6-2 0,0-8 0,7 8 0,-7 5 0,8 4 0,-3 2 0,8 8 0,0 5 0,0 13 0,0 6 0,0 5 0,0 1 0,0 1 0,0-1 0,0-6 0,0 1 0,0-3 0,0 2 0,0-2 0,0-5 0,0-3 0,0 3 0,0-12 0,0-8 0,0-18 0,0 0 0,8-23 0,5 3 0,-2-12 0,2-6 0,-2-5 0,1-2 0,3-6 0,-8 0 0,1 6 0,-1 7 0,-5 8 0,4-2 0,3 13 0,-3 6 0,1 13 0,-5 13 0,4 13 0,-1 13 0,8 6 0,-7 6 0,7 5 0,2 2 0,2-8 0,2-3 0,1-8 0,-1 4 0,0-11 0,0 2 0,1-14 0,-1 6 0,0-7 0,1-2 0,-1-10 0,7-7 0,-1-13 0,1 3 0,-7-9 0,1-1 0,-1-5 0,0-7 0,0 0 0,-8-7 0,-4 8 0,1 1 0,-1 11 0,-1 4 0,-6 8 0,0 1 0,0 8 0,-6 11 0,-1 15 0,3 9 0,2 6 0,2 11 0,0 4 0,2 4 0,4 9 0,-1-7 0,5-2 0,-1-1 0,6 5 0,-4-12 0,8 4 0,-2-7 0,-4-5 0,4-6 0,-4-7 0,4-3 0,2-4 0,1-5 0,-1-8 0,0-17 0,0-4 0,1-18 0</inkml:trace>
  <inkml:trace contextRef="#ctx0" brushRef="#br0" timeOffset="6">25169 1446 8912,'0'11'0,"0"0"0,0-5 0,-9 7 0,-4 13 0,-4 4 0,-2 8 0,6 9 0,0 5 0,9 5 0,-3 8 0,5-7 0,2-1 0,2-1 0,5-11 0,3 0 0,10-6 0,8-16 0,4-3 0,4-14 0,5 0 0,4-3 0,4-12 0,3-2 0,-1-8 0,-8 0 0,2-1 0,-4-5 0,-3-1 0,1-2 0,-1 2 0,-8 5 0,-2-24 0,-9 4 0</inkml:trace>
  <inkml:trace contextRef="#ctx0" brushRef="#br0" timeOffset="7">25805 1099 8912,'0'-11'0,"0"-6"0,0 15 0,0-4 0,4 14 0,9 11 0,0 9 0,26 22 0,-3 7 0,7 12 0,2 15 0,-9 3 0,-6 12-919,-10 4 919,-1-5 0,-18-42 0,-4 0 0,-4 47 0,-16-3 0,-20-10 0,15-41 0,-2-1 0,-4-1 0,-3 0 0,0 3 0,-1 1 0,0 1 0,-1-2 0,4-5 0,-1-2 0,1-1 0,0 0 0,-32 37 0,-1-6 0,3-9 0,1-8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30T03:37:03.151"/>
    </inkml:context>
    <inkml:brush xml:id="br0">
      <inkml:brushProperty name="height" value="0.053" units="cm"/>
      <inkml:brushProperty name="color" value="#FF0000"/>
    </inkml:brush>
    <inkml:brush xml:id="br1">
      <inkml:brushProperty name="width" value="0.05292" units="cm"/>
      <inkml:brushProperty name="height" value="0.05292" units="cm"/>
      <inkml:brushProperty name="color" value="#3165BB"/>
    </inkml:brush>
  </inkml:definitions>
  <inkml:trace contextRef="#ctx0" brushRef="#br0">5477 10875 8912,'9'-17'0,"2"2"0,1 4 0,1 2 0,-8-6 0,1 2 0,-4-4 0,-2-2 0,0 0 0,0 6 0,-2 2 0,-4 3 0,1-5 0,-5 4 0,1-2 0,-6 7 0,13-4 0,-7 23 0,9 6 0,0 9 0,0 11 0,0-3 0,0 20 0,0 0 0,0 6 0,0 7 0,2 2 0,3-7 0,1 3 0,9-7 0,-6 2 0,4-12 0,4-14 0,-7-10 0,10-9 0</inkml:trace>
  <inkml:trace contextRef="#ctx0" brushRef="#br0" timeOffset="1">7946 10701 8912,'0'-19'0,"0"0"0,0-1 0,0 1 0,0 0 0,2-1 0,5 1 0,3 8 0,10 5 0,-1 4 0,0 2 0,0 0 0,1 0 0,-1 0 0,7 8 0,-1 5 0,-1 4 0,-3 3 0,-3 1 0,-6 5 0,3-3 0,-8 10 0,-1-1 0,-14 2 0,-5 2 0,-4 5 0,-11 2 0,0-4 0,-4-1 0,-5 1 0,5-1 0,7-1 0,5-5 0,3 2 0,11-8 0,-1-7 0,9-8 0,5-3 0,12-1 0,22-7 0,17 0 0,2-15 0,10-5 0,1-12 0,6 0 0,9-13 0,2-4 0</inkml:trace>
  <inkml:trace contextRef="#ctx0" brushRef="#br0" timeOffset="2">10067 10682 8912,'-19'-9'0,"2"-4"0,2-2 0,4 0 0,3 3 0,3-3 0,3-3 0,2-1 0,9 8 0,4 5 0,4 4 0,2 2 0,0 0 0,1 2 0,-1 4 0,0 5 0,1 8 0,-8 1 0,-1-1 0,-2 0 0,-5 1 0,-2-1 0,-2 0 0,-2 0 0,-4 1 0,3-1 0,-7 2 0,3 5 0,5-11 0,-4 4 0,4-4 0,2 5 0,0-1 0,0 0 0,2 1 0,4-3 0,7-4 0,-4 4 0,8-7 0,-4 10 0,4-1 0,2 0 0,0-2 0,-2-2 0,-4-2 0,4 0 0,-14 6 0,3 1 0,-4-1 0,-2 9 0,-2-5 0,-4 9 0,-5-8 0,-8 2 0,-1 2 0,1-3 0,0-1 0,-1 6 0,8-15 0,-1 4 0,8-12 0,-3 1 0,8-8 0</inkml:trace>
  <inkml:trace contextRef="#ctx0" brushRef="#br0" timeOffset="3">11552 10393 8912,'0'-32'0,"0"2"0,0 2 0,0 11 0,0 8 0,0 9 0,-8 4 0,-5 9 0,-11 2 0,-1 17 0,-3 3 0,2 10 0,5 2 0,-5 6 0,5-1 0,1-1 0,1 5 0,0-5 0,8 3 0,5-9 0,3-2 0,6-9 0,3-2 0,13-17 0,11 9 0,9-18 0,2 0 0,4-6 0,2-2 0,4-4 0,-6-7 0,-4-4 0,-5-5 0,-1-1 0,-3-3 0,-17-8 0,10 4 0,-14-9 0</inkml:trace>
  <inkml:trace contextRef="#ctx0" brushRef="#br0" timeOffset="4">11630 10451 8912,'-11'21'0,"2"2"0,1 3 0,6 8 0,-7 5 0,7 12 0,-5 5 0,5 11 0,-13 8 0,9 8 0,-9 9 0,4-2-1269,0 4 1269,3 11 0,8-12 0,0 3 0,8-21 0,5-4 0,4-26 0,3-9 0</inkml:trace>
  <inkml:trace contextRef="#ctx0" brushRef="#br0" timeOffset="5">14735 10643 8912,'0'-19'0,"0"6"0,0 0 0,0-2 0,0-2 0,0-2 0,0 6 0,0 0 0,0-2 0,0 7 0,-2-3 0,-5 4 0,5 5 0,-9-6 0,5 8 0,4 8 0,-9 5 0,5 13 0,1 4 0,-8 8 0,9 1 0,-2 0 0,6 8 0,6 4 0,5 5 0,8 2 0,0 0 0,3-3 0,4-3 0,-5 3 0,13-8 0,-8 5 0,-2-5 0,-12-8 0,3-1 0,-8 1 0,-5-9 0,-15-5 0,-2-3 0,-17-3 0,0-8 0,-7-5 0,1-4 0,-1-2 0,-8-17 0,-2-4 0</inkml:trace>
  <inkml:trace contextRef="#ctx0" brushRef="#br0" timeOffset="6">14407 10682 8912,'30'0'0,"0"0"0,-4 0 0,-3-7 0,9 1 0,3 2 0,1 2 0,11-5 0,5 1 0,3-9 0,3 2 0,9 2 0,8-4 0,12-6-255,3 1 0,-30 4 0,3-2 255,-2 6 0,0-2 0,4-10 0,0-3 0,3 1 0,-1 1 0</inkml:trace>
  <inkml:trace contextRef="#ctx0" brushRef="#br0" timeOffset="7">19228 10161 8912,'13'0'0,"-2"-2"0,-2-4 0,-7-5 0,-7 0 0,-5 3 0,-12 10 0,-3 4 0,-3 14 0,-4 12 0,-3 6 0,10 9 0,-1 11 0,-2 11 0,9 14 0,-3 7 0,7 5 0,11 1 0,-2-2 0,14-6 0,11-13 0,11-15 0,7-13 0,4-23 0,4-11 0,-5-9 0,12-13 0,-14-4 0,1-12 0,-20-7 0,3 2 0,-16-2 0,-2 8 0,-10-2 0,-7 5 0,-13 4 0,-6 4 0,-6-2 0,-7 8 0,4 10 0,-4 9 0,-4 6 0,-1 9 0,-8 3 0</inkml:trace>
  <inkml:trace contextRef="#ctx0" brushRef="#br0" timeOffset="8">22468 10296 8912,'-8'11'0,"-5"-5"0,-4-3 0,6-6 0,5-3 0,4-5 0,2-8 0,2 2 0,4 4 0,5 4 0,8 3 0,0-3 0,1-1 0,5 5 0,1-1 0,-2 4 0,-3 2 0,5 0 0,0 2 0,-3 4 0,-1-3 0,-3 16 0,0 0 0,0 11 0,1 7 0,-7 10 0,-1 4 0,-7 5 0,1 2 0,-4 8 0,-2 5 0,0 4 0,0-7 0,-2-1 0,-4-9 0,1-3 0,-7-3 0,7-5 0,-3-11 0,-1-4 0,-2-12 0,1-12 0,-7-16 0,6-3 0</inkml:trace>
  <inkml:trace contextRef="#ctx0" brushRef="#br0" timeOffset="9">22449 10817 8912,'-11'-2'0,"5"-5"0,4 5 0,13-9 0,8 5 0,17 4 0,24-13 0,17 6 0,11-1 0,13-1 0,2-2-1133,-48 4 1,1 1 1132,52 6 0,-10-24 0,-4 5 0</inkml:trace>
  <inkml:trace contextRef="#ctx0" brushRef="#br0" timeOffset="10">26711 10451 8912,'-12'-9'0,"-3"-4"0,-5-2 0,-3 0 0,-1 2 0,3 0 0,-1 3 0,-3 3 0,3-1 0,-4 1 0,5 3 0,2 4 0,-1 6 0,1 7 0,2 4 0,4 3 0,5 1 0,8 5 0,0-3 0,0 7 0,2 0 0,4 0 0,11 0 0,9 2 0,2 3 0,-2-10 0,4 10 0,2-7 0,0 4 0,-9 4 0,3-4 0,-4-2 0,-3 0 0,0-2 0,-8-2 0,-3 0 0,-8-1 0,-15 1 0,-8-7 0,-11 1 0,-1-10 0,-20 5 0,3-8 0,3-1 0,-3-6 0,12-2 0,1-7 0,11-10 0,7-9 0,12-12 0,9-5 0,26 0 0,19-13 0,11 4 0,8-10 0,7 4-306,12-7 1,1 7 305,-37 28 0,2 0 0,5 2 0,2 0 0,5-3 0,2 0 0,3-2 0,1-1 0,0-1 0,1-1 0,1 0 0</inkml:trace>
  <inkml:trace contextRef="#ctx0" brushRef="#br0" timeOffset="11">27676 10624 8912,'0'13'0,"0"0"0,0-9 0,0 5 0,8-9 0,7 0 0,9-3 0,8-3 0,4 2 0,3-9 0,6 0 0,2-4 0,0 2 0,1 2 0,-3 7 0,-7-5 0,1 2 0,-9 3 0,-2 6 0,-9 0 0,0 0 0,0 0 0,-8 0 0,-2-9 0,-9-1 0</inkml:trace>
  <inkml:trace contextRef="#ctx0" brushRef="#br0" timeOffset="12">28235 10238 8912,'11'11'0,"6"-2"0,-4-9 0,-5 0 0,10 6 0,-6 1 0,8 1 0,5-1 0,5-3 0,11 9 0,4 2 0,-4 2 0,6 9 0,-8 1 0,-1 3 0,-8 3 0,-11 5 0,-12 1 0,-5-1 0,-11 1 0,-10-1 0,-13-1 0,-4-5 0,-3-4 0,3-9 0,1-2 0,3-4 0,0-4 0,-7-9 0</inkml:trace>
  <inkml:trace contextRef="#ctx0" brushRef="#br0" timeOffset="13">29103 10238 8912,'11'-8'0,"-5"-5"0,-4 4 0,7-8 0,-5 15 0,9-4 0,-7 12 0,5 9 0,0 9 0,0 8 0,-7 13 0,11 2 0,-7 7 0,3-3 0,-4-2 0,5 3 0,-1-5 0,2-9 0,4-8 0,-13 5 0,9-10 0,-6-8 0,6-10 0,-7-14 0,7-5 0,0-14 0,6-8 0,0-9 0,1 2 0,-1-15 0,0 5 0,-6-3 0,-2 3 0,-3 6 0,7 4 0,-13 11 0,5 2 0,-5 1 0,7 14 0,-7-13 0,15 24 0,-6-7 0</inkml:trace>
  <inkml:trace contextRef="#ctx0" brushRef="#br0" timeOffset="14">29836 10373 8912,'-19'0'0,"-1"0"0,1 0 0,-2 0 0,-5 0 0,4 0 0,-8 0 0,7 3 0,-3 3 0,-8 5 0,12 8 0,-3 2 0,3 5 0,5 4 0,4 9 0,5-1 0,8 1 0,0-3 0,0-4 0,8 5 0,3-18 0,8 2 0,1-6 0,-1-10 0,0 1 0,3-6 0,3-6 0,-3-5 0,6-10 0,-9-5 0,0 2 0,0-8 0,1 6 0,-1-6 0,-2 9 0,-4-3 0,4 5 0,-6 1 0,0 10 0,4 3 0,-9 14 0,0 3 0,-6 10 0,0 5 0,0 1 0,0 0 0,0-7 0,0 0 0,0 1 0,0-1 0,9-8 0,2-3 0</inkml:trace>
  <inkml:trace contextRef="#ctx0" brushRef="#br0" timeOffset="15">29952 10393 8912,'12'0'0,"1"0"0,-6 0 0,6 0 0,-9 0 0,13 0 0,-4 0 0,4 6 0,2 1 0,1 8 0,-5-3 0,4 14 0,-11-2 0,12 8 0,-5-7 0,4 8 0,-2-3 0,-4 2 0,-4 2 0,-9-8 0,0-1 0,0-5 0,0-1 0,-9-8 0,5-3 0,-9-8 0,9-8 0,-3-5 0,5-11 0,2-1 0,0-10 0,0 3 0,9 2 0,3-2 0,8 8 0,3-1 0,3 3 0,0-6 0,-1 14 0,3-6 0,2 3 0,-6 9 0,6-10 0,-4 6 0,-5 3 0,5 3 0,-5 3 0,-2-5 0,1 6 0,-1-5 0,-8 14 0,-3 3 0,-8 10 0,2 1 0,5 5 0,-5 2 0,4 4 0,-3 4 0,-3-4 0,0-2 0,0 2 0,0-2 0,0 3 0,0-6 0,0-7 0,0-1 0,0 0 0,0 1 0,0-10 0,8-18 0,3-14 0</inkml:trace>
  <inkml:trace contextRef="#ctx0" brushRef="#br0" timeOffset="16">30627 10065 8912,'-13'-7'0,"0"1"0,0-3 0,-6 3 0,6 4 0,0-5 0,0 5 0,2 2 0,3 2 0,8 5 0,2-3 0,4 9 0,7 2 0,13 2 0,4 2 0,9 1 0</inkml:trace>
  <inkml:trace contextRef="#ctx0" brushRef="#br0" timeOffset="17">30858 10412 8912,'0'11'0,"0"-1"0,0-3 0,-9-5 0,5 7 0,-9-9 0,0 0 0,-6 6 0,0 0 0,6 9 0,0-2 0,-2 4 0,7 3 0,-3 5 0,4 1 0,5 2 0,-4-2 0,4-11 0,2 4 0,2-4 0,4 4 0,5-8 0,6-5 0,0-12 0,3-7 0,-5-4 0,12-2 0,-7-1 0,-1 1 0,0-2 0,1-5 0,-1 4 0,0 1 0,0 8 0,1-2 0,-7 7 0,-1 1 0,1 5 0,-2 4 0,-5 5 0,-3 3 0,-3 10 0,0-1 0,0 0 0,2 0 0,4 1 0,-4-1 0,5 0 0,-5 1 0,0-10 0,4-3 0,-1-5 0,8-2 0,-1-9 0,8-1 0</inkml:trace>
  <inkml:trace contextRef="#ctx0" brushRef="#br0" timeOffset="18">31282 10200 8912,'-8'-19'0,"6"-1"0,-7 1 0,0 0 0,7 8 0,-15-4 0,4 9 0,-4-1 0,4 22 0,3 7 0,1 5 0,3 6 0,6 7 0,0 3 0,0 2 0,0 0 0,0-6 0,0-1 0,0 1 0,0-1 0,0-6 0,0 1 0,0-10 0,2-4 0,4-12 0,-2-5 0,9-2 0,-6 0 0,6-2 0,2-5 0,10-3 0,-3-10 0,3 1 0,-3 0 0,-3 0 0,7-1 0,0 3 0,-3 4 0,-1 5 0,-3 1 0,0 1 0,-2 2 0,-4 10 0,-4-2 0,-9 9 0,0 2 0,0 11 0,-9-5 0,-4 5 0,-6-2 0,-7 1 0,-2-3 0,-6 3 0,2-3 0,0-3 0,2 0 0,4 1 0,5-10 0,1-3 0,1-5 0,0-2 0</inkml:trace>
  <inkml:trace contextRef="#ctx0" brushRef="#br0" timeOffset="19">31687 10046 8912,'20'0'0,"-8"-7"0,1 1 0,-8-1 0,3 7 0,-8 0 0,-2 2 0,-4 5 0,-7 6 0,2 12 0,-2 8 0,7 3 0,-7 3 0,6 1 0,-5 5 0,7 5 0,-3 7 0,8 1 0,0-8 0,0-6 0,0-3 0,0-9 0,0 0 0,8-14 0,5 1 0,4-13 0,3 1 0,-1-14 0,7-3 0,-1-10 0,1-5 0,-7-3 0,1-2 0,-1-2 0,-8-5 0,-5 5 0,3 2 0,-3 4 0,0 5 0,-14-7 0,-3 20 0,-8 8 0,0 10 0,-1 7 0,7 11 0,3 4 0,1 5 0,-6 1 0,13-1 0,-4-5 0,12 2 0,7-8 0,13 0 0,6-7 0,13-8 0,8-5 0,9-4 0,-8-2 0,4 0 0,-5-17 0,-3-4 0,-3-18 0</inkml:trace>
  <inkml:trace contextRef="#ctx0" brushRef="#br0" timeOffset="20">29489 11280 8912,'0'19'0,"0"-6"0,-2-3 0,-3 1 0,-1 0 0,2 4 0,-1 2 0,1 2 0,-2 3 0,1 3 0,3-3 0,2 6 0,-2-3 0,-2 3 0,-3 2 0,1-6 0,4 4 0,-5 0 0,3-7 0,-9 5 0,0-5 0,0-10 0,1-5 0,7-4 0,-3-17 0,8-6 0,2-9 0,4-11 0,5 3 0,10-7 0,5 4 0,-4 2 0,12 1 0,-8 1 0,-3 5 0,7 4 0,-8 11 0,3 4 0,-3 7 0,3 6 0,1 6 0,0 14 0,-5 16 0,3 9 0,2-2 0,1 4 0,-1-2 0,-4 0 0,12-6 0,-6-3 0,2-4 0,2-4 0,4-17 0,-4-5 0,3-4 0,-7-2 0,2 0 0,-9-8 0,-2-5 0,-2-11 0,-10-1 0,-1-10 0,-6 12 0,0-9 0,-8 6 0,-5-4 0,-4 2 0,-11 2 0,6 3 0,-3 4 0,-3-3 0,2 16 0,3 1 0,1 3 0,3 2 0,0 9 0,-1 4 0,1 10 0,0 3 0,8 8 0,-6-6 0,6 6 0,0-1 0,1-8 0,3 7 0,5-8 0,-4 2 0,6-11 0,6-2 0,-2-9 0,9 2 0,0-4 0,9-4 0,1-4 0,3-7 0,0-4 0,-7-9 0,0 0 0,0 3 0,1 1 0,-1 3 0,0 2 0,1 4 0,-8-2 0,1 9 0,-6-1 0,6 7 0,-7 0 0,7 0 0,-7 2 0,7 5 0,-9 4 0,14 8 0,-6 0 0,3 0 0,-2 1 0,4-7 0,-4-1 0,4 3 0,3-6 0,-1 0 0,0-1 0,1 3 0</inkml:trace>
  <inkml:trace contextRef="#ctx0" brushRef="#br0" timeOffset="21">30607 11453 8912,'-13'0'0,"1"0"0,-3 0 0,6 0 0,-8 0 0,6 0 0,0 2 0,5 5 0,4 6 0,2 12 0,0-3 0,0 3 0,0 5 0,0 0 0,0 7 0,0-5 0,0 4 0,0-14 0,0 3 0,0-3 0,0-3 0,0-8 0,8-3 0,-3-12 0,5-7 0,-1-8 0,6-13 0,-6 2 0,6-8 0,-3-1 0,1 0 0,0 1 0,0-1 0,-2 7 0,4 2 0,-2 2 0,-1-4 0,8 6 0,-10 9 0,8 9 0,-6 8 0,-1 4 0,2 9 0,-9 2 0,3 17 0,-5 0 0,-2 13 0,0 0 0,0 0 0,0-6 0,-7-3 0,1-4 0,2-6 0,-7 4 0,9-15 0,-5 4 0,5-12 0,2-1 0,0-12 0,2-14 0,5-12 0,4 4 0,8-10 0,0-1 0,0 3 0,1-3 0,-1 3 0,0 10 0,1 3 0,3 1 0,-4 3 0,5 8 0,-11 5 0,-2 6 0,1 6 0,-1 5 0,2 8 0,2 7 0,-9 0 0,9-1 0,-2-3 0,11-1 0,2-2 0,1 3 0,-1-16 0,-2 1 0,8-7 0,0 0 0,-2 0 0,-2-2 0,0-5 0,-7-4 0,7-10 0,-9-3 0,1-1 0,-10-10 0,1 12 0,-7-9 0,3-3 0,-3 1 0,-10 2 0,3 4 0,-14 11 0,4 4 0,-4 5 0,-2 8 0,0 0 0,-1 8 0,1 5 0,0 13 0,0 6 0,-1 4 0,1 3 0,0-1 0,-1 1 0,10 0 0,-5 3 0,8-1 0,3-4 0,4-10 0,6 6 0,14-10 0,3 3 0,9-13 0,3-5 0,8-10 0,2-4 0,2-7 0,-2-13 0,2-4 0,4-8 0,-4-1 0,-8 0 0,0 1 0,-3-7 0,-4 0 0,-6 2 0,-5 2 0,-1 3 0,-1 8 0,-6 2 0,0 9 0,-9 8 0,4 2 0,-8 18 0,0 6 0,0 8 0,0-1 0,3 12 0,1-6 0,2 2 0,1-4 0,-7 6 0,0-6 0,0 6 0,0 0 0,-5 0 0,-7 0 0,-6-6 0,-20 6 0,-5-8 0,-15 3 0,0 1 0,-8-6 0,4 5 0,-9-7-121,0-10 0,-6 8 1,0-8-1</inkml:trace>
  <inkml:trace contextRef="#ctx0" brushRef="#br0" timeOffset="22">7425 11858 8912,'-11'0'0,"1"0"0,3 0 0,5 0 0,-6 0 0,8 0 0,0 0 0,8 0 0,-4 6 0,9 1 0,2-3 0,-4-2 0,2-2 0,0 0 0,6 2 0,0 3 0,1 1 0,1 1 0,5-7 0,-5 0 0,16 0 0,-5 0 0,4 0 0,5 0 0,4 0 0,-4 0 0,14 0 0,-3 0 0,10 0 0,2 0 0,-2 0 0,-10 0 0,4 0 0,-5 0 0,5 0 0,-7 0 0,-4 0 0,-4 0 0,-3 0 0,3 0 0,4 0 0,-4 0 0,6 0 0,-9 0 0,7 0 0,0 0 0,-2 0 0,-2 0 0,-2 0 0,-1 0 0,1 0 0,-7 0 0,0 0 0,0 8 0,0-6 0,0 5 0,-8-5 0,4-2 0,0 0 0,-7 0 0,5 0 0,-5 0 0,-8 2 0,0 2 0,2 3 0,-6-1 0,-1-6 0,-8 0 0,0 0 0,-8 0 0,5 0 0,-5 0 0,8 0 0,-9 9 0,-1 1 0,-10 10 0</inkml:trace>
  <inkml:trace contextRef="#ctx0" brushRef="#br1" timeOffset="23">15294 12398 8912,'13'0'0,"0"0"0,2 0 0,-7-2 0,1-3 0,-1-1 0,-5-2 0,3 1 0,-2-1 0,3-5 0,-5 2 0,4 5 0,-4 3 0,-8-7 0,0 3 0,-1 5 0,-1-6 0,-3 8 0,-8 0 0,-1 0 0,1 0 0,0 0 0,-1 0 0,1 8 0,-7-4 0,1 7 0,1-2 0,-6-3 0,7 1 0,-7 1 0,2 3 0,2-5 0,7 7 0,-7-7 0,0 5 0,3-2 0,1-5 0,3 7 0,0-3 0,-1 5 0,8 2 0,-1-8 0,8 8 0,-10-11 0,9 9 0,-3-7 0,3 7 0,4 0 0,-7 6 0,9 0 0,0 1 0,0-1 0,0 0 0,-2 1 0,-4-1 0,4 7 0,-5-1 0,5 12 0,0-1 0,-5 7 0,5 11 0,-6-14 0,8 5 0,0-4 0,0 6 0,0-6 0,0 4 0,0-5 0,0-3 0,0-5 0,0 2 0,0-8 0,0 8 0,2-12 0,4 3 0,-4 3 0,5-2 0,-5-2 0,-2-3 0,6-2 0,1 1 0,-1 5 0,-6 1 0,0 0 0,0 2 0,0-7 0,0 5 0,0-5 0,0-2 0,0 7 0,0 0 0,0-1 0,0-5 0,0-1 0,0 0 0,-2-2 0,-4-4 0,4 4 0,-5-4 0,5-2 0,2 2 0,0 0 0,0 0 0,0-1 0,6-5 0,1 6 0,-1-9 0,-6 7 0,0-5 0,0-2 0,2 7 0,5-2 0,-5 6 0,7-13 0,-1 15 0,-4-8 0,9 3 0,-8-1 0,3-7 0,1 3 0,-5 1 0,9-1 0,-9-5 0,7 7 0,-7-7 0,3 4 0,8-4 0,-11 7 0,9-9 0,-7 6 0,7 1 0,0-1 0,6-6 0,-6 0 0,0 0 0,2 0 0,0 2 0,-2 5 0,4-5 0,-4 4 0,4-4 0,-4-2 0,0 0 0,-1 0 0,8 0 0,-1 0 0,0 0 0,1 0 0,-1 0 0,0 0 0,0 0 0,1 0 0,-1 0 0,0 0 0,1 0 0,7 0 0,3 0 0,9 0 0,-3 0 0,-3 0 0,-8 0 0,-3 0 0,-3-6 0,0 0 0,1-1 0,-1 7 0,0 0 0,0 0 0,1-2 0,-1-2 0,0-3 0,1 1 0,-3 4 0,-2-3 0,-2-1 0,-1 0 0,8 6 0,-1-9 0,0 7 0,1-15 0,-3 12 0,-2-7 0,-2-3 0,-9 6 0,13-8 0,-8 6 0,3-8 0,-1 2 0,-7 2 0,3 2 0,-1 0 0,-4-6 0,3-1 0,1 1 0,7-2 0,-7-5 0,1 5 0,-1-7 0,1 8 0,-1-5 0,-6-1 0,2-2 0,5 2 0,-5 5 0,4-5 0,-4-1 0,-2 1 0,0-8 0,0 4 0,0 0 0,0-5 0,0 10 0,0-10 0,0 12 0,0-9 0,0-3 0,0 7 0,0-2 0,0 5 0,0-7 0,0 4 0,0-7 0,0 10 0,0 1 0,0-6 0,0 7 0,0-9 0,0 8 0,0-2 0,-2-2 0,-4 3 0,4-10 0,-5 5 0,5 0 0,2-6 0,0 12 0,0-8 0,0 9 0,0-3 0,0-4 0,0 9 0,0-5 0,0 4 0,0 3 0,0 0 0,0 0 0,-2 6 0,-4 0 0,3 0 0,-3-6 0,4-1 0,-5 1 0,1 0 0,0 0 0,3 2 0,-3 4 0,4-4 0,-7 6 0,9-8 0,0-1 0,-8 1 0,6 0 0,-7 8 0,9-6 0,-9 15 0,7-7 0,-6 1 0,-1 5 0,7-5 0,-15-1 0,15 7 0,-15-6 0,14 5 0,-3-3 0,-5 4 0,1-7 0,-10 9 0,10 0 0,-8 0 0,6 0 0,-6 0 0,8 0 0,-7 0 0,4 0 0,-7 0 0,-5 0 0,3 0 0,-3 0 0,3 0 0,-6 0 0,7 0 0,-7 0 0,0 0 0,7 0 0,-7 0 0,9 0 0,-1 0 0,-8 0 0,5 0 0,-7 0 0,2 0 0,2 0 0,7 0 0,0 0 0,-7 0 0,0 0 0,1 0 0,5 0 0,1 0 0,0 0 0,-1 0 0,1 0 0,0 0 0,8 0 0,0 7 0,5-1 0,4 1 0,-13-5 0,8 4 0,1-4 0,6 7 0,0-7 0,0 4 0,0-3 0,0 5 0,0-8 0,0 2 0,0 5 0,0-5 0,0 15 0,9-6 0,1 8 0</inkml:trace>
  <inkml:trace contextRef="#ctx0" brushRef="#br1" timeOffset="24">15487 14577 8912,'-11'-2'0,"3"-3"0,-1-1 0,5-9 0,-9 2 0,6-2 0,-5 2 0,-1-4 0,-7 8 0,1-3 0,-2 5 0,-5 5 0,0-4 0,-12-1 0,3 1 0,-10 6 0,3 0 0,-3 2 0,-7 4 0,5-4 0,-7 13 0,9-8 0,-2 8 0,2-2 0,11-3 0,-5 3 0,7-2 0,0 2 0,4 4 0,9-15 0,8 15 0,3-15 0,8 7 0,0-7 0,0 5 0,0-3 0,0 9 0,0-7 0,0 7 0,0 0 0,0 6 0,0 0 0,0 1 0,0 8 0,0 4 0,-2-2 0,-5 2 0,5 0 0,-4 7 0,-3-1 0,3 1 0,-1-1 0,7 1 0,0-1 0,0 1 0,0-1 0,0 1 0,0 0 0,0-1 0,0-1 0,0-5 0,0-2 0,0-5 0,2-5 0,5-1 0,-5 0 0,4-6 0,-1-2 0,1 2 0,-4 0 0,9-3 0,-5-3 0,-4 3 0,7-5 0,-9 7 0,0-7 0,2 3 0,5-8 0,-5 9 0,6-7 0,-8 9 0,0-5 0,9-4 0,-7 7 0,7-1 0,-9-5 0,2 7 0,4-3 0,-4-5 0,9 6 0,-5-8 0,-3 0 0,5 0 0,-1 3 0,-1 3 0,9-4 0,-2 5 0,-5-5 0,10-2 0,-6 0 0,6 0 0,1 0 0,0 0 0,0 0 0,7 0 0,0 0 0,6 0 0,-6 0 0,8 0 0,-2 0 0,5 0 0,1 0 0,1 0 0,-1-9 0,7 7 0,0-4 0,7 3 0,-7 3 0,2 0 0,-2 0 0,2 0 0,4 0 0,-3-6 0,-10 0 0,-1-1 0,-5 7 0,2-6 0,-8-1 0,-1 1 0,-5 6 0,-3-2 0,-4-5 0,4 5 0,-6-6 0,-1 5 0,-3-3 0,-5 4 0,-2-7 0,0 9 0,0 0 0,0-8 0,0 3 0,0-7 0,-7 5 0,1-6 0,0 7 0,6-7 0,0 0 0,0-6 0,0-2 0,0-5 0,2 2 0,2-8 0,2-2 0,1-3 0,-7-1 0,0-1 0,0 1 0,0-1 0,0 1 0,0-1 0,0 0 0,0 1 0,0-1 0,0 1 0,0 4 0,0-5 0,0 5 0,0-11 0,0 10 0,0 3 0,0 0 0,0-6 0,0 8 0,0 4 0,0 4 0,0 3 0,0 0 0,0 0 0,0 8 0,-9 2 0,7 9 0,-6 0 0,8 0 0,0 2 0,0 5 0,0-5 0,0 7 0,0-9 0,0 0 0,-3 6 0,-3 0 0,4 1 0,-15-7 0,4 0 0,-4 0 0,-3 0 0,-7 0 0,-6 0 0,-12 0 0,-6 0 0,-5 0 0,-2 0 0,-6 0 0,0 0 0,-9 0 0,2 0 0,11-7 0,2 1 0,13 0 0,0 6 0,11 0 0,2 0 0,8 6 0,-1 0 0,3 9 0,9-10 0,1 8 0,7-9 0,-3 4 0,8-8 0,0 0 0,8 0 0,-6 9 0,16 2 0,-8 8 0</inkml:trace>
  <inkml:trace contextRef="#ctx0" brushRef="#br1" timeOffset="25">21446 11935 8912,'-13'2'0,"1"3"0,-3 3 0,-3 1 0,-1-1 0,0-1 0,0-7 0,-1 0 0,10 0 0,1 0 0,9-9 0,0 7 0,0-7 0,9 9 0,-5 0 0,9 0 0,0 0 0,6 0 0,0 0 0,0 0 0,7 0 0,0 0 0,8 0 0,-2 0 0,5 0 0,-7 0 0,8 0 0,1 0 0,-1 0 0,7 0 0,-4 0 0,-2 0 0,6 0 0,0 0 0,0-2 0,-7-4 0,-1 4 0,-5-5 0,4 5 0,-6 2 0,0 0 0,-2-8 0,-9 5 0,1-3 0,-1 4 0,0 2 0,-8 0 0,-2 0 0,-9 0 0,0 0 0,-9 0 0,7 0 0,-15 0 0,4 0 0,4 0 0,-1 0 0,3 0 0,3 0 0,-9 0 0,0 0 0,-6 0 0,-3 0 0,-3 0 0,-5 0 0,-9 0 0,-6 2 0,0 4 0,-8-1 0,1 8 0,-4-7 0,-1 7 0,-1-7 0,0 7 0,0-6 0,0 5 0,2-7 0,5 1 0,6 3 0,13-3 0,4 3 0,9-5 0,-1 2 0,10 1 0,1-7 0,9 0 0,9 0 0,1 6 0,10 1 0,-1-1 0,0-6 0,1 2 0,-1 5 0,0-5 0,9-2 0,2-11 0</inkml:trace>
  <inkml:trace contextRef="#ctx0" brushRef="#br1" timeOffset="26">25188 11954 8912,'13'11'0,"-3"-2"0,1-3 0,0 1 0,-5-1 0,7-6 0,-6 0 0,5 0 0,3 0 0,11-2 0,6-5 0,7 3 0,6-7 0,6 3 0,5-1 0,4 5 0,2-2 0,2 1 0,1 3 0,-7 0 0,-1-2 0,1-3 0,-2 1 0,-5 6 0,-3 0 0,-6 0 0,1 0 0,0 0 0,-15 0 0,15 0 0,-17 0 0,-1 0 0,-5 0 0,-1 0 0,0 0 0,0 0 0,-8 0 0,-2 0 0,-9 2 0,0 4 0,-9-3 0,-4 5 0,-4 1 0,-2-7 0,6 13 0,0-9 0,-2-1 0,-2 5 0,-9-8 0,1 5 0,-1-3 0,7 3 0,-1-5 0,1 4 0,0-4 0,-1-2 0,1 0 0,0 0 0,0 0 0,-1 0 0,-5 0 0,-1 0 0,-8 0 0,4 0 0</inkml:trace>
  <inkml:trace contextRef="#ctx0" brushRef="#br1" timeOffset="27">28351 12745 8912,'0'11'0,"0"6"0,0-15 0,0 4 0,0-12 0,0 2 0,0-9 0,8 9 0,5-3 0,4 5 0,3 2 0,-1 0 0,7 9 0,2 3 0,2 6 0,2 1 0,6 9 0,1 4 0,2 6 0,4 7 0,-5-2 0,5 11 0,-4 6 0,-9-2 0,0 6 0,-8-2 0,2 2 0,-5-4 0,3 20 0,-3-5 0,-4 4-136,-10-4 1,3 13 135,-3-5 0,-5-4 0,4 5 0,3-5 0,-3-2 0,3 1 0,-3-1 0,-4 6 0,5 1 0,1-3 0,-1-10 0,6-5 0,-7-8 0,7-2 0,-7-5 0,3-4 0,-3-8 0,-3-9 0,3-4 0,-4 4 0,-2-9 0,0 5 271,0-13-271,0-5 0,0-8 0,0 0 0,0-8 0,0 5 0,0-7 0,0 3 0,0 3 0,0-9 0,-2 7 0,-4-7 0,1 2 0,-8-2 0,1-12 0,-8 3 0</inkml:trace>
  <inkml:trace contextRef="#ctx0" brushRef="#br1" timeOffset="28">28910 14924 8912,'-8'-11'0,"-3"-6"0,-2 8 0,0-3 0,9-6 0,-5 16 0,9-6 0,0 18 0,0 10 0,9 1 0,4 11 0,4 2 0,11 11 0,2-4 0,8 4 0,-3-4 0,3-3 0,-4 1 0,11 0 0,-6-3 0,-7-4 0,5 2 0,-7-8 0,0-2 0,-3-11 0,-7-7 0,-10-4 0,-1-13 0,-9-8 0,0-17 0,0-14 0</inkml:trace>
  <inkml:trace contextRef="#ctx0" brushRef="#br1" timeOffset="29">29489 14827 8912,'-20'28'0,"1"11"0,-9 6 0,-2 13 0,0 8 0,-6 7 0,4 4 0,4 0 0,2 0 0,13-4 0,7-9 0,4-4 0,2-21 0,0-5 0,0-15 0</inkml:trace>
  <inkml:trace contextRef="#ctx0" brushRef="#br1" timeOffset="30">24397 15907 8912,'13'0'0,"-2"-2"0,-3-4 0,-1 3 0,-7-5 0,0 19 0,0 8 0,0 13 0,0 11 0,0-2 0,0 14 0,0-3 0,0 3 0,0 3 0,0 0 0,0-2 0,0-5 0,0-4 0,0-8 0,8-9 0,-3 2 0,5-11 0,-1-3 0,6-12 0,-4 3 0,8-9 0,9-9 0,2-2 0</inkml:trace>
  <inkml:trace contextRef="#ctx0" brushRef="#br1" timeOffset="31">24629 16293 8912,'-13'-11'0,"0"2"0,-2 3 0,-2 0 0,4-3 0,0 5 0,0-5 0,2-2 0,3 5 0,8-7 0,-7 7 0,1-7 0,2-2 0,2-2 0,-5-2 0,1-1 0,1 1 0,3 0 0,0 6 0,-2 0 0,-3-2 0,1-2 0,6-2 0,0 6 0,0 0 0,0 9 0,0-14 0,2 16 0,5-4 0,3 12 0,3 7 0,0 13 0,0-3 0,6 10 0,0 1 0,9-6 0,-6 8 0,3-4 0,-3-4 0,-3-2 0,0-5 0,1 7 0,-1-7 0,0 5 0,1-13 0,-1-7 0,0-6 0,0-6 0,-1-7 0,-6-13 0,6-4 0,-14-10 0,7-3 0,-3-2 0,-1-9 0,-7 14 0,0-5 0,0 4 0,0 2 0,0 1 0,0 8 0,0 2 0,0 17 0,0 13 0,0 18 0,0 16 0,0 20 0,0 10 0,0 3 0,0-7 0,0 11 0,2-7 0,4 3 0,5-14 0,8 3 0,0-13 0,1 0 0,-1-13 0,7-6 0,-1-13 0,-1-7 0,6-12 0,-6-7 0,6-13 0,-3-6 0,-1-4 0,-9-3 0,-4 1 0,-4-7 0,-9 0 0,0 2 0,0 9 0,0 1 0,0 10 0,-2-3 0,-5 13 0,5 13 0,-4 15 0,3 9 0,3 6 0,0 8 0,0 1 0,0 0 0,0-1 0,0 1 0,9-1 0,4 1 0,-2-9 0,1-4 0,1-5 0,7-4 0,-1-4 0,0-7 0,3-3 0,3-3 0,-3 0 0,6-9 0,-9-10 0,0-11 0</inkml:trace>
  <inkml:trace contextRef="#ctx0" brushRef="#br1" timeOffset="32">25361 15849 8912,'-21'17'0,"-5"-2"0,-6-2 0,4 0 0,0-2 0,9-3 0,0 1 0,6-5 0,0 9 0,9-9 0,4 5 0,8-11 0,5-5 0,2-3 0,-8-10 0,-1 1 0,-6 0 0,0 8 0,0 3 0,0 10 0,0 4 0,0 7 0,0 4 0,0 11 0,0 2 0</inkml:trace>
  <inkml:trace contextRef="#ctx0" brushRef="#br1" timeOffset="33">25593 16351 8912,'-9'-20'0,"-1"1"0,-3 2 0,2 2 0,2 2 0,-6 9 0,7 4 0,-5 13 0,-2 4 0,9 2 0,-1 9 0,7 4 0,-6 2 0,-1 1 0,3-3 0,2 2 0,2-6 0,0 6 0,0-8 0,0-3 0,0-1 0,0-3 0,2-2 0,4-4 0,-1-4 0,8-9 0,-9 0 0,11-11 0,-7-8 0,3-11 0,2-7 0,0-1 0,0-3 0,2-4 0,0 4 0,-2-4 0,2 11 0,-9 2 0,7 8 0,-7-1 0,9 3 0,-4 11 0,2 7 0,0 17 0,-9 0 0,5 23 0,-7-6 0,2 2 0,5 1 0,1 1 0,-5-6 0,1-3 0,3-3 0,-3-3 0,0 0 0,-6 1 0,9-10 0,-5-1 0,9-9 0,2 0 0,-4-11 0,2-8 0,0 0 0,-1-16 0,-1 8 0,0-1 0,-3 0 0,1 4 0,4 3 0,-7 2 0,1-1 0,-7 7 0,2 3 0,4 1 0,-4 5 0,5 10 0,-5-4 0,-2 16 0,2-8 0,2 3 0,5-2 0,2-3 0,-5 5 0,7-6 0,0-1 0,6-6 0,0 0 0,1 0 0,-1 0 0,-6-6 0,0-1 0,-9 1 0,7 6 0,-5 0 0,-2 6 0,7 3 0,-2 2 0,-5 4 0,7-7 0,-7 9 0,9-4 0,0 4 0,6 0 0,0-4 0,-6 2 0,0-8 0,0-1 0,6-6 0</inkml:trace>
  <inkml:trace contextRef="#ctx0" brushRef="#br1" timeOffset="34">26461 15869 8912,'-20'-9'0,"8"0"0,1-6 0,2 3 0,-6 7 0,13-3 0,-13 10 0,9 4 0,-1 11 0,7 9 0,0 8 0,0-1 0,9 12 0,-5-5 0,9 7 0,0-2 0,0 0 0,0-2 0,-1-2 0,8-3 0,-1-5 0,0-1 0,1-11 0,-1-2 0,0 1 0,0-18 0,1 2 0,-1-8 0,0-9 0,1-4 0,-1-11 0,0-4 0,-2-5 0,-4-1 0,2-7 0,-8 0 0,-1 2 0,-6 11 0,0-4 0,0 14 0,0-4 0,-2 14 0,-5 7 0,-3 10 0,-3 10 0,0 8 0,2 9 0,-2 13 0,5-4 0,8 6 0,0-8 0,0-1 0,2-1 0,4-5 0,5-4 0,8-9 0,1 0 0,1-8 0,3-5 0,1-4 0,10-4 0,-3-4 0,-2-11 0,2-9 0,-2-6 0,2 6 0,2-8 0,-8 4 0,-2-2 0,-3 0 0,-8 8 0,0-2 0,-9 5 0,5 2 0,-1 8 0,-6 11 0,5 15 0,-3 9 0,3 8 0,-3-2 0,9 2 0,-9 0 0,2 6 0,3 5 0,-3-4 0,9 12 0,-10-25 0,8 13 0,-9-14 0,2 1 0,-4-5 0,-2-1 0,-2-3 0,-4-4 0,-7-7 0,-13-4 0,-4-10 0,-8-3 0</inkml:trace>
  <inkml:trace contextRef="#ctx0" brushRef="#br1" timeOffset="35">26268 16177 8912,'-28'11'0,"13"-3"0,-4-8 0,12 0 0,-1 0 0,38-10 0,10-7 0,10-7 0,10-4 0,4 2 0,0 5 0,1-9 0,1 6 0,3-3 0,1-1 0,-1 0 0,6 2 0,-15-2 0,6-2 0</inkml:trace>
  <inkml:trace contextRef="#ctx0" brushRef="#br1" timeOffset="36">27541 15791 8912,'-13'0'0,"0"0"0,9 0 0,-7 3 0,7 3 0,-3 7 0,1 13 0,6 4 0,0 8 0,0 1 0,0 8 0,0 4 0,8 11 0,5 3 0,4-1 0,3-6 0,-1-3 0,0-3 0,1-5 0,5-11 0,1-3 0,0-14 0,2-11 0,2-8 0</inkml:trace>
  <inkml:trace contextRef="#ctx0" brushRef="#br1" timeOffset="37">27984 16061 8912,'-38'11'0,"1"4"0,3-6 0,2 1 0,8-5 0,-10 12 0,8-2 0,3 8 0,1-1 0,5 6 0,4-3 0,7 1 0,4 0 0,4-7 0,4 0 0,7-8 0,13-5 0,2-3 0,4-3 0,4 0 0,-6-3 0,0-3 0,0 2 0,-4-9 0,-5 2 0,5-2 0,-11-2 0,-2 9 0,-9-1 0,14-1 0,-8 6 0,10-7 0,-8 16 0,1-1 0,-6 7 0,6-7 0,-9 9 0,13-4 0,-13 2 0,9 0 0,0-9 0,6 5 0</inkml:trace>
  <inkml:trace contextRef="#ctx0" brushRef="#br1" timeOffset="38">28467 15753 8912,'10'0'0,"-1"0"0,-9 0 0,0 2 0,0 4 0,0 5 0,-7 17 0,1 4 0,2 5 0,2 16 0,2 5 0,0 13 0,0-9 0,0 9 0,8-7 0,5 2 0,4-6 0,2-6 0,1-18 0,1-6 0,5-11 0,-5-8 0,14-11 0,-8-4 0,3-9 0,3-8 0,5-18 0,1-2 0,-1-4 0,-8 5 0,5-16 0,-12 4 0,-6-3 0,0-1 0,-10 5 0,-1 4 0,-6 8 0,0 9 0,0 11 0,-8 12 0,-5 14 0,-4 12 0,-3 13 0,1 13 0,0 7 0,2 1 0,4-1 0,4 3 0,9-3 0,0 3 0,0-5 0,0-5 0,9-11 0,4-2 0,6-8 0,7 1 0,-5-12 0,13-4 0,-6-9 0,2 0 0,-6 0 0,8-9 0,-11-6 0,-3-8 0,-3 1 0,-5-8 0,-3 4 0,-5-12 0,-2-11 0</inkml:trace>
  <inkml:trace contextRef="#ctx0" brushRef="#br1" timeOffset="39">28621 16023 8912,'-9'11'0,"7"-1"0,-4-3 0,12-5 0,9 4 0,9-4 0,14-2 0,14-2 0,12-4 0,7-7 0,12-4 0,3-11-437,4-4 0,4-13 0,-6-4 0</inkml:trace>
  <inkml:trace contextRef="#ctx0" brushRef="#br1" timeOffset="40">22353 17276 8912,'-32'11'0,"2"-5"0,2-4 0,4-2 0,13 0 0,11 0 0,9 7 0,12-1 0,3-1 0,4-3 0,2-2 0,2 0 0,7 0 0,-1 0 0,1 0 0,-1 0 0,1 0 0,-1-7 0,1 1 0,2-1 0,4 7 0,-5 0 0,8-8 0,-10-3 0</inkml:trace>
  <inkml:trace contextRef="#ctx0" brushRef="#br1" timeOffset="41">22468 17662 8912,'-19'30'0,"0"-2"0,8-16 0,5 1 0,8-8 0,11 1 0,0-4 0,23-10 0,-4-5 0,5-4 0,10-3 0,0-5 0,6-1 0,-1 2 0,8 3-119,0-7 1,6-2-1,-8-9 1</inkml:trace>
  <inkml:trace contextRef="#ctx0" brushRef="#br1" timeOffset="42">24166 17025 8912,'13'0'0,"-1"0"0,3 0 0,-4 0 0,2 0 0,-9 9 0,5-7 0,-9 7 0,0-9 0,0-9 0,0 7 0,0-7 0,0 7 0,0-4 0,0 2 0,0-9 0,0 8 0,-7-5 0,1 3 0,0 5 0,6-15 0,-3 13 0,-3-9 0,4 6 0,-5-5 0,5 7 0,2-5 0,0 3 0,0 5 0,-2-9 0,-4 5 0,4 4 0,-7-7 0,9 9 0,0 2 0,0 5 0,0 6 0,0 12 0,0 7 0,0 13 0,0-2 0,0 9 0,0-1 0,0 7 0,0 6 0,0 1 0,0-3 0,0-11 0,0-6 0,0-4 0,0-9 0,0 0 0,0-17 0,0-15 0,0-21 0</inkml:trace>
  <inkml:trace contextRef="#ctx0" brushRef="#br1" timeOffset="43">24397 17141 8912,'19'9'0,"-8"-7"0,-2 6 0,-9-8 0,0 0 0,8 0 0,3 0 0,8 0 0,1 0 0,-1 0 0,0 0 0</inkml:trace>
  <inkml:trace contextRef="#ctx0" brushRef="#br1" timeOffset="44">24571 17585 8912,'-11'0'0,"-6"0"0,15 0 0,-15 0 0,14 0 0,-3 0 0,12 0 0,-3 0 0,14-7 0,-4 1 0,10-3 0,3 3 0,8 4 0,-12-24 0,5 4 0</inkml:trace>
  <inkml:trace contextRef="#ctx0" brushRef="#br1" timeOffset="45">24918 17257 8912,'0'-11'0,"-7"-6"0,1 4 0,-9 5 0,13-1 0,-7 18 0,9 3 0,0 6 0,-6 9 0,-1 6 0,1-6 0,6 10 0,0-5 0,0 4 0,0 3 0,0-1 0,0 1 0,2 0 0,5-1 0,-3-8 0,9-4 0,-7-5 0,7-1 0,0-10 0,6-10 0,0-10 0</inkml:trace>
  <inkml:trace contextRef="#ctx0" brushRef="#br1" timeOffset="46">25130 17218 8912,'11'-19'0,"-1"6"0,-3 0 0,-5 0 0,15 1 0,-6-1 0,0-2 0,14 6 0,-12-2 0,13 5 0,-3 4 0,3-5 0,-4 5 0,3 2 0,-3 2 0,-3 5 0,0 1 0,-2 7 0,-4-2 0,-4 9 0,-9-1 0,-2 7 0,-5 0 0,-3-7 0,-10 14 0,3-10 0,4-1 0,-4-3 0,9 1 0,-7-1 0,2-2 0,8 5 0,-3-13 0,8 8 0,0 0 0,2-6 0,4-2 0,7-3 0,4-1 0,5-5 0,1 2 0,3 3 0,0-1 0,-7 0 0,0 1 0,1 1 0,-1-1 0,-8 4 0,4 8 0,-9 0 0,-2 0 0,-10 1 0,2-1 0,-9 0 0,0-2 0,-6-4 0,6 4 0,0-4 0,7-4 0,-7-3 0,8-4 0,-3-4 0,8-4 0,-9-13 0,-1-11 0</inkml:trace>
  <inkml:trace contextRef="#ctx0" brushRef="#br1" timeOffset="47">25863 17218 8912,'0'-19'0,"0"0"0,0-1 0,0 10 0,0 1 0,0 9 0,0 0 0,0 0 0</inkml:trace>
  <inkml:trace contextRef="#ctx0" brushRef="#br1" timeOffset="48">25882 17700 8912,'-13'0'0,"0"0"0,9 0 0,-4-8 0,8 6 0,0-9 0,0 4 0,0 5 0,8-8 0,5 5 0,4-1 0,2-1 0,1-10 0,-1-4 0</inkml:trace>
  <inkml:trace contextRef="#ctx0" brushRef="#br1" timeOffset="49">26345 17218 8912,'0'-19'0,"0"6"0,0 0 0,-9 9 0,5 6 0,-9 17 0,9 9 0,-7 17 0,7 0 0,-2-2 0,-1 4 0,7-2 0,0 9 0,0-3 0,9-4 0,-1 7 0,5-9 0,11 0 0,-5-7 0,13-8 0,-2-2 0</inkml:trace>
  <inkml:trace contextRef="#ctx0" brushRef="#br1" timeOffset="50">26750 17257 8912,'-30'-19'0,"-4"6"0,8 0 0,-6 9 0,6-3 0,3 5 0,1 2 0,11 9 0,5 3 0,4 6 0,-7 1 0,7 0 0,-2 0 0,8 1 0,7-1 0,10 0 0,3 1 0,2-1 0,-1-8 0,1 4 0,0-9 0,-1 7 0,-5-7 0,-1 1 0,0-5 0,1 4 0,-10-4 0,7 9 0,-4-5 0,-4-3 0,-1 7 0,-8-3 0,3-3 0,3 9 0,-4 0 0,5 6 0,-5 0 0,-2 1 0,6 1 0,1 5 0,-1-3 0,-6 9 0,0-6 0,0 4 0,0-2 0,0 6 0,0-12 0,0 6 0,0-1 0,0-5 0,0-1 0,0-8 0,0-9 0,0 5 0</inkml:trace>
  <inkml:trace contextRef="#ctx0" brushRef="#br1" timeOffset="51">27464 17488 8912,'27'0'0,"6"0"0,12 0 0,4 0 0,9-2 0,0-4 0,-1 1 0,-1-5 0,-7-1 0,-10 0 0,0 7 0,-24-5 0,4 9 0,-13 0 0,-8 9 0,-15 4 0,-7 4 0,-1 2 0,-3-8 0,-2-3 0</inkml:trace>
  <inkml:trace contextRef="#ctx0" brushRef="#br1" timeOffset="52">28602 17276 8912,'0'-19'0,"0"0"0,0-1 0,-3 10 0,-3 3 0,-3 22 0,-6 13 0,3 13 0,-3 10 0,4 7 0,-2 4 0,-2 2 0,6 9 0,1-2 0,1 4 0,1 2 0,0-8 0,6-5 0,2-13 0,4-6 0,13-13 0,3-6 0,4-13 0,12-22 0,3-12 0</inkml:trace>
  <inkml:trace contextRef="#ctx0" brushRef="#br1" timeOffset="53">28852 17353 8912,'-19'0'0,"0"0"0,8-8 0,-6 6 0,15-7 0,-5 15 0,16 3 0,10 2 0,9-7 0,2 13 0,15-15 0,-4 7 0</inkml:trace>
  <inkml:trace contextRef="#ctx0" brushRef="#br1" timeOffset="54">28987 17932 8912,'-19'-7'0,"0"1"0,8-9 0,2 11 0,9-9 0,0 8 0,0-12 0,9 7 0,8-3 0,9 2 0,-3 2 0,-1-6 0,-3 5 0</inkml:trace>
  <inkml:trace contextRef="#ctx0" brushRef="#br1" timeOffset="55">29392 17353 8912,'-2'20'0,"-4"-1"0,1 0 0,-7 0 0,7 9 0,-10 2 0,9 9 0,2-1 0,-7 9 0,9 3 0,-5 5 0,5-3 0,2 4 0,2-16 0,3 5 0,1-4 0,9-2 0,-13-9 0,15-11 0,-6-11 0,8-8 0</inkml:trace>
  <inkml:trace contextRef="#ctx0" brushRef="#br1" timeOffset="56">29720 17276 8912,'-13'-6'0,"0"-1"0,9 1 0,-7 6 0,5 0 0,-5 8 0,1 5 0,3 13 0,5 6 0,2 13 0,0 13 0,0 13 0,0 4 0,0 2 0,2-2 0,2-2 0,3-3 0,8-8 0,-11-4 0,9-13 0,0-15 0,6-10 0,0-10 0,1-10 0</inkml:trace>
  <inkml:trace contextRef="#ctx0" brushRef="#br1" timeOffset="57">29990 17450 8912,'-2'10'0,"-4"-3"0,3 3 0,-5-7 0,8 5 0,2-8 0,4 0 0,-3 0 0,14 0 0,-7 0 0</inkml:trace>
  <inkml:trace contextRef="#ctx0" brushRef="#br1" timeOffset="58">29990 18009 8912,'-19'-9'0,"8"7"0,3-15 0,8 6 0,0-8 0,0 0 0,10 6 0,7 2 0,7 3 0,10-7 0,-12 4 0,23-8 0,-5-1 0</inkml:trace>
  <inkml:trace contextRef="#ctx0" brushRef="#br1" timeOffset="59">30530 17546 8912,'-19'0'0,"0"0"0,-1 0 0,1 0 0,0 0 0,-1 0 0,1 9 0,8 3 0,5 12 0,4 2 0,2 8 0,0-10 0,0 8 0,11 0 0,8 6 0,2 1 0,11 0 0,-6-3 0,6-4 0,-8 2 0,2-6 0,-5 2 0,-2-6 0,1 4 0,-1-9 0,0 0 0,-8 0 0,-3 1 0,-10-10 0,-4-3 0,-5-5 0,-8-2 0,0-9 0,-1-3 0,1-8 0,0-5 0,-9-5 0,-2-9 0</inkml:trace>
  <inkml:trace contextRef="#ctx0" brushRef="#br1" timeOffset="60">30453 17546 8912,'0'19'0,"-9"-8"0,9-2 0,0-9 0,9 0 0,10 0 0,9 0 0,4 0 0,5-9 0,3 0 0,3-6 0,2 3 0,9 7 0,-11-12 0,8 4 0,-8-4 0,4-2 0</inkml:trace>
  <inkml:trace contextRef="#ctx0" brushRef="#br1" timeOffset="61">31359 17585 8912,'-10'0'0,"-7"0"0,6 0 0,0 0 0,3 0 0,23-7 0,4 1 0,4-1 0,-3 7 0,-1 0 0,0 0 0,3 0 0,3 0 0,-3 9 0,6-5 0,-9 11 0,0 7 0,1-3 0,-3 17 0,-2-1 0,-2 7 0,-9-1 0,4 15 0,-5-5 0,3 5 0,-4-7 0,7 1 0,-9-5 0,0-5 0,0 5 0,-9-6 0,-4-7 0,3 2 0,-3-8 0,0-9 0,-6-11 0,-1-3 0,1-3 0</inkml:trace>
  <inkml:trace contextRef="#ctx0" brushRef="#br1" timeOffset="62">31417 17893 8912,'-10'-8'0,"3"3"0,14-8 0,3 9 0,10-2 0,16 4 0,13 8 0,22 0 0,23 1 0,16-7 0,-53 0 0,1 0 0,5-1 0,1-2-195,-1-3 1,-2-1 0,44-15 0,-11-16-1</inkml:trace>
  <inkml:trace contextRef="#ctx0" brushRef="#br1" timeOffset="63">22565 18472 8912,'11'19'0,"-3"-8"0,-8-3 0,0-8 0,0 0 0,0-8 0,0-3 0,0-8 0,0-1 0,2-1 0,5-3 0,6-1 0,4-1 0,2 0 0,2 0 0,5 3 0,-4 1 0,5 10 0,-5 1 0,4 2 0,-5 3 0,7 6 0,-9 2 0,0 4 0,9-3 0,-6 12 0,4-9 0,-3 7 0,3-7 0,-3 1 0,10-7 0,-10-2 0,3-5 0,2 3 0,-5-9 0,-6-2 0,3-2 0,-18-2 0,4-1 0,3 1 0,-3 0 0,1 6 0,-7 0 0,0 9 0,0-5 0,-9 9 0,-2 0 0</inkml:trace>
  <inkml:trace contextRef="#ctx0" brushRef="#br1" timeOffset="64">24494 18182 8912,'0'11'0,"0"-2"0,0-12 0,0-3 0,2 4 0,4-7 0,7 1 0,-2 3 0,2-5 0,2 1 0,2 5 0,2 2 0,0 2 0,1 0 0,-1 2 0,0 4 0,-6 1 0,-2 10 0,-3 4 0,-1 11 0,-7 1 0,-2 9 0,-5 3 0,-12 9 0,-5-5 0,-6 9 0,2 0 0,-6-9 0,4-2 0,-8-8 0,1-1 0,5 1 0,-2-15 0,8-5 0,0-13 0,13 3 0,1-9 0,7-9 0,-1-4 0,4-6 0,2-7 0,6-1 0,1-5 0,8-3 0,0 7 0,8-2 0,-1 7 0,5-5 0,-7 9 0,-1-1 0,0 1 0,1 6 0,1 3 0,5 1 0,-5 3 0,7 14 0,-9 5 0,1 4 0,-1 11 0,0-4 0,3 6 0,3-3 0,-3 8 0,6-12 0,-9 5 0,0-6 0,0 1 0,1-12 0,-1 8 0</inkml:trace>
  <inkml:trace contextRef="#ctx0" brushRef="#br1" timeOffset="65">25554 18472 8912,'-19'0'0,"0"0"0,8 0 0,-6 0 0,13 2 0,-7 4 0,2 7 0,5 4 0,-5 9 0,3 2 0,2 2 0,2 2 0,2 6 0,0 1 0,0-7 0,0 0 0,0-8 0,0 1 0,0-3 0,0-3 0,0-8 0,0-3 0,0-10 0,0-4 0,0-7 0,0-13 0,2 3 0,2-9 0,2-3 0,9 8 0,-10-10 0,5 7 0,-1 0 0,6-6 0,-13 14 0,7-1 0,-1 8 0,-6-2 0,13 12 0,-8-8 0,-1 18 0,1-1 0,-1 22 0,1-3 0,-7 9 0,6 1 0,0 3 0,-1-4 0,5 5 0,-7-14 0,5 7 0,1-2 0,-7-11 0,6 0 0,-8-4 0,9-4 0,-7-1 0,7-8 0,-3-15 0,1-4 0,-3-3 0,7 1 0,-9-5 0,6 1 0,1 1 0,-7 3 0,9 1 0,-5 1 0,-4 8 0,15 3 0,-6 16 0,2-3 0,0 8 0,-7 2 0,7 10 0,-6-10 0,5 5 0,-5-6 0,6 6 0,0-10 0,6-3 0,0-5 0,0-2 0,1 0 0,-1 0 0,-8 0 0,6-9 0,-13-1 0,9-10 0,-9 8 0,3-1 0,-5 6 0,-2-5 0,8 7 0,-5-3 0,7 14 0,-3 1 0,-5 8 0,4-3 0,3 5 0,-1 3 0,3-1 0,2 0 0,0 1 0,0-3 0,2-4 0,-7 4 0,7-7 0,-8 10 0,-1-10 0,-6-1 0,0-9 0,0 0 0</inkml:trace>
  <inkml:trace contextRef="#ctx0" brushRef="#br1" timeOffset="66">26056 18394 8912,'8'-10'0,"12"1"0,10 9 0</inkml:trace>
  <inkml:trace contextRef="#ctx0" brushRef="#br1" timeOffset="67">26557 18607 8912,'-13'0'0,"0"0"0,7 0 0,-7 0 0,9 0 0,-13 0 0,12 8 0,-5 5 0,1 4 0,3 2 0,6 7 0,0 0 0,0-3 0,-7 1 0,1 2 0,-1-11 0,7 4 0,0-4 0,0 4 0,9-8 0,-5-5 0,9-12 0,-6-11 0,5-9 0,1-6 0,7 6 0,-8-8 0,1 4 0,2 0 0,0-4 0,-2 8 0,4 0 0,-4 7 0,-2 6 0,2 0 0,0 9 0,-1-5 0,-1 12 0,-2 3 0,6 5 0,-11 8 0,9 0 0,-7 3 0,7 3 0,-6-3 0,5 4 0,1-5 0,7-4 0,-1-4 0,-8-5 0,6-8 0,-4 0 0,4-2 0,2-4 0,0-7 0,1-13 0,-1 5 0,0-5 0,-6-2 0,0 3 0,-7-1 0,5 7 0,-2-1 0,-3 10 0,-6-1 0,0 5 0,0 3 0,0 12 0,0 4 0,0 13 0,0-5 0,0-2 0,2-6 0,2 0 0,3 2 0,1-6 0,-1-3 0,4 5 0,8-9 0,0 6 0,-2-10 0,-4-4 0,4 4 0,-6-15 0,8 4 0,-6 2 0,0-2 0,0 0 0,6-6 0,-6 8 0,0 5 0,0 4 0,0 2 0,-1 0 0,-7 8 0,5 3 0,-3 8 0,-5 1 0,4-1 0,-1 0 0,1 0 0,-4 1 0,5-1 0,1-6 0,-1 0 0,8-1 0,-13-1 0,15-11 0,-6-11 0</inkml:trace>
  <inkml:trace contextRef="#ctx0" brushRef="#br1" timeOffset="68">27521 18221 8912,'9'-19'0,"4"-1"0,-5 1 0,1 0 0,0 8 0,-7-6 0,6 17 0,-8 0 0,0 11 0,0 8 0,0 7 0,-8 4 0,6 8 0,-5 1 0,5 6 0,2 0 0,0 6 0,0-6 0,0 0 0,0-8 0,0-5 0,0 4 0,0-14 0,0 3 0,9-3 0,1-12 0,10-3 0,-1-7 0,0-7 0,3-10 0,3-8 0,-3-1 0,3 7 0,-10 1 0,-2 6 0,-8-6 0,10 14 0,-9-9 0,0 9 0,-6-5 0,0 18 0,0 2 0,0 8 0,0 0 0,0 1 0,3-3 0,1-2 0,2-2 0,9-9 0,-4 11 0,8-9 0,1-1 0,-1 5 0,0-8 0,0 5 0,1-5 0,-1-2 0,0 0 0,1 0 0,-1 0 0,0 0 0,1 0 0,-1 0 0,0 0 0,-8 9 0,-3-5 0,-10 9 0,-4 2 0,-5-7 0,-17 9 0,-2-15 0,-8 7 0</inkml:trace>
  <inkml:trace contextRef="#ctx0" brushRef="#br1" timeOffset="69">27444 18491 8912,'13'-7'0,"0"1"0,2-3 0,11 3 0,12-5 0,22-10 0,22-3 0,18-1 0,-47 8 0,2-1 0,5 3 0,0-2-427,-8-4 0,-1-3 0,43-25 1,-17-9-1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30T03:37:03.552"/>
    </inkml:context>
    <inkml:brush xml:id="br0">
      <inkml:brushProperty name="width" value="0.05292" units="cm"/>
      <inkml:brushProperty name="height" value="0.05292" units="cm"/>
      <inkml:brushProperty name="color" value="#3165BB"/>
    </inkml:brush>
  </inkml:definitions>
  <inkml:trace contextRef="#ctx0" brushRef="#br0">30858 13381 8912,'13'0'0,"0"0"0,2 0 0,-7 0 0,1-8 0,-9-5 0,0 2 0,0-2 0,0 7 0,0-7 0,0 9 0,-2-5 0,-5 9 0,5 0 0,-15 0 0,6 0 0,-8 0 0,0 0 0,-1 0 0,-1 0 0,-3 0 0,-1 0 0,-1 0 0,0 0 0,1 0 0,-10 7 0,3-1 0,2 7 0,-2-7 0,-2-1 0,-3 5 0,-3-5 0,-1 7 0,2 3 0,-4-6 0,13 6 0,-8-9 0,-1 9 0,1-2 0,6 2 0,2 0 0,2-2 0,-7 0 0,14 8 0,-5 3 0,5 2 0,2-1 0,-1 1 0,1 0 0,6 8 0,0-2 0,0 5 0,-4 1 0,4 1 0,-4 1 0,4 5 0,-4-4 0,4 13 0,1-9 0,1 6 0,-2-6 0,-2 7 0,9-7 0,-7 6 0,6-6 0,3-2 0,2-3 0,2-1 0,0 0 0,0 6 0,0 0 0,6 0 0,1-7 0,-3 1 0,7 8 0,-7-6 0,9 4 0,2-5 0,2-10 0,2 7 0,1-5 0,-1 4 0,9 3 0,-7-7 0,7 0 0,0 2 0,2 3 0,8-5 0,1 0 0,0 2 0,-1-6 0,7 6 0,0-8 0,9 0 0,-3-7 0,5 0 0,2 1 0,6-10 0,0-3 0,-6-5 0,-6-2 0,-3 0 0,2 0 0,5 0 0,-5 0 0,5-2 0,2-5 0,0-1 0,0-5 0,0-11 0,-1 5 0,1-7 0,0 1 0,-9-5 0,-4-9 0,3 1 0,-3-1 0,-3 0 0,-9-8 0,3 4 0,-4-8 0,5 2 0,1-3 0,-6-1 0,0 8 0,-8-9 0,2 3 0,-5-11 0,-2-3 0,-6 1 0,0 6 0,-2-6 0,2 0 0,-5-7 0,-8 7 0,0-7 0,0 7 0,-2-9 0,-4 2 0,1-10-141,-7-3 0,-8 1 141,-5 6 0,-10 2 0,3 4 0,-13 7 0,-6 12 0,-5 5 0,-2 9 0,0 1-31,0 5 0,-6 4 31,0 9 0,0 8 0,6 5 0,2-3 0,5 3 0,3-1 0,10 7 0,8 0 0,4 0 0,5 0 140,1 9 0,1 2-140,0 8 0,2 9 32,4 4 0,-4 11-32,4 2 0,-4 8 0,-3-3 0</inkml:trace>
  <inkml:trace contextRef="#ctx0" brushRef="#br0" timeOffset="1">29682 15444 8912,'-20'0'0,"1"0"0,-5 0 0,-6 3 0,-8 3 0,-20 7 0,-4 13 0,-9 6 0,-8 4 0,-11 5 0,0 4 0,-2 4 0,2 0 0,4-2 0,9-8 0,0 0 0,8 3 0,9-3 0,13-9 0,4-6 0,17-5 0,7 0 0,6 0 0,9-6 0,-2 0 0,3-9 0,3 3 0,0-14 0,0-12 0,0-11 0</inkml:trace>
  <inkml:trace contextRef="#ctx0" brushRef="#br0" timeOffset="2">28428 15811 8912,'17'-20'0,"-4"1"0,-4 0 0,-9 0 0,0-1 0,-9 1 0,-2 8 0,-8 5 0,0 4 0,-1 2 0,1 8 0,0 7 0,0 9 0,-1 6 0,3 15 0,2 2 0,2 2 0,0 11 0,3 7 0,3 6 0,5-3 0,2 1 0,0-3 0,0-3 0,9-7 0,4-7 0,6-6 0,7-13 0,6-6 0,13-13 0,13-5 0,12-8 0,7-8 0,7-5 0,4-11-1956,8-1 1956,-8-10 0,4 5 0,-4-8 0,6-1 0,7 1 0</inkml:trace>
  <inkml:trace contextRef="#ctx0" brushRef="#br0" timeOffset="3">24108 16601 8912,'0'-19'0,"-2"0"0,-3-1 0,-1 1 0,-3 6 0,3 0 0,-3 13 0,-3 7 0,3 6 0,9 19 0,0 2 0,0 5 0,0 4 0,0 2 0,0 15 0,0-3 0,2 3 0,5 0 0,-3 5 0,9-1 0,0-2 0,6-11 0,-8-3 0,6-12 0,-4-4 0,4-6 0,11-13 0,-5-5 0,9-10 0,3-4 0,1-5 0,3-17 0,-1-4 0,1-4 0,-1-3 0,-1 3 0,-5 3 0,-6-1 0,-14 8 0,6-8 0,-8 4 0</inkml:trace>
  <inkml:trace contextRef="#ctx0" brushRef="#br0" timeOffset="4">24011 16948 8912,'-19'9'0,"0"-7"0,0 4 0,8 5 0,2 0 0,9 0 0,9-3 0,4-8 0,12-8 0,8-5 0,3-13 0,5-6 0,4-5 0,2-3 0,4-5 0,-4 13 0,-4-13 0,-4 13 0,4-5 0,-22-1 0,7-1 0</inkml:trace>
  <inkml:trace contextRef="#ctx0" brushRef="#br0" timeOffset="5">24089 16621 8912,'0'10'0,"8"-1"0,3-18 0,8-4 0,0-4 0,3-4 0,4-5 0,12-4 0,14-8 0,3 8 0,5 2 0,5 11 0,5 4 0,-3 4 0,6 9 0,-9 0 0,0 9 0,-6 1 0</inkml:trace>
  <inkml:trace contextRef="#ctx0" brushRef="#br0" timeOffset="6">24918 16698 8912,'-19'13'0,"-1"-1"0,-5-7 0,-1 3 0,2 1 0,3-5 0,2 9 0,-9 0 0,6 8 0,-1 5 0,8 6 0,-2 4 0,14 3 0,-3 2 0,4 4 0,2-5 0,0 5 0,0-12 0,8-6 0,5-7 0,4-10 0,3-3 0,-1-5 0,0-11 0,1-3 0,-1-6 0,0-9 0,-2-3 0,-2-11 0,-2-4 0,-9 4 0,11-8 0,-6 6 0,2-2 0,-7 0 0,5 13 0,-9 0 0,6 8 0,0-1 0,1 12 0,-7 13 0,0 19 0,2 13 0,4 5 0,-3 1 0,12 7 0,-9 0 0,9 6 0,-2-6 0,2 0 0,0-6 0,-2 0 0,0-9 0,6-3 0,0-7 0,0-1 0,1 0 0</inkml:trace>
  <inkml:trace contextRef="#ctx0" brushRef="#br0" timeOffset="7">25207 16775 8912,'9'13'0,"4"0"0,-5-9 0,9 4 0,-12-5 0,7 3 0,-5-2 0,6 9 0,2 2 0,2 2 0,2 2 0,0 1 0,1-1 0,-1 2 0,0 5 0,-6-4 0,0 3 0,-9 5 0,5-8 0,-9 3 0,0-3 0,0-11 0,0-1 0,0-3 0,0-7 0,0 0 0,0-9 0,0-17 0,0-4 0,0-6 0,8 2 0,3-13 0,8 8 0,1 0 0,-1 1 0,0-5 0,3 2 0,3 5 0,-3 10 0,14-2 0,-14 1 0,6-3 0</inkml:trace>
  <inkml:trace contextRef="#ctx0" brushRef="#br0" timeOffset="8">25882 16331 8912,'2'-30'0,"3"5"0,1 3 0,0 3 0,-6 0 0,0-1 0,-2 10 0,-4 3 0,4 5 0,-9 13 0,7 8 0,-3 11 0,1 6 0,6 12 0,0 3 0,0 5 0,0 10 0,2-8 0,4 0 0,3 0 0,4-7 0,10 3 0,-3-3 0,3-4 0,-3-8 0,1-9 0,3-5 0,1-3 0,10-11 0,-12-3 0,7-12 0,-2-9 0,6 0 0,-12-23 0,3 4 0,-3-5 0,-3-1 0,-8 6 0,-5-1 0,3 3 0,-3-2 0,1 4 0,-7 9 0,-9 0 0,7 8 0,-9 3 0,5 8 0,4 2 0,-5 4 0,5 5 0,2 8 0,0 0 0,0 1 0,0-1 0,0 0 0,2 1 0,5-1 0,-3-6 0,9 0 0,-7-3 0,7 3 0,0-4 0,6-9 0,1 0 0,-1 0 0,0 0 0,0 0 0,-1-3 0,-6-3 0,14-13 0,-4-11 0</inkml:trace>
  <inkml:trace contextRef="#ctx0" brushRef="#br0" timeOffset="9">26422 16293 8912,'-17'-2'0,"2"-3"0,2-1 0,0-1 0,0 1 0,1 0 0,5-1 0,-6 5 0,-2-4 0,7 3 0,-1-3 0,9 12 0,0-1 0,0 8 0,9-9 0,1 13 0,10-15 0,-1 5 0,0-5 0,1-2 0,-8-7 0,1 1 0,-8-9 0,1 2 0,-2-4 0,3-2 0,-5-1 0,4 1 0,-6 0 0,-6 0 0,2 1 0,-9 6 0,0-3 0,-6 8 0,-1 1 0,1 6 0,0 8 0,-1 5 0,10 4 0,-5 11 0,8 4 0,3 5 0,2 1 0,10 1 0,5-1 0,13 1 0,4-1 0</inkml:trace>
  <inkml:trace contextRef="#ctx0" brushRef="#br0" timeOffset="10">26557 16640 8912,'0'19'0,"9"-8"0,-7 6 0,6-15 0,-8 7 0,0-9 0,3 0 0,3 0 0,-4 0 0,15-7 0,-4 1 0,4-9 0,3 2 0,-1-4 0,0-2 0,0-1 0,1 1 0,-7 0 0,-3-1 0,-1 1 0,-3 0 0,-6 0 0,0-1 0,-8 1 0,-5 0 0,-4 8 0,-3 5 0,1 3 0,0 3 0,0 3 0,-1 3 0,1 7 0,6 13 0,0 6 0,9 4 0,-11 3 0,9-1 0,1 1 0,3-1 0,11 1 0,4 0 0,6-3 0,7-4 0,-3-6 0,9-13 0,3 2 0,7-9 0,3-2 0,-8-10 0,-1-22 0,-6-13 0</inkml:trace>
  <inkml:trace contextRef="#ctx0" brushRef="#br0" timeOffset="11">26981 16408 8912,'-10'-8'0,"1"6"0,9-5 0,0 14 0,0-5 0,11 15 0,8-4 0,7 10 0,8 3 0,-2-2 0,-2 4 0,2-3 0,5 10 0,-16-14 0,5 7 0,-5 0 0,-3 0 0,-6 4 0,3-11 0,-8-8 0,-1 0 0,-6-2 0,0-20 0,0-8 0,0-20 0,0-3 0,0-12 0,9 3 0,6-9 0,8 0 0,1-2 0,8-4 0,7 2 0,6-9 0,8 1 0,-3-8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30T03:37:03.607"/>
    </inkml:context>
    <inkml:brush xml:id="br0">
      <inkml:brushProperty name="width" value="0.05292" units="cm"/>
      <inkml:brushProperty name="height" value="0.05292" units="cm"/>
      <inkml:brushProperty name="color" value="#3165BB"/>
    </inkml:brush>
  </inkml:definitions>
  <inkml:trace contextRef="#ctx0" brushRef="#br0">23896 11723 8912,'-17'19'0,"4"1"0,-4-3 0,2-2 0,-9-2 0,-8 4 0,-7 6 0,-6 9 0,-13 7 0,-14 8 0,-10 11 0,1 8 0,36-27 0,0 2 0,-2-1 0,-1 1 0,-2 1 0,0 0 0,-3 3 0,-1 0 0,-3-4 0,0-1 0,3-2 0,1-1-91,4-3 0,1-2 0,-37 28 0,14-2 91,7 0 0,6-2 0,6-5 0,5-6 45,0-4 0,6-3-45,-4 1 0,5 0 0,7-3 0,1-4 0,9-4 0,-1-9 0,9 1 0,-2-1 0,13-8 0,-9-5 274,9-4-274,-5-2 0,18 0 0,3 0 0,3-15 0,-2-4 0,4-13 0,-6-7 0,8-10 0</inkml:trace>
  <inkml:trace contextRef="#ctx0" brushRef="#br0" timeOffset="1">22160 12687 8912,'0'-19'0,"0"0"0,0-1 0,0 1 0,0 0 0,-2-1 0,-5 1 0,-3 0 0,-5 8 0,-3 7 0,-3 8 0,-11 24 0,0 15 0,-11 21 0,-2 7 0,-9 12 0,11 7 0,20-40 0,-1 1-487,4 0 0,0 1 487,-3 4 0,3-1 0,-2 42 0,-3-1 0,5-4-30,7-15 0,5-6 30,8-20 0,2-6 0,4-12 0,5-1 0,8-13 0,1-8 0,16-7 0,9-6 0,26-5 0,19-14 0,-33 3 0,2-3 0,2-2 0,2-3-40,4-5 1,1-2 0,-1-1 0,-1-3 39,-2-4 0,0-1 0,5 1 0,-1-2 0,-3-4 0,-1-2 0,0-2 0,1 1 0</inkml:trace>
  <inkml:trace contextRef="#ctx0" brushRef="#br0" timeOffset="2">19469 17518 8912,'-10'9'0,"1"0"0,-1-3 0,1-3 0,-1 3 0,5-5 0,1 3 0,8-3 0,2 1 0,3 2 0,0 3 0,1-1 0,-1 3 0,1 1 0,1 0 0,1 2 0,0 1 0,5 4 0,-5-1 0,6 2 0,-8 2 0,4-2 0,-1 0 0,0-1 0,-1 0 0,-2 3 0,0-7 0,0 4 0,-4-7 0,1 3 0,-1-2 0,0-6 0,1-1 0,-5-8 0,2-1 0</inkml:trace>
  <inkml:trace contextRef="#ctx0" brushRef="#br0" timeOffset="3">19701 17527 8912,'-5'7'0,"-1"-1"0,-3-4 0,0 7 0,-1-2 0,0 5 0,-4 3 0,0 5 0,-2 3 0,-4 2 0,3 5 0,0 2 0,0-1 0,-3 4 0,5-5 0,2-1 0,7-4 0,-1-7 0,3-2 0,2-3 0,2-7 0,3-3 0,3-10 0,3-4 0</inkml:trace>
  <inkml:trace contextRef="#ctx0" brushRef="#br0" timeOffset="4">19778 17739 8912,'0'15'0,"0"-1"0,0-4 0,0 0 0,4-5 0,-2-1 0,5-4 0,0 0 0,2-1 0,0-2 0,5-2 0,-2-4 0,4 3 0,-3-3 0,2 4 0,-1-1 0,-1 2 0,-4 4 0,5 0 0,-6-3 0,1 0 0,0 0 0,0 2 0,0 1 0</inkml:trace>
  <inkml:trace contextRef="#ctx0" brushRef="#br0" timeOffset="5">20212 17662 8912,'-6'-4'0,"-2"3"0,1-2 0,3-3 0,-5 5 0,3-3 0,-3 0 0,0 3 0,-1-3 0,-1 3 0,-1 1 0,1 0 0,-2 5 0,7 1 0,-2 4 0,5 2 0,-4 0 0,4 3 0,1-1 0,1 3 0,1-2 0,0 1 0,0 0 0,4-4 0,3 1 0,-2-3 0,1-4 0,1 3 0,4-8 0,1 2 0,-1-3 0,2-4 0,-2-5 0,-2-3 0,1 1 0,0 0 0,-1-2 0,1 0 0,-4 0 0,1 4 0,-4 2 0,3 1 0,-3 3 0,0-4 0,2 5 0,-4-1 0,2 6 0,0 2 0,-1 5 0,1 0 0,1-1 0,-1 1 0,2 0 0,1-1 0,3 1 0,-4 0 0,5-1 0,-1-2 0,1-2 0,0-1 0,-1-1 0,1-3 0,0-4 0,-1-1 0</inkml:trace>
  <inkml:trace contextRef="#ctx0" brushRef="#br0" timeOffset="6">20385 17614 8912,'7'4'0,"-1"3"0,-3-2 0,4 1 0,-5-2 0,2 1 0,0-1 0,-3 4 0,5-6 0,-3 4 0,2 1 0,5 1 0,0 0 0,-1-2 0,1 2 0,0 0 0,4 2 0,2 0 0,-1-4 0,1 1 0,-1-2 0,1 1 0,2 2 0,-2-5 0,-2 0 0,-1-3 0,-2 0 0,-2-4 0,1-1 0</inkml:trace>
  <inkml:trace contextRef="#ctx0" brushRef="#br0" timeOffset="7">20665 17633 8912,'-14'5'0,"3"-3"0,-2 4 0,3 2 0,-4-4 0,0 8 0,-2-3 0,-3 7 0,2 0 0,-4 3 0,5 0 0,-6 3 0,10 2 0,0 1 0,5-4 0,0 3 0,4-6 0,0-2 0,2-2 0,6-9 0,-4-1 0,7-4 0,-2 0 0</inkml:trace>
  <inkml:trace contextRef="#ctx0" brushRef="#br0" timeOffset="8">20732 17662 8912,'0'10'0,"0"-4"0,0 1 0,0-1 0,-3 4 0,0-1 0,0 1 0,3 0 0,-4-1 0,1 1 0,0 1 0,3 2 0,0-3 0,0 3 0,1 1 0,2-1 0,-1 3 0,5-3 0,-2 0 0,2-4 0,0-2 0,-4-1 0,5-4 0,-3 3 0</inkml:trace>
  <inkml:trace contextRef="#ctx0" brushRef="#br0" timeOffset="9">20742 17498 8912,'-4'10'0,"-3"0"0,-1-1 0,-2 1 0,5-5 0,0-1 0,5-4 0,0 0 0,5-3 0,1 0 0,-1-4 0,1 0 0,-2-1 0,4-2 0,-7 0 0,4 1 0,-2-1 0,-2 4 0,3-1 0,-3 5 0,-6-7 0,0 4 0</inkml:trace>
  <inkml:trace contextRef="#ctx0" brushRef="#br0" timeOffset="10">21157 17508 8912,'0'-10'0,"0"1"0,0-1 0,0 5 0,-5 0 0,-2 5 0,-4 1 0,-3 3 0,-1 2 0,2 1 0,-3 2 0,4-1 0,-1 6 0,3-5 0,1 4 0,3 1 0,3 1 0,2-3 0,1 5 0,0-4 0,4 3 0,2-3 0,6 0 0,2-3 0,1 3 0,-3-2 0,3 3 0,-3-5 0,0 1 0,6 0 0,-8-1 0,3 1 0,-2 0 0,-1-1 0,-2 1 0,-1 0 0,-4-1 0,-2-2 0,-1-1 0,-8 0 0,-1 4 0,-8 0 0,-3-1 0,1-3 0,-6 1 0,3-4 0,1 1 0,-1-4 0,3 0 0,3 0 0,-3-5 0,4 0 0</inkml:trace>
  <inkml:trace contextRef="#ctx0" brushRef="#br0" timeOffset="11">15477 11155 8912,'-6'-5'0,"3"-1"0,1-1 0,-1 0 0,2 3 0,-3 4 0,4 0 0,0 4 0,0 3 0,0 1 0,4 6 0,-3-2 0,3 4 0,0 1 0,-2 1 0,6 1 0,-3 1 0,1-1 0,2-4 0,1-1 0,4-4 0,1-2 0,-1-1 0,-3-3 0,3-5 0,-2-2 0,3-3 0,-3-4 0,0-3 0,-3-3 0,0-3 0,-7 1 0,3 2 0,0-2 0,-1 2 0,0 2 0,-3 1 0,0 7 0,0-3 0,0 12 0,0 1 0,1 8 0,3 8 0,-2 0 0,4 6 0,-4-1 0,2 4 0,0 0 0,-1 0 0,0 0 0,-3 0 0,0-4 0,0-3 0,-1-1 0,-2-2 0,-3-4 0,-7-2 0,1-3 0,-3-1 0,1-3 0,1-1 0,0-5 0,0-1 0,2-3 0,4-1 0,0-5 0,4 1 0,-1-5 0,0-1 0,-1-4 0</inkml:trace>
  <inkml:trace contextRef="#ctx0" brushRef="#br0" timeOffset="12">15824 11299 8912,'15'10'0,"-1"-1"0,-4-2 0,-1-1 0,1-3 0,-3 1 0,3-4 0,-3 0 0,8 0 0,-2 0 0,-1-1 0,4-2 0,0 0 0,4-3 0,-4 3 0,0-4 0,-3 2 0,3-1 0,-5 0 0,2 3 0,-2-2 0,-1-5 0,-1 0 0</inkml:trace>
  <inkml:trace contextRef="#ctx0" brushRef="#br0" timeOffset="13">15728 11887 8912,'-6'-4'0,"-2"3"0,2-3 0,1-1 0,-4 3 0,3-4 0,-3-1 0,0 2 0,-2-2 0,-1 3 0,-1 2 0,-1-2 0,3 1 0,-2 1 0,1 1 0,1 5 0,2-2 0,-2 5 0,-2 4 0,7-1 0,-6 5 0,8-3 0,-2 0 0,4 6 0,-2-8 0,4 3 0,0-2 0,4-1 0,1-5 0,5-1 0,0 0 0,-1-2 0,1 1 0,0-6 0,2-3 0,1-3 0,0-2 0,-3-1 0,-1-1 0,-3 0 0,1 4 0,-3-1 0,2 0 0,-3 1 0,5 3 0,-7-2 0,6 8 0,-4 0 0,1 4 0,-1 7 0,0 1 0,-1 0 0,4 1 0,-2-3 0,2 0 0,3-1 0,-3 1 0,0-4 0,0 1 0,1-5 0,2 2 0,1-4 0</inkml:trace>
  <inkml:trace contextRef="#ctx0" brushRef="#br0" timeOffset="14">15805 11791 8912,'6'6'0,"-1"1"0,0 0 0,-2 2 0,0 1 0,1-1 0,2 1 0,-4 4 0,5-4 0,-2 4 0,0 0 0,2-3 0,2 4 0,1-3 0,-1 1 0,1-5 0,0 1 0,-1-3 0,1-1 0,0-2 0,-1-2 0,1-1 0,-5-1 0,-1-2 0,1-3 0,0-3 0</inkml:trace>
  <inkml:trace contextRef="#ctx0" brushRef="#br0" timeOffset="15">15959 11781 8912,'-4'8'0,"-3"2"0,-6-1 0,-3 10 0,-2-1 0,-4 10 0,-1 0 0,2 3 0,0 2 0,6-5 0,2 0 0,3-2 0,4-2 0,2-9 0,4-6 0,9-9 0,1-5 0</inkml:trace>
  <inkml:trace contextRef="#ctx0" brushRef="#br0" timeOffset="16">16152 11791 8912,'4'-5'0,"-3"-4"0,2 3 0,-2-3 0,-1-1 0,0 6 0,0 4 0,0 6 0,0 6 0,0 0 0,0 4 0,0 0 0,0 0 0,0 0 0,0 0 0,2-1 0,0-1 0,1 0 0,0-7 0,1 6 0,3-7 0,1-2 0,3 0 0,2-8 0,-2-2 0,2-7 0,2 1 0,1-4 0,-1-3 0,1-4 0,-5 1 0,2 3 0,-2-4 0,-1 1 0,-2 2 0,-1 4 0,-3 5 0,-4-3 0,-4 8 0,-2 6 0,-3 7 0,2 2 0,1 4 0,4-1 0,-2 4 0,3-1 0,1 1 0,1 2 0,3-2 0,1-2 0,5-1 0,-1-2 0,1-2 0,1 4 0,2 0 0,-3-3 0,3-5 0,-2-1 0,-6 4 0,3-6 0,-5 5 0,0-5 0,-7 2 0,-3-4 0,-2 0 0,-4 0 0,-2-4 0,-4-3 0,-1-1 0,1-2 0</inkml:trace>
  <inkml:trace contextRef="#ctx0" brushRef="#br0" timeOffset="17">16142 11454 8912,'-9'3'0,"-1"1"0,1 1 0,3 3 0,-2 1 0,5 0 0,0 2 0,3 2 0,0 2 0,0 1 0,0 0 0,5-1 0,5 1 0,0-2 0,2-5 0,2-3 0,-1-3 0,-1-2 0,3-1 0,-4-1 0,2-2 0,-6-6 0,0-4 0,-5 1 0,1 2 0,-2 0 0,-5-4 0,-5 7 0,-4-3 0,-1 4 0,1-1 0,0 3 0,-4 4 0,-1 4 0,2 3 0,-2 6 0,-1 2 0,-1 4 0</inkml:trace>
  <inkml:trace contextRef="#ctx0" brushRef="#br0" timeOffset="18">25506 17431 8912,'-10'0'0,"0"0"0,0 0 0,-2 0 0,-1-1 0,0-1 0,-1-2 0,2 2 0,-4 5 0,0 4 0,1 1 0,-3 7 0,2 5 0,1 4 0,-1 8 0,4 4 0,-1 6 0,3 4-81,0 2 0,1 2 0,3-6 81,3 0 0,6-5 0,3-8 0,3-5 0,5-6 0,2-8 0,2-5 0,1-3 0,4-4 0,1-1 0,0-2 0,2-2 0,3-9 0,0-1 0</inkml:trace>
  <inkml:trace contextRef="#ctx0" brushRef="#br0" timeOffset="19">25766 17614 8912,'5'-1'0,"0"-1"0,-2-3 0,0 0 0,-1-2 0,-1-2 0,-1-1 0,-1 2 0,-2 1 0,1-1 0,-5 1 0,0-1 0,3 2 0,-5-1 0,3 4 0,-3 1 0,-1 5 0,1 3 0,-1 7 0,1 3 0,2 2 0,1 2 0,-1 3 0,1 2 0,0 4 0,2 0 0,1-4 0,3 1 0,0-1 0,0 1 0,0 1 0,0-11 0,0 0 0,0 1 0,0-11 0,4 7 0,2-8 0</inkml:trace>
  <inkml:trace contextRef="#ctx0" brushRef="#br0" timeOffset="20">25592 17816 8912,'-9'0'0,"-1"0"0,1 0 0,3-4 0,3-2 0,2 0 0,3 1 0,4 1 0,2-4 0,8 2 0,0 0 0,3 0 0,-4 4 0,3-6 0,-6 5 0,4-3 0,-3 1 0,-1 0 0,-1 3 0,-2-1 0,5-3 0,1 1 0</inkml:trace>
  <inkml:trace contextRef="#ctx0" brushRef="#br0" timeOffset="21">25766 17720 8912,'10'5'0,"-4"0"0,1-5 0,-1 0 0,4 0 0,-1 0 0,1 0 0,0 0 0,-1 0 0,-3 0 0,2 1 0,-1 2 0,1 3 0,-1 3 0,-1 1 0,-4-1 0,2 4 0,-4 1 0,0 1 0,-4-2 0,-2 3 0,-2-4 0,2 1 0,-3-3 0,5 0 0,-4-2 0,2-1 0,4-3 0,-2-5 0,4-2 0,1-4 0,2-4 0,3-2 0,3-4 0,0 1 0,4-3 0,0 0 0,4 1 0,-1 2 0,-1 1 0,1 2 0,1 2 0,1-3 0,-1 6 0,-1 1 0,-4 0 0,1 4 0,-3-1 0,0 4 0,0 0 0,-5 0 0,2 5 0,-3 1 0,-1 3 0,-6 0 0,-1 1 0,-3-1 0,1-3 0,0 3 0,0-3 0,-2 3 0,4 0 0,-4 1 0,5 0 0,-1 2 0,2 1 0,-1-1 0,-1-1 0,4-2 0,0 1 0,0 0 0,5-1 0,-3-3 0,4-3 0,1-2 0,2-1 0,1-1 0,0-2 0,-1-3 0,1-3 0,-2-5 0,-1-2 0,0 1 0,-3 0 0,-2 1 0,-1-3 0,-1 6 0,0-2 0,-4 3 0,-3 4 0,2-2 0,-2 5 0,1 0 0,-3 4 0,3 2 0,2-2 0,4 5 0,0-3 0,4-2 0,1 3 0</inkml:trace>
  <inkml:trace contextRef="#ctx0" brushRef="#br0" timeOffset="22">26210 17739 8912,'9'0'0,"1"0"0,-5 0 0,0 0 0,-5 0 0,0 5 0,0 0 0,0 5 0,0 0 0,0 3 0,0 2 0,-4 1 0,1-1 0,1-1 0,1 2 0,1-3 0,0 3 0,0-3 0,0 0 0,0-7 0,0 1 0,0-5 0,1 1 0,2-6 0,-1-6 0,5-4 0,-5-4 0,6 2 0,-1-4 0,1 0 0,2-1 0,-3 4 0,-1 1 0,1 1 0,2 2 0,-3 3 0,1 2 0,0 0 0,-1 5 0,0-1 0,-4 4 0,2 5 0,-3 1 0,-1 6 0,0 0 0,0 0 0,0 3 0,0-3 0,0 0 0,0-3 0,0-1 0,0 1 0,0 0 0,0-5 0,0-1 0,1-4 0,2-2 0,3-4 0,3-2 0,1-8 0,-1 3 0,1-3 0,-1 0 0,4 0 0,0 0 0,0 3 0,-3-3 0,-1 5 0,1 2 0,0 0 0,-1 6 0,1 0 0,-4 8 0,1 5 0,-5 0 0,1 7 0,-2-1 0,-1 3 0,0 0 0,3-3 0,1 0 0,3 0 0,-2-1 0,5-2 0,0-2 0,4-1 0,1-5 0,8-1 0,2-4 0</inkml:trace>
  <inkml:trace contextRef="#ctx0" brushRef="#br0" timeOffset="23">26962 17778 8912,'-7'0'0,"1"0"0,0 0 0,-5-3 0,-2-1 0,-2 2 0,-4 4 0,-1 2 0,5 7 0,-3-3 0,2 8 0,2 0 0,1 3 0,4 4 0,2-1 0,4 0 0,2-2 0,1-1 0,4-4 0,2-1 0,3-4 0,1-5 0,0-1 0,-1-3 0,4-2 0,0-3 0,0-1 0,-4-8 0,1-1 0,0-1 0,-1-1 0,1-6 0,0-1 0,-1 2 0,1-5 0,0-3 0,-1 0 0,1-3 0,-1 2 0,1 1 0,0 4 0,-2 2 0,-1 4 0,-3 4 0,-4 5 0,-1 10 0,-2 6 0,-3 7 0,0 2 0,1 5 0,0-1 0,-2 4 0,6-1 0,-2 4 0,0-4 0,0 4 0,2-5 0,-2 2 0,2-3 0,4-2 0,0-2 0,9-2 0,-4-4 0,8-2 0,1-1 0,1-3 0,1-4 0,5-4 0,0-2 0,4-4 0,-2-3 0,-2 2 0,-5-6 0,-1 3 0,-2-1 0,-3 3 0,-7 0 0,-1 1 0,-5 1 0,0 1 0,-1 0 0,-3 3 0,-1 1 0,-5 5 0,1 0 0,-1 5 0,1 1 0,-1 3 0,0 0 0,1 1 0,-1 4 0,0-4 0,2 3 0,1-2 0,-1-1 0,3-1 0,-1 1 0,2-4 0,4 1 0,0-5 0,4 2 0,2-4 0,3-1 0,1-2 0,4-2 0,-4-2 0,3 1 0,1 0 0,-1-1 0,-1 0 0,-2 4 0,0-3 0,-3 4 0,-1-2 0,0 3 0,3 2 0,-3 3 0,0-2 0,-3 4 0,-1 1 0,5 2 0,-5-3 0,3 2 0,-2-2 0,4-1 0,1 3 0,2-6 0,0 1 0,-1-2 0,1-1 0,-1 0 0,1-4 0,0-2 0,-1-3 0</inkml:trace>
  <inkml:trace contextRef="#ctx0" brushRef="#br0" timeOffset="24">27579 17624 8912,'0'-10'0,"0"0"0,0 1 0,0 3 0,0-2 0,0 7 0,0 5 0,0 3 0,0 10 0,3 2 0,0 3 0,1 5 0,-4-1 0,0 2 0,0 1 0,0 0 0,0-1 0,0 1 0,0 0 0,0-1 0,0-2 0,0-6 0,0-4 0,0-4 0,-5 2 0,0-9 0,-5 0 0</inkml:trace>
  <inkml:trace contextRef="#ctx0" brushRef="#br0" timeOffset="25">27502 17826 8912,'-10'-8'0,"1"1"0,-1-1 0,3 3 0,1-1 0,4 0 0,-1 3 0,2 2 0,2-3 0,2 4 0,7 1 0,6 2 0,6-1 0,4 4 0,2-2 0,1 3 0,0-5 0,-1 1 0,1-2 0,-4-1 0,2 0 0,-4 0 0,2 0 0,1-4 0,-1 1 0,1-3 0,-1 3 0,1-4 0,-6 4 0,-4-3 0,-9 4 0,2-3 0,-14 5 0,-5 0 0,-4 0 0,-5 0 0,0 0 0,-1 5 0,2 0 0,2 5 0,-1 0 0,4 3 0,0-1 0,3 4 0,1-4 0,-1 1 0,4 0 0,0 0 0,2-1 0,1-1 0,4-3 0,2-1 0,3-3 0,4-4 0,3 0 0,-2-4 0,2-3 0,1-4 0,-2-2 0,5-1 0,-5 2 0,1-1 0,1 1 0,-3 2 0,2 0 0,-3 5 0,0 0 0,0 1 0,-1 3 0,4 1 0,0 7 0,0 4 0,-3 2 0,-1 3 0,1-3 0,0 4 0,-1-1 0,2-2 0,2-1 0,-3-2 0,5-3 0,-2-1 0,-2-3 0,2-4 0,-2-4 0,-2-2 0</inkml:trace>
  <inkml:trace contextRef="#ctx0" brushRef="#br0" timeOffset="26">28293 17267 8912,'-10'-14'0,"5"2"0,1-4 0,3 8 0,1-2 0,6 8 0,3 2 0,6 13 0,8 9 0,5 13 0,4 7 0,-16-17 0,0 2-234,-1 1 0,-1 2 0,-2 1 1,-1 1 233,0 3 0,-2 0 0,-3 2 0,-3-1 0,-1 3 0,-4-1 0,-1 0 0,-2-1 0,-2-1 0,-2-1 0,-2-2 0,-2-2 0,-1-4 0,-1-2 0,1-1 0,-2-2 0,-19 13 0,4 1 0,0-6 0,4-4 0,4-1 0,0 1 0,0-4 0,1 1 0</inkml:trace>
  <inkml:trace contextRef="#ctx0" brushRef="#br0" timeOffset="27">15795 14047 8912,'3'-7'0,"0"1"0,0-1 0,-2-2 0,-1 3 0,0-1 0,-1 5 0,-3-1 0,3 3 0,-2 4 0,2 6 0,1 4 0,0 5 0,0 1 0,0 3 0,1 2 0,2 3 0,-2 1 0,5 1 0,-4 1 0,1 1 0,4 0 0,-4-7 0,0-1 0,-3-9 0,0-2 0,0-3 0,-9-4 0,-1-2 0</inkml:trace>
  <inkml:trace contextRef="#ctx0" brushRef="#br0" timeOffset="28">15728 14278 8912,'-10'0'0,"0"0"0,5 0 0,1-1 0,4-2 0,4-1 0,2-3 0,8-4 0,6 1 0,-1-2 0,5-1 0,-1 0 0,-3-3 0,4 2 0,-1-1 0,-2-1 0,2-3 0</inkml:trace>
  <inkml:trace contextRef="#ctx0" brushRef="#br0" timeOffset="29">15949 14066 8912,'0'10'0,"0"1"0,0 1 0,4 3 0,-1 6 0,0 0 0,1 2 0,-3 3 0,7-4 0,-5 3 0,-1-2 0,0-4 0,2-3 0,-3-8 0,4 4 0,-2-9 0,-2 0 0,7-7 0,-5-4 0,-1-3 0,2-4 0,0-5 0,-1 1 0,1 1 0,3 2 0,-2 0 0,0 5 0,0 2 0,2 2 0,-2 2 0,5 1 0,0 3 0,-1 1 0,2 0 0,2 0 0,-1 3 0,3 2 0,-1 0 0,3-3 0,-1 1 0,-2-1 0,3-4 0,-4-1 0,0-1 0,-4-5 0,1 0 0,0 1 0,-2-6 0,-1 5 0,-3-1 0,-4 0 0,-4 1 0,-3 0 0,-1 3 0,-2 3 0,0 6 0,-4 6 0,4 7 0,-3 7 0,2 3 0,1 2 0,2 0 0,1 1 0,3 4 0,4-1 0,4-4 0,4-6 0,4-2 0,7-5 0,7-5 0,6-7 0,-1-3 0,4-3 0,-5-2 0,-1-5 0,-5 0 0,-6-3 0,-5 1 0,-5-5 0,-8 2 0</inkml:trace>
  <inkml:trace contextRef="#ctx0" brushRef="#br0" timeOffset="30">15602 14731 8912,'-5'10'0,"-8"-5"0,7 3 0,-7-4 0,2 2 0,1-4 0,5 2 0,1-4 0,17-4 0,-1-2 0,14-3 0,0-1 0,3 0 0,0 1 0,0-1 0,-5 0 0,0 2 0,-5 1 0,0 4 0,1-2 0,-10 4 0,3-3 0,-7 4 0</inkml:trace>
  <inkml:trace contextRef="#ctx0" brushRef="#br0" timeOffset="31">15602 14895 8912,'-4'15'0,"2"2"0,-5-4 0,5-4 0,-2-5 0,5-4 0,2-1 0,4-2 0,5 1 0,5-5 0,1-2 0,1-4 0,0 0 0,1 2 0,-1-2 0,-1 3 0,-2-3 0,2 2 0,-10 1 0,2 1 0,-2-1 0,-4 1 0,1-1 0,-5 0 0</inkml:trace>
  <inkml:trace contextRef="#ctx0" brushRef="#br0" timeOffset="32">15689 14606 8912,'-4'5'0,"2"0"0,-5-5 0,5 0 0,-6 4 0,5 2 0,0 4 0,3 3 0,0 3 0,0 8 0,0 4 0,0 7 0,0 2 0,4 2 0,3-1 0,2 0 0,4-3 0,-2 3 0,3-13 0,-4 1 0,-1-4 0,1-7 0,-4-6 0,0-7 0,-2-4 0,-1-12 0,-3-6 0</inkml:trace>
  <inkml:trace contextRef="#ctx0" brushRef="#br0" timeOffset="33">15776 14548 8912,'0'7'0,"0"-1"0,0 2 0,0 4 0,-5 8 0,4 5 0,-2 8 0,2 2 0,1 7 0,0 3 0,0 1-946,0-1 946,0 2 0,1-9 0,2 1 0,4-6 0,1-6 228,2-1-228,0-13 0,-1-5 0,1-13 0</inkml:trace>
  <inkml:trace contextRef="#ctx0" brushRef="#br0" timeOffset="34">15978 14751 8912,'1'-10'0,"1"0"0,2 1 0,-2-1 0,-2 2 0,-3 1 0,2 10 0,-3 7 0,-1 6 0,4 2 0,-2 5 0,-2 4 0,2-2 0,0 2 0,3-1 0,0 2 0,0-3 0,0 0 0,0 0 0,0-2 0,0-5 0,0-1 0,0-4 0,0-4 0,0-7 0,0-8 0,4-2 0,3-8 0,1 0 0,2-3 0,0-1 0,-1 1 0,1 0 0,-1 1 0,2 2 0,2 3 0,-2 2 0,2 1 0,-3 5 0,0 2 0,0 2 0,-1 1 0,1 0 0,-5 7 0,-2 4 0,-1 3 0,-4 3 0,-1 1 0,-2 3 0,-5 1 0,-4-2 0,-2 3 0,1-4 0,-1-3 0,4 2 0,-2-7 0,5 1 0,-1-5 0,5-7 0,1-9 0,12-6 0,3-4 0</inkml:trace>
  <inkml:trace contextRef="#ctx0" brushRef="#br0" timeOffset="35">16171 14847 8912,'0'5'0,"0"4"0,0-4 0,0 5 0,0 0 0,0-1 0,0 1 0,0 0 0,0 0 0,0 3 0,0-6 0,0 5 0,1-6 0,1 0 0,2 1 0,3-5 0,-2 2 0,5-4 0,-4-3 0,1-2 0,-1-3 0,0-3 0,-3 1 0,1-1 0,-1 1 0,1 1 0,-4-4 0,0 0 0,0 0 0,0 7 0,0-1 0,3 9 0,0 2 0,1 3 0,0 3 0,-2 0 0,4 3 0,1-2 0,-1 3 0,0-4 0,2-2 0,0 0 0,2-2 0,0-4 0,-1 1 0,1-2 0,0-5 0,-1-2 0,1-3 0,-1-4 0,-3 0 0,3-4 0,-4 2 0,0-1 0,-2 0 0,-1 3 0,-2-3 0,0 4 0,4-1 0,-3 7 0,4 3 0,-2 6 0,4 4 0,-2 1 0,2 2 0,-1-1 0,4 4 0,-2 0 0,-1-1 0,1-1 0,-7-1 0,4 2 0,-2 1 0,0-1 0,-1-1 0,-5 2 0,-3-2 0,-7 2 0,-1 1 0,-3-1 0,1-1 0,0-6 0,1 1 0,2-3 0,2-2 0,2-2 0,3-3 0,-3-11 0,4-7 0</inkml:trace>
  <inkml:trace contextRef="#ctx0" brushRef="#br0" timeOffset="36">16547 14789 8912,'-5'6'0,"1"-2"0,4-4 0,0 0 0,4 0 0,-2-1 0,4-2 0,1 0 0,3-3 0,-1-1 0,-3 2 0,2-3 0,-1 1 0,-3 2 0,-1-2 0,-1 2 0,0-2 0,2 0 0,-1 5 0,-8-2 0,4 8 0,-3 2 0,0 3 0,3 1 0,-7 3 0,5 0 0,1 1 0,1 1 0,1 0 0,0-3 0,0 2 0,1-4 0,2-1 0,-2 1 0,8-5 0,-3-1 0,3-3 0,0-1 0,4-5 0,0-1 0,3-7 0,-3-3 0,3-2 0,-3-1 0,-1-1 0,-2 1 0,0 0 0,0-1 0,-1 1 0,-3 4 0,-3 2 0,-2 3 0,-1 4 0,0 2 0,0 11 0,0 4 0,0 3 0,0 2 0,0 2 0,0-1 0,0 0 0,-1 0 0,-2 1 0,1-2 0,-5 0 0,1 0 0,-5 2 0,-2-1 0,-3 0 0,-2-6 0,-1 8 0,-1-4 0</inkml:trace>
  <inkml:trace contextRef="#ctx0" brushRef="#br0" timeOffset="37">15660 15454 8912,'0'-9'0,"0"-1"0,-1 1 0,-1-1 0,-2 0 0,-2 1 0,0 3 0,-3 11 0,2 7 0,1 7 0,2 3 0,2 4 0,1 2 0,1 2 0,1 1 0,2 1 0,2 0 0,5-3 0,0-3 0,-1-1 0,1-3 0,0 0 0,0-6 0,3-3 0,-2-6 0,7-7 0,-3-6 0</inkml:trace>
  <inkml:trace contextRef="#ctx0" brushRef="#br0" timeOffset="38">15795 15589 8912,'-5'5'0,"-3"-3"0,5 4 0,-5 1 0,4 2 0,-2 1 0,0 0 0,4 0 0,-1 3 0,0-2 0,3 3 0,0-5 0,0 1 0,0 0 0,4-5 0,1-1 0,5-4 0,0 0 0,-1-4 0,1-2 0,-1-4 0,-3-3 0,3 2 0,-3-1 0,-1 2 0,1 2 0,-2 2 0,4 4 0,-6-6 0,4 5 0,-4 0 0,4 6 0,-4 1 0,1 2 0,0 0 0,-3 7 0,1 0 0,2-1 0,-1-2 0,5 0 0,-3-1 0,2-3 0,0-2 0,1-4 0,-1 0 0,-4 0 0,7-4 0,-4-1 0</inkml:trace>
  <inkml:trace contextRef="#ctx0" brushRef="#br0" timeOffset="39">15988 15406 8912,'5'-4'0,"4"3"0,-4-3 0,1 4 0,-2 0 0,-4 1 0,0 2 0,0 3 0,0 7 0,0 2 0,0 4 0,3 2 0,0 1 0,5 0 0,-2 3 0,0-3 0,0 0 0,0-1 0,4-2 0,0 0 0,-1-4 0,0-1 0,-3-4 0,3-5 0,-3-2 0,2-3 0,-1-3 0,0-3 0,3-3 0,1-4 0,2 0 0,-3-3 0,-4 4 0,2-4 0,-4 2 0,1-1 0,-3 3 0,3-2 0,-5 4 0,-1 4 0,-3-1 0,2 5 0,-3 0 0,1 4 0,-4 4 0,6 4 0,-3 2 0,0 1 0,2 4 0,3-2 0,0 4 0,1 1 0,2-1 0,4-4 0,6-2 0,3-3 0,2-4 0,1-2 0,1-4 0,2-1 0,1-2 0,-4-3 0,-4-4 0,-1-3 0,-1 2 0,-8-3 0,-5 0 0,-5-1 0</inkml:trace>
  <inkml:trace contextRef="#ctx0" brushRef="#br0" timeOffset="40">16026 15561 8912,'-4'9'0,"3"-3"0,-3 2 0,4-7 0,5 3 0,5-4 0,5 0 0,12-4 0,0-5 0,12-8 0,4-1 0,-1-1 0,4 0-534,-4-1 1,4-3 0,-2-2 0</inkml:trace>
  <inkml:trace contextRef="#ctx0" brushRef="#br0" timeOffset="41">15795 16216 8912,'6'-1'0,"1"-1"0,-1-2 0,0-2 0,-2 4 0,-5-5 0,-1 2 0,-1 0 0,-5 3 0,3-6 0,-5 5 0,0 1 0,4 1 0,0 1 0,-1 1 0,-3 2 0,1 4 0,-1 5 0,2 0 0,1 4 0,-1 0 0,2 3 0,1-3 0,-4 2 0,8-4 0,-2 3 0,2-1 0,1-9 0,4 5 0,3-9 0,6 1 0,-3-9 0,3-1 0,-2-6 0,-2-1 0,1-3 0,0 3 0,-2-3 0,-1 3 0,0-3 0,-4 4 0,0 0 0,-2 5 0,0 0 0,2 4 0,-2-1 0,4 6 0,-1 1 0,-2 5 0,4 5 0,1 4 0,2-1 0,-2-1 0,-1 1 0,1-4 0,2 1 0,4-2 0,0-2 0,0-3 0,-4-3 0,4-3 0,0-3 0,3-4 0,-3-6 0,3-2 0,-3-4 0,0-3 0,-4-1 0,0-4 0,-3 2 0,-1-3 0,-5-1 0,0 0 0,0 0 0,-1-3 0,-3 0 0,-1 4 0,-5 5 0,2 4 0,0 4 0,2 6 0,4 3 0,-2 7 0,4 3 0,0 3 0,0 9 0,0 1 0,0 9 0,0 1 0,0 1 0,4 4 0,2 0 0,0 2 0,0-5 0,0 1 0,4-7 0,0 1 0,-1-5 0,4 2 0,0-8 0,1-5 0,-1-5 0,-3-3 0,-1-3 0,1-6 0,-5-6 0</inkml:trace>
  <inkml:trace contextRef="#ctx0" brushRef="#br0" timeOffset="42">15998 16091 8912,'0'15'0,"0"-1"0,0-5 0,1-2 0,2-1 0,2-4 0,5 2 0,5-3 0,4-1 0,5-9 0,10-2 0,5-8 0,0-3-88,6-1 1,-4-3 0,0 5 87,-5 3-270,-3-2 0,-8 10 0,-2-4 1</inkml:trace>
  <inkml:trace contextRef="#ctx0" brushRef="#br0" timeOffset="43">15602 16717 8912,'6'-1'0,"-3"-2"0,-2 2 0,0-3 0,2 4 0,-2 1 0,3 2 0,1 5 0,1 3 0,3 2 0,1 5 0,3 3 0,-2 1 0,3 1 0,-1 2 0,0 3 0,0-3 0,-1 3 0,1-3 0,0-2 0,-4-4 0,-3-5 0,-2-3 0,1-10 0,0-2 0</inkml:trace>
  <inkml:trace contextRef="#ctx0" brushRef="#br0" timeOffset="44">15660 16737 8912,'-6'0'0,"-1"0"0,1 0 0,-1 0 0,1 0 0,-2 0 0,3 0 0,-1 0 0,3 0 0,-1-5 0,4-1 0,0 2 0,1-2 0,2 4 0,4-1 0,1 0 0,5 6 0,0 0 0,4 6 0,-1 0 0,2 2 0,-1 5 0,-1 1 0,-4 2 0,0 1 0,-4 2 0,-2 4 0,-4-2 0,3 3 0,-6-1 0,-3 2 0,-1 1 0,-9 0 0,-2 0 0,2-8 0,1-1 0,3-9 0,0-1 0,0-6 0,5-3 0,1-6 0,4-6 0,0-7 0,4-6 0,2-9 0,7-2 0,2-3 0,5 0 0</inkml:trace>
  <inkml:trace contextRef="#ctx0" brushRef="#br0" timeOffset="45">15863 16679 8912,'0'-6'0,"0"2"0,-5 4 0,0 1 0,-5 2 0,1 4 0,-1 6 0,-3 6 0,0 7 0,1 2 0,2 5 0,4 1 0,3 5 0,3 0 0,3 3 0,4-3 0,7-2 0,5-7 0,5-5 0,9-15 0,2-3 0,3-5 0,0-2 0,0-9 0,-3-3 0,-2-14 0,-4-4 0</inkml:trace>
  <inkml:trace contextRef="#ctx0" brushRef="#br0" timeOffset="46">22034 10036 8912,'6'-4'0,"-3"-2"0,-3-2 0,-3 2 0,0-2 0,-3 5 0,3 1 0,-3 6 0,2 5 0,2 3 0,1 8 0,1-1 0,0 7 0,0 0 0,0 1 0,0 2 0,0 0 0,0 0 0,0 0 0,-3-1 0,-1-2 0,1-7 0,0-5 0,-1-6 0,-2-1 0,4 1 0,-5-8 0,4-1 0,0-7 0,2-6 0,1-10 0,0-1 0,1-3 0,3-1 0,-2-4 0,4-3 0,1 2 0,2-1 0,-2 4 0,-1-2 0,-1 9 0,2 5 0,0 4 0,-3 5 0,2 6 0,-3 4 0,5 8 0,-2 8 0,2 6 0,-2 0 0,3 4 0,-3-4 0,3 4 0,0-3 0,1-1 0,0-3 0,-1-4 0,1-2 0,3-3 0,0-4 0,-1-1 0,-2-5 0,1-3 0,2-3 0,-3-5 0,3-8 0,-3 0 0,-4-1 0,2-2 0,-5-1 0,0 0 0,-2 1 0,3 0 0,-3-1 0,3 8 0,-4 3 0,0 5 0,0 4 0,0 6 0,-3 5 0,-1 8 0,0 1 0,1 9 0,2 3 0,-2 3 0,2 3 0,1-3 0,0-1 0,0-5 0,1 1 0,2-5 0,2 0 0,5-6 0,1-3 0,1-7 0,-1-2 0,2-4 0,1-1 0,-1-2 0,0-7 0,-4-6 0,1-2 0,0-1 0,-4-1 0,0 1 0,-3 0 0,0 0 0,-2-1 0,-1 1 0,0 4 0,0 2 0,0 3 0,0 0 0,0 6 0,0 4 0,0 5 0,0 8 0,0-1 0,0 4 0,1 0 0,1 3 0,1 0 0,5 1 0,-6-2 0,3-2 0,0-3 0,2-3 0,-2-1 0,5-3 0,0 2 0,-1-5 0,1-1 0,0-5 0,-1-3 0,1-7 0,0 1 0,-1-4 0,-3 1 0,-3-1 0,-2-3 0,-1 0 0,0-2 0,0 3 0,-3 0 0,-1 1 0,-3 4 0,1 0 0,-3 6 0,-1 4 0,1 2 0,-1 1 0,4 7 0,-1 3 0,5 5 0,-1-2 0,2 3 0,1-3 0,1 2 0,2-5 0,7 6 0,5-6 0</inkml:trace>
  <inkml:trace contextRef="#ctx0" brushRef="#br0" timeOffset="47">22786 10075 8912,'0'-6'0,"0"-1"0,-4 5 0,-1-7 0,-6 8 0,-2-2 0,1 3 0,-4 3 0,3 3 0,-2 3 0,1 1 0,2 4 0,6-2 0,3 3 0,2-1 0,1 3 0,1-3 0,3 2 0,6-3 0,0-3 0,5 0 0,-4 0 0,2-1 0,4 1 0,-6-1 0,2 1 0,-6 0 0,0-1 0,-2-2 0,2-1 0,-3 1 0,-4 2 0,0-2 0,0-1 0,-4 1 0,-3 2 0,-2-2 0,-3-2 0,-1-1 0,0 4 0,3-7 0,1 2 0,-1-2 0,5-1 0,-4-4 0,4-1 0</inkml:trace>
  <inkml:trace contextRef="#ctx0" brushRef="#br0" timeOffset="48">22912 9969 8912,'9'0'0,"1"0"0,0 0 0,-5 0 0,-1 0 0,-4 4 0,0 3 0,0 2 0,0 4 0,0 3 0,0 7 0,0-2 0,0 5 0,3-2 0,1 3 0,-2-1 0,3 0 0,-4-2 0,2-1 0,-1-4 0,-2-3 0,-2-2 0,-1-4 0,-2-5 0,-5-1 0</inkml:trace>
  <inkml:trace contextRef="#ctx0" brushRef="#br0" timeOffset="49">22854 10114 8912,'-6'0'0,"2"0"0,4 0 0,6 0 0,3 0 0,9 0 0,10-4 0,5 0 0,2-1 0,0-2 0,3-6 0,-3 1 0,-2-6 0,-4 3 0</inkml:trace>
  <inkml:trace contextRef="#ctx0" brushRef="#br0" timeOffset="50">23423 9901 8912,'-10'0'0,"0"0"0,2 1 0,1 3 0,-1-3 0,3 6 0,-5-1 0,0 2 0,1 0 0,0 7 0,2-2 0,0 3 0,5 2 0,-2 2 0,4 3 0,4-3 0,2 3 0,4-4 0,3-3 0,-1 1 0,4-4 0,-3-1 0,3-6 0,-5-2 0,2-4 0,1-4 0,-1-2 0,0-7 0,-3-2 0</inkml:trace>
  <inkml:trace contextRef="#ctx0" brushRef="#br0" timeOffset="51">23519 10036 8912,'-5'0'0,"1"0"0,4 1 0,0 3 0,0-2 0,0 4 0,0 1 0,1-1 0,2 1 0,2-4 0,5 3 0,3 0 0,0 0 0,4-1 0,-1-1 0,-1-3 0,1 2 0,-3-2 0,3-1 0,-1-3 0,1-2 0,-3 0 0,-3-1 0,0-4 0,0 0 0,-1 1 0,1 3 0,-5-2 0,4 7 0,-8-4 0,3 10 0,-4 1 0,0 7 0,0 3 0,0 5 0,0 2 0,0 4 0,0-2 0,0 3 0,0 1 0,0-4 0,0-3 0,0-1 0,0-2 0,-3-3 0,0 0 0,-1-5 0,0-2 0,3-3 0,-3-15 0,4-1 0</inkml:trace>
  <inkml:trace contextRef="#ctx0" brushRef="#br0" timeOffset="52">24561 9892 8912,'-10'-15'0,"0"1"0,1 0 0,-1 8 0,-3-7 0,-1 7 0,-1 1 0,4 1 0,-7 5 0,4 3 0,-1 6 0,4 4 0,-2 9 0,5 3 0,2 2 0,4 1 0,-3 1 0,5 2 0,0-2 0,0 2 0,5 1 0,1-1 0,2 0 0,-2-3 0,2-4 0,-5-3 0,3-2 0,-3-4 0,1-1 0,-4-2 0,-1-4 0,-3 1 0,3-5 0,-12-5 0,3 0 0</inkml:trace>
  <inkml:trace contextRef="#ctx0" brushRef="#br0" timeOffset="53">24281 10220 8912,'5'-5'0,"4"0"0,-3-4 0,6 2 0,1 0 0,4 5 0,-1-3 0,6 3 0,0-1 0,5-1 0,-2 1 0,4 0 0,-4-3 0,1 2 0,-4 0 0,4 1 0,-5 2 0,-2-2 0,-4 1 0,-6 2 0,-2 2 0,-1 1 0,-4 2 0,2 5 0,-3-1 0,-1 1 0,-5 1 0,-1 2 0,2-3 0,1 3 0,-2-1 0,2 1 0,-1-3 0,1 3 0,1-2 0,-1-1 0,-2-5 0,0-1 0</inkml:trace>
  <inkml:trace contextRef="#ctx0" brushRef="#br0" timeOffset="54">24676 10085 8912,'-3'-10'0,"0"0"0,-3-3 0,2 1 0,0-1 0,2 3 0,-1 0 0,-1 5 0,4-3 0,5 6 0,0-1 0,5 6 0,4 0 0,2 3 0,2-4 0,6 7 0,0-4 0</inkml:trace>
  <inkml:trace contextRef="#ctx0" brushRef="#br0" timeOffset="55">24879 10191 8912,'-5'0'0,"0"0"0,5 0 0,0 4 0,0-3 0,0 8 0,0-8 0,0 3 0,5-8 0,-1-2 0,3-3 0,0-1 0,-1-4 0,3 3 0,-3-1 0,3-2 0,-3 1 0,3 3 0,0 4 0,-2 2 0,-1-2 0,1 4 0,2-1 0,0 6 0,-3 3 0,6 3 0,-2 1 0,3-1 0,-1 1 0,5-1 0,5 1 0,-2-1 0,3-3 0,0-2 0,0-4 0,3-1 0,-4-2 0,1-5 0,-5-6 0,-2-1 0,-2-1 0,-4-4 0,-2 2 0,-1 2 0,-3-2 0,-5 4 0,-2-2 0,-3 5 0,-3 5 0,-2 3 0,-2 0 0,-1 10 0,-2 2 0,-2 8 0,2 3 0,2 0 0,1 6 0,5-5 0,2 2 0,4 0 0,-1 0 0,6-2 0,3-5 0,8 0 0,5-6 0,6 1 0,7-8 0,1 0 0,3-3 0,-3-5 0,-4-5 0,-4-4 0,-2-9 0,-4-2 0</inkml:trace>
  <inkml:trace contextRef="#ctx0" brushRef="#br0" timeOffset="56">21456 10017 8912,'-15'-1'0,"2"-2"0,2-3 0,1 0 0,1 1 0,-1 0 0,5 4 0,1 8 0,3 6 0,1 6 0,0 6 0,0 5 0,0 3 0,0 3 0,0 1 0,0-2 0,4 1 0,0-4 0,1 0 0,2-5 0,2-4 0,1-5 0,0-13 0,-1 0 0</inkml:trace>
  <inkml:trace contextRef="#ctx0" brushRef="#br0" timeOffset="57">21658 10162 8912,'13'-11'0,"-1"-2"0,-4-3 0,-2 5 0,-6 2 0,-1 6 0,-3-1 0,3 3 0,-7 2 0,1 3 0,-1 2 0,1 6 0,1 1 0,-1-1 0,-2-2 0</inkml:trace>
  <inkml:trace contextRef="#ctx0" brushRef="#br0" timeOffset="58">21504 10914 8912,'-5'5'0,"4"-5"0,-2-6 0,2-3 0,2-1 0,2 1 0,0 0 0,3 2 0,1 0 0,2 5 0,1-1 0,-1 2 0,1 1 0,-5 8 0,-1 5 0,-3 4 0,-1 7 0,-1 2 0,-3 6 0,-4-1 0,-5 4 0,-5 1 0,-2 2 0,0 1 0,-6-1 0,1-5 0,-3-4 0,2-5 0,2-4 0,6-8 0,2-3 0,3-4 0,7-6 0,2-9 0,4-6 0,0-2 0,4-1 0,1-1 0,5 1 0,0 3 0,0 1 0,3 1 0,-1 2 0,4 6 0,0 2 0,0 4 0,0 0 0,1 0 0,2 4 0,0 2 0,-4 7 0,3 1 0,-2 2 0,6 2 0,1-1 0,2 1 0,1-3 0,-2-6 0,8-4 0,-2-5 0</inkml:trace>
  <inkml:trace contextRef="#ctx0" brushRef="#br0" timeOffset="59">21996 11193 8912,'-10'6'0,"0"1"0,1-4 0,3 1 0,2-4 0,4 0 0,4-5 0,2-4 0,3-6 0</inkml:trace>
  <inkml:trace contextRef="#ctx0" brushRef="#br0" timeOffset="60">22680 10817 8912,'-6'0'0,"-1"0"0,1 1 0,1 3 0,0-2 0,5 4 0,0 3 0,0 3 0,0 4 0,1 6 0,2 4 0,0 2 0,0 5 0,-3 1 0,0 4 0,0-3 0,0 1 0,0-3 0,0-4 0,0-2 0,0-3 0,0-6 0,0-2 0,0-3 0,0-2 0,0-6 0,0-5 0,0-6 0,-4-12 0,-2-2 0,-3-9 0</inkml:trace>
  <inkml:trace contextRef="#ctx0" brushRef="#br0" timeOffset="61">22574 10904 8912,'15'-4'0,"-2"-3"0,-2 2 0,-2-1 0,1-2 0,4-1 0,-2 0 0,4-1 0,1 1 0,1-1 0,1 0 0,1 1 0,-5 0 0,-2 3 0,-3 1 0,0 5 0,-5 0 0,-1 9 0,-8 4 0,-2 6 0,-7 7 0,-3 2 0,-7 10 0,3-5-147,-2 6 0,1-3 147,2 3 0,3-4 0,0 1 0,5-6 0,0-1 0,4-6 0,5-3 0,-1 0 0,6-1 0,3-7 0,7-3 0,2-5 0,4-1 0,4-7 0,-1-6 0,5-4 0,-2-5 0,-1-1 0,4 1 0,-7-3 0,1-1 0,-6 2 147,-3 5 0,-2-1-147,-2 4 0,-2-1 0,-1 1 0,-4 2 0,2-2 0,-3 7 0,-6 2 0,4 4 0,-3 5 0,4 5 0,0 0 0,0 6 0,0 1 0,0 2 0,3 0 0,0 0 0,5 1 0,-2-1 0,0-1 0,0-2 0,0 1 0,0-4 0,3-1 0,-3-6 0,-2-1 0,1-10 0,-5-4 0,0-6 0</inkml:trace>
  <inkml:trace contextRef="#ctx0" brushRef="#br0" timeOffset="62">22902 11039 8912,'4'-10'0,"-3"1"0,3-1 0,-3 0 0,2 1 0,0-1 0,0 5 0,-3-4 0,5 8 0,1-2 0,6 2 0,1 1 0,4 4 0,-2 2 0,4 3 0</inkml:trace>
  <inkml:trace contextRef="#ctx0" brushRef="#br0" timeOffset="63">23153 11058 8912,'-7'0'0,"1"0"0,-1 0 0,1-3 0,0 0 0,-2 1 0,4 1 0,-5 1 0,3 0 0,-3 0 0,4 0 0,-3 4 0,4 2 0,-1 3 0,3 1 0,-3 0 0,5 2 0,0 1 0,0 0 0,4-7 0,1 1 0,3 0 0,0-3 0,6 1 0,-4-5 0,-1 0 0,1 0 0,3 0 0,0 0 0,-2 0 0,-4-5 0,1 4 0,-1-2 0,1 2 0,2 1 0,-4 0 0,1 0 0,-2 1 0,2 2 0,-3 3 0,-4 3 0,3 2 0,0 2 0,1-1 0,-4 4 0,-2 0 0,-1 3 0,2-1 0,-2-2 0,1 2 0,-1-6 0,2 1 0,-8-7 0,4-2 0</inkml:trace>
  <inkml:trace contextRef="#ctx0" brushRef="#br0" timeOffset="64">23326 10972 8912,'5'-6'0,"-4"-2"0,3 7 0,-4-4 0,0 10 0,0 1 0,-1 4 0,-1 2 0,-1 5 0,-5 1 0,7-2 0,-2 0 0,-2 0 0,2 3 0,-1 1 0,1-1 0,2-1 0,-3-2 0,3 1 0,1-4 0,0 0 0,0-3 0,1-6 0,3-4 0,-2-4 0,4-6 0,1-4 0,2-2 0,-2 1 0,-1-1 0,1 4 0,2-1 0,-2 3 0,-1 0 0,1 0 0,-1 5 0,0 2 0,1 2 0,2 2 0,1 2 0,0 2 0,-1 5 0,1 0 0,0-1 0,-1 1 0,5-1 0,-2-2 0,3-2 0,-1 0 0,-1-2 0,-4-3 0,1 0 0,3 0 0,0 0 0,0-5 0,-4-1 0,0-4 0,-3-2 0,3-3 0,-3-5 0,-1 4 0,-2 0 0,1-3 0,-1-5 0,-1 0 0,0 2 0,-2-1 0,0 3 0,0 5 0,0 1 0,0 10 0,0 4 0,0 10 0,0 9 0,0 5 0,0 5 0,0-1 0,0 1 0,0 0 0,0 0 0,0-1 0,0-2 0,0 1 0,0-5 0,0-1 0,0-4 0,0 0 0,0-4 0,0-5 0,4-4 0,1-4 0</inkml:trace>
  <inkml:trace contextRef="#ctx0" brushRef="#br0" timeOffset="65">23587 11087 8912,'0'-9'0,"0"-1"0,0 5 0,4-4 0,2 3 0,3-3 0,2 3 0,2-1 0,-3 1 0,10-3 0,-1 3 0,1 0 0,6 3 0,4 1 0,5-4 0,3 3 0,-4-5 0,-1 3 0</inkml:trace>
  <inkml:trace contextRef="#ctx0" brushRef="#br0" timeOffset="66">24252 10875 8912,'-10'-6'0,"1"-1"0,-2 5 0,-2-1 0,-3 2 0,-2 5 0,-5 1 0,1 5 0,0 0 0,6-1 0,2 1 0,5 0 0,3-1 0,2 1 0,4 0 0,0 0 0,0 3 0,4-2 0,3 3 0,1 0 0,2-4 0,0 5 0,-1-2 0,2-1 0,2 4 0,-2-4 0,2 1 0,-3 1 0,0-1 0,0 1 0,-1-3 0,1 2 0,-5 0 0,3-3 0,-5-1 0,0 2 0,-3 2 0,-4-2 0,-3 1 0,-4-1 0,-2-1 0,-4-1 0,2 1 0,0 0 0,-4-5 0,9-1 0,-3-4 0,2-1 0,1-2 0,5-7 0,2-6 0,-2-6 0,-1-3 0</inkml:trace>
  <inkml:trace contextRef="#ctx0" brushRef="#br0" timeOffset="67">24329 10875 8912,'10'0'0,"0"0"0,-4-1 0,0-2 0,-2 2 0,2-2 0,-4 3 0,1 3 0,0 3 0,0 7 0,-2 3 0,2 7 0,-2 1 0,-1 5 0,0 1 0,0 2 0,0-2 0,0 2 0,0-2 0,0-1 0,0-4 0,0-3 0,0-5 0,0-5 0,1-2 0,2-4 0,3-6 0,3-5 0</inkml:trace>
  <inkml:trace contextRef="#ctx0" brushRef="#br0" timeOffset="68">24590 10962 8912,'5'0'0,"-1"0"0,-4 0 0,-4 0 0,-5 1 0,-3 2 0,-6 6 0,2 4 0,-1 4 0,1-1 0,-1 2 0,4 1 0,-3 2 0,3 1 0,0-1 0,4 1 0,2 2 0,1-2 0,4-3 0,-2-3 0,9-7 0,4 1 0,3-7 0,7 0 0,0-2 0,6-1 0,-1-5 0,5-5 0,-2 0 0,5-2 0,-2-3 0,3 0 0,1-5 0</inkml:trace>
  <inkml:trace contextRef="#ctx0" brushRef="#br0" timeOffset="69">24879 11097 8912,'-10'0'0,"1"0"0,-1 0 0,0 0 0,1 0 0,3 0 0,2 0 0,4 0 0,4 0 0,3 0 0,2 0 0,3 0 0,1 0 0,4 0 0,-5-3 0,4-1 0,-4-3 0,1 1 0,-4 0 0,-2 0 0,0-1 0,-4-2 0,1-1 0,-4 0 0,0 1 0,0-1 0,-5 4 0,-1 0 0,-3 2 0,0 1 0,-1 3 0,0 0 0,1 4 0,-1 3 0,4 5 0,0 4 0,2 3 0,1 0 0,3 0 0,0 1 0,0-4 0,0 0 0,5-1 0,5 1 0,1-2 0,5-5 0,0-3 0,3-3 0,0-2 0,1-1 0,-1-4 0,4-6 0,2-5 0</inkml:trace>
  <inkml:trace contextRef="#ctx0" brushRef="#br0" timeOffset="70">25178 10962 8912,'0'10'0,"0"3"0,0 2 0,0 5 0,-1-1 0,-1 1 0,-2 3 0,1-3 0,3 4 0,0-5 0,0 0 0,0-4 0,4-1 0,3-4 0,1 0 0,2-5 0,3-2 0,0-6 0,1-2 0,-1-5 0,-3-4 0,3-2 0,-2 1 0,-3-1 0,-1-1 0,1-1 0,-5-1 0,3 3 0,-4 2 0,1 5 0,-2 2 0,-1 1 0,0 5 0,0 1 0,0 4 0,0 6 0,2 4 0,1 2 0,-2 2 0,3 1 0,0 0 0,2 0 0,3-3 0,1-2 0,1-5 0,2 1 0,1-5 0,2-2 0,2-6 0,-2-3 0,2-7 0,1-3 0,0-5 0,-3-2 0,-2-3 0,-5 4 0,0-2 0,-3 3 0,-3-2 0,-3 2 0,-3 5 0,2-2 0,-7 7 0,2 1 0,1 10 0,2 6 0,6 3 0,2 1 0,5 4 0,0 1 0</inkml:trace>
  <inkml:trace contextRef="#ctx0" brushRef="#br0" timeOffset="71">25766 11058 8912,'8'0'0,"1"-1"0,5-2 0,3-2 0,11-6 0,4-2 0,4 1 0,0-3 0,-1 1 0,-4 2 0,2 2 0,-12 3 0,-5 1 0,-4 0 0,-2-4 0</inkml:trace>
  <inkml:trace contextRef="#ctx0" brushRef="#br0" timeOffset="72">26721 10875 8912,'4'5'0,"2"-1"0,-1-3 0,0 0 0,-3 2 0,1 5 0,0 3 0,-2 4 0,-1 5 0,1 0 0,2 2 0,-2 0 0,2 3 0,-2-2 0,-1 3 0,-1-4 0,-2 0 0,1-3 0,-3-3 0,0-3 0,-1-6 0,3 0 0,-1-5 0,4 2 0,0-16 0,0-4 0,1-5 0,3 0 0,2-2 0,3-4 0,0 4 0,1-3 0,0 0 0,-1 7 0,1-2 0,0 6 0,-1 0 0,1 5 0,3 6 0,0 4 0,-1 2 0,-3 5 0,-3 9 0,3 3 0,-5 5 0,4-2 0,-2 0 0,-4 1 0,7-2 0,-3-2 0,0 3 0,0-6 0,-3-2 0,4-1 0,0-3 0,-2-4 0,3-2 0,-1-4 0,-3 0 0,3-5 0,-3-5 0,2 0 0,-3-2 0,1-3 0,-1-2 0,0-1 0,0 3 0,-3-3 0,0 2 0,1 2 0,2 1 0,-2 2 0,4 2 0,-5 5 0,0 4 0,0 8 0,0 3 0,0 3 0,0 0 0,4-4 0,-2 4 0,5-4 0,2 0 0,4-1 0,1-2 0,-1-1 0,-1-4 0,4 1 0,-1-1 0,2-4 0,-1-1 0,-4-2 0,2-5 0,-5 2 0,1 1 0,-5-1 0,1 3 0,-4-2 0,1 0 0,0 5 0,-3-2 0,-4 4 0,3 4 0,-2 3 0,2 1 0,1 2 0,0 0 0,0-1 0,0 1 0,0 0 0,4-1 0,2 0 0,3-3 0,0 3 0,2-8 0,2 2 0,-1-3 0,3-3 0,-1-4 0,-1-4 0,-4-2 0,1-4 0,-5 3 0,-2-2 0,-1-2 0,-2 6 0,-5-6 0,-2 5 0,-5 1 0,-3-1 0,-4 9 0,-1-3 0,1 4 0,0 2 0,4 1 0,2 0 0,7 4 0,2 3 0,3-3 0,1 4 0,0-2 0</inkml:trace>
  <inkml:trace contextRef="#ctx0" brushRef="#br0" timeOffset="73">27492 10962 8912,'6'-4'0,"-2"-2"0,-4 0 0,0-1 0,0 5 0,3 2 0,0 7 0,0 6 0,1-2 0,0 5 0,1 2 0,2 0 0,-1-2 0,0 0 0,-2 1 0,3-3 0,-6 0 0,3-4 0,0-1 0,-1 1 0,0-4 0,-3 1 0,0-5 0,0 1 0,0-6 0,0-4 0,0-5 0,4 0 0,0-3 0,1 1 0,2-3 0,3 3 0,2-3 0,1 1 0,4-1 0,-2-1 0,3 2 0,-2 3 0,3 3 0,-5 3 0,3 2 0,-1 1 0,-4 0 0,-2 5 0,-3 3 0,-5 1 0,2 5 0,-4-1 0,0-3 0,0 2 0,0-7 0,0 4 0,4-5 0,3 0 0,1-2 0,2 0 0,0-1 0,-1-4 0,1 1 0,0-4 0,-1-3 0,-3 2 0,-2-3 0,-4 4 0,0 1 0,0-1 0,-4 5 0,-3 2 0,-1 1 0,-6 2 0,3 2 0,-3 2 0,0 5 0,3 10 0,-6 1 0,5 4 0,4-1 0,-1 1 0,6 1 0,0 2 0,3-4 0,0-1 0,10-6 0,6 0 0,6-7 0,7 1 0,4-7 0,3 0 0,1-7 0,2-6-133,-1-4 0,1-5 0,-1 0 0</inkml:trace>
  <inkml:trace contextRef="#ctx0" brushRef="#br0" timeOffset="74">28389 10653 8912,'-4'6'0,"-2"2"0,0-6 0,-1 5 0,5-5 0,-5 7 0,4-3 0,-4 4 0,3 3 0,-1 3 0,2 2 0,-4 1 0,4 0 0,1 1 0,0 3 0,2-1 0,0 3 0,0 0 0,0 1 0,-3-3 0,0-5 0,1-1 0,1 1 0,-3-8 0,2 0 0,-2-6 0,5-8 0,2-2 0,0-3 0,3-1 0,2 1 0,0-1 0,5 2 0,0 1 0,3 0 0,-3 3 0,3 1 0,-2 3 0,1 0 0,-3 0 0,1 0 0,-3 0 0,-3 5 0,-1 1 0,-4 6 0,1 1 0,-6-1 0,-3-2 0,-7 3 0,-3 0 0,-2-1 0,1-3 0,1-2 0,5 1 0,-3-7 0,8 4 0,6-10 0,6-4 0,3-7 0,10-7 0,1-2 0</inkml:trace>
  <inkml:trace contextRef="#ctx0" brushRef="#br0" timeOffset="75">28553 10827 8912,'0'15'0,"0"-2"0,0-6 0,0 0 0,0 0 0,0 2 0,0 0 0,0 1 0,0 0 0,0-1 0,0 1 0,0 0 0,0-1 0,0 1 0,0 0 0,1-2 0,1 0 0,1-2 0,5-4 0,-3 2 0,5-4 0,-1-1 0,1-2 0,0-3 0,-1-3 0,1 0 0,-5-1 0,3 0 0,-4 1 0,2-1 0,-4 0 0,2 1 0,-4-1 0,0 0 0,0 5 0,3 2 0,0 6 0,1 2 0,-4 5 0,0 0 0,1-1 0,2 1 0,1 0 0,3-1 0,1-2 0,-1-1 0,4-4 0,3 1 0,1-1 0,-3-2 0,5-5 0,-3-1 0,1-3 0,1 0 0,-1-2 0,-2-1 0,-2-1 0,-2 4 0,1 2 0,-5 1 0,1-1 0,-3 1 0,-2 4 0,8 2 0,-8 5 0,2 5 0,2 0 0,1 2 0,-1 1 0,4 4 0,-7-5 0,4 4 0,-4-4 0,2 1 0,-3-3 0,-1 0 0,0 0 0,0-1 0,-5-3 0,-1-3 0,-6 1 0,-1-1 0,-3 1 0,3-4 0,0-1 0,4-2 0,-1 0 0,4-7 0,-1 0 0,5-6 0,-2 1 0</inkml:trace>
  <inkml:trace contextRef="#ctx0" brushRef="#br0" timeOffset="76">29064 10837 8912,'10'4'0,"-1"-3"0,-3 3 0,-2 1 0,0-4 0,2 3 0,3-4 0,1-4 0,4 1 0,2-3 0,2 0 0,1-4 0,0 0 0,-2 1 0,-1-1 0,-4 0 0,0 1 0,-1-1 0,-5 0 0,-3 1 0,-2-1 0,-2 5 0,-2 2 0,-7 2 0,-2 5 0,-4 2 0,4 6 0,-2 2 0,0 1 0,4 0 0,-3 1 0,5 1 0,2-4 0,4 4 0,-3-6 0,5 2 0,0-3 0,1-1 0,3-3 0,1 3 0,6-8 0,2 2 0,3-2 0,3-5 0,4-2 0,-3-3 0,3-4 0,-3 0 0,-1 0 0,0 4 0,-3-1 0,0 1 0,-4 0 0,1 3 0,-5 1 0,-2 5 0,2 0 0,-4 5 0,3 4 0,-3 7 0,0-1 0,-2 2 0,1 4 0,0-2 0,-6 5 0,0-5 0,-6 0 0,0 0 0,-2-2 0,-5-1 0,0-5 0,-3 2 0,-1-3 0,1-4 0,0 0 0,-1-3 0,1-2 0,0 2 0,3-3 0,1-3 0,1-3 0,-3-7 0,2-2 0</inkml:trace>
  <inkml:trace contextRef="#ctx0" brushRef="#br0" timeOffset="77">29729 10885 8912,'-12'-5'0,"-1"-1"0,0-1 0,3-1 0,1 2 0,-1 4 0,0-3 0,1 5 0,-1 0 0,5 5 0,-7 0 0,2 4 0,2 5 0,1 2 0,2 3 0,-2 0 0,3-4 0,4-2 0,0 1 0,0-1 0,0-4 0,0-2 0,1-5 0,2 1 0,0-2 0,3-1 0,1-1 0,6-2 0,-2-3 0,2-3 0,1-2 0,-1-2 0,0 1 0,-4-4 0,1-1 0,-1-1 0,1 2 0,0 0 0,-2 3 0,-1-3 0,0 4 0,-2 0 0,0 5 0,-3-2 0,2 8 0,-3-3 0,3 4 0,-3 4 0,2 4 0,-2 4 0,-1-2 0,3 5 0,0-2 0,4-2 0,-4 2 0,5-3 0,-3-1 0,5-3 0,-1 3 0,1-8 0,-1 2 0,1-2 0,0-1 0,-2-4 0,-1-2 0,0-3 0,-4-1 0,4 1 0,-4-1 0,0 0 0,-3 1 0,1 2 0,3 1 0,-3 4 0,4 2 0,-2 6 0,-2 3 0,5 0 0,-3 1 0,1 0 0,3-1 0,1 1 0,-1 0 0,1-4 0,2 1 0,-1-5 0,1 2 0,0-4 0,-2-4 0,0-3 0,-2-1 0,1-2 0,-2 0 0,-2 1 0,2 2 0,-2 1 0,0 3 0,-3-4 0,-4 5 0,-2 2 0,-3 7 0,-1 5 0,0 4 0,5 6 0,2 1 0,2 2 0,1-3 0,6 4 0,7-3 0,6-2 0,10-5 0,4-3 0,3-6 0,0-4 0,0-6 0,1-7 0,-3-5 0</inkml:trace>
  <inkml:trace contextRef="#ctx0" brushRef="#br0" timeOffset="78">26730 11627 8912,'-1'-10'0,"-2"0"0,-2-3 0,-2-2 0,2 0 0,0 2 0,0 2 0,1 2 0,0 3 0,1 3 0,1 12 0,-1 7 0,2 6 0,1 11 0,0 4 0,0 3 0,1 2 0,2 2 0,-1-3 0,6 2 0,-2-5 0,3-2 0,2-3 0,2-3 0,-3-8 0,9-9 0,-3-6 0,-1-4 0,1-6 0,0-7 0,3-5 0</inkml:trace>
  <inkml:trace contextRef="#ctx0" brushRef="#br0" timeOffset="79">26943 11791 8912,'0'-10'0,"0"1"0,0 2 0,0 1 0,-2 4 0,-1-1 0,-3 1 0,-6 4 0,-1 1 0,-1 5 0,1 5 0,4 4 0,-2-1 0,4 3 0,-1 0 0,4 0 0,1 0 0,1 0 0,2-3 0,0-2 0,2-5 0,1 0 0,3-3 0,3-1 0,0-5 0,1-5 0,3-1 0,0-6 0,-1-2 0,-2-1 0,0-2 0,0 2 0,-1-1 0,-3 0 0,1 1 0,-4 2 0,0 2 0,2 2 0,-4 3 0,3 3 0,-4 6 0,0 4 0,0 6 0,0 3 0,0 1 0,0-1 0,1 2 0,2-2 0,-2-2 0,8 3 0,-3-4 0,3-2 0,1-4 0,4-2 0,1-5 0</inkml:trace>
  <inkml:trace contextRef="#ctx0" brushRef="#br0" timeOffset="80">27164 11540 8912,'6'-9'0,"-2"-1"0,-4 5 0,0 12 0,0 9 0,-3 9 0,0 1 0,-4 1 0,4 2 0,0 0 0,3 0 0,0 0 0,0 0 0,0 1 0,0 2 0,4-6 0,-2 2 0,5-9 0,0 0 0,6-4 0,-2-2 0,3-6 0,-2-4 0,2-3 0,1-3 0,1-6 0,4-4 0,-5-4 0,-1 5 0,-5-4 0,1 1 0,0-2 0,-1 1 0,-3 0 0,-2 1 0,-5 2 0,-1 6 0,-3 1 0,0 2 0,2 2 0,-3 5 0,2 3 0,-2 4 0,2 3 0,1 1 0,3 3 0,0-1 0,0 1 0,0-3 0,1 3 0,3-3 0,2 1 0,3-7 0,3 5 0,1-7 0,1-2 0,-2-1 0,1-1 0,0-2 0,-8-2 0,-2-1 0,-2-6 0,-1-6 0</inkml:trace>
  <inkml:trace contextRef="#ctx0" brushRef="#br0" timeOffset="81">27126 11810 8912,'14'-4'0,"5"-1"0,7-5 0,10-4 0,5 2 0,10-3-345,-24 8 1,1 0 0,0 1-1,0 0 345,-1 1 0,0 0 0,26-5 0,-5 1 0,0-1 0</inkml:trace>
  <inkml:trace contextRef="#ctx0" brushRef="#br0" timeOffset="82">28148 11579 8912,'0'-4'0,"0"4"0,0 6 0,0 6 0,0 7 0,1 7 0,2 2 0,-2 2 0,2 1 0,0 1 0,-1 0 0,1 1 0,0-3 0,-3 2 0,0-3 0,0-3 0,-1-5 0,-2-3 0,2-5 0,-8-3 0,4-5 0,-5 0 0</inkml:trace>
  <inkml:trace contextRef="#ctx0" brushRef="#br0" timeOffset="83">28013 11733 8912,'-5'0'0,"0"0"0,14-3 0,4-1 0,4-2 0,3 3 0,3-3 0,-2-1 0,5-2 0,0 3 0,-1-6 0,0 3 0,-2-2 0,0 0 0,-7 3 0,0 1 0,-5-1 0,-2 1 0,0 2 0,-6-1 0,0 3 0,-4-1 0,-2 4 0,2 0 0,-6 8 0,3 2 0,2 4 0,-3 2 0,3 4 0,-4 0 0,2 3 0,1-3 0,0 7 0,-1-5 0,2 0 0,-3-2 0,4-1 0,-2 0 0,2 1 0,1-5 0,0-5 0,0-3 0,0-5 0,0 2 0,3-9 0,0-5 0,5 0 0,-1-5 0,5 1 0,-1 1 0,4 0 0,-3 1 0,4 4 0,3-2 0,-3 6 0,0-3 0,0 3 0,3 4 0,0 0 0,1 0 0,-2 3 0,-2 0 0,2 2 0,-3-3 0,0 1 0,3 0 0,-7-3 0,2 0 0,-2 0 0,-2 0 0,1-1 0,-1-2 0,-3-3 0,-2-3 0,-4-4 0,0 0 0,0-4 0,0 1 0,-4 1 0,-2 0 0,-3 1 0,-1 1 0,0 4 0,-3-1 0,2 5 0,-3 0 0,6 8 0,1 3 0,-1 0 0,7 13 0,-3-3 0,3 2 0,1 1 0,0 0 0,0 1 0,0-1 0,0-4 0,5-1 0,0-4 0,0-1 0,4 1 0,-4-5 0,5-2 0,-1-2 0,5-1 0,-3-7 0,2-3 0,-2 0 0,-2-5 0,2 0 0,1-5 0,1 1 0,0 0 0,-5 3 0,0 1 0,-2 1 0,0 1 0,4 3 0,0 1 0,-4 3 0,1 3 0,-4 2 0,3 1 0,1 4 0,-1 5 0,-1 4 0,0-1 0,2-2 0,-5 0 0,4 1 0,-2 1 0,4-5 0,-7 6 0,2-7 0,2 3 0,-4 0 0,5 0 0,-3-3 0,-2-1 0,3-5 0,-4 0 0,0-5 0,0 0 0,4-8 0,3 0 0,1-3 0,2 3 0,3-3 0,0 3 0,3 1 0,-3 2 0,3 0 0,-2 2 0,1 1 0,-3 3 0,6 5 0,-2 2 0,-1 4 0,1 6 0,-4 2 0,1 4 0,-1 0 0,-2 0 0,2-2 0,-6-1 0,2-5 0,-2 2 0,3-6 0,-4-3 0,5-4 0</inkml:trace>
  <inkml:trace contextRef="#ctx0" brushRef="#br0" timeOffset="84">26952 12456 8912,'0'-9'0,"0"-1"0,0 5 0,0-4 0,1 9 0,2 0 0,-1 0 0,6 9 0,-1-3 0,2 1 0,3 1 0,2-3 0,1 0 0,2-2 0,4-3 0,2 0 0,-1 0 0,-1-1 0,1-2 0,-5-6 0,3-4 0,-7-3 0,-1 3 0,-6-3 0,-6 3 0,-9-4 0,-8 2 0,-4 0 0,-4 1 0,-4 9 0,0 2 0,0 2 0,0 1 0,1 5 0,3 5 0,4 5 0,5 7 0,5 6 0,-2 4 0,6 4 0,4 0 0,6 0 0,5 1 0,4-2 0,8-9 0,9-4-102,4-6 0,7-10 102,1-3 0,6-3 0,1-5 0,-4-8 0,-8-7 0,-2-6 0,-1-3 0,1-2 0</inkml:trace>
  <inkml:trace contextRef="#ctx0" brushRef="#br0" timeOffset="85">27367 12379 8912,'-6'0'0,"-2"1"0,1 2 0,-1-2 0,-2 8 0,1-3 0,-1 6 0,0 1 0,1 4 0,-1-1 0,1 6 0,3 0 0,2 1 0,4-4 0,0-3 0,0 0 0,4-5 0,4-2 0,3-4 0,0-4 0,7-5 0,-2-4 0,3-4 0,-4-3 0,-2-1 0,-3 0 0,0 0 0,-1-3 0,1 3 0,0 0 0,-5 4 0,-2-1 0,3 2 0,-5 5 0,2-1 0,-2 6 0,-1 1 0,4 5 0,-2 4 0,5 1 0,-4 3 0,3 0 0,1-1 0,3-2 0,0-1 0,3-3 0,2 2 0,4-5 0,1-1 0,-1-5 0,0-3 0,1-3 0,-1-1 0,0 0 0,-4-2 0,-2-1 0,-6-3 0,0 3 0,-5 0 0,0 3 0,-4 1 0,1-1 0,-8 0 0,3 1 0,-3 3 0,3 2 0,0 4 0,3 1 0,0 2 0,2 3 0,1 5 0,0 1 0,4-1 0,2 7 0,3-2 0,-1 3 0,2 0 0,-3-2 0,6 2 0,-2-2 0,-2 6 0,1-3 0,0 0 0,-4-4 0,0 0 0,-2-5 0,2 2 0,-4-2 0,2-6 0,1-9 0,0-7 0</inkml:trace>
  <inkml:trace contextRef="#ctx0" brushRef="#br0" timeOffset="86">28042 12186 8912,'-10'0'0,"1"0"0,2 0 0,1 0 0,-1 0 0,-2 6 0,-1 3 0,5 5 0,-1 7 0,4 1 0,-1 4 0,0 2 0,4 1 0,2-1 0,2 1 0,5 0 0,0 0 0,0-4 0,3-3 0,-2-6 0,3-2 0,-5-4 0,2-5 0,2-1 0,-2-4 0,2-4 0,-5-1 0,2-5 0,-6-4 0,6-2 0,-6 1 0,2-1 0,-2 0 0,2-3 0,-4 1 0,1 2 0,0 2 0,0 4 0,-2 0 0,3 5 0,0 1 0,-1 11 0,3 3 0,-3 5 0,4-2 0,-3 4 0,6-1 0,-2-1 0,8 1 0,-1-4 0,1 1 0,3-6 0,-3-1 0,2-2 0,1-1 0,-4-3 0,-2 0 0,-2 0 0,-2 0 0,-3 0 0,-6 10 0,-7 6 0,-2 7 0,-4 9 0,-2 7 0,-5 6 0,1 5 0,9-23 0,1 0-493,-1 1 0,1 1 493,1-2 0,1 1 0,-2 3 0,-1 1 0,2-3 0,0-1 0,-1 1 0,0 0 0,-1 0 0,1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30T03:37:03.694"/>
    </inkml:context>
    <inkml:brush xml:id="br0">
      <inkml:brushProperty name="width" value="0.05292" units="cm"/>
      <inkml:brushProperty name="height" value="0.05292" units="cm"/>
      <inkml:brushProperty name="color" value="#3165BB"/>
    </inkml:brush>
    <inkml:brush xml:id="br1">
      <inkml:brushProperty name="width" value="0.05292" units="cm"/>
      <inkml:brushProperty name="height" value="0.05292" units="cm"/>
      <inkml:brushProperty name="color" value="#57D200"/>
    </inkml:brush>
  </inkml:definitions>
  <inkml:trace contextRef="#ctx0" brushRef="#br0">4204 6999 8912,'-6'9'0,"0"-9"0,-1 0 0,7-9 0,2 9 0,5 0 0,3 0 0,5 0 0,3 0 0,3 0 0,0 0 0,7-6 0,-2-1 0,8 1 0,-2 6 0,5 0 0,1 0 0,1 0 0,8 0 0,-6 0 0,4 0 0,4 0 0,3 0 0,-3 0 0,2 0 0,3 0 0,2 8 0,1-5 0,1 3 0,0-4 0,-9-2 0,7 0 0,-4 0 0,10 0 0,2 0 0,9 0 0,-5 0 0,1 0 0,6 0 0,-15 0 0,4 0 0,-10 0 0,-3 0 0,-10 0 0,-2 0 0,3 0 0,-9 0 0,7 0 0,-8 0 0,5 0 0,1 0 0,1 0 0,0 0 0,6 0 0,0 0 0,2 0 0,-2 0 0,-5 0 0,5 0 0,-4-6 0,-2-1 0,-1 1 0,1 6 0,-3 0 0,-4 0 0,5 0 0,-5 0 0,4 0 0,5 0 0,4 0 0,-4 0 0,8 0 0,-4 0 0,-2-7 0,8 1 0,-1 0 0,1 6 0,-4 0 0,-8 0 0,-1 0 0,1 0 0,0 0 0,-9 0 0,4 0 0,-8 0 0,2 0 0,-3 0 0,3 0 0,4 0 0,-6 0 0,4 0 0,-6 0 0,8 0 0,0 0 0,6 0 0,3 0 0,4 0 0,-2 0 0,8 0 0,1 0 0,6 0 0,0 0 0,-1 8 0,-5-6 0,-1 5 0,3-5 0,2-2 0,1 0 0,3 0 0,5 0 0,3 0 0,7 6 0,-4 1 0,-7-3 0,-4-2 0,-2-2 0,0 0 0,-2 0 0,-5 0 0,-4 0 0,-8 0 0,-1 0 0,1 0 0,0 0 0,1 2 0,5 5 0,-4-5 0,8 6 0,-4-8 0,2 7 0,5-1 0,-5 1 0,-8-7 0,1 6 0,5 1 0,-10 1 0,3-1 0,-6-5 0,0 4 0,5-4 0,-5-2 0,4 0 0,3 0 0,2 0 0,2 0 0,2 0 0,8 9 0,-6-7 0,7 4 0,-3-3 0,1-3 0,-1 0 0,-2 0 0,-1 0 0,-3 0 0,-7 0 0,1 0 0,-1 0 0,1 0 0,-7 0 0,0 0 0,-6 0 0,6 0 0,-4 0 0,6 0 0,0 0 0,7 0 0,-11 0 0,9 0 0,-1 0 0,9 0 0,-6 0 0,4 0 0,-6 0 0,-7 0 0,4 0 0,-4 0 0,5 2 0,1 4 0,-5-4 0,-1 5 0,-9-5 0,3-2 0,2 0 0,-2 0 0,-3 0 0,-1 0 0,-3 2 0,0 2 0,0 3 0,1-1 0,-1-6 0,0 0 0,1 0 0,-1 0 0,0 0 0,0 0 0,1 0 0,-7 0 0,-1 0 0,-7 0 0,5 0 0,-3 0 0,-5 0 0,7 0 0,-1 0 0,-6 0 0,7 0 0,-1 0 0,-5 0 0,5 0 0,-8 0 0,2 0 0,5 0 0,-5 0 0,9 0 0,-5 0 0,-4 0 0,15 0 0,-6 0 0,8 0 0,1-8 0,-1-5 0,0 4 0,-2-2 0,-2 7 0,-2-2 0,0-9 0,4 10 0,-4-7 0,4 7 0,-6-10 0,8 9 0,-8-3 0,-5 3 0,-1 4 0,1-5 0,-4 5 0,7 0 0,-9-4 0,0 3 0,0-5 0,0 8 0,0 0 0,0-9 0,8-1 0,-6-3 0,5 0 0,-5 0 0,-2-6 0,6-1 0,1-1 0,-3-5 0,-2 5 0,0-16 0,5 5 0,-5-13 0,4-6 0,-3 2 0,-3-3 0,0 1 0,0-7 0,-3 0 0,-3 0 0,2 9 0,-9 4 0,6 13 0,-5 6 0,5 5 0,-6 1 0,7 10 0,-7 3 0,9 5 0,-13 2 0,6 0 0,-8 0 0,-3 7 0,-4-1 0,-4 0 0,-8-6 0,-9 7 0,-5-1 0,-3-1 0,-12-3 0,-8-2 0,-8 0 0,1 0 0,11 0 0,-4 0 0,5 0 0,5 0 0,8 0 0,5 0 0,7 0 0,4 0 0,-4 0 0,5 0 0,1 0 0,1 0 0,-1 0 0,-2 0 0,-2-2 0,-2-5 0,0 5 0,-2-13 0,-4 9 0,-1-7 0,-5 6 0,3 1 0,-10 6 0,4-7 0,2 1 0,-2 0 0,-4 6 0,6-7 0,0 1 0,0-1 0,7 7 0,-5 0 0,-2 0 0,7-6 0,-1-1 0,-1 3 0,-3 2 0,-4 2 0,-2 0 0,-3 0 0,-7 0 0,5 0 0,-4 0 0,-4 0 0,5 0 0,-3 0 0,2 0 0,7 0 0,-5 0 0,5 0 0,-9 0 0,0 0 0,-6 0 0,19 0 0,-4 0 0,4 0 0,2 0 0,6 0 0,3 0 0,2 0 0,11 0 0,-3 0 0,5 0 0,-3 0 0,-14 0 0,19 0 0,-15 0 0,-1 0 0,-1 0 0,-2 0 0,1 0 0,3 0 0,-6 0 0,10 0 0,-9 0 0,10 0 0,-3 0 0,6 0 0,5 0 0,1 0 0,1 0 0,-6 0 0,-1 0 0,1 0 0,-1-8 0,-2 5 0,-2-3 0,-2 4 0,0 2 0,0 0 0,0 0 0,-2 0 0,2 0 0,5 0 0,-8 0 0,1 0 0,7 0 0,-16 0 0,7 0 0,-1 0 0,3 0 0,6 0 0,-4 0 0,-2 0 0,-4 0 0,4 0 0,6 0 0,-4 0 0,4 0 0,-12 0 0,8 0 0,2 0 0,2 0 0,3 0 0,-1 0 0,3 0 0,3 0 0,-1 0 0,8 0 0,-6 0 0,7 0 0,-8 6 0,6 1 0,-3-3 0,6-2 0,-4-2 0,9 0 0,0 0 0,-1 0 0,1 0 0,0 0 0,-1 0 0,-7 0 0,-3 0 0,-9 0 0,7 0 0,0 0 0,0 0 0,-9 0 0,-4 0 0,4 0 0,-6 0 0,8 0 0,1 0 0,-1 0 0,3 0 0,4 0 0,-3 0 0,10 0 0,-10 2 0,3 5 0,2-5 0,-2 4 0,6-4 0,-6-2 0,9 2 0,-3 5 0,5-5 0,1 4 0,10-3 0,-5-1 0,6 2 0,-2 2 0,-2 1 0,1-5 0,-1 4 0,0-1 0,-6 8 0,-3-9 0,-4 2 0,5 5 0,-5 2 0,5-5 0,2 1 0,-1 0 0,10-7 0,-8 13 0,6-9 0,3 1 0,-8 1 0,6-6 0,-2 13 0,0-8 0,9-1 0,-4-4 0,8 5 0,0-5 0,-9 6 0,7-8 0,-7 9 0,9-5 0,0 9 0,0-6 0,-2 5 0,-4 3 0,4-6 0,-7 0 0</inkml:trace>
  <inkml:trace contextRef="#ctx0" brushRef="#br0" timeOffset="1">4224 6440 8912,'0'26'0,"0"-1"0,0 10 0,0-5 0,0 8 0,0-8 0,0 7 0,0-5 0,-2-2 0,-5 2 0,5-2 0,-4 2 0,3-2 0,3-4 0,0-5 0,0 5 0,0-5 0,0-8 0,0 0 0,0-9 0,0 5 0,0-9 0,0 0 0,0-9 0,0 7 0,0-6 0,0 8 0,0 0 0,9 0 0,-7 0 0,7 0 0,-9 2 0,0 4 0,0-4 0,0 7 0,0-9 0,0 2 0,0 4 0,8-3 0,-6 7 0,5-3 0,-5 3 0,0 1 0,5-4 0,-5 3 0,15-1 0,-2 4 0,8-7 0,7-4 0,26-19 0,4-4 0</inkml:trace>
  <inkml:trace contextRef="#ctx0" brushRef="#br0" timeOffset="2">7651 16100 8912,'10'0'0,"1"0"0,-5-1 0,-2-3 0,0 2 0,0-5 0,-1 4 0,-1-1 0,0 5 0,3 2 0,1 4 0,0 3 0,2 2 0,-1 2 0,1 4 0,2 2 0,1 1 0,-4 2 0,0 2 0,0 2 0,4 5 0,-4-3 0,0-1 0,-5-4 0,7 1 0,-5-6 0,2-1 0,-3-5 0,1-3 0,-4-5 0,-4-10 0,-2 0 0</inkml:trace>
  <inkml:trace contextRef="#ctx0" brushRef="#br0" timeOffset="3">7736 16143 8912,'-15'16'0,"-2"0"0,-4-6 0,-1 1 0,5 0 0,-1 0 0,5 3 0,-2 0 0,5 0 0,3-3 0,2 0 0,5-4 0,0 0 0,0-4 0,0 5 0,5-7 0,2-1 0,-2-5 0,4-15 0,-3-3 0</inkml:trace>
  <inkml:trace contextRef="#ctx0" brushRef="#br0" timeOffset="4">7608 16111 8912,'11'-6'0,"-5"1"0,3 0 0,-2-2 0,3-2 0,0-2 0,1 0 0,1 1 0,2-1 0,-1 4 0,5 0 0,-4 4 0,4 0 0,0 2 0,7 1 0,0 0 0,3 4 0,-3 3 0,3 3 0,-7 1 0,7 4 0,-5 2 0</inkml:trace>
  <inkml:trace contextRef="#ctx0" brushRef="#br0" timeOffset="5">7822 16602 8912,'-11'4'0,"0"-1"0,1 0 0,-1-2 0,0-1 0,1 0 0,-1 0 0,0 0 0,1 0 0,-1 0 0,-1 0 0,-2 0 0,5 0 0,-1 0 0,0 0 0,4 1 0,-1 3 0,0 3 0,1 2 0,0 3 0,3 2 0,1-1 0,-1 5 0,2-1 0,1 1 0,4 1 0,4-5 0,1 5 0,5-7 0,1 2 0,2-2 0,-2-2 0,2 1 0,-2 0 0,1 3 0,-5 0 0,2-3 0,-6-4 0,-1 0 0,0 4 0,-1 0 0,-2-1 0,-3 1 0,-6-2 0,-4-1 0,-2 1 0,-6-2 0,5 2 0,-1-2 0,-2 1 0,2-4 0,0-1 0,3-4 0,2-3 0,1-3 0,4-7 0,4-3 0</inkml:trace>
  <inkml:trace contextRef="#ctx0" brushRef="#br0" timeOffset="6">7918 16698 8912,'0'6'0,"-1"3"0,-3-6 0,3 1 0,-4-4 0,5 4 0,1-2 0,2 2 0,0 1 0,7-4 0,0 3 0,1-2 0,3 2 0,3-3 0,-4 4 0,5-5 0,-4-2 0,4-1 0,-5 1 0,2-6 0,1 0 0,-4-1 0,2-2 0,-7 0 0,1 1 0,-4-1 0,4 0 0,-6 4 0,1 0 0,3 5 0,-5 5 0,3 8 0,1 11 0,-2 3 0,4 10 0,-2 4 0,1 2 0,-4 2 0,7 3 0,-6 1 0,1-1 0,-4-4 0,0-3 0,0-7 0,-1-4 0,-3-6 0,-2-2 0,-5-6 0,-3-7 0,0-1 0,1-7 0,-4-5 0,5-9 0,-2-3 0,6-7 0,1-4 0,4 0 0,0 0 0,1-2 0,2 4 0,0 0 0,0 1 0,5 4 0,2 1 0,3 0 0,1-1 0,-1 1 0,1 4 0,4-3 0,2 3 0</inkml:trace>
  <inkml:trace contextRef="#ctx0" brushRef="#br0" timeOffset="7">8409 16773 8912,'-4'11'0,"1"-2"0,-4-2 0,5 3 0,-3-3 0,5 7 0,0-2 0,0 7 0,0-4 0,0 2 0,0 1 0,0 0 0,0 0 0,0-2 0,0 2 0,1-4 0,3-7 0,-3 3 0,4-9 0,-5 4 0,0-14 0,0-2 0,0-5 0,0-2 0,-4-7 0,1-1 0,0-1 0,2 0 0,1-2 0,0 3 0,4 5 0,-1 1 0,0 2 0,2 2 0,-2 7 0,4 2 0,1 3 0,2 3 0,0 7 0,1 5 0,0 5 0,0 6 0,-1 2 0,2-1 0,2 2 0,-5-2 0,1-2 0,-1-5 0,-2 0 0,0-5 0,-5-1 0,2 1 0,-2-5 0,2-3 0,-3-3 0,3-3 0,-3-4 0,-1-7 0,1-3 0,2-4 0,-1-1 0,2 1 0,1-1 0,-4 5 0,3-1 0,-3 8 0,-1 0 0,0 1 0,5 3 0,1 6 0,1 10 0,0 4 0,0 4 0,5-4 0,2-1 0,-2-1 0,8-1 0,-2 0 0,2-1 0,-3-4 0,3-1 0,-3-5 0,-1 0 0,1-5 0,-3-2 0,-2-2 0,2-6 0,-7 1 0,2-5 0,-6 1 0,4-2 0,-3-1 0,0 0 0,-4 4 0,-2 1 0,0 6 0,-2-1 0,1 5 0,-2 1 0,4 10 0,-3 3 0,3 5 0,1 4 0,0 4 0,0 5 0,0 1 0,0 2 0,0 0 0,0-4 0,0 3 0,4-4 0,-1 1 0,2-4 0,-1-3 0,-3-3 0,4-4 0,-1-5 0,-2-4 0,1-9 0,-3-5 0,-3-9 0,1-5 0,-1-3 0,2 3 0,1-3 0,0 4 0,0 0 0,-2 3 0,-1 1 0,2 4 0,-4 2 0,6 9 0,3 2 0,2 3 0,4 2 0,1 3 0,0 2 0,-1 5 0,1-1 0,1-3 0,2 1 0,-2-2 0,2 1 0,-2-3 0,-1 0 0,0 0 0,-1-1 0,1-3 0,-4 0 0,0 0 0,1 0 0,-3-5 0,5-1 0,-8-3 0,5 2 0,-4 1 0,0 2 0,3 3 0,-4-4 0,6 5 0,2 0 0,5-1 0,-2-2 0,3 1 0,-3-2 0,5 2 0,1-1 0,-2 2 0,1-3 0,-5-2 0,3 1 0,-2-2 0,-5-2 0,1 2 0,-6-3 0,0 0 0,-3 4 0,-6-4 0,-2 4 0,-3 0 0,0 2 0,-1 4 0,0 0 0,1 0 0,3 1 0,-1 2 0,1 8 0,1 2 0,3 5 0,2 1 0,1 0 0,0-1 0,0 2 0,0-2 0,4-3 0,3 4 0,8-5 0,2-1 0,0-6 0,1-3 0,0-3 0,3-1 0,0-5 0,1-2 0,-4-7 0,-1-4 0,1-7 0,-1-1 0,-3-5 0,-2-1 0,-1 3 0,-2-8 0,0 5 0,-2 0 0,-5 4 0,4 2 0,-2 5 0,-3 4 0,3 7 0,-4 10 0,-3 10 0,-1 8 0,2 2 0,1 5 0,1 0 0,0 5 0,0-2 0,1 3 0,3 1 0,1-4 0,6 1 0,0-4 0,0-1 0,-1-6 0,2-3 0,2-4 0,-5-5 0,1-3 0,-1-1 0,0-5 0,-2-4 0,-2-5 0,-5-9 0</inkml:trace>
  <inkml:trace contextRef="#ctx0" brushRef="#br0" timeOffset="8">9489 16666 8912,'0'6'0,"0"-1"0,0-5 0,4-5 0,4-1 0,2-1 0,5 0 0,1 0 0,6-4 0,4 0 0,1-4 0,5-2 0</inkml:trace>
  <inkml:trace contextRef="#ctx0" brushRef="#br0" timeOffset="9">9745 16591 8912,'0'11'0,"0"-5"0,0 4 0,0-9 0,1 3 0,3-4 0,2 0 0,5 0 0,-4 0 0,0 0 0,0 2 0,4 1 0,-2 0 0,-2 4 0,2 0 0,-6 4 0,4-1 0,-3 1 0,-1 0 0,-3-1 0,0 6 0,2-4 0,1 2 0,-2-7 0,5-4 0,-2-6 0,1-3 0,2-5 0,2 1 0,-2-1 0,3 0 0,0-4 0,1 3 0,0-2 0,0 2 0,-1 6 0,1 2 0,0-2 0,-2 6 0,-2 0 0,3 5 0,-8 7 0,5 2 0,-4 3 0,0 4 0,2 1 0,-2-1 0,0 0 0,-2 1 0,-1-2 0,0-2 0,0-4 0,0-6 0,0-1 0,0-4 0,4 0 0,-1-6 0,5-13 0,-2-6 0</inkml:trace>
  <inkml:trace contextRef="#ctx0" brushRef="#br0" timeOffset="10">10012 16549 8912,'-6'0'0,"-3"-5"0,2-2 0,2 1 0,1-1 0,3 3 0,1-3 0,0 5 0,10-3 0,4 5 0,11 0 0,7 0 0,0-1 0,4-3 0,-3-2 0,-1-4 0</inkml:trace>
  <inkml:trace contextRef="#ctx0" brushRef="#br0" timeOffset="11">10354 16517 8912,'-8'9'0,"-2"-1"0,-1 0 0,-7-1 0,1 5 0,-4 2 0,-1 4 0,6 2 0,-2 2 0,7 3 0,3 6 0,8 5 0,2-2 0,5-5 0,7-3 0,10-5 0,1-4 0,7-3 0,-2-7 0,6-5 0,-3-4 0,4 1 0,-4-12 0,3 2 0,-3-7 0,-1 2 0,0-6 0</inkml:trace>
  <inkml:trace contextRef="#ctx0" brushRef="#br0" timeOffset="12">11551 16474 8912,'-21'0'0,"-1"0"0,1 0 0,0 0 0,-1 0 0,1 0 0,0 0 0,-2 0 0,-2 0 0,6 5 0,-1 2 0,3 2 0,4 2 0,5 1 0,2 1 0,1 1 0,2 5 0,3-7 0,0 2 0,0-2 0,0-1 0,4-5 0,3-3 0,-1-2 0,2-1 0,-5 0 0,4 0 0,0-4 0,0-3 0,1-6 0,0-2 0,-2 2 0,1 6 0,-3-2 0,3 2 0,-5 2 0,4 0 0,-2 5 0,1 0 0,1 5 0,-2 2 0,2 7 0,0 4 0,0 2 0,3 5 0,-2 0 0,3 3 0,1-3 0,3 0 0,0-3 0,0-6 0,1 0 0,-1-6 0,5-4 0,-3-4 0,1-8 0,-3-7 0,-7-12 0,3-7 0,-4-6 0</inkml:trace>
  <inkml:trace contextRef="#ctx0" brushRef="#br0" timeOffset="13">11605 16495 8912,'0'11'0,"0"0"0,0 1 0,0 2 0,-4 2 0,0 6 0,1-1 0,3 4 0,0 0 0,0 3 0,0-3 0,0-1 0,0-5 0,0-1 0,0-10 0,0 6 0,0-12 0,0 2 0,5-12 0,2-3 0,2-5 0,2 2 0,0 0 0,-1 3 0,1 5 0,0 1 0,-1 0 0,6 4 0,-4-4 0,3 5 0,1 0 0,-5 4 0,4-1 0,-5 6 0,-3-2 0,-2-2 0,-5 5 0,0 1 0,-6 1 0,-4 6 0,-6-4 0,-5 2 0,-1 0 0,1-2 0,0 0 0,-1 1 0,2-2 0,2-6 0,4-4 0,2-1 0,6-2 0,1-6 0,8-5 0,4-6 0,5-8 0,9-2 0</inkml:trace>
  <inkml:trace contextRef="#ctx0" brushRef="#br0" timeOffset="14">11925 16602 8912,'-11'11'0,"0"-4"0,-4 0 0,3-5 0,-2 2 0,1 1 0,0-1 0,-1 2 0,4 2 0,1 2 0,3 1 0,0 0 0,1 4 0,5 0 0,1 4 0,3-1 0,2-5 0,5 3 0,-1-6 0,5-4 0,-1-2 0,5-3 0,-1-2 0,2-3 0,-4-6 0,0-3 0,-5-5 0,-2 4 0,-2-4 0,1 4 0,-4-3 0,-2 1 0,-2 1 0,-3 1 0,-3 5 0,-5-1 0,1 6 0,2-4 0,1 4 0,-1 2 0,2 1 0,-1 1 0,5 0 0,-3 0 0,6 0 0,3 0 0,3 0 0,7 0 0,-1 0 0,4-1 0,-2-3 0,4 3 0,-7-7 0,2 4 0,2 0 0,-2 4 0,0 0 0,-3 0 0,-5 0 0,-2 0 0,-4 2 0,0 1 0,0 3 0,0 5 0,0-5 0,0 3 0,0-2 0,0 3 0,0 1 0,0-1 0,0 1 0,0-5 0,4 0 0,1-4 0,1 2 0,-4-1 0,8-3 0,-6-4 0,3-4 0,2-1 0,-6-2 0,1 1 0,-4-2 0,0-3 0,0 4 0,0-4 0,0 3 0,0 5 0,0 0 0,0 5 0,1-3 0,3 5 0,-3 5 0,7 4 0,-4 6 0,4 4 0,-1-2 0,3 0 0,0 1 0,1-5 0,0 1 0,1-3 0,1-4 0,1-4 0,1-1 0,0-2 0,-2-5 0,4-2 0,-4-7 0,4-3 0,-4-4 0,1-1 0,-3-3 0,-4 0 0,-1-4 0,1 0 0,-2-1 0,-5 1 0,-1 1 0,-3 2 0,3 1 0,-5 9 0,3 2 0,1 6 0,-2 4 0,4 8 0,0 6 0,0 5 0,0 7 0,1 10 0,2 0 0,-1 2 0,6 0 0,-5 1 0,6-2 0,-2 3 0,-1-3 0,1-2 0,1-2 0,2-3 0,0-6 0,1-2 0,-4-4 0,0-7 0,0-2 0,4-8 0,0-4 0,-5-9 0,3-12 0,-3-4 0</inkml:trace>
  <inkml:trace contextRef="#ctx0" brushRef="#br0" timeOffset="15">12406 16517 8912,'-11'10'0,"1"1"0,-1 0 0,5-5 0,2-2 0,9-4 0,6 0 0,7-6 0,10-4 0,2-6 0,9-5 0,1 0 0,-3-1 0,-1 1 0,2-5 0,0-2 0</inkml:trace>
  <inkml:trace contextRef="#ctx0" brushRef="#br0" timeOffset="16">13122 16453 8912,'4'-8'0,"-1"1"0,1 0 0,-1 0 0,1 0 0,-2-1 0,-1-2 0,-1-1 0,0 1 0,0-1 0,0 4 0,0 0 0,0 4 0,0 7 0,0 8 0,0 3 0,0 4 0,0 1 0,0 2 0,0-1 0,0 1 0,0-1 0,0 0 0,0 1 0,0-5 0,0 1 0,0-3 0,0 2 0,-4-4 0,1 2 0,-4-8 0,5-2 0,-3-8 0,5-4 0,0-5 0,0-9 0,0-2 0,0-1 0,0 0 0,0-6 0,4 7 0,-1-2 0,4 4 0,-3 3 0,3 3 0,-2 4 0,1 0 0,-4 6 0,7 0 0,-1 5 0,1 6 0,2 4 0,-4 6 0,0 5 0,0 1 0,4-1 0,-2-1 0,-2-2 0,3 1 0,-3-5 0,1 0 0,0-3 0,1-1 0,-2-3 0,-1-3 0,1-4 0,0-4 0,3-7 0,-3-7 0,1 0 0,-4-3 0,3 1 0,-3-9 0,3 6 0,-4-2 0,2 3 0,-1 5 0,-3 1 0,2 5 0,-2 5 0,4 2 0,1 10 0,5 4 0,-4 2 0,0 6 0,0-1 0,4 0 0,0-2 0,4 1 0,-3-5 0,2 0 0,2-5 0,-2-6 0,5 0 0,-3 0 0,1 0 0,-2-5 0,-4-2 0,0-3 0,-4 0 0,-1-2 0,-1-3 0,-2 4 0,-4-5 0,-3 5 0,-3 1 0,-2-1 0,-5 5 0,-1 3 0,0 1 0,1 2 0,2 2 0,-2 1 0,2 7 0,1 4 0,1 4 0,3-4 0,3 5 0,4-1 0,0-2 0,2 1 0,5-2 0,0 0 0,17-5 0,-3 1 0,8-5 0,-1-2 0,3-4 0,1-4 0,4-6 0,0-4-96,-6-5 1,1 3 0,-3-6 0</inkml:trace>
  <inkml:trace contextRef="#ctx0" brushRef="#br0" timeOffset="17">13817 16346 8912,'-17'0'0,"0"0"0,4 0 0,-1 0 0,0 0 0,3 0 0,0 0 0,1 4 0,-1 4 0,0 2 0,1 5 0,4-2 0,2 4 0,3 1 0,1 4 0,0-5 0,0 1 0,4-5 0,-1 1 0,5-6 0,0-5 0,5-2 0,1-1 0,0-1 0,-3-2 0,-1-3 0,1-5 0,0 0 0,0-4 0,-1-1 0,0-1 0,-3 2 0,2 0 0,-2 1 0,-2-1 0,3 5 0,-4-1 0,4 0 0,-6 5 0,2 2 0,-4 5 0,0 2 0,0 3 0,0 5 0,5 0 0,-3-2 0,6-2 0,0-3 0,1-3 0,2-1 0,0 0 0,-1 0 0,1 0 0,0 0 0,-1 0 0,1 0 0,-4 0 0,0 0 0,-4 0 0,5 1 0,-4 3 0,-1-2 0,-3 5 0,0-4 0,0 6 0,0-6 0,0 4 0,0-5 0,0 2 0,0-8 0,0 3 0,1-7 0,3 4 0,-3-4 0,3 1 0,-3-3 0,0 1 0,3 2 0,-3-3 0,5 4 0,-3-5 0,0 4 0,4 0 0,0 1 0,4-1 0,1-1 0,2 4 0,-1 1 0,5 3 0,-4 0 0,4 0 0,-4 4 0,4 4 0,-5 1 0,1 2 0,-6 1 0,0 1 0,0 1 0,-3 0 0,-1-3 0,-4-1 0,0 1 0,5-5 0,2-2 0,3-8 0,0-2 0</inkml:trace>
  <inkml:trace contextRef="#ctx0" brushRef="#br0" timeOffset="18">14479 16207 8912,'-7'6'0,"0"-3"0,4-1 0,-2-2 0,1 0 0,3 0 0,9-4 0,10 0 0,4 1 0,5-2 0,1-2 0,2 1 0,-2-1 0,3 0 0,-4-4 0</inkml:trace>
  <inkml:trace contextRef="#ctx0" brushRef="#br0" timeOffset="19">14565 16367 8912,'-5'11'0,"4"-5"0,-9 3 0,9-8 0,-1 3 0,9-8 0,5-6 0,14-2 0,2-2 0,3-2 0,1 2 0,0 1 0,0-4-128,0 1 0,0-11 0,0 0 0</inkml:trace>
  <inkml:trace contextRef="#ctx0" brushRef="#br0" timeOffset="20">15110 16143 8912,'-15'9'0,"0"0"0,-2-2 0,-1-4 0,-3 4 0,4-4 0,2 7 0,4 1 0,2 1 0,2 6 0,-2 0 0,6 3 0,3 4 0,3 0 0,9-1 0,0-5 0,4-2 0,1-4 0,5-2 0,-1-7 0,1-3 0,-1-1 0,-1-6 0,-2-5 0,-1-1 0,-3-5 0,-6-1 0,3-4 0,-2 1 0,-4 0 0,-1-4 0,-8 0 0,-3 0 0,-7 3 0,-3 2 0,-4 2 0,-4 7 0,0 3 0,-10 1 0,2-3 0</inkml:trace>
  <inkml:trace contextRef="#ctx0" brushRef="#br0" timeOffset="21">18455 8120 8912,'6'0'0,"4"0"0,-8 0 0,4-2 0,-1-1 0,0 2 0,-2-3 0,-2 3 0,4 1 0,-5-5 0,0 3 0,0-5 0,0 4 0,0-1 0,0-1 0,0 4 0,0-4 0,0 4 0,0-3 0,0 3 0,-1-4 0,-3 5 0,3 0 0,-4 0 0,5 0 0,-4 0 0,2 0 0,-2 0 0,2 0 0,-1 0 0,-3 5 0,-1-3 0,0 5 0,4-4 0,-3 3 0,3-3 0,-4 4 0,1 2 0,-1-2 0,4 2 0,-5-6 0,4 4 0,0-1 0,0 1 0,2 1 0,-4-3 0,1 1 0,1-4 0,3 8 0,-1-3 0,-2 2 0,1 2 0,2-4 0,-3 0 0,3 0 0,-3 4 0,3 0 0,0-1 0,-3 1 0,3 0 0,-4 3 0,5 0 0,0-1 0,-1-1 0,-2-1 0,1-5 0,-2 3 0,4-1 0,0 1 0,0 2 0,0-1 0,0 1 0,0 0 0,-1-1 0,-3 1 0,3 5 0,-4-5 0,5 5 0,0-1 0,0-3 0,0 5 0,0-4 0,0 1 0,0 0 0,0 1 0,0-1 0,0 0 0,0-3 0,0 1 0,0 2 0,0-2 0,0 2 0,0 1 0,0 0 0,0-1 0,0-3 0,0 3 0,0 0 0,0-1 0,0-1 0,0-1 0,0 1 0,0 2 0,0-2 0,0 3 0,0-4 0,0-1 0,0 1 0,0 1 0,0 1 0,0 1 0,0 1 0,0-4 0,0 4 0,0 2 0,-5-1 0,4 4 0,-2-3 0,1-1 0,2 4 0,-1-4 0,-1 3 0,-2-1 0,1-5 0,3 6 0,0-4 0,0 2 0,0-4 0,-2 3 0,0-2 0,-1 0 0,-1 0 0,3 0 0,-3 1 0,3-1 0,-3-4 0,2 5 0,0 0 0,-2 2 0,-4-4 0,6 6 0,-4-5 0,1-1 0,-3 4 0,6-4 0,-2 3 0,-1 0 0,4-2 0,-5 2 0,3 0 0,0 1 0,-1 3 0,3-7 0,-3 5 0,3 0 0,-2 3 0,2-1 0,1-2 0,0-4 0,-5 3 0,4-4 0,-3 5 0,3-5 0,1 1 0,-1-1 0,-2 0 0,0 1 0,-1 5 0,1-7 0,-1 2 0,-3-1 0,2 1 0,-1 0 0,3 0 0,-4-3 0,4 4 0,-3-2 0,4 4 0,-2-2 0,1 9 0,-1-6 0,1 7 0,-2-3 0,2 0 0,0-1 0,-4 0 0,3 1 0,1-6 0,-1 3 0,1-4 0,0-2 0,2-1 0,1-5 0,0 0 0,0-4 0,0 4 0,0-3 0,0 3 0,0 0 0,0 0 0,-1-1 0,-3-1 0,3 3 0,-4-2 0,5 5 0,-4 0 0,2 3 0,-1 0 0,-2 2 0,1-2 0,0-1 0,1 4 0,0-2 0,-2 4 0,1-1 0,3-2 0,-2 2 0,-3 0 0,5 0 0,-4 0 0,0 1 0,4 1 0,-5 0 0,4-1 0,-2-1 0,0 0 0,1 3 0,-1 0 0,1-4 0,2-3 0,-3-2 0,3 3 0,-7-3 0,4 3 0,0-7 0,4-1 0,0 0 0,0-1 0,0-1 0,0-5 0,0-5 0,0-1 0,0-8 0,0 0 0,-4-10 0,-2 1 0</inkml:trace>
  <inkml:trace contextRef="#ctx0" brushRef="#br1" timeOffset="22">18530 8269 8912,'10'-1'0,"-2"-3"0,-2-3 0,-1-2 0,-1-2 0,-1 0 0,0 1 0,0-1 0,-2 0 0,2-3 0,1 0 0,-2 1 0,0 1 0,-2 1 0,1 2 0,2 2 0,-2-3 0,4 9 0,-10-4 0,4 5 0,-3 0 0,2 0 0,-1 0 0,2 0 0,-5 0 0,2 0 0,-2 0 0,-5 4 0,1-1 0,-1 4 0,0-3 0,-3 4 0,0-1 0,-4 3 0,4 1 0,-4-4 0,3 0 0,-2 1 0,4 2 0,-3 2 0,5 1 0,-4 1 0,8 0 0,-7 0 0,7 1 0,-3 4 0,0-2 0,-1 7 0,0 1 0,1-1 0,-1 3 0,0-4 0,1 2 0,-1 1 0,0-1 0,4 0 0,1-5 0,1-2 0,2 2 0,3-4 0,0 6 0,0-1 0,0 0 0,0 4 0,0 1 0,0 2 0,-5-4 0,4 5 0,-3-3 0,3 2 0,1-5 0,0 7 0,0-5 0,0 0 0,0-4 0,0-3 0,0 0 0,0-2 0,0 2 0,0 1 0,0-4 0,0 0 0,0-1 0,0 3 0,0 4 0,4-2 0,-1 3 0,1-3 0,-4 5 0,0-1 0,0 0 0,0 2 0,0-3 0,-4 4 0,1-4 0,-1-1 0,4 0 0,0-3 0,0 0 0,0-4 0,0 4 0,0-5 0,0 1 0,0 2 0,0-2 0,0-1 0,0-1 0,0 3 0,0 2 0,0 0 0,0 3 0,0-4 0,0 6 0,-1-2 0,-3-2 0,3 2 0,-2-2 0,-2 1 0,1-2 0,0 4 0,0-4 0,3-1 0,-3-2 0,0 2 0,0-1 0,2 2 0,-4-4 0,4 2 0,-2-4 0,-1-1 0,4 6 0,-4-4 0,4 2 0,-3-2 0,3 3 0,-4-2 0,5 4 0,0-2 0,-3 1 0,-1-2 0,1-2 0,3 2 0,0 3 0,-2-5 0,-1 2 0,2-2 0,-3-2 0,3 1 0,1 5 0,0-3 0,0 4 0,0-3 0,0 0 0,-4 2 0,1 2 0,-1-2 0,4-2 0,0-2 0,-4 3 0,2-3 0,-1 2 0,2-2 0,1-1 0,0 0 0,-5-1 0,4 1 0,-3 0 0,3-1 0,0 1 0,-2 0 0,0-1 0,-1 5 0,4-1 0,0 0 0,0-3 0,0 4 0,-3-2 0,-1 4 0,2-2 0,1 4 0,1-6 0,0 5 0,-4-5 0,0 3 0,2-1 0,1-3 0,1 3 0,-1-3 0,-3 2 0,3-2 0,-4 4 0,5-6 0,0 5 0,0-1 0,-3 1 0,-1 0 0,0-2 0,4 4 0,-1-2 0,-2 3 0,2-4 0,-3 4 0,3-5 0,1 1 0,-1-1 0,-2 0 0,0 1 0,-1 0 0,4-3 0,0 1 0,0 2 0,-5 3 0,4 0 0,-2-3 0,1 2 0,2 2 0,-3-1 0,-1 1 0,2 1 0,1 1 0,-3 0 0,1-1 0,0-1 0,2 0 0,0-1 0,-2 0 0,0-2 0,-1 0 0,4 0 0,0 3 0,0-1 0,0 0 0,0-4 0,-1 3 0,-2-1 0,1 2 0,-2 1 0,4-2 0,0 0 0,0 3 0,-2-4 0,0 4 0,-1-1 0,-1 0 0,4 0 0,0-1 0,-1 4 0,-3 0 0,3 4 0,-3-5 0,3 4 0,1 1 0,0-4 0,0 0 0,0 4 0,0 0 0,0-1 0,0-4 0,0 2 0,0-8 0,0 10 0,0-9 0,0 2 0,0-4 0,0 7 0,0-2 0,0-2 0,0 2 0,0 1 0,-3 1 0,-1 2 0,1-1 0,3 0 0,0 5 0,-2-2 0,0 3 0,-2 0 0,1-2 0,3-4 0,0 0 0,0-1 0,0 1 0,0 0 0,0-7 0,-4 10 0,1-9 0,0 2 0,2-3 0,1 4 0,0 0 0,0 0 0,0-1 0,0 2 0,-5-3 0,4 6 0,-2-3 0,2 0 0,1 0 0,0 4 0,0 2 0,0 3 0,0-1 0,0-1 0,0-5 0,0 0 0,0 1 0,0 3 0,0 0 0,0-2 0,0-5 0,0 1 0,0-5 0,0 4 0,0-4 0,0-1 0,-4-4 0,0-2 0,1 0 0,3 5 0,0 2 0,0-2 0,0 2 0,0 3 0,0 1 0,0-2 0,0 2 0,-4-4 0,1 4 0,-1-1 0,4 1 0,-1 1 0,-1-5 0,-2-1 0,0-1 0,4-2 0,0 1 0,-1 2 0,-2-2 0,2 5 0,-3-5 0,3 2 0,1-2 0,0 0 0,-5-1 0,4 1 0,-3 0 0,3-1 0,1 1 0,0 0 0,-1-1 0,-3 1 0,3 0 0,-4-3 0,5 3 0,0-3 0,0 6 0,0-2 0,0-1 0,0 0 0,0 4 0,0-3 0,0 2 0,0-2 0,0-1 0,0 3 0,0 0 0,-3 4 0,-1-4 0,1 0 0,3-3 0,-4 3 0,1 1 0,0-2 0,1-1 0,-2-2 0,3 1 0,-5-4 0,4 0 0,-2 1 0,0 2 0,0 1 0,3-1 0,-3 1 0,-1 0 0,2-1 0,-1 1 0,1 0 0,-1-1 0,2 1 0,1 0 0,-1-2 0,-1-2 0,2 3 0,-3-3 0,3-1 0,1 1 0,0-3 0,-1 2 0,-3-2 0,3 5 0,-4-7 0,5 5 0,0-3 0,0 3 0,0 1 0,0-3 0,-1 4 0,-2-2 0,1-1 0,-1 2 0,2 0 0,1-3 0,0 4 0,0-2 0,0 3 0,0-3 0,0 0 0,0-5 0,0 8 0,0-9 0,0 8 0,0-3 0,-2 5 0,0 0 0,-2-1 0,1 1 0,3 0 0,0 0 0,0 3 0,0 0 0,0-1 0,0 0 0,0 1 0,0-2 0,0 4 0,0-6 0,0-4 0,0 4 0,0-9 0,0 8 0,0-7 0,0 2 0,0-4 0,0-4 0,0 2 0,5-6 0,3 3 0,5-1 0,8-1 0,7-8 0,9-11 0,0-7 0</inkml:trace>
  <inkml:trace contextRef="#ctx0" brushRef="#br1" timeOffset="23">18434 8194 8912,'6'6'0,"-1"-2"0,-5-8 0,0-2 0,0-4 0,0 3 0,0-1 0,0 1 0,1-2 0,2 2 0,3-3 0,5 8 0,0-5 0,-1 4 0,1 0 0,0 2 0,-1 1 0,1-4 0,0 0 0,-1 1 0,1 3 0,1 0 0,2 0 0,-2 5 0,2 2 0,-2 2 0,-1 2 0,3 1 0,0 2 0,2-2 0,-2 2 0,-2-1 0,2 0 0,-2 2 0,-1-1 0,-1-4 0,1 1 0,0 3 0,0 1 0,-2 2 0,-2-2 0,1 4 0,-4-1 0,3-2 0,-3 2 0,4 0 0,-1 3 0,-1-3 0,0-1 0,-1-2 0,3 4 0,-3-2 0,2 4 0,1 0 0,-3 1 0,1-1 0,1 0 0,4 4 0,-1 0 0,0 1 0,-3-1 0,4-1 0,-1 5 0,1-5 0,3 5 0,-2-5 0,-1 1 0,0 1 0,-1-1 0,1 0 0,0-4 0,-2 0 0,0-1 0,-2-2 0,0 7 0,3-7 0,1 7 0,0-2 0,-2-2 0,-2 0 0,3 4 0,-3 0 0,3 0 0,-3-4 0,0 1 0,0-1 0,4 1 0,-4-1 0,0 0 0,-4-3 0,5 0 0,-3 1 0,4 5 0,-2 1 0,-5-1 0,8 3 0,-3 1 0,-1 4 0,1 4 0,-1-3 0,1 3 0,3-3 0,-3-2 0,2-3 0,2 2 0,0-5 0,-1 0 0,-3-5 0,0-2 0,1 2 0,2-2 0,1 2 0,0 1 0,-1 1 0,-4-1 0,4 5 0,-3 3 0,-1-2 0,1 1 0,-3 0 0,3 1 0,1 0 0,-3-1 0,4 3 0,-3-1 0,0-2 0,4-4 0,-4 7 0,4-3 0,0 2 0,-2 0 0,-1-2 0,0 1 0,0 3 0,1 0 0,-3-1 0,3-3 0,0 2 0,-3-4 0,1 1 0,-4 2 0,4-2 0,-3-2 0,0-2 0,3-2 0,-1 0 0,-1 1 0,0-1 0,-3 0 0,7 4 0,-3 0 0,1-1 0,-4 3 0,7-3 0,-6 3 0,0-1 0,3 4 0,-4-6 0,4 3 0,-1-1 0,-1-1 0,0-3 0,-2-1 0,5 0 0,-4 1 0,5-1 0,-4 0 0,-1 1 0,-2-1 0,3 0 0,-3-3 0,3 0 0,-3-4 0,-1 4 0,0 0 0,0 7 0,0 0 0,0-1 0,0-2 0,1 3 0,3 0 0,-3 7 0,2-4 0,2 5 0,-1-9 0,3 5 0,-4-4 0,5 2 0,-5-5 0,5 1 0,-2-6 0,0 0 0,4 3 0,-5-7 0,2 5 0,1-5 0,-3 2 0,1 1 0,-4-5 0,4 8 0,-4-4 0,2-2 0,4 3 0,-5-4 0,4 4 0,1-1 0,-3-3 0,4 3 0,-3-4 0,0 0 0,4-3 0,-3 3 0,-1-7 0,1 7 0,-4-3 0,5 3 0,-6 0 0,7 4 0,-6-3 0,4 2 0,-1-2 0,1-1 0,1 0 0,-4-1 0,4 1 0,-5 0 0,4-1 0,0 1 0,2 0 0,-2-1 0,3 1 0,-4 3 0,5 1 0,-1-2 0,1 0 0,0 1 0,-5-2 0,3 7 0,-3-5 0,0-1 0,3 2 0,-2 0 0,3 4 0,-3-7 0,-1 2 0,-1-2 0,3 3 0,-3-3 0,2 2 0,1-2 0,-4-1 0,4-1 0,-1 1 0,-1 0 0,1 0 0,-1-1 0,3 1 0,-2 0 0,-4-1 0,4 1 0,1-2 0,2-1 0,-3 1 0,0-2 0,1-2 0,2 3 0,1-3 0,0 1 0,-1-3 0,1 5 0,0-6 0,-1 6 0,2-3 0,3 1 0,-4-2 0,4 3 0,0 0 0,-1 3 0,1-2 0,-5-1 0,6 0 0,-4 0 0,2 0 0,-2 0 0,0 3 0,2-3 0,-2 1 0,2-4 0,-2 4 0,2-3 0,0 2 0,1 2 0,-5-2 0,2-1 0,2 2 0,-2-1 0,2 3 0,-2 1 0,4 4 0,-4-3 0,2 3 0,-1-4 0,0 0 0,1 0 0,2 0 0,-2-1 0,-2 1 0,3-4 0,-3-1 0,2-1 0,-2 2 0,3-4 0,-4 4 0,0-3 0,3 3 0,1-3 0,-1 4 0,-3-1 0,-1 3 0,1-1 0,0-1 0,-1 0 0,1-5 0,0 4 0,-1-4 0,1 1 0,0-4 0,-1 0 0,1 0 0,0 0 0,-1 2 0,1 0 0,0 2 0,-1 0 0,1 0 0,0-2 0,0 5 0,-1 0 0,1 1 0,0-3 0,-1 0 0,-4 4 0,3-7 0,-6 5 0,5-5 0,0 2 0,-4 2 0,2-5 0,-2 3 0,-3-3 0,7 0 0,-4 3 0,4-3 0,-2 4 0,4-4 0,-2 1 0,-1 2 0,-3 3 0,3-4 0,0 6 0,4-3 0,2 4 0,4 1 0,1 0 0,8 4 0,0-3 0,2 3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30T03:37:03.728"/>
    </inkml:context>
    <inkml:brush xml:id="br0">
      <inkml:brushProperty name="width" value="0.05292" units="cm"/>
      <inkml:brushProperty name="height" value="0.05292" units="cm"/>
      <inkml:brushProperty name="color" value="#57D200"/>
    </inkml:brush>
    <inkml:brush xml:id="br1">
      <inkml:brushProperty name="width" value="0.05292" units="cm"/>
      <inkml:brushProperty name="height" value="0.05292" units="cm"/>
      <inkml:brushProperty name="color" value="#FF0000"/>
    </inkml:brush>
  </inkml:definitions>
  <inkml:trace contextRef="#ctx0" brushRef="#br0">8392 6873 8912,'-3'-12'0,"-1"-3"0,-4 3 0,6-4 0,-2 6 0,0-1 0,0 0 0,2 0 0,1 0 0,1 0 0,0 4 0,0 0 0,0-2 0,0 3 0,0-1 0,0 5 0,0-2 0,0 8 0,0 2 0,0 5 0,0 0 0,0-1 0,0 6 0,0 4 0,0 7 0,0 1 0,0 1 0,0 3 0,0 1 0,3 0 0,1 3 0,0-1 0,-4 5 0,3-5 0,1 1 0,-1 3 0,-3 1 0,4 2 0,0 1 0,0-1 0,-1-2 0,1-4 0,-1 3 0,1-6 0,-1 3 0,5-7 0,-5-3 0,2-3 0,-1-2 0,-3 3 0,2-2 0,2 1 0,-1-9 0,3 2 0,-3-2 0,4-2 0,-1 3 0,-2-3 0,5-1 0,-4-5 0,0-1 0,4-5 0,-4 0 0,4 0 0,2 0 0,3 0 0,-2 0 0,5 0 0,0 0 0,4 0 0,0 0 0,-1 0 0,6 0 0,2 0 0,3 0 0,4 0 0,1 0 0,6 0 0,-2 0 0,6 0 0,-3-4-112,0 0 0,3-4 112,0 1 0,1 1 0,-1-1 0,0 3-311,7-3 1,3-1 310,-25 3 0,1 0 0,-1 1 0,0 0 0,-2 1 0,1-1 0,1 1 0,-1 0 0,27-4 0,-27 2 0,0 1 0,0 2 0,0 1 0,28-3 0,-1 4 0,-7-3 0,0-1 0,-9 0-40,2 4 1,-5 0 39,1 0 0,2 0 0,-2 0 0,2 0 0,1 0 0,0 0 0,-4 0 0,4 0 0,-4 0 0,3 0 0,2 0 0,0 0 0,3 0 0,-1 0 0,5 0 0,-5 0 0,-1-1 0,-4-2 0,0 1 0,-5-1 0,4 2 0,-4 1 0,10 0 0,-5 0 0,8 0 0,0 0 0,2 0 0,-5 0 0,5 0 0,-5 0 0,1 0 0,-2 0-85,2 0 1,8-4 0,-25 2 0,1 0 84,1 1 0,0 0 0,28-5 0,-2 5 0,-7-3 0,3-1 0,0 2 0,0-2 0,4 2 0,-3 0 0,-5-1 0,3 4 0,-5-1 0,-2-3 0,1 3 0,-4-4 0,8 4 0,2-2 0,1 1 0,-5-4 0,-2 4 0,-2-2 0,3 1 0,3-1 0,5 0 0,2 2 0,-26 1 0,-1 1 0,24 0 0,3 0 0,-3 0 0,-5 0 0,-2 0 0,-3 0 0,2 0 0,3 0 0,8 0 0,-3 0 0,3 0 0,-7 0 0,-7 0 0,-4 0 0,1 0 0,-4 0 0,6 0 0,-4 0 0,4 0 0,0 0 0,3 0 0,-2 0 0,-2 0 0,-5 0 0,0-1 0,-3-2 0,2 0 0,-2-6 0,3 7 0,-3-5 0,2-2 0,-2 4 0,6-4 100,-3 1 1,-6-1-101,-6-2 0,-3-3 0,-3-2 607,-1-1-607,-4-1 0,-2-1 41,-5-3 1,-4 2-42,5-9 0,-2 0 185,1-4 0,1-3-185,-4 0 0,0 0 0,-4 3 0,3-3 0,1 0 0,-2 1 0,-1 3 0,-1 3 0,0-3 0,0 3 0,-4 3 0,-2-2 0,-5 3 0,0 2 0,0-2 0,0 2 0,0 1 0,1 4 0,-1 0 0,-1 5 0,-3-2 0,-2 3 0,-4 1 0,-1 1 0,-5-1 0,0 1 0,-7 2 0,-2 1 0,2 4 0,-7-5 0,4 4 0,-2 2 0,-1 0 0,-6 2 0,-3 0 0,0 0-136,-2 0 1,-9 0 0,28 0 0,-1 0 135,-2 0 0,-1 0 0,1 0 0,0 0 0,2 0 0,0 0 0,-29 0 0,5 4 0,26-2 0,0 0 0,-1 0 0,0-1 0,0 0 0,-1-2 0,2 1 0,0 0 0,-24 0 0,1 0 0,-2 0 0,-6 0 0,1 0 0,25 2 0,1 0-187,0 0 0,1 0 0,-1 0 0,-1-1 187,-2-1 0,0 0 0,0 0 0,0 0 0,1 0 0,-1 0 0,2 0 0,0 0 0,1 0 0,0 0 0,-26-1 0,2-1 0,3-2 0,4 0 0,8 4-223,-3 0 0,-7 0 223,-8 0 0,7 0 0,1 0 0,5 1 0,-1 3 0,-3-1 0,22 0 0,0 1 0,0-1 0,0 0-159,-5 0 0,-1 1 0,4 0 0,-1 0 159,-1-2 0,1 0 0,3 2 0,1-1 0,-28 1 0,9 3 131,5-3 1,1 1-132,3-2 0,-2 0 0,-1 4 0,4-5 0,3 2 0,1-3 0,0-1 0,-1 0 0,-5 5 0,1-4 0,-7 3 0,-3-2 0,-8 2 0,1-3 93,26 1 1,1-1-1,-22 2-93,1 0 0,9-1 0,2 1 0,3 2 192,-6-1 0,9-1-192,-6-3 0,11 2 355,-3 1 1,5-2-356,-2 3 0,2-3 68,-2-1 1,1 4 0,1-1-69,-5 0 0,-5-2 0,-8 3 0,-2 0 0,-4 2 0,3-3 0,0 3 0,7-4 0,5 2 0,5 4 0,9-6 230,0 1 1,-1 2-231,-2-1 0,1 0 0,-6-1 0,-4 0 0,2 6 0,-15-7-116,0 6 1,0-1 115,0 4 0,-1-1 0,-1 2 0,0 3 0,-6-3 0,-1 4 0,1-6 0,6 1 0,7 0 0,10-4 0,-1 1 0,9-1 0,2 4 0,4-2 0,0 0 0,4-2 0,2-5 0,1 4 0,0-2 0,4-3 0,0 3 0,4-3 297,-2-1-297,5 0 0,-4 0 0,-2 0 0,-5 5 0,0 1 0,0 5 0,0 0 0</inkml:trace>
  <inkml:trace contextRef="#ctx0" brushRef="#br0" timeOffset="1">9585 9041 8912,'-5'6'0,"4"3"0,-3-2 0,3-2 0,1 0 0,0-5 0,0-5 0,-1 4 0,-3-3 0,3 3 0,-5 1 0,2 0 0,3 5 0,-8 1 0,7 5 0,-2 0 0,4 0 0,0-5 0,0 3 0,0-8 0,0 4 0,0-5 0,0 5 0,0-4 0,0 4 0,0-5 0,-5 0 0,4 0 0,-4 0 0,5 0 0,0-5 0,0 4 0,0-9 0,0 8 0,0-5 0,0 4 0,0-3 0,0 3 0,0 2 0,0-5 0,0 2 0,0 3 0,-1-8 0,-3 6 0,3-2 0,-3 1 0,3 3 0,-3-5 0,1 2 0,-1 3 0,4-4 0,-4 4 0,1-2 0,-1 1 0,4-2 0,0 4 0,-5 0 0,4 1 0,-2 2 0,1-1 0,1 2 0,-2-4 0,1 5 0,-2-4 0,-1 4 0,4-4 0,-3 3 0,3-3 0,-4 4 0,4-5 0,-5 4 0,2-1 0,3 1 0,-5 0 0,2-1 0,3 6 0,-7-7 0,4 5 0,-4-4 0,5 5 0,-4-4 0,4-1 0,-3-3 0,3 0 0,2 0 0,-9 0 0,9-5 0,-9-1 0,8-4 0,-5-1 0,4 0 0,-1 0 0,-2 0 0,5 4 0,-2 0 0,1 4 0,2-1 0,5 18 0,0-1 0,2 13 0,3-2 0,-3 1 0,-1-1 0,1 5 0,-1-4 0,2 4 0,0-5 0,-4 2 0,-1-5 0,-3-3 0,2-2 0,1-5 0,-2 0 0,4-5 0,-6-6 0,-3-8 0,2-6 0,-5-4 0,3-7 0,-3-4 0,3-3 0,-3 0 0,3-1 0,-3 1 0,5 0 0,-2 4 0,3-3 0,1 6 0,0 5 0,0 5 0,1 8 0,3 3 0,3 4 0,7 4 0,2 7 0,2 7 0,3 4 0,-3 3 0,2-2 0,2 2 0,-5-2 0,-3-1 0,2-6 0,-2-1 0,1-3 0,-4-1 0,0-5 0,-2-6 0,-2-7 0,-1-4 0,-2-4 0,-3-3 0,3-7 0,-3 1 0,-1-5 0,0 0 0,0-3 0,-4 4 0,1 3 0,-4 2 0,3 1 0,-1 5 0,2 3 0,1 6 0,-2 6 0,4 9 0,0 7 0,1 11 0,2 4 0,3 2 0,3 2 0,2-1 0,-3 1 0,7-1 0,-2-1 0,1-2 0,-1-6 0,6-5 0,-1-8 0,3 1 0,-4-8 0,-2 1 0,0-4 0,0-4 0,-1-6 0,-3-9 0,-5 3 0,-2-2 0,0-1 0,0-2 0,-1-1 0,-7 0 0,1 2 0,-4 2 0,4 0 0,-5 7 0,5-1 0,-4 8 0,4-4 0,-2 12 0,5-1 0,0 10 0,0 5 0,2 3 0,1 1 0,2-1 0,2 1 0,3 0 0,-3-1 0,4-4 0,3-2 0,-2-5 0,3-2 0,-2-3 0,2-5 0,-2-2 0,5-1 0,-5-8 0,2-7 0,-5-6 0,-2-2 0,0-2 0,-4 2 0,-2 1 0,-5 3 0,-5 2 0,-6 2 0,-3 0 0,-5 7 0,1 2 0,-1 9 0,-2 0 0,2 0 0,3 2 0,8 1 0,1 7 0,3 4 0,2 4 0,5-3 0,5 3 0,2-4 0,9 1 0,6-4 0,-1-5 0,5-3 0,-3-2 0,3-5 0,2-2 0</inkml:trace>
  <inkml:trace contextRef="#ctx0" brushRef="#br0" timeOffset="2">10127 8965 8912,'7'0'0,"1"0"0,-6-5 0,3-1 0,-4-1 0,3-1 0,-3 5 0,2-4 0,3 4 0,2 0 0,1 1 0,2 2 0,1 2 0,3 1 0,-2 3 0,5 5 0,-4 1 0,5 2 0,-3-1 0,2 1 0,-2-2 0,-5-1 0,-1 0 0,-3 0 0,-2-1 0,-5 1 0,0-5 0,-2-6 0,-1-7 0,0-6 0,-4-2 0,5-4 0,-2 1 0,3 1 0,1-1 0,5 1 0,2-1 0,3-1 0,0 4 0,1 0 0,0 0 0,4 3 0,-1-2 0,5 2 0,-2 1 0</inkml:trace>
  <inkml:trace contextRef="#ctx0" brushRef="#br0" timeOffset="3">10528 8856 8912,'4'11'0,"0"0"0,-1 0 0,-2-2 0,3-1 0,-3-4 0,4-4 0,-4 0 0,3 0 0,-3-4 0,10-2 0,0-5 0,1-1 0,6-3 0,-1 2 0,1-5 0,-3 4 0,-4-5 0,-1 5 0,-3-4 0,2 5 0,-6-2 0,0 7 0,-7 1 0,-6 4 0,-5 0 0,-2 1 0,-1 2 0,0 5 0,0 2 0,3 8 0,-3 3 0,5 2 0,-2 2 0,8 1 0,3 2 0,3-2 0,1 2 0,6-5 0,6-3 0,9-2 0,10-5 0,8-2 0,4-4 0,4-2 0,0-5 0,-5 1 0,-6-1 0,-12-8 0,-3-1 0</inkml:trace>
  <inkml:trace contextRef="#ctx0" brushRef="#br0" timeOffset="4">10062 9593 8912,'0'-6'0,"0"0"0,0 3 0,-1 2 0,-3-3 0,3 3 0,-4 1 0,5 1 0,0 4 0,1 6 0,2 4 0,0 2 0,6 4 0,-2-3 0,3 2 0,1 2 0,-1-5 0,1-3 0,0-2 0,4-5 0,-1 1 0,5-6 0,-7-3 0,3-10 0,-3-5 0,-1-7 0,0-2 0,-1-3 0,-4-3 0,-2 2 0,1-1 0,-2 5 0,1-3 0,-4 6 0,0 3 0,0 8 0,1 5 0,3 3 0,2 1 0,5 2 0,4 0 0,2 0 0,5 0 0</inkml:trace>
  <inkml:trace contextRef="#ctx0" brushRef="#br0" timeOffset="5">10561 9496 8912,'-11'0'0,"0"3"0,-1 2 0,-2 1 0,2-3 0,-5 6 0,2-1 0,3 5 0,-1 2 0,5 2 0,-2-3 0,9 5 0,-3-4 0,3 2 0,1-3 0,0 1 0,5-9 0,2-2 0,3-3 0,0-1 0,1-5 0,0-2 0,0-4 0,0-3 0,-4-2 0,0-2 0,-1-2 0,1 2 0,2-2 0,-5 2 0,0-1 0,0 4 0,-3 1 0,3 3 0,-3 5 0,4 1 0,-3 5 0,5 0 0,-4 6 0,0 5 0,3 0 0,2 3 0,1 2 0,2-1 0,0-1 0,0-3 0,0-1 0,0-3 0,-1 1 0,1-4 0,0-1 0,0-3 0,0-1 0,0-2 0,-1-5 0,1-6 0,-1 2 0,-3-3 0,2 0 0,-6 0 0,1 0 0,-4 0 0,-5 3 0,-2-2 0,-3 2 0,-1 2 0,0 3 0,1 2 0,-1 5 0,1 5 0,3 2 0,2 3 0,5 0 0,0 1 0,0 0 0,0 0 0,0 0 0,5-4 0,2-1 0,3-1 0,5-1 0,-1-4 0,4 0 0,-4-2 0,4-1 0,-4 0 0,0-3 0,-2 1 0,-1-3 0,0 7 0,0-9 0,-1 9 0,-4-4 0,3 6 0,-6 3 0,2-2 0,-1 6 0,-2-5 0,6 4 0,-1-1 0,4 2 0,-4-2 0,0-3 0,0-1 0,4 1 0,0-2 0,0-1 0,-4-3 0,0-1 0,-1-4 0,2 0 0,1 2 0,-2-1 0,-1 1 0,2-1 0,-5-1 0,4 4 0,-4-5 0,3 8 0,-2-2 0,-2 5 0,5 2 0,-4 4 0,6-2 0,-8 5 0,3 0 0,1-4 0,-2 0 0,1 1 0,-3-2 0,3-3 0,-3-2 0,4-1 0,-10-4 0,-1-2 0</inkml:trace>
  <inkml:trace contextRef="#ctx0" brushRef="#br0" timeOffset="6">11005 9333 8912,'-10'-5'0,"-1"-1"0,3-1 0,1 0 0,5 0 0,-3 1 0,6-3 0,3 6 0,7-1 0,7 4 0,3 0 0,5 0 0,-2 0 0,5 0 0,4 5 0,6 1 0</inkml:trace>
  <inkml:trace contextRef="#ctx0" brushRef="#br0" timeOffset="7">11298 9333 8912,'-11'11'0,"-3"-4"0,-1 1 0,-3-5 0,4 4 0,-4-1 0,3 2 0,-3 1 0,4-2 0,1 3 0,0 2 0,3 3 0,4-3 0,1 3 0,5-4 0,0 0 0,0 0 0,1-2 0,3-1 0,2-3 0,4-5 0,3-2 0,1-1 0,2-3 0,2-5 0,1-1 0,-5-3 0,5 3 0,-5-2 0,0 2 0,-3 1 0,-4 0 0,1 0 0,-5 4 0,5 0 0,-5 3 0,4-3 0,-4 5 0,2-3 0,-5 5 0,4 0 0,2 0 0,5 0 0,0 0 0,0 0 0,0 0 0,0 3 0,0 1 0,-1 0 0,1-4 0,-4 0 0,1 0 0,-5 0 0,5 0 0,-6 0 0,3 0 0,-5 0 0,0 4 0,0-2 0,0 4 0,0-3 0,0-2 0,0 9 0,0-8 0,0 6 0,0-6 0,0 8 0,0-9 0,0 4 0,1-5 0,3 0 0,-3 0 0,5-1 0,-3-3 0,0 2 0,4-6 0,-3 1 0,3-4 0,-1 0 0,2 1 0,0-1 0,-1 0 0,5 1 0,2 3 0,-2-1 0,3 4 0,-2-3 0,2 3 0,-3 1 0,2 3 0,2 0 0,-2 0 0,2 0 0,-2 0 0,0 1 0,2 1 0,0 2 0,3-1 0,-7-3 0,9 0 0,-4 0 0</inkml:trace>
  <inkml:trace contextRef="#ctx0" brushRef="#br0" timeOffset="8">12057 9149 8912,'11'-17'0,"-5"-2"0,-2 4 0,-3 1 0,-1 3 0,-5 5 0,-1 1 0,-6 6 0,-3 3 0,3 7 0,-4 6 0,2 4 0,0 1 0,-1 5 0,6 0 0,0 5 0,2-3 0,5 2 0,-3-3 0,5 4 0,1-4 0,3-3 0,5-7 0,6-3 0,4-3 0,-1-2 0,4-4 0,3-2 0,-2-8 0,2-3 0,3-5 0,1-6 0,-1 0 0,0-7 0,-3-3 0,0-1 0,-7-1 0,-4 1 0,-3-1 0,-4 5 0,-2-4 0,-5 4 0,-5-3 0,-2 6 0,-2 8 0,-2 10 0,0 4 0,-1 5 0,-3 6 0,3 4 0,-3 12 0,4 2 0,0 1 0,0-1 0,2 5 0,1-6 0,4 5 0,4-8 0,1 4 0,2-4 0,3 1 0,5-5 0,5-4 0,2-2 0,2-3 0,2-1 0,2-5 0,-1-4 0,-2-4 0,-7-9 0,2-6 0</inkml:trace>
  <inkml:trace contextRef="#ctx0" brushRef="#br0" timeOffset="9">3448 13322 8912,'-11'-5'0,"0"4"0,1-1 0,0 4 0,1 7 0,3 4 0,2 5 0,0 4 0,4 2 0,0 1 0,0-1 0,0 3 0,0-1 0,1 1 0,3-1 0,-3-2 0,3-6 0,-3-3 0,-1 0 0,0 0 0,0-2 0,-5-6 0,3-2 0,-6-5 0,2-6 0,-1-5 0,-1-4 0,4-8 0,2-3 0,1-1 0,1-9 0,1-1 0,2 3 0,3 0 0,4 3 0,0 0 0,0 3 0,-1 3 0,7 4 0,-6 6 0,2 7 0,3 1 0,-3 5 0,2 2 0,-2 6 0,-1 9 0,0 3 0,0 7 0,0-2 0,0 2 0,-4-2 0,0-1 0,-3-4 0,3 0 0,-1-5 0,1 2 0,3-3 0,-5-5 0,2 0 0,-2-4 0,-2-3 0,1-7 0,0-4 0,-4-4 0,0 2 0,1-5 0,2-1 0,-1-2 0,2 3 0,-2 1 0,1 2 0,-2 0 0,4 4 0,-5 0 0,0 4 0,0 0 0,5 5 0,-4 2 0,3 7 0,1 6 0,-2 2 0,2 4 0,-1-1 0,-2-1 0,5 1 0,-1-5 0,2 1 0,1-1 0,0-4 0,4-2 0,-1-2 0,7-5 0,-4 0 0,3-1 0,-4-3 0,4-5 0,-3-6 0,-1-3 0,-3 4 0,0-4 0,0 3 0,-5-3 0,-3 4 0,0-1 0,0 4 0,-1 5 0,2 2 0,-4 8 0,0 2 0,0 5 0,4 5 0,0 2 0,4-1 0,-1 1 0,-1-5 0,2 2 0,-1-7 0,4-1 0,0-4 0,-1 0 0,1-1 0,-1-8 0,-3-5 0,2-1 0,-6-6 0,1 3 0,-4-3 0,-5 4 0,-2-3 0,-3 1 0,-1 2 0,0 3 0,1 0 0,-5 4 0,1 1 0,0 1 0,2 1 0,3 5 0,1 3 0,4 2 0,4 5 0,0 0 0,0 0 0</inkml:trace>
  <inkml:trace contextRef="#ctx0" brushRef="#br0" timeOffset="10">4120 13214 8912,'6'0'0,"4"0"0,-4 0 0,5 0 0,-2 5 0,-1 2 0,1 3 0,-3 4 0,5 0 0,-4 6 0,1-2 0,-2 2 0,1 2 0,1-2 0,-4-1 0,0-4 0,-4-4 0,0 0 0,0-5 0,0-3 0,0-6 0,0-8 0,0-7 0,1-3 0,2 0 0,-1-1 0,1 0 0,3 1 0,1-1 0,3 0 0,1 2 0,0 2 0,0 2 0,3 3 0,1 2 0,3-1 0,-4 8 0,1 1 0,-5 4 0,1 3 0,-5 2 0,3 6 0,-6 2 0,5-1 0,-5 6 0,1-6 0,-4 1 0,0 2 0,0-2 0,3 1 0,1-4 0,1-4 0,-2 0 0,0-5 0,4 2 0,0-4 0,4-4 0,1-3 0,3-7 0,-3 1 0,2-6 0,2 0 0,-2-4 0,0 2 0,-7-8 0,1 14 0,-4-6 0,-2 0 0,-1 5 0,-5 4 0,-4 6 0,-1 2 0,-2 0 0,-4 6 0,1 4 0,1 5 0,1 7 0,2-1 0,2 5 0,0 0 0,6 4 0,-3-3 0,5 2 0,1-2 0,3-1 0,3-5 0,9-3 0,6-2 0,4-1 0,7-5 0,-1-2 0,1-3 0,-1-1 0,-3-4 0,-2 1 0,-5 0 0,-7 2 0,-15 6 0,-6 1 0</inkml:trace>
  <inkml:trace contextRef="#ctx0" brushRef="#br0" timeOffset="11">3903 13886 8912,'-10'0'0,"4"1"0,2 3 0,3 2 0,1 5 0,0-1 0,0 3 0,1 1 0,3 3 0,3 0 0,2 3 0,2-7 0,1 4 0,3-1 0,-3-5 0,2-4 0,-2-5 0,-1 2 0,0-3 0,0-3 0,-1-4 0,-3-5 0,1-7 0,-4 0 0,3-6 0,-3-2 0,-1-4 0,-3 7 0,0-2 0,0 2 0,0 2 0,0 0 0,0 3 0,0 2 0,5 10 0,2 3 0,3 6 0,6 8 0,0 6 0</inkml:trace>
  <inkml:trace contextRef="#ctx0" brushRef="#br0" timeOffset="12">4391 13832 8912,'-26'0'0,"2"0"0,-5 0 0,5 0 0,-3 5 0,6 2 0,3 2 0,-1 2 0,7 1 0,0 3 0,4 3 0,6-3 0,-3 6 0,5-3 0,5-2 0,2-2 0,4-2 0,2-2 0,1-3 0,6-2 0,-7-5 0,4-1 0,-2-3 0,5-2 0,-7-8 0,5-1 0,-5-3 0,2 4 0,-3-6 0,-1 2 0,-2 3 0,-2 0 0,3 0 0,-4 0 0,0 2 0,-1 6 0,-4-2 0,3 6 0,-3-6 0,4 9 0,-5 0 0,0 5 0,0 6 0,0 0 0,3-1 0,1 1 0,4-5 0,0-2 0,5-3 0,1-1 0,1 0 0,-4 0 0,-1-5 0,1-2 0,0-3 0,0 0 0,0-2 0,0-3 0,-5 3 0,-3-4 0,-1 1 0,-2 3 0,0 0 0,0 4 0,-2 2 0,-1-1 0,-3 2 0,-5 5 0,4 2 0,-1 1 0,5 2 0,-4 2 0,4 6 0,0-2 0,1 3 0,2-4 0,0 1 0,0 0 0,2-1 0,1-2 0,4-1 0,3-4 0,1 5 0,0-4 0,3-1 0,1-3 0,4 0 0,-1 0 0,-1 0 0,1 0 0,-5-1 0,2-2 0,-3 0 0,-1-4 0,3 3 0,0-3 0,1 1 0,-4-1 0,-2-3 0,-1 3 0,1 1 0,-2-1 0,3 1 0,1-1 0,-4-2 0,0 5 0,-3-3 0,3 4 0,-4-1 0,3 4 0,-3 0 0,-2 0 0,4 0 0,-3 4 0,1-1 0,0 4 0,3-2 0,-2 1 0,5 2 0,-7-1 0,5 0 0,-3 0 0,3 4 0,-4 0 0,0 0 0,2-4 0,-1 0 0,4 0 0,-1 4 0,-2-5 0,0 4 0,0-9 0,-4 4 0,4-6 0,-5-3 0,5-2 0,1-5 0</inkml:trace>
  <inkml:trace contextRef="#ctx0" brushRef="#br0" timeOffset="13">4901 13582 8912,'-10'-7'0,"3"0"0,2 5 0,2-4 0,-1 2 0,0 3 0,6-4 0,1 5 0,5 0 0,6 0 0,3 0 0,5 0 0,-1 5 0,1 1 0</inkml:trace>
  <inkml:trace contextRef="#ctx0" brushRef="#br0" timeOffset="14">5356 13647 8912,'-21'7'0,"-1"-3"0,0-4 0,1 0 0,-1 0 0,0 4 0,1 0 0,-1 4 0,0-1 0,1 3 0,-1 1 0,6 1 0,5 2 0,2-2 0,5 3 0,2-3 0,0-1 0,7-1 0,3 1 0,1-5 0,2-2 0,1 1 0,3-2 0,-3 1 0,3-9 0,-2-1 0,-2-5 0,3 0 0,-8 1 0,0-1 0,3 0 0,-4 0 0,3 1 0,0 3 0,-1-2 0,0 4 0,0-3 0,1-1 0,2 2 0,-2 2 0,-1 1 0,0-1 0,4 2 0,0-2 0,0 1 0,0 3 0,-1-4 0,1 5 0,0 0 0,0 0 0,0 4 0,0 0 0,-1 0 0,1 0 0,-3-2 0,-1 6 0,0-6 0,-1 8 0,-2-3 0,-3-1 0,-1 1 0,0-3 0,0 3 0,0-3 0,0 3 0,0-5 0,0 3 0,0-5 0,0-5 0,0-1 0,0-5 0,3-1 0,1-2 0,3 2 0,-3-3 0,4 2 0,0-1 0,1 2 0,2-3 0,0 7 0,0 1 0,0 4 0,-1-1 0,1 3 0,0 1 0,0 1 0,0 3 0,0 2 0,-1 5 0,-2 3 0,-1 1 0,0-1 0,4-3 0,-4-1 0,0-3 0,1 1 0,2-4 0,1 0 0,0-9 0,0-1 0</inkml:trace>
  <inkml:trace contextRef="#ctx0" brushRef="#br0" timeOffset="15">5899 13420 8912,'-4'-7'0,"0"-1"0,-4 6 0,2-3 0,-5 6 0,0 4 0,0 6 0,0 0 0,4 13 0,0-2 0,3 3 0,-3 0 0,5-1 0,-2 5 0,8-3 0,3 2 0,6-3 0,2 0 0,4-7 0,-1-4 0,3-2 0,0-1 0,1-5 0,0-2 0,3-8 0,0-4 0,-1-5 0,4-4 0,-5-9 0,2 1 0,0-5 0,-3 1 0,1-2 0,-9-2 0,0 6 0,-7 1 0,-3 3 0,-8 2 0,-3 4 0,-8 2 0,-2 8 0,-4 4 0,-1 7 0,0 7 0,-3 10 0,0 8 0,3 2 0,4 1 0,6 6 0,0 1 0,3 4 0,7 0 0,-2-3 0,9-2 0,6 0 0,10-2 0,6-6 0,6-5 0,4-6 0,3-11 0,1-4 0,-1-4 0,1-6 0,-5-4 0,0-11 0,-4-7 0</inkml:trace>
  <inkml:trace contextRef="#ctx0" brushRef="#br0" timeOffset="16">16839 6960 8912,'6'0'0,"4"0"0,-9 0 0,4-2 0,-5-1 0,0 0 0,0-4 0,0 5 0,-5-8 0,4 9 0,-4-4 0,5 10 0,3 4 0,2 8 0,1 4 0,1-1 0,4 9 0,0 0 0,0 4 0,0 3 0,0 0 0,-1 0 0,1-3 0,-5-6 0,4 0 0,-3-6 0,-1-1 0,1-6 0,-3-1 0,3-9 0,-4-5 0,0-6 0,-1-8 0,-2-2 0</inkml:trace>
  <inkml:trace contextRef="#ctx0" brushRef="#br0" timeOffset="17">17099 6938 8912,'5'-11'0,"-4"0"0,4 0 0,0 1 0,-4-1 0,4 3 0,-5 1 0,0 5 0,1-2 0,3 8 0,0 3 0,4 7 0,2 5 0,1 6 0,0-1 0,4 5 0,-3 0 0,-1 3 0,1-3 0,1-1 0,1-2 0,1 4 0,-9-7 0,-3 3 0,-1-5 0,-2-3 0,0 3 0,0-4 0</inkml:trace>
  <inkml:trace contextRef="#ctx0" brushRef="#br0" timeOffset="18">16991 7231 8912,'4'-6'0,"-2"-4"0,4 7 0,-3-4 0,7 0 0,7-4 0,3 0 0,1 1 0,8-1 0,0 0 0,0-4 0,-1 1 0,3 1 0,-9 4 0,0 2 0,-7 0 0,0-4 0</inkml:trace>
  <inkml:trace contextRef="#ctx0" brushRef="#br0" timeOffset="19">17338 7057 8912,'6'5'0,"-2"-3"0,-4 6 0,0-1 0,0 4 0,0-1 0,0 1 0,0 0 0,2 4 0,0-1 0,2-1 0,4-1 0,-3-1 0,2 0 0,3-1 0,-3-3 0,3-2 0,1-5 0,-1-1 0,1-3 0,-4-2 0,1-5 0,-6-1 0,2-2 0,-4 0 0,-4-4 0,-2 5 0,-5-1 0,0 1 0,1 1 0,-1-2 0,0 7 0,0-8 0,1 13 0,3-5 0,2 4 0,5-2 0,0 7 0,0 1 0,4 0 0,0 4 0,4-5 0,0 2 0,6-3 0,-2 4 0,3 1 0</inkml:trace>
  <inkml:trace contextRef="#ctx0" brushRef="#br0" timeOffset="20">17533 7057 8912,'6'-5'0,"3"-1"0,-7-5 0,1 1 0,-2 4 0,-1 0 0,0 2 0,0 3 0,0 6 0,4 2 0,0 7 0,1-2 0,-2-1 0,0 0 0,4 0 0,-4-2 0,5-1 0,-1 1 0,4-3 0,0 0 0,-1-2 0,1-3 0,0-6 0,-4-1 0,1-5 0,-6 1 0,2-1 0,-3 0 0,2 4 0,1-1 0,0 6 0,-4-3 0,4 10 0,-2-3 0,2 5 0,1-3 0,-4 5 0,8-7 0,-5 5 0,0-4 0,0 0 0,2-1 0,5-2 0,-2-2 0,-1-1 0,-4-3 0,1 0 0,1 1 0</inkml:trace>
  <inkml:trace contextRef="#ctx0" brushRef="#br0" timeOffset="21">17750 6992 8912,'0'-16'0,"0"4"0,-5-3 0,4 4 0,-4 5 0,5 1 0,0 5 0,0 5 0,0 1 0</inkml:trace>
  <inkml:trace contextRef="#ctx0" brushRef="#br1" timeOffset="22">19907 7794 8912,'-7'-1'0,"0"-1"0,-2-2 0,3-3 0,0 2 0,2-1 0,-1 4 0,2-3 0,0 0 0,-2 2 0,1-4 0,3 5 0,-7-4 0,3 3 0,-1 0 0,-3 0 0,5 2 0,-6 1 0,3 0 0,-3 0 0,-1 5 0,0-4 0,1 3 0,-1 1 0,0-1 0,0 2 0,0-2 0,0 3 0,-4-4 0,1 6 0,-4-1 0,5 0 0,-1-1 0,-2 6 0,0 0 0,-1 2 0,1 3 0,-3 4 0,-1 1 0,2 2 0,2-2 0,-1 3 0,4-5 0,-1-3 0,-1 3 0,8-9 0,0 2 0,3-2 0,-3-1 0,5-4 0,-3 2 0,0 3 0,0-2 0,-2 5 0,-3 2 0,1-4 0,-6 6 0,2 4 0,-3-5 0,2 4 0,-1-3 0,4 3 0,1 0 0,-1-4 0,0 0 0,1 0 0,3 3 0,-3 0 0,3-3 0,1 2 0,-1-2 0,5 2 0,-2-2 0,-1 2 0,0-2 0,-1 3 0,4-1 0,-2-2 0,-1 3 0,2-3 0,-2-1 0,1 1 0,3 0 0,-7 0 0,4 0 0,-1-1 0,2 1 0,0 2 0,-4-1 0,5 1 0,-3 3 0,0 2 0,3-1 0,-6 5 0,6-5 0,-6 4 0,4-3 0,-5-2 0,3 4 0,0-1 0,-2-2 0,4 5 0,-3-5 0,4 2 0,-2-4 0,1 0 0,3 0 0,-3-1 0,3-2 0,1-1 0,0 0 0,0 3 0,0 0 0,0-3 0,0 1 0,0-4 0,0 4 0,0-3 0,0 3 0,0-1 0,4-4 0,-1 4 0,1-3 0,-4 3 0,0-4 0,0 4 0,0-1 0,0 1 0,0 3 0,0-4 0,0 4 0,0 1 0,0 0 0,0 3 0,0 0 0,0 1 0,0-6 0,0-2 0,0 1 0,0-4 0,0 3 0,0-4 0,0 4 0,0-3 0,0-1 0,1-3 0,2 0 0,0 0 0,1 5 0,-4-4 0,0 2 0,0 2 0,0-2 0,3 4 0,1-3 0,-2-2 0,0 3 0,-2-2 0,0 5 0,0-1 0,3 2 0,1-2 0,-1 2 0,-3-2 0,0 3 0,2 0 0,0 0 0,2-3 0,-1 1 0,-3-4 0,4 4 0,0-1 0,0-2 0,0-2 0,-3-2 0,5 0 0,-3 1 0,0 2 0,2-4 0,-1-4 0,-3 0 0,5 5 0,-4 1 0,2 2 0,1-1 0,-2-3 0,0 0 0,4 0 0,-3 3 0,3 1 0,-4 3 0,5-4 0,-5 2 0,4-2 0,1-2 0,3 3 0,-4-3 0,0-1 0,0 0 0,4-1 0,0 1 0,0 0 0,-4 0 0,0 0 0,0-4 0,4 0 0,0 1 0,-4 1 0,1-2 0,-1 3 0,4-3 0,0 3 0,-1 1 0,1 0 0,0-4 0,0 0 0,-4-1 0,0 1 0,1 2 0,2-6 0,1 5 0,0-5 0,0 1 0,-4-1 0,0 1 0,1 3 0,2-3 0,0 1 0,-3-2 0,3 0 0,-3 4 0,3-3 0,1 3 0,-4-5 0,0 2 0,2-3 0,0 3 0,2-1 0,0 1 0,0-4 0,0 0 0,-1 0 0,1 0 0,0 0 0,1 0 0,3 0 0,-3 0 0,5 0 0,-3 0 0,-1 0 0,5 0 0,-4-1 0,0-3 0,3 3 0,0-4 0,0 0 0,-1 3 0,-1-5 0,-2 4 0,5-1 0,-4-2 0,1 4 0,-4-4 0,0 1 0,0 0 0,0 2 0,-1 0 0,1-4 0,0 0 0,0-4 0,0 0 0,-2 0 0,0 1 0,-2-1 0,-5 5 0,7-4 0,-5 3 0,3-3 0,-2-1 0,1 1 0,-3 1 0,4-2 0,-4 3 0,0-7 0,3 3 0,-3 0 0,3-2 0,-1-4 0,3 2 0,-5-4 0,4 2 0,-4 1 0,5-1 0,-5 0 0,4-4 0,-3 0 0,2 2 0,-1 2 0,-1-3 0,-1 4 0,1-4 0,3 3 0,-3 0 0,-2-2 0,4 5 0,-5-5 0,3 6 0,1-4 0,-2 3 0,5-4 0,-5 1 0,2 1 0,-1-1 0,-3 1 0,4-2 0,-1 1 0,-2 0 0,6-4 0,-4 0 0,3 4 0,-3 0 0,0 4 0,-1-4 0,0-1 0,5 2 0,-5-1 0,4 3 0,-3-3 0,0 5 0,-1-8 0,1 3 0,3 1 0,-3-1 0,3 0 0,-3-3 0,3-1 0,-4 0 0,2 1 0,-1-1 0,-3 3 0,4-2 0,0-2 0,-4 4 0,4-1 0,-5 1 0,0-1 0,0-2 0,0 1 0,1-1 0,3 0 0,-3 5 0,4-3 0,-4 2 0,2-3 0,-1 0 0,1-1 0,2 0 0,-1 1 0,-1-1 0,-3 0 0,4 4 0,-1 0 0,1 0 0,-4 0 0,0 0 0,0-1 0,0-2 0,0 0 0,0 2 0,0 1 0,0 0 0,0-3 0,0 4 0,0-4 0,0 3 0,0-2 0,0-2 0,0 0 0,0 1 0,0-1 0,0 0 0,0 1 0,0-1 0,0 0 0,0 1 0,0-1 0,0 4 0,0 0 0,0 1 0,0-1 0,0 2 0,0 4 0,-1-1 0,-3-1 0,3-1 0,-4 1 0,4-1 0,-3 2 0,3-3 0,-2 2 0,1-5 0,2 2 0,0-5 0,-3 2 0,-1 1 0,1-1 0,3 2 0,0-3 0,0 3 0,0 0 0,-5 5 0,4-7 0,-3 3 0,3 0 0,-3 0 0,0 3 0,1 2 0,-1-8 0,1 5 0,0-2 0,-2 3 0,2 0 0,-2-2 0,1 2 0,3-1 0,-2 5 0,-2-2 0,1-3 0,-3 3 0,3-2 0,-4-3 0,7 5 0,-3-3 0,-2 0 0,-1 0 0,1-4 0,-1 2 0,-2 0 0,3-2 0,-1 4 0,1-3 0,-1 4 0,-3-1 0,3 5 0,2-1 0,-4 0 0,6 0 0,-6 0 0,3 0 0,-4 2 0,-1 2 0,3-3 0,1 3 0,4 1 0,-5-2 0,1 1 0,-4-4 0,0 1 0,1 0 0,0 1 0,3 2 0,-3 4 0,3-5 0,1 6 0,-1-2 0,-1-2 0,-2 5 0,-1-2 0,1 0 0,3 0 0,-3 1 0,3-1 0,2 2 0,-4 1 0,1 0 0,-1 0 0,-2 0 0,0 0 0,0 0 0,0 0 0,0 3 0,1 1 0,-1-2 0,-5 4 0,4-5 0,-7 5 0,4-2 0,1-3 0,3 3 0,0 1 0,0-1 0,1 2 0,2-3 0,1 0 0,0 2 0,-4-1 0,5 4 0,-4-2 0,3 5 0,-3 0 0,0-5 0,-1 7 0,1-2 0,3 1 0,2 0 0,0-1 0,-1 0 0</inkml:trace>
  <inkml:trace contextRef="#ctx0" brushRef="#br1" timeOffset="23">19701 7935 8912,'27'0'0,"1"0"0,4-5 0,1-1 0</inkml:trace>
  <inkml:trace contextRef="#ctx0" brushRef="#br1" timeOffset="24">20341 9984 8912,'-7'6'0,"0"-2"0,-2-3 0,4-1 0,0-1 0,5-3 0,0 3 0,0-5 0,2 3 0,1 0 0,-1-1 0,2-1 0,-2 4 0,1-3 0,-2 3 0,9 1 0,-4 0 0,5 0 0,0 0 0,1 0 0,2 0 0,-1 0 0,6 0 0,0-1 0,6-3 0,-1 0 0,5-4 0,-1-1 0,1 1 0,2 0 0,-2 1 0,-3-3 0,0 3 0,-3-1 0,-2 0 0,-4 3 0,-2 5 0,-3 0 0,-6 0 0,-1 0 0,-5 0 0,-5 0 0,4 0 0,-5 0 0,2 0 0,3 0 0,-8 2 0,6 1 0,-6-2 0,2 3 0,-4-3 0,-2 1 0,-2 1 0,-4-2 0,2 5 0,-4-2 0,-5-3 0,1 3 0,-1 1 0,0-2 0,2 2 0,-5-1 0,4-2 0,-4 5 0,4-4 0,-4 0 0,5 0 0,-2-1 0,3 2 0,7-1 0,0-3 0,5 0 0,5 0 0,1 0 0,5 0 0,5 0 0,2 0 0,4 0 0,2 0 0,2 0 0,-1 0 0,1-1 0,-1-2 0,4 1 0,-3-1 0,0 2 0,0 1 0,-2 0 0,5 0 0,-5 0 0,2 0 0,1 0 0,-2 0 0,4 0 0,-3 0 0,3 0 0,-3 0 0,2 0 0,-4 0 0,7 0 0,-6 0 0,-1 0 0,4 0 0,-5 0 0,3 0 0,-3 0 0,-6 0 0,-1 0 0,-5 0 0,-5 0 0,2 0 0,-4 0 0,4 0 0,-5 0 0,1 0 0,-4 0 0,0 0 0,1 0 0,-5 0 0,1 0 0,-2 0 0,2 0 0,-2 0 0,-2 0 0,-1 0 0,4 0 0,-4 0 0,1 0 0,-2 0 0,2 0 0,2 0 0,2 0 0,0 0 0,-1 0 0,5 0 0,-1 4 0,0-2 0,5 2 0,1-4 0,6 0 0,3 0 0,2 2 0,5 0 0,0 2 0,-1-1 0,1-3 0,0 0 0,1 0 0,3 0 0,-2 0 0,5 0 0,-4 0 0,4 0 0,-3 0 0,3 0 0,-1 0 0,1 0 0,2 0 0,-2 0 0,3 0 0,1 0 0,-4 0 0,-1 0 0,-2 0 0,4 0 0,-10 0 0,2 0 0,-3 0 0,3 0 0,-5 0 0,-1 0 0,-5 0 0,-5 0 0,4 0 0,-8-1 0,6-3 0,-6 3 0,3-4 0,-4 5 0,-1 0 0,0 0 0,-1-1 0,-3-2 0,2 1 0,-5-1 0,0 2 0,-4 1 0,2 0 0,2 0 0,-5 0 0,5 0 0,-5 0 0,5 0 0,-2 0 0,2 0 0,-1 0 0,5 0 0,-1 3 0,4 1 0,4-1 0,0-3 0,5 0 0,-3 5 0,6-4 0,3 3 0,2-3 0,8-1 0,0 0 0,1 0 0,-4 0 0,3 0 0,1 0 0,0 0 0,0 0 0,-2-3 0,5-1 0,0-3 0,4 3 0,0-3 0,-1 3 0,1-3 0,0 3 0,-1-3 0,1 4 0,-4-5 0,0 5 0,-3-1 0,3 4 0,-9-1 0,2-3 0,-7 3 0,5-4 0,-7 5 0,1 0 0,-6 0 0,1 0 0,-4 0 0,3 0 0,2 0 0,-4 0 0,5 0 0,-5 0 0,4 0 0,-4 0 0,5 0 0,-5 0 0,4 0 0,-4 0 0,0 0 0,3 0 0,-5 0 0,4 5 0,-3-4 0,3 3 0,-3 2 0,-5 0 0</inkml:trace>
  <inkml:trace contextRef="#ctx0" brushRef="#br1" timeOffset="25">21339 7209 8912,'0'-7'0,"-2"-1"0,-1 1 0,-5 1 0,2-2 0,0 3 0,2-1 0,-5 3 0,2-1 0,-3 0 0,-1 0 0,1 1 0,-2 3 0,-3 0 0,3 0 0,-4 0 0,2 1 0,0 3 0,-6-3 0,8 8 0,-2-1 0,2-2 0,1 1 0,0-1 0,0 2 0,0 0 0,0-1 0,2 4 0,2 0 0,-3-1 0,3 1 0,1 0 0,-2 0 0,5 0 0,-4 0 0,4-1 0,0 1 0,-2 4 0,1-1 0,-3 4 0,3-3 0,-4 4 0,7-12 0,-4 3 0</inkml:trace>
  <inkml:trace contextRef="#ctx0" brushRef="#br1" timeOffset="26">20948 7480 8912,'-5'22'0,"-1"-1"0,-4 1 0,-1 0 0,1-1 0,3 1 0,-2 0 0,6-1 0,-4 0 0,3-3 0,-3 5 0,3-5 0,-3 1 0,3-4 0,1-3 0,1 3 0,-1 1 0,2-4 0,-4 7 0,5-4 0,-1 4 0,-3-1 0,3 2 0,-3 3 0,3 3 0,-4-3 0,4 7 0,-3-5 0,-1 4 0,2-4 0,-4 4 0,3-4 0,-1 1 0,2-5 0,0 1 0,-4 0 0,3-1 0,-3 1 0,3 0 0,-3-1 0,1 6 0,-1 2 0,-1-3 0,4 0 0,-3-2 0,3 1 0,-1-2 0,2 2 0,1-2 0,-1-1 0,-2-1 0,1 1 0,1-1 0,3-3 0,-4 2 0,1-2 0,-1 3 0,4 0 0,-4 1 0,1 0 0,0-1 0,-3 1 0,5 0 0,-2-1 0,-2 5 0,1-1 0,0 0 0,4-3 0,-3 1 0,-1 2 0,1-3 0,3-1 0,-2 0 0,-1-7 0,2 4 0,-3-3 0,3 3 0,1-4 0,0 6 0,0-2 0,-1 2 0,-3 2 0,3 0 0,-4-2 0,0-2 0,4 3 0,-4-5 0,5 6 0,0-4 0,0 0 0,0-1 0,0 1 0,0 3 0,0-3 0,0 2 0,0 2 0,0 0 0,0-1 0,0 2 0,0 1 0,0 2 0,0-1 0,0-3 0,0-1 0,4 1 0,-1 0 0,1 3 0,-4 0 0,0 0 0,0-3 0,4 1 0,-1 2 0,2-5 0,-1 1 0,-2-1 0,4 0 0,-1-2 0,3 3 0,-5-6 0,4 3 0,-1 2 0,1-6 0,3 5 0,-4-1 0,0 3 0,3 0 0,-4 2 0,4 1 0,-2 2 0,-5 4 0,7-7 0,-6 2 0,5 2 0,-5-2 0,6 0 0,-2-3 0,-1-1 0,1 1 0,-3-4 0,3 0 0,-1-3 0,1 3 0,2-1 0,-4 1 0,1-4 0,1 3 0,0-4 0,0 4 0,2-1 0,-5-2 0,6 1 0,-3-1 0,-1 5 0,2-1 0,-2-1 0,2 0 0,-1-1 0,1 3 0,2-7 0,1 3 0,-1-2 0,-3 1 0,3-5 0,-3 2 0,3-3 0,0 3 0,1-4 0,0 0 0,0-3 0,0 3 0,1-3 0,2 3 0,0-3 0,4 3 0,-4-1 0,3 2 0,-1 0 0,3-1 0,-2 4 0,3-1 0,-2 1 0,3-5 0,-8 4 0,4-4 0,-1 0 0,3-1 0,-11-5 0,3 0 0,-2 0 0,1 0 0,1 0 0,0-4 0,0 1 0,-1-6 0,-3 2 0,2-3 0,-1-1 0,-2 1 0,1-1 0,-1 0 0,1 0 0,3-3 0,-3-1 0,3-3 0,0 4 0,1-6 0,0 2 0,0-2 0,0-2 0,0 3 0,0-3 0,-1 3 0,1-6 0,0 2 0,0 1 0,0 0 0,0 1 0,-1-5 0,1 1 0,0 0 0,0 3 0,0 0 0,0 1 0,0-1 0,-1 0 0,1 0 0,0-4 0,-1 3 0,-3-2 0,5-3 0,-4-1 0,1-2 0,-1-1 0,3-1 0,0 1 0,-1-1 0,-3 1 0,-1 4 0,-4 1 0,2 1 0,-1 3 0,-1-7 0,1 5 0,-2-2 0,3 2 0,1-4 0,0-7 0,1-4 0,-4-2 0,7-1 0,-6-1 0,4 1 0,-3-1 0,3 1 0,-2 2 0,1 5 0,-3 0 0,1 12 0,-4-4 0,0 2 0,0 0 0,0 5 0,0-1 0,0 3 0,0-3 0,0 3 0,0-7 0,0 0 0,0 1 0,0-5 0,0 1 0,4-3 0,0 0 0,0-4 0,0-1 0,-3 1 0,3 4 0,1-4 0,-2 0 0,1 3 0,-4 4 0,0 5 0,0-1 0,0-3 0,0-1 0,1-2 0,3-2 0,-3 0 0,3-4 0,-2 3 0,2-6 0,-3 4 0,2-4 0,2 1 0,-1 0 0,3 2 0,-3 9 0,-1 0 0,-3 4 0,0-1 0,0-1 0,0 5 0,0-1 0,0-1 0,0-2 0,0-1 0,0-6 0,0 1 0,0-9 0,0 4 0,0-4 0,0 4 0,0-4 0,0 9 0,0-2 0,0 8 0,0 0 0,0 2 0,0 1 0,-1 5 0,-3 3 0,2-2 0,-5 2 0,1-6 0,-1 2 0,-3 1 0,3-1 0,1 0 0,-2-3 0,5-1 0,-4 0 0,3 1 0,-3-1 0,3 0 0,-3 1 0,3-1 0,-3 0 0,1 5 0,-1 3 0,-3 2 0,3 1 0,1 0 0,-1 0 0,1 4 0,-2 0 0,-1 3 0,2-3 0,-3 3 0,-1-3 0,0 4 0,0-5 0,1 2 0,-1-1 0,0-3 0,0 3 0,5-2 0,1-2 0</inkml:trace>
  <inkml:trace contextRef="#ctx0" brushRef="#br1" timeOffset="27">21664 7003 8912,'-12'-5'0,"-3"-2"0,3-3 0,-5 3 0,4 1 0,-1 1 0,-1-3 0,4 7 0,1-3 0,-1-1 0,0 1 0,0 1 0,0 3 0,3 0 0,-3 0 0,2 0 0,-5 0 0,-3 5 0,5-4 0,-2 4 0,2 0 0,-4 1 0,4 0 0,1 3 0,6-3 0</inkml:trace>
  <inkml:trace contextRef="#ctx0" brushRef="#br1" timeOffset="28">21317 7025 8912,'-16'4'0,"4"2"0,-4 5 0,6 5 0,-5-4 0,1 4 0,0-1 0,2 2 0,3 1 0,2 0 0,2 4 0,5 3 0,2-3 0,5-4 0,5-5 0,10 2 0,0-8 0,-1-2 0,1-5 0</inkml:trace>
  <inkml:trace contextRef="#ctx0" brushRef="#br1" timeOffset="29">19625 11198 8912,'0'12'0,"0"1"0,0 2 0,0-2 0,0-1 0,0-1 0,2 0 0,0-1 0,2 1 0,-1 0 0,-3 0 0,0 0 0,0 0 0,0 0 0,-5-5 0,-1 8 0,-4-2 0</inkml:trace>
  <inkml:trace contextRef="#ctx0" brushRef="#br1" timeOffset="30">19669 11491 8912,'6'6'0,"-1"-2"0,-5 1 0,0 2 0,-2 0 0,0 0 0,-3 2 0,-1 5 0,4-2 0,-7 5 0,6-3 0,-1 3 0,-1 0 0,4 2 0,-3-5 0,3 6 0,1-3 0</inkml:trace>
  <inkml:trace contextRef="#ctx0" brushRef="#br1" timeOffset="31">19625 12184 8912,'0'15'0,"0"0"0,0 1 0,0 0 0,0-2 0,0-3 0,0 0 0,0 0 0,0 0 0,0-1 0,-4 6 0,2-3 0,-2 5 0,-1 2 0,-1 5 0,-5 3 0</inkml:trace>
  <inkml:trace contextRef="#ctx0" brushRef="#br1" timeOffset="32">19615 13095 8912,'0'28'0,"0"-1"0,0-1 0,0 1 0,-4 2 0,0 0 0,-4 5 0,2 4 0</inkml:trace>
  <inkml:trace contextRef="#ctx0" brushRef="#br1" timeOffset="33">19636 15718 8912,'0'11'0,"0"0"0,-1 0 0,-3-1 0,-2 1 0,-4 0 0,-1 0 0,5-5 0,-3 0 0,6-2 0,-1-3 0,4 9 0,0-9 0,5 8 0,1-3 0</inkml:trace>
  <inkml:trace contextRef="#ctx0" brushRef="#br1" timeOffset="34">19582 15902 8912,'0'11'0,"0"1"0,0 3 0,5-3 0,-4 7 0,3-4 0,-3-1 0,-1-3 0,-4-4 0,-1-1 0,-1-1 0,4-2 0,-3-3 0,0 0 0,4-1 0,-2-2 0,1-3 0,2-5 0,2 1 0,1 3 0,-2 2 0,4 0 0,-5 4 0,0-4 0</inkml:trace>
  <inkml:trace contextRef="#ctx0" brushRef="#br1" timeOffset="35">19571 15978 8912,'0'6'0,"0"-1"0,0 0 0,0-4 0,0 4 0,0-6 0,0-3 0,0 3 0,0-9 0,0 4 0,0-5 0,0 1 0,0-1 0,0 0 0,0 4 0,-1 1 0,-3 1 0,3 1 0,-5 4 0,3 0 0,0 0 0,-4 0 0,0 0 0,-4 0 0,1 5 0,3 2 0,2-1 0,5 2 0,0-1 0,0 4 0,0-1 0,4 1 0,-1 0 0,6-4 0,-2 1 0,3-6 0,1 2 0,-1-3 0,1-1 0,0-1 0,0-3 0,-4 2 0,0-6 0,-4 1 0,0-4 0,-1 0 0,-2 1 0,0-1 0,-2 0 0,-1 0 0,-2 4 0,-2 0 0,-3 4 0,3 0 0,1 1 0,-1 2 0,-2 0 0,4 0 0,-1 2 0,3 1 0,1 3 0,-4 5 0,3 0 0,2-5 0,-4 4 0,5-4 0,0 0 0,0-2 0,3-5 0,1-2 0,-2-5 0,4-1 0,-4 2 0,1-1 0,-1 1 0,-2 0 0,0 0 0,0 4 0,0-2 0,-4 7 0,0 1 0,-3 3 0,3 5 0,-3 0 0,4 0 0,-5 0 0,5-1 0,-2 0 0,1-3 0,3 3 0,-2-5 0,6 2 0,0-3 0,4-8 0,0-7 0,4-6 0</inkml:trace>
  <inkml:trace contextRef="#ctx0" brushRef="#br1" timeOffset="36">19474 16434 8912,'0'6'0,"0"0"0,0-3 0,0-2 0,0 4 0,0-5 0,-5 0 0,4 0 0,-4 0 0,5-1 0,0-3 0,-1 3 0,-2-4 0,0 1 0,-1 2 0,-1-6 0,-2 4 0,-3 1 0,-1 3 0,1 0 0,-1 0 0,-1 0 0,-2 1 0,0 3 0,-2 2 0,2 4 0,2 5 0,-3-1 0,4 6 0,4-2 0,-1 2 0,4 2 0,1-4 0,3 0 0,1-8 0,2 0 0,3-6 0,5 0 0,1-3 0,3-1 0,-3-5 0,2-2 0,2-6 0,-2-2 0,0 1 0,-7 3 0,3 1 0,-3 3 0,-2-3 0,4 9 0,-6 1 0,4 7 0,-5 8 0,2 3 0,-2 7 0,2 4 0,-3 2 0,3 2 0,-3 1 0,-1 2 0,0-7 0,0 0 0,0-5 0,0-3 0,0 0 0,0-3 0,1-4 0,3-6 0,-3-4 0,9-4 0,-3 0 0,-2-4 0,4-7 0,-3-6 0</inkml:trace>
  <inkml:trace contextRef="#ctx0" brushRef="#br1" timeOffset="37">21523 10829 8912,'-1'10'0,"-2"-2"0,-2-2 0,-1-1 0,3 0 0,-4-2 0,-2 1 0,-1 2 0,3-2 0,0 3 0,5-3 0,-2 3 0,3 1 0,-3 7 0,1 3 0,0 2 0,2 7 0,1 5 0,0 9 0,0 5 0,5 4 0,1 0-2168,5 1 2168,-1-5 0,1 2 0,0-5 0</inkml:trace>
  <inkml:trace contextRef="#ctx0" brushRef="#br1" timeOffset="38">21555 11978 8912,'0'37'0,"-1"-1"0,-2-1 0,1-7 0,-4-2 0,4-7 0,-2-1 0,1 0 0,3 0 0,0 0 0,0 2 0,0-5 0,3 6 0,1-4 0,-2-1 0,4 10 0,-4-12 0,1 8 0,-6 2 0,-3 4 0</inkml:trace>
  <inkml:trace contextRef="#ctx0" brushRef="#br1" timeOffset="39">21512 13594 8912,'0'32'0,"-5"-3"0,-2 0 0,-3 1 0,1-2 0,1 1 0,0-4 0,4 4 0,-3-5 0,4 1 0,-1-2 0,4-1 0,0 4 0,0-3 0,0 2 0,0 2 0,0-2 0,0 0 0,0-3 0,0 0 0</inkml:trace>
  <inkml:trace contextRef="#ctx0" brushRef="#br1" timeOffset="40">21436 14721 8912,'-6'38'0,"-4"0"0,3-7 0,-2-2 0,-2 2 0,5-8 0,2 2 0,2 2 0,-2-2 0,3 2 0,-3-2 0,3 2 0,1 1 0,0 7 0,0-2 0,0 1 0,5-1 0,-4-4 0,3 0 0,-3 1 0,-1-8 0,0 2 0,0-10 0,0 5 0,0-5 0,0 4 0,0-3 0,0 0 0,0 0 0,0-2 0,0 5 0,0-1 0,0 1 0,-1 1 0,-3-4 0,-3-2 0,2-1 0,-3 2 0,3 1 0,-1-2 0,3-1 0,-5 3 0,4 0 0,2 2 0,-4-4 0,5 3 0,-3-5 0,3 0 0,1-1 0,0 1 0,5-5 0,2-2 0,3-3 0,0-1 0,1 0 0,0 0 0</inkml:trace>
  <inkml:trace contextRef="#ctx0" brushRef="#br1" timeOffset="41">21393 15902 8912,'-4'28'0,"-2"-3"0,-4-2 0,2-6 0,-8 2 0,6-4 0,2-4 0,1-4 0,5-3 0,-2 3 0,3-4 0,1 5 0,0-6 0,0 3 0,5 0 0,1 1 0</inkml:trace>
  <inkml:trace contextRef="#ctx0" brushRef="#br1" timeOffset="42">21284 16314 8912,'-7'0'0,"0"0"0,-2 0 0,1 5 0,0 4 0,0 4 0,5 4 0,-3 6 0,1 1 0,2 1 0,2 5 0,1 0 0,1 4 0,2 1 0,0-4 0,6-3 0,-2-6 0,3-6 0,-3 0 0,0-6 0,2-3 0,-4-2 0,-1-8 0,-4-3 0,0-5 0,5-11 0,1-1 0</inkml:trace>
  <inkml:trace contextRef="#ctx0" brushRef="#br1" timeOffset="43">21360 16358 8912,'0'-8'0,"0"1"0,0 4 0,0-5 0,0 1 0,0-4 0,0 0 0,0 1 0,-3-1 0,-1 0 0,0 4 0,4 0 0,0-1 0,0 1 0,0 0 0,2 4 0,1 0 0,0 2 0,4 1 0,0 4 0,4 4 0,-1 2 0,-2 5 0,-1 3 0,0 2 0,4 2 0,-5 0 0,3 1 0,-6 2 0,5 2 0,-5 1 0,2 6 0,-1-5 0,-3 5 0,2-5 0,0-3 0,0-1 0,-1-3 0,1-4 0,-2-2 0,-1-10 0,0-6 0,0-7 0,0-8 0,-4-2 0,-2-4 0</inkml:trace>
  <inkml:trace contextRef="#ctx0" brushRef="#br1" timeOffset="44">21404 16455 8912,'3'15'0,"1"-1"0,-1 1 0,-3-5 0,2 0 0,1-3 0,3-2 0,5-5 0,1-2 0,3-6 0,6-4 0,6-10 0,2-4 0,-3-1 0,1-6 0,0 1 0</inkml:trace>
  <inkml:trace contextRef="#ctx0" brushRef="#br1" timeOffset="45">23236 9323 8912,'-11'1'0,"0"1"0,-1 2 0,-1-2 0,-1-1 0,0-1 0,2 0 0,1-1 0,1-2 0,-1 1 0,0-2 0</inkml:trace>
  <inkml:trace contextRef="#ctx0" brushRef="#br1" timeOffset="46">23095 9268 8912,'-11'-10'0,"0"-1"0,2 0 0,1 0 0,-1 0 0,3 4 0,-5 1 0,0 0 0,0 0 0,0 4 0,1-2 0,4 3 0,0 1 0,2 0 0,3 0 0,-4 0 0,5 0 0,5 0 0,-3 0 0,5 0 0,1 1 0,2 3 0,1-3 0,0 2 0,1-1 0,3-2 0,0 0 0,5 0 0,-2 0 0,1 0 0,6 0 0,-2 0 0,7 0 0,-4 0 0,4 0 0,-1 0 0,7 0 0,3 0 0,4-2 0,0-1 0,2 2 0,2-3 0,0-1 0,1 1 0,-5 2 0,-7-4 0,2 5 0,-6-3 0,3 3 0,-1 1 0,-3 0 0,4 0 0,1-1 0,8-3 0,0 3 0,7-3 0,-4 3 0,-3-2-508,0-1 508,-1 0 0,4 4 0,0 0 0,1 0 0,-1 0 0,3 0 0,4 0 0,-2 0 0,-5 0 0,0 0-49,-8 0 0,3 0 0,4 0 49,5 0 0,-1-4 0,-18 3 0,-1 0 0,27-3-868,-1-1 868,-2 3 0,-25-2 0,1 0 0,0 2 0,0 0 0,2 0 0,0 1-180,29 1 0,-31-2 1,0 0 179,0 0 0,0 1 0,28-3 0,-5 4 0,0 0 0,2 0 0,1 0 0,4 0 0,-30-2 0,1 0 0,-1 1 0,0-1 0,27-1 0,2 2 0,-3-2 0,-27 1 0,1 0 0,29-2 0,2 4 0,-5-1 0,-6-2 0,-8 1 142,-6-1 0,-4 1 0,-3 2-142,-4 0 44,-1 0 0,-9 0 1,3 0-45,-1 0 435,-10 0 0,7 0-435,-8 0 633,-2 0-633,0 0 0,-5 0 0,-10 4 0,-5 1 0,-8 1 0,-10 1 0,-10-1 0,-7-1 0</inkml:trace>
  <inkml:trace contextRef="#ctx0" brushRef="#br1" timeOffset="47">22824 13680 8912,'0'11'0,"-1"0"0,-3 0 0,3-5 0,-4-3 0,6-5 0,3-2 0,2 1 0,5 3 0,0-1 0,-1-3 0,3 3 0,1-3 0,4 3 0,7 1 0,8-5 0,5 3 0,6-6 0,0 5-192,3-4 0,3 1 192,4-2 0,5-1-175,-28 5 1,-1 1-1,2-2 1,0 0 174,1 0 0,-1-1 0,1 0 0,-1 0 0,1 0 0,1-1 0,0-1 0,0 1 0,-3 2 0,0 1 0,1-1 0,1 0 0,25-2 0,-26 3 0,1-1 0,3 2 0,0-1 0,1-1 0,1 1 0,0 0 0,0 0 0,0 0 0,0 0 0,0 0 0,1 1 0,0 1 0,1 0 0,3-1 0,1 0 0,1 2 0,0 1-147,0-2 0,1 0 0,-1 3 0,1 1 0,-3 0 0,1 0 147,2 1 0,1 0-273,1 1 1,0 0 0,0-1 0,0 1 272,-1-1 0,0 1 0,0-1 0,-1 1 0,0 1 0,-2 1 0,-1 0 0,0-1-35,-1 0 0,-1 1 0,1-1 0,-1 1 0,-4-1 1,0-1 34,-1 0 0,1 0 0,0 1 0,0-1 0,1-3 0,0-1-30,0 2 1,0 0 0,1-1 0,0-1 29,-1 0 0,0 0 0,1 0 0,0-1 0,-3-1 0,0 0 0,-1 2 0,0-1 0,0 0 0,-1-1 0,-2-1 0,0 1 180,26-2 1,-1-3 0,-5 3-181,5 2 0,-2 1 0,-1-3 0,-8 0 0,-5 2 0,-8 1 0,-7 0 374,-4-3 0,-2 3 0,-2-3-374,-3 3 598,-3-4-598,-6 4 863,-1-4-863,-5 5 84,0 0 1,-5 0 0,-3 0-85,-6 0 0,-7 10 0,-12-3 0,-7 7 0,-2-1 0,-1-3 0</inkml:trace>
  <inkml:trace contextRef="#ctx0" brushRef="#br1" timeOffset="48">27844 9485 8912,'6'5'0,"-1"1"0,0 0 0,-3-1 0,5-5 0,-3-4 0,3-1 0,2 1 0,0-1 0,6-2 0,2 2 0,3-1 0,2-1 0,10-3 0,6 1 0,3 2 0,7 0 0,5-3 0,5 2-877,-2 1 877,0 4 0,-6-6 0,2 3 0,3 0 0,5-9 0,0 8 0,-2-9 0,-3 1 0,-20 7 0,-5-1 0</inkml:trace>
  <inkml:trace contextRef="#ctx0" brushRef="#br1" timeOffset="49">28885 9258 8912,'39'-17'0,"7"-4"0,-6 0 0,13-2-1612,-2-3 1612,2-1 0,-5 4 0,-5-2 0,-5 2 240,-9 1 1,-2 0-241,-1 1 0,-7-1 135,3 0 1,-7-1-136,3-2 0,-3 1 0,3-5 0,-1 4 0,1-4 0,2 0 0,-2-4 0,3 0 0,1-3 0,0 2 0,4-2 0,-2-4 181,5-3 0,-4-2-181,4-6 0,-5 7 0,0-1 0,-5 4 0,2 6 0,-5-2 0,2 5 0,1-1-5,-5 1 1,6-1 4,-2 1 0,6-6 0,1-2 0,6-2-204,2-1 1,0 1 203,3 2 0,0-1 0,-4 5 0,3 3 0,-6 5 0,2-5 0,2-3 0,3 1 0,0 6 0,-4 3 0,0 4 0,-2 0 0,2 1 0,-2-1 0</inkml:trace>
  <inkml:trace contextRef="#ctx0" brushRef="#br1" timeOffset="50">30511 7447 8912,'22'-4'0,"-5"-2"0,-1-5 0,-2 5 0,0 2 0,-4 3 0,0 1 0,-3 0 0,3 0 0,0 1 0,1 3 0,-5 2 0,-1 5 0</inkml:trace>
  <inkml:trace contextRef="#ctx0" brushRef="#br1" timeOffset="51">30707 7480 8912,'15'22'0,"2"-1"0,5 1 0,1 2 0,2 5 0,-2 0 0,3 9 0,-4-2 0,3 3-522,1 4 0,3 9 522,-4 2 0,-12-25 0,-1 0 0,-1 0 0,0 0 0,10 26 0,-10-26 0,0 0 0,11 27 0,-5-7 0,-2 4 0,-1-8 0,-1 2 0,0-3 0,2-1 0</inkml:trace>
  <inkml:trace contextRef="#ctx0" brushRef="#br1" timeOffset="52">31173 8423 8912,'11'42'0,"-1"-2"0,6 2 0,1-8 0,1 2 0,1-6 0,4-1 0,-1 0 0,6 0 0,-3 0 0,-7-10 0,2 1 0</inkml:trace>
  <inkml:trace contextRef="#ctx0" brushRef="#br1" timeOffset="53">31476 8867 8912,'27'22'0,"1"0"0,3-1 0,-1 0 0,-1-2 0,1-1 0,-8-5 0,-2 3 0,-9-5 0</inkml:trace>
  <inkml:trace contextRef="#ctx0" brushRef="#br1" timeOffset="54">27855 14255 8912,'-1'-17'0,"-3"2"0,-1 0 0,-3-1 0,2 0 0,0 1 0,0 2 0,3 1 0,1 5 0,8 4 0,6 2 0,4 1 0,7 3 0,7 2 0,5 1 0,9 0 0,10 1 0,7-3 0,-26-3 0,2-1 0,1 0 0,0-2 0,0-1 0,1-1-152,2-1 0,0-2 0,-2-6 0,0-1 0,3 0 0,1-1 152,1 0 0,-1-1 0,-2-2 0,-1-2-626,1 1 1,-2-1 625,-5-1 0,-1 0 0,-1-1 0,0 0 0,-1 1 0,-1-1 0,3-2 0,1 1 0,-1-1 0,0 1 0,-1 0 0,0 0 0,-5 1 0,-1 0 0,1 0 0,-1 0-74,17-21 0,-1-2 0,-21 22 0,-1-1 74,1 0 0,-2-2 0,-1-3 0,-1 0 0,3 1 0,1-1 0,-2-1 0,-1-1-122,2-1 0,-1 1 0,-2 3 1,0 1 121,-1-1 0,0 2 0,17-21 0,-10-6 0,3 2 0,1-2 0,-3 4 0,5 2 0,4 7 0,6-3 0,5 0 0,-20 21 0,-1-1 0,2-3 0,0 0 0,1 1 0,1-1 0,-1-2 0,0 0 0,-1-1 0,0 0 0,1 0 0,0 0 0,2 1 0,2 2 0,-1 1 0,1 2-113,0 0 1,1 2 112,-1 4 0,-1 1 0,20-10 0,-6 8 547,-9 7 0,-14 11-547,-9 8 0,-1 3 155,-7 3 1,6 4-156,-2 7 0,3 1 0,0 6 0,1 5 0,0 7 0,0 6 0,0 6-297,-6-24 0,1 1 297,-1 1 0,0 2 0,1 1 0,-1 0 0,1 3 0,-1 0 0,1 2 0,-1 0 0,0-1 0,0 0 0,-2 0 0,1 0 0,1-3 0,-1 0 0,-1-4 0,0-1 0,8 25 0,0-2 426,0-13 0,0-1-426,0-6 0,-4-1 0,0 5 0,0-6 0,4-2 0,-4-5 0,1-9 0,-1-3 0,4-4 0,1-1 0,2-3 0,-1 1 428,6-4 1,-1 0-1,5-4-428,2 0 0,1 0 111,3 0 1,1-6-112,-4-5 0,-1-10 0,-3-6 0</inkml:trace>
  <inkml:trace contextRef="#ctx0" brushRef="#br1" timeOffset="55">27844 9886 8912,'0'-7'0,"0"0"0,0-2 0,0 0 0,-5-2 0,4 0 0,-3 0 0,3 5 0,2 1 0,3 5 0,-2 0 0,6 2 0,0 1 0,2-2 0,1 4 0,1-4 0,2 3 0,-2-3 0,7 4 0,-4-5 0,4 0 0,-2 0 0,0 0 0,7-1 0,-2-3 0,2-2 0,-3-5 0,-4 5 0,-1 2 0</inkml:trace>
  <inkml:trace contextRef="#ctx0" brushRef="#br1" timeOffset="56">28202 9713 8912,'17'-17'0,"3"-3"0,-2 1 0,2-1 0,-2-2 0,2-4 0,-8 4 0,3 0 0,-3 1 0,-1 3 0,-1-6 0,1-2 0,0 2 0,-5-3 0,4 2 0,-3-3 0,0-3 0,3-3 0,2-3 0,1-4 0,3 8 0,2-3 0,2-2 0,2 2 0,3-1-126,1 1 1,4 2 125,-1-2 0,0-3 0,3-1 0,-7 4 0,4 4 0,-6 4 0,-5 6 0,-2 6 0,-5 1 0,0 8 0,-4 3 0,0 8 0,-5-2 0,2 6 0,2-1 0,1 4 0,-1-4 0,2 0 0,0 1 125,2 2 1,-1 1-126,-1 0 0,1 4 0,-3-7 0,5 1 0</inkml:trace>
  <inkml:trace contextRef="#ctx0" brushRef="#br1" timeOffset="57">28972 8846 8912,'5'26'0,"1"2"0,0 4 0,2 3 0,-4 5-292,-1 0 1,1 12 291,-1-5 0,1 4 0,-4 0 0,0 1 0,0-2 0,5-8 0,2-9 0,0-5 0,3-8 190,2-2-190,1-2 0,-2-6 0,-1-2 97,-3-1-97,3-4 0,-6 3 0,4-3 0,1-2 296,-7 4-296,2-5 0,-4 0 0,5 0 0,-4 0 0,9 0 0,-4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30T03:37:03.786"/>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3165BB"/>
    </inkml:brush>
  </inkml:definitions>
  <inkml:trace contextRef="#ctx0" brushRef="#br0">18746 10335 8912,'-10'11'0,"-8"-3"0,6-8 0,-3-2 0,2-4 0,-2-5 0,8-8 0,1 6 0,6 0 0,0 9 0,2-5 0,4 9 0,5 0 0,8 0 0,1 2 0,-1 5 0,0-3 0,1 9 0,5-7 0,1 7 0,8-9 0,-4 11 0,7-6 0,-5 2 0,13-7 0,-13 11 0,15-7 0,0 3 0,-6-7 0,6 5 0,-17 0 0,-2 1 0</inkml:trace>
  <inkml:trace contextRef="#ctx0" brushRef="#br0" timeOffset="1">19460 10451 8912,'41'6'0,"4"0"0,4 9 0,9-13 0,0 5 0,-1-3 0,1 3 0,0-5 0,0 4 0,0-4 0,0-2 0,0 0 0,2 2 0,4 5 0,4-5 0,16 9 0,0-5 0,-3-2 0,-10 9 0,2-8 0,-9 1 0,7 3 0,-7-3 0,2 0 0,-1-6 0,-5 0 0,4 0 0,9 0 0,-3 0 0,8 0 0,-12-2 0,3-4 0,-7 4 0,4-13 0,-8 8 0,0 3 0,0 2 0,0 2 0,-1 0 0,10 0 0,4 0 0,4 6 0,2 1 0,-2 1 0,-2-3 0,-3 1 0,1 0 0,0-6 0,-3 0 0,-1 0 0,6 0 0,2-2 0,8-4 0,1 2 0,-7-9 0,0 6 0,0-6 0,0-2 0,-8-2 0,6 0 0,-4 4 0,-31-4 0,-5 7 0</inkml:trace>
  <inkml:trace contextRef="#ctx0" brushRef="#br0" timeOffset="2">23799 10431 8912,'69'0'0,"6"0"0,-15 0 0,6 0 0,-8 0 0,0 0 0,0 0 0,0 0 0,0 0 0,10 0 0,9 0 0,0 0-230,7 0 1,-5-6 229,-2-1 0,1-1 0,-1 1 0,-7 3 0,1-9 0,-7 7 0,7-7 0,2 7 0,11-7 0,-12 6 0,6-6 0,-8 1 0,1-8 0,4 7 0,-6 1 0,-1-3 0,7-3 0,-6-1 0,8 0 0,0 0 0,0-1 0,-8 3 0,-5 4 0,-6-4 75,-7 4 1,-4-4-76,-8-2 0,-7 0 25,0-1 0,-2-5 1,5-1-26,-3 2 0,0-6 0,4 0 0,-4-8 0,5-3 0,-7-4 116,0-6 0,4-5-116,-8-2 0,0 0 0,-16 7 0,-3-1 0,-5 7 0,-2-6 0,-9 8 0,-6-2 0,-8 4 0,-7 3 0,-11-1 0,-4 1 0,2-1 0,-8 1 0,6-1 0,-5 1 0,3-1 0,-6-8 0,12 6 0,-4-4 0,2 4 0,-2 3 0,0-3 0,-13-4 0,3 11 0,-16-5 0,-8 12 0,-14-3-1162,-7 2 1162,47 14 0,-1 2 0,-2 2 0,0 1 0,-1 0 0,-2 1 0,-2 1 0,-2 1 0,-2-3 0,-1 1 0,-1 3 0,-1 1 0,3-3 0,0-1 0,3 1 0,2 1-144,2 4 0,2 0 0,-40-13 144,-1 8 0,-10-5 0,49 8 0,0 1 0,1-3 0,1-1 0,-2 4 0,0 0 0,-49-6 0,10 3 0,-12 4 0,55-1 0,-1-1 0,-7 2 0,0 0 0,4-1 0,0 0 0,-2 2 0,0-1 0,2-1 0,0 0 0,-3 2 0,0 0 0,0 1 0,0 0 0,0 0 0,0 0 0,3 0 0,0 0 0,1 0 0,0 0 0,-52 0 0,53 3 0,1 0 0,-48 4 0,6 1 0,7-1 0,-8-5 0,44 1 0,-2 0 0,1 2 0,-1-1 0,1-1 0,1 0 0,-45 10 0,9-6 0,7 1 0,-7-1 0,-7 1 0,-6 5 0,7 2 0,6-9 0,8 7 0,-1-6 0,-1 6-112,7-7 0,-4 7 112,10-7 0,-8 3 0,-11-3 0,0-1 0,-11 7 0,9 3 0,6-6 0,11 6 0,4-9 0,1 7 0,12-6 0,-4 6 0,10-7 0,-1 7 539,1-7 0,-1 7-539,8-6 0,6 5 237,7-5 1,6 6-238,-6-7 0,2 9 132,-2-2 1,-4 10-133,3 3 0,-3 2 0,-3-2 0,1-5 0,16 7 0,5-9 0</inkml:trace>
  <inkml:trace contextRef="#ctx0" brushRef="#br0" timeOffset="3">18939 8850 8912,'-19'19'0,"-9"1"0,-2 8 0,0-7 0,0 9 0,4-4 0,3-3 0,-9 9 0,2 1 0,-5 5 0,3 1 0,9-1 0,-12-1 0,10-5 0,-1 8 0,7-7 0,-1 7 0,3-8 0,4 5 0,-4-7 0,15 13 0,-4-5 0,3 5 0,3-4 0,0 8 0,0 4 0,-6 5 0,0 2 0,-1 0 0,7-3 0,0-3 0,9 3 0,-5-7 0,7 3 0,-3-6 0,7-4 0,-4-9 0,8 0 0,1-2 0,-1 2 0,0-4 0,0-9 0</inkml:trace>
  <inkml:trace contextRef="#ctx0" brushRef="#br0" timeOffset="4">18611 10470 8912,'15'25'0,"5"1"0,10 0 0,-5-7 0,10 9 0,-3-11 0,13 9 0,-5-15 0,5 8 0,-4-6 0,-2 0 0,-1 4 0,1-4 0,-1-3 0,1 3 0,8 0 0,5 6 0,-5-8 0,17 6 0,-4-6 0</inkml:trace>
  <inkml:trace contextRef="#ctx0" brushRef="#br1" timeOffset="5">19923 10817 8912,'6'-30'0,"3"2"0,-1 2 0,1 1 0,-3 1 0,3 3 0,-7 8 0,4 0 0,-3-2 0,-12 6 0,-4 3 0,-4 4 0,-2 2 0,6 0 0,0 0 0,-2 0 0,-2 0 0,-2 0 0,-1 0 0,1 0 0,-9 8 0,5-3 0,-10 7 0,1-1 0,-6 2 0,-9 4 0,-5-4 0,-4 4 0,-10 2 0,6 1 0,-4-1 0,4 0 0,2 1 0,2-8 0,5 1 0,4-2 0,8 2 0,0 2 0,1-9 0,1 7 0,5-6 0,-2 5 0,8-3 0,3 2 0,1 2 0,3-1 0,0-1 0,-1-2 0,10 6 0,-5-5 0,8 10 0,3-1 0,-7 0 0,9 7 0,-4 2 0,4 2 0,2-15 0,0 2 0</inkml:trace>
  <inkml:trace contextRef="#ctx0" brushRef="#br1" timeOffset="6">18650 11299 8912,'0'47'0,"-9"2"0,7 9 0,-9 0 0,5 0 0,4 0 0,-13 0 0,8-1 0,-5 1 0,5 0 0,-8 8 0,13-31 0,-7-1 0</inkml:trace>
  <inkml:trace contextRef="#ctx0" brushRef="#br1" timeOffset="7">18534 12128 8912,'0'47'0,"0"2"0,0 7 0,0-4 0,0 1 0,0-8 0,0 9 0,0-3 0,0-2 0,0 3 0,0 1 0,0 3 0,2 4 0,3 2 0,1 2 0,9 1 0,-11-10 0,7-1 0,-2-3 0,6 1 0,-13-3 0,4-4 0,3-4 0,-3-3 0,7 1 0,-4-3 0,1-4 0,-5 5 0,10-7 0,-9 8 0,9-16 0,-4-5 0</inkml:trace>
  <inkml:trace contextRef="#ctx0" brushRef="#br1" timeOffset="8">18727 13709 8912,'11'28'0,"6"-7"0,-15 16 0,15-9 0,-4 6 0,4-2 0,-6-8 0,6 6 0,-4-5 0,4-3 0,2 3 0,3-3 0,3-3 0,-3 0 0,4 1 0,4-1 0,2 0 0,4 1 0,3-10 0,1 5 0,5-6 0,7 2 0,4-7 0,1 4 0,1-8 0,9 7 0,3-1 0,12 1 0,1-7 0,-1 0 0,-11 0 0,1 0 0,-5 2 0,1 4 0,3-4 0,2 7 0,4-9 0,0 0-262,20 0 0,-5-2 262,11-5 0,-5 5 0,-1-4 0,1-3 0,7 1 0,-47 2 0,0 1 0,49 1 0,-47-4 0,0 1 0,43 0 0,0-6 0,-7 7 0,-1-7 0,-5 7 0,2-1 0,-9 7 0,3 0 0,-2 0 0,-5 0-135,4 0 1,-3 0 134,-3 0 0,2-6 0,5-1 0,10-1 0,9 1 0,0 3 0,-7-9 0,1 0 0,-3-4 0,-4 4 0,4-4 0,-8 13 0,4-9 0,6 9 0,1-3 0,-18 3 0,0 0 0,-8-3 0,-11 1 0,7 6 0,-10 0 0,3 0 0,5 0 0,-3 0 0,9 0 0,1 0 0,12 0 0,-13 0 0,-1 0 0,-5 0 0,-1 0 0,-2 0 0,9 0 0,2 0 0,2 0 0,2 0 0,0-2 0,0-5 0,0 5 0,-8-6 0,-5 8 0,-4 0 0,7 0 0,-5-2 0,8-5 0,1 5 0,6-4 0,0 3 0,1 3 0,1-6 0,4 0 0,-18-1 0,-1 7 0,-10 0 0,-3 0 0,0-6 0,-3-1 0,3 3 0,9 2 0,-11 2 254,9 0 1,2 0-255,4 0 0,-4 0 0,5-2 0,-5-5 0,6 5 0,-4-6 0,9 8 0,0 0 0,6 0 0,9 0 0,4 0 0,4 0 0,2 0 0,-1 0 0,-5 0 0,-7 0-30,-3-9 1,-1 5 29,4-9 0,-3 6 0,3-5 0,-6 5 0,-6-6 0,-7-2 0,5-2 0,-18-2 0,1 0 0,-7-3 0,0-4 0,-2 3 0,8-9 0,-6 6 0,7-6 0,-7 2 0,6-2 0,0-5 0,7 5 0,-8 2 0,-5 0 0,-5 2 0,-1-6 0,-1 11 171,1-10 1,-9 1-172,-4-6 0,2-1 0,-3 1 0,7-3 0,-6-4 0,2-4 0,-2-9 0,6 0 0,-4-8 0,8-3 0,-4-8 0,5 0-233,-7 0 0,4-9 233,-8-4 0,6-4 0,-6-3 0,6 3 0,-7 4 0,-1 6 0,-3 5 0,-8 4 0,-2 5 0,-2 5 0,-3 5 0,-6-6-68,0-5 0,0-4 68,0-2 0,-6 6 0,-1 1 0,-8 8 0,2-3 0,-10 14 0,-5 6 0,-2 4 0,-2 3 0,-15-1 0,-7 0 0,-8 1 0,-7-1 0,-6 9 0,2 5 0,3 3 0,-10 3 0,-14-5 0,-11 3 0,-2 4 0,53 10 0,-1 1 0,-3-1 0,0 1 0,0 2 0,0 2 0,0 1 0,1 0 0</inkml:trace>
  <inkml:trace contextRef="#ctx0" brushRef="#br1" timeOffset="9">29026 10412 8912,'-77'0'0,"-9"-9"0,-10 7 0,39-2 0,-2 0-367,-5 3 1,-1 2-1,0-4 1,0-1 366,0 1 0,1 0 0,1 0 0,0 2 0,2 3 0,-1 2 0,-7-4 0,3 2 0,-19 15 0,5-6 0</inkml:trace>
  <inkml:trace contextRef="#ctx0" brushRef="#br1" timeOffset="10">27329 10451 8912,'-58'4'0,"0"0"0,0 3 0,0-1 0,-4-2 0,0 0 0,1 4 0,0-1-311,-1-3 1,2-1 0,-48 10 310,18-7 0,5 3 0,-12-5 0,-8 2 0,50-2 0,-1-1 0,-2 0 0,0 0 0,0 0 0,0 1 0,4 2 0,-1 1 0,1-4 0,-1 0 0,-3 3 0,0 1 0,-3-3 0,0-2 0,1 0 0,0 1 0,1 2 0,0 0 0,-48-3 0,4 5 0,0 1 0,7-1 0,2 1 0,10-1 0,-4-5 0,-8 4 0,-5-1 0,5 1 0,-3-2 0,15 9 0,-12-6 0,-5 6 0,45-6 0,-1 1 0,-3-4 0,0 0 0,3 4 0,0 1 0,2-2 0,1-1 0,-51 5 0,8 2 0,10-7 0,3 7 0,-4-9 0,-2 3 0,2-5 0,-2-2 0,9 0 11,-3 0 1,11 0-12,3 0 0,-3 0 0,-11 0 0,3 0 0,-9 0 0,0-7 0,-7 1 0,3 0 0,4 6 0,6 0 0,14 0 0,3 0 0,9 0 0,-2-3 110,-4-3 0,4 4-110,-4-5 0,6 5 0,7 2 0,-3 0 0,9 0 0,-6 0 0,6 0 466,2 0-466,2 0 0,-6 0 74,-5 0 0,-5 2 0,-6 3-74,-1 1 0,0 9 0,0-11 0,-1 7 0,3-2 0,11-3 0,-3 1 0,9-1 0,2-2 0,3-2 0,1-2 0,0 0 0,1 0 0,-1 0 0,-1 7 0,-5-1 0,-3 3 0,-3-3 0,-5-1 0,5 7 0,-5-5 0,-2 6 0,11-7 0,6 5 0,7-3 0,11-1 0,-12-5 0,10 2 0,1 3 0,3-1 0,1-6 0,1 0 0,0 0 0,-1 0 0,1 7 0,0-1 0,0 0 0,-1-6 0,7 0 0,1 3 0,-3 3 0,6-4 0,-6 9 0,9-5 0,-1 5 0,7 8 0,9 1 0,4-1 0,12 0 0,14-8 0,10-3 0</inkml:trace>
  <inkml:trace contextRef="#ctx0" brushRef="#br1" timeOffset="11">27946 11723 8912,'-2'11'0,"-5"-5"0,5-4 0,-7-2 0,9 3 0,3 1 0,5 2 0,11-2 0,12-1 0,14-3 0,6 0 0,22 0 0,17 0 0,19 0 0,-46 0 0,3 0 0,2-4 0,1-1 0,-2 0 0,-1-1 0,-2-3 0,0-1-141,-2 0 0,-2 1 0,-2 0 0,-2 1 141,47-5 0,-20-2 0,-25 8 0,-17 1 0,-13 6 0,-17 2 0,-5 5 0,-4 5 0,-10 6 0,-5 1 0,-4 9 0,-3-7 0,1 5 141,0-5 0,-1-10 0,1-3 0</inkml:trace>
  <inkml:trace contextRef="#ctx0" brushRef="#br1" timeOffset="12">19190 12822 8912,'-19'7'0,"-1"-1"0,1 0 0,0-6 0,-1 0 0,3-2 0,4-4 0,-2 2 0,9-9 0,2-2 0,2-2 0,2-3 0,2 10 0,4 3 0,7 5 0,13 2 0,-3 0 0,9 2 0,3 5 0,18 3 0,9 3 0,22 0 0,19-9 0,-44 0 0,2-1-648,4-2 0,1 0 648,2-1 0,3 0 0,14-4 0,3-1 0,5 0 0,1-3 0,3-3 0,1-1 0,2 0 0,-1-2 0,-7-3 0,-4 0 0,-9 2 0,-1 0 0,-2 0 0,-2 0 0,-9-2 0,-2 0-96,-1 3 0,-2 2 0,37-14 96,-27 7 0,-12 6 0,-19 0 0,-9 9 0,-2-5 0,-18 9 627,-1 0 1,-11 0-628,-5 0 164,5 0 1,-8 0-165,3 0 0,5 0 0,-7 9 0,9-7 0,0 7 0</inkml:trace>
  <inkml:trace contextRef="#ctx0" brushRef="#br1" timeOffset="13">28891 10971 8912,'-13'-13'0,"2"0"0,1 1 0,1-1 0,0 0 0,-3 6 0,3-3 0,-2 1 0,5 1 0,-7 1 0,9 5 0,-7-7 0,7 7 0,-3-4 0,1 4 0,6-15 0,0 4 0,8-7 0,7-5 0,9-10 0,8-10 0,5-12 0,10-18 0,4-15 0,-22 38 0,0-1-64,3-5 1,0 0 0,2 0-1,1 0 1,2-2 0,1 0 63,-3 4 0,1 1 0,-4 8 0,-2 2 0,15-28 0,-13 13 0,-17 32 0,-7 2 0,-10 26 0,-4 0 0,4 3 0,-5 3 0,5-4 0,2 15 380,0-15-380,9 7 0,1-11 0,10-5 0,-10-20 0,-1-14 0</inkml:trace>
  <inkml:trace contextRef="#ctx0" brushRef="#br1" timeOffset="14">29180 9255 8912,'-13'-2'0,"0"-5"0,9 3 0,-2-9 0,4 0 0,2-6 0,0 0 0,10 6 0,12 0 0,14-2 0,20-2 0,12 6 0,7 5 0,-4 4 0,4 10 0,-15 5 0,4 13 0,-4 6 0,-12 13 0,-10 6 0,-10 5 0,-15 2 0,-5 0 0,-10 0 0,-4 0 0,-13-1 0,-11-1 0,0-4 0,-5-5 0,10-9 0,1-8 0,11-4 0,5-15 0,8-11 0,0-18 0,0-20 0,0-11 0</inkml:trace>
  <inkml:trace contextRef="#ctx0" brushRef="#br1" timeOffset="15">29817 8021 8912,'-13'-19'0,"0"-1"0,-2 1 0,4 6 0,0 0 0,3-1 0,-7 5 0,2 3 0,-4 3 0,-2 8 0,-1 8 0,1 8 0,0 17 0,6 7 0,0 5 0,-2 5 0,4-1 0,-2 10 0,9-6 0,-2-6 0,4-5 0,2-9 0,8 1 0,5-1 0,13-10 0,6-8 0,4-10 0,3-10 0,2-8 0,1-5 0,3-6 0,-2-7 0,-2 4 0,-5-14 0,-3 4 0,1-5 0,-11-1 0,-3 1 0,-7 3 0,-5 2 0,5 6 0,-7-6 0,1 9 0,-7-3 0,-9 13 0,-1-2 0,-10 9 0,-5-1 0,-1 7 0,2 2 0,3 5 0,2 6 0,-1 4 0,1 2 0,0 9 0,8-5 0,5 10 0,-3-8 0,3 7 0,-1-2 0,7 3 0,0-8 0,2-3 0,5-3 0,3 0 0,10-2 0,-1-4 0,0-4 0,1-9 0,5 0 0,1-2 0,-2-5 0,-3-6 0,-2-12 0,1 3 0,-8-8 0,-1 5 0,-2-5 0,-3 0 0,3 4 0,-7 4 0,6 3 0,-8 0 0,0 6 0,0 0 0,0 11 0,0 2 0,0 9 0,0 10 0,0 0 0,0 0 0,9 1 0,2-7 0,8-1 0,0 3 0,1-6 0,1 0 0,5-9 0,-5 0 0,7 0 0,0 0 0,-7 0 0,5-3 0,-5-3 0,-1-7 0,-7-4 0,-1-2 0,-7-1 0,3 8 0,-6-1 0,3-2 0,1-2 0,1 4 0,-7 0 0,-3 9 0,-3-3 0,4 5 0,-7 4 0,9 5 0,0 3 0,0 10 0,0-1 0,0 0 0,0 7 0,0 0 0,0-1 0,0-5 0,0-1 0,0 0 0,0 0 0,0 1 0,0-1 0,0-8 0,2-3 0,3-10 0,3-4 0,3-7 0,-5-11 0,7-1 0,-2-10 0,2 3 0,4-2 0,-6 0 0,2 4 0,-1 2 0,-1 2 0,2 7 0,4-9 0,-8 13 0,6-2 0,-2 6 0,-9 5 0,13 6 0,-6 2 0,-1 4 0,-1 7 0,0 4 0,-5 2 0,9 1 0,-9 8 0,13-7 0,-6 5 0,0-5 0,6-2 0,-7-1 0,10-6 0,-1-5 0,0-5 0,1-2 0,-1 0 0,9-17 0,-7-5 0,16-25 0,-7-2 0</inkml:trace>
  <inkml:trace contextRef="#ctx0" brushRef="#br1" timeOffset="16">31167 7481 8912,'-3'-30'0,"-3"4"0,2 7 0,-9 6 0,6 5 0,-5 8 0,-1 0 0,0 10 0,2 10 0,3 10 0,1 6 0,7 3 0,0-1 0,0 7 0,0 2 0,0 1 0,0-1 0,0-4 0,9-3 0,-5-1 0,9-1 0,-7-1 0,7-5 0,-2-4 0,4-11 0,-2-4 0,-9 4 0,7-15 0,-5 4 0,5-10 0,8-2 0,0-9 0,-1 4 0,-6-8 0,8-1 0,-3 1 0,6 0 0,3 8 0,-7 3 0,1 8 0,-1 0 0,-8 0 0,6 0 0,-4 0 0,-5 10 0,-1 7 0,-5 9 0,-4 4 0,-5 4 0,-3-4 0,-10 3 0,-5-3 0,-1 2 0,0-2 0,7-5 0,0-5 0,-1-1 0,7-2 0,1-10 0,7-1 0,5-23 0,11-5 0,8-16 0</inkml:trace>
  <inkml:trace contextRef="#ctx0" brushRef="#br1" timeOffset="17">31533 7848 8912,'0'-11'0,"0"2"0,0 9 0,0 0 0,9 0 0,1 0 0,10 0 0,-1 0 0,2 0 0,5 0 0,4 0 0,0 0 0,6-8 0,-12-3 0,8-8 0,-8 6 0,1 0 0,-12 0 0,-6-6 0,-7 0 0,-7-1 0,-3 10 0,-16 1 0,0 9 0,-8 11 0,2 8 0,-5 2 0,-1 12 0,8-1 0,4 6 0,7 1 0,6-1 0,4 1 0,9-1 0,0 1 0,17 0 0,13-12 0,22-7 0,8-3 0,11-11 0,-7 1 0,11-9 0,-7-5 0,-3-4 0,-10-8 0,-5 0 0,-12 0 0,-10-1 0,-15 1 0,-22 0 0,-12-1 0</inkml:trace>
  <inkml:trace contextRef="#ctx0" brushRef="#br1" timeOffset="18">30376 9274 8912,'-19'0'0,"-1"0"0,1 0 0,6 0 0,0 0 0,7 0 0,-7 0 0,9 0 0,-5-2 0,11-4 0,7-7 0,10-4 0,9-3 0,4 1 0,0 0 0,0-2 0,7-3 0,0-2 0,-9 1 0,0-3 0,-9-2 0,-2 0 0,5-7 0,-22 16 0,4-5 0,-3 5 0,-6 4 0,-3 4 0,-7-2 0,-13 8 0,-4 9 0,-8 9 0,-1 8 0,7 9 0,0 4 0,8 5 0,-1 4 0,3 4 0,3 4 0,8 0 0,5-4 0,6 2 0,8-2 0,12-2 0,8-11 0,12-6 0,3-13 0,2-7 0,9-4 0,-7-2 0,4 0 0,-4-10 0,-8-10 0,0-8 0,-1-10 0,-1-1 0,-5 1 0,-4-1 0,-9 1 0,-8-1 0,-5 1 0,-4 1 0,-2 5 0,-2 4 0,-4 9 0,1 2 0,-8 4 0,1 4 0,-8 11 0,1 5 0,8 4 0,-4 14 0,7 3 0,-3 2 0,7 2 0,-7 7 0,7-3 0,-3-4 0,1 5 0,6-14 0,0 7 0,0-2 0,0-11 0,8 0 0,3-8 0,8 4 0,1-7 0,-1-12 0,-8-5 0,6-15 0,-6 1 0,-1 1 0,7-6 0,-12 7 0,8-9 0,-9 8 0,2-2 0,-1 5 0,1 2 0,-4-1 0,7 7 0,-9 1 0,0 7 0,0 5 0,0 11 0,0 8 0,2 1 0,4-1 0,5 0 0,2-2 0,0-4 0,0-4 0,6-9 0,-6 0 0,0 0 0,2 0 0,-7 0 0,9 0 0,-4 0 0,4-9 0,3-4 0,-8-4 0,-1-4 0,-2-5 0,4 5 0,-7-5 0,0 4 0,1 10 0,-1-1 0,1 0 0,-7 2 0,2 3 0,4 8 0,-4 0 0,13 8 0,-6 5 0,2 4 0,2 2 0,6 7 0,-2 0 0,-4-3 0,4 5 0,-4-2 0,-5 0 0,3-1 0,-4 1 0,-5 0 0,4-7 0,-4 0 0,-4 1 0,-4-1 0,-5-6 0,-8 0 0,-1-9 0,1 4 0,0-8 0,0 0 0,-1 0 0,10-8 0,1-3 0,9-8 0,0 0 0,0-9 0,0-2 0</inkml:trace>
  <inkml:trace contextRef="#ctx0" brushRef="#br1" timeOffset="19">31494 9004 8912,'0'-19'0,"0"8"0,3 3 0,3 8 0,-4 2 0,5 4 0,1 12 0,-1 7 0,-1 10 0,0-12 0,1 9 0,6-2 0,-7 2 0,1 3 0,-7-10 0,0 1 0,0-7 0,0 1 0,0-1 0,0 0 0,0 0 0</inkml:trace>
  <inkml:trace contextRef="#ctx0" brushRef="#br1" timeOffset="20">31494 8889 8912,'-8'-39'0,"-1"9"0,-4 4 0,5 5 0,8 2 0,0 8 0,0 2 0,0 9 0,8 7 0,5-1 0,4 7 0,3-6 0,-1-1 0,0-6 0,1-9 0,-1-1 0</inkml:trace>
  <inkml:trace contextRef="#ctx0" brushRef="#br1" timeOffset="21">32131 8503 8912,'-19'-6'0,"-1"-1"0,1-8 0,0 13 0,-1-6 0,3 10 0,4 6 0,7 12 0,4-1 0,2 17 0,0-4 0,0 7 0,0 6 0,0-22 0,0 3 0</inkml:trace>
  <inkml:trace contextRef="#ctx0" brushRef="#br1" timeOffset="22">32073 8850 8912,'2'32'0,"5"0"0,-3-8 0,9 2 0,-9-5 0,5-10 0,-1-3 0,3-10 0,8-4 0,-6-7 0,0-13 0,-2 3 0,1-9 0,6-1 0,-6-5 0,-3 1 0,0 5 0,-1 7 0,-6 3 0,7 3 0,-9 8 0,0 3 0,0 23 0,0 4 0,0 13 0,2-2 0,4 0 0,-3 6 0,12-8 0,-9 4 0,9-4 0,-2-8 0,4-3 0,2-4 0,1-5 0,-1-8 0,0-2 0,0-4 0,1-14 0,-1-12 0,0-4 0,1-3 0,-1 3 0,0 4 0,0-5 0,-1 7 0,-6 0 0,6 2 0,-16 18 0,8 3 0,-3 14 0,-5 14 0,4 18 0,-6 10 0,-6 15 0,-3 7 0,-3 12 0,-6 3-187,6 4 0,-3 2 187,2-8 0,-4-1 0,4-6 0,2-2 0,-2-4 0,-2-7 0,-2-4 0,-11-8 0,-4-1 0,2-8 0,-2 2 0,-2-4 0,-3-3 0,-1 1 0</inkml:trace>
  <inkml:trace contextRef="#ctx0" brushRef="#br1" timeOffset="23">30742 10296 8912,'0'-19'0,"0"0"0,0-1 0,0 1 0,0 0 0,-8 0 0,-1 10 0,-6 9 0,4 11 0,3 6 0,-7 11 0,13 8 0,-7 11 0,1 3 0,5 1 0,-5 5 0,8-3 0,0-1 0,8-10 0,-3 6 0,8-10 0,-1-8 0,10-6 0,4-9 0,-5-7 0,13-10 0,-8-4 0,6-16 0,-6-16 0,0-3 0,-7-10 0,4 1 0,-3-1 0,3-3 0,-12 12 0,0 5 0,6-1 0,-15 23 0,4-5 0,-6 14 0,-6-1 0,-7 5 0,-4 11 0,-2 4 0,2 10 0,4 3 0,-4 8 0,14-4 0,-3 9 0,-3-1 0,3 1 0,0-3 0,6-4 0,8-4 0,5-8 0,4-3 0,2-4 0,7-5 0,0-8 0,0-4 0,-7-9 0,7-2 0,-1-17 0,-5 2 0,-10-4 0,-1 1 0,-3 1 0,-6-6 0,0-1 0,-2 9 0,-4 5 0,-7 3 0,-11 5 0,-1 4 0,-1 5 0,7 8 0,-1 0 0,7 4 0,1 9 0,1 0 0,-4 12 0,2-3 0,9-3 0,-5 0 0,9 1 0,0-10 0,17 7 0,5-6 0</inkml:trace>
  <inkml:trace contextRef="#ctx0" brushRef="#br1" timeOffset="24">31282 10219 8912,'0'-19'0,"0"0"0,0-1 0,0 1 0,0 0 0,0-1 0,0 10 0,0 10 0,0 13 0,0 12 0,0 5 0,0 9 0,0 8 0,0 2 0,0 1 0,9 5 0,-5-14 0,9 4 0,-7-7 0,7-5 0,-6 1 0,6-8 0,-7-7 0,7-6 0,-7-11 0,7-2 0,0-13 0,6-19 0,-6-2 0,0-18 0,-2-8 0,2-10 0,2 1 0,-9-2 0,0 7 0,-6-7 0,0 9 0,0-2 0,0 15 0,0 10 0,0 9 0,0 11 0,-2 8 0,-4 5 0,4 12 0,-5 9 0,5 9 0,2 6 0,0 10 0,0 5 0,0 7 0,0-5 0,0 6 0,0-5 0,0 1 0,9 2 0,-5-1 0,9-5 0,-9-7 0,3-6 0,3 2 0,3-8 0,4-9 0,3-10 0,-1-14 0,7-10 0,-1-9 0,1-8 0,-7 0 0,1-9 0,-1 2 0,0-8 0,-2 6 0,-4-2 0,-4 9 0,-9 2 0,0 8 0,-9 0 0,5 15 0,-9 5 0,0 12 0,-6 7 0,0 13 0,-1 4 0,1 0 0,8 6 0,3-6 0,8 9 0,0 0 0,0-1 0,2-8 0,4-4 0,5-5 0,8-4 0,1-4 0,7-4 0,6-9 0,12-9 0,-5-4 0,5-12 0,-2-5 0,2-9 0,-6 1 0,1 1 0,-5 5 0,-12-4 0,-1 12 0,-9-8 0,-9 8 0,2 5 0,-12 13 0,-5 3 0,-8 3 0,0 0 0,-3 0 0,-4 0 0,5 9 0,-5 4 0,5 4 0,4 4 0,4 3 0,6 2 0,-3 8 0,8-10 0,-5 8 0,5 2 0,11-6 0,-5 8 0,9-4 0,0-4 0,6-2 0,7-5 0,-1-1 0,7-10 0,-6-3 0,8-7 0,-1-7 0,-6-12 0,-1-13 0,4-13 0,0-13 0,9-10 0</inkml:trace>
  <inkml:trace contextRef="#ctx0" brushRef="#br1" timeOffset="25">32420 9872 8912,'-19'-9'0,"6"7"0,0-4 0,7 4 0,-7 2 0,9 0 0,-14 0 0,16 4 0,-4 9 0,4 0 0,2 17 0,0 4 0,0-2 0,0 17 0,0-4 0,2 5 0,4 8 0,-1 6 0,7 0 0,1 0 0,7-6 0,-3-2 0,-4-5 0,4-6 0,-4-13 0,10-6 0,3-13 0,2-4 0,-3-14 0,8-8 0,3 1 0,-4-31 0,0 4 0,-2-10 0,2 4 0,3-6 0,-10 6 0,-5 0 0,-10 8 0,-1 5 0,-3 4 0,-8 5 0,-4 3 0,-5 5 0,-10 15 0,-3 0 0,-2 0 0,1 9 0,5 4 0,3 10 0,4 3 0,-4 0 0,15-5 0,-4 3 0,4 1 0,2 1 0,2-7 0,6 1 0,12-1 0,-1-8 0,17 4 0,-4-9 0,5-2 0,10-1 0,-6-8 0,4-8 0,-7 1 0,-6-14 0,3 2 0,-9-1 0,-3-8 0,-10 6 0,2-3 0,-9 4 0,1 4 0,-7-3 0,0 3 0,-9 5 0,-4 4 0,3 5 0,-3 8 0,0 0 0,-6 0 0,6 8 0,0 5 0,-2 4 0,6 3 0,-6-1 0,7 2 0,-3 5 0,7-5 0,-5 9 0,9-6 0,0 2 0,0-1 0,0-5 0,0-1 0,7-6 0,-1 0 0,9-9 0,-2 2 0,11-8 0,1-11 0,1-2 0,-7-17 0,7 0 0,0-6 0,-3-7 0,-10 0 0,4-11 0,-4-2 0,-2-2 0,2-11 0,-9 1 0,2-7 0,-3-3 0,-3 1 0,0 2 0,0 13 0,-9 16 0,5 27 0,-9 8 0,9 20 0,-3 12 0,-1 24 0,1 15 0,1 14 0,6 6 0,0-1-106,0 6 0,0-4 106,0-1 0,0-8 0,0 1 0,2-2 0,4 1 0,-4-10 0,5-8 0,-3-9 0,3 1 0,-5-11 0,4-8 0,-12-12 0,-7-6 0,-4-5 0,-3-11 0,-7-10 0,-3-11 0</inkml:trace>
  <inkml:trace contextRef="#ctx0" brushRef="#br1" timeOffset="26">32382 10316 8912,'-30'0'0,"2"0"0,8 0 0,1 0 0,8 0 0,5 0 0,12 0 0,24-9 0,22-4 0,25-13 0,26-6 0,-49 11 0,1-3-346,9 0 0,1-3 1,-5-4-1,0-2 0,2-2 1,0 1-1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30T03:37:03.838"/>
    </inkml:context>
    <inkml:brush xml:id="br0">
      <inkml:brushProperty name="width" value="0.05292" units="cm"/>
      <inkml:brushProperty name="height" value="0.05292" units="cm"/>
      <inkml:brushProperty name="color" value="#3165BB"/>
    </inkml:brush>
  </inkml:definitions>
  <inkml:trace contextRef="#ctx0" brushRef="#br0">5593 12899 8912,'-19'0'0</inkml:trace>
  <inkml:trace contextRef="#ctx0" brushRef="#br0" timeOffset="1">5535 12861 8912,'0'0'0</inkml:trace>
  <inkml:trace contextRef="#ctx0" brushRef="#br0" timeOffset="2">5574 12861 8912,'-13'0'0,"0"0"0,9 0 0,-5-2 0,9-5 0,0-4 0,0-8 0,0 0 0,0 0 0,2-1 0,3 1 0,3-2 0,3-5 0,-5 2 0,5-6 0,-2 2 0,3-4 0,-3 4 0,0 1 0,-1-1 0,-1-7 0,-7 14 0,2-5 0,4 5 0,-4-7 0,7 7 0,-9-5 0,0 5 0,0-5 0,0 0 0,0 0 0,0 7 0,8-9 0,-5 5 0,3-9 0,3-1 0,-3-5 0,3 6 0,-3 0 0,-4-1 0,5-5 0,-3-1 0,2 1 0,-4 1 0,5 5 0,-3-4 0,0 4 0,3-5 0,-1 7 0,-6-4 0,0 8 0,2-8 0,3 4 0,1 0 0,1 2 0,-7 2 0,0 1 0,0-7 0,0 6 0,0-8 0,8 21 0,3-4 0</inkml:trace>
  <inkml:trace contextRef="#ctx0" brushRef="#br0" timeOffset="3">5767 11222 8912,'0'-20'0,"0"-7"0,0-6 0,8 6 0,-6-8 0,5 10 0,-3-10 0,2 3 0,-1-4 0,8-3 0,-7 3 0,7 4 0,-7-9 0,7 9 0,-9-9 0,5 9 0,0-4 0,-7 6 0,6-5 0,-8 10 0,0-8 0,0 8 0,9-1 0,2 7 0</inkml:trace>
  <inkml:trace contextRef="#ctx0" brushRef="#br0" timeOffset="4">5902 10412 8912,'0'-28'0,"0"-4"0,6-4 0,0-3 0,9 9 0,-10-11 0,8 9 0,-3-9 0,3 9 0,2-2 0,-6 0 0,1 2 0,-3 2 0,6-3 0,-9-3 0,7 12 0,-5-8 0,-2 9 0,7-3 0,-2 5 0,4-5 0,-7 0 0,9 1 0,-4 5 0,-1 1 0,-1 0 0</inkml:trace>
  <inkml:trace contextRef="#ctx0" brushRef="#br0" timeOffset="5">6191 9602 8912,'8'-19'0,"3"0"0,8-1 0,1 1 0,-1 8 0,0-4 0,1 9 0,-8-7 0,1 7 0,2 1 0,-6 3 0,2 2 0,-5 0 0,-2 0 0,9 0 0,-6 9 0,5 4 0,-5-3 0,6 3 0,0 0 0,6 6 0,-8 1 0,-3-1 0</inkml:trace>
  <inkml:trace contextRef="#ctx0" brushRef="#br0" timeOffset="6">6538 9660 8912,'9'19'0,"-1"1"0,5-1 0,2 2 0,-6 3 0,1 2 0,-5-1 0,5 1 0,-5 2 0,1 2 0,0 2 0,1 4 0,-1-1 0,-1-3 0,-3-9 0,4 14 0,1-5 0,-1 2 0,-6-2 0,6-2 0,1-4 0,-1-5 0,-4 7 0,5 0 0,-5-6 0,7 5 0,-9-7 0,2-3 0,4-4 0,-4-5 0,7-8 0,-9 0 0,0 0 0,0 0 0</inkml:trace>
  <inkml:trace contextRef="#ctx0" brushRef="#br0" timeOffset="7">6731 10451 8912,'0'19'0,"0"0"0,0 0 0,0 1 0</inkml:trace>
  <inkml:trace contextRef="#ctx0" brushRef="#br0" timeOffset="8">6403 9467 8912,'-2'11'0,"-5"-5"0,-5-4 0,1-4 0,-2-4 0,7-5 0,-5-8 0,2 0 0,5-1 0,2 1 0,4 0 0,2-1 0,3 1 0,1 6 0,-1 0 0,-5 9 0,9-4 0,-5 8 0,-4 0 0,7 8 0,-7-4 0,4 9 0,-4 0 0,5 6 0,-5 1 0,0-1 0,5 0 0,-5 1 0,4-1 0,-4 9 0,7-15 0,2 4 0</inkml:trace>
  <inkml:trace contextRef="#ctx0" brushRef="#br0" timeOffset="9">6480 9660 8912,'0'19'0,"0"1"0,2 5 0,5 1 0,-3 0 0,7-7 0,-3 0 0,7 9 0,-10-7 0,5 5 0,-1-4 0,6 5 0,-11 1 0,9 4 0,-9 3 0,3-10 0,-3 8 0,0-6 0,3 3 0,-1-6 0,-4 4 0,3-7 0,1 5 0,3-5 0,-3 5 0,-4-4 0,5-3 0,-5 0 0,6 0 0,-6 1 0,7-1 0</inkml:trace>
  <inkml:trace contextRef="#ctx0" brushRef="#br0" timeOffset="10">6673 10451 8912,'9'27'0,"-7"-5"0,4 3 0,-4 5 0,5-8 0,-1 6 0,-2 0 0,7-7 0,-7 7 0,7-9 0,-2 0 0,4 1 0,-7-1 0,9 0 0,-11 1 0,9-1 0,-6 0 0,5 0 0,-5 1 0,4-1 0,-3 0 0,7 1 0,-2-1 0,-4 9 0,8-7 0,-7 5 0,1-5 0,6 7 0,-6-4 0,8 6 0,1-3 0,-10-1 0,-1-7 0</inkml:trace>
  <inkml:trace contextRef="#ctx0" brushRef="#br0" timeOffset="11">7039 11280 8912,'20'19'0,"-1"7"0,0-1 0,-2 7 0,-4-6 0,4 2 0,-4-2 0,4-3 0,3 9 0,-1-8 0,0 6 0,1-4 0,-1-3 0,0 9 0,-2-8 0,-4 2 0,4-5 0,-4-2 0,4 1 0,-4 5 0,0 1 0,-2 0 0,2-7 0,4 7 0,-4-1 0,-5 1 0,9 0 0,-4 0 0,-4-9 0,-1-9 0</inkml:trace>
  <inkml:trace contextRef="#ctx0" brushRef="#br0" timeOffset="12">7522 12070 8912,'8'28'0,"-6"-7"0,15 9 0,-6-6 0,2 2 0,0-3 0,-9 7 0,11-8 0,-6 3 0,2-3 0,-7 6 0,11-7 0,-9 5 0,-1-5 0,5 7 0,-5-7 0,5 5 0,-1-4 0,6-3 0,-11 0 0,9 0 0,2 1 0,-4-1 0,2 0 0,-1 1 0,1-1 0,0 0 0,0 0 0,6 3 0,1 4 0,-10-5 0,7 7 0,-6-9 0</inkml:trace>
  <inkml:trace contextRef="#ctx0" brushRef="#br0" timeOffset="13">7907 12880 8912,'9'26'0,"4"-1"0,-2 8 0,1-8 0,-5 1 0,6-7 0,-7 3 0,7 3 0,0-3 0,0 6 0,0-9 0,-7 7 0,7-1 0,-7 1 0,5-5 0,-2 5 0,6-4 0,-7 8 0,7-7 0,-2 3 0,-2 2 0,2-3 0,4-3 0,-9 6 0,7-7 0,-2 5 0,-2-3 0,2 10 0,4-10 0,-9 11 0,7-6 0,-2 2 0,-6-4 0,6 6 0,-9-8 0,7 3 0,-5-7 0,-2 5 0,9 1 0,-9 0 0,5-7 0,0 0 0,-7 1 0,4-1 0,5-8 0,-9 6 0,7-4 0,-1 4 0,-6 2 0,13-6 0,-8 0 0,1 0 0,-1 6 0,-3 0 0,9 1 0,2-1 0,-4 0 0,1 0 0,-1 1 0,2-1 0,4 0 0,-4 1 0,-4-1 0,8 0 0,-7 0 0,1 1 0,6-1 0,-6 7 0,8-1 0,-6 1 0,0-7 0,0 1 0,6-1 0,-6 0 0,0 0 0,2 1 0,2-1 0,2 0 0,1 1 0,-1-1 0,0 0 0,-6-2 0,0-4 0,0 4 0,6-6 0,0 6 0,1-4 0,-10 4 0,7-6 0,-4 6 0,4-4 0,3 4 0,-7-13 0,-1 9 0,3 2 0,3-4 0,1 2 0,-6-7 0,0 7 0,-1-2 0,8 1 0,-1 6 0,0-6 0,-6 6 0,0 1 0,2-6 0,11 0 0,-5-1 0,5 8 0,-5-1 0,-1 0 0,7 1 0,-5-1 0,4 0 0,-5 0 0,5 1 0,-1-1 0,1 0 0,-7 1 0,1-1 0,-1 0 0,0 0 0,1-6 0,-1 0 0,2-6 0,3 3 0,2-1 0,-1 6 0,-3-13 0,1 4 0,3-3 0,8 5 0,-12-6 0,3 5 0,3-3 0,-2 0 0,-2 3 0,6-1 0,-9 1 0,5-1 0,-5-2 0,-2 7 0,1-9 0,-1 7 0,0-1 0,1-6 0,-1 5 0,0 4 0,0-9 0,1 4 0,-1-4 0,0-2 0,3 0 0,1 0 0,3 0 0,8 0 0,-4 0 0,9 0 0,-1 0 0,1 0 0,0 0 0,-1 0 0,1 0 0,-1 0 0,1 0 0,-3 0 0,-4 0 0,3 0 0,-10 0 0,1 0 0,0 0 0,0 0 0,-1 0 0,-5 0 0,-1 0 0,0 0 0,0 0 0,1 0 0,-1 0 0,0 0 0,1 0 0,-1 0 0,2-2 0,5-4 0,-5 4 0,1-9 0,-9 4 0,0 5 0,6-4 0,-6 4 0,0 2 0,-1 0 0,-1 0 0,-2 0 0,-9 0 0,0 0 0,-9 8 0,-2 3 0</inkml:trace>
  <inkml:trace contextRef="#ctx0" brushRef="#br0" timeOffset="14">6075 15791 8912,'11'0'0,"0"0"0,-5 0 0,-4 0 0,7 0 0,-9 3 0,0 3 0,0-2 0,0 9 0,0 2 0,0 2 0,0 3 0,0-1 0,0 2 0,0 3 0,0 2 0,0 6 0,0-7 0,0 10 0,0-3 0,0-4 0,0-3 0,0-3 0,0-3 0,0 0 0,0-6 0,0 0 0,0-9 0,0 5 0,0-9 0,0-2 0,0-5 0,0-10 0,0-8 0,0-8 0,0 8 0,0-10 0,0 3 0,0 2 0,0-2 0,0 9 0,0-3 0,-9 4 0,7 3 0,-4 0 0,3 0 0,3 8 0,0 2 0,0 11 0,0 5 0,0 6 0,0 12 0,0 5 0,0 9 0,0-3 0,0-3 0,0 1 0,0-8 0,3-1 0,3-5 0,-4-1 0,5 0 0,-5-8 0,-2-3 0,0-8 0,0-2 0,0-4 0,0-7 0,0-13 0,0 3 0,0-7 0,0 2 0,0-6 0,0 12 0,0-4 0,0 5 0,0 2 0,0 6 0,0 0 0,0 9 0,0-13 0,0 17 0,0 0 0,0 8 0,0 11 0,0 1 0,0-1 0,0 7 0,2-3 0,4-6 0,-4 3 0,16-18 0,-8 15 0,10-6 0</inkml:trace>
  <inkml:trace contextRef="#ctx0" brushRef="#br0" timeOffset="15">6307 16370 8912,'10'-9'0,"-1"5"0,-9-9 0,-7 7 0,1-7 0,-3 9 0,3-3 0,-7 5 0,2 2 0,-1 0 0,-3 0 0,4 9 0,-2 3 0,7-1 0,-5 2 0,2 2 0,1 2 0,3 2 0,-1 1 0,0-1 0,6 0 0,2 1 0,4-1 0,7 0 0,4 0 0,2 1 0,1-1 0,-1 0 0,0 1 0,3-1 0,3 0 0,-10 0 0,5 1 0,-5-1 0,2 0 0,-4 1 0,-5-1 0,-8 0 0,0 0 0,-4 7 0,-9 0 0,-2 6 0,-17-6 0,6-1 0,-6-5 0,6-1 0,-6 0 0,9-2 0,-3-4 0,5-4 0,1-9 0,7-9 0,1-4 0,7-15 0,-1-10 0,4-9 0,2-11 0,0-8 0,0-3 0</inkml:trace>
  <inkml:trace contextRef="#ctx0" brushRef="#br0" timeOffset="16">6172 16408 8912,'-11'0'0,"2"0"0,35-8 0,6 6 0,28-18 0,4 1 0,7-2 0,13-11 0,-5-1-195,5-5 0,-7 6 195,-7 0 0,-12 15 0,-15-1 96,-9 8-96,-14 3 0,-12 16 0,-18 2 0,-10 8 0,-8 9 0,-10 2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30T03:37:03.890"/>
    </inkml:context>
    <inkml:brush xml:id="br0">
      <inkml:brushProperty name="width" value="0.05292" units="cm"/>
      <inkml:brushProperty name="height" value="0.05292" units="cm"/>
      <inkml:brushProperty name="color" value="#3165BB"/>
    </inkml:brush>
  </inkml:definitions>
  <inkml:trace contextRef="#ctx0" brushRef="#br0">5998 11800 8912,'11'19'0,"-5"3"0,-4 1 0,-2 3 0,-2 8 0,-2-4 0,-3 3 0,1-1 0,-3 2 0,7-6 0,-4-2 0,4-5 0,2-2 0,0 1 0,-9-10 0,7-10 0,-7-19 0,9-13 0,0-5 0,9-1 0,-5-1 0,9 3 0,2 4 0,-6-5 0,8 16 0,-4-5 0,-3 11 0,3 2 0,0 9 0,6-2 0,1 3 0,-1 12 0,-2 8 0,-2 11 0,-2 2 0,0-6 0,6 3 0,-2-7 0,-4-1 0,4-8 0,-6-3 0,8-8 0,1 0 0</inkml:trace>
  <inkml:trace contextRef="#ctx0" brushRef="#br0" timeOffset="1">6461 10489 8912,'-17'-13'0,"4"0"0,-2 1 0,6-8 0,1 1 0,-1 0 0,-4 6 0,7 0 0,-1 9 0,10 4 0,1 13 0,2 4 0,-1 2 0,3 9 0,-1 2 0,-3 0 0,4 6 0,-1-4 0,-3 5 0,-2 1 0,-2-8 0,0-2 0,0-9 0,0 1 0,0-1 0,0 0 0,0-8 0,0-5 0,0-12 0,9-5 0,-7-17 0,4-4 0,-1-4 0,1-3 0,-4 1 0,5-1 0,1 1 0,-1-1 0,6 1 0,-7-1 0,3 9 0,-3 4 0,5 7 0,8 6 0,0 5 0,-6 10 0,0 6 0,2 12 0,2 7 0,-4 12 0,0 0 0,-7-3 0,7-4 0,-9 2 0,3-8 0,1 6 0,-1-6 0,1 0 0,-1-7 0,-5 0 0,7-6 0,-9 0 0,0-9 0,6-4 0,0-13 0,7-4 0,-6-2 0,6 0 0,-7-1 0,7-5 0,-7-1 0,9 0 0,-2 7 0,-2 2 0,2 4 0,0-4 0,6 12 0,0-7 0,-6 7 0,0-1 0,0 4 0,6 2 0,0 0 0,1 0 0,-1 0 0,-2-2 0,-4-5 0,4 5 0,-15-15 0,9 13 0,-5-9 0,-4 9 0,7-5 0,-18 9 0,-1 0 0,-10 9 0,1 3 0,6 12 0,0 2 0,7 6 0,-7-7 0,9 10 0,-3-3 0,5-2 0,2 2 0,0-2 0,0 2 0,9-4 0,4-9 0,6 1 0,7-1 0,-3-8 0,9-5 0,1-4 0,5-2 0,1-2 0,-1-4 0,1-5 0,8-17 0,2-2 0</inkml:trace>
  <inkml:trace contextRef="#ctx0" brushRef="#br0" timeOffset="2">7560 10508 8912,'-19'-10'0,"-7"1"0,0 9 0,3 0 0,1-9 0,1 7 0,-5-4 0,5 4 0,-5 2 0,3 2 0,-3 4 0,11 5 0,-4 8 0,6 3 0,0 3 0,4 5 0,9 9 0,0-7 0,0 0 0,9-2 0,4 2 0,-3-4 0,3-8 0,0-3 0,6-4 0,3-5 0,4-8 0,-5 0 0,5 0 0,-5-15 0,-2-4 0,1-13 0,-1 0 0,0-5 0,1-1 0,-3-7 0,-4 0 0,4-9 0,-4 3 0,-5-5 0,-1-2 0,-3 9 0,2 4 0,-3 0 0,3 6 0,-4 5 0,-2 23 0,-6 5 0,-1 12 0,-1 16 0,1 16 0,5 1 0,-15-1 0,6-10 0</inkml:trace>
  <inkml:trace contextRef="#ctx0" brushRef="#br0" timeOffset="3">7560 10489 8912,'0'28'0,"0"4"0,0-4 0,9 8 0,-7-8 0,4 4 0,3-10 0,-3-9 0,9-9 0,-2 2 0,4-4 0,1-4 0,-6-4 0,8-5 0,-1-8 0,-6 0 0,6-1 0,-4-5 0,4-1 0,1 0 0,-1 7 0,-2 0 0,-4-1 0,2 1 0,-9 0 0,9 0 0,-10 8 0,8 4 0,-9 5 0,4 4 0,-8 5 0,0 10 0,0 9 0,0 1 0,0-1 0,0-2 0,0 8 0,3-6 0,3 6 0,-2-9 0,9 3 0,-9-5 0,14-1 0,-8-10 0,10-3 0,-1-5 0,-2-11 0,-2-3 0,-2-6 0,0-9 0,6-3 0</inkml:trace>
  <inkml:trace contextRef="#ctx0" brushRef="#br0" timeOffset="4">8062 10142 8912,'-20'0'0,"1"0"0,0 0 0,0 6 0,-1 1 0,1-3 0,0 7 0,2 0 0,4 8 0,-2-6 0,8 0 0,1-1 0,6 8 0,0-1 0,2-2 0,4-4 0,5-4 0,8-9 0,1 0 0,-10 0 0,5-9 0,-8-4 0,-1-4 0,-6 4 0,0 0 0,0 0 0,0-6 0,0 8 0,0 3 0,0 8 0,9 2 0,4 4 0,12 5 0,5 8 0</inkml:trace>
  <inkml:trace contextRef="#ctx0" brushRef="#br0" timeOffset="5">8563 10412 8912,'0'-19'0,"0"-1"0,0 1 0,-8 8 0,-3-4 0,-8 7 0,-1-3 0,1 7 0,0-5 0,-3 11 0,-3 5 0,3-5 0,1 22 0,8-5 0,-2 2 0,-2 9 0,4-2 0,0 4 0,9 2 0,-3-8 0,5 0 0,2-7 0,0 0 0,0 1 0,9-10 0,4-3 0,4-5 0,2-2 0,0-9 0,1-3 0,5-8 0,1-5 0,0 1 0,-7-8 0,0 6 0,1-6 0,-3 9 0,-4-3 0,2 11 0,-9 2 0,3 2 0,-3-2 0,-4 5 0,7 8 0,-9 8 0,0 5 0,6 7 0,1 5 0,8-3 0,-3 3 0,6 3 0,1-2 0,7-3 0,-1-10 0,7 2 0,-6-8 0,8-1 0,-1-6 0,-3 0 0,2 0 0,-7-8 0,8-5 0,-10-13 0,3-6 0,-7 2 0,-6-2 0,-2 2 0,-5-2 0,-4 2 0,5 4 0,-5 11 0,-2-4 0,0 12 0,0-1 0,0 10 0,0 4 0,0 11 0,0 9 0,0 6 0,0-6 0,0 6 0,0-6 0,0 6 0,0-6 0,0-1 0,0-5 0,0-1 0,0 0 0,0-6 0,0 0 0,0-9 0,2-4 0,4-13 0,5-6 0,8-7 0,1 3 0,-1-9 0,2 0 0,5-7 0,-2 3 0,8 3 0,-9 1 0,3 13 0,2-2 0,-2 14 0,6 1 0,-6 6 0,6 8 0,-7 5 0,1 11 0,-7 1 0,7 10 0,0-3 0,0-4 0,-7-3 0,2-5 0,5-8 0,-5-3 0,7-9 0</inkml:trace>
  <inkml:trace contextRef="#ctx0" brushRef="#br0" timeOffset="6">14310 11472 8912,'0'-19'0,"0"0"0,3 2 0,1 2 0,4 4 0,1 0 0,2 3 0,-1-1 0,5 1 0,9 3 0,2-1 0,8-7 0,-2 4 0,5 1 0,1-1 0,9-6 0,-6 13 0,4-6 0,-4 1 0,-3 1 0,-8-1 0,-2 7 0,0 0 0,-15 0 0,13 0 0,-24 0 0,6 9 0,-8 4 0,-8 4 0,-3 2 0,-8 0 0,-1 9 0,1 2 0</inkml:trace>
  <inkml:trace contextRef="#ctx0" brushRef="#br0" timeOffset="7">14580 11646 8912,'-19'19'0,"0"1"0,2-1 0,4 0 0,-4-8 0,15-3 0,-5-8 0,14 0 0,-3 0 0,11-2 0,6-4 0,-1-5 0,16-8 0,-4 0 0,5-1 0,1 1 0,1 0 0,-1-1 0,-6 3 0,1 4 0,-8-4 0,7 4 0,-8 5 0,2 1 0,-5-3 0,7-1 0,2-8 0</inkml:trace>
  <inkml:trace contextRef="#ctx0" brushRef="#br0" timeOffset="8">15468 10952 8912,'-20'-9'0,"1"7"0,6-6 0,0 8 0,0 0 0,1 2 0,1 6 0,2 12 0,3 3 0,6 14 0,0 5 0,0 6 0,0 3 0,0 0 0,0 1 0,0 1 0,8 3 0,-3-7 0,8-4 0,-1-6 0,8-7 0,-1-6 0,0-13 0,1-7 0,-1-4 0,0-4 0,0-4 0,-6-7 0,0-13 0,-9 5 0,3-5 0,-5-2 0,-2 2 0,-11 1 0,-8 5 0,0 1 0,-7 0 0,-4 2 0,-2 4 0,4 4 0,2 9 0,5 0 0,2 2 0,-1 5 0,10 3 0,1 10 0,9-1 0,4-6 0,9 0 0,17 0 0,19 6 0</inkml:trace>
  <inkml:trace contextRef="#ctx0" brushRef="#br0" timeOffset="9">16065 11145 8912,'13'-7'0,"-2"-1"0,-2-3 0,-3-2 0,-6 0 0,0 0 0,0 9 0,0-4 0,0 16 0,2 5 0,2 13 0,3 6 0,-1 4 0,-6 3 0,0 1 0,0 5 0,0-4 0,0 6 0,0-8 0,0-1 0,0 1 0,-6-9 0,-1-4 0,-5-5 0,5-2 0,1-8 0,6-2 0,0-20 0,0-8 0,0-11 0,0-7 0,8-10 0,5-4 0,4-5 0,3-2 0,-8 0 0,1 0 0,0 11 0,6 9 0,-1 1 0,-3 14 0,-3 6 0,-7 6 0,12 11 0,-6 2 0,-1 5 0,7 12 0,-12 13 0,5 11 0,-1 2 0,-3 0 0,-3-7 0,1 1 0,2-1 0,1-8 0,-7-2 0,2-6 0,4 3 0,-4-12 0,7 4 0,-9-17 0,9-2 0,1-6 0,1-12 0,6 1 0,-8-17 0,4 4 0,4-5 0,-4-1 0,2 1 0,-3 5 0,6-2 0,-6 8 0,-3 0 0,8 7 0,-15 11 0,5 8 0,3 8 0,-7 11 0,3 1 0,-2-1 0,3 0 0,-5 0 0,4 1 0,3-1 0,-3 0 0,9-6 0,-2 0 0,-2-9 0,2 3 0,0-5 0,6-2 0,0-9 0,0-1 0,-1-10 0,-6 1 0,6 0 0,-14 2 0,9 4 0,-9-4 0,5 6 0,-9 0 0,0 3 0,2 20 0,2 6 0,2 3 0,1-12 0,-5 21 0,4-18 0,-1 10 0,8-9 0,-9 4 0,4 0 0,1-4 0,-7 4 0,15-13 0,-4 9 0,-2-9 0,2 3 0,-7-5 0,7-2 0,-9 0 0,13-9 0,-6-1 0</inkml:trace>
  <inkml:trace contextRef="#ctx0" brushRef="#br0" timeOffset="10">16740 10740 8912,'-8'-30'0,"-1"2"0,-6 9 0,2-1 0,9 10 0,-4 1 0,8 9 0,2 0 0,6 0 0,12 0 0,1 0 0,11 0 0,7 2 0,6 5 0,0 3 0,-7 10 0,-1-3 0,-5-4 0,4 12 0,-6-3 0</inkml:trace>
  <inkml:trace contextRef="#ctx0" brushRef="#br0" timeOffset="11">17126 11029 8912,'0'30'0,"-6"-2"0,-3-9 0,-2 0 0,7 1 0,-7-8 0,5 1 0,4 0 0,-7 6 0,9-6 0,0 0 0,0-6 0,0 5 0,2-5 0,5 6 0,-5-9 0,7 5 0,-9-9 0,8-9 0,-6-2 0,5-8 0,1-7 0,-1 1 0,8-10 0,-2 3 0,2-2 0,-3 2 0,6-2 0,-6 8 0,6 2 0,-8 3 0,7 8 0,-4 0 0,4 9 0,3-3 0,-1 14 0,-6 12 0,0 13 0,-3 13 0,3 7 0,2-3 0,-8 2 0,8-1 0,-2 1 0,-3 0 0,3-12 0,-2 2 0,2-16 0,12-7 0,-3-10 0</inkml:trace>
  <inkml:trace contextRef="#ctx0" brushRef="#br0" timeOffset="12">17956 11029 8912,'2'-19'0,"2"-1"0,2 1 0,1 0 0,-7 0 0,0-1 0,0 1 0,0 0 0,-2 2 0,-5 4 0,-3 4 0,-8 11 0,3 5 0,3 6 0,-3 4 0,0 2 0,2 0 0,6 1 0,5-1 0,2 7 0,0-1 0,0 7 0,0-6 0,2 6 0,3-4 0,1 2 0,9-6 0,-4 10 0,8-8 0,0 6 0,1-7 0,1 3 0,5-2 0,-5-7 0,5 1 0,-5-3 0,-1-11 0,-8 7 0,1-7 0,-8 3 0,1-3 0,-12-3 0,-7 3 0,-13 3 0,-6-3 0,-5 7 0,-1-7 0,-1 7 0,1-6 0,8 5 0,4-5 0,5-1 0,10-6 0,11 9 0,11 2 0</inkml:trace>
  <inkml:trace contextRef="#ctx0" brushRef="#br0" timeOffset="13">18611 11318 8912,'0'-19'0,"0"0"0,0 8 0,-2 4 0,-2 14 0,-3 6 0,-8 12 0,11-1 0,-9 8 0,9 0 0,-2 7 0,3-1 0,3-5 0,0-1 0,0 0 0,0 4 0,0-4 0,0-4 0,0-8 0,-2 5 0,-4 1 0,2-9 0,-9-11 0,8 5 0,-3 0 0</inkml:trace>
  <inkml:trace contextRef="#ctx0" brushRef="#br0" timeOffset="14">19055 11029 8912,'-13'-13'0,"2"0"0,1-2 0,1-2 0,0-2 0,5 0 0,4-1 0,7 1 0,5 2 0,6 4 0,9-4 0,-5 8 0,4-4 0,-5 7 0,-2 4 0,7 2 0,0 0 0,-3 8 0,-10 5 0,-6 7 0,-5 5 0,-2-3 0,0 12 0,-2-6 0,-5 2 0,-4-7 0,-1 12 0,-1-10 0,-2-1 0,4-3 0,-2-1 0,9-1 0,-7 0 0,5 0 0,4 1 0,-5-1 0,5 0 0,2 1 0,0-8 0,2 1 0,5 2 0,3 2 0,10 3 0,-1-1 0,7 0 0,-1 1 0,1-3 0,-7-2 0,1-2 0,-1-1 0,-2 1 0,-4 0 0,-7 2 0,-4-6 0,-6 8 0,-9-4 0,0-5 0,-17 7 0,5-8 0,-3 1 0,-4-1 0,2-5 0,4 4 0,5-4 0,-5-2 0,13-8 0,7-5 0,3-4 0,-5-11 0,-3-2 0</inkml:trace>
  <inkml:trace contextRef="#ctx0" brushRef="#br0" timeOffset="15">19730 10952 8912,'-26'8'0,"0"5"0,1 13 0,5 4 0,1 9 0,0-1 0,8 1 0,3-1 0,8 1 0,2-3 0,4-4 0,11-4 0,11-11 0,2-4 0,2-4 0,-2-14 0,-2-5 0,0-10 0,-15-3 0,13-5 0,-14-4 0,-3-5 0,-3-1 0,-6-1 0,-6 3 0,-7 4 0,-4-5 0,-4 14 0,-5-5 0,-6 7 0,4-3 0,-6 22 0,8-5 0,2 5 0,11 2 0,5 0 0,8 0 0,0 0 0</inkml:trace>
  <inkml:trace contextRef="#ctx0" brushRef="#br0" timeOffset="16">20540 10894 8912,'0'-36'0,"0"12"0,0-8 0,0 8 0,-11 14 0,-8 3 0,-9 5 0,-11 2 0,1 2 0,-1 5 0,3 3 0,4 10 0,-5 7 0,18 1 0,0 4 0,2 5 0,10-5 0,1 4 0,6 3 0,8 0 0,5-1 0,4 1 0,3-1 0,-1 1 0,0-1 0,0-6 0,1-2 0,-1-2 0,0-2 0,1 2 0,-1-7 0,-8 7 0,-5-17 0,-12-5 0,-7-1 0,-13-1 0,-6 2 0,-13 1 0,-2-7 0,-5 0 0,-3 0 0,3 0 0,-4 0 0,-10 0 0,-3 0 0</inkml:trace>
  <inkml:trace contextRef="#ctx0" brushRef="#br0" timeOffset="17">18534 11318 8912,'-19'0'0,"0"0"0,6 0 0,0 0 0,6-2 0,-5-4 0,5 3 0,-6-3 0,0 4 0,3-7 0,1 7 0,9-9 0,2 7 0,5-2 0,-5-9 0,15 10 0,-4-7 0,4-3 0,-4-3 0,0-1 0,0 0 0,-3 0 0,-3-1 0,1 1 0,1 0 0,2 0 0,-7-1 0,2 1 0,-4 8 0,5 1 0,-1 3 0,9 5 0,-10 4 0,7 17 0,-5 18 0,6 14 0,-9 5 0,2 2 0,3 6 0,-3 0 0,1 3 0,-7-3 0,0-6 0,0 0 0,-2-3 0,-5-10 0,-3-2 0,-10-11 0,-8-12 0,7-3 0,-7-7 0</inkml:trace>
  <inkml:trace contextRef="#ctx0" brushRef="#br0" timeOffset="18">18380 11453 8912,'0'-19'0,"0"0"0,0-1 0,0 7 0,0 1 0,0 7 0,0-3 0,8 8 0,5 0 0,13 0 0,8 0 0,9 0 0,6 0 0,24 0 0,7 0 0,5 0 0,-3 0 0,3-17 0,-7-5 0</inkml:trace>
  <inkml:trace contextRef="#ctx0" brushRef="#br0" timeOffset="19">20791 11106 8912,'-13'28'0,"0"-9"0,-2-10 0,6-7 0,1-2 0,23-7 0,4 1 0,7-7 0,-1 7 0,-1-7 0,8 7 0,-8-9 0,1 2 0,-3-4 0,-3-1 0,-2 3 0,-4 3 0,2-1 0,-8-7 0,-1 1 0,-6 0 0,0 0 0,-11 6 0,-8 0 0,0 9 0,-7-3 0,-2 5 0,2 2 0,-8 11 0,2 8 0,4 9 0,0 10 0,0 1 0,9 8 0,0 4 0,8-3 0,11 5 0,0-8 0,9 7 0,4-7 0,19-11 0,6-15 0,12-2 0,-5-10 0,17-9 0,-11-18 0,16-10 0</inkml:trace>
  <inkml:trace contextRef="#ctx0" brushRef="#br0" timeOffset="20">21581 10933 8912,'-21'-13'0,"-5"0"0,5 6 0,-7-3 0,0 1 0,-2 3 0,-9 14 0,1 5 0,-1 4 0,9 11 0,5 2 0,12 9 0,-2 6 0,8 0 0,3 2 0,10-4 0,7 2 0,13 0 0,4-15 0,9-5 0,-1-5 0,1-8 0,-1-3 0,1-9 0,-1 0 0,1 0 0,-9-9 0,6-10 0,-6-11 0</inkml:trace>
  <inkml:trace contextRef="#ctx0" brushRef="#br0" timeOffset="21">21736 11048 8912,'10'-19'0,"-1"0"0,-11 8 0,-5 5 0,5 3 0,-13 14 0,9 8 0,-7 3 0,6 10 0,-5-2 0,5 2 0,1 4 0,6-3 0,0-3 0,0 2 0,0-9 0,0 3 0,8-7 0,5-6 0,4-4 0,3-9 0,-1 0 0,0 0 0,-6-15 0,0-5 0,-9-10 0,3 5 0,-5-10 0,-2 3 0,-2-4 0,-5-3 0,5 9 0,-4 5 0,-5-5 0,9 8 0,-5-3 0,5 10 0,2 2 0,0 8 0,17-3 0,5 8 0</inkml:trace>
  <inkml:trace contextRef="#ctx0" brushRef="#br0" timeOffset="22">22333 11068 8912,'-19'19'0,"6"-8"0,0-5 0,9 5 0,-13-9 0,4 4 0,5 5 0,-10-7 0,6 9 0,-6 0 0,1 6 0,4 0 0,-4 1 0,4-1 0,-2 0 0,3 1 0,3-10 0,7 1 0,-5-5 0,5-6 0,-4 0 0,12 0 0,-1-19 0,7 0 0,1-3 0,7-10 0,-1 9 0,0-3 0,7 2 0,0-1 0,-1 3 0,-3-1 0,3 8 0,-3-2 0,6 12 0,-9-7 0,7 7 0,-1-1 0,-1 4 0,-3 10 0,1 5 0,1 13 0,3 6 0,0-4 0,-5 8 0,3-6 0,2 0 0,8-2 0,-4-9 0</inkml:trace>
  <inkml:trace contextRef="#ctx0" brushRef="#br0" timeOffset="23">23086 11087 8912,'-9'-19'0,"7"-9"0,-13 6 0,6-3 0,-1 3 0,3 3 0,-6 0 0,1 8 0,-8 4 0,1 7 0,0 7 0,-7 4 0,0 8 0,-8 9 0,10 4 0,-8 13 0,11-4 0,1 3 0,3-3 0,11-2 0,-1-9 0,7-5 0,0-3 0,0-3 0,11-8 0,8-5 0,9-6 0,11-6 0,6-7 0,0-13 0,-2-6 0,6-4 0,-10-3 0,1-2 0,-5-3 0,-3 3 0,4-15 0,-4 5 0,-6-5 0,-13-2 0,2 0 0,-9 3 0,-1 3 0,-3 14 0,-4 10 0,-5 8 0,-3 18 0,-16 9 0,0 25 0,-2 2 0,3 18 0,3 5 0,-4 8 0,5-3 0,2-2 0,8-9 0,5 1 0,3-3 0,3 2 0,5-4 0,8-8 0,2-11 0,17-9 0,6-2 0,9-10 0,3-3 0,-7-10 0,14-7 0,1-13 0,2-4 0,11-9 0,-7 1 0,7-1 0,-2 1 0,1 1 0,-5 5 0,-14 4 0,-10 11 0,-9 4 0,-15 5 0,0 10 0,-6 4 0,-5 5 0,-12 17 0,-1 4 0,-10 5 0,-2 1 0,-2 7 0,-12 0 0,-1-2 0,-11-2 0,-13-3 0,-12 1 0,1-3 0,-2-4 0,-2-6 0,-8-5-791,-3-1 791,-16-1 0,10-8 0,-17-3 0,4-8 0,47 0 0,-2 0 0,-4 0 0,-2 0 0,-5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30T03:37:03.981"/>
    </inkml:context>
    <inkml:brush xml:id="br0">
      <inkml:brushProperty name="width" value="0.05292" units="cm"/>
      <inkml:brushProperty name="height" value="0.05292" units="cm"/>
      <inkml:brushProperty name="color" value="#3165BB"/>
    </inkml:brush>
  </inkml:definitions>
  <inkml:trace contextRef="#ctx0" brushRef="#br0">3973 9641 8912,'-13'0'0,"0"0"0,-2 0 0,5 0 0,-3 0 0,8-2 0,-3-3 0,-1-1 0,7-1 0,-6 7 0,8 0 0,0 0 0</inkml:trace>
  <inkml:trace contextRef="#ctx0" brushRef="#br0" timeOffset="1">3915 9641 8912,'-8'10'0,"5"1"0,-3-4 0,4-3 0,2 9 0,8 0 0,-3-3 0,8-3 0,2-5 0,2 6 0,8-5 0,1 3 0,2-4 0,-2-2 0,-3 0 0,7 0 0,-2 0 0,6 0 0,-10 2 0,8 5 0,0-5 0,7 4 0,-1-4 0,1-2 0,6 0 0,0 0 0,9-2 0,-3-4 0,5 2 0,2-9 0,-1 6 0,1-3 0,0 1 0,0-6 0,-7 13 0,1-5 0,-9-1 0,2 1 0,-5 1 0,-1 6 0,-9-9 0,-2-1 0</inkml:trace>
  <inkml:trace contextRef="#ctx0" brushRef="#br0" timeOffset="2">5304 9621 8912,'36'-8'0,"-4"6"0,15-15 0,-8 14 0,0-3 0,-3 2 0,-4-3 0,-4 5 0,-9-4 0,1 4 0,-10 2 0,-1 0 0,-9 0 0,0 0 0,0 8 0,-2-6 0,-5 5 0,5-5 0,-9-2 0,5 0 0,-5 0 0,-8 0 0,-2 0 0,-5 0 0,-6 0 0,-13 0 0,0 6 0,-13 1 0,4 6 0,-12-5 0,-1 3 0,-1-7 0,-16 13 0,-1-4 0,-3 4 0,6-6 0,-1 6 0,10-6 0,2 0 0,9 6 0,6-13 0,18 9 0,8-9 0,10 3 0,1 3 0,8-8 0,3 7 0,10-9 0,4 0 0,-3 0 0,14 0 0,-15 0 0,15 0 0,-13 2 0,9 5 0,2 5 0,2 6 0,3 1 0,-1 0 0</inkml:trace>
  <inkml:trace contextRef="#ctx0" brushRef="#br0" timeOffset="3">15159 11010 8912,'-17'-13'0,"4"0"0,-4 9 0,6-5 0,0 1 0,3 5 0,8-5 0,2 14 0,4 1 0,7-3 0,4 7 0,-4-9 0,0 4 0,0-1 0,6-1 0,1 2 0,-1 1 0,0-7 0,0 0 0,7 6 0,0 1 0,8-1 0,-2-6 0,7 0 0,6 0 0,-2 0 0,8 0 0,1 0 0,5 0 0,-5 0 0,-3 0 0,-2 0 0,7 0 0,-5 0 0,9 0 0,-9 0 0,-4 0 0,-2 2 0,2 5 0,-4-3 0,4 9 0,-4-7 0,-3 5 0,1-3 0,-1 7 0,5-6 0,0 4 0,0-7 0,-7 5 0,11-9 0,-8 4 0,0-3 0,-1-3 0,7 0 0,0 0 0,9 0 0,-3 0 0,5 0 0,2 0 0,-3 0 0,-3 0 0,4-7 0,-5 1 0,-4-1 0,-2 7 0,-4 0 0,-3 0 0,1 0 0,0 0 0,-1 0 0,1 7 0,-1-1 0,1 1 0,2-7 0,4 0 0,6 0 0,11 0 0,3 0 0,7 0 0,-3-3 0,8-3 0,-2 4 0,-6-5 0,-11 5 0,-1-6 0,-16 6 0,4-5 0,-4 3 0,-5 0 0,-4-3 0,3 1 0,-10 6 0,8-2 0,-8-5 0,-5 5 0,-8-4 0,1 4 0,-2 2 0,-2 0 0,-9 0 0,0 0 0,-9 0 0,7 0 0,-7 0 0,7 0 0,-4 0 0,4 0 0,-9 0 0,4 0 0,3 0 0,-9 0 0,0 0 0,-6 0 0,0 0 0,-7 0 0,-2 0 0,-2 0 0,-8 2 0,-7 4 0,0-4 0,0 9 0,0-5 0,-11-3 0,-2 5 0,-10 1 0,1-7 0,-10 13 0,2-9 0,-6-2 0,-1 5 0,11-3 0,5 1 0,8-7 0,0 0 0,7 0 0,1 0 0,3 0 0,2-2 0,7-5 0,-3 5 0,-4-4 0,-4-5 0,-3 9 0,1-7 0,-3 1 0,7 6 0,-9-7 0,5 9 0,4-6 0,2-1 0,2 1 0,0 6 0,-2 0 0,0 0 0,4-7 0,-4 1 0,5 0 0,-5 6 0,-7 0 0,-3 0 0,-8 0 0,-1 0 0,4 0 0,-4 0 0,4 0 0,-4 0 0,4 0 0,2 0 0,8 0 0,5 0 0,5 0 0,-7 0 0,6 0 0,-4 0 0,6-7 0,7 1 0,-9-1 0,9 7 0,-6 0 0,12 0 0,-2 0 0,2 0 0,5-6 0,-5-1 0,11 1 0,2 6 0,9 0 0,-13 0 0,15 0 0,-7 0 0,11 0 0,5 0 0,-5 0 0,7 0 0,-9 0 0,8 0 0,-6 0 0,7 0 0,-9 0 0,0 0 0,8 0 0,-3 0 0,8 0 0,-9 0 0,13 6 0,-4 1 0,-2-1 0,1-6 0,3 2 0,9 3 0,2 1 0,8 1 0,-2-7 0,5 8 0,1-6 0,3 7 0,4-1 0,-4-5 0,12 5 0,-6-6 0,3 5 0,-5-5 0,6 4 0,-8-4 0,13-2 0,-5 0 0,5 0 0,-1 0 0,-3 0 0,4 0 0,-5 0 0,5 0 0,2 0 0,-1 0 0,-1-2 0,-2-2 0,-3-2 0,-6-1 0,7 7 0,-10 0 0,12-2 0,-9-4 0,2 3 0,-2-3 0,7 4 0,-3 2 0,2 0 0,1 0 0,6 0 0,-1 0 0,1 0 0,-8 0 0,3 0 0,-8-2 0,-2-5 0,4 5 0,-2-4 0,2 4 0,-2 2 0,-2 0 0,9 0 0,-3 0 0,2 0 0,5-9 0,-13 7 0,8-5 0,-6 5 0,7 2 0,-16 0 0,3 0 0,-7 0 0,0 0 0,-2 0 0,-6 0 0,1 0 0,1 0 0,-15 0 0,6 0 0,-15 0 0,7 0 0,-11 0 0,-5 0 0,5 0 0,-15 0 0,4-2 0,-13-4 0,-4 1 0,-8-7 0,-9-1 0,-3-7 0</inkml:trace>
  <inkml:trace contextRef="#ctx0" brushRef="#br0" timeOffset="4">15082 9756 8912,'0'-19'0,"0"0"0,0 0 0,0-1 0,0 10 0,0 10 0,0 10 0,0 10 0,0-1 0,0 0 0,0 0 0,6 1 0,1-1 0,-1 0 0,-4 1 0,3-1 0,1 0 0,0 9 0,-6-7 0,0 7 0,0-9 0,0-8 0,9 6 0,2-6 0</inkml:trace>
  <inkml:trace contextRef="#ctx0" brushRef="#br0" timeOffset="5">15178 9795 8912,'20'-9'0,"-1"-1"0,0-1 0,0 2 0,-6 9 0,0 0 0,-6 3 0,5 3 0,-5 7 0,6 13 0,-7-3 0,7 7 0,2-2 0,2 6 0,5-10 0,3 8 0,5-9 0,17 14 0,3-7 0</inkml:trace>
  <inkml:trace contextRef="#ctx0" brushRef="#br0" timeOffset="6">18688 9988 8912,'-2'-11'0,"-2"2"0,-2 1 0,-1-3 0,7-8 0,7 6 0,-1 0 0,0 7 0,-3-5 0,1 0 0,2 1 0,1 5 0,-1-5 0,1 3 0,1 3 0,-1-9 0,-5 9 0,8-11 0,-3 8 0,-5 1 0,7 6 0,-9 9 0,0 3 0,-7 6 0,-1 3 0,-3 5 0,-2 1 0,-6 6 0,-1 3 0,1-4 0,6 5 0,0 1 0,3-6 0,-3 0 0,2-8 0,5 2 0,4-5 0,-7-10 0,18-3 0,1-8 0</inkml:trace>
  <inkml:trace contextRef="#ctx0" brushRef="#br0" timeOffset="7">19074 9853 8912,'-8'-11'0,"5"3"0,-7 8 0,3 0 0,-3 17 0,-10 8 0,-5 12 0,-1 8 0,-8 6 0,1 13 0,6-4 0,-8 15 0,10-4-105,7-4 1,1 8 0,7-7-1</inkml:trace>
  <inkml:trace contextRef="#ctx0" brushRef="#br0" timeOffset="8">3761 12919 8912,'11'0'0,"-3"0"0,-8 0 0,2 0 0,5 0 0,-3 0 0,9 0 0,-7 0 0,7 0 0,-6 0 0,5 0 0,3 0 0,3 0 0,1 0 0,0 0 0,0 0 0,1 2 0,-1 2 0,0 2 0,7 3 0,0-3 0,-1-3 0,3 7 0,2-5 0,0 1 0,7 0 0,-5-6 0,2 3 0,-2 3 0,5-4 0,-5 5 0,4-5 0,3-2 0,-7 0 0,0 0 0,0 0 0,7 0 0,-1 0 0,-1 0 0,-3 0 0,-2 0 0,0 0 0,7 0 0,0 0 0,-7 0 0,-2 0 0,-2 0 0,6 0 0,-11 0 0,10 0 0,-10 0 0,5 0 0,0 0 0,-7 0 0,9 0 0,-6 0 0,2 0 0,-1 0 0,-5-7 0,-1 1 0,0 2 0,9 1 0,-7 3 0,5 0 0,-4 0 0,5 0 0,-5 0 0,6 0 0,0 0 0,-7 9 0,13-7 0,-8 5 0,8-5 0,-4-2 0,0 0 0,7 0 0,-16 0 0,5 0 0,2 0 0,-3 0 0,-1 0 0,-3 0 0,-1 0 0,-1 0 0,0 0 0,1 0 0,-1 0 0,0 0 0,0 0 0,1 0 0,-1 0 0,0 2 0,1 4 0,5-4 0,1 5 0,2-5 0,-2-2 0,-3 6 0,9 1 0,-6-1 0,6-6 0,-8 9 0,12-5 0,-4 9 0,5-9 0,1 3 0,1-3 0,-1 2 0,1-4 0,0 5 0,-7-5 0,0-2 0,-2 0 0,2 0 0,4 0 0,-3 0 0,-6 0 0,-1 0 0,-4 0 0,-3 0 0,0 0 0,0 0 0,1 0 0,-1 0 0,0 0 0,1 0 0,-1 0 0,0 0 0,0 0 0,1 0 0,-1 0 0,0 0 0,1 0 0,-1 0 0,0 0 0,7 0 0,0 0 0,-1 0 0,-5 0 0,-1 0 0,0 0 0,7 0 0,0 0 0,-1 0 0,-5 0 0,-1 0 0,0 0 0,7 0 0,0 0 0,1 0 0,-1 0 0,-4-2 0,3-5 0,-3 5 0,-3-4 0,3 4 0,3 2 0,-3 0 0,3 0 0,-3-2 0,-3-5 0,7 5 0,0-4 0,-1 3 0,-5 3 0,5 0 0,1 0 0,2 0 0,-2 0 0,-5 0 0,5 0 0,-3 0 0,1 0 0,4-2 0,2-4 0,-7 4 0,3-5 0,2 5 0,-2 2 0,1 0 0,-1 0 0,-4 0 0,3 0 0,-3 0 0,-3 0 0,0 0 0,1 0 0,-1 0 0,0 0 0,0 0 0,1 0 0,-1 0 0,-6 0 0,0 0 0,-7 0 0,7 0 0,-9 0 0,13 0 0,-6 0 0,2 0 0,0 0 0,0 0 0,0 0 0,-1 0 0,-7-2 0,1-4 0,-2 3 0,3-3 0,-5 4 0,7 2 0,-9 0 0,0 0 0,-9 0 0,-2 0 0,-8 0 0,0-2 0,-1-5 0,-7 5 0,1-13 0,-11 9 0,-3 2 0,-5-5 0,0 3 0,2-7 0,-9 6 0,1-1 0,-7 1 0,-8 5 0,6-9 0,-5 7 0,5-2 0,0-1 0,-4 7 0,4 0 0,-6 0 0,8 0 0,-7 7 0,1-1 0,-2 7 0,1-7 0,-1 3 0,-7-5 0,2 3 0,9 6 0,-2-7 0,-2 3 0,1-5 0,3 4 0,2 3 0,-6-4 0,-5 5 0,-13 10-212,-6 10 0,-12-4 0,48-14 0,0 0 1</inkml:trace>
  <inkml:trace contextRef="#ctx0" brushRef="#br0" timeOffset="9">4031 14133 8912,'-19'0'0,"-1"0"0,1 0 0,0 0 0,-1 0 0,10-2 0,3-4 0,7 4 0,7-5 0,3 5 0,3-4 0,0-1 0,2 3 0,-4 2 0,2 2 0,0 0 0,6 0 0,0 0 0,0 0 0,-8 0 0,6 0 0,-4 0 0,4 0 0,3 0 0,-1 0 0,0 0 0,0 0 0,1 0 0,1 0 0,5 0 0,-5 0 0,5 0 0,4 0 0,2 0 0,-2-2 0,2-5 0,0 5 0,7-4 0,0 3 0,-1 3 0,1-2 0,-1-4 0,3 4 0,4-5 0,-4-1 0,4 1 0,-5 3 0,-1-7 0,-7 9 0,0-4 0,-2 4 0,2 2 0,3-3 0,-7-1 0,2-2 0,2-1 0,4 7 0,-2 0 0,-1 0 0,-1 0 0,0 0 0,0 0 0,2 0 0,3 0 0,-1 0 0,-4 0 0,5 0 0,-5 0 0,2 0 0,-2 0 0,5 0 0,-5 0 0,-2 0 0,0 0 0,-2 0 0,6 0 0,-10 0 0,6 0 0,-3 0 0,-1 0 0,0 0 0,0 0 0,-3 0 0,-1 0 0,-3 0 0,0 0 0,0 0 0,1 0 0,-1 0 0,0 0 0,3-6 0,3-1 0,-3 1 0,4 6 0,-5 0 0,-2 0 0,1 0 0,-8 0 0,1 0 0,0 0 0,6 0 0,1 0 0,-1 0 0,0 0 0,1 0 0,-1 0 0,0 0 0,0 0 0,1 0 0,-10 0 0,8 0 0,-14 0 0,9 0 0,-9-2 0,5-2 0,-1-3 0,-6 1 0,9 6 0,-5 0 0,-3 0 0,14 0 0,-7 0 0,3 0 0,0 0 0,-9 0 0,5 0 0,-9 0 0,0-2 0,0-5 0,0 5 0,0-7 0,0 9 0,0 0 0,0 9 0,0 2 0</inkml:trace>
  <inkml:trace contextRef="#ctx0" brushRef="#br0" timeOffset="10">14715 1292 8912,'-19'0'0,"0"0"0,0-2 0,-1-5 0,10 7 0,3 0 0,5 11 0,11 15 0,1 8 0,3 9 0,-2 10 0,-3 10 0,7-3 0,-12 12 0,3-5 0,-2-1 0,3 1 0,-5-3 0,4-6 0,-4-15 0,-2-7 0,0-6 0,0-4 0,0-16 0,-2-1 0,-4-9 0,-13-17 0,-11-5 0</inkml:trace>
  <inkml:trace contextRef="#ctx0" brushRef="#br0" timeOffset="11">14330 1523 8912,'-20'0'0,"10"0"0,-7-6 0,4-1 0,4-8 0,1 5 0,18-10 0,10 1 0,18 0 0,20 0 0,11-7 0,14 0 0,-4-6 0,5 6 0,-7 3 0,-6 8 0,-7 2 0,-12 9 0,-10-3 0,-16 14 0,-2 3 0,-18 10 0,-2 14 0,-10 4 0,-11 14 0,-9-1 0,-17 14 0,3 3 0</inkml:trace>
  <inkml:trace contextRef="#ctx0" brushRef="#br0" timeOffset="12">14465 2179 8912,'13'13'0,"-1"0"0,1-9 0,7 4 0,-1-8 0,7-8 0,-1-5 0,10-4 0,-3-2 0,4-1 0,3 1 0,1 2 0,5 4 0,-4-4 0,4 6 0,-4 0 0,-3-6 0,1 4 0,0-4 0,-1-2 0</inkml:trace>
  <inkml:trace contextRef="#ctx0" brushRef="#br0" timeOffset="13">15390 1851 8912,'-19'0'0,"-7"0"0,1 0 0,-10 0 0,5 0 0,-8 0 0,-1 6 0,3 3 0,4 2 0,4-7 0,11 13 0,4-4 0,4 4 0,11-4 0,5 0 0,4 0 0,8 6 0,9-6 0,4 0 0,2 0 0,-2 6 0,3 0 0,-8 0 0,3 1 0,-6-1 0,2 0 0,-13 3 0,-7 3 0,-4-3 0,-2 14 0,-4-6 0,-9 0 0,0 7 0,-23-10 0,6 6 0,0-8 0,-7-3 0,16-5 0,-5-4 0,5-5 0,1-8 0,10-8 0,-7-20 0,6-13 0</inkml:trace>
  <inkml:trace contextRef="#ctx0" brushRef="#br0" timeOffset="14">17377 1793 8912,'-7'-13'0,"1"0"0,2-2 0,-5-2 0,1-2 0,-1 0 0,-2-1 0,1 1 0,-3 2 0,-4 2 0,-1 4 0,-1 3 0,4-7 0,-15 15 0,7 0 0,-5 13 0,-2 10 0,6 7 0,-2 11 0,5 4 0,2 2 0,-1 4 0,3 3 0,4-9 0,5 0 0,8-13 0,0 0 0,8-10 0,5-3 0,7-8 0,5-11 0,-1-2 0,8-5 0,-6-4 0,6-8 0,-9-7 0,3 1 0,-7-10 0,-4 5 0,-2 0 0,0-6 0,-2 12 0,-5-8 0,5 9 0,-9-5 0,7 17 0,-9 7 0,0 17 0,0 2 0,0 17 0,2 0 0,2 7 0,3-1 0,8-8 0,-7 4 0,5-8 0,4 4 0,-4-11 0,4 5 0,2-11 0,7-5 0,0-1 0,0-5 0,-7-2 0,0-9 0,9-10 0,2-11 0</inkml:trace>
  <inkml:trace contextRef="#ctx0" brushRef="#br0" timeOffset="15">17801 1755 8912,'-8'-13'0,"-5"0"0,-4 9 0,-3-3 0,-1 5 0,-3 4 0,-1 5 0,-1 12 0,7 4 0,-1 10 0,1 1 0,8 11 0,-4-4 0,9 4 0,-1-5 0,7-1 0,0-3 0,0-4 0,11-4 0,8-8 0,1-10 0,5-3 0,5-5 0,3-2 0,3-2 0,3-5 0,-1-10 0,1-9 0,-1-8 0,1 4 0</inkml:trace>
  <inkml:trace contextRef="#ctx0" brushRef="#br0" timeOffset="16">18187 1735 8912,'-19'-19'0,"-3"6"0,-3 0 0,3 9 0,-8-5 0,4 9 0,5 3 0,-5 3 0,5 7 0,2 13 0,1 4 0,6 8 0,1 1 0,4-1 0,5 1 0,-4-1 0,10-1 0,3-5 0,14 2 0,0-8 0,7-2 0,-4-12 0,12-3 0,-4-9 0,5 0 0,-7 0 0,4 0 0,-8 0 0,6-9 0,-6-3 0,-1-6 0,3-1 0,2 0 0</inkml:trace>
  <inkml:trace contextRef="#ctx0" brushRef="#br0" timeOffset="17">18553 1793 8912,'0'11'0,"0"6"0,0-6 0,0 2 0,0-1 0,0-7 0,3 3 0,3-8 0,-2 0 0,9 0 0,-9 0 0,14 0 0,-16-8 0,6-3 0,-8-8 0,0-1 0,-2 10 0,-4 3 0,4-3 0,-9 7 0,4-3 0,5 4 0,-6 2 0,8 0 0,2 0 0,4 0 0,-4 0 0,16 0 0,-6 0 0,6-9 0,-6 5 0,1-9 0,-8 9 0,12-13 0,-17 8 0,0-4 0,-2 5 0,-11 8 0,-7 0 0,-5 0 0,-3 0 0,2 0 0,5 8 0,-5 5 0,-2 6 0,2 7 0,1-2 0,5 8 0,10 2 0,3 9 0,5 2 0,2 0 0,4-9 0,9-3 0,9-6 0,16-7 0,7-3 0,0-4 0,2-5 0,-2-8 0,-4 0 0,4 0 0,-4-8 0,-3-5 0,-8-13 0,-2-4 0</inkml:trace>
  <inkml:trace contextRef="#ctx0" brushRef="#br0" timeOffset="18">19421 1812 8912,'-36'-15'0,"4"-4"0,6-2 0,5 8 0,3-4 0,6 4 0,3-4 0,9 6 0,0 5 0,0 14 0,0 11 0,0 1 0,-6 10 0,-1-5 0,-6 3 0,7 4 0,-3-4 0,5-8 0,-2-1 0,-1 0 0,5 7 0,-4 0 0,3-7 0,-3-6 0,4 0 0,2 6 0,0 0 0,0-8 0,0 6 0,8-6 0,3 6 0,8-4 0,-6-5 0,0-8 0,0 9 0,-2-5 0,-5 9 0,-4-9 0,-4 13 0,-4-4 0,-7-2 0,-11 0 0,-1-3 0,-1 7 0,0-13 0,0 5 0,1-5 0,5-2 0,10-2 0,3-5 0,5-3 0,2-18 0,0-2 0</inkml:trace>
  <inkml:trace contextRef="#ctx0" brushRef="#br0" timeOffset="19">19884 1755 8912,'0'-20'0,"-2"1"0,-2 0 0,-3-1 0,-8 10 0,11-5 0,-9 8 0,-2 1 0,-11 6 0,5 2 0,-5 4 0,3-1 0,-3 8 0,2-1 0,-6 8 0,3-1 0,1 9 0,9-7 0,4 5 0,4-5 0,9-1 0,0 5 0,5 1 0,7-2 0,1-3 0,17-2 0,-4 1 0,2-1 0,4 0 0,2 1 0,-8-1 0,0 0 0,-7 0 0,0 1 0,1-1 0,-8-2 0,1-4 0,-8 6 0,1 1 0,-12-1 0,-7 6 0,-13-1 0,-6 2 0,-5-3 0,-1 9 0,-7-10 0,0-3 0,2-2 0,11-10 0,-2-1 0,8-6 0,0-8 0,7-3 0</inkml:trace>
  <inkml:trace contextRef="#ctx0" brushRef="#br0" timeOffset="20">20791 1330 8912,'-22'-19'0,"-4"0"0,5 2 0,-5 2 0,5 2 0,2 0 0,-1 2 0,1 5 0,0 4 0,6 2 0,0 0 0,7 4 0,-7 9 0,8 0 0,-3 30 0,8-3 0,0 7 0,0 13 0,0 7 0,0 4 0,0 1 0,0-7 0,0 5 0,0-5 0,0 5 0,0-5 0,0-8 0,0-9 0,0-8 0,0 3 0,0-15 0,0 4 0,0-4 0,0-9 0,0-8 0,0-3 0,-9-8 0,-1 0 0</inkml:trace>
  <inkml:trace contextRef="#ctx0" brushRef="#br0" timeOffset="21">20289 2044 8912,'-28'0'0,"13"-7"0,-4 1 0,4 0 0,6 6 0,9 0 0,18 0 0,14-7 0,13 1 0,4-3 0,9 3 0,-2 1 0,-5-7 0,3 5 0,-9-6 0,0 9 0,-9-2 0,-4 3 0,5-5 0,-16 6 0,5-5 0,-5 5 0,-10 2 0,6 0 0,-15 0 0,7 2 0,-9 5 0,0-5 0,0 6 0,0-8 0,2 0 0,4 0 0,5 0 0,8 7 0,1-1 0,-1 9 0,0-4 0,0 8 0,-8 1 0,-4-1 0,1 0 0,-1 0 0,-1 7 0,-6 0 0,-2 8 0,-5-2 0,-1-4 0,-5-2 0,-2-5 0,9-2 0,-7-6 0,6 0 0,1-9 0,6-4 0,0-12 0,2-12 0,4-2 0,1-6 0,12 7 0,-2-8 0,15 8 0,1-7 0,5 6 0,3 0 0,4 7 0,-2 2 0,8 4 0,1-2 0,5 8 0,-5 1 0,-1 6 0,-14 0 0,1 0 0,-12 0 0,0 0 0,-5 0 0,-10 0 0,-3 0 0,-33 0 0,10 0 0,-17 0 0,8-6 0,5-1 0,-7 1 0,0 6 0,1 2 0,5 4 0,1-1 0,0 7 0,6 1 0,0 7 0,7-1 0,-7 0 0,8 0 0,-1 1 0,4-1 0,2-8 0,0 6 0,2-9 0,4 5 0,5-4 0,8-9 0,1 0 0,-1 0 0,0-7 0,1 1 0,-1-9 0,0 2 0,-6-2 0,0 2 0,0-4 0,6 6 0,-6-1 0,0-1 0,-7 8 0,7-1 0,-9 4 0,11 4 0,-8 4 0,1-1 0,-1 8 0,1-7 0,5 7 0,2-7 0,-8 7 0,8-6 0,-3 5 0,6-7 0,1 1 0,0-4 0,0-2 0,1 0 0,-1-2 0,0-4 0,-6 1 0,0-7 0,0 7 0,6-12 0,-6 13 0,0-9 0,-9 7 0,3-7 0,-5 8 0,-4-10 0,-5 9 0,5 0 0,-7 6 0,9 2 0,0 4 0,0-2 0,0 9 0,0 0 0,0 6 0,0 1 0,0-1 0,0 7 0,0-1 0,-6 1 0,0-7 0,-1-6 0,7 0 0,-2-2 0,-4 2 0,3 4 0,-5-15 0,8-2 0,0-13 0,0-6 0,0-7 0,6-4 0,1-8 0,6 1 0,-7 5 0,7-2 0,-7 8 0,9-2 0,-2 2 0,-2 11 0,2-4 0,0 13 0,6-1 0,0 5 0,0 2 0,-1 9 0,-6 4 0,6 4 0,-6 2 0,-1 7 0,2-1 0,-9 8 0,3-8 0,-5 1 0,-2-7 0,6-6 0,1 0 0,-3 2 0,-2-6 0,-2-1 0,2-10 0,5-4 0,6-7 0,-5-4 0,9-3 0,-6-1 0,0-5 0,6 5 0,-9-7 0,5 9 0,2-1 0,-6 1 0,2 0 0,-7 8 0,13 2 0,-13 9 0,9 0 0,-6 11 0,3 6 0,-1 7 0,6 4 0,-2-3 0,-5-3 0,9 8 0,-4-4 0,11-11 0,2 4 0,1-11 0,-1 5 0,4-8 0,9 1 0,6-12 0,0-7 0,-2-11 0,-11-2 0,4-8 0,-4 2 0,-6-4 0,-7-3 0,-8 0 0,-11 1 0,0-1 0,-9 9 0,-1 5 0,-12 12 0,-3 6 0,-5 5 0,-9 19 0,0 9 0,3 10 0,4 9 0,-2-2 0,8 9 0,2-3 0,11 5 0,7-3 0,4-8 0,6 4 0,9-9 0,11-1 0,21-5 0,4-6 0,9-13 0,-3-5 0,-3-8 0,4-2 0,-7-7 0,0-10 0,-10-17 0,-11-14 0</inkml:trace>
  <inkml:trace contextRef="#ctx0" brushRef="#br0" timeOffset="22">25496 1273 8912,'0'-13'0,"-2"0"0,-4-2 0,-5 0 0,-8 0 0,-3 4 0,-3 3 0,1 1 0,-8 7 0,-4 0 0,-7 0 0,-9 0 0,3 11 0,-2 8 0,-1 11 0,-6 15 0,0 9 0,1 8 0,9 2 0,10 13 0,-1-4 0,26 6 0,1-10 0,7-3 0,14-10 0,4-11 0,12-13 0,8-6 0,12-5 0,4-10 0,9-5 0,0-3 0,6-6 0,0-3 0,0-5 0,-6-2 0,-2 1 0,-5-3 0,-3 6 0,-12-8 0,-4 4 0,-4 4 0,-34 1 0,1 8 0,-40 0 0,5 0 0</inkml:trace>
  <inkml:trace contextRef="#ctx0" brushRef="#br0" timeOffset="23">24609 2468 8912,'-38'11'0,"8"4"0,4-9 0,13 9 0,22-13 0,16 5 0,18-5 0,9-2 0,12 0 0,7 0 0,-3-7 0,3-1 0,2-3 0,2-2 0,8-6 0,1 0 0,-3-1 0,-1 1 0,-12 2 0,-3 4 0,-14-2 0,-6 9 0,-6-1 0,-7 7 0,-7-8 0,-12-5 0,4-4 0,-6-3 0</inkml:trace>
  <inkml:trace contextRef="#ctx0" brushRef="#br0" timeOffset="24">26596 1639 8912,'-9'-19'0,"-4"-1"0,3 3 0,-1 2 0,2 2 0,3 9 0,6 4 0,0 17 0,0 13 0,0 4 0,0 18 0,0 1 0,0 12 0,0-5 0,0 4 0,0-4 0,0 4 0,0 1 0,-7-1 0,1-9 0,2-3 0,-7 4 0,2-16 0,-3 5 0,-6-13 0,6-6 0,-6-13 0,-9-22 0,-3-12 0</inkml:trace>
  <inkml:trace contextRef="#ctx0" brushRef="#br0" timeOffset="25">26364 1697 8912,'0'-28'0,"0"-4"0,0 4 0,2 4 0,5 9 0,4-2 0,8 4 0,9 5 0,-5 1 0,9 14 0,-8 6 0,4 10 0,0 3 0,-15 8 0,12-10 0,-12 8 0,-4-6 0,-3 6 0,-4-7 0,-2 8 0,-2-10 0,-4 3 0,-5 2 0,-8-3 0,-1 1 0,-1-7 0,-5 1 0,5-1 0,-5 0 0,5 1 0,8-3 0,0-4 0,9 4 0,-5-7 0</inkml:trace>
  <inkml:trace contextRef="#ctx0" brushRef="#br0" timeOffset="26">26981 1947 8912,'-19'0'0,"-2"-2"0,-5-4 0,5 4 0,-7-5 0,8 14 0,1 3 0,0 10 0,0-1 0,-1 0 0,10 7 0,3 0 0,5-3 0,2 7 0,2-8 0,5 1 0,5-8 0,12 0 0,2-8 0,6-1 0,-6-6 0,8 0 0,-13-8 0,5-5 0,-5-11 0,-1-2 0,-1 3 0,-8-7 0,-5-2 0,-4 4 0,-4-6 0,-4 8 0,-7-6 0,-11 6 0,-1 2 0,-3 3 0,2 2 0,5 8 0,-5 5 0,7 6 0,6 6 0,4 5 0,9 8 0,0 0 0,17 1 0,5-1 0</inkml:trace>
  <inkml:trace contextRef="#ctx0" brushRef="#br0" timeOffset="27">27329 1947 8912,'0'-30'0,"0"-4"0,0 8 0,0 1 0,0 5 0,0 10 0,0 1 0,-7 20 0,1 8 0,-1 9 0,7 11 0,-2 8 0,-2 2 0,-3 0 0,1 13 0,6-4 0,-6 4 0,-1-4 0,1-2 0,6-5 0,-2 3 0,-5-9 0,5-2 0,-4-11 0,3 4 0,-5-14 0,6-5 0,-5-17 0,5-9 0,2-10 0,0-17 0,0-5 0</inkml:trace>
  <inkml:trace contextRef="#ctx0" brushRef="#br0" timeOffset="28">27194 1986 8912,'-18'-58'0,"3"2"0,3 5 0,7 12 0,-3 3 0,10 17 0,4-1 0,-1 10 0,7 10 0,8 0 0,8 0 0,2 0 0,2 8 0,6 1 0,1 8 0,-1 2 0,-5-4 0,-1 11 0,-9-5 0,-1 5 0,-12 2 0,-1 2 0,-3-6 0,-6 1 0,-2 3 0,-4-2 0,-13 0 0,-5-1 0,-8 1 0,-2-2 0,6-3 0,2-2 0,-2 1 0,2-1 0,1-8 0,5-3 0,10-8 0,1 0 0,9 0 0</inkml:trace>
  <inkml:trace contextRef="#ctx0" brushRef="#br0" timeOffset="29">27849 1909 8912,'-19'-13'0,"0"2"0,-1 3 0,1 3 0,6 3 0,0 7 0,-2 7 0,7 3 0,1 18 0,-1-8 0,1 7 0,3 3 0,2 1 0,2-6 0,0 4 0,0-8 0,9 6 0,1-6 0,1-3 0,6-10 0,-4-4 0,11-9 0,1 0 0,7-2 0,-6-5 0,6-10 0,-6-8 0,0-10 0,0 5 0,-1-6 0,-1 4 0,-3-5 0,-1 5 0,-1-4 0,-6-3 0,0 1 0,-9 8 0,2 4 0,-4 4 0,-2 14 0,0 8 0,0 11 0,0 14 0,0 5 0,0 9 0,0-1 0,0 1 0,0 0 0,0-1 0,0 1 0,7-7 0,1-2 0,3-2 0,2-11 0,6-2 0,1-9 0,-1 1 0,0-7 0,0-3 0,1-5 0,-1-11 0,0-1 0,1-7 0</inkml:trace>
  <inkml:trace contextRef="#ctx0" brushRef="#br0" timeOffset="30">28833 1311 8912,'-19'-6'0,"2"4"0,2 10 0,4 18 0,2 15 0,-6 8 0,7 17 0,-7 5 0,2 4 0,2 2 0,-2 0 0,-2-2 0,9-4 0,-1-5 0,7-8 0,0-2 0,0-5 0,0-12 0,3-11 0,5-11 0,11-4 0,1-5 0,16-8 0,-6-17 0,9-4 0</inkml:trace>
  <inkml:trace contextRef="#ctx0" brushRef="#br0" timeOffset="31">29527 2044 8912,'0'-13'0,"-2"2"0,-4 3 0,1-7 0,-5 2 0,-1-2 0,0 0 0,-4 2 0,-2 0 0,-4-6 0,-5 0 0,2 6 0,-6 2 0,3 2 0,-8 3 0,3 6 0,4 9 0,-8 8 0,6 11 0,0 2 0,4 4 0,5 2 0,1 3 0,3-3 0,4-4 0,5 3 0,8-10 0,2-1 0,4-11 0,5-5 0,15-8 0,2-2 0,2-4 0,-7-5 0,12-10 0,-10-5 0,-1-6 0,-3 4 0,-1-2 0,-1 6 0,-2-1 0,-2 1 0,-2 3 0,-7 8 0,7 0 0,-9 9 0,5-5 0,-9 18 0,0 10 0,0 13 0,0 2 0,0 3 0,0 1 0,0-12 0,0 19 0,2-15 0,5 0 0,3 4 0,10-8 0,-1 0 0,0-16 0,0-3 0,1-7 0,-1-7 0,7-5 0,-1-14 0,10-13 0,-5-10 0</inkml:trace>
  <inkml:trace contextRef="#ctx0" brushRef="#br0" timeOffset="32">29836 1581 8912,'-11'0'0,"3"2"0,8 5 0,0 5 0,0 6 0,0 1 0,-7 11 0,1 8 0,-3 7 0,3 7 0,4 4 0,-7-9 0,9 4 0,-6 3 0,-3-9 0,-2-2 0,5-5 0,-7-6 0,0-4 0,-6-9 0,-3-2 0,-3-4 0,3-4 0,-3-9 0,-5 0 0,2-9 0,-7-4 0,3-4 0,9-2 0,-3 0 0,5 0 0,8 6 0,0 0 0,9 0 0,-5-6 0,9-1 0,2 3 0,5 4 0,3 5 0,10 1 0,1-1 0,5-3 0,4 7 0,8-11 0,1 8 0,-1 3 0,3-4 0,2 1 0,2 3 0,-2 2 0,-2-5 0,-3 1 0,1-1 0,-1 7 0,-8 3 0,-4 3 0,-5-4 0,-10 15 0,-4-2 0,-5 7 0,-2 3 0,0-1 0,-2 4 0,-5-2 0,5-1 0,-15 1 0,6 2 0,0 2 0,3-15 0,1 10 0,1-12 0,-7 4 0,7 3 0,-1-10 0,7-1 0,0-18 0,0-3 0,0-8 0,0-5 0,0-8 0,0-3 0,2-2 0,5-1 0,6 0 0,-3 1 0,1-1 0,0 1 0,0-1 0,-5-6 0,7 0 0,-9 9 0,5 1 0,-9 10 0,2 3 0,2 5 0,3 4 0,-1 9 0,-4-2 0,5 12 0,3 0 0,10 12 0,-1 3 0,0 0 0,0 1 0,1-3 0,-1 0 0,0 1 0,7-1 0,0 0 0,8 1 0,-4-1 0</inkml:trace>
  <inkml:trace contextRef="#ctx0" brushRef="#br0" timeOffset="33">30260 1986 8912,'-19'13'0,"0"0"0,-1 2 0,1-7 0,-7 16 0,1-5 0,1 3 0,9-1 0,2-2 0,9 1 0,-3-1 0,5 0 0,2 0 0,2-6 0,5 0 0,4-9 0,10 5 0,3-9 0,3-2 0,1-5 0,0-6 0,0-4 0,-2-2 0,-7 0 0,0 0 0,-2-1 0,-10 1 0,-1-9 0,1 7 0,-1-5 0,-2 5 0,-1 1 0,-3 7 0,2 1 0,4-3 0,5 4 0,8-2 0,-6 9 0,0-3 0,0 5 0,6 2 0,0 9 0,1-5 0,-3 9 0,-2 0 0,-5 0 0,-1-1 0,-3-5 0,-6 6 0,7-7 0,-1 7 0,1-9 0,-7 13 0,0-12 0,0 8 0,0 2 0,0 2 0,0 2 0,0-8 0,-2 6 0,-3-4 0,-1 4 0,2 2 0,1 0 0,3 1 0,0-10 0,0-1 0,0-11 0,0-5 0,3-10 0,3-8 0,5-1 0,2 0 0,-1 0 0,1-1 0,7 1 0,-1 4 0,0-1 0,0 8 0,1-2 0,-1 15 0,-2 2 0,-4 12 0,-7 8 0,-1 3 0,1 3 0,-4 0 0,5-7 0,-3 0 0,2 1 0,-1-1 0,8 0 0,-9-8 0,13-3 0,-6-16 0,8-3 0</inkml:trace>
  <inkml:trace contextRef="#ctx0" brushRef="#br0" timeOffset="34">31167 1639 8912,'0'-19'0,"8"-1"0,3 1 0,8 2 0,0 4 0,1 5 0,-1 8 0,9 0 0,4 0 0,11 8 0,2 5 0,0 4 0,-7 2 0,-5 1 0,-3 1 0,-3 5 0,-3-5 0,-11 5 0,-5-3 0,-8 3 0,0 6 0,-8-4 0,-5 9 0,-11-5 0,-1 4 0,-12 3 0,-1-1 0,-1 1 0,-8 6 0,8 0 0,3-2 0,2-3 0,2-1 0,2 6 0,-3 0 0,6 0 0,7-7 0,1 1 0</inkml:trace>
  <inkml:trace contextRef="#ctx0" brushRef="#br0" timeOffset="35">31205 2719 8912,'-11'0'0,"-6"6"0,4 1 0,3-1 0,-3-6 0,9 9 0,-5-7 0,11 6 0,5-8 0,5 0 0,6 0 0,7 0 0,1 0 0,0-2 0,-7-2 0,-2-5 0,-2 1 0,-2-1 0,-9-6 0,5 13 0,-18-13 0,-4 9 0,-6-1 0,-4 7 0,-3 0 0,0 0 0,7 0 0,0 0 0,-1 0 0,1 0 0</inkml:trace>
  <inkml:trace contextRef="#ctx0" brushRef="#br0" timeOffset="36">18264 3471 8912,'-19'0'0,"0"0"0,-1 0 0,3 2 0,4 4 0,3 13 0,5 14 0,-1 3 0,2 3 0,1 1 0,3 3 0,3 4 0,3 3 0,-4-8 0,15 6 0,-15-18 0,7-3 0</inkml:trace>
  <inkml:trace contextRef="#ctx0" brushRef="#br0" timeOffset="37">18245 3991 8912,'8'11'0,"3"4"0,8-9 0,1-8 0,-1-26 0,0-12 0</inkml:trace>
  <inkml:trace contextRef="#ctx0" brushRef="#br0" timeOffset="38">18534 3683 8912,'11'0'0,"-3"0"0,-8 0 0,0 0 0,9 0 0,4 0 0,4 0 0,11-7 0,4 1 0,7-7 0,6 7 0,-5-18 0,7 3 0</inkml:trace>
  <inkml:trace contextRef="#ctx0" brushRef="#br0" timeOffset="39">19171 3471 8912,'-9'10'0,"7"1"0,-5-5 0,5-3 0,4 7 0,5-3 0,-3-5 0,9 6 0,2 1 0,11-5 0,6 9 0,-4 0 0,8 0 0,-4-2 0,5-3 0,10 7 0,-6-13 0,4 5 0,2-5 0,-2-2 0,0 0 0,2-9 0,2-1 0</inkml:trace>
  <inkml:trace contextRef="#ctx0" brushRef="#br0" timeOffset="40">19923 3394 8912,'-11'0'0,"0"2"0,5 4 0,-5 13 0,-6 5 0,4 8 0,-4 0 0,4 7 0,-4-1 0,-2 1 0,-1-1 0,1 1 0,6-7 0,0-4 0,-2-7 0,-2 3 0,-2-22 0,0 7 0</inkml:trace>
  <inkml:trace contextRef="#ctx0" brushRef="#br0" timeOffset="41">19556 3625 8912,'13'0'0,"-2"2"0,-3 4 0,7-3 0,-12 7 0,3-3 0,3-3 0,-3 9 0,3 0 0,-3 6 0,-2 9 0,9 4 0,-6 4 0,5 3 0,8 0 0,8-1 0,2 1 0,-7-1 0,20-1 0,-4-5 0,3-6 0,-3-14 0,-9-3 0,6-18 0,-6-1 0</inkml:trace>
  <inkml:trace contextRef="#ctx0" brushRef="#br0" timeOffset="42">20289 3741 8912,'-11'0'0,"-6"0"0,7 6 0,-10 0 0,10 1 0,-8 1 0,16 3 0,2 6 0,13-4 0,13-4 0,6-9 0,13 0 0,6 0 0,5-7 0,0-1 0,-5-3 0,5-2 0,-17-6 0,-1 0 0,-4-7 0,-14 0 0,1 0 0,-14 7 0,-3 0 0,-11 0 0,-3 1 0,-10 6 0,-7 3 0,-6 9 0,-9 2 0,-3 5 0,0 12 0,6 13 0,7 4 0,0 3 0,10 6 0,3 0 0,2 9 0,10-3 0,3-4 0,11-2 0,10-6 0,8-7 0,12 0 0,1-13 0,-3-4 0,10-15 0,-15-2 0,8-4 0,-3-11 0,3-9 0,-6-8 0,0 1 0,-8-3 0,2-3 0,-5 1 0,-2-1 0,-6 9 0,0 5 0,-6 3 0,5 3 0,-7 0 0,3 8 0,-8 4 0,0 14 0,7 10 0,-1 9 0,3 2 0,-3-3 0,5 5 0,8 9 0,-2-7 0,-4 0 0,4-2 0,-6 2 0,0-6 0,6 4 0,-15-9 0,4 5 0,-6-5 0,-6-1 0,-5-1 0,-8 0 0,-7-2 0,1-4 0,-8 2 0,8-8 0,-3 6 0,2-7 0,11 0 0,-4-6 0,12 0 0,-10-8 0,7-3 0</inkml:trace>
  <inkml:trace contextRef="#ctx0" brushRef="#br0" timeOffset="43">21716 4030 8912,'-10'0'0,"1"0"0,26 0 0,9-9 0,25-4 0,14-4 0,-1-2 0,11 0 0,-4-1 0,4 1 0,2 0 0,-17 6 0,-9 2 0,-8 3 0,-13 1 0,-11-1 0,-10 6 0,-9-7 0,-9 9 0,-4 0 0,3 2 0,-3 5 0,9-5 0,-14 6 0,8-8 0</inkml:trace>
  <inkml:trace contextRef="#ctx0" brushRef="#br0" timeOffset="44">23336 3567 8912,'11'-19'0,"-4"-3"0,-5-1 0,0-5 0,2 0 0,3-2 0,-3 0 0,0 4 0,0-4 0,5 0 0,2 0 0,2 7 0,6-5 0,0 9 0,0-1 0,3 10 0,4 3 0,-3 5 0,7 2 0,0 2 0,0 5 0,2 3 0,-2 10 0,-4-1 0,-5 9 0,-1 4 0,-7 2 0,-3 1 0,-1-3 0,-3 8 0,-14 1 0,-7 4 0,-9-4 0,3-3 0,-16 1 0,5-1 0,-4 1 0,-3 4 0,1-5 0,-1-3 0,3-16 0,3 0 0,-3 1 0,4-1 0,4-8 0,9-5 0,12-12 0,5-7 0,2-11 0,0-2 0,11-8 0,8 2 0,0 4 0,18-6 0,-5 8 0,2 0 0,-2 7 0,5 6 0,-5 3 0,4 1 0,3 3 0,-3 6 0,-1 2 0,-3 4 0,-9 5 0,5 10 0,-8 5 0,-1-2 0,0 8 0,0-7 0,1 5 0,-1-2 0,0-2 0,7-15 0,0-5 0,17-12 0,-3-5 0</inkml:trace>
  <inkml:trace contextRef="#ctx0" brushRef="#br0" timeOffset="45">24436 3528 8912,'-2'11'0,"-5"-2"0,-6-1 0,-10 3 0,-3 8 0,-10 3 0,-3 3 0,0 14 0,-8 2 0,11 4 0,4-5 0,12-1 0,12 0 0,8-3 0,0-4 0,17-4 0,4-17 0,20-5 0,4-4 0,-4-12 0,4-10 0,-4-8 0,-5-4 0,-4 0 0,-6 0 0,-13-7 0,2 7 0,-11 2 0,-6 2 0,-15-6 0,-15 13 0,-13-5 0,-5 7 0,-10 6 0,-4 6 0,-13-3 0,-11-1 0</inkml:trace>
  <inkml:trace contextRef="#ctx0" brushRef="#br0" timeOffset="46">18881 4820 8912,'-36'0'0,"4"0"0,4 0 0,9 0 0</inkml:trace>
  <inkml:trace contextRef="#ctx0" brushRef="#br0" timeOffset="47">18708 4763 8912,'-17'-20'0,"4"1"0,6 0 0,5-1 0,4 3 0,5 4 0,12-4 0,9 15 0,6-4 0,-2 4 0,0 6 0,7 9 0,-9-9 0,-2 13 0</inkml:trace>
  <inkml:trace contextRef="#ctx0" brushRef="#br0" timeOffset="48">19016 4840 8912,'0'38'0,"0"7"0,0 0 0,0 7 0,0-7 0,-8 0 0,-5-7 0,-13 1 0,3-1 0,-10 1 0,1-3 0,-6-4 0,-1-6 0,1-4 0,5-10 0,3-1 0,3-2 0,1-3 0,13-15 0,0-3 0,9-5 0,-5-5 0,1-4 0,6-1 0,-5-6 0,14-3 0,-3 15 0,9-5 0,2 4 0,2 3 0,4 8 0,5 5 0,4 4 0,9 2 0,-1 0 0,1 8 0,-1 5 0,1 4 0,-1 3 0,1-1 0,0 0 0,-1 9 0,1-6 0,-1 3 0,1-5 0,-3-8 0,-4-5 0,5-5 0,-7-2 0</inkml:trace>
  <inkml:trace contextRef="#ctx0" brushRef="#br0" timeOffset="49">19421 5148 8912,'20'0'0,"-10"0"0,-1 0 0,-9 0 0,0 0 0,0 9 0,8-7 0,5 4 0,4 3 0,3-3 0,-1 1 0,9-7 0,2 0 0,8 0 0</inkml:trace>
  <inkml:trace contextRef="#ctx0" brushRef="#br0" timeOffset="50">20656 4975 8912,'0'10'0,"-9"1"0,-4-5 0,2-1 0,-1 8 0,7-1 0,-10 3 0,7 3 0,-3 3 0,-2 3 0,0 3 0,0 6 0,9-3 0,-2 2 0,4 2 0,2-6 0,0 6 0,0-8 0,0-3 0,0-1 0,0-9 0,0-1 0,0-7 0,0-12 0,0-12 0,0-13 0,6 2 0,0-9 0,-1 1 0,-3-1 0,-2-1 0,0-5 0,6 6 0,1 0 0,-3 12 0,5 5 0,-3 3 0,9 8 0,-4 3 0,8 25 0,0 8 0,1 10 0,5 3 0,1 1 0,2-1 0,-2 1 0,-5 0 0,13-9 0,-8-5 0,6-5 0,-4-8 0,2-5 0,-6-5 0,3-17 0,-7-6 0,-1-7 0,0-4 0,-8-7 0,-5 0 0,-3-6 0,-3 0 0,0 3 0,0 1 0,-9 11 0,-2 4 0,-2 5 0,1 1 0,7 10 0,-3 1 0,8 11 0,2 5 0,4 6 0,5-5 0,17 18 0,2-5 0</inkml:trace>
  <inkml:trace contextRef="#ctx0" brushRef="#br0" timeOffset="51">21388 5052 8912,'-10'8'0,"-7"-6"0,8 9 0,-4-4 0,-2-3 0,9 9 0,-3-7 0,5 7 0,-3 2 0,-8 2 0,13 5 0,-4 1 0,4 3 0,8 0 0,1-7 0,8 0 0,2-6 0,8 0 0,1-9 0,-7 3 0,1-5 0,-1-2 0,0-11 0,1-8 0,-8-3 0,1-10 0,-8 6 0,1-6 0,-4 0 0,-2 0 0,0 0 0,-2 8 0,-4-1 0,1 3 0,-8 3 0,9 8 0,-4 3 0,16 8 0,11 8 0,11 3 0</inkml:trace>
  <inkml:trace contextRef="#ctx0" brushRef="#br0" timeOffset="52">22179 5187 8912,'28'-20'0,"13"-1"0,17-5 0,8 3 0,11-9-317,9-1 1,-7 6 316,5 7 0,-7 10 0,-6 10 0,-7 0 0,-4-9 0,-2-2 0</inkml:trace>
  <inkml:trace contextRef="#ctx0" brushRef="#br0" timeOffset="53">22700 4531 8912,'-22'-11'0,"-1"3"0,-5-1 0,-2-4 0,-4-6 0,-3-4 0,-1-3 0,-1-2 0,-2 4 0,-1-1 0,-3 1 0,-9 3 0,0 4 0,-6 2 0,-4 2 0,-11 8 0,0 1 0,-6 6 0,-1 5 0,9 8 0,3-2 0,-1 4 0,-10 2 0,-9 2 0,-11 3 0,-4 2 0,48-9 0,0 0 0,4-2 0,-1 0 0,-4 4 0,-2 1-516,-1-2 0,0 2 516,-2 3 0,0 1 0,-2 0 0,1 2 0,-1 2 0,2 1 0,6 1 0,2 0 0,0 2 0,1 1-300,2 1 1,3 2 299,-22 31 0,9 8-182,30-5 0,0 8 182,13 5 0,-3 5 0,16 10 0,2 5 0,1-4 0,21 4 0,7-13 0,12 0 0,8-13 0,13-15 0,12-24 0,25-8 0,-42-19 0,3-2 0,10-3 0,3-2 0,5 0 0,2-1-528,-1-1 1,0-2 527,3-3 0,2-3 0,7 1 0,2-2 0,7-5 0,1-2 0,5 0 0,2-2-141,1-2 0,2-3 1,-33 6-1,1 0 0,-1-2 141,32-8 0,0-1 0,-2-2 0,-2-2 0,-5-1 0,-2-2 0,0-1 0,-3-1 0,-8-2 0,-3-3-149,-6 2 1,-4-1 148,-13 5 0,-3-1 0,-7-1 0,-4-3 74,27-31 0,-22 1-74,-16-2 0,-16-1 0,-4-12 0,-9-6 156,2-13 1,-8 47 0,-4-1-157,-2-4 0,-4 0 0,-4-4 0,-4 1 0,-4 2 0,-3 2 0,-5 1 0,-3 2 0,-2 5 0,-3 3 0,-2 4 0,-4 5 0,-4 5 0,-3 8 0,-3 11 0,-4 6 0,-3 1 0,-2 5 0,-2 7 0,-1 5 120,-3 6 1,0 4-1,0 4 1,-1 3-1,-2 6 1,0 2-121,2 1 0,3 3 0,6 3 0,6 4 0,7-1 0,5 4 0,10 3 0,6 2 0,-1 38 0,30 0 0,9-8 0,29-5 0,9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30T03:37:04.110"/>
    </inkml:context>
    <inkml:brush xml:id="br0">
      <inkml:brushProperty name="width" value="0.05292" units="cm"/>
      <inkml:brushProperty name="height" value="0.05292" units="cm"/>
      <inkml:brushProperty name="color" value="#3165BB"/>
    </inkml:brush>
  </inkml:definitions>
  <inkml:trace contextRef="#ctx0" brushRef="#br0">20540 9004 8912,'19'0'0,"-8"-2"0,-5-4 0,-4-7 0,1 4 0,1 1 0,2-1 0,1 5 0,-7-9 0,0 9 0,0-5 0,0 1 0,0 6 0,0-7 0,-2 9 0,-5 0 0,5 0 0,-15 0 0,6 2 0,-8 5 0,-7-3 0,0 9 0,-8 0 0,2 8 0,-4 5 0,-12-5 0,6 9 0,-10-4 0,1 4 0,-7 8 0,0-1 0,0-3 0,0-2 0,9 0 0,-5 0 0,7 1 0,0-1 0,-2-2 0,0-5 0,6-3 0,-11 4 0,7-1 0,-2-1 0,6 4 0,-2-3 0,6 1 0,7-7 0,4 1 0,9-1 0,0-8 0,8 6 0,2-15 0,9 7 0,0-9 0,0 0 0,9 0 0,-7 0 0,7 0 0,-9 0 0,0 0 0,0-9 0,0 7 0,0-15 0,0 4 0,-9-13 0,-2-4 0</inkml:trace>
  <inkml:trace contextRef="#ctx0" brushRef="#br0" timeOffset="1">19344 9274 8912,'19'0'0,"-1"-2"0,-6-4 0,-5-7 0,-5 4 0,-2-8 0,0 4 0,0-4 0,0 7 0,0-1 0,0 4 0,-2 7 0,-5 0 0,-3 11 0,-10 15 0,-1 4 0,-5 8 0,3 7 0,-9 0 0,6 9 0,-6-3 0,6 5 0,-6 2 0,8 0 0,-1 0 0,3-3 0,3-3 0,6-5 0,0-9 0,9-1 0,-3-5 0,14-11 0,6-8 0,12-9 0,8 3 0,12-5 0,6-2 0,7-2 0,6-5 0,5-3 0,8-10 0,0 1 0,-2 0 0,-4 0 0,-5-1 0,-10 7 0,-5 1 0,-6 7 0,-13-1 0,-12 6 0,-14 6 0,-21 5 0,-6 8 0</inkml:trace>
  <inkml:trace contextRef="#ctx0" brushRef="#br0" timeOffset="2">21813 7770 8912,'13'0'0,"-1"-2"0,3-4 0,-6 2 0,-3-9 0,-12 2 0,-7-2 0,-4 7 0,-9 6 0,-2 8 0,-2 12 0,-8 16 0,-9 15 0,-3 5 0,5 19 0,-6 11 0,24-38 0,0 2-186,-1 7 1,1 2 0,2 0 0,3 0 185,1 1 0,3 2 0,3 0 0,2 0 0,5-2 0,3 0 0,0-3 0,4 0 0,16 50 0,6-28 0,18-8 0,2-24 0,1-11 0,3-6 0,9-6 0,-3-11 0,-3-5 0,7-8 0,-3 0 0,3-2 0,3-4 0,-8 1 0,-5-7 0,-7 7 370,-6-1 1,-4-5-371,-9-2 0,1-12 0,-1-5 0</inkml:trace>
  <inkml:trace contextRef="#ctx0" brushRef="#br0" timeOffset="3">22391 8465 8912,'-10'-20'0,"1"1"0,3 0 0,-1-1 0,1 1 0,-1 0 0,1 0 0,-1-1 0,7 1 0,0 0 0,3 6 0,3 2 0,7 3 0,4 1 0,2 7 0,1 0 0,1 0 0,3 2 0,3 5 0,3 6 0,-6 4 0,10 8 0,-8 1 0,-2 8 0,-12-1 0,3 3 0,-8 3 0,6-3 0,-7-4 0,1 5 0,-7-8 0,0 1 0,-9-2 0,5-11 0,-9-4 0,6-4 0,-5-9 0,1-2 0,-2-5 0,2-12 0,5-13 0,4-13 0,-5-6 0,7-5 0,7-2 0,-3 0 0,9 0 0,2 0 0,11 9 0,-5 4 0,5 13 0,-3 4 0,3 9 0,-2 8 0,6 7 0,-3 8 0,-1 7 0,0 15 0,0-1 0,2 10 0,-3-3 0,-3-4 0,3-3 0,-3-1 0,-3 2 0,0-9 0,1 8 0,-7-14 0,-1 8 0,-7-12 0,3 1 0,-10-10 0,-4-4 0,-5 4 0,-8-13 0,-1 8 0,1 1 0,0 6 0,0 0 0,-1 0 0,1 2 0,0 4 0,-1 5 0,1 8 0,0 1 0,8-1 0,-6 7 0,4-1 0,5 1 0,1-7 0,5 1 0,2-1 0,2-2 0,5-4 0,3-5 0,9-8 0,3 0 0,4 0 0,-5-2 0,5-4 0,2-5 0,-3-8 0,3-7 0,-4 1 0,2 1 0,-1-4 0,-5 2 0,-8 1 0,1 5 0,-8 10 0,12-7 0,-13 14 0,9-3 0,-9 6 0,3 6 0,-5 5 0,-2 8 0,2 1 0,4-1 0,-1 0 0,7 1 0,-5-1 0,6 0 0,0-6 0,6 0 0,-2-7 0,-2 5 0,-2-2 0,0-3 0,0-8 0,-1-5 0,1-3 0,7-10 0</inkml:trace>
  <inkml:trace contextRef="#ctx0" brushRef="#br0" timeOffset="4">23452 8426 8912,'11'0'0,"6"0"0,-15 0 0,7 9 0,-9-7 0,0 15 0,8-6 0,-6 8 0,5 0 0,-5-6 0,-2 0 0,0 0 0,0 6 0,0 0 0,0-6 0,0 0 0,0-9 0,0 13 0,0-15 0,0-2 0,0-12 0,0-6 0,2-1 0,5 0 0,1 0 0,5-1 0,4 3 0,-4 2 0,4 2 0,2 9 0,7-11 0,0 9 0,-3 1 0,-1 3 0,4 2 0,-1 2 0,-1 5 0,-3-5 0,-1 15 0,-1-4 0,0 2 0,0-2 0,7 2 0,0-9 0,-3-1 0,-10-3 0,4-2 0,-4 0 0,4 0 0,3-9 0,-1-2 0</inkml:trace>
  <inkml:trace contextRef="#ctx0" brushRef="#br0" timeOffset="5">24050 8407 8912,'-9'-11'0,"-1"-6"0,-10 8 0,1-4 0,0 5 0,0 16 0,-1 5 0,1 7 0,0 5 0,-5-1 0,5 8 0,-5 0 0,11 7 0,5-1 0,1 1 0,5-7 0,2 0 0,0-8 0,0 1 0,9-12 0,4-6 0,6-5 0,7-2 0,-5-15 0,5-5 0,2-14 0,-3-4 0,1-3 0,-7-10 0,-1 6 0,-6-7 0,3-1 0,-8-12 0,-1-3 0,-4-9 0,5-1 0,-5 1 0,7 11 0,-9 8 0,-7 11 0,1 15 0,-1 13 0,7 23 0,0 22 0,-6 12 0,-1 20 0,1 8 0,6 5 0,0 2 0,0-2 0,0 1 0,0-7 0,2-1 0,5-6 0,3-9 0,10-4 0,-1-6 0,0-7 0,0-7 0,9-12 0,-4-4 0,8-9 0,-8-2 0,1-5 0,-3-6 0,-3-12 0,0-5 0,1-9 0,-1 7 0,0 0 0,-6 6 0,0-6 0,-9 6 0,3-6 0,-5 9 0,-2-3 0,0 5 0,0 1 0,-2 10 0,-5 5 0,-6 10 0,-4 14 0,-2 4 0,0 10 0,-1-1 0,1 6 0,2 1 0,4-1 0,7 1 0,3-1 0,3 1 0,0 0 0,9-9 0,4-5 0,10-12 0,5-6 0,2-5 0,2-2 0,7-11 0,0-8 0,-9-3 0,-5-10 0,-5 0 0,-8-7 0,-3 1 0,-9-1 0,-2 7 0,-5 0 0,-12 9 0,-13-3 0,-4 7 0,-3 6 0,0 4 0,1 9 0,1 2 0,5 5 0,4 3 0,18 10 0,3-1 0,14 0 0,3 1 0</inkml:trace>
  <inkml:trace contextRef="#ctx0" brushRef="#br0" timeOffset="6">24764 8445 8912,'-20'-2'0,"1"-4"0,0-7 0,8 4 0,2 1 0,9-1 0,0 16 0,0-5 0,0 17 0,0 0 0,9 9 0,-7-4 0,5 8 0,-3-6 0,0 6 0,3 2 0,-1-6 0,-6 8 0,0-4 0,0-4 0,0-2 0,0-5 0,0-1 0,0-1 0,0-8 0,-2-5 0,-2-12 0,-3-7 0,1-13 0,6 2 0,0-8 0,0 0 0,0-6 0,0-1 0,0 0 0,0 1 0,0 8 0,0 2 0,0 9 0,6 0 0,1-1 0,8 10 0,-5 1 0,10 9 0,-1 9 0,0 3 0,-6 8 0,0 5 0,-7-1 0,7 8 0,-9-6 0,3 6 0,-3-9 0,3 3 0,-5-4 0,4-3 0,-4 0 0,-2 0 0,0-8 0,0-2 0,9-26 0,-5 2 0,9-18 0,-7 3 0,7-2 0,-6-4 0,3 4 0,-1-5 0,6 7 0,-11-4 0,9 8 0,0 3 0,6 10 0,-6-2 0,0 9 0,2 1 0,-6 3 0,6 13 0,-9 8 0,7 3 0,-7 10 0,1 0 0,-7 6 0,0 1 0,0-1 0,0-5 0,0-3 0,0-3 0,8 8 0,-6-14 0,5 5 0,4-13 0,-7-5 0,11-10 0,6-4 0,-1-5 0,10-17 0,-5-4 0,5-22 0,9-6 0</inkml:trace>
  <inkml:trace contextRef="#ctx0" brushRef="#br0" timeOffset="7">25361 7828 8912,'-19'0'0,"0"0"0,6 0 0,0 0 0,9 2 0,-3 5 0,5 4 0,2 8 0,0 0 0</inkml:trace>
  <inkml:trace contextRef="#ctx0" brushRef="#br0" timeOffset="8">25342 8060 8912,'0'57'0,"9"1"0,1-8 0,10 3 0,-1-8 0,0 0 0,1-6 0,-1-1 0,-4-8 0,4-4 0,-10-5 0,10-1 0,-4-10 0,4-3 0,-8-5 0,4-11 0,-9-3 0,9-8 0,-2-5 0,-2-3 0,2-4 0,-7-5 0,7 5 0,-9-4 0,3-3 0,1 7 0,-1 0 0,-1 8 0,-6-2 0,0 14 0,0-6 0,0 21 0,0 3 0,0 7 0,0 19 0,0 0 0,0 7 0,0-1 0,0 1 0,2-1 0,5 1 0,-3-3 0,9-3 0,-2-6 0,2-7 0,4-10 0,-4-3 0,4-7 0,2-7 0,0-5 0,1-6 0,-1-9 0,0-6 0,0-3 0,1-3 0,-1 1 0,0-1 0,1 1 0,-1 8 0,0-2 0,0 12 0,1-3 0,-7 25 0,-1 4 0,-7 5 0,1 28 0,-12-1 0,-7 11 0,-4-1 0,4 7 0,0-3 0,2-3 0,-2 2 0,-2-6 0,9 5 0,2-3 0,2-2 0,4-15 0,4-7 0,7-8 0,13-6 0,12-26 0,12-5 0</inkml:trace>
  <inkml:trace contextRef="#ctx0" brushRef="#br0" timeOffset="9">26924 8079 8912,'-58'0'0,"2"-7"0,5 1 0,3 8 0,10 11 0,-1 13 0,1 6 0,-1 13 0,5-2 0,8 8 0,3-2 0,16 3 0,3-7 0,10-4 0,11 1 0,9-3 0,8-5 0,-1-15 0,3-1 0,3-6 0,6-3 0,0-9 0,0-2 0,-5-5 0,5-5 0,-4-14 0,4 5 0,-11-7 0,-2 0 0,1 6 0,-3-16 0,-5-1 0,-5-1 0,-8-12 0,3 1 0,-8-9 0,-3-5 0,-2-3 0,-4-1 0,-4 5 0,-5 6 0,-8 7 0,-7 6 0,0 13 0,1 4 0,7 21 0,6 14 0,3 4 0,9 31 0,0-3 0,2 12 0,5 1 0,-5 10 0,6 2 0,1-2 0,-7-2 0,7-4 0,-9-5 0,0 3 0,0-9 0,2-2 0,4-11 0,-4-4 0,5-9 0,-5-8 0,-2-3 0,6-12 0,1-9 0,8-2 0,-2-17 0,-3 0 0,3-7 0,0 1 0,6-1 0,-2-1 0,-4-5 0,4 4 0,-4-4 0,-4 13 0,-1 4 0</inkml:trace>
  <inkml:trace contextRef="#ctx0" brushRef="#br0" timeOffset="10">27290 8002 8912,'19'-20'0</inkml:trace>
  <inkml:trace contextRef="#ctx0" brushRef="#br0" timeOffset="11">27309 8040 8912,'0'20'0,"0"5"0,0 1 0,0-2 0,7 6 0,-1 0 0,-2 0 0,-1 6 0,-3-15 0,0 5 0,2 0 0,4-7 0,-2 5 0,9-11 0,-6 2 0,6-3 0,-1-3 0,10-11 0,4-5 0,-5-3 0,5-10 0,-3 1 0,3 0 0,-2-7 0,8 0 0,-7 1 0,8 5 0,-10-3 0,3 4 0,-5-3 0,-1 16 0,-8-7 0,1 6 0,-6 1 0,6 6 0,-9 2 0,2 5 0,-1-3 0,1 9 0,-4-7 0,7 5 0,-1-3 0,-6 7 0,16-12 0,-8 5 0,10-10 0,-1-4 0,0-5 0,0-8 0,-1-7 0,-3-2 0,-3-2 0,1 6 0,5-10 0,-6 8 0,-1-6 0,-4 7 0,-5-3 0,4 2 0,-4 5 0,-2-5 0,-10 11 0,-10 2 0,-8 2 0,-10-1 0,-1 3 0,1 9 0,-7 0 0,0 0 0,0 6 0,8 5 0,5 6 0,13-2 0,4 13 0,8-9 0,3 1 0,10-1 0,22-8 0,13-3 0</inkml:trace>
  <inkml:trace contextRef="#ctx0" brushRef="#br0" timeOffset="12">28987 7790 8912,'-38'-20'0,"-1"1"0,1 0 0,5 0 0,1-1 0,9 10 0,-5-5 0,9 8 0,-7 1 0,0 6 0,-6 2 0,4 4 0,-2 7 0,7 4 0,-5 3 0,8 1 0,1 5 0,8-5 0,3 9 0,8-4 0,0-5 0,0 5 0,8-5 0,5-1 0,13 5 0,6 1 0,5 0 0,-1-7 0,-4 0 0,5 1 0,-14 5 0,9 1 0,-8 0 0,2-7 0,-7 0 0,-4 1 0,-2-1 0,-9 0 0,5-6 0,-9 0 0,-3-2 0,-3 1 0,-13 3 0,-13-8 0,-5 6 0,-1-7 0,-7 1 0,0-7 0,6 0 0,7 0 0,8 0 0,5-18 0,19-3 0,11-18 0</inkml:trace>
  <inkml:trace contextRef="#ctx0" brushRef="#br0" timeOffset="13">28949 7828 8912,'-30'0'0,"2"0"0,9 0 0,-1 0 0,1 0 0,6 0 0,0 0 0,9 0 0,-5 9 0,9-7 0,11 7 0,8-9 0,1 0 0,8 0 0,-9 0 0,7-3 0,-1-3 0,1 2 0,-7-7 0,1 2 0,-10 3 0,7-3 0,-14 7 0,5-6 0,-10 8 0,-4 0 0,-12 2 0,-7 4 0,-3 5 0,2 8 0,3 1 0,-10-1 0,10 0 0,-3 0 0,11 3 0,2 3 0,9-10 0,-2 5 0,6-7 0,6-1 0,7-3 0,13-9 0,4-2 0,8-5 0,1-3 0,-1-10 0,1-1 0,-1-5 0,1 5 0,0-5 0,-9 1 0,-5 3 0,-3 5 0,-3 2 0,-6 4 0,0 5 0,-9 4 0,11 4 0,-9 4 0,1 5 0,-7 8 0,0 3 0,0 3 0,0-3 0,-9 6 0,-1-9 0</inkml:trace>
  <inkml:trace contextRef="#ctx0" brushRef="#br0" timeOffset="14">29238 8040 8912,'0'11'0,"0"-2"0,0-9 0</inkml:trace>
  <inkml:trace contextRef="#ctx0" brushRef="#br0" timeOffset="15">29257 8002 8912,'20'-20'0,"-1"-7"0,0 5 0,0-12 0,1 8 0,5 1 0,3 5 0,2 1 0,-6 0 0,6 8 0,-4 5 0,4 3 0,8 3 0,-6 3 0,0 3 0,1 5 0,5 8 0,-6 7 0,0-1 0,-8 1 0,2-7 0,-5 1 0,1-1 0,3 0 0,-12 0 0,4-8 0,-8-2 0,2-9 0</inkml:trace>
  <inkml:trace contextRef="#ctx0" brushRef="#br0" timeOffset="16">24359 9506 8912,'0'-13'0,"-3"0"0,-3-2 0,4 9 0,-5 6 0,5 8 0,2 11 0</inkml:trace>
  <inkml:trace contextRef="#ctx0" brushRef="#br0" timeOffset="17">24320 9679 8912,'0'47'0,"0"1"0,0 3 0,0-4 0,2-11 0,2-1 0,5-5 0,2-5 0,4-7 0,2-8 0,2-10 0,0 0 0,9-2 0,2-4 0,0-7 0,7-13 0,-14-4 0,7-8 0,-2-1 0,6 1 0,-12-1 0,1 0 0,-8 1 0,3-1 0,-16 1 0,4-1 0,-4 9 0,-2 4 0,-6 11 0,-3 5 0,-1 1 0,-3 3 0,-7 6 0</inkml:trace>
  <inkml:trace contextRef="#ctx0" brushRef="#br0" timeOffset="18">24609 9660 8912,'0'28'0,"0"0"0,0 6 0,2-4 0,5-2 0,4-2 0,8-7 0,0 0 0,9-8 0,4-5 0,-2-4 0,2-2 0,-2-8 0,2-5 0,-4-13 0,-8-4 0,-1 0 0,-8-6 0,-3 6 0,-8-9 0,-8 1 0,-5-1 0,-7 7 0,-5 0 0,-3 10 0,-4 3 0,-5 2 0,5 11 0,-2-7 0,2 6 0,4 3 0,9 10 0,1 7 0,6 13 0,5-2 0,14 8 0,12-2 0,13 2 0,13 4 0,4-14 0,9 6 0</inkml:trace>
  <inkml:trace contextRef="#ctx0" brushRef="#br0" timeOffset="19">25323 9506 8912,'-28'0'0,"7"0"0,-14 0 0,10 0 0,1 0 0,3 0 0,1 10 0,1 8 0,0 5 0,8 11 0,2-6 0,9 7 0,0-3 0,3-2 0,3 2 0,7-4 0,13-9 0,4-8 0,15-3 0,0-8 0,2-8 0,-2-5 0,-22-4 0,3-3 0</inkml:trace>
  <inkml:trace contextRef="#ctx0" brushRef="#br0" timeOffset="20">25496 9583 8912,'0'-28'0,"0"7"0,0-14 0,0 10 0,0-1 0,-15 0 0,-4 0 0,-7 7 0,1 6 0,-5 9 0,-9-2 0,3 6 0,4 6 0,4 5 0,8 8 0,-7 9 0,-3 2 0</inkml:trace>
  <inkml:trace contextRef="#ctx0" brushRef="#br0" timeOffset="21">24146 9756 8912,'3'-17'0,"3"4"0,-4-4 0,5 4 0,-3 5 0,0 4 0,3 8 0,1 9 0,-4 12 0,5 8 0,2 3 0,-7 3 0,11 1 0,-6 3 0,-1 2 0,3-2 0,0-2 0,-1-5 0,3-4 0,-4-4 0,-1-9 0,3 1 0</inkml:trace>
  <inkml:trace contextRef="#ctx0" brushRef="#br0" timeOffset="22">26191 9795 8912,'0'-19'0,"0"-1"0,0 1 0,0 0 0,0 0 0,0-1 0,0 1 0,0 0 0,0-1 0,0 8 0,0 5 0,0 11 0,0 5 0,0 23 0,2 2 0,4 3 0,-1 1 0,7 1 0,-5-7 0,4 0 0,-1 2 0,1 3 0,2-7 0,0 4 0,-3-8 0,-1-3 0,6-10 0,-11 2 0,9-8 0,-9-1 0,5-23 0,-9-4 0</inkml:trace>
  <inkml:trace contextRef="#ctx0" brushRef="#br0" timeOffset="23">26210 9525 8912,'-28'0'0,"-2"0"0,0 0 0,4 2 0,5 5 0,8-5 0,0 4 0,9-4 0,-5-2 0,9 0 0,9-2 0,4-2 0,4-3 0,2-8 0,1 5 0,-1-10 0,-6 1 0,-3 0 0,-1 0 0,-3 8 0,3-6 0,-7 6 0,5 0 0,-14 5 0,5 6 0,-4 6 0,-5 5 0,9 8 0,-5 1 0,14-1 0,12 0 0,11 0 0</inkml:trace>
  <inkml:trace contextRef="#ctx0" brushRef="#br0" timeOffset="24">26615 9699 8912,'-13'-3'0,"0"-3"0,0 4 0,-6-7 0,8 18 0,5 4 0,4 10 0,2 3 0,0 2 0,0-2 0,0-5 0,0 5 0,0-5 0,0 7 0,0-7 0,0 5 0,0-5 0,0-10 0,0-2 0,0-11 0,0-5 0,6-6 0,1-12 0,8-1 0,-2-13 0,-3 5 0,3-11 0,0 4 0,6 3 0,1-1 0,-5 7 0,4 0 0,-4 8 0,11-1 0,-5 12 0,-2 6 0,1 5 0,-1 2 0</inkml:trace>
  <inkml:trace contextRef="#ctx0" brushRef="#br0" timeOffset="25">26885 9660 8912,'15'19'0,"4"1"0,13 5 0,1 1 0,3 6 0,3-6 0,1-3 0,5-10 0,-4-4 0,4-9 0,4-9 0,1-1 0</inkml:trace>
  <inkml:trace contextRef="#ctx0" brushRef="#br0" timeOffset="26">27444 9448 8912,'-38'0'0,"-5"-7"0,4 1 0,3 0 0,10 6 0,5 2 0,-5 4 0,-2 7 0,2 13 0,3 4 0,10 8 0,-4 9 0,15-6 0,-5 4 0,5-4 0,2-3 0,2-1 0,5-5 0,-3-6 0,9-14 0,0-3 0,6-9 0,7-2 0,-1-5 0,8-5 0,-8-14 0,7-4 0,-6-9 0,0-6 0,-7 0 0,7-8 0,0 1 0,-1 3 0,-5-2 0,-8 6 0,1-7 0,-8 1 0,1-7 0,3 11 0,-3 8 0,0 3 0,-6 10 0,-8 9 0,4 13 0,-9 17 0,6 8 0,-3 20 0,1 4 0,0-2 0,3 8 0,4 0 0,-7 7 0,9 0 0,0-2 0,0-5 0,2-4 0,5-8 0,-3-9 0,9-4 0,0-5 0,6-2 0,-6-8 0,0-7 0,2-8 0,2-9 0,2-12 0,1-3 0,-1-4 0,0-5 0,0 5 0,1-4 0,-1 3 0,0 6 0,1 5 0,-10-1 0,7 14 0,-4-4 0,-4 5 0,6 10 0,-9 4 0,-1 7 0,5 13 0,-8-3 0,7 7 0,0-2 0,-7 4 0,4-6 0,5 8 0,-7-12 0,9 3 0,-9-3 0,3-3 0,3-8 0,-7-3 0,5-25 0,-8-4 0</inkml:trace>
  <inkml:trace contextRef="#ctx0" brushRef="#br0" timeOffset="27">27676 9332 8912,'-20'0'0,"1"-8"0,0-1 0,0-4 0,-1-4 0,10 15 0,1-15 0,13 15 0,9-5 0,9 5 0,16 2 0,1 6 0,1 3 0,5 2 0,-4-7 0,13 11 0,-9-9 0,-2-1 0,-3-3 0,-1 6 0,0-5 0,-1 5 0</inkml:trace>
  <inkml:trace contextRef="#ctx0" brushRef="#br0" timeOffset="28">28081 9409 8912,'-9'20'0,"5"-1"0,-9 0 0,9 0 0,-3 1 0,5 5 0,2 1 0,0 6 0,0-6 0,2 6 0,5-6 0,6-3 0,4 5 0,2-2 0,0 0 0,1-13 0,-1-1 0,-6-7 0,0 1 0,2-4 0,2-10 0,2-5 0,0-11 0,1-1 0,-10-10 0,8-1 0,-8-9 0,1 2 0,-2 2 0,-3 3 0,0-1 0,-1 1 0,5 8 0,-5-5 0,8 10 0,-9-1 0,7 13 0,-5 0 0,-2 9 0,9-3 0,-9 14 0,14 4 0,-6 8 0,-3-8 0,2 6 0,-5-4 0,-4 4 0,5 2 0,-5 0 0,-2-8 0,0 6 0,0-4 0,0 4 0,0 2 0,0 1 0,0-1 0,0 0 0,0 3 0,0 3 0,0-3 0,0 12 0,0-8 0,0 2 0,0-3 0,0-3 0,0 4 0,0-5 0,0-10 0,0 6 0,0-4 0,2-5 0,4-1 0,-3-14 0,5-12 0,-8-5 0,0-8 0,0-8 0,0-12 0,0-4 0,-6-1 0,-1-1 0,-8 8 0,11-3 0,-9 8 0,7 0 0,-5 6 0,2 1 0,-6 8 0,13 2 0,-4 9 0,2 8 0,-3 5 0,5 3 0,-4 6 0,12 3 0,7 7 0,4 4 0,4 2 0,5 0 0,-2 1 0,6-3 0,-2-4 0,6 4 0,-4-6 0,8 8 0</inkml:trace>
  <inkml:trace contextRef="#ctx0" brushRef="#br0" timeOffset="29">29064 9448 8912,'-21'0'0,"-5"0"0,3 0 0,-9-2 0,-3-5 0,7 5 0,-2-9 0,7 7 0,-3-2 0,0 1 0,7 12 0,0 4 0,6 8 0,2 2 0,3 5 0,1-2 0,7 8 0,2-2 0,5 2 0,4-4 0,8-9 0,0 0 0,0-8 0,1-5 0,-1-3 0,9-3 0,-7-9 0,5-4 0,-2-13 0,-3-6 0,-2-4 0,5-3 0,-13-6 0,6 0 0,-4 2 0,-5-4 0,-8 2 0,7-8 0,-1 1 0,0-3 0,-6 5 0,0 5 0,0 5 0,-8 10 0,6 8 0,-5 9 0,5 11 0,2 2 0,-6 17 0,-1 16 0,1 12 0,6 6 0,0 5 0,0 1 0,0 1 0,0 0 0,0 0 0,0 0 0,0 0 0,8-9 0,1-2 0,4-8 0,10-9 0,-3-5 0,5-12 0,1-6 0,4-7 0,9-7 0,-1-14 0,1-18 0,-1-8 0,1-11 0</inkml:trace>
  <inkml:trace contextRef="#ctx0" brushRef="#br0" timeOffset="30">29566 9390 8912,'-19'0'0,"-1"0"0,1 0 0,6-6 0,0-1 0,9 1 0,-5 6 0,9 2 0,0 4 0,0 5 0,0 8 0,0 3 0,3 1 0,3 3 0,5 0 0,2-7 0,-1 0 0,3 1 0,-6-1 0,8-6 0,-4-3 0,4-1 0,-6-3 0,6-6 0,-4 0 0,4-8 0,0-5 0,-4-4 0,4-2 0,-6-7 0,8 0 0,0 3 0,-6 1 0,0 3 0,-9 0 0,11 6 0,-8 0 0,1 9 0,-1-3 0,-5 5 0,7 11 0,-7 1 0,2 12 0,2 3 0,1-3 0,-5 4 0,4-11 0,7-3 0,4 1 0,3-2 0,1-5 0,5-3 0,4-3 0,8 0 0,3-7 0,4 1 0,-4-18 0,6 11 0,-8-12 0,6-3 0,0 2 0,-7-6 0,-6 6 0,-8 0 0,2 7 0,-14 0 0,-5 0 0,-14 8 0,-3 2 0,-10 9 0,1 0 0,0 2 0,0 5 0,-1 4 0,1 8 0,0-8 0,2 6 0,2-4 0,2 4 0,8-7 0,-3 8 0,8-6 0,0 6 0,0-6 0,0 1 0,2-6 0,4 6 0,-3-9 0,14 7 0,-4-5 0,6-4 0,7 5 0,-3-5 0,9-2 0,0 0 0,7 0 0,0-2 0,-1-5 0,1-1 0,-1-5 0,-6-7 0,1 1 0,-10 0 0,3-7 0,0 5 0,-7 1 0,2-5 0,-14-1 0,1-6 0,-1 6 0,-5-12 0,4 6 0,-4-16 0,-2 10 0,3-11 0,3 4 0,-4-7 0,5 7 0,-5 9 0,-2 10 0,0 5 0,0 10 0,0 2 0,0 26 0,0 9 0,0 8 0,0 5 0,-7 8 0,-1 5 0,-3 3 0,7-5 0,-5-1 0,9-4 0,0-5 0,0 3 0,0-8 0,9 1 0,8-15 0,9 5 0,8-13 0,-2-7 0,7-6 0,3-6 0,3-7 0,9-4 0,-13-4 0,4-3 0,-5-2 0,-10-8 0,0 10 0,-8-6 0,-3 3 0,5 1 0,-20 13 0,9 0 0,-9 9 0,13-5 0,-15 12 0,5 3 0,-3 7 0,0 10 0,3 3 0,8 8 0,-13-4 0,7 9 0,-1-1 0,-6 1 0,7 0 0,-9-1 0,0 1 0,0-1 0,-9-6 0,-4 1 0,3-12 0,-3-2 0,0-2 0,-6-10 0,-1-3 0,8-12 0,-1-12 0,0-16 0,-6-13 0</inkml:trace>
  <inkml:trace contextRef="#ctx0" brushRef="#br0" timeOffset="31">31186 7578 8912,'0'-28'0,"8"8"0,10 3 0,12 15 0,10 28 0,27 27 0,-31-11 0,1 4 0,4 9 0,-1 4 0,1 12 0,-3 6-1600,5 13 1,-2 6 1599,-13-27 0,-1 2 0,-3 1 0,-2 5 0,-3 2 0,-2 1 0,0 1 0,-2 1 0,-2-1 0,-4-6 0,-2-1 0,-4 0-35,-3 33 1,-6-2-1,-3-6 1,-6-3-1,-8-11 1,-5-3 34,-3-4 0,-2-2 0,2-3 0,-3-4 0,-2-14 0,-3-3 0,4 0 0,0-1 0,-3-2 0,-2 0 0,-1 0 0,-1 1 0,-2 1 0,-2 1 0,-5-3 0,-1 0 0,1 4 0,-1 1 0,-2-1 0,1 1 0,1 6 0,1 2 0,0 6 0</inkml:trace>
  <inkml:trace contextRef="#ctx0" brushRef="#br0" timeOffset="32">2488 10701 8912,'-7'-19'0,"1"0"0,0-1 0,6 1 0,0 0 0,0-1 0,0 1 0,0 0 0,0 0 0,-7 6 0,-1 2 0,-3 2 0,-6 5 0,-7 2 0,-8 8 0,-13 3 0,-6 4 0,-5 8 0,-4 1 0,-4 10 0,4-9 0,-9 12 0,7-7 0,-2 2 0,8-7 0,7 11 0,4-8 0,10 2 0,-3-2 0,6-5 0,-1 5 0,12-11 0,10-2 0,3 2 0,3 2 0,3 2 0,2 0 0,0 1 0,0-1 0,0 2 0,0 5 0,0 4 0,0-9 0,0-3 0</inkml:trace>
  <inkml:trace contextRef="#ctx0" brushRef="#br0" timeOffset="33">1543 11280 8912,'8'47'0,"-5"11"0,5-7 0,1 13 0,-7-14 0,4 7 0,3 3 0,-3 5 0,1-3 0,-7 8 0,0-25 0,0 0 0</inkml:trace>
  <inkml:trace contextRef="#ctx0" brushRef="#br0" timeOffset="34">1620 12128 8912,'0'71'0,"0"-1"0,0 10 0,0-18 0,0 6 0,0-1 0,0-3 0,2-15 0,5-4 0,5-4 0,-3-2 0,8-9 0,-6-3 0,8-7 0</inkml:trace>
  <inkml:trace contextRef="#ctx0" brushRef="#br0" timeOffset="35">1794 12899 8912,'27'9'0,"6"4"0,12-5 0,4 1 0,-17-9 0,-6 0 0</inkml:trace>
  <inkml:trace contextRef="#ctx0" brushRef="#br0" timeOffset="36">2372 12822 8912,'84'-26'0,"-1"1"0,-8-1 0,-8 0 0,-9 1 0,-9-1 0,-4 7 0,-13-1 0,-4 10 0,-17-8 0,-3 16 0,-16-6 0,6 8 0,-16 0 0,6 0 0,-6 2 0,-1 4 0,-9-1 0,-4 7 0,-4 3 0,-3-6 0,1 0 0,-18-1 0,-4 3 0</inkml:trace>
  <inkml:trace contextRef="#ctx0" brushRef="#br0" timeOffset="37">1851 12417 8912,'-19'-19'0,"6"8"0,0 5 0,1-3 0,-8 3 0,7-1 0,-2 7 0,-4 3 0,-4 3 0,-3 5 0,-2 10 0,-4 5 0,-5 12 0,-1 14 0,-7 14 0,0 11 0,-9 11 0,29-37 0,1 1 0,-1 3 0,1 1 0,0 4 0,1 0 0,-2 5 0,2-1-137,7-6 0,0 0 1,-3-1-1,2-1 137,-2 41 0,1-12 0,6-8 0,3-4 0,9-15 0,0-9 0,0-14 0,2-8 0,5-7 0,-3-3 0,9-4 0,-9-5 0,5-8 547,-1 0-547,-6-8 0,7 6 0,-18-7 0,-8 9 0,-9 0 0,3 0 0,-7 0 0,0-17 0,-9-5 0</inkml:trace>
  <inkml:trace contextRef="#ctx0" brushRef="#br0" timeOffset="38">1003 13381 8912,'-19'0'0,"-1"0"0,7 0 0,1 0 0,-1 0 0,0-6 0,0-1 0,-2 3 0,6 2 0,1 4 0,8 5 0,0 5 0,0 14 0,0 13 0,0 12 0,0 5 0,8 10 0,1 5 0,4 12 0,4-3 0,-4 3 0,4-12 0,2-7 0,-2-10 0,-4-3 0,2-16 0,-8-3 0,6-15 0,-7-4 0,9-9 0,-2 0 0,4-8 0,2-7 0,3-10 0,6-5 0,10-6 0,9-4 0,11-5 0,0-4 0,2 4 0,4-4 0,-4 4 0,2 3 0,-8-1 0,-7 9 0,-17 5 0,-4 12 0,-11-2 0,-2 8 0,-9 3 0,2 10 0,-6 7 0,-6 13 0,-5 0 0,-8 12 0,6-3 0,0 10 0,0-13 0,3-4 0,1-9 0</inkml:trace>
  <inkml:trace contextRef="#ctx0" brushRef="#br0" timeOffset="39">926 14615 8912,'-20'-19'0,"1"2"0,2 2 0,2 4 0,2 3 0,9 5 0,-3 16 0,5 0 0,4 26 0,3-3 0,1 7 0,7 11 0,-4-3 0,1 5 0,5 2 0,2-1 0,3 1 0,-7-2 0,-1-5 0,1 3 0,7-9 0,-10 0 0,5-9 0,-8-4 0,-1 5 0,-6-24 0,0 4 0,-8-17 0,-12-17 0,-10-5 0</inkml:trace>
  <inkml:trace contextRef="#ctx0" brushRef="#br0" timeOffset="40">636 14750 8912,'0'-55'0,"0"3"0,9 5 0,6 8 0,9 1 0,6-5 0,8 4 0,1 5 0,-1 15 0,1 0 0,-3 8 0,-4 7 0,-6 8 0,-4 7 0,-3 8 0,-8 2 0,-5 5 0,5 4 0,-9 2 0,4 0 0,-4 3 0,-2 1 0,-6 3 0,0-1 0,-7-6 0,4 0 0,-2 3 0,7-7 0,-4 6 0,8-8 0,-9-1 0,7-5 0,-7-1 0</inkml:trace>
  <inkml:trace contextRef="#ctx0" brushRef="#br0" timeOffset="41">1350 14557 8912,'-19'0'0,"-1"3"0,1 3 0,0 5 0,0 8 0,-1 9 0,1 4 0,2-2 0,4 2 0,4 9 0,9-7 0,3 3 0,3-7 0,5 0 0,8-11 0,0 2 0,1-14 0,5-1 0,1-6 0,2-2 0,-2-5 0,-5-12 0,5-4 0,-11-9 0,-2-3 0,-9 5 0,2-2 0,-4 0 0,-2-7 0,0 3 0,0 4 0,-6 2 0,0 4 0,-9 5 0,12-1 0,-3 9 0,4 9 0,2 4 0,2 13 0,4 13 0,7-11 0,13 4 0,-5-4 0,9 4 0,-4 1 0,-2-1 0,6-2 0,-2-4 0,-3 2 0,-5-9 0,-1 9 0,0-4 0</inkml:trace>
  <inkml:trace contextRef="#ctx0" brushRef="#br0" timeOffset="42">1678 14557 8912,'0'-19'0,"0"8"0,2 3 0,4 8 0,-3 0 0,14 0 0,-4 0 0,4 8 0,-4 3 0,-3 8 0,1 1 0,0-1 0,4 0 0,-7 1 0,3-1 0,-5 0 0,-1-2 0,8-4 0,-9-4 0,4-18 0,-8-4 0,0-4 0,0-2 0,9-9 0,-7 4 0,7-6 0,-1 3 0,-6 1 0,13 0 0,-6 0 0,2 3 0,2-7 0,6 0 0</inkml:trace>
  <inkml:trace contextRef="#ctx0" brushRef="#br0" timeOffset="43">2121 14153 8912,'20'0'0,"-10"0"0,-1 0 0,-9 8 0,0 9 0,0 13 0,0 7 0,0-1 0,0 15 0,0 1 0,0 6 0,0-9 0,0 5 0,0-9 0,9 6 0,3-6 0,-1-9 0,2-10 0,-9-4 0,5-3 0</inkml:trace>
  <inkml:trace contextRef="#ctx0" brushRef="#br0" timeOffset="44">2044 14577 8912,'9'-11'0,"-5"-4"0,9 9 0,-9-9 0,11 10 0,-8-8 0,8 9 0,-5-4 0</inkml:trace>
  <inkml:trace contextRef="#ctx0" brushRef="#br0" timeOffset="45">2256 14461 8912,'28'0'0,"2"-9"0,9 7 0,-1-13 0,1 9 0,-3-7 0,-3 7 0,1-7 0,-8 6 0,-9-1 0,-9 3 0,1-1 0,-7 0 0,7 6 0,-18 0 0,7 0 0,-9 0 0,5 0 0,4 0 0,-7 8 0,9 5 0,0-2 0,0 2 0,2-3 0,5 3 0,-3 4 0,9-4 0,0-4 0,6 8 0,0-15 0,-2 7 0,-2-3 0,-4 3 0,-2 1 0,4-3 0,-7 6 0,9-1 0,-11 6 0,7-3 0,-2-3 0,-5 6 0,-2 5 0,-2-1 0,0 3 0,0-3 0,0 3 0,0 1 0,2-2 0,2-3 0,3-2 0,-1 1 0,-6-1 0</inkml:trace>
  <inkml:trace contextRef="#ctx0" brushRef="#br0" timeOffset="46">3414 14230 8912,'-30'0'0,"2"0"0,9 2 0,-1 4 0,1 7 0,0 13 0,-1 6 0,1 13 0,0 6 0,0 14 0,8-5 0,4 4 0,7-6 0,7-7 0,12-6 0,13-11 0,5-1 0,1-18 0,1 8 0,-1-16 0,-5-1 0,-1-6 0,2-2 0,2-5 0,3-5 0,-9-8 0,-4-5 0,4-5 0,0-9 0</inkml:trace>
  <inkml:trace contextRef="#ctx0" brushRef="#br0" timeOffset="47">3954 14288 8912,'-2'17'0,"-5"-5"0,-1-1 0,-5-4 0,-11 3 0,5 10 0,-5-1 0,5 2 0,-2 3 0,-3 4 0,0 2 0,7 4 0,0 2 0,11 3 0,-1-9 0,16 4 0,4-8 0,6-2 0,7-12 0,2-3 0,6-9 0,-2 0 0,2 0 0,3 0 0,-1-11 0,-4-8 0,-4-2 0,-9-12 0,1 10 0,-10-5 0,-1 9 0</inkml:trace>
  <inkml:trace contextRef="#ctx0" brushRef="#br0" timeOffset="48">4031 14461 8912,'-9'-19'0,"-10"-1"0,-2 1 0,-14 2 0,10 4 0,-8 5 0,8 10 0,1 4 0,3 5 0,4 8 0,4 0 0,4 7 0,9 2 0,0 2 0,4-6 0,9 1 0,0-10 0,13-2 0,12-9 0,3 5 0</inkml:trace>
  <inkml:trace contextRef="#ctx0" brushRef="#br0" timeOffset="49">4262 14153 8912,'-6'-52'0,"-1"1"0,1 16 0,6 3 0,-9 9 0,7 12 0,-6 5 0,8 14 0,0 11 0,-2 18 0,-3 14 0,-1 5 0,2 2 0,1 2 0,3 4 0,0-4 0,0 4 0,7-4 0,-1-2 0,9-9 0,-2-1 0,11-12 0,1-4 0,1-6 0,2-5 0,0-10 0,4-5 0,-4-21 0,0-15 0,2-19 0</inkml:trace>
  <inkml:trace contextRef="#ctx0" brushRef="#br0" timeOffset="50">4590 13902 8912,'0'-11'0,"-8"-4"0,-5 9 0,4-1 0,-2 9 0,5 5 0,4 6 0,-5 12 0,5 8 0,2 9 0,0 3 0,2 3 0,5-6 0,6 3 0,4 7 0,2-7 0,9 0 0,4-7 0,5-6 0,1 1 0,1-10 0,-1 3 0,-6-13 0,-2-7 0,0-6 0,0-6 0,-12-5 0,1-8 0,-2-1 0,-6-5 0,2-1 0,-9-8 0,4 10 0,-8-8 0,-2 9 0,-4-3 0,-7 4 0,2 5 0,-2 4 0,1-2 0,-8 9 0,1 8 0,6 9 0,0 8 0,3 9 0,-3 4 0,-2 11 0,8 2 0,1 6 0,6-6 0,8 5 0,5-12 0,7 3 0,7-15 0,12-3 0,0-10 0,14-4 0,-8-9 0,7-11 0,-7-8 0,17-18 0,-2-12 0</inkml:trace>
  <inkml:trace contextRef="#ctx0" brushRef="#br0" timeOffset="51">5767 14133 8912,'-39'0'0,"0"0"0,1 0 0,-1 0 0,3 2 0,2 5 0,1 6 0,10 4 0,-11 4 0,8 5 0,2 4 0,11 9 0,5 5 0,8 1 0,0 9 0,0-3 0,15-3 0,4-3 0,11-7 0,-4-6 0,8-4 0,-2-9 0,9-8 0,-2-4 0,3-5 0,-9-2 0,1-9 0,-2-4 0,4-10 0,-3-3 0,-3-10 0,2-3 0,-9-8 0,14-11 0,-7 0 0</inkml:trace>
  <inkml:trace contextRef="#ctx0" brushRef="#br0" timeOffset="52">5902 13844 8912,'-9'-11'0,"-4"5"0,2 4 0,-1 2 0,5 8 0,-6 5 0,9 4 0,-7 11 0,5 4 0,4 13 0,-5 7 0,5 3 0,4 3 0,5 0 0,-5 0 0,15-2 0,-4-5 0,4-6 0,2-4 0,3-5 0,3-4 0,-1-6 0,8-13 0,-6-5 0,6-8 0,-6-8 0,6-5 0,0-6 0,7-7 0,-1 2 0,1-8 0,-1 2 0,1-4 0,-3 4 0,-4 2 0,-6 5 0,2 1 0,-2 3 0,-1 8 0,-14 1 0,-4 3 0,-7 5 0,-7-4 0,-4 10 0,-8 2 0,0 9 0,0-2 0,-7 4 0,0 3 0,7-8 0,8 1 0,3 2 0,1 2 0,7-4 0,0 0 0,9-2 0,4 2 0,14-5 0,12-8 0,2 0 0,10 0 0,1-2 0,5-4 0,-1-5 0,-4-8 0,1-1 0,-8 1 0,0-2 0,-6-5 0,-11 11 0,-9-4 0,-8 4 0,-11-5 0,0 1 0,-11 2 0,-8 4 0,-1 5 0,-5 8 0,3 0 0,3 0 0,0 0 0,1 2 0,6 4 0,-6 5 0,10 8 0,-7 0 0,2 1 0,9-1 0,-5 2 0,9 5 0,0-9 0,0 9 0,0-9 0,2 4 0,5-8 0,3-8 0,10 1 0,-1-12 0,0-7 0,1-4 0,-8-11 0,1-4 0,0-13 0,6 2 0,1-9 0,-7 7 0,-1-6 0,-7-7 0,1-6 0,-4-3 0,-2 3 0,0 13 0,0-1 0,-8 18 0,-3 6 0</inkml:trace>
  <inkml:trace contextRef="#ctx0" brushRef="#br0" timeOffset="53">6904 13690 8912,'-8'28'0,"-3"10"0,-2 9 0,3 7 0,1-3 0,3 9 0,-1 0 0,1 7 0,1-1 0,3 3 0,4-1 0,5-4 0,-5-6 0,4-6 0,3 1 0,-3-8 0,1-2 0,-7-11 0,0-4 0,-17-17 0,-5-3 0</inkml:trace>
  <inkml:trace contextRef="#ctx0" brushRef="#br0" timeOffset="54">5689 14326 8912,'-79'0'0,"4"0"0,26 0 0,27 0 0,25 0 0,16 0 0,19-9 0,22-1 0,18-9 0,9-1 0,8-8 0,1 5 0,3-7-302,4 2 0,-5 2 302,5 7-407,-13 0 1,-4-9-1,-9-2 1</inkml:trace>
  <inkml:trace contextRef="#ctx0" brushRef="#br0" timeOffset="55">6364 14500 8912,'-25'10'0,"-1"-3"0,2-5 0,3-2 0,2 0 0,8-9 0,2-1 0,12-1 0,3 4 0,5 5 0,10 2 0,3 0 0,1 0 0,10 0 0,-14 0 0,7 0 0</inkml:trace>
  <inkml:trace contextRef="#ctx0" brushRef="#br0" timeOffset="56">6538 14461 8912,'19'-9'0,"-8"5"0,-5-9 0,-3 9 0,-6-13 0,-3 4 0,-11-4 0,-9-2 0,-10 1 0,-1 3 0,-6 3 0,-2-1 0,7 2 0,-1 5 0,1 4 0,-1 2 0,1 17 0,1 10 0,5 14 0,13 8 0,4 18 0,8 4 0,9-3 0,11 3 0,24-15 0,14-3 0,16-10 0,16-9 0,-4-14 0,7-1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1" name="Google Shape;431;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p>
        </p:txBody>
      </p:sp>
      <p:sp>
        <p:nvSpPr>
          <p:cNvPr id="432" name="Google Shape;432;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6" name="Google Shape;16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381957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0" name="Google Shape;210;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11" name="Google Shape;211;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26" name="Google Shape;226;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 name="Google Shape;239;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0" name="Google Shape;240;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6" name="Google Shape;25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9" name="Google Shape;26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9" name="Google Shape;26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611867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0" name="Google Shape;280;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0" name="Google Shape;280;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extLst>
      <p:ext uri="{BB962C8B-B14F-4D97-AF65-F5344CB8AC3E}">
        <p14:creationId xmlns:p14="http://schemas.microsoft.com/office/powerpoint/2010/main" val="39084351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0" name="Google Shape;280;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extLst>
      <p:ext uri="{BB962C8B-B14F-4D97-AF65-F5344CB8AC3E}">
        <p14:creationId xmlns:p14="http://schemas.microsoft.com/office/powerpoint/2010/main" val="13990904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1" name="Google Shape;291;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4" name="Google Shape;30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05" name="Google Shape;305;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6" name="Google Shape;316;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7" name="Google Shape;317;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3" name="Google Shape;32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7" name="Google Shape;337;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38" name="Google Shape;338;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46" name="Google Shape;346;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4" name="Google Shape;354;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55" name="Google Shape;355;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5" name="Google Shape;365;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66" name="Google Shape;366;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3" name="Google Shape;373;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74" name="Google Shape;374;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6" name="Google Shape;38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87" name="Google Shape;38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3027680" y="1183257"/>
            <a:ext cx="82296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3042421" y="3429000"/>
            <a:ext cx="82296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10733828" y="1110597"/>
            <a:ext cx="2286000" cy="508000"/>
          </a:xfrm>
        </p:spPr>
        <p:txBody>
          <a:bodyPr/>
          <a:lstStyle/>
          <a:p>
            <a:endParaRPr lang="en-US"/>
          </a:p>
        </p:txBody>
      </p:sp>
      <p:sp>
        <p:nvSpPr>
          <p:cNvPr id="17" name="Footer Placeholder 16"/>
          <p:cNvSpPr>
            <a:spLocks noGrp="1"/>
          </p:cNvSpPr>
          <p:nvPr>
            <p:ph type="ftr" sz="quarter" idx="11"/>
          </p:nvPr>
        </p:nvSpPr>
        <p:spPr bwMode="auto">
          <a:xfrm rot="5400000">
            <a:off x="10045959" y="4117661"/>
            <a:ext cx="3657600" cy="512064"/>
          </a:xfrm>
        </p:spPr>
        <p:txBody>
          <a:bodyPr/>
          <a:lstStyle/>
          <a:p>
            <a:endParaRPr lang="en-US"/>
          </a:p>
        </p:txBody>
      </p:sp>
      <p:sp>
        <p:nvSpPr>
          <p:cNvPr id="10" name="Rectangle 9"/>
          <p:cNvSpPr/>
          <p:nvPr/>
        </p:nvSpPr>
        <p:spPr bwMode="auto">
          <a:xfrm>
            <a:off x="508000" y="0"/>
            <a:ext cx="8128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2" name="Rectangle 11"/>
          <p:cNvSpPr/>
          <p:nvPr/>
        </p:nvSpPr>
        <p:spPr bwMode="auto">
          <a:xfrm>
            <a:off x="368448" y="0"/>
            <a:ext cx="139552"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4" name="Rectangle 13"/>
          <p:cNvSpPr/>
          <p:nvPr/>
        </p:nvSpPr>
        <p:spPr bwMode="auto">
          <a:xfrm>
            <a:off x="1320800" y="0"/>
            <a:ext cx="242496"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9" name="Rectangle 18"/>
          <p:cNvSpPr/>
          <p:nvPr/>
        </p:nvSpPr>
        <p:spPr bwMode="auto">
          <a:xfrm>
            <a:off x="1521760" y="0"/>
            <a:ext cx="30704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1" name="Straight Connector 10"/>
          <p:cNvSpPr>
            <a:spLocks noChangeShapeType="1"/>
          </p:cNvSpPr>
          <p:nvPr/>
        </p:nvSpPr>
        <p:spPr bwMode="auto">
          <a:xfrm>
            <a:off x="141792"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8" name="Straight Connector 17"/>
          <p:cNvSpPr>
            <a:spLocks noChangeShapeType="1"/>
          </p:cNvSpPr>
          <p:nvPr/>
        </p:nvSpPr>
        <p:spPr bwMode="auto">
          <a:xfrm>
            <a:off x="12192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20" name="Straight Connector 19"/>
          <p:cNvSpPr>
            <a:spLocks noChangeShapeType="1"/>
          </p:cNvSpPr>
          <p:nvPr/>
        </p:nvSpPr>
        <p:spPr bwMode="auto">
          <a:xfrm>
            <a:off x="1138816"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6" name="Straight Connector 15"/>
          <p:cNvSpPr>
            <a:spLocks noChangeShapeType="1"/>
          </p:cNvSpPr>
          <p:nvPr/>
        </p:nvSpPr>
        <p:spPr bwMode="auto">
          <a:xfrm>
            <a:off x="230218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5" name="Straight Connector 14"/>
          <p:cNvSpPr>
            <a:spLocks noChangeShapeType="1"/>
          </p:cNvSpPr>
          <p:nvPr/>
        </p:nvSpPr>
        <p:spPr bwMode="auto">
          <a:xfrm>
            <a:off x="14224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22" name="Straight Connector 21"/>
          <p:cNvSpPr>
            <a:spLocks noChangeShapeType="1"/>
          </p:cNvSpPr>
          <p:nvPr/>
        </p:nvSpPr>
        <p:spPr bwMode="auto">
          <a:xfrm>
            <a:off x="1215180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27" name="Rectangle 26"/>
          <p:cNvSpPr/>
          <p:nvPr/>
        </p:nvSpPr>
        <p:spPr bwMode="auto">
          <a:xfrm>
            <a:off x="1625600" y="0"/>
            <a:ext cx="1016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1" name="Oval 20"/>
          <p:cNvSpPr/>
          <p:nvPr/>
        </p:nvSpPr>
        <p:spPr bwMode="auto">
          <a:xfrm>
            <a:off x="812800" y="3429000"/>
            <a:ext cx="17272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3" name="Oval 22"/>
          <p:cNvSpPr/>
          <p:nvPr/>
        </p:nvSpPr>
        <p:spPr bwMode="auto">
          <a:xfrm>
            <a:off x="1746176" y="4866752"/>
            <a:ext cx="855232"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4" name="Oval 23"/>
          <p:cNvSpPr/>
          <p:nvPr/>
        </p:nvSpPr>
        <p:spPr bwMode="auto">
          <a:xfrm>
            <a:off x="1454773" y="5500632"/>
            <a:ext cx="18288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6" name="Oval 25"/>
          <p:cNvSpPr/>
          <p:nvPr/>
        </p:nvSpPr>
        <p:spPr bwMode="auto">
          <a:xfrm>
            <a:off x="2218944" y="5788152"/>
            <a:ext cx="36576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5" name="Oval 24"/>
          <p:cNvSpPr/>
          <p:nvPr/>
        </p:nvSpPr>
        <p:spPr>
          <a:xfrm>
            <a:off x="2540000" y="4495800"/>
            <a:ext cx="48768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9" name="Slide Number Placeholder 28"/>
          <p:cNvSpPr>
            <a:spLocks noGrp="1"/>
          </p:cNvSpPr>
          <p:nvPr>
            <p:ph type="sldNum" sz="quarter" idx="12"/>
          </p:nvPr>
        </p:nvSpPr>
        <p:spPr bwMode="auto">
          <a:xfrm>
            <a:off x="1767392" y="4928702"/>
            <a:ext cx="812800" cy="517524"/>
          </a:xfrm>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9769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609600" y="1600200"/>
            <a:ext cx="99568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endParaRPr lang="en-US"/>
          </a:p>
        </p:txBody>
      </p:sp>
      <p:sp>
        <p:nvSpPr>
          <p:cNvPr id="9" name="Slide Number Placeholder 8"/>
          <p:cNvSpPr>
            <a:spLocks noGrp="1"/>
          </p:cNvSpPr>
          <p:nvPr>
            <p:ph type="sldNum" sz="quarter" idx="15"/>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10" name="Footer Placeholder 9"/>
          <p:cNvSpPr>
            <a:spLocks noGrp="1"/>
          </p:cNvSpPr>
          <p:nvPr>
            <p:ph type="ftr" sz="quarter" idx="16"/>
          </p:nvPr>
        </p:nvSpPr>
        <p:spPr/>
        <p:txBody>
          <a:bodyPr rtlCol="0"/>
          <a:lstStyle/>
          <a:p>
            <a:endParaRPr lang="en-US"/>
          </a:p>
        </p:txBody>
      </p:sp>
    </p:spTree>
    <p:extLst>
      <p:ext uri="{BB962C8B-B14F-4D97-AF65-F5344CB8AC3E}">
        <p14:creationId xmlns:p14="http://schemas.microsoft.com/office/powerpoint/2010/main" val="628539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101590" y="494193"/>
            <a:ext cx="82296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3051616" y="3280744"/>
            <a:ext cx="82296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10732008" y="1106932"/>
            <a:ext cx="2286000" cy="508000"/>
          </a:xfrm>
        </p:spPr>
        <p:txBody>
          <a:bodyPr/>
          <a:lstStyle/>
          <a:p>
            <a:endParaRPr lang="en-US"/>
          </a:p>
        </p:txBody>
      </p:sp>
      <p:sp>
        <p:nvSpPr>
          <p:cNvPr id="5" name="Footer Placeholder 4"/>
          <p:cNvSpPr>
            <a:spLocks noGrp="1"/>
          </p:cNvSpPr>
          <p:nvPr>
            <p:ph type="ftr" sz="quarter" idx="11"/>
          </p:nvPr>
        </p:nvSpPr>
        <p:spPr bwMode="auto">
          <a:xfrm rot="5400000">
            <a:off x="10046208" y="4114800"/>
            <a:ext cx="3657600" cy="512064"/>
          </a:xfrm>
        </p:spPr>
        <p:txBody>
          <a:bodyPr/>
          <a:lstStyle/>
          <a:p>
            <a:endParaRPr lang="en-US"/>
          </a:p>
        </p:txBody>
      </p:sp>
      <p:sp>
        <p:nvSpPr>
          <p:cNvPr id="9" name="Rectangle 8"/>
          <p:cNvSpPr/>
          <p:nvPr/>
        </p:nvSpPr>
        <p:spPr bwMode="auto">
          <a:xfrm>
            <a:off x="508000" y="0"/>
            <a:ext cx="8128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0" name="Rectangle 9"/>
          <p:cNvSpPr/>
          <p:nvPr/>
        </p:nvSpPr>
        <p:spPr bwMode="auto">
          <a:xfrm>
            <a:off x="368448" y="0"/>
            <a:ext cx="139552"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1" name="Rectangle 10"/>
          <p:cNvSpPr/>
          <p:nvPr/>
        </p:nvSpPr>
        <p:spPr bwMode="auto">
          <a:xfrm>
            <a:off x="1320800" y="0"/>
            <a:ext cx="242496"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2" name="Rectangle 11"/>
          <p:cNvSpPr/>
          <p:nvPr/>
        </p:nvSpPr>
        <p:spPr bwMode="auto">
          <a:xfrm>
            <a:off x="1521760" y="0"/>
            <a:ext cx="30704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3" name="Straight Connector 12"/>
          <p:cNvSpPr>
            <a:spLocks noChangeShapeType="1"/>
          </p:cNvSpPr>
          <p:nvPr/>
        </p:nvSpPr>
        <p:spPr bwMode="auto">
          <a:xfrm>
            <a:off x="141792"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4" name="Straight Connector 13"/>
          <p:cNvSpPr>
            <a:spLocks noChangeShapeType="1"/>
          </p:cNvSpPr>
          <p:nvPr/>
        </p:nvSpPr>
        <p:spPr bwMode="auto">
          <a:xfrm>
            <a:off x="12192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5" name="Straight Connector 14"/>
          <p:cNvSpPr>
            <a:spLocks noChangeShapeType="1"/>
          </p:cNvSpPr>
          <p:nvPr/>
        </p:nvSpPr>
        <p:spPr bwMode="auto">
          <a:xfrm>
            <a:off x="1138816"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6" name="Straight Connector 15"/>
          <p:cNvSpPr>
            <a:spLocks noChangeShapeType="1"/>
          </p:cNvSpPr>
          <p:nvPr/>
        </p:nvSpPr>
        <p:spPr bwMode="auto">
          <a:xfrm>
            <a:off x="230218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7" name="Straight Connector 16"/>
          <p:cNvSpPr>
            <a:spLocks noChangeShapeType="1"/>
          </p:cNvSpPr>
          <p:nvPr/>
        </p:nvSpPr>
        <p:spPr bwMode="auto">
          <a:xfrm>
            <a:off x="14224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8" name="Rectangle 17"/>
          <p:cNvSpPr/>
          <p:nvPr/>
        </p:nvSpPr>
        <p:spPr bwMode="auto">
          <a:xfrm>
            <a:off x="1625600" y="0"/>
            <a:ext cx="1016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19" name="Oval 18"/>
          <p:cNvSpPr/>
          <p:nvPr/>
        </p:nvSpPr>
        <p:spPr bwMode="auto">
          <a:xfrm>
            <a:off x="812800" y="3429000"/>
            <a:ext cx="17272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0" name="Oval 19"/>
          <p:cNvSpPr/>
          <p:nvPr/>
        </p:nvSpPr>
        <p:spPr bwMode="auto">
          <a:xfrm>
            <a:off x="1766272" y="4866752"/>
            <a:ext cx="855232"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1" name="Oval 20"/>
          <p:cNvSpPr/>
          <p:nvPr/>
        </p:nvSpPr>
        <p:spPr bwMode="auto">
          <a:xfrm>
            <a:off x="1454773" y="5500632"/>
            <a:ext cx="18288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2" name="Oval 21"/>
          <p:cNvSpPr/>
          <p:nvPr/>
        </p:nvSpPr>
        <p:spPr bwMode="auto">
          <a:xfrm>
            <a:off x="2218944" y="5791200"/>
            <a:ext cx="36576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3" name="Oval 22"/>
          <p:cNvSpPr/>
          <p:nvPr/>
        </p:nvSpPr>
        <p:spPr bwMode="auto">
          <a:xfrm>
            <a:off x="2505387" y="4479888"/>
            <a:ext cx="48768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6" name="Straight Connector 25"/>
          <p:cNvSpPr>
            <a:spLocks noChangeShapeType="1"/>
          </p:cNvSpPr>
          <p:nvPr/>
        </p:nvSpPr>
        <p:spPr bwMode="auto">
          <a:xfrm>
            <a:off x="12130592"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6" name="Slide Number Placeholder 5"/>
          <p:cNvSpPr>
            <a:spLocks noGrp="1"/>
          </p:cNvSpPr>
          <p:nvPr>
            <p:ph type="sldNum" sz="quarter" idx="12"/>
          </p:nvPr>
        </p:nvSpPr>
        <p:spPr bwMode="auto">
          <a:xfrm>
            <a:off x="1787488" y="4928702"/>
            <a:ext cx="812800" cy="517524"/>
          </a:xfrm>
        </p:spPr>
        <p:txBody>
          <a:bodyPr/>
          <a:lstStyle/>
          <a:p>
            <a:pPr marL="0" lvl="0" indent="0" algn="ct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1560509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
        <p:nvSpPr>
          <p:cNvPr id="9" name="Content Placeholder 8"/>
          <p:cNvSpPr>
            <a:spLocks noGrp="1"/>
          </p:cNvSpPr>
          <p:nvPr>
            <p:ph sz="quarter" idx="1"/>
          </p:nvPr>
        </p:nvSpPr>
        <p:spPr>
          <a:xfrm>
            <a:off x="609600" y="1600200"/>
            <a:ext cx="48768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5693664" y="1600200"/>
            <a:ext cx="48768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57923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0584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
        <p:nvSpPr>
          <p:cNvPr id="11" name="Content Placeholder 10"/>
          <p:cNvSpPr>
            <a:spLocks noGrp="1"/>
          </p:cNvSpPr>
          <p:nvPr>
            <p:ph sz="quarter" idx="2"/>
          </p:nvPr>
        </p:nvSpPr>
        <p:spPr>
          <a:xfrm>
            <a:off x="609600" y="2362200"/>
            <a:ext cx="48768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5829300" y="2362200"/>
            <a:ext cx="48768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609600" y="1569720"/>
            <a:ext cx="48768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5791200" y="1569720"/>
            <a:ext cx="48768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extLst>
      <p:ext uri="{BB962C8B-B14F-4D97-AF65-F5344CB8AC3E}">
        <p14:creationId xmlns:p14="http://schemas.microsoft.com/office/powerpoint/2010/main" val="4065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endParaRPr lang="en-US"/>
          </a:p>
        </p:txBody>
      </p:sp>
      <p:sp>
        <p:nvSpPr>
          <p:cNvPr id="7" name="Slide Number Placeholder 6"/>
          <p:cNvSpPr>
            <a:spLocks noGrp="1"/>
          </p:cNvSpPr>
          <p:nvPr>
            <p:ph type="sldNum" sz="quarter" idx="11"/>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8" name="Footer Placeholder 7"/>
          <p:cNvSpPr>
            <a:spLocks noGrp="1"/>
          </p:cNvSpPr>
          <p:nvPr>
            <p:ph type="ftr" sz="quarter" idx="12"/>
          </p:nvPr>
        </p:nvSpPr>
        <p:spPr/>
        <p:txBody>
          <a:bodyPr rtlCol="0"/>
          <a:lstStyle/>
          <a:p>
            <a:endParaRPr lang="en-US"/>
          </a:p>
        </p:txBody>
      </p:sp>
    </p:spTree>
    <p:extLst>
      <p:ext uri="{BB962C8B-B14F-4D97-AF65-F5344CB8AC3E}">
        <p14:creationId xmlns:p14="http://schemas.microsoft.com/office/powerpoint/2010/main" val="1634041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07638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11684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2" name="Title 1"/>
          <p:cNvSpPr>
            <a:spLocks noGrp="1"/>
          </p:cNvSpPr>
          <p:nvPr>
            <p:ph type="title"/>
          </p:nvPr>
        </p:nvSpPr>
        <p:spPr>
          <a:xfrm rot="5400000">
            <a:off x="5547360" y="3124200"/>
            <a:ext cx="6309360" cy="6096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9083040" y="274320"/>
            <a:ext cx="2036064"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83312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9" name="Straight Connector 8"/>
          <p:cNvSpPr>
            <a:spLocks noChangeShapeType="1"/>
          </p:cNvSpPr>
          <p:nvPr/>
        </p:nvSpPr>
        <p:spPr bwMode="auto">
          <a:xfrm>
            <a:off x="8256395"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11" name="Straight Connector 10"/>
          <p:cNvSpPr>
            <a:spLocks noChangeShapeType="1"/>
          </p:cNvSpPr>
          <p:nvPr/>
        </p:nvSpPr>
        <p:spPr bwMode="auto">
          <a:xfrm>
            <a:off x="119888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2" name="Rectangle 11"/>
          <p:cNvSpPr/>
          <p:nvPr/>
        </p:nvSpPr>
        <p:spPr bwMode="auto">
          <a:xfrm>
            <a:off x="11785600" y="0"/>
            <a:ext cx="4064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3" name="Straight Connector 12"/>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4" name="Oval 13"/>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18" name="Content Placeholder 17"/>
          <p:cNvSpPr>
            <a:spLocks noGrp="1"/>
          </p:cNvSpPr>
          <p:nvPr>
            <p:ph sz="quarter" idx="1"/>
          </p:nvPr>
        </p:nvSpPr>
        <p:spPr>
          <a:xfrm>
            <a:off x="406400" y="274320"/>
            <a:ext cx="75184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endParaRPr lang="en-US"/>
          </a:p>
        </p:txBody>
      </p:sp>
      <p:sp>
        <p:nvSpPr>
          <p:cNvPr id="22" name="Slide Number Placeholder 21"/>
          <p:cNvSpPr>
            <a:spLocks noGrp="1"/>
          </p:cNvSpPr>
          <p:nvPr>
            <p:ph type="sldNum" sz="quarter" idx="15"/>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23" name="Footer Placeholder 22"/>
          <p:cNvSpPr>
            <a:spLocks noGrp="1"/>
          </p:cNvSpPr>
          <p:nvPr>
            <p:ph type="ftr" sz="quarter" idx="16"/>
          </p:nvPr>
        </p:nvSpPr>
        <p:spPr/>
        <p:txBody>
          <a:bodyPr rtlCol="0"/>
          <a:lstStyle/>
          <a:p>
            <a:endParaRPr lang="en-US"/>
          </a:p>
        </p:txBody>
      </p:sp>
    </p:spTree>
    <p:extLst>
      <p:ext uri="{BB962C8B-B14F-4D97-AF65-F5344CB8AC3E}">
        <p14:creationId xmlns:p14="http://schemas.microsoft.com/office/powerpoint/2010/main" val="1962719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11684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3" name="Oval 12"/>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 name="Title 1"/>
          <p:cNvSpPr>
            <a:spLocks noGrp="1"/>
          </p:cNvSpPr>
          <p:nvPr>
            <p:ph type="title"/>
          </p:nvPr>
        </p:nvSpPr>
        <p:spPr>
          <a:xfrm rot="5400000">
            <a:off x="5518404" y="3124200"/>
            <a:ext cx="6309360" cy="6096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82296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9021064" y="264795"/>
            <a:ext cx="2032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119888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1" name="Rectangle 10"/>
          <p:cNvSpPr/>
          <p:nvPr/>
        </p:nvSpPr>
        <p:spPr bwMode="auto">
          <a:xfrm>
            <a:off x="11785600" y="0"/>
            <a:ext cx="4064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2" name="Straight Connector 11"/>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9" name="Straight Connector 18"/>
          <p:cNvSpPr>
            <a:spLocks noChangeShapeType="1"/>
          </p:cNvSpPr>
          <p:nvPr/>
        </p:nvSpPr>
        <p:spPr bwMode="auto">
          <a:xfrm>
            <a:off x="83312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20" name="Straight Connector 19"/>
          <p:cNvSpPr>
            <a:spLocks noChangeShapeType="1"/>
          </p:cNvSpPr>
          <p:nvPr/>
        </p:nvSpPr>
        <p:spPr bwMode="auto">
          <a:xfrm>
            <a:off x="8256395"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17" name="Date Placeholder 16"/>
          <p:cNvSpPr>
            <a:spLocks noGrp="1"/>
          </p:cNvSpPr>
          <p:nvPr>
            <p:ph type="dt" sz="half" idx="10"/>
          </p:nvPr>
        </p:nvSpPr>
        <p:spPr/>
        <p:txBody>
          <a:bodyPr rtlCol="0"/>
          <a:lstStyle/>
          <a:p>
            <a:endParaRPr lang="en-US"/>
          </a:p>
        </p:txBody>
      </p:sp>
      <p:sp>
        <p:nvSpPr>
          <p:cNvPr id="18" name="Slide Number Placeholder 17"/>
          <p:cNvSpPr>
            <a:spLocks noGrp="1"/>
          </p:cNvSpPr>
          <p:nvPr>
            <p:ph type="sldNum" sz="quarter" idx="11"/>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21" name="Footer Placeholder 20"/>
          <p:cNvSpPr>
            <a:spLocks noGrp="1"/>
          </p:cNvSpPr>
          <p:nvPr>
            <p:ph type="ftr" sz="quarter" idx="12"/>
          </p:nvPr>
        </p:nvSpPr>
        <p:spPr/>
        <p:txBody>
          <a:bodyPr rtlCol="0"/>
          <a:lstStyle/>
          <a:p>
            <a:endParaRPr lang="en-US"/>
          </a:p>
        </p:txBody>
      </p:sp>
    </p:spTree>
    <p:extLst>
      <p:ext uri="{BB962C8B-B14F-4D97-AF65-F5344CB8AC3E}">
        <p14:creationId xmlns:p14="http://schemas.microsoft.com/office/powerpoint/2010/main" val="16013748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74782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235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446928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Chart Placeholder 2"/>
          <p:cNvSpPr>
            <a:spLocks noGrp="1"/>
          </p:cNvSpPr>
          <p:nvPr>
            <p:ph type="chart" idx="1"/>
          </p:nvPr>
        </p:nvSpPr>
        <p:spPr>
          <a:xfrm>
            <a:off x="609600" y="1600201"/>
            <a:ext cx="10972800" cy="4525963"/>
          </a:xfrm>
        </p:spPr>
        <p:txBody>
          <a:bodyPr/>
          <a:lstStyle/>
          <a:p>
            <a:r>
              <a:rPr lang="en-US"/>
              <a:t>Click icon to add chart</a:t>
            </a:r>
          </a:p>
        </p:txBody>
      </p:sp>
      <p:sp>
        <p:nvSpPr>
          <p:cNvPr id="4" name="Date Placeholder 3"/>
          <p:cNvSpPr>
            <a:spLocks noGrp="1"/>
          </p:cNvSpPr>
          <p:nvPr>
            <p:ph type="dt" sz="half" idx="10"/>
          </p:nvPr>
        </p:nvSpPr>
        <p:spPr>
          <a:xfrm>
            <a:off x="609600" y="6245225"/>
            <a:ext cx="2844800" cy="476250"/>
          </a:xfrm>
        </p:spPr>
        <p:txBody>
          <a:bodyPr/>
          <a:lstStyle>
            <a:lvl1pPr>
              <a:defRPr/>
            </a:lvl1pPr>
          </a:lstStyle>
          <a:p>
            <a:endParaRPr lang="en-US"/>
          </a:p>
        </p:txBody>
      </p:sp>
      <p:sp>
        <p:nvSpPr>
          <p:cNvPr id="5" name="Footer Placeholder 4"/>
          <p:cNvSpPr>
            <a:spLocks noGrp="1"/>
          </p:cNvSpPr>
          <p:nvPr>
            <p:ph type="ftr" sz="quarter" idx="11"/>
          </p:nvPr>
        </p:nvSpPr>
        <p:spPr>
          <a:xfrm>
            <a:off x="4165600" y="6245225"/>
            <a:ext cx="3860800" cy="476250"/>
          </a:xfrm>
        </p:spPr>
        <p:txBody>
          <a:bodyPr/>
          <a:lstStyle>
            <a:lvl1pPr>
              <a:defRPr/>
            </a:lvl1pPr>
          </a:lstStyle>
          <a:p>
            <a:endParaRPr lang="en-US"/>
          </a:p>
        </p:txBody>
      </p:sp>
      <p:sp>
        <p:nvSpPr>
          <p:cNvPr id="6" name="Slide Number Placeholder 5"/>
          <p:cNvSpPr>
            <a:spLocks noGrp="1"/>
          </p:cNvSpPr>
          <p:nvPr>
            <p:ph type="sldNum" sz="quarter" idx="12"/>
          </p:nvPr>
        </p:nvSpPr>
        <p:spPr>
          <a:xfrm>
            <a:off x="8737600" y="6245225"/>
            <a:ext cx="2844800" cy="476250"/>
          </a:xfrm>
        </p:spPr>
        <p:txBody>
          <a:bodyPr/>
          <a:lstStyle>
            <a:lvl1pPr>
              <a:defRPr/>
            </a:lvl1p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24694150"/>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11684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22" name="Title Placeholder 21"/>
          <p:cNvSpPr>
            <a:spLocks noGrp="1"/>
          </p:cNvSpPr>
          <p:nvPr>
            <p:ph type="title"/>
          </p:nvPr>
        </p:nvSpPr>
        <p:spPr>
          <a:xfrm>
            <a:off x="609600" y="274638"/>
            <a:ext cx="99568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609600" y="1600200"/>
            <a:ext cx="99568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10454640" y="1017843"/>
            <a:ext cx="2011680" cy="512064"/>
          </a:xfrm>
          <a:prstGeom prst="rect">
            <a:avLst/>
          </a:prstGeom>
        </p:spPr>
        <p:txBody>
          <a:bodyPr vert="horz" anchor="ctr" anchorCtr="0"/>
          <a:lstStyle>
            <a:lvl1pPr algn="r" eaLnBrk="1" latinLnBrk="0" hangingPunct="1">
              <a:defRPr kumimoji="0" sz="1200">
                <a:solidFill>
                  <a:schemeClr val="tx2"/>
                </a:solidFill>
              </a:defRPr>
            </a:lvl1pPr>
          </a:lstStyle>
          <a:p>
            <a:endParaRPr lang="en-US"/>
          </a:p>
        </p:txBody>
      </p:sp>
      <p:sp>
        <p:nvSpPr>
          <p:cNvPr id="3" name="Footer Placeholder 2"/>
          <p:cNvSpPr>
            <a:spLocks noGrp="1"/>
          </p:cNvSpPr>
          <p:nvPr>
            <p:ph type="ftr" sz="quarter" idx="3"/>
          </p:nvPr>
        </p:nvSpPr>
        <p:spPr>
          <a:xfrm rot="5400000">
            <a:off x="9853648" y="3676280"/>
            <a:ext cx="3200400" cy="48768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1016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9" name="Straight Connector 8"/>
          <p:cNvSpPr>
            <a:spLocks noChangeShapeType="1"/>
          </p:cNvSpPr>
          <p:nvPr/>
        </p:nvSpPr>
        <p:spPr bwMode="auto">
          <a:xfrm>
            <a:off x="119888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0" name="Rectangle 9"/>
          <p:cNvSpPr/>
          <p:nvPr/>
        </p:nvSpPr>
        <p:spPr bwMode="auto">
          <a:xfrm>
            <a:off x="11785600" y="0"/>
            <a:ext cx="4064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1" name="Straight Connector 10"/>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2" name="Oval 11"/>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3" name="Slide Number Placeholder 22"/>
          <p:cNvSpPr>
            <a:spLocks noGrp="1"/>
          </p:cNvSpPr>
          <p:nvPr>
            <p:ph type="sldNum" sz="quarter" idx="4"/>
          </p:nvPr>
        </p:nvSpPr>
        <p:spPr>
          <a:xfrm>
            <a:off x="10838688" y="5734050"/>
            <a:ext cx="812800" cy="521208"/>
          </a:xfrm>
          <a:prstGeom prst="rect">
            <a:avLst/>
          </a:prstGeom>
        </p:spPr>
        <p:txBody>
          <a:bodyPr vert="horz" anchor="ctr"/>
          <a:lstStyle>
            <a:lvl1pPr algn="ctr" eaLnBrk="1" latinLnBrk="0" hangingPunct="1">
              <a:defRPr kumimoji="0" sz="1400" b="1">
                <a:solidFill>
                  <a:srgbClr val="FFFFFF"/>
                </a:solidFill>
              </a:defRPr>
            </a:lvl1p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870253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hf sldNum="0" hdr="0" ft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customXml" Target="../ink/ink1.xml"/></Relationships>
</file>

<file path=ppt/slides/_rels/slide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customXml" Target="../ink/ink3.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customXml" Target="../ink/ink4.xml"/></Relationships>
</file>

<file path=ppt/slides/_rels/slide8.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customXml" Target="../ink/ink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customXml" Target="../ink/ink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customXml" Target="../ink/ink9.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customXml" Target="../ink/ink11.xml"/></Relationships>
</file>

<file path=ppt/slides/_rels/slide15.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customXml" Target="../ink/ink13.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
          <p:cNvSpPr txBox="1">
            <a:spLocks noGrp="1"/>
          </p:cNvSpPr>
          <p:nvPr>
            <p:ph type="ctrTitle"/>
          </p:nvPr>
        </p:nvSpPr>
        <p:spPr>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SzPts val="6000"/>
              <a:buFont typeface="Rockwell"/>
              <a:buNone/>
            </a:pPr>
            <a:r>
              <a:rPr lang="en-US" sz="6000" dirty="0"/>
              <a:t>Data lifecycle</a:t>
            </a:r>
            <a:endParaRPr lang="en-US" dirty="0"/>
          </a:p>
        </p:txBody>
      </p:sp>
      <p:sp>
        <p:nvSpPr>
          <p:cNvPr id="110" name="Google Shape;110;p1"/>
          <p:cNvSpPr txBox="1">
            <a:spLocks noGrp="1"/>
          </p:cNvSpPr>
          <p:nvPr>
            <p:ph type="subTitle" idx="1"/>
          </p:nvPr>
        </p:nvSpPr>
        <p:spPr>
          <a:xfrm>
            <a:off x="3027680" y="3429000"/>
            <a:ext cx="7891272" cy="1056213"/>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SzPct val="85000"/>
              <a:buNone/>
            </a:pPr>
            <a:r>
              <a:rPr lang="en-US" dirty="0"/>
              <a:t>CS 418 Introduction to Data Science</a:t>
            </a:r>
            <a:endParaRPr dirty="0"/>
          </a:p>
          <a:p>
            <a:pPr marL="0" lvl="0" indent="0" algn="l" rtl="0">
              <a:lnSpc>
                <a:spcPct val="90000"/>
              </a:lnSpc>
              <a:spcBef>
                <a:spcPts val="1200"/>
              </a:spcBef>
              <a:spcAft>
                <a:spcPts val="0"/>
              </a:spcAft>
              <a:buSzPct val="85000"/>
              <a:buNone/>
            </a:pPr>
            <a:r>
              <a:rPr lang="en-US" dirty="0"/>
              <a:t>Prof. Sathya Ravi</a:t>
            </a:r>
            <a:endParaRPr dirty="0"/>
          </a:p>
          <a:p>
            <a:pPr marL="0" lvl="0" indent="0" algn="l" rtl="0">
              <a:lnSpc>
                <a:spcPct val="90000"/>
              </a:lnSpc>
              <a:spcBef>
                <a:spcPts val="1200"/>
              </a:spcBef>
              <a:spcAft>
                <a:spcPts val="0"/>
              </a:spcAft>
              <a:buSzPct val="85000"/>
              <a:buNone/>
            </a:pPr>
            <a:r>
              <a:rPr lang="en-US" dirty="0"/>
              <a:t>August 29, 2024</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37"/>
          <p:cNvSpPr txBox="1">
            <a:spLocks noGrp="1"/>
          </p:cNvSpPr>
          <p:nvPr>
            <p:ph type="title"/>
          </p:nvPr>
        </p:nvSpPr>
        <p:spPr>
          <a:xfrm>
            <a:off x="1069848" y="82847"/>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ANNOUNCEMENTS</a:t>
            </a:r>
            <a:endParaRPr/>
          </a:p>
        </p:txBody>
      </p:sp>
      <p:sp>
        <p:nvSpPr>
          <p:cNvPr id="435" name="Google Shape;435;p37"/>
          <p:cNvSpPr txBox="1">
            <a:spLocks noGrp="1"/>
          </p:cNvSpPr>
          <p:nvPr>
            <p:ph sz="quarter" idx="1"/>
          </p:nvPr>
        </p:nvSpPr>
        <p:spPr>
          <a:xfrm>
            <a:off x="617902" y="1692191"/>
            <a:ext cx="11122153" cy="4227148"/>
          </a:xfrm>
          <a:prstGeom prst="rect">
            <a:avLst/>
          </a:prstGeom>
          <a:noFill/>
          <a:ln>
            <a:noFill/>
          </a:ln>
        </p:spPr>
        <p:txBody>
          <a:bodyPr spcFirstLastPara="1" wrap="square" lIns="91425" tIns="45700" rIns="91425" bIns="45700" anchor="t" anchorCtr="0">
            <a:normAutofit fontScale="92500"/>
          </a:bodyPr>
          <a:lstStyle/>
          <a:p>
            <a:pPr lvl="0" algn="l" rtl="0">
              <a:lnSpc>
                <a:spcPct val="90000"/>
              </a:lnSpc>
              <a:spcBef>
                <a:spcPts val="0"/>
              </a:spcBef>
              <a:spcAft>
                <a:spcPts val="0"/>
              </a:spcAft>
              <a:buSzPts val="2100"/>
              <a:buFont typeface="Wingdings" pitchFamily="2" charset="2"/>
              <a:buChar char="q"/>
            </a:pPr>
            <a:r>
              <a:rPr lang="en-US" sz="2400" dirty="0"/>
              <a:t>Quiz 0 background surve</a:t>
            </a:r>
            <a:r>
              <a:rPr lang="en-US" dirty="0"/>
              <a:t>y out, please fill by the weekend so that it is easy to make necessary modifications in the course</a:t>
            </a:r>
          </a:p>
          <a:p>
            <a:pPr marL="182880" lvl="0" indent="-182880" algn="l" rtl="0">
              <a:lnSpc>
                <a:spcPct val="90000"/>
              </a:lnSpc>
              <a:spcBef>
                <a:spcPts val="0"/>
              </a:spcBef>
              <a:spcAft>
                <a:spcPts val="0"/>
              </a:spcAft>
              <a:buSzPts val="2100"/>
              <a:buChar char="▪"/>
            </a:pPr>
            <a:endParaRPr lang="en-US" dirty="0"/>
          </a:p>
          <a:p>
            <a:pPr>
              <a:lnSpc>
                <a:spcPct val="90000"/>
              </a:lnSpc>
              <a:spcBef>
                <a:spcPts val="0"/>
              </a:spcBef>
              <a:buSzPts val="2100"/>
              <a:buFont typeface="Wingdings" pitchFamily="2" charset="2"/>
              <a:buChar char="q"/>
            </a:pPr>
            <a:r>
              <a:rPr lang="en-US" dirty="0"/>
              <a:t>Python tutorial is out. To open the </a:t>
            </a:r>
            <a:r>
              <a:rPr lang="en-US" dirty="0" err="1"/>
              <a:t>ipynb</a:t>
            </a:r>
            <a:r>
              <a:rPr lang="en-US" dirty="0"/>
              <a:t> file (</a:t>
            </a:r>
            <a:r>
              <a:rPr lang="en-US" dirty="0" err="1"/>
              <a:t>Jupyter</a:t>
            </a:r>
            <a:r>
              <a:rPr lang="en-US" dirty="0"/>
              <a:t> notebook), follow these instructions: </a:t>
            </a:r>
          </a:p>
          <a:p>
            <a:pPr lvl="1">
              <a:lnSpc>
                <a:spcPct val="90000"/>
              </a:lnSpc>
              <a:spcBef>
                <a:spcPts val="0"/>
              </a:spcBef>
              <a:buSzPts val="2100"/>
              <a:buFont typeface="Wingdings" pitchFamily="2" charset="2"/>
              <a:buChar char="v"/>
            </a:pPr>
            <a:r>
              <a:rPr lang="en-US" dirty="0"/>
              <a:t>Install Anaconda package manager (using terminal)</a:t>
            </a:r>
          </a:p>
          <a:p>
            <a:pPr lvl="1">
              <a:lnSpc>
                <a:spcPct val="90000"/>
              </a:lnSpc>
              <a:spcBef>
                <a:spcPts val="0"/>
              </a:spcBef>
              <a:buSzPts val="2100"/>
              <a:buFont typeface="Wingdings" pitchFamily="2" charset="2"/>
              <a:buChar char="v"/>
            </a:pPr>
            <a:r>
              <a:rPr lang="en-US" dirty="0"/>
              <a:t>Create an </a:t>
            </a:r>
            <a:r>
              <a:rPr lang="en-US" dirty="0">
                <a:highlight>
                  <a:srgbClr val="00FF00"/>
                </a:highlight>
              </a:rPr>
              <a:t>environment</a:t>
            </a:r>
            <a:r>
              <a:rPr lang="en-US" dirty="0"/>
              <a:t> for CS 418 course</a:t>
            </a:r>
          </a:p>
          <a:p>
            <a:pPr lvl="1">
              <a:lnSpc>
                <a:spcPct val="90000"/>
              </a:lnSpc>
              <a:spcBef>
                <a:spcPts val="0"/>
              </a:spcBef>
              <a:buSzPts val="2100"/>
              <a:buFont typeface="Wingdings" pitchFamily="2" charset="2"/>
              <a:buChar char="v"/>
            </a:pPr>
            <a:r>
              <a:rPr lang="en-US" dirty="0"/>
              <a:t>In terminal:  Activate the environment, install </a:t>
            </a:r>
            <a:r>
              <a:rPr lang="en-US" dirty="0" err="1"/>
              <a:t>jupyter</a:t>
            </a:r>
            <a:r>
              <a:rPr lang="en-US" dirty="0"/>
              <a:t> notebook using “</a:t>
            </a:r>
            <a:r>
              <a:rPr lang="en-US" dirty="0" err="1"/>
              <a:t>conda</a:t>
            </a:r>
            <a:r>
              <a:rPr lang="en-US" dirty="0"/>
              <a:t> install </a:t>
            </a:r>
            <a:r>
              <a:rPr lang="en-US" dirty="0" err="1"/>
              <a:t>jupyter</a:t>
            </a:r>
            <a:r>
              <a:rPr lang="en-US" dirty="0"/>
              <a:t>” </a:t>
            </a:r>
          </a:p>
          <a:p>
            <a:pPr lvl="1">
              <a:lnSpc>
                <a:spcPct val="90000"/>
              </a:lnSpc>
              <a:spcBef>
                <a:spcPts val="0"/>
              </a:spcBef>
              <a:buSzPts val="2100"/>
              <a:buFont typeface="Wingdings" pitchFamily="2" charset="2"/>
              <a:buChar char="v"/>
            </a:pPr>
            <a:r>
              <a:rPr lang="en-US" dirty="0">
                <a:highlight>
                  <a:srgbClr val="00FF00"/>
                </a:highlight>
              </a:rPr>
              <a:t>In terminal: Launch </a:t>
            </a:r>
            <a:r>
              <a:rPr lang="en-US" dirty="0" err="1">
                <a:highlight>
                  <a:srgbClr val="00FF00"/>
                </a:highlight>
              </a:rPr>
              <a:t>jupyter</a:t>
            </a:r>
            <a:r>
              <a:rPr lang="en-US" dirty="0">
                <a:highlight>
                  <a:srgbClr val="00FF00"/>
                </a:highlight>
              </a:rPr>
              <a:t> GUI by executing “</a:t>
            </a:r>
            <a:r>
              <a:rPr lang="en-US" dirty="0" err="1">
                <a:highlight>
                  <a:srgbClr val="00FF00"/>
                </a:highlight>
              </a:rPr>
              <a:t>jupyter</a:t>
            </a:r>
            <a:r>
              <a:rPr lang="en-US" dirty="0">
                <a:highlight>
                  <a:srgbClr val="00FF00"/>
                </a:highlight>
              </a:rPr>
              <a:t> notebook”, this will open in a browser. Then find the notebook to open. If needed, cd to the folder containing the notebook and then launch </a:t>
            </a:r>
            <a:r>
              <a:rPr lang="en-US" dirty="0" err="1">
                <a:highlight>
                  <a:srgbClr val="00FF00"/>
                </a:highlight>
              </a:rPr>
              <a:t>jupyter</a:t>
            </a:r>
            <a:r>
              <a:rPr lang="en-US" dirty="0">
                <a:highlight>
                  <a:srgbClr val="00FF00"/>
                </a:highlight>
              </a:rPr>
              <a:t>. </a:t>
            </a:r>
          </a:p>
          <a:p>
            <a:pPr lvl="1">
              <a:lnSpc>
                <a:spcPct val="90000"/>
              </a:lnSpc>
              <a:spcBef>
                <a:spcPts val="0"/>
              </a:spcBef>
              <a:buSzPts val="2100"/>
              <a:buFont typeface="Wingdings" pitchFamily="2" charset="2"/>
              <a:buChar char="v"/>
            </a:pPr>
            <a:r>
              <a:rPr lang="en-US" dirty="0">
                <a:highlight>
                  <a:srgbClr val="00FF00"/>
                </a:highlight>
              </a:rPr>
              <a:t>In terminal: Install other python packages such as </a:t>
            </a:r>
            <a:r>
              <a:rPr lang="en-US" dirty="0" err="1">
                <a:highlight>
                  <a:srgbClr val="00FF00"/>
                </a:highlight>
              </a:rPr>
              <a:t>numpy</a:t>
            </a:r>
            <a:r>
              <a:rPr lang="en-US" dirty="0">
                <a:highlight>
                  <a:srgbClr val="00FF00"/>
                </a:highlight>
              </a:rPr>
              <a:t> by using “</a:t>
            </a:r>
            <a:r>
              <a:rPr lang="en-US" dirty="0" err="1">
                <a:highlight>
                  <a:srgbClr val="00FF00"/>
                </a:highlight>
              </a:rPr>
              <a:t>conda</a:t>
            </a:r>
            <a:r>
              <a:rPr lang="en-US" dirty="0">
                <a:highlight>
                  <a:srgbClr val="00FF00"/>
                </a:highlight>
              </a:rPr>
              <a:t> install </a:t>
            </a:r>
            <a:r>
              <a:rPr lang="en-US" dirty="0" err="1">
                <a:highlight>
                  <a:srgbClr val="00FF00"/>
                </a:highlight>
              </a:rPr>
              <a:t>numpy</a:t>
            </a:r>
            <a:r>
              <a:rPr lang="en-US" dirty="0">
                <a:highlight>
                  <a:srgbClr val="00FF00"/>
                </a:highlight>
              </a:rPr>
              <a:t>”</a:t>
            </a:r>
          </a:p>
          <a:p>
            <a:pPr lvl="1">
              <a:lnSpc>
                <a:spcPct val="90000"/>
              </a:lnSpc>
              <a:spcBef>
                <a:spcPts val="0"/>
              </a:spcBef>
              <a:buSzPts val="2100"/>
              <a:buFont typeface="Wingdings" pitchFamily="2" charset="2"/>
              <a:buChar char="v"/>
            </a:pPr>
            <a:r>
              <a:rPr lang="en-US" dirty="0"/>
              <a:t>Optional: Install VS Code, and extensions to open </a:t>
            </a:r>
            <a:r>
              <a:rPr lang="en-US" dirty="0" err="1"/>
              <a:t>Jupyter</a:t>
            </a:r>
            <a:r>
              <a:rPr lang="en-US" dirty="0"/>
              <a:t> notebook. If you simply open the notebook with VS Code, it will prompt you to install. You can select the environment you created by clicking “Select Kernel” on top right. VS Code also can open terminal so you wouldn’t need a browser</a:t>
            </a:r>
          </a:p>
          <a:p>
            <a:pPr lvl="1">
              <a:lnSpc>
                <a:spcPct val="90000"/>
              </a:lnSpc>
              <a:spcBef>
                <a:spcPts val="0"/>
              </a:spcBef>
              <a:buSzPts val="2100"/>
              <a:buFont typeface="Wingdings" pitchFamily="2" charset="2"/>
              <a:buChar char="v"/>
            </a:pPr>
            <a:endParaRPr lang="en-US" dirty="0"/>
          </a:p>
        </p:txBody>
      </p:sp>
      <p:pic>
        <p:nvPicPr>
          <p:cNvPr id="436" name="Google Shape;436;p37"/>
          <p:cNvPicPr preferRelativeResize="0"/>
          <p:nvPr/>
        </p:nvPicPr>
        <p:blipFill rotWithShape="1">
          <a:blip r:embed="rId3">
            <a:alphaModFix/>
          </a:blip>
          <a:srcRect/>
          <a:stretch/>
        </p:blipFill>
        <p:spPr>
          <a:xfrm>
            <a:off x="8881241" y="386237"/>
            <a:ext cx="1878565" cy="1104847"/>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AE7C001D-DD87-A375-4C76-E223FFB8AAB5}"/>
                  </a:ext>
                </a:extLst>
              </p14:cNvPr>
              <p14:cNvContentPartPr/>
              <p14:nvPr/>
            </p14:nvContentPartPr>
            <p14:xfrm>
              <a:off x="638640" y="5601600"/>
              <a:ext cx="4866840" cy="1082520"/>
            </p14:xfrm>
          </p:contentPart>
        </mc:Choice>
        <mc:Fallback xmlns="">
          <p:pic>
            <p:nvPicPr>
              <p:cNvPr id="2" name="Ink 1">
                <a:extLst>
                  <a:ext uri="{FF2B5EF4-FFF2-40B4-BE49-F238E27FC236}">
                    <a16:creationId xmlns:a16="http://schemas.microsoft.com/office/drawing/2014/main" id="{AE7C001D-DD87-A375-4C76-E223FFB8AAB5}"/>
                  </a:ext>
                </a:extLst>
              </p:cNvPr>
              <p:cNvPicPr/>
              <p:nvPr/>
            </p:nvPicPr>
            <p:blipFill>
              <a:blip r:embed="rId5"/>
              <a:stretch>
                <a:fillRect/>
              </a:stretch>
            </p:blipFill>
            <p:spPr>
              <a:xfrm>
                <a:off x="629280" y="5592240"/>
                <a:ext cx="4885560" cy="1101240"/>
              </a:xfrm>
              <a:prstGeom prst="rect">
                <a:avLst/>
              </a:prstGeom>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5"/>
          <p:cNvSpPr txBox="1">
            <a:spLocks noGrp="1"/>
          </p:cNvSpPr>
          <p:nvPr>
            <p:ph type="title"/>
          </p:nvPr>
        </p:nvSpPr>
        <p:spPr>
          <a:xfrm>
            <a:off x="1069848" y="-2383"/>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IN SIMPLER TERMS</a:t>
            </a:r>
            <a:endParaRPr/>
          </a:p>
        </p:txBody>
      </p:sp>
      <p:sp>
        <p:nvSpPr>
          <p:cNvPr id="169" name="Google Shape;169;p5"/>
          <p:cNvSpPr/>
          <p:nvPr/>
        </p:nvSpPr>
        <p:spPr>
          <a:xfrm>
            <a:off x="3418833" y="1810043"/>
            <a:ext cx="780800" cy="780800"/>
          </a:xfrm>
          <a:prstGeom prst="ellipse">
            <a:avLst/>
          </a:prstGeom>
          <a:solidFill>
            <a:srgbClr val="CFE2F3"/>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170" name="Google Shape;170;p5"/>
          <p:cNvSpPr txBox="1"/>
          <p:nvPr/>
        </p:nvSpPr>
        <p:spPr>
          <a:xfrm>
            <a:off x="1482367" y="1647243"/>
            <a:ext cx="1821600" cy="9032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Ask a Question</a:t>
            </a:r>
            <a:endParaRPr sz="2667" b="0" i="0" u="none" strike="noStrike" cap="none">
              <a:solidFill>
                <a:schemeClr val="dk1"/>
              </a:solidFill>
              <a:latin typeface="Calibri"/>
              <a:ea typeface="Calibri"/>
              <a:cs typeface="Calibri"/>
              <a:sym typeface="Calibri"/>
            </a:endParaRPr>
          </a:p>
        </p:txBody>
      </p:sp>
      <p:cxnSp>
        <p:nvCxnSpPr>
          <p:cNvPr id="171" name="Google Shape;171;p5"/>
          <p:cNvCxnSpPr/>
          <p:nvPr/>
        </p:nvCxnSpPr>
        <p:spPr>
          <a:xfrm>
            <a:off x="3809233" y="1233243"/>
            <a:ext cx="0" cy="576800"/>
          </a:xfrm>
          <a:prstGeom prst="straightConnector1">
            <a:avLst/>
          </a:prstGeom>
          <a:noFill/>
          <a:ln w="28575" cap="flat" cmpd="sng">
            <a:solidFill>
              <a:srgbClr val="000000"/>
            </a:solidFill>
            <a:prstDash val="solid"/>
            <a:round/>
            <a:headEnd type="none" w="sm" len="sm"/>
            <a:tailEnd type="triangle" w="med" len="med"/>
          </a:ln>
        </p:spPr>
      </p:cxnSp>
      <p:cxnSp>
        <p:nvCxnSpPr>
          <p:cNvPr id="172" name="Google Shape;172;p5"/>
          <p:cNvCxnSpPr/>
          <p:nvPr/>
        </p:nvCxnSpPr>
        <p:spPr>
          <a:xfrm>
            <a:off x="7201967" y="1233243"/>
            <a:ext cx="0" cy="576800"/>
          </a:xfrm>
          <a:prstGeom prst="straightConnector1">
            <a:avLst/>
          </a:prstGeom>
          <a:noFill/>
          <a:ln w="28575" cap="flat" cmpd="sng">
            <a:solidFill>
              <a:srgbClr val="000000"/>
            </a:solidFill>
            <a:prstDash val="solid"/>
            <a:round/>
            <a:headEnd type="none" w="sm" len="sm"/>
            <a:tailEnd type="triangle" w="med" len="med"/>
          </a:ln>
        </p:spPr>
      </p:cxnSp>
      <p:grpSp>
        <p:nvGrpSpPr>
          <p:cNvPr id="173" name="Google Shape;173;p5"/>
          <p:cNvGrpSpPr/>
          <p:nvPr/>
        </p:nvGrpSpPr>
        <p:grpSpPr>
          <a:xfrm>
            <a:off x="4199634" y="1647243"/>
            <a:ext cx="5320567" cy="943600"/>
            <a:chOff x="3149725" y="1102700"/>
            <a:chExt cx="3990425" cy="707700"/>
          </a:xfrm>
        </p:grpSpPr>
        <p:sp>
          <p:nvSpPr>
            <p:cNvPr id="174" name="Google Shape;174;p5"/>
            <p:cNvSpPr/>
            <p:nvPr/>
          </p:nvSpPr>
          <p:spPr>
            <a:xfrm>
              <a:off x="5108675" y="1224800"/>
              <a:ext cx="585600" cy="585600"/>
            </a:xfrm>
            <a:prstGeom prst="ellipse">
              <a:avLst/>
            </a:prstGeom>
            <a:solidFill>
              <a:srgbClr val="CFE2F3"/>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175" name="Google Shape;175;p5"/>
            <p:cNvSpPr txBox="1"/>
            <p:nvPr/>
          </p:nvSpPr>
          <p:spPr>
            <a:xfrm>
              <a:off x="5983650" y="1102700"/>
              <a:ext cx="1156500" cy="677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Obtain Data</a:t>
              </a:r>
              <a:endParaRPr sz="2667" b="0" i="0" u="none" strike="noStrike" cap="none">
                <a:solidFill>
                  <a:schemeClr val="dk1"/>
                </a:solidFill>
                <a:latin typeface="Calibri"/>
                <a:ea typeface="Calibri"/>
                <a:cs typeface="Calibri"/>
                <a:sym typeface="Calibri"/>
              </a:endParaRPr>
            </a:p>
          </p:txBody>
        </p:sp>
        <p:cxnSp>
          <p:nvCxnSpPr>
            <p:cNvPr id="176" name="Google Shape;176;p5"/>
            <p:cNvCxnSpPr/>
            <p:nvPr/>
          </p:nvCxnSpPr>
          <p:spPr>
            <a:xfrm>
              <a:off x="3149725" y="1517600"/>
              <a:ext cx="1959000" cy="0"/>
            </a:xfrm>
            <a:prstGeom prst="straightConnector1">
              <a:avLst/>
            </a:prstGeom>
            <a:noFill/>
            <a:ln w="28575" cap="flat" cmpd="sng">
              <a:solidFill>
                <a:srgbClr val="000000"/>
              </a:solidFill>
              <a:prstDash val="solid"/>
              <a:round/>
              <a:headEnd type="none" w="sm" len="sm"/>
              <a:tailEnd type="triangle" w="med" len="med"/>
            </a:ln>
          </p:spPr>
        </p:cxnSp>
      </p:grpSp>
      <p:grpSp>
        <p:nvGrpSpPr>
          <p:cNvPr id="177" name="Google Shape;177;p5"/>
          <p:cNvGrpSpPr/>
          <p:nvPr/>
        </p:nvGrpSpPr>
        <p:grpSpPr>
          <a:xfrm>
            <a:off x="6811567" y="2590843"/>
            <a:ext cx="2832500" cy="2618400"/>
            <a:chOff x="5108675" y="1810400"/>
            <a:chExt cx="2124375" cy="1963800"/>
          </a:xfrm>
        </p:grpSpPr>
        <p:grpSp>
          <p:nvGrpSpPr>
            <p:cNvPr id="178" name="Google Shape;178;p5"/>
            <p:cNvGrpSpPr/>
            <p:nvPr/>
          </p:nvGrpSpPr>
          <p:grpSpPr>
            <a:xfrm>
              <a:off x="5108675" y="3066500"/>
              <a:ext cx="2124375" cy="707700"/>
              <a:chOff x="5108675" y="3066500"/>
              <a:chExt cx="2124375" cy="707700"/>
            </a:xfrm>
          </p:grpSpPr>
          <p:sp>
            <p:nvSpPr>
              <p:cNvPr id="179" name="Google Shape;179;p5"/>
              <p:cNvSpPr/>
              <p:nvPr/>
            </p:nvSpPr>
            <p:spPr>
              <a:xfrm>
                <a:off x="5108675" y="3188600"/>
                <a:ext cx="585600" cy="585600"/>
              </a:xfrm>
              <a:prstGeom prst="ellipse">
                <a:avLst/>
              </a:prstGeom>
              <a:solidFill>
                <a:srgbClr val="CFE2F3"/>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180" name="Google Shape;180;p5"/>
              <p:cNvSpPr txBox="1"/>
              <p:nvPr/>
            </p:nvSpPr>
            <p:spPr>
              <a:xfrm>
                <a:off x="5749850" y="3066500"/>
                <a:ext cx="1483200" cy="677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Understand the Data</a:t>
                </a:r>
                <a:endParaRPr sz="2667" b="0" i="0" u="none" strike="noStrike" cap="none">
                  <a:solidFill>
                    <a:schemeClr val="dk1"/>
                  </a:solidFill>
                  <a:latin typeface="Calibri"/>
                  <a:ea typeface="Calibri"/>
                  <a:cs typeface="Calibri"/>
                  <a:sym typeface="Calibri"/>
                </a:endParaRPr>
              </a:p>
            </p:txBody>
          </p:sp>
        </p:grpSp>
        <p:cxnSp>
          <p:nvCxnSpPr>
            <p:cNvPr id="181" name="Google Shape;181;p5"/>
            <p:cNvCxnSpPr/>
            <p:nvPr/>
          </p:nvCxnSpPr>
          <p:spPr>
            <a:xfrm>
              <a:off x="5401475" y="1810400"/>
              <a:ext cx="0" cy="1378200"/>
            </a:xfrm>
            <a:prstGeom prst="straightConnector1">
              <a:avLst/>
            </a:prstGeom>
            <a:noFill/>
            <a:ln w="28575" cap="flat" cmpd="sng">
              <a:solidFill>
                <a:srgbClr val="000000"/>
              </a:solidFill>
              <a:prstDash val="solid"/>
              <a:round/>
              <a:headEnd type="none" w="sm" len="sm"/>
              <a:tailEnd type="triangle" w="med" len="med"/>
            </a:ln>
          </p:spPr>
        </p:cxnSp>
      </p:grpSp>
      <p:cxnSp>
        <p:nvCxnSpPr>
          <p:cNvPr id="182" name="Google Shape;182;p5"/>
          <p:cNvCxnSpPr/>
          <p:nvPr/>
        </p:nvCxnSpPr>
        <p:spPr>
          <a:xfrm rot="10800000">
            <a:off x="4085112" y="2476388"/>
            <a:ext cx="2840800" cy="2066400"/>
          </a:xfrm>
          <a:prstGeom prst="straightConnector1">
            <a:avLst/>
          </a:prstGeom>
          <a:noFill/>
          <a:ln w="28575" cap="flat" cmpd="sng">
            <a:solidFill>
              <a:srgbClr val="000000"/>
            </a:solidFill>
            <a:prstDash val="solid"/>
            <a:round/>
            <a:headEnd type="none" w="sm" len="sm"/>
            <a:tailEnd type="triangle" w="med" len="med"/>
          </a:ln>
        </p:spPr>
      </p:cxnSp>
      <p:grpSp>
        <p:nvGrpSpPr>
          <p:cNvPr id="183" name="Google Shape;183;p5"/>
          <p:cNvGrpSpPr/>
          <p:nvPr/>
        </p:nvGrpSpPr>
        <p:grpSpPr>
          <a:xfrm>
            <a:off x="1071567" y="4265643"/>
            <a:ext cx="5740000" cy="943600"/>
            <a:chOff x="803675" y="3066500"/>
            <a:chExt cx="4305000" cy="707700"/>
          </a:xfrm>
        </p:grpSpPr>
        <p:sp>
          <p:nvSpPr>
            <p:cNvPr id="184" name="Google Shape;184;p5"/>
            <p:cNvSpPr/>
            <p:nvPr/>
          </p:nvSpPr>
          <p:spPr>
            <a:xfrm>
              <a:off x="2564125" y="3188600"/>
              <a:ext cx="585600" cy="585600"/>
            </a:xfrm>
            <a:prstGeom prst="ellipse">
              <a:avLst/>
            </a:prstGeom>
            <a:solidFill>
              <a:srgbClr val="CFE2F3"/>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185" name="Google Shape;185;p5"/>
            <p:cNvSpPr txBox="1"/>
            <p:nvPr/>
          </p:nvSpPr>
          <p:spPr>
            <a:xfrm>
              <a:off x="803675" y="3066500"/>
              <a:ext cx="1674300" cy="6774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Understand the World</a:t>
              </a:r>
              <a:endParaRPr sz="2667" b="0" i="0" u="none" strike="noStrike" cap="none">
                <a:solidFill>
                  <a:schemeClr val="dk1"/>
                </a:solidFill>
                <a:latin typeface="Calibri"/>
                <a:ea typeface="Calibri"/>
                <a:cs typeface="Calibri"/>
                <a:sym typeface="Calibri"/>
              </a:endParaRPr>
            </a:p>
          </p:txBody>
        </p:sp>
        <p:cxnSp>
          <p:nvCxnSpPr>
            <p:cNvPr id="186" name="Google Shape;186;p5"/>
            <p:cNvCxnSpPr/>
            <p:nvPr/>
          </p:nvCxnSpPr>
          <p:spPr>
            <a:xfrm rot="10800000">
              <a:off x="3149675" y="3481400"/>
              <a:ext cx="1959000" cy="0"/>
            </a:xfrm>
            <a:prstGeom prst="straightConnector1">
              <a:avLst/>
            </a:prstGeom>
            <a:noFill/>
            <a:ln w="28575" cap="flat" cmpd="sng">
              <a:solidFill>
                <a:srgbClr val="000000"/>
              </a:solidFill>
              <a:prstDash val="solid"/>
              <a:round/>
              <a:headEnd type="none" w="sm" len="sm"/>
              <a:tailEnd type="triangle" w="med" len="med"/>
            </a:ln>
          </p:spPr>
        </p:cxnSp>
      </p:grpSp>
      <p:cxnSp>
        <p:nvCxnSpPr>
          <p:cNvPr id="187" name="Google Shape;187;p5"/>
          <p:cNvCxnSpPr/>
          <p:nvPr/>
        </p:nvCxnSpPr>
        <p:spPr>
          <a:xfrm rot="10800000">
            <a:off x="3809233" y="2590843"/>
            <a:ext cx="0" cy="1837600"/>
          </a:xfrm>
          <a:prstGeom prst="straightConnector1">
            <a:avLst/>
          </a:prstGeom>
          <a:noFill/>
          <a:ln w="28575" cap="flat" cmpd="sng">
            <a:solidFill>
              <a:srgbClr val="000000"/>
            </a:solidFill>
            <a:prstDash val="solid"/>
            <a:round/>
            <a:headEnd type="none" w="sm" len="sm"/>
            <a:tailEnd type="triangle" w="med" len="med"/>
          </a:ln>
        </p:spPr>
      </p:cxnSp>
      <p:grpSp>
        <p:nvGrpSpPr>
          <p:cNvPr id="188" name="Google Shape;188;p5"/>
          <p:cNvGrpSpPr/>
          <p:nvPr/>
        </p:nvGrpSpPr>
        <p:grpSpPr>
          <a:xfrm>
            <a:off x="3809234" y="5209243"/>
            <a:ext cx="4380633" cy="1519600"/>
            <a:chOff x="2856925" y="3774200"/>
            <a:chExt cx="3285475" cy="1139700"/>
          </a:xfrm>
        </p:grpSpPr>
        <p:sp>
          <p:nvSpPr>
            <p:cNvPr id="189" name="Google Shape;189;p5"/>
            <p:cNvSpPr txBox="1"/>
            <p:nvPr/>
          </p:nvSpPr>
          <p:spPr>
            <a:xfrm>
              <a:off x="3938000" y="4236500"/>
              <a:ext cx="2204400" cy="677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Reports, Decisions, and Solutions</a:t>
              </a:r>
              <a:endParaRPr sz="2667" b="0" i="0" u="none" strike="noStrike" cap="none">
                <a:solidFill>
                  <a:schemeClr val="dk1"/>
                </a:solidFill>
                <a:latin typeface="Calibri"/>
                <a:ea typeface="Calibri"/>
                <a:cs typeface="Calibri"/>
                <a:sym typeface="Calibri"/>
              </a:endParaRPr>
            </a:p>
          </p:txBody>
        </p:sp>
        <p:cxnSp>
          <p:nvCxnSpPr>
            <p:cNvPr id="190" name="Google Shape;190;p5"/>
            <p:cNvCxnSpPr/>
            <p:nvPr/>
          </p:nvCxnSpPr>
          <p:spPr>
            <a:xfrm rot="-5400000" flipH="1">
              <a:off x="2997025" y="3634100"/>
              <a:ext cx="801000" cy="1081200"/>
            </a:xfrm>
            <a:prstGeom prst="bentConnector2">
              <a:avLst/>
            </a:prstGeom>
            <a:noFill/>
            <a:ln w="28575" cap="flat" cmpd="sng">
              <a:solidFill>
                <a:srgbClr val="000000"/>
              </a:solidFill>
              <a:prstDash val="solid"/>
              <a:round/>
              <a:headEnd type="none" w="sm" len="sm"/>
              <a:tailEnd type="triangle" w="med" len="med"/>
            </a:ln>
          </p:spPr>
        </p:cxnSp>
      </p:grpSp>
      <p:sp>
        <p:nvSpPr>
          <p:cNvPr id="191" name="Google Shape;191;p5"/>
          <p:cNvSpPr txBox="1"/>
          <p:nvPr/>
        </p:nvSpPr>
        <p:spPr>
          <a:xfrm>
            <a:off x="9872467" y="1334976"/>
            <a:ext cx="1977600" cy="10680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Rockwell"/>
                <a:ea typeface="Rockwell"/>
                <a:cs typeface="Rockwell"/>
                <a:sym typeface="Rockwell"/>
              </a:rPr>
              <a:t>Note the two distinct entry points!</a:t>
            </a:r>
            <a:endParaRPr sz="2400" b="0" i="0" u="none" strike="noStrike" cap="none">
              <a:solidFill>
                <a:schemeClr val="dk1"/>
              </a:solidFill>
              <a:latin typeface="Rockwell"/>
              <a:ea typeface="Rockwell"/>
              <a:cs typeface="Rockwell"/>
              <a:sym typeface="Rockwell"/>
            </a:endParaRPr>
          </a:p>
        </p:txBody>
      </p:sp>
      <p:sp>
        <p:nvSpPr>
          <p:cNvPr id="192" name="Google Shape;192;p5"/>
          <p:cNvSpPr txBox="1"/>
          <p:nvPr/>
        </p:nvSpPr>
        <p:spPr>
          <a:xfrm>
            <a:off x="7130697" y="4415012"/>
            <a:ext cx="384000" cy="368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193" name="Google Shape;193;p5"/>
          <p:cNvSpPr txBox="1"/>
          <p:nvPr/>
        </p:nvSpPr>
        <p:spPr>
          <a:xfrm>
            <a:off x="7309053" y="2261687"/>
            <a:ext cx="214800" cy="3752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cxnSp>
        <p:nvCxnSpPr>
          <p:cNvPr id="194" name="Google Shape;194;p5"/>
          <p:cNvCxnSpPr/>
          <p:nvPr/>
        </p:nvCxnSpPr>
        <p:spPr>
          <a:xfrm rot="-5400000">
            <a:off x="6444297" y="3519512"/>
            <a:ext cx="2150100" cy="9300"/>
          </a:xfrm>
          <a:prstGeom prst="curvedConnector3">
            <a:avLst>
              <a:gd name="adj1" fmla="val 0"/>
            </a:avLst>
          </a:prstGeom>
          <a:noFill/>
          <a:ln w="28575" cap="flat" cmpd="sng">
            <a:solidFill>
              <a:srgbClr val="000000"/>
            </a:solidFill>
            <a:prstDash val="solid"/>
            <a:round/>
            <a:headEnd type="none" w="sm" len="sm"/>
            <a:tailEnd type="triangle" w="med" len="med"/>
          </a:ln>
        </p:spPr>
      </p:cxn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642CBC5C-D0E1-AE2F-A4BF-70DD2D02B7A4}"/>
                  </a:ext>
                </a:extLst>
              </p14:cNvPr>
              <p14:cNvContentPartPr/>
              <p14:nvPr/>
            </p14:nvContentPartPr>
            <p14:xfrm>
              <a:off x="5929200" y="2631600"/>
              <a:ext cx="410040" cy="589680"/>
            </p14:xfrm>
          </p:contentPart>
        </mc:Choice>
        <mc:Fallback xmlns="">
          <p:pic>
            <p:nvPicPr>
              <p:cNvPr id="2" name="Ink 1">
                <a:extLst>
                  <a:ext uri="{FF2B5EF4-FFF2-40B4-BE49-F238E27FC236}">
                    <a16:creationId xmlns:a16="http://schemas.microsoft.com/office/drawing/2014/main" id="{642CBC5C-D0E1-AE2F-A4BF-70DD2D02B7A4}"/>
                  </a:ext>
                </a:extLst>
              </p:cNvPr>
              <p:cNvPicPr/>
              <p:nvPr/>
            </p:nvPicPr>
            <p:blipFill>
              <a:blip r:embed="rId4"/>
              <a:stretch>
                <a:fillRect/>
              </a:stretch>
            </p:blipFill>
            <p:spPr>
              <a:xfrm>
                <a:off x="5919840" y="2622240"/>
                <a:ext cx="428760" cy="608400"/>
              </a:xfrm>
              <a:prstGeom prst="rect">
                <a:avLst/>
              </a:prstGeom>
            </p:spPr>
          </p:pic>
        </mc:Fallback>
      </mc:AlternateContent>
    </p:spTree>
    <p:extLst>
      <p:ext uri="{BB962C8B-B14F-4D97-AF65-F5344CB8AC3E}">
        <p14:creationId xmlns:p14="http://schemas.microsoft.com/office/powerpoint/2010/main" val="2858913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3"/>
                                        </p:tgtEl>
                                        <p:attrNameLst>
                                          <p:attrName>style.visibility</p:attrName>
                                        </p:attrNameLst>
                                      </p:cBhvr>
                                      <p:to>
                                        <p:strVal val="visible"/>
                                      </p:to>
                                    </p:set>
                                    <p:animEffect transition="in" filter="fade">
                                      <p:cBhvr>
                                        <p:cTn id="7" dur="1"/>
                                        <p:tgtEl>
                                          <p:spTgt spid="17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2"/>
                                        </p:tgtEl>
                                        <p:attrNameLst>
                                          <p:attrName>style.visibility</p:attrName>
                                        </p:attrNameLst>
                                      </p:cBhvr>
                                      <p:to>
                                        <p:strVal val="visible"/>
                                      </p:to>
                                    </p:set>
                                    <p:animEffect transition="in" filter="fade">
                                      <p:cBhvr>
                                        <p:cTn id="12" dur="1"/>
                                        <p:tgtEl>
                                          <p:spTgt spid="172"/>
                                        </p:tgtEl>
                                      </p:cBhvr>
                                    </p:animEffect>
                                  </p:childTnLst>
                                </p:cTn>
                              </p:par>
                              <p:par>
                                <p:cTn id="13" presetID="10" presetClass="entr" presetSubtype="0" fill="hold" nodeType="withEffect">
                                  <p:stCondLst>
                                    <p:cond delay="0"/>
                                  </p:stCondLst>
                                  <p:childTnLst>
                                    <p:set>
                                      <p:cBhvr>
                                        <p:cTn id="14" dur="1" fill="hold">
                                          <p:stCondLst>
                                            <p:cond delay="0"/>
                                          </p:stCondLst>
                                        </p:cTn>
                                        <p:tgtEl>
                                          <p:spTgt spid="191"/>
                                        </p:tgtEl>
                                        <p:attrNameLst>
                                          <p:attrName>style.visibility</p:attrName>
                                        </p:attrNameLst>
                                      </p:cBhvr>
                                      <p:to>
                                        <p:strVal val="visible"/>
                                      </p:to>
                                    </p:set>
                                    <p:animEffect transition="in" filter="fade">
                                      <p:cBhvr>
                                        <p:cTn id="15" dur="1"/>
                                        <p:tgtEl>
                                          <p:spTgt spid="19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77"/>
                                        </p:tgtEl>
                                        <p:attrNameLst>
                                          <p:attrName>style.visibility</p:attrName>
                                        </p:attrNameLst>
                                      </p:cBhvr>
                                      <p:to>
                                        <p:strVal val="visible"/>
                                      </p:to>
                                    </p:set>
                                    <p:animEffect transition="in" filter="fade">
                                      <p:cBhvr>
                                        <p:cTn id="20" dur="1"/>
                                        <p:tgtEl>
                                          <p:spTgt spid="17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94"/>
                                        </p:tgtEl>
                                        <p:attrNameLst>
                                          <p:attrName>style.visibility</p:attrName>
                                        </p:attrNameLst>
                                      </p:cBhvr>
                                      <p:to>
                                        <p:strVal val="visible"/>
                                      </p:to>
                                    </p:set>
                                    <p:animEffect transition="in" filter="fade">
                                      <p:cBhvr>
                                        <p:cTn id="25" dur="1"/>
                                        <p:tgtEl>
                                          <p:spTgt spid="19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82"/>
                                        </p:tgtEl>
                                        <p:attrNameLst>
                                          <p:attrName>style.visibility</p:attrName>
                                        </p:attrNameLst>
                                      </p:cBhvr>
                                      <p:to>
                                        <p:strVal val="visible"/>
                                      </p:to>
                                    </p:set>
                                    <p:animEffect transition="in" filter="fade">
                                      <p:cBhvr>
                                        <p:cTn id="30" dur="1"/>
                                        <p:tgtEl>
                                          <p:spTgt spid="18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83"/>
                                        </p:tgtEl>
                                        <p:attrNameLst>
                                          <p:attrName>style.visibility</p:attrName>
                                        </p:attrNameLst>
                                      </p:cBhvr>
                                      <p:to>
                                        <p:strVal val="visible"/>
                                      </p:to>
                                    </p:set>
                                    <p:animEffect transition="in" filter="fade">
                                      <p:cBhvr>
                                        <p:cTn id="35" dur="1"/>
                                        <p:tgtEl>
                                          <p:spTgt spid="18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88"/>
                                        </p:tgtEl>
                                        <p:attrNameLst>
                                          <p:attrName>style.visibility</p:attrName>
                                        </p:attrNameLst>
                                      </p:cBhvr>
                                      <p:to>
                                        <p:strVal val="visible"/>
                                      </p:to>
                                    </p:set>
                                    <p:animEffect transition="in" filter="fade">
                                      <p:cBhvr>
                                        <p:cTn id="40" dur="1"/>
                                        <p:tgtEl>
                                          <p:spTgt spid="188"/>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87"/>
                                        </p:tgtEl>
                                        <p:attrNameLst>
                                          <p:attrName>style.visibility</p:attrName>
                                        </p:attrNameLst>
                                      </p:cBhvr>
                                      <p:to>
                                        <p:strVal val="visible"/>
                                      </p:to>
                                    </p:set>
                                    <p:animEffect transition="in" filter="fade">
                                      <p:cBhvr>
                                        <p:cTn id="45" dur="1"/>
                                        <p:tgtEl>
                                          <p:spTgt spid="1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7"/>
          <p:cNvSpPr txBox="1">
            <a:spLocks noGrp="1"/>
          </p:cNvSpPr>
          <p:nvPr>
            <p:ph type="title"/>
          </p:nvPr>
        </p:nvSpPr>
        <p:spPr>
          <a:xfrm>
            <a:off x="1069848" y="103632"/>
            <a:ext cx="10058400" cy="160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1. QUESTION / PROBLEM FORMULATION</a:t>
            </a:r>
            <a:endParaRPr/>
          </a:p>
        </p:txBody>
      </p:sp>
      <p:sp>
        <p:nvSpPr>
          <p:cNvPr id="214" name="Google Shape;214;p7"/>
          <p:cNvSpPr txBox="1">
            <a:spLocks noGrp="1"/>
          </p:cNvSpPr>
          <p:nvPr>
            <p:ph sz="quarter" idx="1"/>
          </p:nvPr>
        </p:nvSpPr>
        <p:spPr>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900"/>
              <a:buChar char="▪"/>
            </a:pPr>
            <a:r>
              <a:rPr lang="en-US" sz="2200"/>
              <a:t>What do we want to know?</a:t>
            </a:r>
            <a:endParaRPr sz="2200"/>
          </a:p>
          <a:p>
            <a:pPr marL="182880" lvl="0" indent="-182880" algn="l" rtl="0">
              <a:lnSpc>
                <a:spcPct val="90000"/>
              </a:lnSpc>
              <a:spcBef>
                <a:spcPts val="0"/>
              </a:spcBef>
              <a:spcAft>
                <a:spcPts val="0"/>
              </a:spcAft>
              <a:buSzPts val="1900"/>
              <a:buChar char="▪"/>
            </a:pPr>
            <a:r>
              <a:rPr lang="en-US" sz="2200"/>
              <a:t>What problems are we trying to solve?</a:t>
            </a:r>
            <a:endParaRPr sz="2200"/>
          </a:p>
          <a:p>
            <a:pPr marL="182880" lvl="0" indent="-182880" algn="l" rtl="0">
              <a:lnSpc>
                <a:spcPct val="90000"/>
              </a:lnSpc>
              <a:spcBef>
                <a:spcPts val="0"/>
              </a:spcBef>
              <a:spcAft>
                <a:spcPts val="0"/>
              </a:spcAft>
              <a:buSzPts val="1900"/>
              <a:buChar char="▪"/>
            </a:pPr>
            <a:r>
              <a:rPr lang="en-US" sz="2200"/>
              <a:t>What are the hypotheses we want to test?</a:t>
            </a:r>
            <a:endParaRPr sz="2200"/>
          </a:p>
          <a:p>
            <a:pPr marL="182880" lvl="0" indent="-182880" algn="l" rtl="0">
              <a:lnSpc>
                <a:spcPct val="90000"/>
              </a:lnSpc>
              <a:spcBef>
                <a:spcPts val="0"/>
              </a:spcBef>
              <a:spcAft>
                <a:spcPts val="0"/>
              </a:spcAft>
              <a:buSzPts val="1900"/>
              <a:buChar char="▪"/>
            </a:pPr>
            <a:r>
              <a:rPr lang="en-US" sz="2200"/>
              <a:t>What are our metrics for success?</a:t>
            </a:r>
            <a:endParaRPr sz="2200"/>
          </a:p>
          <a:p>
            <a:pPr marL="182880" lvl="0" indent="-74928" algn="l" rtl="0">
              <a:lnSpc>
                <a:spcPct val="90000"/>
              </a:lnSpc>
              <a:spcBef>
                <a:spcPts val="1200"/>
              </a:spcBef>
              <a:spcAft>
                <a:spcPts val="0"/>
              </a:spcAft>
              <a:buSzPts val="1700"/>
              <a:buNone/>
            </a:pPr>
            <a:endParaRPr sz="2200"/>
          </a:p>
        </p:txBody>
      </p:sp>
      <p:sp>
        <p:nvSpPr>
          <p:cNvPr id="215" name="Google Shape;215;p7"/>
          <p:cNvSpPr/>
          <p:nvPr/>
        </p:nvSpPr>
        <p:spPr>
          <a:xfrm>
            <a:off x="11282516" y="6172200"/>
            <a:ext cx="909484"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ckwell"/>
              <a:ea typeface="Rockwell"/>
              <a:cs typeface="Rockwell"/>
              <a:sym typeface="Rockwell"/>
            </a:endParaRPr>
          </a:p>
        </p:txBody>
      </p:sp>
      <p:sp>
        <p:nvSpPr>
          <p:cNvPr id="216" name="Google Shape;216;p7"/>
          <p:cNvSpPr/>
          <p:nvPr/>
        </p:nvSpPr>
        <p:spPr>
          <a:xfrm>
            <a:off x="9192933" y="4430067"/>
            <a:ext cx="780800" cy="780800"/>
          </a:xfrm>
          <a:prstGeom prst="ellipse">
            <a:avLst/>
          </a:prstGeom>
          <a:solidFill>
            <a:srgbClr val="CFE2F3"/>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217" name="Google Shape;217;p7"/>
          <p:cNvSpPr txBox="1"/>
          <p:nvPr/>
        </p:nvSpPr>
        <p:spPr>
          <a:xfrm>
            <a:off x="5466433" y="4267267"/>
            <a:ext cx="3611600" cy="9032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Formulate Question or Problem</a:t>
            </a:r>
            <a:endParaRPr sz="2667" b="0" i="0" u="none" strike="noStrike" cap="none">
              <a:solidFill>
                <a:schemeClr val="dk1"/>
              </a:solidFill>
              <a:latin typeface="Calibri"/>
              <a:ea typeface="Calibri"/>
              <a:cs typeface="Calibri"/>
              <a:sym typeface="Calibri"/>
            </a:endParaRPr>
          </a:p>
          <a:p>
            <a:pPr marL="0" marR="0" lvl="0" indent="0" algn="r" rtl="0">
              <a:lnSpc>
                <a:spcPct val="100000"/>
              </a:lnSpc>
              <a:spcBef>
                <a:spcPts val="0"/>
              </a:spcBef>
              <a:spcAft>
                <a:spcPts val="0"/>
              </a:spcAft>
              <a:buClr>
                <a:srgbClr val="000000"/>
              </a:buClr>
              <a:buSzPts val="2667"/>
              <a:buFont typeface="Arial"/>
              <a:buNone/>
            </a:pPr>
            <a:endParaRPr sz="2667" b="0" i="0" u="none" strike="noStrike" cap="none">
              <a:solidFill>
                <a:schemeClr val="dk1"/>
              </a:solidFill>
              <a:latin typeface="Calibri"/>
              <a:ea typeface="Calibri"/>
              <a:cs typeface="Calibri"/>
              <a:sym typeface="Calibri"/>
            </a:endParaRPr>
          </a:p>
        </p:txBody>
      </p:sp>
      <p:cxnSp>
        <p:nvCxnSpPr>
          <p:cNvPr id="218" name="Google Shape;218;p7"/>
          <p:cNvCxnSpPr/>
          <p:nvPr/>
        </p:nvCxnSpPr>
        <p:spPr>
          <a:xfrm>
            <a:off x="9583333" y="3853267"/>
            <a:ext cx="0" cy="576800"/>
          </a:xfrm>
          <a:prstGeom prst="straightConnector1">
            <a:avLst/>
          </a:prstGeom>
          <a:noFill/>
          <a:ln w="28575" cap="flat" cmpd="sng">
            <a:solidFill>
              <a:srgbClr val="000000"/>
            </a:solidFill>
            <a:prstDash val="solid"/>
            <a:round/>
            <a:headEnd type="none" w="sm" len="sm"/>
            <a:tailEnd type="triangle" w="med" len="med"/>
          </a:ln>
        </p:spPr>
      </p:cxnSp>
      <p:cxnSp>
        <p:nvCxnSpPr>
          <p:cNvPr id="219" name="Google Shape;219;p7"/>
          <p:cNvCxnSpPr/>
          <p:nvPr/>
        </p:nvCxnSpPr>
        <p:spPr>
          <a:xfrm>
            <a:off x="9973733" y="4820467"/>
            <a:ext cx="2612000" cy="0"/>
          </a:xfrm>
          <a:prstGeom prst="straightConnector1">
            <a:avLst/>
          </a:prstGeom>
          <a:noFill/>
          <a:ln w="28575" cap="flat" cmpd="sng">
            <a:solidFill>
              <a:srgbClr val="000000"/>
            </a:solidFill>
            <a:prstDash val="solid"/>
            <a:round/>
            <a:headEnd type="none" w="sm" len="sm"/>
            <a:tailEnd type="triangle" w="med" len="med"/>
          </a:ln>
        </p:spPr>
      </p:cxnSp>
      <p:cxnSp>
        <p:nvCxnSpPr>
          <p:cNvPr id="220" name="Google Shape;220;p7"/>
          <p:cNvCxnSpPr/>
          <p:nvPr/>
        </p:nvCxnSpPr>
        <p:spPr>
          <a:xfrm rot="10800000">
            <a:off x="9859388" y="5096521"/>
            <a:ext cx="2840800" cy="2066400"/>
          </a:xfrm>
          <a:prstGeom prst="straightConnector1">
            <a:avLst/>
          </a:prstGeom>
          <a:noFill/>
          <a:ln w="28575" cap="flat" cmpd="sng">
            <a:solidFill>
              <a:srgbClr val="000000"/>
            </a:solidFill>
            <a:prstDash val="solid"/>
            <a:round/>
            <a:headEnd type="none" w="sm" len="sm"/>
            <a:tailEnd type="triangle" w="med" len="med"/>
          </a:ln>
        </p:spPr>
      </p:cxnSp>
      <p:cxnSp>
        <p:nvCxnSpPr>
          <p:cNvPr id="221" name="Google Shape;221;p7"/>
          <p:cNvCxnSpPr/>
          <p:nvPr/>
        </p:nvCxnSpPr>
        <p:spPr>
          <a:xfrm rot="10800000">
            <a:off x="9583333" y="5210867"/>
            <a:ext cx="0" cy="1837600"/>
          </a:xfrm>
          <a:prstGeom prst="straightConnector1">
            <a:avLst/>
          </a:prstGeom>
          <a:noFill/>
          <a:ln w="28575" cap="flat" cmpd="sng">
            <a:solidFill>
              <a:srgbClr val="000000"/>
            </a:solidFill>
            <a:prstDash val="solid"/>
            <a:round/>
            <a:headEnd type="none" w="sm" len="sm"/>
            <a:tailEnd type="triangle" w="med" len="med"/>
          </a:ln>
        </p:spPr>
      </p:cxnSp>
      <p:pic>
        <p:nvPicPr>
          <p:cNvPr id="222" name="Google Shape;222;p7" descr="A picture containing tree, person, outdoor&#10;&#10;Description automatically generated"/>
          <p:cNvPicPr preferRelativeResize="0"/>
          <p:nvPr/>
        </p:nvPicPr>
        <p:blipFill rotWithShape="1">
          <a:blip r:embed="rId3">
            <a:alphaModFix/>
          </a:blip>
          <a:srcRect/>
          <a:stretch/>
        </p:blipFill>
        <p:spPr>
          <a:xfrm>
            <a:off x="1352818" y="3853267"/>
            <a:ext cx="3048000" cy="2032000"/>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C5C6DA2E-5683-55BD-B39D-D5E4F82502A9}"/>
                  </a:ext>
                </a:extLst>
              </p14:cNvPr>
              <p14:cNvContentPartPr/>
              <p14:nvPr/>
            </p14:nvContentPartPr>
            <p14:xfrm>
              <a:off x="562320" y="108000"/>
              <a:ext cx="11005200" cy="4126680"/>
            </p14:xfrm>
          </p:contentPart>
        </mc:Choice>
        <mc:Fallback xmlns="">
          <p:pic>
            <p:nvPicPr>
              <p:cNvPr id="2" name="Ink 1">
                <a:extLst>
                  <a:ext uri="{FF2B5EF4-FFF2-40B4-BE49-F238E27FC236}">
                    <a16:creationId xmlns:a16="http://schemas.microsoft.com/office/drawing/2014/main" id="{C5C6DA2E-5683-55BD-B39D-D5E4F82502A9}"/>
                  </a:ext>
                </a:extLst>
              </p:cNvPr>
              <p:cNvPicPr/>
              <p:nvPr/>
            </p:nvPicPr>
            <p:blipFill>
              <a:blip r:embed="rId5"/>
              <a:stretch>
                <a:fillRect/>
              </a:stretch>
            </p:blipFill>
            <p:spPr>
              <a:xfrm>
                <a:off x="552960" y="98640"/>
                <a:ext cx="11023920" cy="414540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8"/>
          <p:cNvSpPr txBox="1">
            <a:spLocks noGrp="1"/>
          </p:cNvSpPr>
          <p:nvPr>
            <p:ph type="title"/>
          </p:nvPr>
        </p:nvSpPr>
        <p:spPr>
          <a:xfrm>
            <a:off x="1069848" y="103632"/>
            <a:ext cx="10058400" cy="160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2. DATA ACQUISITION AND CLEANING</a:t>
            </a:r>
            <a:endParaRPr/>
          </a:p>
        </p:txBody>
      </p:sp>
      <p:sp>
        <p:nvSpPr>
          <p:cNvPr id="229" name="Google Shape;229;p8"/>
          <p:cNvSpPr txBox="1">
            <a:spLocks noGrp="1"/>
          </p:cNvSpPr>
          <p:nvPr>
            <p:ph sz="quarter" idx="1"/>
          </p:nvPr>
        </p:nvSpPr>
        <p:spPr>
          <a:prstGeom prst="rect">
            <a:avLst/>
          </a:prstGeom>
          <a:noFill/>
          <a:ln>
            <a:noFill/>
          </a:ln>
        </p:spPr>
        <p:txBody>
          <a:bodyPr spcFirstLastPara="1" wrap="square" lIns="91425" tIns="45700" rIns="91425" bIns="45700" anchor="t" anchorCtr="0">
            <a:normAutofit/>
          </a:bodyPr>
          <a:lstStyle/>
          <a:p>
            <a:pPr marL="182880" lvl="0" indent="-74928" algn="l" rtl="0">
              <a:lnSpc>
                <a:spcPct val="90000"/>
              </a:lnSpc>
              <a:spcBef>
                <a:spcPts val="0"/>
              </a:spcBef>
              <a:spcAft>
                <a:spcPts val="0"/>
              </a:spcAft>
              <a:buSzPts val="1700"/>
              <a:buNone/>
            </a:pPr>
            <a:endParaRPr sz="2200"/>
          </a:p>
          <a:p>
            <a:pPr marL="182880" lvl="0" indent="-182880" algn="l" rtl="0">
              <a:lnSpc>
                <a:spcPct val="90000"/>
              </a:lnSpc>
              <a:spcBef>
                <a:spcPts val="1200"/>
              </a:spcBef>
              <a:spcAft>
                <a:spcPts val="0"/>
              </a:spcAft>
              <a:buSzPts val="1900"/>
              <a:buChar char="▪"/>
            </a:pPr>
            <a:r>
              <a:rPr lang="en-US" sz="2200"/>
              <a:t>What data do we have and what data do we need?</a:t>
            </a:r>
            <a:endParaRPr sz="2200"/>
          </a:p>
          <a:p>
            <a:pPr marL="182880" lvl="0" indent="-182880" algn="l" rtl="0">
              <a:lnSpc>
                <a:spcPct val="90000"/>
              </a:lnSpc>
              <a:spcBef>
                <a:spcPts val="0"/>
              </a:spcBef>
              <a:spcAft>
                <a:spcPts val="0"/>
              </a:spcAft>
              <a:buSzPts val="1900"/>
              <a:buChar char="▪"/>
            </a:pPr>
            <a:r>
              <a:rPr lang="en-US" sz="2200"/>
              <a:t>How will we collect more data?</a:t>
            </a:r>
            <a:endParaRPr sz="2200"/>
          </a:p>
          <a:p>
            <a:pPr marL="182880" lvl="0" indent="-182880" algn="l" rtl="0">
              <a:lnSpc>
                <a:spcPct val="90000"/>
              </a:lnSpc>
              <a:spcBef>
                <a:spcPts val="0"/>
              </a:spcBef>
              <a:spcAft>
                <a:spcPts val="0"/>
              </a:spcAft>
              <a:buSzPts val="1900"/>
              <a:buChar char="▪"/>
            </a:pPr>
            <a:r>
              <a:rPr lang="en-US" sz="2200"/>
              <a:t>How do we organize the data for analysis? </a:t>
            </a:r>
            <a:endParaRPr sz="2200"/>
          </a:p>
          <a:p>
            <a:pPr marL="182880" lvl="0" indent="-74928" algn="l" rtl="0">
              <a:lnSpc>
                <a:spcPct val="90000"/>
              </a:lnSpc>
              <a:spcBef>
                <a:spcPts val="1200"/>
              </a:spcBef>
              <a:spcAft>
                <a:spcPts val="0"/>
              </a:spcAft>
              <a:buSzPts val="1700"/>
              <a:buNone/>
            </a:pPr>
            <a:endParaRPr sz="2200"/>
          </a:p>
        </p:txBody>
      </p:sp>
      <p:sp>
        <p:nvSpPr>
          <p:cNvPr id="230" name="Google Shape;230;p8"/>
          <p:cNvSpPr/>
          <p:nvPr/>
        </p:nvSpPr>
        <p:spPr>
          <a:xfrm>
            <a:off x="1196667" y="4948500"/>
            <a:ext cx="780800" cy="780800"/>
          </a:xfrm>
          <a:prstGeom prst="ellipse">
            <a:avLst/>
          </a:prstGeom>
          <a:solidFill>
            <a:srgbClr val="CFE2F3"/>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231" name="Google Shape;231;p8"/>
          <p:cNvSpPr txBox="1"/>
          <p:nvPr/>
        </p:nvSpPr>
        <p:spPr>
          <a:xfrm>
            <a:off x="2058500" y="4785700"/>
            <a:ext cx="2612000" cy="9032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Acquire and Clean Data</a:t>
            </a:r>
            <a:endParaRPr sz="2667"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667"/>
              <a:buFont typeface="Arial"/>
              <a:buNone/>
            </a:pPr>
            <a:endParaRPr sz="2667" b="0" i="0" u="none" strike="noStrike" cap="none">
              <a:solidFill>
                <a:schemeClr val="dk1"/>
              </a:solidFill>
              <a:latin typeface="Calibri"/>
              <a:ea typeface="Calibri"/>
              <a:cs typeface="Calibri"/>
              <a:sym typeface="Calibri"/>
            </a:endParaRPr>
          </a:p>
        </p:txBody>
      </p:sp>
      <p:cxnSp>
        <p:nvCxnSpPr>
          <p:cNvPr id="232" name="Google Shape;232;p8"/>
          <p:cNvCxnSpPr/>
          <p:nvPr/>
        </p:nvCxnSpPr>
        <p:spPr>
          <a:xfrm>
            <a:off x="1587067" y="4371700"/>
            <a:ext cx="0" cy="576800"/>
          </a:xfrm>
          <a:prstGeom prst="straightConnector1">
            <a:avLst/>
          </a:prstGeom>
          <a:noFill/>
          <a:ln w="28575" cap="flat" cmpd="sng">
            <a:solidFill>
              <a:srgbClr val="000000"/>
            </a:solidFill>
            <a:prstDash val="solid"/>
            <a:round/>
            <a:headEnd type="none" w="sm" len="sm"/>
            <a:tailEnd type="triangle" w="med" len="med"/>
          </a:ln>
        </p:spPr>
      </p:cxnSp>
      <p:cxnSp>
        <p:nvCxnSpPr>
          <p:cNvPr id="233" name="Google Shape;233;p8"/>
          <p:cNvCxnSpPr/>
          <p:nvPr/>
        </p:nvCxnSpPr>
        <p:spPr>
          <a:xfrm>
            <a:off x="-1415333" y="5338900"/>
            <a:ext cx="2612000" cy="0"/>
          </a:xfrm>
          <a:prstGeom prst="straightConnector1">
            <a:avLst/>
          </a:prstGeom>
          <a:noFill/>
          <a:ln w="28575" cap="flat" cmpd="sng">
            <a:solidFill>
              <a:srgbClr val="000000"/>
            </a:solidFill>
            <a:prstDash val="solid"/>
            <a:round/>
            <a:headEnd type="none" w="sm" len="sm"/>
            <a:tailEnd type="triangle" w="med" len="med"/>
          </a:ln>
        </p:spPr>
      </p:cxnSp>
      <p:cxnSp>
        <p:nvCxnSpPr>
          <p:cNvPr id="234" name="Google Shape;234;p8"/>
          <p:cNvCxnSpPr/>
          <p:nvPr/>
        </p:nvCxnSpPr>
        <p:spPr>
          <a:xfrm>
            <a:off x="1587067" y="5729300"/>
            <a:ext cx="0" cy="1837600"/>
          </a:xfrm>
          <a:prstGeom prst="straightConnector1">
            <a:avLst/>
          </a:prstGeom>
          <a:noFill/>
          <a:ln w="28575" cap="flat" cmpd="sng">
            <a:solidFill>
              <a:srgbClr val="000000"/>
            </a:solidFill>
            <a:prstDash val="solid"/>
            <a:round/>
            <a:headEnd type="none" w="sm" len="sm"/>
            <a:tailEnd type="triangle" w="med" len="med"/>
          </a:ln>
        </p:spPr>
      </p:cxnSp>
      <p:sp>
        <p:nvSpPr>
          <p:cNvPr id="235" name="Google Shape;235;p8"/>
          <p:cNvSpPr/>
          <p:nvPr/>
        </p:nvSpPr>
        <p:spPr>
          <a:xfrm>
            <a:off x="4928862" y="3094427"/>
            <a:ext cx="6290580" cy="2554545"/>
          </a:xfrm>
          <a:prstGeom prst="rect">
            <a:avLst/>
          </a:prstGeom>
          <a:solidFill>
            <a:schemeClr val="l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dirty="0">
                <a:solidFill>
                  <a:schemeClr val="dk1"/>
                </a:solidFill>
                <a:latin typeface="Rockwell"/>
                <a:ea typeface="Rockwell"/>
                <a:cs typeface="Rockwell"/>
                <a:sym typeface="Rockwell"/>
              </a:rPr>
              <a:t>You will typically acquire data in one of four ways: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Rockwell"/>
              <a:ea typeface="Rockwell"/>
              <a:cs typeface="Rockwell"/>
              <a:sym typeface="Rockwell"/>
            </a:endParaRPr>
          </a:p>
          <a:p>
            <a:pPr marL="342900" marR="0" lvl="0" indent="-342900" algn="l" rtl="0">
              <a:lnSpc>
                <a:spcPct val="100000"/>
              </a:lnSpc>
              <a:spcBef>
                <a:spcPts val="0"/>
              </a:spcBef>
              <a:spcAft>
                <a:spcPts val="0"/>
              </a:spcAft>
              <a:buClr>
                <a:schemeClr val="dk1"/>
              </a:buClr>
              <a:buSzPts val="2000"/>
              <a:buFont typeface="Rockwell"/>
              <a:buAutoNum type="arabicPeriod"/>
            </a:pPr>
            <a:r>
              <a:rPr lang="en-US" sz="2000" b="0" i="0" u="none" strike="noStrike" cap="none" dirty="0">
                <a:solidFill>
                  <a:schemeClr val="dk1"/>
                </a:solidFill>
                <a:latin typeface="Rockwell"/>
                <a:ea typeface="Rockwell"/>
                <a:cs typeface="Rockwell"/>
                <a:sym typeface="Rockwell"/>
              </a:rPr>
              <a:t>Directly download a data file (or files)</a:t>
            </a: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Rockwell"/>
              <a:buAutoNum type="arabicPeriod"/>
            </a:pPr>
            <a:r>
              <a:rPr lang="en-US" sz="2000" b="0" i="0" u="none" strike="noStrike" cap="none" dirty="0">
                <a:solidFill>
                  <a:schemeClr val="dk1"/>
                </a:solidFill>
                <a:latin typeface="Rockwell"/>
                <a:ea typeface="Rockwell"/>
                <a:cs typeface="Rockwell"/>
                <a:sym typeface="Rockwell"/>
              </a:rPr>
              <a:t>Query data from a database – </a:t>
            </a:r>
            <a:r>
              <a:rPr lang="en-US" sz="2000" b="0" i="0" u="none" strike="noStrike" cap="none" dirty="0">
                <a:solidFill>
                  <a:srgbClr val="FF0000"/>
                </a:solidFill>
                <a:latin typeface="Rockwell"/>
                <a:ea typeface="Rockwell"/>
                <a:cs typeface="Rockwell"/>
                <a:sym typeface="Rockwell"/>
              </a:rPr>
              <a:t>later in the course</a:t>
            </a:r>
            <a:r>
              <a:rPr lang="en-US" sz="2000" b="0" i="0" u="none" strike="noStrike" cap="none" dirty="0">
                <a:solidFill>
                  <a:schemeClr val="dk1"/>
                </a:solidFill>
                <a:latin typeface="Rockwell"/>
                <a:ea typeface="Rockwell"/>
                <a:cs typeface="Rockwell"/>
                <a:sym typeface="Rockwell"/>
              </a:rPr>
              <a:t> </a:t>
            </a: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Rockwell"/>
              <a:buAutoNum type="arabicPeriod"/>
            </a:pPr>
            <a:r>
              <a:rPr lang="en-US" sz="2000" b="0" i="0" u="none" strike="noStrike" cap="none" dirty="0">
                <a:solidFill>
                  <a:schemeClr val="dk1"/>
                </a:solidFill>
                <a:latin typeface="Rockwell"/>
                <a:ea typeface="Rockwell"/>
                <a:cs typeface="Rockwell"/>
                <a:sym typeface="Rockwell"/>
              </a:rPr>
              <a:t>Query an API (usually web-based, these days) </a:t>
            </a: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Rockwell"/>
              <a:buAutoNum type="arabicPeriod"/>
            </a:pPr>
            <a:r>
              <a:rPr lang="en-US" sz="2000" b="0" i="0" u="none" strike="noStrike" cap="none" dirty="0">
                <a:solidFill>
                  <a:schemeClr val="dk1"/>
                </a:solidFill>
                <a:latin typeface="Rockwell"/>
                <a:ea typeface="Rockwell"/>
                <a:cs typeface="Rockwell"/>
                <a:sym typeface="Rockwell"/>
              </a:rPr>
              <a:t>Scrape data from a webpage</a:t>
            </a:r>
            <a:endParaRPr sz="1400" b="0" i="0" u="none" strike="noStrike" cap="none" dirty="0">
              <a:solidFill>
                <a:srgbClr val="000000"/>
              </a:solidFill>
              <a:latin typeface="Arial"/>
              <a:ea typeface="Arial"/>
              <a:cs typeface="Arial"/>
              <a:sym typeface="Arial"/>
            </a:endParaRPr>
          </a:p>
          <a:p>
            <a:pPr marL="342900" marR="0" lvl="0" indent="-215900" algn="l" rtl="0">
              <a:lnSpc>
                <a:spcPct val="100000"/>
              </a:lnSpc>
              <a:spcBef>
                <a:spcPts val="0"/>
              </a:spcBef>
              <a:spcAft>
                <a:spcPts val="0"/>
              </a:spcAft>
              <a:buClr>
                <a:schemeClr val="dk1"/>
              </a:buClr>
              <a:buSzPts val="2000"/>
              <a:buFont typeface="Rockwell"/>
              <a:buNone/>
            </a:pPr>
            <a:endParaRPr sz="2000" b="0" i="0" u="none" strike="noStrike" cap="none" dirty="0">
              <a:solidFill>
                <a:schemeClr val="dk1"/>
              </a:solidFill>
              <a:latin typeface="Rockwell"/>
              <a:ea typeface="Rockwell"/>
              <a:cs typeface="Rockwell"/>
              <a:sym typeface="Rockwel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dirty="0">
                <a:solidFill>
                  <a:srgbClr val="FF0000"/>
                </a:solidFill>
                <a:latin typeface="Rockwell"/>
                <a:ea typeface="Rockwell"/>
                <a:cs typeface="Rockwell"/>
                <a:sym typeface="Rockwell"/>
              </a:rPr>
              <a:t>The last two will be part of HW1</a:t>
            </a:r>
            <a:endParaRPr sz="1400" b="0" i="0" u="none" strike="noStrike" cap="none" dirty="0">
              <a:solidFill>
                <a:srgbClr val="000000"/>
              </a:solidFill>
              <a:latin typeface="Arial"/>
              <a:ea typeface="Arial"/>
              <a:cs typeface="Arial"/>
              <a:sym typeface="Arial"/>
            </a:endParaRPr>
          </a:p>
        </p:txBody>
      </p:sp>
      <p:pic>
        <p:nvPicPr>
          <p:cNvPr id="236" name="Google Shape;236;p8" descr="A picture containing tree, person, outdoor&#10;&#10;Description automatically generated"/>
          <p:cNvPicPr preferRelativeResize="0"/>
          <p:nvPr/>
        </p:nvPicPr>
        <p:blipFill rotWithShape="1">
          <a:blip r:embed="rId3">
            <a:alphaModFix/>
          </a:blip>
          <a:srcRect/>
          <a:stretch/>
        </p:blipFill>
        <p:spPr>
          <a:xfrm>
            <a:off x="8074152" y="696832"/>
            <a:ext cx="3048000" cy="2032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9"/>
          <p:cNvSpPr txBox="1">
            <a:spLocks noGrp="1"/>
          </p:cNvSpPr>
          <p:nvPr>
            <p:ph type="title"/>
          </p:nvPr>
        </p:nvSpPr>
        <p:spPr>
          <a:xfrm>
            <a:off x="1069850" y="103625"/>
            <a:ext cx="10684800" cy="1609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3. EXPLORATORY DATA ANALYSIS AND VISUALIZATION</a:t>
            </a:r>
            <a:endParaRPr/>
          </a:p>
        </p:txBody>
      </p:sp>
      <p:sp>
        <p:nvSpPr>
          <p:cNvPr id="243" name="Google Shape;243;p9"/>
          <p:cNvSpPr txBox="1">
            <a:spLocks noGrp="1"/>
          </p:cNvSpPr>
          <p:nvPr>
            <p:ph sz="quarter" idx="1"/>
          </p:nvPr>
        </p:nvSpPr>
        <p:spPr>
          <a:xfrm>
            <a:off x="1069848" y="2121408"/>
            <a:ext cx="8826320" cy="4050792"/>
          </a:xfrm>
          <a:prstGeom prst="rect">
            <a:avLst/>
          </a:prstGeom>
          <a:noFill/>
          <a:ln>
            <a:noFill/>
          </a:ln>
        </p:spPr>
        <p:txBody>
          <a:bodyPr spcFirstLastPara="1" wrap="square" lIns="91425" tIns="45700" rIns="91425" bIns="45700" anchor="t" anchorCtr="0">
            <a:noAutofit/>
          </a:bodyPr>
          <a:lstStyle/>
          <a:p>
            <a:pPr marL="182880" lvl="0" indent="-74928" algn="l" rtl="0">
              <a:lnSpc>
                <a:spcPct val="90000"/>
              </a:lnSpc>
              <a:spcBef>
                <a:spcPts val="0"/>
              </a:spcBef>
              <a:spcAft>
                <a:spcPts val="0"/>
              </a:spcAft>
              <a:buSzPts val="1700"/>
              <a:buNone/>
            </a:pPr>
            <a:endParaRPr sz="2200"/>
          </a:p>
          <a:p>
            <a:pPr marL="182880" lvl="0" indent="-74928" algn="l" rtl="0">
              <a:lnSpc>
                <a:spcPct val="90000"/>
              </a:lnSpc>
              <a:spcBef>
                <a:spcPts val="1200"/>
              </a:spcBef>
              <a:spcAft>
                <a:spcPts val="0"/>
              </a:spcAft>
              <a:buSzPts val="1700"/>
              <a:buNone/>
            </a:pPr>
            <a:endParaRPr sz="2200"/>
          </a:p>
          <a:p>
            <a:pPr marL="182880" lvl="0" indent="-74928" algn="l" rtl="0">
              <a:lnSpc>
                <a:spcPct val="90000"/>
              </a:lnSpc>
              <a:spcBef>
                <a:spcPts val="1200"/>
              </a:spcBef>
              <a:spcAft>
                <a:spcPts val="0"/>
              </a:spcAft>
              <a:buSzPts val="1700"/>
              <a:buNone/>
            </a:pPr>
            <a:endParaRPr sz="2200"/>
          </a:p>
          <a:p>
            <a:pPr marL="182880" lvl="0" indent="-74928" algn="l" rtl="0">
              <a:lnSpc>
                <a:spcPct val="90000"/>
              </a:lnSpc>
              <a:spcBef>
                <a:spcPts val="1200"/>
              </a:spcBef>
              <a:spcAft>
                <a:spcPts val="0"/>
              </a:spcAft>
              <a:buSzPts val="1700"/>
              <a:buNone/>
            </a:pPr>
            <a:endParaRPr sz="2200"/>
          </a:p>
          <a:p>
            <a:pPr marL="182880" lvl="0" indent="-74928" algn="l" rtl="0">
              <a:lnSpc>
                <a:spcPct val="90000"/>
              </a:lnSpc>
              <a:spcBef>
                <a:spcPts val="1200"/>
              </a:spcBef>
              <a:spcAft>
                <a:spcPts val="0"/>
              </a:spcAft>
              <a:buSzPts val="1700"/>
              <a:buNone/>
            </a:pPr>
            <a:endParaRPr sz="2200"/>
          </a:p>
          <a:p>
            <a:pPr marL="182880" lvl="0" indent="-74928" algn="l" rtl="0">
              <a:lnSpc>
                <a:spcPct val="90000"/>
              </a:lnSpc>
              <a:spcBef>
                <a:spcPts val="1200"/>
              </a:spcBef>
              <a:spcAft>
                <a:spcPts val="0"/>
              </a:spcAft>
              <a:buSzPts val="1700"/>
              <a:buNone/>
            </a:pPr>
            <a:endParaRPr sz="2200"/>
          </a:p>
          <a:p>
            <a:pPr marL="182880" lvl="0" indent="-74928" algn="l" rtl="0">
              <a:lnSpc>
                <a:spcPct val="90000"/>
              </a:lnSpc>
              <a:spcBef>
                <a:spcPts val="1200"/>
              </a:spcBef>
              <a:spcAft>
                <a:spcPts val="0"/>
              </a:spcAft>
              <a:buSzPts val="1700"/>
              <a:buNone/>
            </a:pPr>
            <a:endParaRPr sz="2200"/>
          </a:p>
          <a:p>
            <a:pPr marL="182880" lvl="0" indent="-182880" algn="l" rtl="0">
              <a:lnSpc>
                <a:spcPct val="90000"/>
              </a:lnSpc>
              <a:spcBef>
                <a:spcPts val="1200"/>
              </a:spcBef>
              <a:spcAft>
                <a:spcPts val="0"/>
              </a:spcAft>
              <a:buSzPts val="1900"/>
              <a:buChar char="▪"/>
            </a:pPr>
            <a:r>
              <a:rPr lang="en-US" sz="2200"/>
              <a:t>Do we already have relevant data?</a:t>
            </a:r>
            <a:endParaRPr sz="2200"/>
          </a:p>
          <a:p>
            <a:pPr marL="182880" lvl="0" indent="-182880" algn="l" rtl="0">
              <a:lnSpc>
                <a:spcPct val="90000"/>
              </a:lnSpc>
              <a:spcBef>
                <a:spcPts val="0"/>
              </a:spcBef>
              <a:spcAft>
                <a:spcPts val="0"/>
              </a:spcAft>
              <a:buSzPts val="1900"/>
              <a:buChar char="▪"/>
            </a:pPr>
            <a:r>
              <a:rPr lang="en-US" sz="2200"/>
              <a:t>What are the biases, anomalies, or other issues with our data?</a:t>
            </a:r>
            <a:endParaRPr sz="2200"/>
          </a:p>
          <a:p>
            <a:pPr marL="182880" lvl="0" indent="-182880" algn="l" rtl="0">
              <a:lnSpc>
                <a:spcPct val="90000"/>
              </a:lnSpc>
              <a:spcBef>
                <a:spcPts val="0"/>
              </a:spcBef>
              <a:spcAft>
                <a:spcPts val="0"/>
              </a:spcAft>
              <a:buSzPts val="1900"/>
              <a:buChar char="▪"/>
            </a:pPr>
            <a:r>
              <a:rPr lang="en-US" sz="2200"/>
              <a:t>How do we transform the data to enable effective analysis?</a:t>
            </a:r>
            <a:endParaRPr sz="2200"/>
          </a:p>
          <a:p>
            <a:pPr marL="182880" lvl="0" indent="-74928" algn="l" rtl="0">
              <a:lnSpc>
                <a:spcPct val="90000"/>
              </a:lnSpc>
              <a:spcBef>
                <a:spcPts val="1200"/>
              </a:spcBef>
              <a:spcAft>
                <a:spcPts val="0"/>
              </a:spcAft>
              <a:buSzPts val="1700"/>
              <a:buNone/>
            </a:pPr>
            <a:endParaRPr sz="2200"/>
          </a:p>
        </p:txBody>
      </p:sp>
      <p:sp>
        <p:nvSpPr>
          <p:cNvPr id="244" name="Google Shape;244;p9"/>
          <p:cNvSpPr/>
          <p:nvPr/>
        </p:nvSpPr>
        <p:spPr>
          <a:xfrm>
            <a:off x="1325167" y="3922947"/>
            <a:ext cx="780800" cy="780800"/>
          </a:xfrm>
          <a:prstGeom prst="ellipse">
            <a:avLst/>
          </a:prstGeom>
          <a:solidFill>
            <a:srgbClr val="CFE2F3"/>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245" name="Google Shape;245;p9"/>
          <p:cNvSpPr txBox="1"/>
          <p:nvPr/>
        </p:nvSpPr>
        <p:spPr>
          <a:xfrm>
            <a:off x="2180067" y="3760145"/>
            <a:ext cx="2380400" cy="9032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Exploratory Data Analysis</a:t>
            </a:r>
            <a:endParaRPr sz="2667"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667"/>
              <a:buFont typeface="Arial"/>
              <a:buNone/>
            </a:pPr>
            <a:endParaRPr sz="2667" b="0" i="0" u="none" strike="noStrike" cap="none">
              <a:solidFill>
                <a:schemeClr val="dk1"/>
              </a:solidFill>
              <a:latin typeface="Calibri"/>
              <a:ea typeface="Calibri"/>
              <a:cs typeface="Calibri"/>
              <a:sym typeface="Calibri"/>
            </a:endParaRPr>
          </a:p>
        </p:txBody>
      </p:sp>
      <p:cxnSp>
        <p:nvCxnSpPr>
          <p:cNvPr id="246" name="Google Shape;246;p9"/>
          <p:cNvCxnSpPr/>
          <p:nvPr/>
        </p:nvCxnSpPr>
        <p:spPr>
          <a:xfrm>
            <a:off x="1715567" y="2085347"/>
            <a:ext cx="0" cy="1837600"/>
          </a:xfrm>
          <a:prstGeom prst="straightConnector1">
            <a:avLst/>
          </a:prstGeom>
          <a:noFill/>
          <a:ln w="28575" cap="flat" cmpd="sng">
            <a:solidFill>
              <a:srgbClr val="000000"/>
            </a:solidFill>
            <a:prstDash val="solid"/>
            <a:round/>
            <a:headEnd type="none" w="sm" len="sm"/>
            <a:tailEnd type="triangle" w="med" len="med"/>
          </a:ln>
        </p:spPr>
      </p:cxnSp>
      <p:cxnSp>
        <p:nvCxnSpPr>
          <p:cNvPr id="247" name="Google Shape;247;p9"/>
          <p:cNvCxnSpPr/>
          <p:nvPr/>
        </p:nvCxnSpPr>
        <p:spPr>
          <a:xfrm rot="10800000">
            <a:off x="-1401288" y="1970892"/>
            <a:ext cx="2840800" cy="2066400"/>
          </a:xfrm>
          <a:prstGeom prst="straightConnector1">
            <a:avLst/>
          </a:prstGeom>
          <a:noFill/>
          <a:ln w="28575" cap="flat" cmpd="sng">
            <a:solidFill>
              <a:srgbClr val="000000"/>
            </a:solidFill>
            <a:prstDash val="solid"/>
            <a:round/>
            <a:headEnd type="none" w="sm" len="sm"/>
            <a:tailEnd type="triangle" w="med" len="med"/>
          </a:ln>
        </p:spPr>
      </p:cxnSp>
      <p:cxnSp>
        <p:nvCxnSpPr>
          <p:cNvPr id="248" name="Google Shape;248;p9"/>
          <p:cNvCxnSpPr/>
          <p:nvPr/>
        </p:nvCxnSpPr>
        <p:spPr>
          <a:xfrm rot="10800000">
            <a:off x="-1286833" y="4313347"/>
            <a:ext cx="2612000" cy="0"/>
          </a:xfrm>
          <a:prstGeom prst="straightConnector1">
            <a:avLst/>
          </a:prstGeom>
          <a:noFill/>
          <a:ln w="28575" cap="flat" cmpd="sng">
            <a:solidFill>
              <a:srgbClr val="000000"/>
            </a:solidFill>
            <a:prstDash val="solid"/>
            <a:round/>
            <a:headEnd type="none" w="sm" len="sm"/>
            <a:tailEnd type="triangle" w="med" len="med"/>
          </a:ln>
        </p:spPr>
      </p:cxnSp>
      <p:sp>
        <p:nvSpPr>
          <p:cNvPr id="249" name="Google Shape;249;p9"/>
          <p:cNvSpPr txBox="1"/>
          <p:nvPr/>
        </p:nvSpPr>
        <p:spPr>
          <a:xfrm>
            <a:off x="1705719" y="4021972"/>
            <a:ext cx="384000" cy="368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250" name="Google Shape;250;p9"/>
          <p:cNvSpPr txBox="1"/>
          <p:nvPr/>
        </p:nvSpPr>
        <p:spPr>
          <a:xfrm>
            <a:off x="1884073" y="1868647"/>
            <a:ext cx="214800" cy="3752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cxnSp>
        <p:nvCxnSpPr>
          <p:cNvPr id="251" name="Google Shape;251;p9"/>
          <p:cNvCxnSpPr/>
          <p:nvPr/>
        </p:nvCxnSpPr>
        <p:spPr>
          <a:xfrm rot="-5400000">
            <a:off x="1019319" y="3126472"/>
            <a:ext cx="2150100" cy="9300"/>
          </a:xfrm>
          <a:prstGeom prst="curvedConnector3">
            <a:avLst>
              <a:gd name="adj1" fmla="val 0"/>
            </a:avLst>
          </a:prstGeom>
          <a:noFill/>
          <a:ln w="28575" cap="flat" cmpd="sng">
            <a:solidFill>
              <a:srgbClr val="000000"/>
            </a:solidFill>
            <a:prstDash val="solid"/>
            <a:round/>
            <a:headEnd type="none" w="sm" len="sm"/>
            <a:tailEnd type="triangle" w="med" len="med"/>
          </a:ln>
        </p:spPr>
      </p:cxnSp>
      <p:sp>
        <p:nvSpPr>
          <p:cNvPr id="252" name="Google Shape;252;p9"/>
          <p:cNvSpPr/>
          <p:nvPr/>
        </p:nvSpPr>
        <p:spPr>
          <a:xfrm>
            <a:off x="6096000" y="4044387"/>
            <a:ext cx="5180968" cy="101566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222222"/>
                </a:solidFill>
                <a:latin typeface="Rockwell"/>
                <a:ea typeface="Rockwell"/>
                <a:cs typeface="Rockwell"/>
                <a:sym typeface="Rockwell"/>
              </a:rPr>
              <a:t>Exploratory data analysis (EDA): the process of discovering traits about our data that inform future analysis.</a:t>
            </a:r>
            <a:endParaRPr sz="2000" b="0" i="0" u="none" strike="noStrike" cap="none">
              <a:solidFill>
                <a:schemeClr val="dk1"/>
              </a:solidFill>
              <a:latin typeface="Rockwell"/>
              <a:ea typeface="Rockwell"/>
              <a:cs typeface="Rockwell"/>
              <a:sym typeface="Rockwell"/>
            </a:endParaRPr>
          </a:p>
        </p:txBody>
      </p:sp>
      <p:pic>
        <p:nvPicPr>
          <p:cNvPr id="253" name="Google Shape;253;p9" descr="A picture containing tree, person, outdoor&#10;&#10;Description automatically generated"/>
          <p:cNvPicPr preferRelativeResize="0"/>
          <p:nvPr/>
        </p:nvPicPr>
        <p:blipFill rotWithShape="1">
          <a:blip r:embed="rId3">
            <a:alphaModFix/>
          </a:blip>
          <a:srcRect/>
          <a:stretch/>
        </p:blipFill>
        <p:spPr>
          <a:xfrm>
            <a:off x="7931418" y="1775326"/>
            <a:ext cx="3048000" cy="2032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10"/>
          <p:cNvSpPr txBox="1">
            <a:spLocks noGrp="1"/>
          </p:cNvSpPr>
          <p:nvPr>
            <p:ph type="title"/>
          </p:nvPr>
        </p:nvSpPr>
        <p:spPr>
          <a:xfrm>
            <a:off x="1069850" y="103625"/>
            <a:ext cx="10920000" cy="1609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4. PREDICTIONS AND INFERENCE</a:t>
            </a:r>
            <a:endParaRPr/>
          </a:p>
        </p:txBody>
      </p:sp>
      <p:sp>
        <p:nvSpPr>
          <p:cNvPr id="259" name="Google Shape;259;p10"/>
          <p:cNvSpPr txBox="1">
            <a:spLocks noGrp="1"/>
          </p:cNvSpPr>
          <p:nvPr>
            <p:ph sz="quarter" idx="1"/>
          </p:nvPr>
        </p:nvSpPr>
        <p:spPr>
          <a:xfrm>
            <a:off x="1069848" y="1816608"/>
            <a:ext cx="10058400" cy="4050900"/>
          </a:xfrm>
          <a:prstGeom prst="rect">
            <a:avLst/>
          </a:prstGeom>
          <a:noFill/>
          <a:ln>
            <a:noFill/>
          </a:ln>
        </p:spPr>
        <p:txBody>
          <a:bodyPr spcFirstLastPara="1" wrap="square" lIns="91425" tIns="45700" rIns="91425" bIns="45700" anchor="t" anchorCtr="0">
            <a:noAutofit/>
          </a:bodyPr>
          <a:lstStyle/>
          <a:p>
            <a:pPr marL="182880" lvl="0" indent="-74928" algn="l" rtl="0">
              <a:lnSpc>
                <a:spcPct val="90000"/>
              </a:lnSpc>
              <a:spcBef>
                <a:spcPts val="0"/>
              </a:spcBef>
              <a:spcAft>
                <a:spcPts val="0"/>
              </a:spcAft>
              <a:buSzPts val="1700"/>
              <a:buNone/>
            </a:pPr>
            <a:endParaRPr sz="2200"/>
          </a:p>
          <a:p>
            <a:pPr marL="182880" lvl="0" indent="-74928" algn="l" rtl="0">
              <a:lnSpc>
                <a:spcPct val="90000"/>
              </a:lnSpc>
              <a:spcBef>
                <a:spcPts val="1200"/>
              </a:spcBef>
              <a:spcAft>
                <a:spcPts val="0"/>
              </a:spcAft>
              <a:buSzPts val="1700"/>
              <a:buNone/>
            </a:pPr>
            <a:endParaRPr sz="2200"/>
          </a:p>
          <a:p>
            <a:pPr marL="182880" lvl="0" indent="-74928" algn="l" rtl="0">
              <a:lnSpc>
                <a:spcPct val="90000"/>
              </a:lnSpc>
              <a:spcBef>
                <a:spcPts val="1200"/>
              </a:spcBef>
              <a:spcAft>
                <a:spcPts val="0"/>
              </a:spcAft>
              <a:buSzPts val="1700"/>
              <a:buNone/>
            </a:pPr>
            <a:endParaRPr sz="2200"/>
          </a:p>
          <a:p>
            <a:pPr marL="182880" lvl="0" indent="-74928" algn="l" rtl="0">
              <a:lnSpc>
                <a:spcPct val="90000"/>
              </a:lnSpc>
              <a:spcBef>
                <a:spcPts val="1200"/>
              </a:spcBef>
              <a:spcAft>
                <a:spcPts val="0"/>
              </a:spcAft>
              <a:buSzPts val="1700"/>
              <a:buNone/>
            </a:pPr>
            <a:endParaRPr sz="2200"/>
          </a:p>
          <a:p>
            <a:pPr marL="182880" lvl="0" indent="-74928" algn="l" rtl="0">
              <a:lnSpc>
                <a:spcPct val="90000"/>
              </a:lnSpc>
              <a:spcBef>
                <a:spcPts val="1200"/>
              </a:spcBef>
              <a:spcAft>
                <a:spcPts val="0"/>
              </a:spcAft>
              <a:buSzPts val="1700"/>
              <a:buNone/>
            </a:pPr>
            <a:endParaRPr sz="2200"/>
          </a:p>
          <a:p>
            <a:pPr marL="182880" lvl="0" indent="-74928" algn="l" rtl="0">
              <a:lnSpc>
                <a:spcPct val="90000"/>
              </a:lnSpc>
              <a:spcBef>
                <a:spcPts val="1200"/>
              </a:spcBef>
              <a:spcAft>
                <a:spcPts val="0"/>
              </a:spcAft>
              <a:buSzPts val="1700"/>
              <a:buNone/>
            </a:pPr>
            <a:endParaRPr sz="2200"/>
          </a:p>
          <a:p>
            <a:pPr marL="182880" lvl="0" indent="-74928" algn="l" rtl="0">
              <a:lnSpc>
                <a:spcPct val="90000"/>
              </a:lnSpc>
              <a:spcBef>
                <a:spcPts val="1200"/>
              </a:spcBef>
              <a:spcAft>
                <a:spcPts val="0"/>
              </a:spcAft>
              <a:buSzPts val="1700"/>
              <a:buNone/>
            </a:pPr>
            <a:endParaRPr sz="2200"/>
          </a:p>
          <a:p>
            <a:pPr marL="182880" lvl="0" indent="-182880" algn="l" rtl="0">
              <a:lnSpc>
                <a:spcPct val="90000"/>
              </a:lnSpc>
              <a:spcBef>
                <a:spcPts val="1200"/>
              </a:spcBef>
              <a:spcAft>
                <a:spcPts val="0"/>
              </a:spcAft>
              <a:buSzPts val="1900"/>
              <a:buChar char="▪"/>
            </a:pPr>
            <a:r>
              <a:rPr lang="en-US" sz="2200"/>
              <a:t>What does the data say about the world?</a:t>
            </a:r>
            <a:endParaRPr sz="2200"/>
          </a:p>
          <a:p>
            <a:pPr marL="182880" lvl="0" indent="-182880" algn="l" rtl="0">
              <a:lnSpc>
                <a:spcPct val="90000"/>
              </a:lnSpc>
              <a:spcBef>
                <a:spcPts val="0"/>
              </a:spcBef>
              <a:spcAft>
                <a:spcPts val="0"/>
              </a:spcAft>
              <a:buSzPts val="1900"/>
              <a:buChar char="▪"/>
            </a:pPr>
            <a:r>
              <a:rPr lang="en-US" sz="2200"/>
              <a:t>Does it answer our questions or accurately solve the problem?</a:t>
            </a:r>
            <a:endParaRPr sz="2200"/>
          </a:p>
          <a:p>
            <a:pPr marL="182880" lvl="0" indent="-182880" algn="l" rtl="0">
              <a:lnSpc>
                <a:spcPct val="90000"/>
              </a:lnSpc>
              <a:spcBef>
                <a:spcPts val="0"/>
              </a:spcBef>
              <a:spcAft>
                <a:spcPts val="0"/>
              </a:spcAft>
              <a:buSzPts val="1900"/>
              <a:buChar char="▪"/>
            </a:pPr>
            <a:r>
              <a:rPr lang="en-US" sz="2200"/>
              <a:t>How robust are our conclusions and can we trust the predictions?</a:t>
            </a:r>
            <a:endParaRPr sz="2200"/>
          </a:p>
          <a:p>
            <a:pPr marL="182880" lvl="0" indent="-74928" algn="l" rtl="0">
              <a:lnSpc>
                <a:spcPct val="90000"/>
              </a:lnSpc>
              <a:spcBef>
                <a:spcPts val="1200"/>
              </a:spcBef>
              <a:spcAft>
                <a:spcPts val="0"/>
              </a:spcAft>
              <a:buSzPts val="1700"/>
              <a:buNone/>
            </a:pPr>
            <a:endParaRPr sz="2200"/>
          </a:p>
        </p:txBody>
      </p:sp>
      <p:sp>
        <p:nvSpPr>
          <p:cNvPr id="260" name="Google Shape;260;p10"/>
          <p:cNvSpPr/>
          <p:nvPr/>
        </p:nvSpPr>
        <p:spPr>
          <a:xfrm>
            <a:off x="7381233" y="2555403"/>
            <a:ext cx="780800" cy="780800"/>
          </a:xfrm>
          <a:prstGeom prst="ellipse">
            <a:avLst/>
          </a:prstGeom>
          <a:solidFill>
            <a:srgbClr val="CFE2F3"/>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261" name="Google Shape;261;p10"/>
          <p:cNvSpPr txBox="1"/>
          <p:nvPr/>
        </p:nvSpPr>
        <p:spPr>
          <a:xfrm>
            <a:off x="4468367" y="2392603"/>
            <a:ext cx="2798400" cy="9032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Draw Conclusions from Predictions and Inference</a:t>
            </a:r>
            <a:endParaRPr sz="2667" b="0" i="0" u="none" strike="noStrike" cap="none">
              <a:solidFill>
                <a:schemeClr val="dk1"/>
              </a:solidFill>
              <a:latin typeface="Calibri"/>
              <a:ea typeface="Calibri"/>
              <a:cs typeface="Calibri"/>
              <a:sym typeface="Calibri"/>
            </a:endParaRPr>
          </a:p>
          <a:p>
            <a:pPr marL="0" marR="0" lvl="0" indent="0" algn="r" rtl="0">
              <a:lnSpc>
                <a:spcPct val="100000"/>
              </a:lnSpc>
              <a:spcBef>
                <a:spcPts val="0"/>
              </a:spcBef>
              <a:spcAft>
                <a:spcPts val="0"/>
              </a:spcAft>
              <a:buClr>
                <a:srgbClr val="000000"/>
              </a:buClr>
              <a:buSzPts val="2667"/>
              <a:buFont typeface="Arial"/>
              <a:buNone/>
            </a:pPr>
            <a:endParaRPr sz="2667" b="0" i="0" u="none" strike="noStrike" cap="none">
              <a:solidFill>
                <a:schemeClr val="dk1"/>
              </a:solidFill>
              <a:latin typeface="Calibri"/>
              <a:ea typeface="Calibri"/>
              <a:cs typeface="Calibri"/>
              <a:sym typeface="Calibri"/>
            </a:endParaRPr>
          </a:p>
        </p:txBody>
      </p:sp>
      <p:cxnSp>
        <p:nvCxnSpPr>
          <p:cNvPr id="262" name="Google Shape;262;p10"/>
          <p:cNvCxnSpPr/>
          <p:nvPr/>
        </p:nvCxnSpPr>
        <p:spPr>
          <a:xfrm rot="10800000">
            <a:off x="8162033" y="2945803"/>
            <a:ext cx="4059600" cy="0"/>
          </a:xfrm>
          <a:prstGeom prst="straightConnector1">
            <a:avLst/>
          </a:prstGeom>
          <a:noFill/>
          <a:ln w="28575" cap="flat" cmpd="sng">
            <a:solidFill>
              <a:srgbClr val="000000"/>
            </a:solidFill>
            <a:prstDash val="solid"/>
            <a:round/>
            <a:headEnd type="none" w="sm" len="sm"/>
            <a:tailEnd type="triangle" w="med" len="med"/>
          </a:ln>
        </p:spPr>
      </p:cxnSp>
      <p:cxnSp>
        <p:nvCxnSpPr>
          <p:cNvPr id="263" name="Google Shape;263;p10"/>
          <p:cNvCxnSpPr/>
          <p:nvPr/>
        </p:nvCxnSpPr>
        <p:spPr>
          <a:xfrm rot="10800000">
            <a:off x="7771633" y="1843403"/>
            <a:ext cx="0" cy="712000"/>
          </a:xfrm>
          <a:prstGeom prst="straightConnector1">
            <a:avLst/>
          </a:prstGeom>
          <a:noFill/>
          <a:ln w="28575" cap="flat" cmpd="sng">
            <a:solidFill>
              <a:srgbClr val="000000"/>
            </a:solidFill>
            <a:prstDash val="solid"/>
            <a:round/>
            <a:headEnd type="none" w="sm" len="sm"/>
            <a:tailEnd type="triangle" w="med" len="med"/>
          </a:ln>
        </p:spPr>
      </p:cxnSp>
      <p:sp>
        <p:nvSpPr>
          <p:cNvPr id="264" name="Google Shape;264;p10"/>
          <p:cNvSpPr txBox="1"/>
          <p:nvPr/>
        </p:nvSpPr>
        <p:spPr>
          <a:xfrm>
            <a:off x="9213067" y="3952603"/>
            <a:ext cx="2939200" cy="9032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Reports, Decisions, and Solutions</a:t>
            </a:r>
            <a:endParaRPr sz="2667" b="0" i="0" u="none" strike="noStrike" cap="none">
              <a:solidFill>
                <a:schemeClr val="dk1"/>
              </a:solidFill>
              <a:latin typeface="Calibri"/>
              <a:ea typeface="Calibri"/>
              <a:cs typeface="Calibri"/>
              <a:sym typeface="Calibri"/>
            </a:endParaRPr>
          </a:p>
        </p:txBody>
      </p:sp>
      <p:cxnSp>
        <p:nvCxnSpPr>
          <p:cNvPr id="265" name="Google Shape;265;p10"/>
          <p:cNvCxnSpPr/>
          <p:nvPr/>
        </p:nvCxnSpPr>
        <p:spPr>
          <a:xfrm>
            <a:off x="7771633" y="3336203"/>
            <a:ext cx="1441500" cy="1068000"/>
          </a:xfrm>
          <a:prstGeom prst="bentConnector2">
            <a:avLst/>
          </a:prstGeom>
          <a:noFill/>
          <a:ln w="28575" cap="flat" cmpd="sng">
            <a:solidFill>
              <a:srgbClr val="000000"/>
            </a:solidFill>
            <a:prstDash val="solid"/>
            <a:round/>
            <a:headEnd type="none" w="sm" len="sm"/>
            <a:tailEnd type="triangle" w="med" len="med"/>
          </a:ln>
        </p:spPr>
      </p:cxnSp>
      <p:pic>
        <p:nvPicPr>
          <p:cNvPr id="266" name="Google Shape;266;p10" descr="A picture containing tree, person, outdoor&#10;&#10;Description automatically generated"/>
          <p:cNvPicPr preferRelativeResize="0"/>
          <p:nvPr/>
        </p:nvPicPr>
        <p:blipFill rotWithShape="1">
          <a:blip r:embed="rId3">
            <a:alphaModFix/>
          </a:blip>
          <a:srcRect/>
          <a:stretch/>
        </p:blipFill>
        <p:spPr>
          <a:xfrm>
            <a:off x="1245108" y="2372203"/>
            <a:ext cx="3048000" cy="2032000"/>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BD319487-213A-260B-95B8-FEE1F9B0820A}"/>
                  </a:ext>
                </a:extLst>
              </p14:cNvPr>
              <p14:cNvContentPartPr/>
              <p14:nvPr/>
            </p14:nvContentPartPr>
            <p14:xfrm>
              <a:off x="7165080" y="382680"/>
              <a:ext cx="2232720" cy="797040"/>
            </p14:xfrm>
          </p:contentPart>
        </mc:Choice>
        <mc:Fallback xmlns="">
          <p:pic>
            <p:nvPicPr>
              <p:cNvPr id="2" name="Ink 1">
                <a:extLst>
                  <a:ext uri="{FF2B5EF4-FFF2-40B4-BE49-F238E27FC236}">
                    <a16:creationId xmlns:a16="http://schemas.microsoft.com/office/drawing/2014/main" id="{BD319487-213A-260B-95B8-FEE1F9B0820A}"/>
                  </a:ext>
                </a:extLst>
              </p:cNvPr>
              <p:cNvPicPr/>
              <p:nvPr/>
            </p:nvPicPr>
            <p:blipFill>
              <a:blip r:embed="rId5"/>
              <a:stretch>
                <a:fillRect/>
              </a:stretch>
            </p:blipFill>
            <p:spPr>
              <a:xfrm>
                <a:off x="7155720" y="373320"/>
                <a:ext cx="2251440" cy="81576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1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Case study: Why is my bus always late? (Chapter 5 in LDS)</a:t>
            </a:r>
            <a:endParaRPr dirty="0"/>
          </a:p>
        </p:txBody>
      </p:sp>
      <p:sp>
        <p:nvSpPr>
          <p:cNvPr id="272" name="Google Shape;272;p11"/>
          <p:cNvSpPr txBox="1">
            <a:spLocks noGrp="1"/>
          </p:cNvSpPr>
          <p:nvPr>
            <p:ph sz="quarter" idx="1"/>
          </p:nvPr>
        </p:nvSpPr>
        <p:spPr>
          <a:xfrm>
            <a:off x="1069850" y="1892800"/>
            <a:ext cx="10550100" cy="4050900"/>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900"/>
              <a:buChar char="▪"/>
            </a:pPr>
            <a:r>
              <a:rPr lang="en-US" sz="2200" dirty="0"/>
              <a:t>Step 1 (Question formulation): Do bus arrival times give us additional information about the transit system?</a:t>
            </a:r>
            <a:endParaRPr sz="2200" dirty="0"/>
          </a:p>
          <a:p>
            <a:pPr marL="457200" lvl="1" indent="-195580" algn="l" rtl="0">
              <a:lnSpc>
                <a:spcPct val="90000"/>
              </a:lnSpc>
              <a:spcBef>
                <a:spcPts val="400"/>
              </a:spcBef>
              <a:spcAft>
                <a:spcPts val="0"/>
              </a:spcAft>
              <a:buSzPts val="1730"/>
              <a:buChar char="▪"/>
            </a:pPr>
            <a:r>
              <a:rPr lang="en-US" sz="2000" dirty="0"/>
              <a:t>Vague is OK at first!</a:t>
            </a:r>
            <a:endParaRPr sz="2000" dirty="0"/>
          </a:p>
          <a:p>
            <a:pPr marL="182880" lvl="0" indent="-182880" algn="l" rtl="0">
              <a:lnSpc>
                <a:spcPct val="90000"/>
              </a:lnSpc>
              <a:spcBef>
                <a:spcPts val="1400"/>
              </a:spcBef>
              <a:spcAft>
                <a:spcPts val="0"/>
              </a:spcAft>
              <a:buSzPts val="1900"/>
              <a:buChar char="▪"/>
            </a:pPr>
            <a:r>
              <a:rPr lang="en-US" sz="2200" dirty="0"/>
              <a:t>Step 2 (Data acquisition and cleaning): Bus arrival times</a:t>
            </a:r>
            <a:endParaRPr sz="2200" dirty="0"/>
          </a:p>
          <a:p>
            <a:pPr marL="457200" lvl="1" indent="-195580" algn="l" rtl="0">
              <a:lnSpc>
                <a:spcPct val="90000"/>
              </a:lnSpc>
              <a:spcBef>
                <a:spcPts val="400"/>
              </a:spcBef>
              <a:spcAft>
                <a:spcPts val="0"/>
              </a:spcAft>
              <a:buSzPts val="1730"/>
              <a:buChar char="▪"/>
            </a:pPr>
            <a:r>
              <a:rPr lang="en-US" sz="2000" dirty="0"/>
              <a:t>The LDS book Chapter 5 contains the Python code to do this bus experience analysis</a:t>
            </a:r>
            <a:endParaRPr sz="2000" dirty="0"/>
          </a:p>
        </p:txBody>
      </p:sp>
      <p:cxnSp>
        <p:nvCxnSpPr>
          <p:cNvPr id="274" name="Google Shape;274;p11"/>
          <p:cNvCxnSpPr/>
          <p:nvPr/>
        </p:nvCxnSpPr>
        <p:spPr>
          <a:xfrm>
            <a:off x="10067388" y="4762664"/>
            <a:ext cx="1552562" cy="0"/>
          </a:xfrm>
          <a:prstGeom prst="straightConnector1">
            <a:avLst/>
          </a:prstGeom>
          <a:noFill/>
          <a:ln w="50800" cap="flat" cmpd="sng">
            <a:solidFill>
              <a:schemeClr val="accent1"/>
            </a:solidFill>
            <a:prstDash val="solid"/>
            <a:round/>
            <a:headEnd type="none" w="sm" len="sm"/>
            <a:tailEnd type="triangle" w="med" len="med"/>
          </a:ln>
        </p:spPr>
      </p:cxnSp>
      <p:sp>
        <p:nvSpPr>
          <p:cNvPr id="275" name="Google Shape;275;p11"/>
          <p:cNvSpPr txBox="1"/>
          <p:nvPr/>
        </p:nvSpPr>
        <p:spPr>
          <a:xfrm>
            <a:off x="10566400" y="4371208"/>
            <a:ext cx="1249580"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Rockwell"/>
                <a:ea typeface="Rockwell"/>
                <a:cs typeface="Rockwell"/>
                <a:sym typeface="Rockwell"/>
              </a:rPr>
              <a:t>clean</a:t>
            </a:r>
            <a:endParaRPr sz="1400" b="0" i="0" u="none" strike="noStrike" cap="none" dirty="0">
              <a:solidFill>
                <a:srgbClr val="000000"/>
              </a:solidFill>
              <a:latin typeface="Arial"/>
              <a:ea typeface="Arial"/>
              <a:cs typeface="Arial"/>
              <a:sym typeface="Arial"/>
            </a:endParaRPr>
          </a:p>
        </p:txBody>
      </p:sp>
      <p:graphicFrame>
        <p:nvGraphicFramePr>
          <p:cNvPr id="2" name="Table 1">
            <a:extLst>
              <a:ext uri="{FF2B5EF4-FFF2-40B4-BE49-F238E27FC236}">
                <a16:creationId xmlns:a16="http://schemas.microsoft.com/office/drawing/2014/main" id="{0AB3DFF6-81C9-CF5C-6950-47D60EF54E0F}"/>
              </a:ext>
            </a:extLst>
          </p:cNvPr>
          <p:cNvGraphicFramePr>
            <a:graphicFrameLocks noGrp="1"/>
          </p:cNvGraphicFramePr>
          <p:nvPr>
            <p:extLst>
              <p:ext uri="{D42A27DB-BD31-4B8C-83A1-F6EECF244321}">
                <p14:modId xmlns:p14="http://schemas.microsoft.com/office/powerpoint/2010/main" val="1805666417"/>
              </p:ext>
            </p:extLst>
          </p:nvPr>
        </p:nvGraphicFramePr>
        <p:xfrm>
          <a:off x="1069850" y="3939044"/>
          <a:ext cx="9239234" cy="1640405"/>
        </p:xfrm>
        <a:graphic>
          <a:graphicData uri="http://schemas.openxmlformats.org/drawingml/2006/table">
            <a:tbl>
              <a:tblPr/>
              <a:tblGrid>
                <a:gridCol w="349047">
                  <a:extLst>
                    <a:ext uri="{9D8B030D-6E8A-4147-A177-3AD203B41FA5}">
                      <a16:colId xmlns:a16="http://schemas.microsoft.com/office/drawing/2014/main" val="1695354847"/>
                    </a:ext>
                  </a:extLst>
                </a:gridCol>
                <a:gridCol w="1008993">
                  <a:extLst>
                    <a:ext uri="{9D8B030D-6E8A-4147-A177-3AD203B41FA5}">
                      <a16:colId xmlns:a16="http://schemas.microsoft.com/office/drawing/2014/main" val="3766466212"/>
                    </a:ext>
                  </a:extLst>
                </a:gridCol>
                <a:gridCol w="1008993">
                  <a:extLst>
                    <a:ext uri="{9D8B030D-6E8A-4147-A177-3AD203B41FA5}">
                      <a16:colId xmlns:a16="http://schemas.microsoft.com/office/drawing/2014/main" val="2742671141"/>
                    </a:ext>
                  </a:extLst>
                </a:gridCol>
                <a:gridCol w="504496">
                  <a:extLst>
                    <a:ext uri="{9D8B030D-6E8A-4147-A177-3AD203B41FA5}">
                      <a16:colId xmlns:a16="http://schemas.microsoft.com/office/drawing/2014/main" val="1140609126"/>
                    </a:ext>
                  </a:extLst>
                </a:gridCol>
                <a:gridCol w="525518">
                  <a:extLst>
                    <a:ext uri="{9D8B030D-6E8A-4147-A177-3AD203B41FA5}">
                      <a16:colId xmlns:a16="http://schemas.microsoft.com/office/drawing/2014/main" val="959086492"/>
                    </a:ext>
                  </a:extLst>
                </a:gridCol>
                <a:gridCol w="357351">
                  <a:extLst>
                    <a:ext uri="{9D8B030D-6E8A-4147-A177-3AD203B41FA5}">
                      <a16:colId xmlns:a16="http://schemas.microsoft.com/office/drawing/2014/main" val="2275463423"/>
                    </a:ext>
                  </a:extLst>
                </a:gridCol>
                <a:gridCol w="893380">
                  <a:extLst>
                    <a:ext uri="{9D8B030D-6E8A-4147-A177-3AD203B41FA5}">
                      <a16:colId xmlns:a16="http://schemas.microsoft.com/office/drawing/2014/main" val="989233136"/>
                    </a:ext>
                  </a:extLst>
                </a:gridCol>
                <a:gridCol w="1776248">
                  <a:extLst>
                    <a:ext uri="{9D8B030D-6E8A-4147-A177-3AD203B41FA5}">
                      <a16:colId xmlns:a16="http://schemas.microsoft.com/office/drawing/2014/main" val="1028295197"/>
                    </a:ext>
                  </a:extLst>
                </a:gridCol>
                <a:gridCol w="1282262">
                  <a:extLst>
                    <a:ext uri="{9D8B030D-6E8A-4147-A177-3AD203B41FA5}">
                      <a16:colId xmlns:a16="http://schemas.microsoft.com/office/drawing/2014/main" val="2272203214"/>
                    </a:ext>
                  </a:extLst>
                </a:gridCol>
                <a:gridCol w="1532946">
                  <a:extLst>
                    <a:ext uri="{9D8B030D-6E8A-4147-A177-3AD203B41FA5}">
                      <a16:colId xmlns:a16="http://schemas.microsoft.com/office/drawing/2014/main" val="1062626943"/>
                    </a:ext>
                  </a:extLst>
                </a:gridCol>
              </a:tblGrid>
              <a:tr h="408063">
                <a:tc>
                  <a:txBody>
                    <a:bodyPr/>
                    <a:lstStyle/>
                    <a:p>
                      <a:pPr algn="r" fontAlgn="ctr"/>
                      <a:endParaRPr lang="en-US" sz="1050" b="1" dirty="0">
                        <a:effectLst/>
                      </a:endParaRPr>
                    </a:p>
                  </a:txBody>
                  <a:tcPr anchor="ctr">
                    <a:lnL>
                      <a:noFill/>
                    </a:lnL>
                    <a:lnR>
                      <a:noFill/>
                    </a:lnR>
                    <a:lnT>
                      <a:noFill/>
                    </a:lnT>
                    <a:lnB>
                      <a:noFill/>
                    </a:lnB>
                    <a:solidFill>
                      <a:srgbClr val="FFFFFF"/>
                    </a:solidFill>
                  </a:tcPr>
                </a:tc>
                <a:tc>
                  <a:txBody>
                    <a:bodyPr/>
                    <a:lstStyle/>
                    <a:p>
                      <a:pPr algn="r" fontAlgn="ctr"/>
                      <a:br>
                        <a:rPr lang="en-US" sz="1050" b="1" dirty="0">
                          <a:effectLst/>
                        </a:rPr>
                      </a:br>
                      <a:r>
                        <a:rPr lang="en-US" sz="1050" b="1" dirty="0">
                          <a:effectLst/>
                        </a:rPr>
                        <a:t>OPD_DATE</a:t>
                      </a:r>
                    </a:p>
                  </a:txBody>
                  <a:tcPr anchor="ctr">
                    <a:lnL>
                      <a:noFill/>
                    </a:lnL>
                    <a:lnR>
                      <a:noFill/>
                    </a:lnR>
                    <a:lnT>
                      <a:noFill/>
                    </a:lnT>
                    <a:lnB>
                      <a:noFill/>
                    </a:lnB>
                    <a:solidFill>
                      <a:srgbClr val="FFFFFF"/>
                    </a:solidFill>
                  </a:tcPr>
                </a:tc>
                <a:tc>
                  <a:txBody>
                    <a:bodyPr/>
                    <a:lstStyle/>
                    <a:p>
                      <a:pPr algn="r" fontAlgn="ctr"/>
                      <a:r>
                        <a:rPr lang="en-US" sz="1050" b="1" dirty="0">
                          <a:effectLst/>
                        </a:rPr>
                        <a:t>VEHICLE_ID</a:t>
                      </a:r>
                    </a:p>
                  </a:txBody>
                  <a:tcPr anchor="ctr">
                    <a:lnL>
                      <a:noFill/>
                    </a:lnL>
                    <a:lnR>
                      <a:noFill/>
                    </a:lnR>
                    <a:lnT>
                      <a:noFill/>
                    </a:lnT>
                    <a:lnB>
                      <a:noFill/>
                    </a:lnB>
                    <a:solidFill>
                      <a:srgbClr val="FFFFFF"/>
                    </a:solidFill>
                  </a:tcPr>
                </a:tc>
                <a:tc>
                  <a:txBody>
                    <a:bodyPr/>
                    <a:lstStyle/>
                    <a:p>
                      <a:pPr algn="r" fontAlgn="ctr"/>
                      <a:r>
                        <a:rPr lang="en-US" sz="1050" b="1" dirty="0">
                          <a:effectLst/>
                        </a:rPr>
                        <a:t>RTE</a:t>
                      </a:r>
                    </a:p>
                  </a:txBody>
                  <a:tcPr anchor="ctr">
                    <a:lnL>
                      <a:noFill/>
                    </a:lnL>
                    <a:lnR>
                      <a:noFill/>
                    </a:lnR>
                    <a:lnT>
                      <a:noFill/>
                    </a:lnT>
                    <a:lnB>
                      <a:noFill/>
                    </a:lnB>
                    <a:solidFill>
                      <a:srgbClr val="FFFFFF"/>
                    </a:solidFill>
                  </a:tcPr>
                </a:tc>
                <a:tc>
                  <a:txBody>
                    <a:bodyPr/>
                    <a:lstStyle/>
                    <a:p>
                      <a:pPr algn="r" fontAlgn="ctr"/>
                      <a:r>
                        <a:rPr lang="en-US" sz="1050" b="1" dirty="0">
                          <a:effectLst/>
                        </a:rPr>
                        <a:t>DIR</a:t>
                      </a:r>
                    </a:p>
                  </a:txBody>
                  <a:tcPr anchor="ctr">
                    <a:lnL>
                      <a:noFill/>
                    </a:lnL>
                    <a:lnR>
                      <a:noFill/>
                    </a:lnR>
                    <a:lnT>
                      <a:noFill/>
                    </a:lnT>
                    <a:lnB>
                      <a:noFill/>
                    </a:lnB>
                    <a:solidFill>
                      <a:srgbClr val="FFFFFF"/>
                    </a:solidFill>
                  </a:tcPr>
                </a:tc>
                <a:tc>
                  <a:txBody>
                    <a:bodyPr/>
                    <a:lstStyle/>
                    <a:p>
                      <a:pPr algn="r" fontAlgn="ctr"/>
                      <a:r>
                        <a:rPr lang="en-US" sz="1050" b="1" dirty="0">
                          <a:effectLst/>
                        </a:rPr>
                        <a:t>...</a:t>
                      </a:r>
                    </a:p>
                  </a:txBody>
                  <a:tcPr anchor="ctr">
                    <a:lnL>
                      <a:noFill/>
                    </a:lnL>
                    <a:lnR>
                      <a:noFill/>
                    </a:lnR>
                    <a:lnT>
                      <a:noFill/>
                    </a:lnT>
                    <a:lnB>
                      <a:noFill/>
                    </a:lnB>
                    <a:solidFill>
                      <a:srgbClr val="FFFFFF"/>
                    </a:solidFill>
                  </a:tcPr>
                </a:tc>
                <a:tc>
                  <a:txBody>
                    <a:bodyPr/>
                    <a:lstStyle/>
                    <a:p>
                      <a:pPr algn="r" fontAlgn="ctr"/>
                      <a:r>
                        <a:rPr lang="en-US" sz="1050" b="1" dirty="0">
                          <a:effectLst/>
                        </a:rPr>
                        <a:t>STOP_ID</a:t>
                      </a:r>
                    </a:p>
                  </a:txBody>
                  <a:tcPr anchor="ctr">
                    <a:lnL>
                      <a:noFill/>
                    </a:lnL>
                    <a:lnR>
                      <a:noFill/>
                    </a:lnR>
                    <a:lnT>
                      <a:noFill/>
                    </a:lnT>
                    <a:lnB>
                      <a:noFill/>
                    </a:lnB>
                    <a:solidFill>
                      <a:srgbClr val="FFFFFF"/>
                    </a:solidFill>
                  </a:tcPr>
                </a:tc>
                <a:tc>
                  <a:txBody>
                    <a:bodyPr/>
                    <a:lstStyle/>
                    <a:p>
                      <a:pPr algn="r" fontAlgn="ctr"/>
                      <a:r>
                        <a:rPr lang="en-US" sz="1050" b="1" dirty="0">
                          <a:effectLst/>
                        </a:rPr>
                        <a:t>STOP_NAME</a:t>
                      </a:r>
                    </a:p>
                  </a:txBody>
                  <a:tcPr anchor="ctr">
                    <a:lnL>
                      <a:noFill/>
                    </a:lnL>
                    <a:lnR>
                      <a:noFill/>
                    </a:lnR>
                    <a:lnT>
                      <a:noFill/>
                    </a:lnT>
                    <a:lnB>
                      <a:noFill/>
                    </a:lnB>
                    <a:solidFill>
                      <a:srgbClr val="FFFFFF"/>
                    </a:solidFill>
                  </a:tcPr>
                </a:tc>
                <a:tc>
                  <a:txBody>
                    <a:bodyPr/>
                    <a:lstStyle/>
                    <a:p>
                      <a:pPr algn="r" fontAlgn="ctr"/>
                      <a:r>
                        <a:rPr lang="en-US" sz="1050" b="1" dirty="0">
                          <a:effectLst/>
                        </a:rPr>
                        <a:t>SCH_STOP_TM</a:t>
                      </a:r>
                    </a:p>
                  </a:txBody>
                  <a:tcPr anchor="ctr">
                    <a:lnL>
                      <a:noFill/>
                    </a:lnL>
                    <a:lnR>
                      <a:noFill/>
                    </a:lnR>
                    <a:lnT>
                      <a:noFill/>
                    </a:lnT>
                    <a:lnB>
                      <a:noFill/>
                    </a:lnB>
                    <a:solidFill>
                      <a:srgbClr val="FFFFFF"/>
                    </a:solidFill>
                  </a:tcPr>
                </a:tc>
                <a:tc>
                  <a:txBody>
                    <a:bodyPr/>
                    <a:lstStyle/>
                    <a:p>
                      <a:pPr algn="r" fontAlgn="ctr"/>
                      <a:r>
                        <a:rPr lang="en-US" sz="1050" b="1" dirty="0">
                          <a:effectLst/>
                        </a:rPr>
                        <a:t>ACT_STOP_TM</a:t>
                      </a:r>
                    </a:p>
                  </a:txBody>
                  <a:tcPr anchor="ctr">
                    <a:lnL>
                      <a:noFill/>
                    </a:lnL>
                    <a:solidFill>
                      <a:schemeClr val="bg1"/>
                    </a:solidFill>
                  </a:tcPr>
                </a:tc>
                <a:extLst>
                  <a:ext uri="{0D108BD9-81ED-4DB2-BD59-A6C34878D82A}">
                    <a16:rowId xmlns:a16="http://schemas.microsoft.com/office/drawing/2014/main" val="3426575549"/>
                  </a:ext>
                </a:extLst>
              </a:tr>
              <a:tr h="412799">
                <a:tc>
                  <a:txBody>
                    <a:bodyPr/>
                    <a:lstStyle/>
                    <a:p>
                      <a:pPr algn="r" fontAlgn="ctr"/>
                      <a:r>
                        <a:rPr lang="en-US" sz="1050" b="1">
                          <a:effectLst/>
                        </a:rPr>
                        <a:t>0</a:t>
                      </a:r>
                    </a:p>
                  </a:txBody>
                  <a:tcPr anchor="ctr">
                    <a:lnL>
                      <a:noFill/>
                    </a:lnL>
                    <a:lnR>
                      <a:noFill/>
                    </a:lnR>
                    <a:lnT>
                      <a:noFill/>
                    </a:lnT>
                    <a:lnB>
                      <a:noFill/>
                    </a:lnB>
                    <a:solidFill>
                      <a:srgbClr val="F5F5F5"/>
                    </a:solidFill>
                  </a:tcPr>
                </a:tc>
                <a:tc>
                  <a:txBody>
                    <a:bodyPr/>
                    <a:lstStyle/>
                    <a:p>
                      <a:pPr algn="r" fontAlgn="ctr"/>
                      <a:r>
                        <a:rPr lang="en-US" sz="1050">
                          <a:effectLst/>
                        </a:rPr>
                        <a:t>2016-03-26</a:t>
                      </a:r>
                    </a:p>
                  </a:txBody>
                  <a:tcPr anchor="ctr">
                    <a:lnL>
                      <a:noFill/>
                    </a:lnL>
                    <a:lnR>
                      <a:noFill/>
                    </a:lnR>
                    <a:lnT>
                      <a:noFill/>
                    </a:lnT>
                    <a:lnB>
                      <a:noFill/>
                    </a:lnB>
                    <a:solidFill>
                      <a:srgbClr val="F5F5F5"/>
                    </a:solidFill>
                  </a:tcPr>
                </a:tc>
                <a:tc>
                  <a:txBody>
                    <a:bodyPr/>
                    <a:lstStyle/>
                    <a:p>
                      <a:pPr algn="r" fontAlgn="ctr"/>
                      <a:r>
                        <a:rPr lang="en-US" sz="1050">
                          <a:effectLst/>
                        </a:rPr>
                        <a:t>6201</a:t>
                      </a:r>
                    </a:p>
                  </a:txBody>
                  <a:tcPr anchor="ctr">
                    <a:lnL>
                      <a:noFill/>
                    </a:lnL>
                    <a:lnR>
                      <a:noFill/>
                    </a:lnR>
                    <a:lnT>
                      <a:noFill/>
                    </a:lnT>
                    <a:lnB>
                      <a:noFill/>
                    </a:lnB>
                    <a:solidFill>
                      <a:srgbClr val="F5F5F5"/>
                    </a:solidFill>
                  </a:tcPr>
                </a:tc>
                <a:tc>
                  <a:txBody>
                    <a:bodyPr/>
                    <a:lstStyle/>
                    <a:p>
                      <a:pPr algn="r" fontAlgn="ctr"/>
                      <a:r>
                        <a:rPr lang="en-US" sz="1050">
                          <a:effectLst/>
                        </a:rPr>
                        <a:t>673</a:t>
                      </a:r>
                    </a:p>
                  </a:txBody>
                  <a:tcPr anchor="ctr">
                    <a:lnL>
                      <a:noFill/>
                    </a:lnL>
                    <a:lnR>
                      <a:noFill/>
                    </a:lnR>
                    <a:lnT>
                      <a:noFill/>
                    </a:lnT>
                    <a:lnB>
                      <a:noFill/>
                    </a:lnB>
                    <a:solidFill>
                      <a:srgbClr val="F5F5F5"/>
                    </a:solidFill>
                  </a:tcPr>
                </a:tc>
                <a:tc>
                  <a:txBody>
                    <a:bodyPr/>
                    <a:lstStyle/>
                    <a:p>
                      <a:pPr algn="r" fontAlgn="ctr"/>
                      <a:r>
                        <a:rPr lang="en-US" sz="1050">
                          <a:effectLst/>
                        </a:rPr>
                        <a:t>S</a:t>
                      </a:r>
                    </a:p>
                  </a:txBody>
                  <a:tcPr anchor="ctr">
                    <a:lnL>
                      <a:noFill/>
                    </a:lnL>
                    <a:lnR>
                      <a:noFill/>
                    </a:lnR>
                    <a:lnT>
                      <a:noFill/>
                    </a:lnT>
                    <a:lnB>
                      <a:noFill/>
                    </a:lnB>
                    <a:solidFill>
                      <a:srgbClr val="F5F5F5"/>
                    </a:solidFill>
                  </a:tcPr>
                </a:tc>
                <a:tc>
                  <a:txBody>
                    <a:bodyPr/>
                    <a:lstStyle/>
                    <a:p>
                      <a:pPr algn="r" fontAlgn="ctr"/>
                      <a:r>
                        <a:rPr lang="en-US" sz="1050" dirty="0">
                          <a:effectLst/>
                        </a:rPr>
                        <a:t>...</a:t>
                      </a:r>
                    </a:p>
                  </a:txBody>
                  <a:tcPr anchor="ctr">
                    <a:lnL>
                      <a:noFill/>
                    </a:lnL>
                    <a:lnR>
                      <a:noFill/>
                    </a:lnR>
                    <a:lnT>
                      <a:noFill/>
                    </a:lnT>
                    <a:lnB>
                      <a:noFill/>
                    </a:lnB>
                    <a:solidFill>
                      <a:srgbClr val="F5F5F5"/>
                    </a:solidFill>
                  </a:tcPr>
                </a:tc>
                <a:tc>
                  <a:txBody>
                    <a:bodyPr/>
                    <a:lstStyle/>
                    <a:p>
                      <a:pPr algn="r" fontAlgn="ctr"/>
                      <a:r>
                        <a:rPr lang="en-US" sz="1050">
                          <a:effectLst/>
                        </a:rPr>
                        <a:t>431</a:t>
                      </a:r>
                    </a:p>
                  </a:txBody>
                  <a:tcPr anchor="ctr">
                    <a:lnL>
                      <a:noFill/>
                    </a:lnL>
                    <a:lnR>
                      <a:noFill/>
                    </a:lnR>
                    <a:lnT>
                      <a:noFill/>
                    </a:lnT>
                    <a:lnB>
                      <a:noFill/>
                    </a:lnB>
                    <a:solidFill>
                      <a:srgbClr val="F5F5F5"/>
                    </a:solidFill>
                  </a:tcPr>
                </a:tc>
                <a:tc>
                  <a:txBody>
                    <a:bodyPr/>
                    <a:lstStyle/>
                    <a:p>
                      <a:pPr algn="r" fontAlgn="ctr"/>
                      <a:r>
                        <a:rPr lang="en-US" sz="1050">
                          <a:effectLst/>
                        </a:rPr>
                        <a:t>3RD AVE &amp; PIKE ST (431)</a:t>
                      </a:r>
                    </a:p>
                  </a:txBody>
                  <a:tcPr anchor="ctr">
                    <a:lnL>
                      <a:noFill/>
                    </a:lnL>
                    <a:lnR>
                      <a:noFill/>
                    </a:lnR>
                    <a:lnT>
                      <a:noFill/>
                    </a:lnT>
                    <a:lnB>
                      <a:noFill/>
                    </a:lnB>
                    <a:solidFill>
                      <a:srgbClr val="F5F5F5"/>
                    </a:solidFill>
                  </a:tcPr>
                </a:tc>
                <a:tc>
                  <a:txBody>
                    <a:bodyPr/>
                    <a:lstStyle/>
                    <a:p>
                      <a:pPr algn="r" fontAlgn="ctr"/>
                      <a:r>
                        <a:rPr lang="en-US" sz="1050" dirty="0">
                          <a:effectLst/>
                        </a:rPr>
                        <a:t>01:11:57</a:t>
                      </a:r>
                    </a:p>
                  </a:txBody>
                  <a:tcPr anchor="ctr">
                    <a:lnL>
                      <a:noFill/>
                    </a:lnL>
                    <a:lnR>
                      <a:noFill/>
                    </a:lnR>
                    <a:lnT>
                      <a:noFill/>
                    </a:lnT>
                    <a:lnB>
                      <a:noFill/>
                    </a:lnB>
                    <a:solidFill>
                      <a:srgbClr val="F5F5F5"/>
                    </a:solidFill>
                  </a:tcPr>
                </a:tc>
                <a:tc>
                  <a:txBody>
                    <a:bodyPr/>
                    <a:lstStyle/>
                    <a:p>
                      <a:pPr algn="r" fontAlgn="ctr"/>
                      <a:r>
                        <a:rPr lang="en-US" sz="1050" dirty="0">
                          <a:effectLst/>
                        </a:rPr>
                        <a:t>01:13:19</a:t>
                      </a:r>
                    </a:p>
                  </a:txBody>
                  <a:tcPr anchor="ctr">
                    <a:lnL>
                      <a:noFill/>
                    </a:lnL>
                    <a:lnR>
                      <a:noFill/>
                    </a:lnR>
                    <a:lnB>
                      <a:noFill/>
                    </a:lnB>
                    <a:solidFill>
                      <a:srgbClr val="F5F5F5"/>
                    </a:solidFill>
                  </a:tcPr>
                </a:tc>
                <a:extLst>
                  <a:ext uri="{0D108BD9-81ED-4DB2-BD59-A6C34878D82A}">
                    <a16:rowId xmlns:a16="http://schemas.microsoft.com/office/drawing/2014/main" val="2871127136"/>
                  </a:ext>
                </a:extLst>
              </a:tr>
              <a:tr h="408063">
                <a:tc>
                  <a:txBody>
                    <a:bodyPr/>
                    <a:lstStyle/>
                    <a:p>
                      <a:pPr algn="r" fontAlgn="ctr"/>
                      <a:r>
                        <a:rPr lang="en-US" sz="1050" b="1">
                          <a:effectLst/>
                        </a:rPr>
                        <a:t>1</a:t>
                      </a:r>
                    </a:p>
                  </a:txBody>
                  <a:tcPr anchor="ctr">
                    <a:lnL>
                      <a:noFill/>
                    </a:lnL>
                    <a:lnR>
                      <a:noFill/>
                    </a:lnR>
                    <a:lnT>
                      <a:noFill/>
                    </a:lnT>
                    <a:lnB>
                      <a:noFill/>
                    </a:lnB>
                    <a:solidFill>
                      <a:srgbClr val="FFFFFF"/>
                    </a:solidFill>
                  </a:tcPr>
                </a:tc>
                <a:tc>
                  <a:txBody>
                    <a:bodyPr/>
                    <a:lstStyle/>
                    <a:p>
                      <a:pPr algn="r" fontAlgn="ctr"/>
                      <a:r>
                        <a:rPr lang="en-US" sz="1050">
                          <a:effectLst/>
                        </a:rPr>
                        <a:t>2016-03-26</a:t>
                      </a:r>
                    </a:p>
                  </a:txBody>
                  <a:tcPr anchor="ctr">
                    <a:lnL>
                      <a:noFill/>
                    </a:lnL>
                    <a:lnR>
                      <a:noFill/>
                    </a:lnR>
                    <a:lnT>
                      <a:noFill/>
                    </a:lnT>
                    <a:lnB>
                      <a:noFill/>
                    </a:lnB>
                    <a:solidFill>
                      <a:srgbClr val="FFFFFF"/>
                    </a:solidFill>
                  </a:tcPr>
                </a:tc>
                <a:tc>
                  <a:txBody>
                    <a:bodyPr/>
                    <a:lstStyle/>
                    <a:p>
                      <a:pPr algn="r" fontAlgn="ctr"/>
                      <a:r>
                        <a:rPr lang="en-US" sz="1050">
                          <a:effectLst/>
                        </a:rPr>
                        <a:t>6201</a:t>
                      </a:r>
                    </a:p>
                  </a:txBody>
                  <a:tcPr anchor="ctr">
                    <a:lnL>
                      <a:noFill/>
                    </a:lnL>
                    <a:lnR>
                      <a:noFill/>
                    </a:lnR>
                    <a:lnT>
                      <a:noFill/>
                    </a:lnT>
                    <a:lnB>
                      <a:noFill/>
                    </a:lnB>
                    <a:solidFill>
                      <a:srgbClr val="FFFFFF"/>
                    </a:solidFill>
                  </a:tcPr>
                </a:tc>
                <a:tc>
                  <a:txBody>
                    <a:bodyPr/>
                    <a:lstStyle/>
                    <a:p>
                      <a:pPr algn="r" fontAlgn="ctr"/>
                      <a:r>
                        <a:rPr lang="en-US" sz="1050">
                          <a:effectLst/>
                        </a:rPr>
                        <a:t>673</a:t>
                      </a:r>
                    </a:p>
                  </a:txBody>
                  <a:tcPr anchor="ctr">
                    <a:lnL>
                      <a:noFill/>
                    </a:lnL>
                    <a:lnR>
                      <a:noFill/>
                    </a:lnR>
                    <a:lnT>
                      <a:noFill/>
                    </a:lnT>
                    <a:lnB>
                      <a:noFill/>
                    </a:lnB>
                    <a:solidFill>
                      <a:srgbClr val="FFFFFF"/>
                    </a:solidFill>
                  </a:tcPr>
                </a:tc>
                <a:tc>
                  <a:txBody>
                    <a:bodyPr/>
                    <a:lstStyle/>
                    <a:p>
                      <a:pPr algn="r" fontAlgn="ctr"/>
                      <a:r>
                        <a:rPr lang="en-US" sz="1050" dirty="0">
                          <a:effectLst/>
                        </a:rPr>
                        <a:t>S</a:t>
                      </a:r>
                    </a:p>
                  </a:txBody>
                  <a:tcPr anchor="ctr">
                    <a:lnL>
                      <a:noFill/>
                    </a:lnL>
                    <a:lnR>
                      <a:noFill/>
                    </a:lnR>
                    <a:lnT>
                      <a:noFill/>
                    </a:lnT>
                    <a:lnB>
                      <a:noFill/>
                    </a:lnB>
                    <a:solidFill>
                      <a:srgbClr val="FFFFFF"/>
                    </a:solidFill>
                  </a:tcPr>
                </a:tc>
                <a:tc>
                  <a:txBody>
                    <a:bodyPr/>
                    <a:lstStyle/>
                    <a:p>
                      <a:pPr algn="r" fontAlgn="ctr"/>
                      <a:r>
                        <a:rPr lang="en-US" sz="1050">
                          <a:effectLst/>
                        </a:rPr>
                        <a:t>...</a:t>
                      </a:r>
                    </a:p>
                  </a:txBody>
                  <a:tcPr anchor="ctr">
                    <a:lnL>
                      <a:noFill/>
                    </a:lnL>
                    <a:lnR>
                      <a:noFill/>
                    </a:lnR>
                    <a:lnT>
                      <a:noFill/>
                    </a:lnT>
                    <a:lnB>
                      <a:noFill/>
                    </a:lnB>
                    <a:solidFill>
                      <a:srgbClr val="FFFFFF"/>
                    </a:solidFill>
                  </a:tcPr>
                </a:tc>
                <a:tc>
                  <a:txBody>
                    <a:bodyPr/>
                    <a:lstStyle/>
                    <a:p>
                      <a:pPr algn="r" fontAlgn="ctr"/>
                      <a:r>
                        <a:rPr lang="en-US" sz="1050">
                          <a:effectLst/>
                        </a:rPr>
                        <a:t>431</a:t>
                      </a:r>
                    </a:p>
                  </a:txBody>
                  <a:tcPr anchor="ctr">
                    <a:lnL>
                      <a:noFill/>
                    </a:lnL>
                    <a:lnR>
                      <a:noFill/>
                    </a:lnR>
                    <a:lnT>
                      <a:noFill/>
                    </a:lnT>
                    <a:lnB>
                      <a:noFill/>
                    </a:lnB>
                    <a:solidFill>
                      <a:srgbClr val="FFFFFF"/>
                    </a:solidFill>
                  </a:tcPr>
                </a:tc>
                <a:tc>
                  <a:txBody>
                    <a:bodyPr/>
                    <a:lstStyle/>
                    <a:p>
                      <a:pPr algn="r" fontAlgn="ctr"/>
                      <a:r>
                        <a:rPr lang="en-US" sz="1050">
                          <a:effectLst/>
                        </a:rPr>
                        <a:t>3RD AVE &amp; PIKE ST (431)</a:t>
                      </a:r>
                    </a:p>
                  </a:txBody>
                  <a:tcPr anchor="ctr">
                    <a:lnL>
                      <a:noFill/>
                    </a:lnL>
                    <a:lnR>
                      <a:noFill/>
                    </a:lnR>
                    <a:lnT>
                      <a:noFill/>
                    </a:lnT>
                    <a:lnB>
                      <a:noFill/>
                    </a:lnB>
                    <a:solidFill>
                      <a:srgbClr val="FFFFFF"/>
                    </a:solidFill>
                  </a:tcPr>
                </a:tc>
                <a:tc>
                  <a:txBody>
                    <a:bodyPr/>
                    <a:lstStyle/>
                    <a:p>
                      <a:pPr algn="r" fontAlgn="ctr"/>
                      <a:r>
                        <a:rPr lang="en-US" sz="1050">
                          <a:effectLst/>
                        </a:rPr>
                        <a:t>23:19:57</a:t>
                      </a:r>
                    </a:p>
                  </a:txBody>
                  <a:tcPr anchor="ctr">
                    <a:lnL>
                      <a:noFill/>
                    </a:lnL>
                    <a:lnR>
                      <a:noFill/>
                    </a:lnR>
                    <a:lnT>
                      <a:noFill/>
                    </a:lnT>
                    <a:lnB>
                      <a:noFill/>
                    </a:lnB>
                    <a:solidFill>
                      <a:srgbClr val="FFFFFF"/>
                    </a:solidFill>
                  </a:tcPr>
                </a:tc>
                <a:tc>
                  <a:txBody>
                    <a:bodyPr/>
                    <a:lstStyle/>
                    <a:p>
                      <a:pPr algn="r" fontAlgn="ctr"/>
                      <a:r>
                        <a:rPr lang="en-US" sz="1050">
                          <a:effectLst/>
                        </a:rPr>
                        <a:t>23:16:13</a:t>
                      </a:r>
                    </a:p>
                  </a:txBody>
                  <a:tcPr anchor="ctr">
                    <a:lnL>
                      <a:noFill/>
                    </a:lnL>
                    <a:lnR>
                      <a:noFill/>
                    </a:lnR>
                    <a:lnT>
                      <a:noFill/>
                    </a:lnT>
                    <a:lnB>
                      <a:noFill/>
                    </a:lnB>
                    <a:solidFill>
                      <a:srgbClr val="FFFFFF"/>
                    </a:solidFill>
                  </a:tcPr>
                </a:tc>
                <a:extLst>
                  <a:ext uri="{0D108BD9-81ED-4DB2-BD59-A6C34878D82A}">
                    <a16:rowId xmlns:a16="http://schemas.microsoft.com/office/drawing/2014/main" val="2197541135"/>
                  </a:ext>
                </a:extLst>
              </a:tr>
              <a:tr h="408063">
                <a:tc>
                  <a:txBody>
                    <a:bodyPr/>
                    <a:lstStyle/>
                    <a:p>
                      <a:pPr algn="r" fontAlgn="ctr"/>
                      <a:r>
                        <a:rPr lang="en-US" sz="1050" b="1">
                          <a:effectLst/>
                        </a:rPr>
                        <a:t>2</a:t>
                      </a:r>
                    </a:p>
                  </a:txBody>
                  <a:tcPr anchor="ctr">
                    <a:lnL>
                      <a:noFill/>
                    </a:lnL>
                    <a:lnR>
                      <a:noFill/>
                    </a:lnR>
                    <a:lnT>
                      <a:noFill/>
                    </a:lnT>
                    <a:lnB>
                      <a:noFill/>
                    </a:lnB>
                    <a:solidFill>
                      <a:srgbClr val="FFFFFF"/>
                    </a:solidFill>
                  </a:tcPr>
                </a:tc>
                <a:tc>
                  <a:txBody>
                    <a:bodyPr/>
                    <a:lstStyle/>
                    <a:p>
                      <a:pPr algn="r" fontAlgn="ctr"/>
                      <a:r>
                        <a:rPr lang="en-US" sz="1050">
                          <a:effectLst/>
                        </a:rPr>
                        <a:t>2016-03-26</a:t>
                      </a:r>
                    </a:p>
                  </a:txBody>
                  <a:tcPr anchor="ctr">
                    <a:lnL>
                      <a:noFill/>
                    </a:lnL>
                    <a:lnR>
                      <a:noFill/>
                    </a:lnR>
                    <a:lnT>
                      <a:noFill/>
                    </a:lnT>
                    <a:lnB>
                      <a:noFill/>
                    </a:lnB>
                    <a:solidFill>
                      <a:srgbClr val="FFFFFF"/>
                    </a:solidFill>
                  </a:tcPr>
                </a:tc>
                <a:tc>
                  <a:txBody>
                    <a:bodyPr/>
                    <a:lstStyle/>
                    <a:p>
                      <a:pPr algn="r" fontAlgn="ctr"/>
                      <a:r>
                        <a:rPr lang="en-US" sz="1050">
                          <a:effectLst/>
                        </a:rPr>
                        <a:t>6201</a:t>
                      </a:r>
                    </a:p>
                  </a:txBody>
                  <a:tcPr anchor="ctr">
                    <a:lnL>
                      <a:noFill/>
                    </a:lnL>
                    <a:lnR>
                      <a:noFill/>
                    </a:lnR>
                    <a:lnT>
                      <a:noFill/>
                    </a:lnT>
                    <a:lnB>
                      <a:noFill/>
                    </a:lnB>
                    <a:solidFill>
                      <a:srgbClr val="FFFFFF"/>
                    </a:solidFill>
                  </a:tcPr>
                </a:tc>
                <a:tc>
                  <a:txBody>
                    <a:bodyPr/>
                    <a:lstStyle/>
                    <a:p>
                      <a:pPr algn="r" fontAlgn="ctr"/>
                      <a:r>
                        <a:rPr lang="en-US" sz="1050" dirty="0">
                          <a:effectLst/>
                        </a:rPr>
                        <a:t>673</a:t>
                      </a:r>
                    </a:p>
                  </a:txBody>
                  <a:tcPr anchor="ctr">
                    <a:lnL>
                      <a:noFill/>
                    </a:lnL>
                    <a:lnR>
                      <a:noFill/>
                    </a:lnR>
                    <a:lnT>
                      <a:noFill/>
                    </a:lnT>
                    <a:lnB>
                      <a:noFill/>
                    </a:lnB>
                    <a:solidFill>
                      <a:srgbClr val="FFFFFF"/>
                    </a:solidFill>
                  </a:tcPr>
                </a:tc>
                <a:tc>
                  <a:txBody>
                    <a:bodyPr/>
                    <a:lstStyle/>
                    <a:p>
                      <a:pPr algn="r" fontAlgn="ctr"/>
                      <a:r>
                        <a:rPr lang="en-US" sz="1050">
                          <a:effectLst/>
                        </a:rPr>
                        <a:t>S</a:t>
                      </a:r>
                    </a:p>
                  </a:txBody>
                  <a:tcPr anchor="ctr">
                    <a:lnL>
                      <a:noFill/>
                    </a:lnL>
                    <a:lnR>
                      <a:noFill/>
                    </a:lnR>
                    <a:lnT>
                      <a:noFill/>
                    </a:lnT>
                    <a:lnB>
                      <a:noFill/>
                    </a:lnB>
                    <a:solidFill>
                      <a:srgbClr val="FFFFFF"/>
                    </a:solidFill>
                  </a:tcPr>
                </a:tc>
                <a:tc>
                  <a:txBody>
                    <a:bodyPr/>
                    <a:lstStyle/>
                    <a:p>
                      <a:pPr algn="r" fontAlgn="ctr"/>
                      <a:r>
                        <a:rPr lang="en-US" sz="1050" dirty="0">
                          <a:effectLst/>
                        </a:rPr>
                        <a:t>...</a:t>
                      </a:r>
                    </a:p>
                  </a:txBody>
                  <a:tcPr anchor="ctr">
                    <a:lnL>
                      <a:noFill/>
                    </a:lnL>
                    <a:lnR>
                      <a:noFill/>
                    </a:lnR>
                    <a:lnT>
                      <a:noFill/>
                    </a:lnT>
                    <a:lnB>
                      <a:noFill/>
                    </a:lnB>
                    <a:solidFill>
                      <a:srgbClr val="FFFFFF"/>
                    </a:solidFill>
                  </a:tcPr>
                </a:tc>
                <a:tc>
                  <a:txBody>
                    <a:bodyPr/>
                    <a:lstStyle/>
                    <a:p>
                      <a:pPr algn="r" fontAlgn="ctr"/>
                      <a:r>
                        <a:rPr lang="en-US" sz="1050" dirty="0">
                          <a:effectLst/>
                        </a:rPr>
                        <a:t>578</a:t>
                      </a:r>
                    </a:p>
                  </a:txBody>
                  <a:tcPr anchor="ctr">
                    <a:lnL>
                      <a:noFill/>
                    </a:lnL>
                    <a:lnR>
                      <a:noFill/>
                    </a:lnR>
                    <a:lnT>
                      <a:noFill/>
                    </a:lnT>
                    <a:lnB>
                      <a:noFill/>
                    </a:lnB>
                    <a:solidFill>
                      <a:srgbClr val="FFFFFF"/>
                    </a:solidFill>
                  </a:tcPr>
                </a:tc>
                <a:tc>
                  <a:txBody>
                    <a:bodyPr/>
                    <a:lstStyle/>
                    <a:p>
                      <a:pPr algn="r" fontAlgn="ctr"/>
                      <a:r>
                        <a:rPr lang="en-US" sz="1050">
                          <a:effectLst/>
                        </a:rPr>
                        <a:t>3RD AVE &amp; PIKE ST (431)</a:t>
                      </a:r>
                    </a:p>
                  </a:txBody>
                  <a:tcPr anchor="ctr">
                    <a:lnL>
                      <a:noFill/>
                    </a:lnL>
                    <a:lnR>
                      <a:noFill/>
                    </a:lnR>
                    <a:lnT>
                      <a:noFill/>
                    </a:lnT>
                    <a:lnB>
                      <a:noFill/>
                    </a:lnB>
                    <a:solidFill>
                      <a:srgbClr val="FFFFFF"/>
                    </a:solidFill>
                  </a:tcPr>
                </a:tc>
                <a:tc>
                  <a:txBody>
                    <a:bodyPr/>
                    <a:lstStyle/>
                    <a:p>
                      <a:pPr algn="r" fontAlgn="ctr"/>
                      <a:r>
                        <a:rPr lang="en-US" sz="1050">
                          <a:effectLst/>
                        </a:rPr>
                        <a:t>21:19:57</a:t>
                      </a:r>
                    </a:p>
                  </a:txBody>
                  <a:tcPr anchor="ctr">
                    <a:lnL>
                      <a:noFill/>
                    </a:lnL>
                    <a:lnR>
                      <a:noFill/>
                    </a:lnR>
                    <a:lnT>
                      <a:noFill/>
                    </a:lnT>
                    <a:lnB>
                      <a:noFill/>
                    </a:lnB>
                    <a:solidFill>
                      <a:srgbClr val="FFFFFF"/>
                    </a:solidFill>
                  </a:tcPr>
                </a:tc>
                <a:tc>
                  <a:txBody>
                    <a:bodyPr/>
                    <a:lstStyle/>
                    <a:p>
                      <a:pPr algn="r" fontAlgn="ctr"/>
                      <a:r>
                        <a:rPr lang="en-US" sz="1050" dirty="0">
                          <a:effectLst/>
                        </a:rPr>
                        <a:t>21:18:46</a:t>
                      </a:r>
                    </a:p>
                  </a:txBody>
                  <a:tcPr anchor="ctr">
                    <a:lnL>
                      <a:noFill/>
                    </a:lnL>
                    <a:lnR>
                      <a:noFill/>
                    </a:lnR>
                    <a:lnT>
                      <a:noFill/>
                    </a:lnT>
                    <a:lnB>
                      <a:noFill/>
                    </a:lnB>
                    <a:solidFill>
                      <a:srgbClr val="FFFFFF"/>
                    </a:solidFill>
                  </a:tcPr>
                </a:tc>
                <a:extLst>
                  <a:ext uri="{0D108BD9-81ED-4DB2-BD59-A6C34878D82A}">
                    <a16:rowId xmlns:a16="http://schemas.microsoft.com/office/drawing/2014/main" val="1734910407"/>
                  </a:ext>
                </a:extLst>
              </a:tr>
            </a:tbl>
          </a:graphicData>
        </a:graphic>
      </p:graphicFrame>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6363A3C5-D30A-7F36-56DF-DEDC55A6E306}"/>
                  </a:ext>
                </a:extLst>
              </p14:cNvPr>
              <p14:cNvContentPartPr/>
              <p14:nvPr/>
            </p14:nvContentPartPr>
            <p14:xfrm>
              <a:off x="1971720" y="3609360"/>
              <a:ext cx="9678960" cy="3200400"/>
            </p14:xfrm>
          </p:contentPart>
        </mc:Choice>
        <mc:Fallback xmlns="">
          <p:pic>
            <p:nvPicPr>
              <p:cNvPr id="3" name="Ink 2">
                <a:extLst>
                  <a:ext uri="{FF2B5EF4-FFF2-40B4-BE49-F238E27FC236}">
                    <a16:creationId xmlns:a16="http://schemas.microsoft.com/office/drawing/2014/main" id="{6363A3C5-D30A-7F36-56DF-DEDC55A6E306}"/>
                  </a:ext>
                </a:extLst>
              </p:cNvPr>
              <p:cNvPicPr/>
              <p:nvPr/>
            </p:nvPicPr>
            <p:blipFill>
              <a:blip r:embed="rId4"/>
              <a:stretch>
                <a:fillRect/>
              </a:stretch>
            </p:blipFill>
            <p:spPr>
              <a:xfrm>
                <a:off x="1962360" y="3600000"/>
                <a:ext cx="9697680" cy="321912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1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Case study: Why is my bus always late? (Chapter 5 in LDS)</a:t>
            </a:r>
            <a:endParaRPr dirty="0"/>
          </a:p>
        </p:txBody>
      </p:sp>
      <p:sp>
        <p:nvSpPr>
          <p:cNvPr id="272" name="Google Shape;272;p11"/>
          <p:cNvSpPr txBox="1">
            <a:spLocks noGrp="1"/>
          </p:cNvSpPr>
          <p:nvPr>
            <p:ph sz="quarter" idx="1"/>
          </p:nvPr>
        </p:nvSpPr>
        <p:spPr>
          <a:xfrm>
            <a:off x="1069850" y="1839635"/>
            <a:ext cx="10550100" cy="4050900"/>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900"/>
              <a:buChar char="▪"/>
            </a:pPr>
            <a:r>
              <a:rPr lang="en-US" sz="2200" dirty="0"/>
              <a:t>Step 1 (Question formulation): Do bus arrival times give us additional information about the transit system?</a:t>
            </a:r>
            <a:endParaRPr sz="2200" dirty="0"/>
          </a:p>
          <a:p>
            <a:pPr marL="457200" lvl="1" indent="-195580" algn="l" rtl="0">
              <a:lnSpc>
                <a:spcPct val="90000"/>
              </a:lnSpc>
              <a:spcBef>
                <a:spcPts val="400"/>
              </a:spcBef>
              <a:spcAft>
                <a:spcPts val="0"/>
              </a:spcAft>
              <a:buSzPts val="1730"/>
              <a:buChar char="▪"/>
            </a:pPr>
            <a:r>
              <a:rPr lang="en-US" sz="2000" dirty="0"/>
              <a:t>Vague is OK at first!</a:t>
            </a:r>
            <a:endParaRPr sz="2000" dirty="0"/>
          </a:p>
          <a:p>
            <a:pPr marL="182880" lvl="0" indent="-182880" algn="l" rtl="0">
              <a:lnSpc>
                <a:spcPct val="90000"/>
              </a:lnSpc>
              <a:spcBef>
                <a:spcPts val="1400"/>
              </a:spcBef>
              <a:spcAft>
                <a:spcPts val="0"/>
              </a:spcAft>
              <a:buSzPts val="1900"/>
              <a:buChar char="▪"/>
            </a:pPr>
            <a:r>
              <a:rPr lang="en-US" sz="2200" dirty="0"/>
              <a:t>Step 2 (Data acquisition and cleaning): Bus arrival times</a:t>
            </a:r>
            <a:endParaRPr sz="2200" dirty="0"/>
          </a:p>
          <a:p>
            <a:pPr marL="457200" lvl="1" indent="-195580" algn="l" rtl="0">
              <a:lnSpc>
                <a:spcPct val="90000"/>
              </a:lnSpc>
              <a:spcBef>
                <a:spcPts val="400"/>
              </a:spcBef>
              <a:spcAft>
                <a:spcPts val="0"/>
              </a:spcAft>
              <a:buSzPts val="1730"/>
              <a:buChar char="▪"/>
            </a:pPr>
            <a:r>
              <a:rPr lang="en-US" sz="2000" dirty="0"/>
              <a:t>The LDS book Chapter 5 contains the Python code to do this bus experience analysis</a:t>
            </a:r>
            <a:endParaRPr sz="2000" dirty="0"/>
          </a:p>
        </p:txBody>
      </p:sp>
      <p:graphicFrame>
        <p:nvGraphicFramePr>
          <p:cNvPr id="3" name="Table 2">
            <a:extLst>
              <a:ext uri="{FF2B5EF4-FFF2-40B4-BE49-F238E27FC236}">
                <a16:creationId xmlns:a16="http://schemas.microsoft.com/office/drawing/2014/main" id="{6A8CC950-FD6A-3FE4-CB8A-D051245E6E13}"/>
              </a:ext>
            </a:extLst>
          </p:cNvPr>
          <p:cNvGraphicFramePr>
            <a:graphicFrameLocks noGrp="1"/>
          </p:cNvGraphicFramePr>
          <p:nvPr>
            <p:extLst>
              <p:ext uri="{D42A27DB-BD31-4B8C-83A1-F6EECF244321}">
                <p14:modId xmlns:p14="http://schemas.microsoft.com/office/powerpoint/2010/main" val="1849707508"/>
              </p:ext>
            </p:extLst>
          </p:nvPr>
        </p:nvGraphicFramePr>
        <p:xfrm>
          <a:off x="1069850" y="4075904"/>
          <a:ext cx="10221928" cy="1378596"/>
        </p:xfrm>
        <a:graphic>
          <a:graphicData uri="http://schemas.openxmlformats.org/drawingml/2006/table">
            <a:tbl>
              <a:tblPr/>
              <a:tblGrid>
                <a:gridCol w="330612">
                  <a:extLst>
                    <a:ext uri="{9D8B030D-6E8A-4147-A177-3AD203B41FA5}">
                      <a16:colId xmlns:a16="http://schemas.microsoft.com/office/drawing/2014/main" val="1465512993"/>
                    </a:ext>
                  </a:extLst>
                </a:gridCol>
                <a:gridCol w="1150705">
                  <a:extLst>
                    <a:ext uri="{9D8B030D-6E8A-4147-A177-3AD203B41FA5}">
                      <a16:colId xmlns:a16="http://schemas.microsoft.com/office/drawing/2014/main" val="3897309147"/>
                    </a:ext>
                  </a:extLst>
                </a:gridCol>
                <a:gridCol w="1339696">
                  <a:extLst>
                    <a:ext uri="{9D8B030D-6E8A-4147-A177-3AD203B41FA5}">
                      <a16:colId xmlns:a16="http://schemas.microsoft.com/office/drawing/2014/main" val="2165586406"/>
                    </a:ext>
                  </a:extLst>
                </a:gridCol>
                <a:gridCol w="751305">
                  <a:extLst>
                    <a:ext uri="{9D8B030D-6E8A-4147-A177-3AD203B41FA5}">
                      <a16:colId xmlns:a16="http://schemas.microsoft.com/office/drawing/2014/main" val="344340823"/>
                    </a:ext>
                  </a:extLst>
                </a:gridCol>
                <a:gridCol w="616743">
                  <a:extLst>
                    <a:ext uri="{9D8B030D-6E8A-4147-A177-3AD203B41FA5}">
                      <a16:colId xmlns:a16="http://schemas.microsoft.com/office/drawing/2014/main" val="2317053400"/>
                    </a:ext>
                  </a:extLst>
                </a:gridCol>
                <a:gridCol w="358832">
                  <a:extLst>
                    <a:ext uri="{9D8B030D-6E8A-4147-A177-3AD203B41FA5}">
                      <a16:colId xmlns:a16="http://schemas.microsoft.com/office/drawing/2014/main" val="1693589054"/>
                    </a:ext>
                  </a:extLst>
                </a:gridCol>
                <a:gridCol w="1143778">
                  <a:extLst>
                    <a:ext uri="{9D8B030D-6E8A-4147-A177-3AD203B41FA5}">
                      <a16:colId xmlns:a16="http://schemas.microsoft.com/office/drawing/2014/main" val="1795236442"/>
                    </a:ext>
                  </a:extLst>
                </a:gridCol>
                <a:gridCol w="1839015">
                  <a:extLst>
                    <a:ext uri="{9D8B030D-6E8A-4147-A177-3AD203B41FA5}">
                      <a16:colId xmlns:a16="http://schemas.microsoft.com/office/drawing/2014/main" val="3447953014"/>
                    </a:ext>
                  </a:extLst>
                </a:gridCol>
                <a:gridCol w="1504666">
                  <a:extLst>
                    <a:ext uri="{9D8B030D-6E8A-4147-A177-3AD203B41FA5}">
                      <a16:colId xmlns:a16="http://schemas.microsoft.com/office/drawing/2014/main" val="2167490722"/>
                    </a:ext>
                  </a:extLst>
                </a:gridCol>
                <a:gridCol w="1186576">
                  <a:extLst>
                    <a:ext uri="{9D8B030D-6E8A-4147-A177-3AD203B41FA5}">
                      <a16:colId xmlns:a16="http://schemas.microsoft.com/office/drawing/2014/main" val="138818096"/>
                    </a:ext>
                  </a:extLst>
                </a:gridCol>
              </a:tblGrid>
              <a:tr h="344649">
                <a:tc>
                  <a:txBody>
                    <a:bodyPr/>
                    <a:lstStyle/>
                    <a:p>
                      <a:pPr algn="r" fontAlgn="ctr"/>
                      <a:endParaRPr lang="en-US" sz="1200" b="1" dirty="0">
                        <a:effectLst/>
                      </a:endParaRPr>
                    </a:p>
                  </a:txBody>
                  <a:tcPr anchor="ctr">
                    <a:lnL>
                      <a:noFill/>
                    </a:lnL>
                    <a:lnR>
                      <a:noFill/>
                    </a:lnR>
                    <a:lnT>
                      <a:noFill/>
                    </a:lnT>
                    <a:lnB>
                      <a:noFill/>
                    </a:lnB>
                    <a:solidFill>
                      <a:srgbClr val="FFFFFF"/>
                    </a:solidFill>
                  </a:tcPr>
                </a:tc>
                <a:tc>
                  <a:txBody>
                    <a:bodyPr/>
                    <a:lstStyle/>
                    <a:p>
                      <a:pPr algn="r" fontAlgn="ctr"/>
                      <a:r>
                        <a:rPr lang="en-US" sz="1200" b="1" dirty="0">
                          <a:effectLst/>
                        </a:rPr>
                        <a:t>OPD_DATE</a:t>
                      </a:r>
                    </a:p>
                  </a:txBody>
                  <a:tcPr anchor="ctr">
                    <a:lnL>
                      <a:noFill/>
                    </a:lnL>
                    <a:lnR>
                      <a:noFill/>
                    </a:lnR>
                    <a:lnT>
                      <a:noFill/>
                    </a:lnT>
                    <a:lnB>
                      <a:noFill/>
                    </a:lnB>
                    <a:solidFill>
                      <a:srgbClr val="FFFFFF"/>
                    </a:solidFill>
                  </a:tcPr>
                </a:tc>
                <a:tc>
                  <a:txBody>
                    <a:bodyPr/>
                    <a:lstStyle/>
                    <a:p>
                      <a:pPr algn="r" fontAlgn="ctr"/>
                      <a:r>
                        <a:rPr lang="en-US" sz="1200" b="1" dirty="0">
                          <a:effectLst/>
                        </a:rPr>
                        <a:t>VEHICLE_ID</a:t>
                      </a:r>
                    </a:p>
                  </a:txBody>
                  <a:tcPr anchor="ctr">
                    <a:lnL>
                      <a:noFill/>
                    </a:lnL>
                    <a:lnR>
                      <a:noFill/>
                    </a:lnR>
                    <a:lnT>
                      <a:noFill/>
                    </a:lnT>
                    <a:lnB>
                      <a:noFill/>
                    </a:lnB>
                    <a:solidFill>
                      <a:srgbClr val="FFFFFF"/>
                    </a:solidFill>
                  </a:tcPr>
                </a:tc>
                <a:tc>
                  <a:txBody>
                    <a:bodyPr/>
                    <a:lstStyle/>
                    <a:p>
                      <a:pPr algn="r" fontAlgn="ctr"/>
                      <a:r>
                        <a:rPr lang="en-US" sz="1200" b="1" dirty="0">
                          <a:effectLst/>
                        </a:rPr>
                        <a:t>RTE</a:t>
                      </a:r>
                    </a:p>
                  </a:txBody>
                  <a:tcPr anchor="ctr">
                    <a:lnL>
                      <a:noFill/>
                    </a:lnL>
                    <a:lnR>
                      <a:noFill/>
                    </a:lnR>
                    <a:lnT>
                      <a:noFill/>
                    </a:lnT>
                    <a:lnB>
                      <a:noFill/>
                    </a:lnB>
                    <a:solidFill>
                      <a:srgbClr val="FFFFFF"/>
                    </a:solidFill>
                  </a:tcPr>
                </a:tc>
                <a:tc>
                  <a:txBody>
                    <a:bodyPr/>
                    <a:lstStyle/>
                    <a:p>
                      <a:pPr algn="r" fontAlgn="ctr"/>
                      <a:r>
                        <a:rPr lang="en-US" sz="1200" b="1" dirty="0">
                          <a:effectLst/>
                        </a:rPr>
                        <a:t>DIR</a:t>
                      </a:r>
                    </a:p>
                  </a:txBody>
                  <a:tcPr anchor="ctr">
                    <a:lnL>
                      <a:noFill/>
                    </a:lnL>
                    <a:lnR>
                      <a:noFill/>
                    </a:lnR>
                    <a:lnT>
                      <a:noFill/>
                    </a:lnT>
                    <a:lnB>
                      <a:noFill/>
                    </a:lnB>
                    <a:solidFill>
                      <a:srgbClr val="FFFFFF"/>
                    </a:solidFill>
                  </a:tcPr>
                </a:tc>
                <a:tc>
                  <a:txBody>
                    <a:bodyPr/>
                    <a:lstStyle/>
                    <a:p>
                      <a:pPr algn="r" fontAlgn="ctr"/>
                      <a:r>
                        <a:rPr lang="en-US" sz="1200" b="1" dirty="0">
                          <a:effectLst/>
                        </a:rPr>
                        <a:t>...</a:t>
                      </a:r>
                    </a:p>
                  </a:txBody>
                  <a:tcPr anchor="ctr">
                    <a:lnL>
                      <a:noFill/>
                    </a:lnL>
                    <a:lnR>
                      <a:noFill/>
                    </a:lnR>
                    <a:lnT>
                      <a:noFill/>
                    </a:lnT>
                    <a:lnB>
                      <a:noFill/>
                    </a:lnB>
                    <a:solidFill>
                      <a:srgbClr val="FFFFFF"/>
                    </a:solidFill>
                  </a:tcPr>
                </a:tc>
                <a:tc>
                  <a:txBody>
                    <a:bodyPr/>
                    <a:lstStyle/>
                    <a:p>
                      <a:pPr algn="r" fontAlgn="ctr"/>
                      <a:r>
                        <a:rPr lang="en-US" sz="1200" b="1" dirty="0">
                          <a:effectLst/>
                        </a:rPr>
                        <a:t>direction</a:t>
                      </a:r>
                    </a:p>
                  </a:txBody>
                  <a:tcPr anchor="ctr">
                    <a:lnL>
                      <a:noFill/>
                    </a:lnL>
                    <a:lnR>
                      <a:noFill/>
                    </a:lnR>
                    <a:lnT>
                      <a:noFill/>
                    </a:lnT>
                    <a:lnB>
                      <a:noFill/>
                    </a:lnB>
                    <a:solidFill>
                      <a:srgbClr val="FFFFFF"/>
                    </a:solidFill>
                  </a:tcPr>
                </a:tc>
                <a:tc>
                  <a:txBody>
                    <a:bodyPr/>
                    <a:lstStyle/>
                    <a:p>
                      <a:pPr algn="r" fontAlgn="ctr"/>
                      <a:r>
                        <a:rPr lang="en-US" sz="1200" b="1" dirty="0">
                          <a:effectLst/>
                        </a:rPr>
                        <a:t>scheduled</a:t>
                      </a:r>
                    </a:p>
                  </a:txBody>
                  <a:tcPr anchor="ctr">
                    <a:lnL>
                      <a:noFill/>
                    </a:lnL>
                    <a:lnR>
                      <a:noFill/>
                    </a:lnR>
                    <a:lnT>
                      <a:noFill/>
                    </a:lnT>
                    <a:lnB>
                      <a:noFill/>
                    </a:lnB>
                    <a:solidFill>
                      <a:srgbClr val="FFFFFF"/>
                    </a:solidFill>
                  </a:tcPr>
                </a:tc>
                <a:tc>
                  <a:txBody>
                    <a:bodyPr/>
                    <a:lstStyle/>
                    <a:p>
                      <a:pPr algn="r" fontAlgn="ctr"/>
                      <a:r>
                        <a:rPr lang="en-US" sz="1200" b="1" dirty="0">
                          <a:effectLst/>
                        </a:rPr>
                        <a:t>actual</a:t>
                      </a:r>
                    </a:p>
                  </a:txBody>
                  <a:tcPr anchor="ctr">
                    <a:lnL>
                      <a:noFill/>
                    </a:lnL>
                    <a:lnR>
                      <a:noFill/>
                    </a:lnR>
                    <a:lnT>
                      <a:noFill/>
                    </a:lnT>
                    <a:lnB>
                      <a:noFill/>
                    </a:lnB>
                    <a:solidFill>
                      <a:srgbClr val="FFFFFF"/>
                    </a:solidFill>
                  </a:tcPr>
                </a:tc>
                <a:tc>
                  <a:txBody>
                    <a:bodyPr/>
                    <a:lstStyle/>
                    <a:p>
                      <a:pPr algn="r" fontAlgn="ctr"/>
                      <a:r>
                        <a:rPr lang="en-US" sz="1200" b="1" dirty="0" err="1">
                          <a:effectLst/>
                        </a:rPr>
                        <a:t>minutes_late</a:t>
                      </a:r>
                      <a:endParaRPr lang="en-US" sz="1200" b="1" dirty="0">
                        <a:effectLst/>
                      </a:endParaRPr>
                    </a:p>
                  </a:txBody>
                  <a:tcPr anchor="ctr">
                    <a:lnL>
                      <a:noFill/>
                    </a:lnL>
                  </a:tcPr>
                </a:tc>
                <a:extLst>
                  <a:ext uri="{0D108BD9-81ED-4DB2-BD59-A6C34878D82A}">
                    <a16:rowId xmlns:a16="http://schemas.microsoft.com/office/drawing/2014/main" val="827666985"/>
                  </a:ext>
                </a:extLst>
              </a:tr>
              <a:tr h="344649">
                <a:tc>
                  <a:txBody>
                    <a:bodyPr/>
                    <a:lstStyle/>
                    <a:p>
                      <a:pPr algn="r" fontAlgn="ctr"/>
                      <a:r>
                        <a:rPr lang="en-US" sz="1200" b="1">
                          <a:effectLst/>
                        </a:rPr>
                        <a:t>0</a:t>
                      </a:r>
                    </a:p>
                  </a:txBody>
                  <a:tcPr anchor="ctr">
                    <a:lnL>
                      <a:noFill/>
                    </a:lnL>
                    <a:lnR>
                      <a:noFill/>
                    </a:lnR>
                    <a:lnT>
                      <a:noFill/>
                    </a:lnT>
                    <a:lnB>
                      <a:noFill/>
                    </a:lnB>
                    <a:solidFill>
                      <a:srgbClr val="F5F5F5"/>
                    </a:solidFill>
                  </a:tcPr>
                </a:tc>
                <a:tc>
                  <a:txBody>
                    <a:bodyPr/>
                    <a:lstStyle/>
                    <a:p>
                      <a:pPr algn="r" fontAlgn="ctr"/>
                      <a:r>
                        <a:rPr lang="en-US" sz="1200" dirty="0">
                          <a:effectLst/>
                        </a:rPr>
                        <a:t>2016-03-26</a:t>
                      </a:r>
                    </a:p>
                  </a:txBody>
                  <a:tcPr anchor="ctr">
                    <a:lnL>
                      <a:noFill/>
                    </a:lnL>
                    <a:lnR>
                      <a:noFill/>
                    </a:lnR>
                    <a:lnT>
                      <a:noFill/>
                    </a:lnT>
                    <a:lnB>
                      <a:noFill/>
                    </a:lnB>
                    <a:solidFill>
                      <a:srgbClr val="F5F5F5"/>
                    </a:solidFill>
                  </a:tcPr>
                </a:tc>
                <a:tc>
                  <a:txBody>
                    <a:bodyPr/>
                    <a:lstStyle/>
                    <a:p>
                      <a:pPr algn="r" fontAlgn="ctr"/>
                      <a:r>
                        <a:rPr lang="en-US" sz="1200">
                          <a:effectLst/>
                        </a:rPr>
                        <a:t>6201</a:t>
                      </a:r>
                    </a:p>
                  </a:txBody>
                  <a:tcPr anchor="ctr">
                    <a:lnL>
                      <a:noFill/>
                    </a:lnL>
                    <a:lnR>
                      <a:noFill/>
                    </a:lnR>
                    <a:lnT>
                      <a:noFill/>
                    </a:lnT>
                    <a:lnB>
                      <a:noFill/>
                    </a:lnB>
                    <a:solidFill>
                      <a:srgbClr val="F5F5F5"/>
                    </a:solidFill>
                  </a:tcPr>
                </a:tc>
                <a:tc>
                  <a:txBody>
                    <a:bodyPr/>
                    <a:lstStyle/>
                    <a:p>
                      <a:pPr algn="r" fontAlgn="ctr"/>
                      <a:r>
                        <a:rPr lang="en-US" sz="1200">
                          <a:effectLst/>
                        </a:rPr>
                        <a:t>673</a:t>
                      </a:r>
                    </a:p>
                  </a:txBody>
                  <a:tcPr anchor="ctr">
                    <a:lnL>
                      <a:noFill/>
                    </a:lnL>
                    <a:lnR>
                      <a:noFill/>
                    </a:lnR>
                    <a:lnT>
                      <a:noFill/>
                    </a:lnT>
                    <a:lnB>
                      <a:noFill/>
                    </a:lnB>
                    <a:solidFill>
                      <a:srgbClr val="F5F5F5"/>
                    </a:solidFill>
                  </a:tcPr>
                </a:tc>
                <a:tc>
                  <a:txBody>
                    <a:bodyPr/>
                    <a:lstStyle/>
                    <a:p>
                      <a:pPr algn="r" fontAlgn="ctr"/>
                      <a:r>
                        <a:rPr lang="en-US" sz="1200">
                          <a:effectLst/>
                        </a:rPr>
                        <a:t>S</a:t>
                      </a:r>
                    </a:p>
                  </a:txBody>
                  <a:tcPr anchor="ctr">
                    <a:lnL>
                      <a:noFill/>
                    </a:lnL>
                    <a:lnR>
                      <a:noFill/>
                    </a:lnR>
                    <a:lnT>
                      <a:noFill/>
                    </a:lnT>
                    <a:lnB>
                      <a:noFill/>
                    </a:lnB>
                    <a:solidFill>
                      <a:srgbClr val="F5F5F5"/>
                    </a:solidFill>
                  </a:tcPr>
                </a:tc>
                <a:tc>
                  <a:txBody>
                    <a:bodyPr/>
                    <a:lstStyle/>
                    <a:p>
                      <a:pPr algn="r" fontAlgn="ctr"/>
                      <a:r>
                        <a:rPr lang="en-US" sz="1200">
                          <a:effectLst/>
                        </a:rPr>
                        <a:t>...</a:t>
                      </a:r>
                    </a:p>
                  </a:txBody>
                  <a:tcPr anchor="ctr">
                    <a:lnL>
                      <a:noFill/>
                    </a:lnL>
                    <a:lnR>
                      <a:noFill/>
                    </a:lnR>
                    <a:lnT>
                      <a:noFill/>
                    </a:lnT>
                    <a:lnB>
                      <a:noFill/>
                    </a:lnB>
                    <a:solidFill>
                      <a:srgbClr val="F5F5F5"/>
                    </a:solidFill>
                  </a:tcPr>
                </a:tc>
                <a:tc>
                  <a:txBody>
                    <a:bodyPr/>
                    <a:lstStyle/>
                    <a:p>
                      <a:pPr algn="r" fontAlgn="ctr"/>
                      <a:r>
                        <a:rPr lang="en-US" sz="1200" dirty="0">
                          <a:effectLst/>
                        </a:rPr>
                        <a:t>southbound</a:t>
                      </a:r>
                    </a:p>
                  </a:txBody>
                  <a:tcPr anchor="ctr">
                    <a:lnL>
                      <a:noFill/>
                    </a:lnL>
                    <a:lnR>
                      <a:noFill/>
                    </a:lnR>
                    <a:lnT>
                      <a:noFill/>
                    </a:lnT>
                    <a:lnB>
                      <a:noFill/>
                    </a:lnB>
                    <a:solidFill>
                      <a:srgbClr val="F5F5F5"/>
                    </a:solidFill>
                  </a:tcPr>
                </a:tc>
                <a:tc>
                  <a:txBody>
                    <a:bodyPr/>
                    <a:lstStyle/>
                    <a:p>
                      <a:pPr algn="r" fontAlgn="ctr"/>
                      <a:r>
                        <a:rPr lang="en-US" sz="1200" dirty="0">
                          <a:effectLst/>
                        </a:rPr>
                        <a:t>2016-03-26 01:11:57</a:t>
                      </a:r>
                    </a:p>
                  </a:txBody>
                  <a:tcPr anchor="ctr">
                    <a:lnL>
                      <a:noFill/>
                    </a:lnL>
                    <a:lnR>
                      <a:noFill/>
                    </a:lnR>
                    <a:lnT>
                      <a:noFill/>
                    </a:lnT>
                    <a:lnB>
                      <a:noFill/>
                    </a:lnB>
                    <a:solidFill>
                      <a:srgbClr val="F5F5F5"/>
                    </a:solidFill>
                  </a:tcPr>
                </a:tc>
                <a:tc>
                  <a:txBody>
                    <a:bodyPr/>
                    <a:lstStyle/>
                    <a:p>
                      <a:pPr algn="r" fontAlgn="ctr"/>
                      <a:r>
                        <a:rPr lang="en-US" sz="1200" dirty="0">
                          <a:effectLst/>
                        </a:rPr>
                        <a:t>2016-03-26 01:13:19</a:t>
                      </a:r>
                    </a:p>
                  </a:txBody>
                  <a:tcPr anchor="ctr">
                    <a:lnL>
                      <a:noFill/>
                    </a:lnL>
                    <a:lnR>
                      <a:noFill/>
                    </a:lnR>
                    <a:lnT>
                      <a:noFill/>
                    </a:lnT>
                    <a:lnB>
                      <a:noFill/>
                    </a:lnB>
                    <a:solidFill>
                      <a:srgbClr val="F5F5F5"/>
                    </a:solidFill>
                  </a:tcPr>
                </a:tc>
                <a:tc>
                  <a:txBody>
                    <a:bodyPr/>
                    <a:lstStyle/>
                    <a:p>
                      <a:pPr algn="r" fontAlgn="ctr"/>
                      <a:r>
                        <a:rPr lang="en-US" sz="1200" dirty="0">
                          <a:effectLst/>
                        </a:rPr>
                        <a:t>1.37</a:t>
                      </a:r>
                    </a:p>
                  </a:txBody>
                  <a:tcPr anchor="ctr">
                    <a:lnL>
                      <a:noFill/>
                    </a:lnL>
                    <a:lnR>
                      <a:noFill/>
                    </a:lnR>
                    <a:lnB>
                      <a:noFill/>
                    </a:lnB>
                    <a:solidFill>
                      <a:srgbClr val="F5F5F5"/>
                    </a:solidFill>
                  </a:tcPr>
                </a:tc>
                <a:extLst>
                  <a:ext uri="{0D108BD9-81ED-4DB2-BD59-A6C34878D82A}">
                    <a16:rowId xmlns:a16="http://schemas.microsoft.com/office/drawing/2014/main" val="535940870"/>
                  </a:ext>
                </a:extLst>
              </a:tr>
              <a:tr h="344649">
                <a:tc>
                  <a:txBody>
                    <a:bodyPr/>
                    <a:lstStyle/>
                    <a:p>
                      <a:pPr algn="r" fontAlgn="ctr"/>
                      <a:r>
                        <a:rPr lang="en-US" sz="1200" b="1">
                          <a:effectLst/>
                        </a:rPr>
                        <a:t>1</a:t>
                      </a:r>
                    </a:p>
                  </a:txBody>
                  <a:tcPr anchor="ctr">
                    <a:lnL>
                      <a:noFill/>
                    </a:lnL>
                    <a:lnR>
                      <a:noFill/>
                    </a:lnR>
                    <a:lnT>
                      <a:noFill/>
                    </a:lnT>
                    <a:lnB>
                      <a:noFill/>
                    </a:lnB>
                    <a:solidFill>
                      <a:srgbClr val="FFFFFF"/>
                    </a:solidFill>
                  </a:tcPr>
                </a:tc>
                <a:tc>
                  <a:txBody>
                    <a:bodyPr/>
                    <a:lstStyle/>
                    <a:p>
                      <a:pPr algn="r" fontAlgn="ctr"/>
                      <a:r>
                        <a:rPr lang="en-US" sz="1200">
                          <a:effectLst/>
                        </a:rPr>
                        <a:t>2016-03-26</a:t>
                      </a:r>
                    </a:p>
                  </a:txBody>
                  <a:tcPr anchor="ctr">
                    <a:lnL>
                      <a:noFill/>
                    </a:lnL>
                    <a:lnR>
                      <a:noFill/>
                    </a:lnR>
                    <a:lnT>
                      <a:noFill/>
                    </a:lnT>
                    <a:lnB>
                      <a:noFill/>
                    </a:lnB>
                    <a:solidFill>
                      <a:srgbClr val="FFFFFF"/>
                    </a:solidFill>
                  </a:tcPr>
                </a:tc>
                <a:tc>
                  <a:txBody>
                    <a:bodyPr/>
                    <a:lstStyle/>
                    <a:p>
                      <a:pPr algn="r" fontAlgn="ctr"/>
                      <a:r>
                        <a:rPr lang="en-US" sz="1200">
                          <a:effectLst/>
                        </a:rPr>
                        <a:t>6201</a:t>
                      </a:r>
                    </a:p>
                  </a:txBody>
                  <a:tcPr anchor="ctr">
                    <a:lnL>
                      <a:noFill/>
                    </a:lnL>
                    <a:lnR>
                      <a:noFill/>
                    </a:lnR>
                    <a:lnT>
                      <a:noFill/>
                    </a:lnT>
                    <a:lnB>
                      <a:noFill/>
                    </a:lnB>
                    <a:solidFill>
                      <a:srgbClr val="FFFFFF"/>
                    </a:solidFill>
                  </a:tcPr>
                </a:tc>
                <a:tc>
                  <a:txBody>
                    <a:bodyPr/>
                    <a:lstStyle/>
                    <a:p>
                      <a:pPr algn="r" fontAlgn="ctr"/>
                      <a:r>
                        <a:rPr lang="en-US" sz="1200">
                          <a:effectLst/>
                        </a:rPr>
                        <a:t>673</a:t>
                      </a:r>
                    </a:p>
                  </a:txBody>
                  <a:tcPr anchor="ctr">
                    <a:lnL>
                      <a:noFill/>
                    </a:lnL>
                    <a:lnR>
                      <a:noFill/>
                    </a:lnR>
                    <a:lnT>
                      <a:noFill/>
                    </a:lnT>
                    <a:lnB>
                      <a:noFill/>
                    </a:lnB>
                    <a:solidFill>
                      <a:srgbClr val="FFFFFF"/>
                    </a:solidFill>
                  </a:tcPr>
                </a:tc>
                <a:tc>
                  <a:txBody>
                    <a:bodyPr/>
                    <a:lstStyle/>
                    <a:p>
                      <a:pPr algn="r" fontAlgn="ctr"/>
                      <a:r>
                        <a:rPr lang="en-US" sz="1200">
                          <a:effectLst/>
                        </a:rPr>
                        <a:t>S</a:t>
                      </a:r>
                    </a:p>
                  </a:txBody>
                  <a:tcPr anchor="ctr">
                    <a:lnL>
                      <a:noFill/>
                    </a:lnL>
                    <a:lnR>
                      <a:noFill/>
                    </a:lnR>
                    <a:lnT>
                      <a:noFill/>
                    </a:lnT>
                    <a:lnB>
                      <a:noFill/>
                    </a:lnB>
                    <a:solidFill>
                      <a:srgbClr val="FFFFFF"/>
                    </a:solidFill>
                  </a:tcPr>
                </a:tc>
                <a:tc>
                  <a:txBody>
                    <a:bodyPr/>
                    <a:lstStyle/>
                    <a:p>
                      <a:pPr algn="r" fontAlgn="ctr"/>
                      <a:r>
                        <a:rPr lang="en-US" sz="1200">
                          <a:effectLst/>
                        </a:rPr>
                        <a:t>...</a:t>
                      </a:r>
                    </a:p>
                  </a:txBody>
                  <a:tcPr anchor="ctr">
                    <a:lnL>
                      <a:noFill/>
                    </a:lnL>
                    <a:lnR>
                      <a:noFill/>
                    </a:lnR>
                    <a:lnT>
                      <a:noFill/>
                    </a:lnT>
                    <a:lnB>
                      <a:noFill/>
                    </a:lnB>
                    <a:solidFill>
                      <a:srgbClr val="FFFFFF"/>
                    </a:solidFill>
                  </a:tcPr>
                </a:tc>
                <a:tc>
                  <a:txBody>
                    <a:bodyPr/>
                    <a:lstStyle/>
                    <a:p>
                      <a:pPr algn="r" fontAlgn="ctr"/>
                      <a:r>
                        <a:rPr lang="en-US" sz="1200">
                          <a:effectLst/>
                        </a:rPr>
                        <a:t>southbound</a:t>
                      </a:r>
                    </a:p>
                  </a:txBody>
                  <a:tcPr anchor="ctr">
                    <a:lnL>
                      <a:noFill/>
                    </a:lnL>
                    <a:lnR>
                      <a:noFill/>
                    </a:lnR>
                    <a:lnT>
                      <a:noFill/>
                    </a:lnT>
                    <a:lnB>
                      <a:noFill/>
                    </a:lnB>
                    <a:solidFill>
                      <a:srgbClr val="FFFFFF"/>
                    </a:solidFill>
                  </a:tcPr>
                </a:tc>
                <a:tc>
                  <a:txBody>
                    <a:bodyPr/>
                    <a:lstStyle/>
                    <a:p>
                      <a:pPr algn="r" fontAlgn="ctr"/>
                      <a:r>
                        <a:rPr lang="en-US" sz="1200">
                          <a:effectLst/>
                        </a:rPr>
                        <a:t>2016-03-26 23:19:57</a:t>
                      </a:r>
                    </a:p>
                  </a:txBody>
                  <a:tcPr anchor="ctr">
                    <a:lnL>
                      <a:noFill/>
                    </a:lnL>
                    <a:lnR>
                      <a:noFill/>
                    </a:lnR>
                    <a:lnT>
                      <a:noFill/>
                    </a:lnT>
                    <a:lnB>
                      <a:noFill/>
                    </a:lnB>
                    <a:solidFill>
                      <a:srgbClr val="FFFFFF"/>
                    </a:solidFill>
                  </a:tcPr>
                </a:tc>
                <a:tc>
                  <a:txBody>
                    <a:bodyPr/>
                    <a:lstStyle/>
                    <a:p>
                      <a:pPr algn="r" fontAlgn="ctr"/>
                      <a:r>
                        <a:rPr lang="en-US" sz="1200">
                          <a:effectLst/>
                        </a:rPr>
                        <a:t>2016-03-26 23:16:13</a:t>
                      </a:r>
                    </a:p>
                  </a:txBody>
                  <a:tcPr anchor="ctr">
                    <a:lnL>
                      <a:noFill/>
                    </a:lnL>
                    <a:lnR>
                      <a:noFill/>
                    </a:lnR>
                    <a:lnT>
                      <a:noFill/>
                    </a:lnT>
                    <a:lnB>
                      <a:noFill/>
                    </a:lnB>
                    <a:solidFill>
                      <a:srgbClr val="FFFFFF"/>
                    </a:solidFill>
                  </a:tcPr>
                </a:tc>
                <a:tc>
                  <a:txBody>
                    <a:bodyPr/>
                    <a:lstStyle/>
                    <a:p>
                      <a:pPr algn="r" fontAlgn="ctr"/>
                      <a:r>
                        <a:rPr lang="en-US" sz="1200">
                          <a:effectLst/>
                        </a:rPr>
                        <a:t>-3.73</a:t>
                      </a:r>
                    </a:p>
                  </a:txBody>
                  <a:tcPr anchor="ctr">
                    <a:lnL>
                      <a:noFill/>
                    </a:lnL>
                    <a:lnR>
                      <a:noFill/>
                    </a:lnR>
                    <a:lnT>
                      <a:noFill/>
                    </a:lnT>
                    <a:lnB>
                      <a:noFill/>
                    </a:lnB>
                    <a:solidFill>
                      <a:srgbClr val="FFFFFF"/>
                    </a:solidFill>
                  </a:tcPr>
                </a:tc>
                <a:extLst>
                  <a:ext uri="{0D108BD9-81ED-4DB2-BD59-A6C34878D82A}">
                    <a16:rowId xmlns:a16="http://schemas.microsoft.com/office/drawing/2014/main" val="2693939725"/>
                  </a:ext>
                </a:extLst>
              </a:tr>
              <a:tr h="344649">
                <a:tc>
                  <a:txBody>
                    <a:bodyPr/>
                    <a:lstStyle/>
                    <a:p>
                      <a:pPr algn="r" fontAlgn="ctr"/>
                      <a:r>
                        <a:rPr lang="en-US" sz="1200" b="1">
                          <a:effectLst/>
                        </a:rPr>
                        <a:t>2</a:t>
                      </a:r>
                    </a:p>
                  </a:txBody>
                  <a:tcPr anchor="ctr">
                    <a:lnL>
                      <a:noFill/>
                    </a:lnL>
                    <a:lnR>
                      <a:noFill/>
                    </a:lnR>
                    <a:lnT>
                      <a:noFill/>
                    </a:lnT>
                    <a:lnB>
                      <a:noFill/>
                    </a:lnB>
                    <a:solidFill>
                      <a:srgbClr val="FFFFFF"/>
                    </a:solidFill>
                  </a:tcPr>
                </a:tc>
                <a:tc>
                  <a:txBody>
                    <a:bodyPr/>
                    <a:lstStyle/>
                    <a:p>
                      <a:pPr algn="r" fontAlgn="ctr"/>
                      <a:r>
                        <a:rPr lang="en-US" sz="1200">
                          <a:effectLst/>
                        </a:rPr>
                        <a:t>2016-03-26</a:t>
                      </a:r>
                    </a:p>
                  </a:txBody>
                  <a:tcPr anchor="ctr">
                    <a:lnL>
                      <a:noFill/>
                    </a:lnL>
                    <a:lnR>
                      <a:noFill/>
                    </a:lnR>
                    <a:lnT>
                      <a:noFill/>
                    </a:lnT>
                    <a:lnB>
                      <a:noFill/>
                    </a:lnB>
                    <a:solidFill>
                      <a:srgbClr val="FFFFFF"/>
                    </a:solidFill>
                  </a:tcPr>
                </a:tc>
                <a:tc>
                  <a:txBody>
                    <a:bodyPr/>
                    <a:lstStyle/>
                    <a:p>
                      <a:pPr algn="r" fontAlgn="ctr"/>
                      <a:r>
                        <a:rPr lang="en-US" sz="1200">
                          <a:effectLst/>
                        </a:rPr>
                        <a:t>6201</a:t>
                      </a:r>
                    </a:p>
                  </a:txBody>
                  <a:tcPr anchor="ctr">
                    <a:lnL>
                      <a:noFill/>
                    </a:lnL>
                    <a:lnR>
                      <a:noFill/>
                    </a:lnR>
                    <a:lnT>
                      <a:noFill/>
                    </a:lnT>
                    <a:lnB>
                      <a:noFill/>
                    </a:lnB>
                    <a:solidFill>
                      <a:srgbClr val="FFFFFF"/>
                    </a:solidFill>
                  </a:tcPr>
                </a:tc>
                <a:tc>
                  <a:txBody>
                    <a:bodyPr/>
                    <a:lstStyle/>
                    <a:p>
                      <a:pPr algn="r" fontAlgn="ctr"/>
                      <a:r>
                        <a:rPr lang="en-US" sz="1200">
                          <a:effectLst/>
                        </a:rPr>
                        <a:t>673</a:t>
                      </a:r>
                    </a:p>
                  </a:txBody>
                  <a:tcPr anchor="ctr">
                    <a:lnL>
                      <a:noFill/>
                    </a:lnL>
                    <a:lnR>
                      <a:noFill/>
                    </a:lnR>
                    <a:lnT>
                      <a:noFill/>
                    </a:lnT>
                    <a:lnB>
                      <a:noFill/>
                    </a:lnB>
                    <a:solidFill>
                      <a:srgbClr val="FFFFFF"/>
                    </a:solidFill>
                  </a:tcPr>
                </a:tc>
                <a:tc>
                  <a:txBody>
                    <a:bodyPr/>
                    <a:lstStyle/>
                    <a:p>
                      <a:pPr algn="r" fontAlgn="ctr"/>
                      <a:r>
                        <a:rPr lang="en-US" sz="1200">
                          <a:effectLst/>
                        </a:rPr>
                        <a:t>S</a:t>
                      </a:r>
                    </a:p>
                  </a:txBody>
                  <a:tcPr anchor="ctr">
                    <a:lnL>
                      <a:noFill/>
                    </a:lnL>
                    <a:lnR>
                      <a:noFill/>
                    </a:lnR>
                    <a:lnT>
                      <a:noFill/>
                    </a:lnT>
                    <a:lnB>
                      <a:noFill/>
                    </a:lnB>
                    <a:solidFill>
                      <a:srgbClr val="FFFFFF"/>
                    </a:solidFill>
                  </a:tcPr>
                </a:tc>
                <a:tc>
                  <a:txBody>
                    <a:bodyPr/>
                    <a:lstStyle/>
                    <a:p>
                      <a:pPr algn="r" fontAlgn="ctr"/>
                      <a:r>
                        <a:rPr lang="en-US" sz="1200">
                          <a:effectLst/>
                        </a:rPr>
                        <a:t>...</a:t>
                      </a:r>
                    </a:p>
                  </a:txBody>
                  <a:tcPr anchor="ctr">
                    <a:lnL>
                      <a:noFill/>
                    </a:lnL>
                    <a:lnR>
                      <a:noFill/>
                    </a:lnR>
                    <a:lnT>
                      <a:noFill/>
                    </a:lnT>
                    <a:lnB>
                      <a:noFill/>
                    </a:lnB>
                    <a:solidFill>
                      <a:srgbClr val="FFFFFF"/>
                    </a:solidFill>
                  </a:tcPr>
                </a:tc>
                <a:tc>
                  <a:txBody>
                    <a:bodyPr/>
                    <a:lstStyle/>
                    <a:p>
                      <a:pPr algn="r" fontAlgn="ctr"/>
                      <a:r>
                        <a:rPr lang="en-US" sz="1200" dirty="0">
                          <a:effectLst/>
                        </a:rPr>
                        <a:t>northbound</a:t>
                      </a:r>
                    </a:p>
                  </a:txBody>
                  <a:tcPr anchor="ctr">
                    <a:lnL>
                      <a:noFill/>
                    </a:lnL>
                    <a:lnR>
                      <a:noFill/>
                    </a:lnR>
                    <a:lnT>
                      <a:noFill/>
                    </a:lnT>
                    <a:lnB>
                      <a:noFill/>
                    </a:lnB>
                    <a:solidFill>
                      <a:srgbClr val="FFFFFF"/>
                    </a:solidFill>
                  </a:tcPr>
                </a:tc>
                <a:tc>
                  <a:txBody>
                    <a:bodyPr/>
                    <a:lstStyle/>
                    <a:p>
                      <a:pPr algn="r" fontAlgn="ctr"/>
                      <a:r>
                        <a:rPr lang="en-US" sz="1200">
                          <a:effectLst/>
                        </a:rPr>
                        <a:t>2016-03-26 21:19:57</a:t>
                      </a:r>
                    </a:p>
                  </a:txBody>
                  <a:tcPr anchor="ctr">
                    <a:lnL>
                      <a:noFill/>
                    </a:lnL>
                    <a:lnR>
                      <a:noFill/>
                    </a:lnR>
                    <a:lnT>
                      <a:noFill/>
                    </a:lnT>
                    <a:lnB>
                      <a:noFill/>
                    </a:lnB>
                    <a:solidFill>
                      <a:srgbClr val="FFFFFF"/>
                    </a:solidFill>
                  </a:tcPr>
                </a:tc>
                <a:tc>
                  <a:txBody>
                    <a:bodyPr/>
                    <a:lstStyle/>
                    <a:p>
                      <a:pPr algn="r" fontAlgn="ctr"/>
                      <a:r>
                        <a:rPr lang="en-US" sz="1200">
                          <a:effectLst/>
                        </a:rPr>
                        <a:t>2016-03-26 21:18:46</a:t>
                      </a:r>
                    </a:p>
                  </a:txBody>
                  <a:tcPr anchor="ctr">
                    <a:lnL>
                      <a:noFill/>
                    </a:lnL>
                    <a:lnR>
                      <a:noFill/>
                    </a:lnR>
                    <a:lnT>
                      <a:noFill/>
                    </a:lnT>
                    <a:lnB>
                      <a:noFill/>
                    </a:lnB>
                    <a:solidFill>
                      <a:srgbClr val="FFFFFF"/>
                    </a:solidFill>
                  </a:tcPr>
                </a:tc>
                <a:tc>
                  <a:txBody>
                    <a:bodyPr/>
                    <a:lstStyle/>
                    <a:p>
                      <a:pPr algn="r" fontAlgn="ctr"/>
                      <a:r>
                        <a:rPr lang="en-US" sz="1200" dirty="0">
                          <a:effectLst/>
                        </a:rPr>
                        <a:t>-1.18</a:t>
                      </a:r>
                    </a:p>
                  </a:txBody>
                  <a:tcPr anchor="ctr">
                    <a:lnL>
                      <a:noFill/>
                    </a:lnL>
                    <a:lnR>
                      <a:noFill/>
                    </a:lnR>
                    <a:lnT>
                      <a:noFill/>
                    </a:lnT>
                    <a:lnB>
                      <a:noFill/>
                    </a:lnB>
                    <a:solidFill>
                      <a:srgbClr val="FFFFFF"/>
                    </a:solidFill>
                  </a:tcPr>
                </a:tc>
                <a:extLst>
                  <a:ext uri="{0D108BD9-81ED-4DB2-BD59-A6C34878D82A}">
                    <a16:rowId xmlns:a16="http://schemas.microsoft.com/office/drawing/2014/main" val="114732464"/>
                  </a:ext>
                </a:extLst>
              </a:tr>
            </a:tbl>
          </a:graphicData>
        </a:graphic>
      </p:graphicFrame>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A4505FA1-5693-22BD-DE12-1907AE840F1F}"/>
                  </a:ext>
                </a:extLst>
              </p14:cNvPr>
              <p14:cNvContentPartPr/>
              <p14:nvPr/>
            </p14:nvContentPartPr>
            <p14:xfrm>
              <a:off x="8616240" y="4719960"/>
              <a:ext cx="2888640" cy="1527480"/>
            </p14:xfrm>
          </p:contentPart>
        </mc:Choice>
        <mc:Fallback xmlns="">
          <p:pic>
            <p:nvPicPr>
              <p:cNvPr id="2" name="Ink 1">
                <a:extLst>
                  <a:ext uri="{FF2B5EF4-FFF2-40B4-BE49-F238E27FC236}">
                    <a16:creationId xmlns:a16="http://schemas.microsoft.com/office/drawing/2014/main" id="{A4505FA1-5693-22BD-DE12-1907AE840F1F}"/>
                  </a:ext>
                </a:extLst>
              </p:cNvPr>
              <p:cNvPicPr/>
              <p:nvPr/>
            </p:nvPicPr>
            <p:blipFill>
              <a:blip r:embed="rId4"/>
              <a:stretch>
                <a:fillRect/>
              </a:stretch>
            </p:blipFill>
            <p:spPr>
              <a:xfrm>
                <a:off x="8606880" y="4710600"/>
                <a:ext cx="2907360" cy="1546200"/>
              </a:xfrm>
              <a:prstGeom prst="rect">
                <a:avLst/>
              </a:prstGeom>
            </p:spPr>
          </p:pic>
        </mc:Fallback>
      </mc:AlternateContent>
    </p:spTree>
    <p:extLst>
      <p:ext uri="{BB962C8B-B14F-4D97-AF65-F5344CB8AC3E}">
        <p14:creationId xmlns:p14="http://schemas.microsoft.com/office/powerpoint/2010/main" val="1029218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12"/>
          <p:cNvSpPr txBox="1">
            <a:spLocks noGrp="1"/>
          </p:cNvSpPr>
          <p:nvPr>
            <p:ph type="title"/>
          </p:nvPr>
        </p:nvSpPr>
        <p:spPr>
          <a:xfrm>
            <a:off x="1069848" y="-124968"/>
            <a:ext cx="10058400" cy="160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EXAMPLE (CONT’D)</a:t>
            </a:r>
            <a:endParaRPr/>
          </a:p>
        </p:txBody>
      </p:sp>
      <p:sp>
        <p:nvSpPr>
          <p:cNvPr id="283" name="Google Shape;283;p12"/>
          <p:cNvSpPr txBox="1">
            <a:spLocks noGrp="1"/>
          </p:cNvSpPr>
          <p:nvPr>
            <p:ph sz="quarter" idx="1"/>
          </p:nvPr>
        </p:nvSpPr>
        <p:spPr>
          <a:xfrm>
            <a:off x="1069848" y="2045208"/>
            <a:ext cx="4903200" cy="4050900"/>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800"/>
              <a:buChar char="▪"/>
            </a:pPr>
            <a:r>
              <a:rPr lang="en-US" sz="2100" dirty="0"/>
              <a:t>Step 3 (Exploratory data analysis)</a:t>
            </a:r>
            <a:endParaRPr sz="2100" dirty="0"/>
          </a:p>
          <a:p>
            <a:pPr marL="457200" lvl="1" indent="-189230" algn="l" rtl="0">
              <a:lnSpc>
                <a:spcPct val="90000"/>
              </a:lnSpc>
              <a:spcBef>
                <a:spcPts val="400"/>
              </a:spcBef>
              <a:spcAft>
                <a:spcPts val="0"/>
              </a:spcAft>
              <a:buSzPts val="1630"/>
              <a:buChar char="▪"/>
            </a:pPr>
            <a:r>
              <a:rPr lang="en-US" sz="1900" dirty="0"/>
              <a:t>How many buses on Route 673?</a:t>
            </a:r>
            <a:endParaRPr sz="1900" dirty="0"/>
          </a:p>
          <a:p>
            <a:pPr marL="274320" lvl="1" indent="0" algn="l" rtl="0">
              <a:lnSpc>
                <a:spcPct val="90000"/>
              </a:lnSpc>
              <a:spcBef>
                <a:spcPts val="600"/>
              </a:spcBef>
              <a:spcAft>
                <a:spcPts val="0"/>
              </a:spcAft>
              <a:buSzPts val="1530"/>
              <a:buNone/>
            </a:pPr>
            <a:r>
              <a:rPr lang="en-US" sz="1900" dirty="0"/>
              <a:t>                39,157</a:t>
            </a:r>
            <a:endParaRPr sz="1900" dirty="0"/>
          </a:p>
          <a:p>
            <a:pPr marL="457200" lvl="1" indent="-85725" algn="l" rtl="0">
              <a:lnSpc>
                <a:spcPct val="90000"/>
              </a:lnSpc>
              <a:spcBef>
                <a:spcPts val="600"/>
              </a:spcBef>
              <a:spcAft>
                <a:spcPts val="0"/>
              </a:spcAft>
              <a:buSzPts val="1530"/>
              <a:buNone/>
            </a:pPr>
            <a:endParaRPr sz="1900" dirty="0"/>
          </a:p>
          <a:p>
            <a:pPr marL="457200" lvl="1" indent="-189230" algn="l" rtl="0">
              <a:lnSpc>
                <a:spcPct val="90000"/>
              </a:lnSpc>
              <a:spcBef>
                <a:spcPts val="600"/>
              </a:spcBef>
              <a:spcAft>
                <a:spcPts val="0"/>
              </a:spcAft>
              <a:buSzPts val="1630"/>
              <a:buChar char="▪"/>
            </a:pPr>
            <a:r>
              <a:rPr lang="en-US" sz="1900" dirty="0"/>
              <a:t>How many buses per direction?</a:t>
            </a:r>
            <a:endParaRPr sz="1900" dirty="0"/>
          </a:p>
        </p:txBody>
      </p:sp>
      <p:graphicFrame>
        <p:nvGraphicFramePr>
          <p:cNvPr id="284" name="Google Shape;284;p12"/>
          <p:cNvGraphicFramePr/>
          <p:nvPr>
            <p:extLst>
              <p:ext uri="{D42A27DB-BD31-4B8C-83A1-F6EECF244321}">
                <p14:modId xmlns:p14="http://schemas.microsoft.com/office/powerpoint/2010/main" val="1522303773"/>
              </p:ext>
            </p:extLst>
          </p:nvPr>
        </p:nvGraphicFramePr>
        <p:xfrm>
          <a:off x="1545303" y="3917445"/>
          <a:ext cx="2967700" cy="1112550"/>
        </p:xfrm>
        <a:graphic>
          <a:graphicData uri="http://schemas.openxmlformats.org/drawingml/2006/table">
            <a:tbl>
              <a:tblPr firstRow="1" bandRow="1">
                <a:noFill/>
              </a:tblPr>
              <a:tblGrid>
                <a:gridCol w="1492187">
                  <a:extLst>
                    <a:ext uri="{9D8B030D-6E8A-4147-A177-3AD203B41FA5}">
                      <a16:colId xmlns:a16="http://schemas.microsoft.com/office/drawing/2014/main" val="20000"/>
                    </a:ext>
                  </a:extLst>
                </a:gridCol>
                <a:gridCol w="1475513">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Role</a:t>
                      </a:r>
                      <a:endParaRPr lang="en-US" sz="1400" u="none" strike="noStrike" cap="none" dirty="0"/>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Number</a:t>
                      </a:r>
                      <a:endParaRPr sz="14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Northbound</a:t>
                      </a:r>
                      <a:endParaRPr lang="en-US" sz="1400" u="none" strike="noStrike" cap="none" dirty="0"/>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19,686</a:t>
                      </a:r>
                      <a:endParaRPr sz="1400" u="none" strike="noStrike" cap="none" dirty="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Southbound</a:t>
                      </a:r>
                      <a:endParaRPr lang="en-US" sz="1400" u="none" strike="noStrike" cap="none" dirty="0"/>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dirty="0"/>
                        <a:t>19,471</a:t>
                      </a:r>
                      <a:endParaRPr sz="1400" u="none" strike="noStrike" cap="none" dirty="0"/>
                    </a:p>
                  </a:txBody>
                  <a:tcPr marL="91450" marR="91450" marT="45725" marB="45725"/>
                </a:tc>
                <a:extLst>
                  <a:ext uri="{0D108BD9-81ED-4DB2-BD59-A6C34878D82A}">
                    <a16:rowId xmlns:a16="http://schemas.microsoft.com/office/drawing/2014/main" val="10002"/>
                  </a:ext>
                </a:extLst>
              </a:tr>
            </a:tbl>
          </a:graphicData>
        </a:graphic>
      </p:graphicFrame>
      <p:pic>
        <p:nvPicPr>
          <p:cNvPr id="285" name="Google Shape;285;p12"/>
          <p:cNvPicPr preferRelativeResize="0"/>
          <p:nvPr/>
        </p:nvPicPr>
        <p:blipFill rotWithShape="1">
          <a:blip r:embed="rId3"/>
          <a:srcRect/>
          <a:stretch/>
        </p:blipFill>
        <p:spPr>
          <a:xfrm>
            <a:off x="5547853" y="3516850"/>
            <a:ext cx="5302500" cy="3013957"/>
          </a:xfrm>
          <a:prstGeom prst="rect">
            <a:avLst/>
          </a:prstGeom>
          <a:noFill/>
          <a:ln>
            <a:noFill/>
          </a:ln>
        </p:spPr>
      </p:pic>
      <p:sp>
        <p:nvSpPr>
          <p:cNvPr id="286" name="Google Shape;286;p12"/>
          <p:cNvSpPr txBox="1"/>
          <p:nvPr/>
        </p:nvSpPr>
        <p:spPr>
          <a:xfrm>
            <a:off x="5286233" y="2385584"/>
            <a:ext cx="6085959" cy="1112550"/>
          </a:xfrm>
          <a:prstGeom prst="rect">
            <a:avLst/>
          </a:prstGeom>
          <a:noFill/>
          <a:ln>
            <a:noFill/>
          </a:ln>
        </p:spPr>
        <p:txBody>
          <a:bodyPr spcFirstLastPara="1" wrap="square" lIns="91425" tIns="45700" rIns="91425" bIns="45700" anchor="t" anchorCtr="0">
            <a:normAutofit fontScale="92500" lnSpcReduction="10000"/>
          </a:bodyPr>
          <a:lstStyle/>
          <a:p>
            <a:pPr marL="457200" marR="0" lvl="1" indent="-85725" algn="l" rtl="0">
              <a:lnSpc>
                <a:spcPct val="90000"/>
              </a:lnSpc>
              <a:spcBef>
                <a:spcPts val="0"/>
              </a:spcBef>
              <a:spcAft>
                <a:spcPts val="0"/>
              </a:spcAft>
              <a:buClr>
                <a:srgbClr val="9E3611"/>
              </a:buClr>
              <a:buSzPts val="1530"/>
              <a:buFont typeface="Noto Sans Symbols"/>
              <a:buNone/>
            </a:pPr>
            <a:endParaRPr sz="1900" b="0" i="0" u="none" strike="noStrike" cap="none" dirty="0">
              <a:solidFill>
                <a:schemeClr val="dk1"/>
              </a:solidFill>
              <a:latin typeface="Rockwell"/>
              <a:ea typeface="Rockwell"/>
              <a:cs typeface="Rockwell"/>
              <a:sym typeface="Rockwell"/>
            </a:endParaRPr>
          </a:p>
          <a:p>
            <a:pPr marL="457200" marR="0" lvl="1" indent="-189230" algn="l" rtl="0">
              <a:lnSpc>
                <a:spcPct val="90000"/>
              </a:lnSpc>
              <a:spcBef>
                <a:spcPts val="600"/>
              </a:spcBef>
              <a:spcAft>
                <a:spcPts val="0"/>
              </a:spcAft>
              <a:buClr>
                <a:srgbClr val="9E3611"/>
              </a:buClr>
              <a:buSzPts val="1630"/>
              <a:buFont typeface="Noto Sans Symbols"/>
              <a:buChar char="▪"/>
            </a:pPr>
            <a:r>
              <a:rPr lang="en-US" sz="1900" b="0" i="0" u="none" strike="noStrike" cap="none" dirty="0">
                <a:solidFill>
                  <a:schemeClr val="dk1"/>
                </a:solidFill>
                <a:latin typeface="Rockwell"/>
                <a:ea typeface="Rockwell"/>
                <a:cs typeface="Rockwell"/>
                <a:sym typeface="Rockwell"/>
              </a:rPr>
              <a:t>How many buses arrive late?</a:t>
            </a:r>
            <a:endParaRPr sz="1500" b="0" i="0" u="none" strike="noStrike" cap="none" dirty="0">
              <a:solidFill>
                <a:srgbClr val="000000"/>
              </a:solidFill>
              <a:latin typeface="Arial"/>
              <a:ea typeface="Arial"/>
              <a:cs typeface="Arial"/>
              <a:sym typeface="Arial"/>
            </a:endParaRPr>
          </a:p>
          <a:p>
            <a:pPr marL="731520" marR="0" lvl="2" indent="-189229" algn="l" rtl="0">
              <a:lnSpc>
                <a:spcPct val="90000"/>
              </a:lnSpc>
              <a:spcBef>
                <a:spcPts val="600"/>
              </a:spcBef>
              <a:spcAft>
                <a:spcPts val="0"/>
              </a:spcAft>
              <a:buClr>
                <a:srgbClr val="9E3611"/>
              </a:buClr>
              <a:buSzPts val="1460"/>
              <a:buFont typeface="Noto Sans Symbols"/>
              <a:buChar char="▪"/>
            </a:pPr>
            <a:r>
              <a:rPr lang="en-US" sz="1700" b="0" i="0" u="none" strike="noStrike" cap="none" dirty="0">
                <a:solidFill>
                  <a:schemeClr val="dk1"/>
                </a:solidFill>
                <a:latin typeface="Rockwell"/>
                <a:ea typeface="Rockwell"/>
                <a:cs typeface="Rockwell"/>
                <a:sym typeface="Rockwell"/>
              </a:rPr>
              <a:t>Not that interesting but helps diagnose scheduling level problems</a:t>
            </a:r>
            <a:endParaRPr sz="1500" b="0" i="0" u="none" strike="noStrike" cap="none" dirty="0">
              <a:solidFill>
                <a:srgbClr val="000000"/>
              </a:solidFill>
              <a:latin typeface="Arial"/>
              <a:ea typeface="Arial"/>
              <a:cs typeface="Arial"/>
              <a:sym typeface="Arial"/>
            </a:endParaRPr>
          </a:p>
          <a:p>
            <a:pPr marL="182880" marR="0" lvl="0" indent="-74928" algn="l" rtl="0">
              <a:lnSpc>
                <a:spcPct val="90000"/>
              </a:lnSpc>
              <a:spcBef>
                <a:spcPts val="1400"/>
              </a:spcBef>
              <a:spcAft>
                <a:spcPts val="0"/>
              </a:spcAft>
              <a:buClr>
                <a:srgbClr val="9E3611"/>
              </a:buClr>
              <a:buSzPts val="1700"/>
              <a:buFont typeface="Noto Sans Symbols"/>
              <a:buNone/>
            </a:pPr>
            <a:endParaRPr sz="2100" b="0" i="0" u="none" strike="noStrike" cap="none" dirty="0">
              <a:solidFill>
                <a:schemeClr val="dk1"/>
              </a:solidFill>
              <a:latin typeface="Rockwell"/>
              <a:ea typeface="Rockwell"/>
              <a:cs typeface="Rockwell"/>
              <a:sym typeface="Rockwell"/>
            </a:endParaRPr>
          </a:p>
        </p:txBody>
      </p:sp>
      <p:sp>
        <p:nvSpPr>
          <p:cNvPr id="287" name="Google Shape;287;p12"/>
          <p:cNvSpPr/>
          <p:nvPr/>
        </p:nvSpPr>
        <p:spPr>
          <a:xfrm>
            <a:off x="6814163" y="1188041"/>
            <a:ext cx="5181000" cy="1015800"/>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222222"/>
                </a:solidFill>
                <a:latin typeface="Rockwell"/>
                <a:ea typeface="Rockwell"/>
                <a:cs typeface="Rockwell"/>
                <a:sym typeface="Rockwell"/>
              </a:rPr>
              <a:t>Exploratory data analysis (EDA): the process of discovering traits about our data that inform future analysis.</a:t>
            </a:r>
            <a:endParaRPr sz="2000" b="0" i="0" u="none" strike="noStrike" cap="none">
              <a:solidFill>
                <a:schemeClr val="dk1"/>
              </a:solidFill>
              <a:latin typeface="Rockwell"/>
              <a:ea typeface="Rockwell"/>
              <a:cs typeface="Rockwell"/>
              <a:sym typeface="Rockwell"/>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571B8F57-5A2E-1F27-30C2-9C73628BC665}"/>
                  </a:ext>
                </a:extLst>
              </p14:cNvPr>
              <p14:cNvContentPartPr/>
              <p14:nvPr/>
            </p14:nvContentPartPr>
            <p14:xfrm>
              <a:off x="5564880" y="3533400"/>
              <a:ext cx="5332320" cy="3033720"/>
            </p14:xfrm>
          </p:contentPart>
        </mc:Choice>
        <mc:Fallback xmlns="">
          <p:pic>
            <p:nvPicPr>
              <p:cNvPr id="2" name="Ink 1">
                <a:extLst>
                  <a:ext uri="{FF2B5EF4-FFF2-40B4-BE49-F238E27FC236}">
                    <a16:creationId xmlns:a16="http://schemas.microsoft.com/office/drawing/2014/main" id="{571B8F57-5A2E-1F27-30C2-9C73628BC665}"/>
                  </a:ext>
                </a:extLst>
              </p:cNvPr>
              <p:cNvPicPr/>
              <p:nvPr/>
            </p:nvPicPr>
            <p:blipFill>
              <a:blip r:embed="rId5"/>
              <a:stretch>
                <a:fillRect/>
              </a:stretch>
            </p:blipFill>
            <p:spPr>
              <a:xfrm>
                <a:off x="5555520" y="3524040"/>
                <a:ext cx="5351040" cy="3052440"/>
              </a:xfrm>
              <a:prstGeom prst="rect">
                <a:avLst/>
              </a:prstGeom>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12"/>
          <p:cNvSpPr txBox="1">
            <a:spLocks noGrp="1"/>
          </p:cNvSpPr>
          <p:nvPr>
            <p:ph type="title"/>
          </p:nvPr>
        </p:nvSpPr>
        <p:spPr>
          <a:xfrm>
            <a:off x="1069848" y="-124968"/>
            <a:ext cx="10058400" cy="160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EXAMPLE (CONT’D)</a:t>
            </a:r>
            <a:endParaRPr/>
          </a:p>
        </p:txBody>
      </p:sp>
      <p:sp>
        <p:nvSpPr>
          <p:cNvPr id="283" name="Google Shape;283;p12"/>
          <p:cNvSpPr txBox="1">
            <a:spLocks noGrp="1"/>
          </p:cNvSpPr>
          <p:nvPr>
            <p:ph sz="quarter" idx="1"/>
          </p:nvPr>
        </p:nvSpPr>
        <p:spPr>
          <a:xfrm>
            <a:off x="383033" y="1656111"/>
            <a:ext cx="4903200" cy="1015800"/>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800"/>
              <a:buChar char="▪"/>
            </a:pPr>
            <a:r>
              <a:rPr lang="en-US" sz="2100" dirty="0"/>
              <a:t>Step 3 (Exploratory data analysis)</a:t>
            </a:r>
          </a:p>
          <a:p>
            <a:pPr marL="548640" lvl="1" indent="-182880">
              <a:lnSpc>
                <a:spcPct val="90000"/>
              </a:lnSpc>
              <a:spcBef>
                <a:spcPts val="0"/>
              </a:spcBef>
              <a:buSzPts val="1800"/>
              <a:buChar char="▪"/>
            </a:pPr>
            <a:r>
              <a:rPr lang="en-US" sz="1800" dirty="0"/>
              <a:t>Does the distribution of minutes late look like a Normal/Gaussian distribution?</a:t>
            </a:r>
            <a:endParaRPr sz="1800" dirty="0"/>
          </a:p>
        </p:txBody>
      </p:sp>
      <p:pic>
        <p:nvPicPr>
          <p:cNvPr id="285" name="Google Shape;285;p12"/>
          <p:cNvPicPr preferRelativeResize="0"/>
          <p:nvPr/>
        </p:nvPicPr>
        <p:blipFill rotWithShape="1">
          <a:blip r:embed="rId3"/>
          <a:srcRect/>
          <a:stretch/>
        </p:blipFill>
        <p:spPr>
          <a:xfrm>
            <a:off x="5537221" y="2699003"/>
            <a:ext cx="5302500" cy="3013957"/>
          </a:xfrm>
          <a:prstGeom prst="rect">
            <a:avLst/>
          </a:prstGeom>
          <a:noFill/>
          <a:ln>
            <a:noFill/>
          </a:ln>
        </p:spPr>
      </p:pic>
      <p:sp>
        <p:nvSpPr>
          <p:cNvPr id="286" name="Google Shape;286;p12"/>
          <p:cNvSpPr txBox="1"/>
          <p:nvPr/>
        </p:nvSpPr>
        <p:spPr>
          <a:xfrm>
            <a:off x="5300309" y="1484232"/>
            <a:ext cx="6085959" cy="1112550"/>
          </a:xfrm>
          <a:prstGeom prst="rect">
            <a:avLst/>
          </a:prstGeom>
          <a:noFill/>
          <a:ln>
            <a:noFill/>
          </a:ln>
        </p:spPr>
        <p:txBody>
          <a:bodyPr spcFirstLastPara="1" wrap="square" lIns="91425" tIns="45700" rIns="91425" bIns="45700" anchor="t" anchorCtr="0">
            <a:normAutofit fontScale="92500" lnSpcReduction="10000"/>
          </a:bodyPr>
          <a:lstStyle/>
          <a:p>
            <a:pPr marL="457200" marR="0" lvl="1" indent="-85725" algn="l" rtl="0">
              <a:lnSpc>
                <a:spcPct val="90000"/>
              </a:lnSpc>
              <a:spcBef>
                <a:spcPts val="0"/>
              </a:spcBef>
              <a:spcAft>
                <a:spcPts val="0"/>
              </a:spcAft>
              <a:buClr>
                <a:srgbClr val="9E3611"/>
              </a:buClr>
              <a:buSzPts val="1530"/>
              <a:buFont typeface="Noto Sans Symbols"/>
              <a:buNone/>
            </a:pPr>
            <a:endParaRPr sz="1900" b="0" i="0" u="none" strike="noStrike" cap="none" dirty="0">
              <a:solidFill>
                <a:schemeClr val="dk1"/>
              </a:solidFill>
              <a:latin typeface="Rockwell"/>
              <a:ea typeface="Rockwell"/>
              <a:cs typeface="Rockwell"/>
              <a:sym typeface="Rockwell"/>
            </a:endParaRPr>
          </a:p>
          <a:p>
            <a:pPr marL="457200" marR="0" lvl="1" indent="-189230" algn="l" rtl="0">
              <a:lnSpc>
                <a:spcPct val="90000"/>
              </a:lnSpc>
              <a:spcBef>
                <a:spcPts val="600"/>
              </a:spcBef>
              <a:spcAft>
                <a:spcPts val="0"/>
              </a:spcAft>
              <a:buClr>
                <a:srgbClr val="9E3611"/>
              </a:buClr>
              <a:buSzPts val="1630"/>
              <a:buFont typeface="Noto Sans Symbols"/>
              <a:buChar char="▪"/>
            </a:pPr>
            <a:r>
              <a:rPr lang="en-US" sz="1900" b="0" i="0" u="none" strike="noStrike" cap="none" dirty="0">
                <a:solidFill>
                  <a:schemeClr val="dk1"/>
                </a:solidFill>
                <a:latin typeface="Rockwell"/>
                <a:ea typeface="Rockwell"/>
                <a:cs typeface="Rockwell"/>
                <a:sym typeface="Rockwell"/>
              </a:rPr>
              <a:t>How many buses arrive late?</a:t>
            </a:r>
            <a:endParaRPr sz="1500" b="0" i="0" u="none" strike="noStrike" cap="none" dirty="0">
              <a:solidFill>
                <a:srgbClr val="000000"/>
              </a:solidFill>
              <a:latin typeface="Arial"/>
              <a:ea typeface="Arial"/>
              <a:cs typeface="Arial"/>
              <a:sym typeface="Arial"/>
            </a:endParaRPr>
          </a:p>
          <a:p>
            <a:pPr marL="731520" marR="0" lvl="2" indent="-189229" algn="l" rtl="0">
              <a:lnSpc>
                <a:spcPct val="90000"/>
              </a:lnSpc>
              <a:spcBef>
                <a:spcPts val="600"/>
              </a:spcBef>
              <a:spcAft>
                <a:spcPts val="0"/>
              </a:spcAft>
              <a:buClr>
                <a:srgbClr val="9E3611"/>
              </a:buClr>
              <a:buSzPts val="1460"/>
              <a:buFont typeface="Noto Sans Symbols"/>
              <a:buChar char="▪"/>
            </a:pPr>
            <a:r>
              <a:rPr lang="en-US" sz="1700" b="0" i="0" u="none" strike="noStrike" cap="none" dirty="0">
                <a:solidFill>
                  <a:schemeClr val="dk1"/>
                </a:solidFill>
                <a:latin typeface="Rockwell"/>
                <a:ea typeface="Rockwell"/>
                <a:cs typeface="Rockwell"/>
                <a:sym typeface="Rockwell"/>
              </a:rPr>
              <a:t>Not that interesting but helps diagnose scheduling level problems</a:t>
            </a:r>
            <a:endParaRPr sz="1500" b="0" i="0" u="none" strike="noStrike" cap="none" dirty="0">
              <a:solidFill>
                <a:srgbClr val="000000"/>
              </a:solidFill>
              <a:latin typeface="Arial"/>
              <a:ea typeface="Arial"/>
              <a:cs typeface="Arial"/>
              <a:sym typeface="Arial"/>
            </a:endParaRPr>
          </a:p>
          <a:p>
            <a:pPr marL="182880" marR="0" lvl="0" indent="-74928" algn="l" rtl="0">
              <a:lnSpc>
                <a:spcPct val="90000"/>
              </a:lnSpc>
              <a:spcBef>
                <a:spcPts val="1400"/>
              </a:spcBef>
              <a:spcAft>
                <a:spcPts val="0"/>
              </a:spcAft>
              <a:buClr>
                <a:srgbClr val="9E3611"/>
              </a:buClr>
              <a:buSzPts val="1700"/>
              <a:buFont typeface="Noto Sans Symbols"/>
              <a:buNone/>
            </a:pPr>
            <a:endParaRPr sz="2100" b="0" i="0" u="none" strike="noStrike" cap="none" dirty="0">
              <a:solidFill>
                <a:schemeClr val="dk1"/>
              </a:solidFill>
              <a:latin typeface="Rockwell"/>
              <a:ea typeface="Rockwell"/>
              <a:cs typeface="Rockwell"/>
              <a:sym typeface="Rockwell"/>
            </a:endParaRPr>
          </a:p>
        </p:txBody>
      </p:sp>
      <p:sp>
        <p:nvSpPr>
          <p:cNvPr id="287" name="Google Shape;287;p12"/>
          <p:cNvSpPr/>
          <p:nvPr/>
        </p:nvSpPr>
        <p:spPr>
          <a:xfrm>
            <a:off x="6463289" y="411208"/>
            <a:ext cx="5181000" cy="1015800"/>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222222"/>
                </a:solidFill>
                <a:latin typeface="Rockwell"/>
                <a:ea typeface="Rockwell"/>
                <a:cs typeface="Rockwell"/>
                <a:sym typeface="Rockwell"/>
              </a:rPr>
              <a:t>Exploratory data analysis (EDA): the process of discovering traits about our data that inform future analysis.</a:t>
            </a:r>
            <a:endParaRPr sz="2000" b="0" i="0" u="none" strike="noStrike" cap="none">
              <a:solidFill>
                <a:schemeClr val="dk1"/>
              </a:solidFill>
              <a:latin typeface="Rockwell"/>
              <a:ea typeface="Rockwell"/>
              <a:cs typeface="Rockwell"/>
              <a:sym typeface="Rockwell"/>
            </a:endParaRPr>
          </a:p>
        </p:txBody>
      </p:sp>
      <p:pic>
        <p:nvPicPr>
          <p:cNvPr id="3" name="Picture 2">
            <a:extLst>
              <a:ext uri="{FF2B5EF4-FFF2-40B4-BE49-F238E27FC236}">
                <a16:creationId xmlns:a16="http://schemas.microsoft.com/office/drawing/2014/main" id="{C1C0C417-C1E0-A9D1-8DE5-766DABF85C8E}"/>
              </a:ext>
            </a:extLst>
          </p:cNvPr>
          <p:cNvPicPr>
            <a:picLocks noChangeAspect="1"/>
          </p:cNvPicPr>
          <p:nvPr/>
        </p:nvPicPr>
        <p:blipFill>
          <a:blip r:embed="rId4"/>
          <a:stretch>
            <a:fillRect/>
          </a:stretch>
        </p:blipFill>
        <p:spPr>
          <a:xfrm>
            <a:off x="871427" y="2671910"/>
            <a:ext cx="3339066" cy="3205503"/>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1B58136C-C415-1997-D4E7-23A53E823FDA}"/>
                  </a:ext>
                </a:extLst>
              </p14:cNvPr>
              <p14:cNvContentPartPr/>
              <p14:nvPr/>
            </p14:nvContentPartPr>
            <p14:xfrm>
              <a:off x="1506600" y="2165760"/>
              <a:ext cx="6222600" cy="4033080"/>
            </p14:xfrm>
          </p:contentPart>
        </mc:Choice>
        <mc:Fallback xmlns="">
          <p:pic>
            <p:nvPicPr>
              <p:cNvPr id="2" name="Ink 1">
                <a:extLst>
                  <a:ext uri="{FF2B5EF4-FFF2-40B4-BE49-F238E27FC236}">
                    <a16:creationId xmlns:a16="http://schemas.microsoft.com/office/drawing/2014/main" id="{1B58136C-C415-1997-D4E7-23A53E823FDA}"/>
                  </a:ext>
                </a:extLst>
              </p:cNvPr>
              <p:cNvPicPr/>
              <p:nvPr/>
            </p:nvPicPr>
            <p:blipFill>
              <a:blip r:embed="rId6"/>
              <a:stretch>
                <a:fillRect/>
              </a:stretch>
            </p:blipFill>
            <p:spPr>
              <a:xfrm>
                <a:off x="1497240" y="2156400"/>
                <a:ext cx="6241320" cy="4051800"/>
              </a:xfrm>
              <a:prstGeom prst="rect">
                <a:avLst/>
              </a:prstGeom>
            </p:spPr>
          </p:pic>
        </mc:Fallback>
      </mc:AlternateContent>
    </p:spTree>
    <p:extLst>
      <p:ext uri="{BB962C8B-B14F-4D97-AF65-F5344CB8AC3E}">
        <p14:creationId xmlns:p14="http://schemas.microsoft.com/office/powerpoint/2010/main" val="3932682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12"/>
          <p:cNvSpPr txBox="1">
            <a:spLocks noGrp="1"/>
          </p:cNvSpPr>
          <p:nvPr>
            <p:ph type="title"/>
          </p:nvPr>
        </p:nvSpPr>
        <p:spPr>
          <a:xfrm>
            <a:off x="1069848" y="-124968"/>
            <a:ext cx="10058400" cy="160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EXAMPLE (CONT’D)</a:t>
            </a:r>
            <a:endParaRPr/>
          </a:p>
        </p:txBody>
      </p:sp>
      <p:pic>
        <p:nvPicPr>
          <p:cNvPr id="285" name="Google Shape;285;p12"/>
          <p:cNvPicPr preferRelativeResize="0"/>
          <p:nvPr/>
        </p:nvPicPr>
        <p:blipFill rotWithShape="1">
          <a:blip r:embed="rId3"/>
          <a:srcRect/>
          <a:stretch/>
        </p:blipFill>
        <p:spPr>
          <a:xfrm>
            <a:off x="472442" y="2375338"/>
            <a:ext cx="5329268" cy="3913731"/>
          </a:xfrm>
          <a:prstGeom prst="rect">
            <a:avLst/>
          </a:prstGeom>
          <a:noFill/>
          <a:ln>
            <a:noFill/>
          </a:ln>
        </p:spPr>
      </p:pic>
      <p:sp>
        <p:nvSpPr>
          <p:cNvPr id="287" name="Google Shape;287;p12"/>
          <p:cNvSpPr/>
          <p:nvPr/>
        </p:nvSpPr>
        <p:spPr>
          <a:xfrm>
            <a:off x="6688038" y="406085"/>
            <a:ext cx="5181000" cy="1015800"/>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222222"/>
                </a:solidFill>
                <a:latin typeface="Rockwell"/>
                <a:ea typeface="Rockwell"/>
                <a:cs typeface="Rockwell"/>
                <a:sym typeface="Rockwell"/>
              </a:rPr>
              <a:t>Exploratory data analysis (EDA): the process of discovering traits about our data that inform future analysis.</a:t>
            </a:r>
            <a:endParaRPr sz="2000" b="0" i="0" u="none" strike="noStrike" cap="none">
              <a:solidFill>
                <a:schemeClr val="dk1"/>
              </a:solidFill>
              <a:latin typeface="Rockwell"/>
              <a:ea typeface="Rockwell"/>
              <a:cs typeface="Rockwell"/>
              <a:sym typeface="Rockwell"/>
            </a:endParaRPr>
          </a:p>
        </p:txBody>
      </p:sp>
      <p:sp>
        <p:nvSpPr>
          <p:cNvPr id="5" name="Content Placeholder 4">
            <a:extLst>
              <a:ext uri="{FF2B5EF4-FFF2-40B4-BE49-F238E27FC236}">
                <a16:creationId xmlns:a16="http://schemas.microsoft.com/office/drawing/2014/main" id="{4B33F6A2-DFC9-1A43-36AB-36C1EA0E0928}"/>
              </a:ext>
            </a:extLst>
          </p:cNvPr>
          <p:cNvSpPr>
            <a:spLocks noGrp="1"/>
          </p:cNvSpPr>
          <p:nvPr>
            <p:ph sz="quarter" idx="1"/>
          </p:nvPr>
        </p:nvSpPr>
        <p:spPr>
          <a:xfrm>
            <a:off x="609600" y="1600200"/>
            <a:ext cx="4445876" cy="4873752"/>
          </a:xfrm>
        </p:spPr>
        <p:txBody>
          <a:bodyPr/>
          <a:lstStyle/>
          <a:p>
            <a:r>
              <a:rPr lang="en-US" dirty="0"/>
              <a:t>How about other routes?</a:t>
            </a:r>
          </a:p>
        </p:txBody>
      </p:sp>
      <p:sp>
        <p:nvSpPr>
          <p:cNvPr id="7" name="Content Placeholder 4">
            <a:extLst>
              <a:ext uri="{FF2B5EF4-FFF2-40B4-BE49-F238E27FC236}">
                <a16:creationId xmlns:a16="http://schemas.microsoft.com/office/drawing/2014/main" id="{BFA5B940-1325-3DFA-5923-FC324E38EDA2}"/>
              </a:ext>
            </a:extLst>
          </p:cNvPr>
          <p:cNvSpPr txBox="1">
            <a:spLocks/>
          </p:cNvSpPr>
          <p:nvPr/>
        </p:nvSpPr>
        <p:spPr>
          <a:xfrm>
            <a:off x="5938868" y="1600200"/>
            <a:ext cx="5189380" cy="4873752"/>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fontAlgn="auto">
              <a:spcAft>
                <a:spcPts val="0"/>
              </a:spcAft>
            </a:pPr>
            <a:r>
              <a:rPr lang="en-US" dirty="0"/>
              <a:t>What is the effect of time of day?</a:t>
            </a:r>
          </a:p>
        </p:txBody>
      </p:sp>
      <p:pic>
        <p:nvPicPr>
          <p:cNvPr id="8" name="Google Shape;285;p12">
            <a:extLst>
              <a:ext uri="{FF2B5EF4-FFF2-40B4-BE49-F238E27FC236}">
                <a16:creationId xmlns:a16="http://schemas.microsoft.com/office/drawing/2014/main" id="{E6B5F7AB-DF90-C533-6D13-246633FCABD7}"/>
              </a:ext>
            </a:extLst>
          </p:cNvPr>
          <p:cNvPicPr preferRelativeResize="0"/>
          <p:nvPr/>
        </p:nvPicPr>
        <p:blipFill rotWithShape="1">
          <a:blip r:embed="rId4"/>
          <a:srcRect/>
          <a:stretch/>
        </p:blipFill>
        <p:spPr>
          <a:xfrm>
            <a:off x="5938868" y="2375338"/>
            <a:ext cx="5643532" cy="3913731"/>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E50F8A50-AB21-F35E-5333-C61F7B26C165}"/>
                  </a:ext>
                </a:extLst>
              </p14:cNvPr>
              <p14:cNvContentPartPr/>
              <p14:nvPr/>
            </p14:nvContentPartPr>
            <p14:xfrm>
              <a:off x="1206360" y="2380320"/>
              <a:ext cx="10207440" cy="3711600"/>
            </p14:xfrm>
          </p:contentPart>
        </mc:Choice>
        <mc:Fallback xmlns="">
          <p:pic>
            <p:nvPicPr>
              <p:cNvPr id="2" name="Ink 1">
                <a:extLst>
                  <a:ext uri="{FF2B5EF4-FFF2-40B4-BE49-F238E27FC236}">
                    <a16:creationId xmlns:a16="http://schemas.microsoft.com/office/drawing/2014/main" id="{E50F8A50-AB21-F35E-5333-C61F7B26C165}"/>
                  </a:ext>
                </a:extLst>
              </p:cNvPr>
              <p:cNvPicPr/>
              <p:nvPr/>
            </p:nvPicPr>
            <p:blipFill>
              <a:blip r:embed="rId6"/>
              <a:stretch>
                <a:fillRect/>
              </a:stretch>
            </p:blipFill>
            <p:spPr>
              <a:xfrm>
                <a:off x="1197000" y="2370960"/>
                <a:ext cx="10226160" cy="3730320"/>
              </a:xfrm>
              <a:prstGeom prst="rect">
                <a:avLst/>
              </a:prstGeom>
            </p:spPr>
          </p:pic>
        </mc:Fallback>
      </mc:AlternateContent>
    </p:spTree>
    <p:extLst>
      <p:ext uri="{BB962C8B-B14F-4D97-AF65-F5344CB8AC3E}">
        <p14:creationId xmlns:p14="http://schemas.microsoft.com/office/powerpoint/2010/main" val="1779739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1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EXAMPLE (CONT’D)</a:t>
            </a:r>
            <a:endParaRPr/>
          </a:p>
        </p:txBody>
      </p:sp>
      <p:sp>
        <p:nvSpPr>
          <p:cNvPr id="294" name="Google Shape;294;p13"/>
          <p:cNvSpPr txBox="1">
            <a:spLocks noGrp="1"/>
          </p:cNvSpPr>
          <p:nvPr>
            <p:ph sz="quarter" idx="1"/>
          </p:nvPr>
        </p:nvSpPr>
        <p:spPr>
          <a:xfrm>
            <a:off x="1069848" y="2121408"/>
            <a:ext cx="10448642"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dirty="0"/>
              <a:t>Back to Step 1 (New question formulation):  Do the bus arrival and scheduled times tell us anything about the </a:t>
            </a:r>
            <a:r>
              <a:rPr lang="en-US" dirty="0">
                <a:solidFill>
                  <a:srgbClr val="FF0000"/>
                </a:solidFill>
              </a:rPr>
              <a:t>customer experience </a:t>
            </a:r>
            <a:r>
              <a:rPr lang="en-US" dirty="0"/>
              <a:t>in the route? </a:t>
            </a:r>
            <a:endParaRPr dirty="0"/>
          </a:p>
          <a:p>
            <a:pPr marL="182880" lvl="0" indent="-182880" algn="l" rtl="0">
              <a:lnSpc>
                <a:spcPct val="90000"/>
              </a:lnSpc>
              <a:spcBef>
                <a:spcPts val="1200"/>
              </a:spcBef>
              <a:spcAft>
                <a:spcPts val="0"/>
              </a:spcAft>
              <a:buSzPts val="1700"/>
              <a:buChar char="▪"/>
            </a:pPr>
            <a:r>
              <a:rPr lang="en-US" dirty="0"/>
              <a:t>Step 2 (Data acquisition and cleaning)</a:t>
            </a:r>
          </a:p>
        </p:txBody>
      </p:sp>
      <p:cxnSp>
        <p:nvCxnSpPr>
          <p:cNvPr id="298" name="Google Shape;298;p13"/>
          <p:cNvCxnSpPr/>
          <p:nvPr/>
        </p:nvCxnSpPr>
        <p:spPr>
          <a:xfrm>
            <a:off x="6508103" y="4395024"/>
            <a:ext cx="0" cy="427010"/>
          </a:xfrm>
          <a:prstGeom prst="straightConnector1">
            <a:avLst/>
          </a:prstGeom>
          <a:noFill/>
          <a:ln w="63500" cap="flat" cmpd="sng">
            <a:solidFill>
              <a:schemeClr val="accent1"/>
            </a:solidFill>
            <a:prstDash val="solid"/>
            <a:round/>
            <a:headEnd type="none" w="sm" len="sm"/>
            <a:tailEnd type="none" w="sm" len="sm"/>
          </a:ln>
        </p:spPr>
      </p:cxnSp>
      <p:cxnSp>
        <p:nvCxnSpPr>
          <p:cNvPr id="299" name="Google Shape;299;p13"/>
          <p:cNvCxnSpPr/>
          <p:nvPr/>
        </p:nvCxnSpPr>
        <p:spPr>
          <a:xfrm rot="10800000">
            <a:off x="6325096" y="4608529"/>
            <a:ext cx="357618" cy="0"/>
          </a:xfrm>
          <a:prstGeom prst="straightConnector1">
            <a:avLst/>
          </a:prstGeom>
          <a:noFill/>
          <a:ln w="63500" cap="flat" cmpd="sng">
            <a:solidFill>
              <a:schemeClr val="accent1"/>
            </a:solidFill>
            <a:prstDash val="solid"/>
            <a:round/>
            <a:headEnd type="none" w="sm" len="sm"/>
            <a:tailEnd type="none" w="sm" len="sm"/>
          </a:ln>
        </p:spPr>
      </p:cxnSp>
      <p:sp>
        <p:nvSpPr>
          <p:cNvPr id="300" name="Google Shape;300;p13"/>
          <p:cNvSpPr/>
          <p:nvPr/>
        </p:nvSpPr>
        <p:spPr>
          <a:xfrm>
            <a:off x="2791428" y="3249726"/>
            <a:ext cx="149951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Rockwell"/>
                <a:ea typeface="Rockwell"/>
                <a:cs typeface="Rockwell"/>
                <a:sym typeface="Rockwell"/>
              </a:rPr>
              <a:t>Arrival Data</a:t>
            </a:r>
            <a:endParaRPr sz="1400" b="0" i="0" u="none" strike="noStrike" cap="none" dirty="0">
              <a:solidFill>
                <a:srgbClr val="000000"/>
              </a:solidFill>
              <a:latin typeface="Arial"/>
              <a:ea typeface="Arial"/>
              <a:cs typeface="Arial"/>
              <a:sym typeface="Arial"/>
            </a:endParaRPr>
          </a:p>
        </p:txBody>
      </p:sp>
      <p:sp>
        <p:nvSpPr>
          <p:cNvPr id="301" name="Google Shape;301;p13"/>
          <p:cNvSpPr/>
          <p:nvPr/>
        </p:nvSpPr>
        <p:spPr>
          <a:xfrm>
            <a:off x="6662471" y="3249726"/>
            <a:ext cx="4173696" cy="286228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Rockwell"/>
                <a:ea typeface="Rockwell"/>
                <a:cs typeface="Rockwell"/>
                <a:sym typeface="Rockwell"/>
              </a:rPr>
              <a:t>Passenger Arrival Times</a:t>
            </a:r>
          </a:p>
          <a:p>
            <a:pPr marL="0" marR="0" lvl="0" indent="0" algn="l" rtl="0">
              <a:lnSpc>
                <a:spcPct val="100000"/>
              </a:lnSpc>
              <a:spcBef>
                <a:spcPts val="0"/>
              </a:spcBef>
              <a:spcAft>
                <a:spcPts val="0"/>
              </a:spcAft>
              <a:buClr>
                <a:srgbClr val="000000"/>
              </a:buClr>
              <a:buSzPts val="1800"/>
              <a:buFont typeface="Arial"/>
              <a:buNone/>
            </a:pPr>
            <a:endParaRPr lang="en-US" dirty="0">
              <a:solidFill>
                <a:schemeClr val="dk1"/>
              </a:solidFill>
              <a:latin typeface="Rockwell"/>
              <a:ea typeface="Arial"/>
              <a:cs typeface="Arial"/>
              <a:sym typeface="Rockwell"/>
            </a:endParaRPr>
          </a:p>
          <a:p>
            <a:pPr marL="0" marR="0" lvl="0" indent="0" algn="l" rtl="0">
              <a:lnSpc>
                <a:spcPct val="100000"/>
              </a:lnSpc>
              <a:spcBef>
                <a:spcPts val="0"/>
              </a:spcBef>
              <a:spcAft>
                <a:spcPts val="0"/>
              </a:spcAft>
              <a:buClr>
                <a:srgbClr val="000000"/>
              </a:buClr>
              <a:buSzPts val="1800"/>
              <a:buFont typeface="Arial"/>
              <a:buNone/>
            </a:pPr>
            <a:r>
              <a:rPr lang="en-US" sz="2400" b="0" i="0" dirty="0">
                <a:solidFill>
                  <a:srgbClr val="333333"/>
                </a:solidFill>
                <a:effectLst/>
                <a:latin typeface="-apple-system"/>
              </a:rPr>
              <a:t>Simulate the arrival of, say, five hundred people at the bus stop throughout the day. </a:t>
            </a:r>
          </a:p>
          <a:p>
            <a:pPr marL="0" marR="0" lvl="0" indent="0" algn="l" rtl="0">
              <a:lnSpc>
                <a:spcPct val="100000"/>
              </a:lnSpc>
              <a:spcBef>
                <a:spcPts val="0"/>
              </a:spcBef>
              <a:spcAft>
                <a:spcPts val="0"/>
              </a:spcAft>
              <a:buClr>
                <a:srgbClr val="000000"/>
              </a:buClr>
              <a:buSzPts val="1800"/>
              <a:buFont typeface="Arial"/>
              <a:buNone/>
            </a:pPr>
            <a:endParaRPr lang="en-US" sz="2400" u="none" strike="noStrike" cap="none" dirty="0">
              <a:solidFill>
                <a:srgbClr val="333333"/>
              </a:solidFill>
              <a:latin typeface="-apple-system"/>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2400" b="0" i="0" dirty="0">
                <a:solidFill>
                  <a:srgbClr val="333333"/>
                </a:solidFill>
                <a:latin typeface="-apple-system"/>
                <a:ea typeface="Arial"/>
                <a:cs typeface="Arial"/>
                <a:sym typeface="Arial"/>
              </a:rPr>
              <a:t>In practice, ask customers to use app or report</a:t>
            </a:r>
            <a:endParaRPr sz="2400" b="0" i="0" u="none" strike="noStrike" cap="none" dirty="0">
              <a:solidFill>
                <a:srgbClr val="000000"/>
              </a:solidFill>
              <a:latin typeface="Arial"/>
              <a:ea typeface="Arial"/>
              <a:cs typeface="Arial"/>
              <a:sym typeface="Arial"/>
            </a:endParaRPr>
          </a:p>
        </p:txBody>
      </p:sp>
      <p:graphicFrame>
        <p:nvGraphicFramePr>
          <p:cNvPr id="2" name="Table 1">
            <a:extLst>
              <a:ext uri="{FF2B5EF4-FFF2-40B4-BE49-F238E27FC236}">
                <a16:creationId xmlns:a16="http://schemas.microsoft.com/office/drawing/2014/main" id="{E6ACA45D-9125-0F09-85D8-4AE776A61775}"/>
              </a:ext>
            </a:extLst>
          </p:cNvPr>
          <p:cNvGraphicFramePr>
            <a:graphicFrameLocks noGrp="1"/>
          </p:cNvGraphicFramePr>
          <p:nvPr>
            <p:extLst>
              <p:ext uri="{D42A27DB-BD31-4B8C-83A1-F6EECF244321}">
                <p14:modId xmlns:p14="http://schemas.microsoft.com/office/powerpoint/2010/main" val="2273733773"/>
              </p:ext>
            </p:extLst>
          </p:nvPr>
        </p:nvGraphicFramePr>
        <p:xfrm>
          <a:off x="208138" y="3764604"/>
          <a:ext cx="6045517" cy="2560320"/>
        </p:xfrm>
        <a:graphic>
          <a:graphicData uri="http://schemas.openxmlformats.org/drawingml/2006/table">
            <a:tbl>
              <a:tblPr/>
              <a:tblGrid>
                <a:gridCol w="225591">
                  <a:extLst>
                    <a:ext uri="{9D8B030D-6E8A-4147-A177-3AD203B41FA5}">
                      <a16:colId xmlns:a16="http://schemas.microsoft.com/office/drawing/2014/main" val="1465512993"/>
                    </a:ext>
                  </a:extLst>
                </a:gridCol>
                <a:gridCol w="641292">
                  <a:extLst>
                    <a:ext uri="{9D8B030D-6E8A-4147-A177-3AD203B41FA5}">
                      <a16:colId xmlns:a16="http://schemas.microsoft.com/office/drawing/2014/main" val="3897309147"/>
                    </a:ext>
                  </a:extLst>
                </a:gridCol>
                <a:gridCol w="746618">
                  <a:extLst>
                    <a:ext uri="{9D8B030D-6E8A-4147-A177-3AD203B41FA5}">
                      <a16:colId xmlns:a16="http://schemas.microsoft.com/office/drawing/2014/main" val="2165586406"/>
                    </a:ext>
                  </a:extLst>
                </a:gridCol>
                <a:gridCol w="536828">
                  <a:extLst>
                    <a:ext uri="{9D8B030D-6E8A-4147-A177-3AD203B41FA5}">
                      <a16:colId xmlns:a16="http://schemas.microsoft.com/office/drawing/2014/main" val="344340823"/>
                    </a:ext>
                  </a:extLst>
                </a:gridCol>
                <a:gridCol w="225591">
                  <a:extLst>
                    <a:ext uri="{9D8B030D-6E8A-4147-A177-3AD203B41FA5}">
                      <a16:colId xmlns:a16="http://schemas.microsoft.com/office/drawing/2014/main" val="2317053400"/>
                    </a:ext>
                  </a:extLst>
                </a:gridCol>
                <a:gridCol w="225591">
                  <a:extLst>
                    <a:ext uri="{9D8B030D-6E8A-4147-A177-3AD203B41FA5}">
                      <a16:colId xmlns:a16="http://schemas.microsoft.com/office/drawing/2014/main" val="1693589054"/>
                    </a:ext>
                  </a:extLst>
                </a:gridCol>
                <a:gridCol w="637432">
                  <a:extLst>
                    <a:ext uri="{9D8B030D-6E8A-4147-A177-3AD203B41FA5}">
                      <a16:colId xmlns:a16="http://schemas.microsoft.com/office/drawing/2014/main" val="1795236442"/>
                    </a:ext>
                  </a:extLst>
                </a:gridCol>
                <a:gridCol w="1024889">
                  <a:extLst>
                    <a:ext uri="{9D8B030D-6E8A-4147-A177-3AD203B41FA5}">
                      <a16:colId xmlns:a16="http://schemas.microsoft.com/office/drawing/2014/main" val="3447953014"/>
                    </a:ext>
                  </a:extLst>
                </a:gridCol>
                <a:gridCol w="905781">
                  <a:extLst>
                    <a:ext uri="{9D8B030D-6E8A-4147-A177-3AD203B41FA5}">
                      <a16:colId xmlns:a16="http://schemas.microsoft.com/office/drawing/2014/main" val="2167490722"/>
                    </a:ext>
                  </a:extLst>
                </a:gridCol>
                <a:gridCol w="875904">
                  <a:extLst>
                    <a:ext uri="{9D8B030D-6E8A-4147-A177-3AD203B41FA5}">
                      <a16:colId xmlns:a16="http://schemas.microsoft.com/office/drawing/2014/main" val="138818096"/>
                    </a:ext>
                  </a:extLst>
                </a:gridCol>
              </a:tblGrid>
              <a:tr h="0">
                <a:tc>
                  <a:txBody>
                    <a:bodyPr/>
                    <a:lstStyle/>
                    <a:p>
                      <a:pPr algn="r" fontAlgn="ctr"/>
                      <a:endParaRPr lang="en-US" sz="1200" b="1" dirty="0">
                        <a:effectLst/>
                      </a:endParaRPr>
                    </a:p>
                  </a:txBody>
                  <a:tcPr anchor="ctr">
                    <a:lnL>
                      <a:noFill/>
                    </a:lnL>
                    <a:lnR>
                      <a:noFill/>
                    </a:lnR>
                    <a:lnT>
                      <a:noFill/>
                    </a:lnT>
                    <a:lnB>
                      <a:noFill/>
                    </a:lnB>
                    <a:solidFill>
                      <a:srgbClr val="FFFFFF"/>
                    </a:solidFill>
                  </a:tcPr>
                </a:tc>
                <a:tc>
                  <a:txBody>
                    <a:bodyPr/>
                    <a:lstStyle/>
                    <a:p>
                      <a:pPr algn="r" fontAlgn="ctr"/>
                      <a:r>
                        <a:rPr lang="en-US" sz="1200" b="1" dirty="0">
                          <a:effectLst/>
                        </a:rPr>
                        <a:t>OPD_DATE</a:t>
                      </a:r>
                    </a:p>
                  </a:txBody>
                  <a:tcPr anchor="ctr">
                    <a:lnL>
                      <a:noFill/>
                    </a:lnL>
                    <a:lnR>
                      <a:noFill/>
                    </a:lnR>
                    <a:lnT>
                      <a:noFill/>
                    </a:lnT>
                    <a:lnB>
                      <a:noFill/>
                    </a:lnB>
                    <a:solidFill>
                      <a:srgbClr val="FFFFFF"/>
                    </a:solidFill>
                  </a:tcPr>
                </a:tc>
                <a:tc>
                  <a:txBody>
                    <a:bodyPr/>
                    <a:lstStyle/>
                    <a:p>
                      <a:pPr algn="r" fontAlgn="ctr"/>
                      <a:r>
                        <a:rPr lang="en-US" sz="1200" b="1" dirty="0">
                          <a:effectLst/>
                        </a:rPr>
                        <a:t>VEHICLE_ID</a:t>
                      </a:r>
                    </a:p>
                  </a:txBody>
                  <a:tcPr anchor="ctr">
                    <a:lnL>
                      <a:noFill/>
                    </a:lnL>
                    <a:lnR>
                      <a:noFill/>
                    </a:lnR>
                    <a:lnT>
                      <a:noFill/>
                    </a:lnT>
                    <a:lnB>
                      <a:noFill/>
                    </a:lnB>
                    <a:solidFill>
                      <a:srgbClr val="FFFFFF"/>
                    </a:solidFill>
                  </a:tcPr>
                </a:tc>
                <a:tc>
                  <a:txBody>
                    <a:bodyPr/>
                    <a:lstStyle/>
                    <a:p>
                      <a:pPr algn="r" fontAlgn="ctr"/>
                      <a:r>
                        <a:rPr lang="en-US" sz="1200" b="1" dirty="0">
                          <a:effectLst/>
                        </a:rPr>
                        <a:t>RTE</a:t>
                      </a:r>
                    </a:p>
                  </a:txBody>
                  <a:tcPr anchor="ctr">
                    <a:lnL>
                      <a:noFill/>
                    </a:lnL>
                    <a:lnR>
                      <a:noFill/>
                    </a:lnR>
                    <a:lnT>
                      <a:noFill/>
                    </a:lnT>
                    <a:lnB>
                      <a:noFill/>
                    </a:lnB>
                    <a:solidFill>
                      <a:srgbClr val="FFFFFF"/>
                    </a:solidFill>
                  </a:tcPr>
                </a:tc>
                <a:tc>
                  <a:txBody>
                    <a:bodyPr/>
                    <a:lstStyle/>
                    <a:p>
                      <a:pPr algn="r" fontAlgn="ctr"/>
                      <a:r>
                        <a:rPr lang="en-US" sz="1200" b="1" dirty="0">
                          <a:effectLst/>
                        </a:rPr>
                        <a:t>DIR</a:t>
                      </a:r>
                    </a:p>
                  </a:txBody>
                  <a:tcPr anchor="ctr">
                    <a:lnL>
                      <a:noFill/>
                    </a:lnL>
                    <a:lnR>
                      <a:noFill/>
                    </a:lnR>
                    <a:lnT>
                      <a:noFill/>
                    </a:lnT>
                    <a:lnB>
                      <a:noFill/>
                    </a:lnB>
                    <a:solidFill>
                      <a:srgbClr val="FFFFFF"/>
                    </a:solidFill>
                  </a:tcPr>
                </a:tc>
                <a:tc>
                  <a:txBody>
                    <a:bodyPr/>
                    <a:lstStyle/>
                    <a:p>
                      <a:pPr algn="r" fontAlgn="ctr"/>
                      <a:r>
                        <a:rPr lang="en-US" sz="1200" b="1" dirty="0">
                          <a:effectLst/>
                        </a:rPr>
                        <a:t>...</a:t>
                      </a:r>
                    </a:p>
                  </a:txBody>
                  <a:tcPr anchor="ctr">
                    <a:lnL>
                      <a:noFill/>
                    </a:lnL>
                    <a:lnR>
                      <a:noFill/>
                    </a:lnR>
                    <a:lnT>
                      <a:noFill/>
                    </a:lnT>
                    <a:lnB>
                      <a:noFill/>
                    </a:lnB>
                    <a:solidFill>
                      <a:srgbClr val="FFFFFF"/>
                    </a:solidFill>
                  </a:tcPr>
                </a:tc>
                <a:tc>
                  <a:txBody>
                    <a:bodyPr/>
                    <a:lstStyle/>
                    <a:p>
                      <a:pPr algn="r" fontAlgn="ctr"/>
                      <a:r>
                        <a:rPr lang="en-US" sz="1200" b="1" dirty="0">
                          <a:effectLst/>
                        </a:rPr>
                        <a:t>direction</a:t>
                      </a:r>
                    </a:p>
                  </a:txBody>
                  <a:tcPr anchor="ctr">
                    <a:lnL>
                      <a:noFill/>
                    </a:lnL>
                    <a:lnR>
                      <a:noFill/>
                    </a:lnR>
                    <a:lnT>
                      <a:noFill/>
                    </a:lnT>
                    <a:lnB>
                      <a:noFill/>
                    </a:lnB>
                    <a:solidFill>
                      <a:srgbClr val="FFFFFF"/>
                    </a:solidFill>
                  </a:tcPr>
                </a:tc>
                <a:tc>
                  <a:txBody>
                    <a:bodyPr/>
                    <a:lstStyle/>
                    <a:p>
                      <a:pPr algn="r" fontAlgn="ctr"/>
                      <a:r>
                        <a:rPr lang="en-US" sz="1200" b="1" dirty="0">
                          <a:effectLst/>
                        </a:rPr>
                        <a:t>scheduled</a:t>
                      </a:r>
                    </a:p>
                  </a:txBody>
                  <a:tcPr anchor="ctr">
                    <a:lnL>
                      <a:noFill/>
                    </a:lnL>
                    <a:lnR>
                      <a:noFill/>
                    </a:lnR>
                    <a:lnT>
                      <a:noFill/>
                    </a:lnT>
                    <a:lnB>
                      <a:noFill/>
                    </a:lnB>
                    <a:solidFill>
                      <a:srgbClr val="FFFFFF"/>
                    </a:solidFill>
                  </a:tcPr>
                </a:tc>
                <a:tc>
                  <a:txBody>
                    <a:bodyPr/>
                    <a:lstStyle/>
                    <a:p>
                      <a:pPr algn="r" fontAlgn="ctr"/>
                      <a:r>
                        <a:rPr lang="en-US" sz="1200" b="1" dirty="0">
                          <a:effectLst/>
                        </a:rPr>
                        <a:t>actual</a:t>
                      </a:r>
                    </a:p>
                  </a:txBody>
                  <a:tcPr anchor="ctr">
                    <a:lnL>
                      <a:noFill/>
                    </a:lnL>
                    <a:lnR>
                      <a:noFill/>
                    </a:lnR>
                    <a:lnT>
                      <a:noFill/>
                    </a:lnT>
                    <a:lnB>
                      <a:noFill/>
                    </a:lnB>
                    <a:solidFill>
                      <a:srgbClr val="FFFFFF"/>
                    </a:solidFill>
                  </a:tcPr>
                </a:tc>
                <a:tc>
                  <a:txBody>
                    <a:bodyPr/>
                    <a:lstStyle/>
                    <a:p>
                      <a:pPr algn="r" fontAlgn="ctr"/>
                      <a:r>
                        <a:rPr lang="en-US" sz="1200" b="1" dirty="0" err="1">
                          <a:effectLst/>
                        </a:rPr>
                        <a:t>minutes_late</a:t>
                      </a:r>
                      <a:endParaRPr lang="en-US" sz="1200" b="1" dirty="0">
                        <a:effectLst/>
                      </a:endParaRPr>
                    </a:p>
                  </a:txBody>
                  <a:tcPr anchor="ctr">
                    <a:lnL>
                      <a:noFill/>
                    </a:lnL>
                    <a:solidFill>
                      <a:schemeClr val="bg1"/>
                    </a:solidFill>
                  </a:tcPr>
                </a:tc>
                <a:extLst>
                  <a:ext uri="{0D108BD9-81ED-4DB2-BD59-A6C34878D82A}">
                    <a16:rowId xmlns:a16="http://schemas.microsoft.com/office/drawing/2014/main" val="827666985"/>
                  </a:ext>
                </a:extLst>
              </a:tr>
              <a:tr h="0">
                <a:tc>
                  <a:txBody>
                    <a:bodyPr/>
                    <a:lstStyle/>
                    <a:p>
                      <a:pPr algn="r" fontAlgn="ctr"/>
                      <a:r>
                        <a:rPr lang="en-US" sz="1200" b="1">
                          <a:effectLst/>
                        </a:rPr>
                        <a:t>0</a:t>
                      </a:r>
                    </a:p>
                  </a:txBody>
                  <a:tcPr anchor="ctr">
                    <a:lnL>
                      <a:noFill/>
                    </a:lnL>
                    <a:lnR>
                      <a:noFill/>
                    </a:lnR>
                    <a:lnT>
                      <a:noFill/>
                    </a:lnT>
                    <a:lnB>
                      <a:noFill/>
                    </a:lnB>
                    <a:solidFill>
                      <a:srgbClr val="F5F5F5"/>
                    </a:solidFill>
                  </a:tcPr>
                </a:tc>
                <a:tc>
                  <a:txBody>
                    <a:bodyPr/>
                    <a:lstStyle/>
                    <a:p>
                      <a:pPr algn="r" fontAlgn="ctr"/>
                      <a:r>
                        <a:rPr lang="en-US" sz="1200" dirty="0">
                          <a:effectLst/>
                        </a:rPr>
                        <a:t>2016-03-26</a:t>
                      </a:r>
                    </a:p>
                  </a:txBody>
                  <a:tcPr anchor="ctr">
                    <a:lnL>
                      <a:noFill/>
                    </a:lnL>
                    <a:lnR>
                      <a:noFill/>
                    </a:lnR>
                    <a:lnT>
                      <a:noFill/>
                    </a:lnT>
                    <a:lnB>
                      <a:noFill/>
                    </a:lnB>
                    <a:solidFill>
                      <a:srgbClr val="F5F5F5"/>
                    </a:solidFill>
                  </a:tcPr>
                </a:tc>
                <a:tc>
                  <a:txBody>
                    <a:bodyPr/>
                    <a:lstStyle/>
                    <a:p>
                      <a:pPr algn="r" fontAlgn="ctr"/>
                      <a:r>
                        <a:rPr lang="en-US" sz="1200">
                          <a:effectLst/>
                        </a:rPr>
                        <a:t>6201</a:t>
                      </a:r>
                    </a:p>
                  </a:txBody>
                  <a:tcPr anchor="ctr">
                    <a:lnL>
                      <a:noFill/>
                    </a:lnL>
                    <a:lnR>
                      <a:noFill/>
                    </a:lnR>
                    <a:lnT>
                      <a:noFill/>
                    </a:lnT>
                    <a:lnB>
                      <a:noFill/>
                    </a:lnB>
                    <a:solidFill>
                      <a:srgbClr val="F5F5F5"/>
                    </a:solidFill>
                  </a:tcPr>
                </a:tc>
                <a:tc>
                  <a:txBody>
                    <a:bodyPr/>
                    <a:lstStyle/>
                    <a:p>
                      <a:pPr algn="r" fontAlgn="ctr"/>
                      <a:r>
                        <a:rPr lang="en-US" sz="1200">
                          <a:effectLst/>
                        </a:rPr>
                        <a:t>673</a:t>
                      </a:r>
                    </a:p>
                  </a:txBody>
                  <a:tcPr anchor="ctr">
                    <a:lnL>
                      <a:noFill/>
                    </a:lnL>
                    <a:lnR>
                      <a:noFill/>
                    </a:lnR>
                    <a:lnT>
                      <a:noFill/>
                    </a:lnT>
                    <a:lnB>
                      <a:noFill/>
                    </a:lnB>
                    <a:solidFill>
                      <a:srgbClr val="F5F5F5"/>
                    </a:solidFill>
                  </a:tcPr>
                </a:tc>
                <a:tc>
                  <a:txBody>
                    <a:bodyPr/>
                    <a:lstStyle/>
                    <a:p>
                      <a:pPr algn="r" fontAlgn="ctr"/>
                      <a:r>
                        <a:rPr lang="en-US" sz="1200">
                          <a:effectLst/>
                        </a:rPr>
                        <a:t>S</a:t>
                      </a:r>
                    </a:p>
                  </a:txBody>
                  <a:tcPr anchor="ctr">
                    <a:lnL>
                      <a:noFill/>
                    </a:lnL>
                    <a:lnR>
                      <a:noFill/>
                    </a:lnR>
                    <a:lnT>
                      <a:noFill/>
                    </a:lnT>
                    <a:lnB>
                      <a:noFill/>
                    </a:lnB>
                    <a:solidFill>
                      <a:srgbClr val="F5F5F5"/>
                    </a:solidFill>
                  </a:tcPr>
                </a:tc>
                <a:tc>
                  <a:txBody>
                    <a:bodyPr/>
                    <a:lstStyle/>
                    <a:p>
                      <a:pPr algn="r" fontAlgn="ctr"/>
                      <a:r>
                        <a:rPr lang="en-US" sz="1200">
                          <a:effectLst/>
                        </a:rPr>
                        <a:t>...</a:t>
                      </a:r>
                    </a:p>
                  </a:txBody>
                  <a:tcPr anchor="ctr">
                    <a:lnL>
                      <a:noFill/>
                    </a:lnL>
                    <a:lnR>
                      <a:noFill/>
                    </a:lnR>
                    <a:lnT>
                      <a:noFill/>
                    </a:lnT>
                    <a:lnB>
                      <a:noFill/>
                    </a:lnB>
                    <a:solidFill>
                      <a:srgbClr val="F5F5F5"/>
                    </a:solidFill>
                  </a:tcPr>
                </a:tc>
                <a:tc>
                  <a:txBody>
                    <a:bodyPr/>
                    <a:lstStyle/>
                    <a:p>
                      <a:pPr algn="r" fontAlgn="ctr"/>
                      <a:r>
                        <a:rPr lang="en-US" sz="1200" dirty="0">
                          <a:effectLst/>
                        </a:rPr>
                        <a:t>southbound</a:t>
                      </a:r>
                    </a:p>
                  </a:txBody>
                  <a:tcPr anchor="ctr">
                    <a:lnL>
                      <a:noFill/>
                    </a:lnL>
                    <a:lnR>
                      <a:noFill/>
                    </a:lnR>
                    <a:lnT>
                      <a:noFill/>
                    </a:lnT>
                    <a:lnB>
                      <a:noFill/>
                    </a:lnB>
                    <a:solidFill>
                      <a:srgbClr val="F5F5F5"/>
                    </a:solidFill>
                  </a:tcPr>
                </a:tc>
                <a:tc>
                  <a:txBody>
                    <a:bodyPr/>
                    <a:lstStyle/>
                    <a:p>
                      <a:pPr algn="r" fontAlgn="ctr"/>
                      <a:r>
                        <a:rPr lang="en-US" sz="1200" dirty="0">
                          <a:effectLst/>
                        </a:rPr>
                        <a:t>2016-03-26 01:11:57</a:t>
                      </a:r>
                    </a:p>
                  </a:txBody>
                  <a:tcPr anchor="ctr">
                    <a:lnL>
                      <a:noFill/>
                    </a:lnL>
                    <a:lnR>
                      <a:noFill/>
                    </a:lnR>
                    <a:lnT>
                      <a:noFill/>
                    </a:lnT>
                    <a:lnB>
                      <a:noFill/>
                    </a:lnB>
                    <a:solidFill>
                      <a:srgbClr val="F5F5F5"/>
                    </a:solidFill>
                  </a:tcPr>
                </a:tc>
                <a:tc>
                  <a:txBody>
                    <a:bodyPr/>
                    <a:lstStyle/>
                    <a:p>
                      <a:pPr algn="r" fontAlgn="ctr"/>
                      <a:r>
                        <a:rPr lang="en-US" sz="1200" dirty="0">
                          <a:effectLst/>
                        </a:rPr>
                        <a:t>2016-03-26 01:13:19</a:t>
                      </a:r>
                    </a:p>
                  </a:txBody>
                  <a:tcPr anchor="ctr">
                    <a:lnL>
                      <a:noFill/>
                    </a:lnL>
                    <a:lnR>
                      <a:noFill/>
                    </a:lnR>
                    <a:lnT>
                      <a:noFill/>
                    </a:lnT>
                    <a:lnB>
                      <a:noFill/>
                    </a:lnB>
                    <a:solidFill>
                      <a:srgbClr val="F5F5F5"/>
                    </a:solidFill>
                  </a:tcPr>
                </a:tc>
                <a:tc>
                  <a:txBody>
                    <a:bodyPr/>
                    <a:lstStyle/>
                    <a:p>
                      <a:pPr algn="r" fontAlgn="ctr"/>
                      <a:r>
                        <a:rPr lang="en-US" sz="1200" dirty="0">
                          <a:effectLst/>
                        </a:rPr>
                        <a:t>1.37</a:t>
                      </a:r>
                    </a:p>
                  </a:txBody>
                  <a:tcPr anchor="ctr">
                    <a:lnL>
                      <a:noFill/>
                    </a:lnL>
                    <a:lnR>
                      <a:noFill/>
                    </a:lnR>
                    <a:lnB>
                      <a:noFill/>
                    </a:lnB>
                    <a:solidFill>
                      <a:srgbClr val="F5F5F5"/>
                    </a:solidFill>
                  </a:tcPr>
                </a:tc>
                <a:extLst>
                  <a:ext uri="{0D108BD9-81ED-4DB2-BD59-A6C34878D82A}">
                    <a16:rowId xmlns:a16="http://schemas.microsoft.com/office/drawing/2014/main" val="535940870"/>
                  </a:ext>
                </a:extLst>
              </a:tr>
              <a:tr h="0">
                <a:tc>
                  <a:txBody>
                    <a:bodyPr/>
                    <a:lstStyle/>
                    <a:p>
                      <a:pPr algn="r" fontAlgn="ctr"/>
                      <a:r>
                        <a:rPr lang="en-US" sz="1200" b="1">
                          <a:effectLst/>
                        </a:rPr>
                        <a:t>1</a:t>
                      </a:r>
                    </a:p>
                  </a:txBody>
                  <a:tcPr anchor="ctr">
                    <a:lnL>
                      <a:noFill/>
                    </a:lnL>
                    <a:lnR>
                      <a:noFill/>
                    </a:lnR>
                    <a:lnT>
                      <a:noFill/>
                    </a:lnT>
                    <a:lnB>
                      <a:noFill/>
                    </a:lnB>
                    <a:solidFill>
                      <a:srgbClr val="FFFFFF"/>
                    </a:solidFill>
                  </a:tcPr>
                </a:tc>
                <a:tc>
                  <a:txBody>
                    <a:bodyPr/>
                    <a:lstStyle/>
                    <a:p>
                      <a:pPr algn="r" fontAlgn="ctr"/>
                      <a:r>
                        <a:rPr lang="en-US" sz="1200">
                          <a:effectLst/>
                        </a:rPr>
                        <a:t>2016-03-26</a:t>
                      </a:r>
                    </a:p>
                  </a:txBody>
                  <a:tcPr anchor="ctr">
                    <a:lnL>
                      <a:noFill/>
                    </a:lnL>
                    <a:lnR>
                      <a:noFill/>
                    </a:lnR>
                    <a:lnT>
                      <a:noFill/>
                    </a:lnT>
                    <a:lnB>
                      <a:noFill/>
                    </a:lnB>
                    <a:solidFill>
                      <a:srgbClr val="FFFFFF"/>
                    </a:solidFill>
                  </a:tcPr>
                </a:tc>
                <a:tc>
                  <a:txBody>
                    <a:bodyPr/>
                    <a:lstStyle/>
                    <a:p>
                      <a:pPr algn="r" fontAlgn="ctr"/>
                      <a:r>
                        <a:rPr lang="en-US" sz="1200">
                          <a:effectLst/>
                        </a:rPr>
                        <a:t>6201</a:t>
                      </a:r>
                    </a:p>
                  </a:txBody>
                  <a:tcPr anchor="ctr">
                    <a:lnL>
                      <a:noFill/>
                    </a:lnL>
                    <a:lnR>
                      <a:noFill/>
                    </a:lnR>
                    <a:lnT>
                      <a:noFill/>
                    </a:lnT>
                    <a:lnB>
                      <a:noFill/>
                    </a:lnB>
                    <a:solidFill>
                      <a:srgbClr val="FFFFFF"/>
                    </a:solidFill>
                  </a:tcPr>
                </a:tc>
                <a:tc>
                  <a:txBody>
                    <a:bodyPr/>
                    <a:lstStyle/>
                    <a:p>
                      <a:pPr algn="r" fontAlgn="ctr"/>
                      <a:r>
                        <a:rPr lang="en-US" sz="1200">
                          <a:effectLst/>
                        </a:rPr>
                        <a:t>673</a:t>
                      </a:r>
                    </a:p>
                  </a:txBody>
                  <a:tcPr anchor="ctr">
                    <a:lnL>
                      <a:noFill/>
                    </a:lnL>
                    <a:lnR>
                      <a:noFill/>
                    </a:lnR>
                    <a:lnT>
                      <a:noFill/>
                    </a:lnT>
                    <a:lnB>
                      <a:noFill/>
                    </a:lnB>
                    <a:solidFill>
                      <a:srgbClr val="FFFFFF"/>
                    </a:solidFill>
                  </a:tcPr>
                </a:tc>
                <a:tc>
                  <a:txBody>
                    <a:bodyPr/>
                    <a:lstStyle/>
                    <a:p>
                      <a:pPr algn="r" fontAlgn="ctr"/>
                      <a:r>
                        <a:rPr lang="en-US" sz="1200">
                          <a:effectLst/>
                        </a:rPr>
                        <a:t>S</a:t>
                      </a:r>
                    </a:p>
                  </a:txBody>
                  <a:tcPr anchor="ctr">
                    <a:lnL>
                      <a:noFill/>
                    </a:lnL>
                    <a:lnR>
                      <a:noFill/>
                    </a:lnR>
                    <a:lnT>
                      <a:noFill/>
                    </a:lnT>
                    <a:lnB>
                      <a:noFill/>
                    </a:lnB>
                    <a:solidFill>
                      <a:srgbClr val="FFFFFF"/>
                    </a:solidFill>
                  </a:tcPr>
                </a:tc>
                <a:tc>
                  <a:txBody>
                    <a:bodyPr/>
                    <a:lstStyle/>
                    <a:p>
                      <a:pPr algn="r" fontAlgn="ctr"/>
                      <a:r>
                        <a:rPr lang="en-US" sz="1200">
                          <a:effectLst/>
                        </a:rPr>
                        <a:t>...</a:t>
                      </a:r>
                    </a:p>
                  </a:txBody>
                  <a:tcPr anchor="ctr">
                    <a:lnL>
                      <a:noFill/>
                    </a:lnL>
                    <a:lnR>
                      <a:noFill/>
                    </a:lnR>
                    <a:lnT>
                      <a:noFill/>
                    </a:lnT>
                    <a:lnB>
                      <a:noFill/>
                    </a:lnB>
                    <a:solidFill>
                      <a:srgbClr val="FFFFFF"/>
                    </a:solidFill>
                  </a:tcPr>
                </a:tc>
                <a:tc>
                  <a:txBody>
                    <a:bodyPr/>
                    <a:lstStyle/>
                    <a:p>
                      <a:pPr algn="r" fontAlgn="ctr"/>
                      <a:r>
                        <a:rPr lang="en-US" sz="1200">
                          <a:effectLst/>
                        </a:rPr>
                        <a:t>southbound</a:t>
                      </a:r>
                    </a:p>
                  </a:txBody>
                  <a:tcPr anchor="ctr">
                    <a:lnL>
                      <a:noFill/>
                    </a:lnL>
                    <a:lnR>
                      <a:noFill/>
                    </a:lnR>
                    <a:lnT>
                      <a:noFill/>
                    </a:lnT>
                    <a:lnB>
                      <a:noFill/>
                    </a:lnB>
                    <a:solidFill>
                      <a:srgbClr val="FFFFFF"/>
                    </a:solidFill>
                  </a:tcPr>
                </a:tc>
                <a:tc>
                  <a:txBody>
                    <a:bodyPr/>
                    <a:lstStyle/>
                    <a:p>
                      <a:pPr algn="r" fontAlgn="ctr"/>
                      <a:r>
                        <a:rPr lang="en-US" sz="1200">
                          <a:effectLst/>
                        </a:rPr>
                        <a:t>2016-03-26 23:19:57</a:t>
                      </a:r>
                    </a:p>
                  </a:txBody>
                  <a:tcPr anchor="ctr">
                    <a:lnL>
                      <a:noFill/>
                    </a:lnL>
                    <a:lnR>
                      <a:noFill/>
                    </a:lnR>
                    <a:lnT>
                      <a:noFill/>
                    </a:lnT>
                    <a:lnB>
                      <a:noFill/>
                    </a:lnB>
                    <a:solidFill>
                      <a:srgbClr val="FFFFFF"/>
                    </a:solidFill>
                  </a:tcPr>
                </a:tc>
                <a:tc>
                  <a:txBody>
                    <a:bodyPr/>
                    <a:lstStyle/>
                    <a:p>
                      <a:pPr algn="r" fontAlgn="ctr"/>
                      <a:r>
                        <a:rPr lang="en-US" sz="1200">
                          <a:effectLst/>
                        </a:rPr>
                        <a:t>2016-03-26 23:16:13</a:t>
                      </a:r>
                    </a:p>
                  </a:txBody>
                  <a:tcPr anchor="ctr">
                    <a:lnL>
                      <a:noFill/>
                    </a:lnL>
                    <a:lnR>
                      <a:noFill/>
                    </a:lnR>
                    <a:lnT>
                      <a:noFill/>
                    </a:lnT>
                    <a:lnB>
                      <a:noFill/>
                    </a:lnB>
                    <a:solidFill>
                      <a:srgbClr val="FFFFFF"/>
                    </a:solidFill>
                  </a:tcPr>
                </a:tc>
                <a:tc>
                  <a:txBody>
                    <a:bodyPr/>
                    <a:lstStyle/>
                    <a:p>
                      <a:pPr algn="r" fontAlgn="ctr"/>
                      <a:r>
                        <a:rPr lang="en-US" sz="1200">
                          <a:effectLst/>
                        </a:rPr>
                        <a:t>-3.73</a:t>
                      </a:r>
                    </a:p>
                  </a:txBody>
                  <a:tcPr anchor="ctr">
                    <a:lnL>
                      <a:noFill/>
                    </a:lnL>
                    <a:lnR>
                      <a:noFill/>
                    </a:lnR>
                    <a:lnT>
                      <a:noFill/>
                    </a:lnT>
                    <a:lnB>
                      <a:noFill/>
                    </a:lnB>
                    <a:solidFill>
                      <a:srgbClr val="FFFFFF"/>
                    </a:solidFill>
                  </a:tcPr>
                </a:tc>
                <a:extLst>
                  <a:ext uri="{0D108BD9-81ED-4DB2-BD59-A6C34878D82A}">
                    <a16:rowId xmlns:a16="http://schemas.microsoft.com/office/drawing/2014/main" val="2693939725"/>
                  </a:ext>
                </a:extLst>
              </a:tr>
              <a:tr h="0">
                <a:tc>
                  <a:txBody>
                    <a:bodyPr/>
                    <a:lstStyle/>
                    <a:p>
                      <a:pPr algn="r" fontAlgn="ctr"/>
                      <a:r>
                        <a:rPr lang="en-US" sz="1200" b="1">
                          <a:effectLst/>
                        </a:rPr>
                        <a:t>2</a:t>
                      </a:r>
                    </a:p>
                  </a:txBody>
                  <a:tcPr anchor="ctr">
                    <a:lnL>
                      <a:noFill/>
                    </a:lnL>
                    <a:lnR>
                      <a:noFill/>
                    </a:lnR>
                    <a:lnT>
                      <a:noFill/>
                    </a:lnT>
                    <a:lnB>
                      <a:noFill/>
                    </a:lnB>
                    <a:solidFill>
                      <a:srgbClr val="FFFFFF"/>
                    </a:solidFill>
                  </a:tcPr>
                </a:tc>
                <a:tc>
                  <a:txBody>
                    <a:bodyPr/>
                    <a:lstStyle/>
                    <a:p>
                      <a:pPr algn="r" fontAlgn="ctr"/>
                      <a:r>
                        <a:rPr lang="en-US" sz="1200">
                          <a:effectLst/>
                        </a:rPr>
                        <a:t>2016-03-26</a:t>
                      </a:r>
                    </a:p>
                  </a:txBody>
                  <a:tcPr anchor="ctr">
                    <a:lnL>
                      <a:noFill/>
                    </a:lnL>
                    <a:lnR>
                      <a:noFill/>
                    </a:lnR>
                    <a:lnT>
                      <a:noFill/>
                    </a:lnT>
                    <a:lnB>
                      <a:noFill/>
                    </a:lnB>
                    <a:solidFill>
                      <a:srgbClr val="FFFFFF"/>
                    </a:solidFill>
                  </a:tcPr>
                </a:tc>
                <a:tc>
                  <a:txBody>
                    <a:bodyPr/>
                    <a:lstStyle/>
                    <a:p>
                      <a:pPr algn="r" fontAlgn="ctr"/>
                      <a:r>
                        <a:rPr lang="en-US" sz="1200">
                          <a:effectLst/>
                        </a:rPr>
                        <a:t>6201</a:t>
                      </a:r>
                    </a:p>
                  </a:txBody>
                  <a:tcPr anchor="ctr">
                    <a:lnL>
                      <a:noFill/>
                    </a:lnL>
                    <a:lnR>
                      <a:noFill/>
                    </a:lnR>
                    <a:lnT>
                      <a:noFill/>
                    </a:lnT>
                    <a:lnB>
                      <a:noFill/>
                    </a:lnB>
                    <a:solidFill>
                      <a:srgbClr val="FFFFFF"/>
                    </a:solidFill>
                  </a:tcPr>
                </a:tc>
                <a:tc>
                  <a:txBody>
                    <a:bodyPr/>
                    <a:lstStyle/>
                    <a:p>
                      <a:pPr algn="r" fontAlgn="ctr"/>
                      <a:r>
                        <a:rPr lang="en-US" sz="1200">
                          <a:effectLst/>
                        </a:rPr>
                        <a:t>673</a:t>
                      </a:r>
                    </a:p>
                  </a:txBody>
                  <a:tcPr anchor="ctr">
                    <a:lnL>
                      <a:noFill/>
                    </a:lnL>
                    <a:lnR>
                      <a:noFill/>
                    </a:lnR>
                    <a:lnT>
                      <a:noFill/>
                    </a:lnT>
                    <a:lnB>
                      <a:noFill/>
                    </a:lnB>
                    <a:solidFill>
                      <a:srgbClr val="FFFFFF"/>
                    </a:solidFill>
                  </a:tcPr>
                </a:tc>
                <a:tc>
                  <a:txBody>
                    <a:bodyPr/>
                    <a:lstStyle/>
                    <a:p>
                      <a:pPr algn="r" fontAlgn="ctr"/>
                      <a:r>
                        <a:rPr lang="en-US" sz="1200">
                          <a:effectLst/>
                        </a:rPr>
                        <a:t>S</a:t>
                      </a:r>
                    </a:p>
                  </a:txBody>
                  <a:tcPr anchor="ctr">
                    <a:lnL>
                      <a:noFill/>
                    </a:lnL>
                    <a:lnR>
                      <a:noFill/>
                    </a:lnR>
                    <a:lnT>
                      <a:noFill/>
                    </a:lnT>
                    <a:lnB>
                      <a:noFill/>
                    </a:lnB>
                    <a:solidFill>
                      <a:srgbClr val="FFFFFF"/>
                    </a:solidFill>
                  </a:tcPr>
                </a:tc>
                <a:tc>
                  <a:txBody>
                    <a:bodyPr/>
                    <a:lstStyle/>
                    <a:p>
                      <a:pPr algn="r" fontAlgn="ctr"/>
                      <a:r>
                        <a:rPr lang="en-US" sz="1200">
                          <a:effectLst/>
                        </a:rPr>
                        <a:t>...</a:t>
                      </a:r>
                    </a:p>
                  </a:txBody>
                  <a:tcPr anchor="ctr">
                    <a:lnL>
                      <a:noFill/>
                    </a:lnL>
                    <a:lnR>
                      <a:noFill/>
                    </a:lnR>
                    <a:lnT>
                      <a:noFill/>
                    </a:lnT>
                    <a:lnB>
                      <a:noFill/>
                    </a:lnB>
                    <a:solidFill>
                      <a:srgbClr val="FFFFFF"/>
                    </a:solidFill>
                  </a:tcPr>
                </a:tc>
                <a:tc>
                  <a:txBody>
                    <a:bodyPr/>
                    <a:lstStyle/>
                    <a:p>
                      <a:pPr algn="r" fontAlgn="ctr"/>
                      <a:r>
                        <a:rPr lang="en-US" sz="1200" dirty="0">
                          <a:effectLst/>
                        </a:rPr>
                        <a:t>northbound</a:t>
                      </a:r>
                    </a:p>
                  </a:txBody>
                  <a:tcPr anchor="ctr">
                    <a:lnL>
                      <a:noFill/>
                    </a:lnL>
                    <a:lnR>
                      <a:noFill/>
                    </a:lnR>
                    <a:lnT>
                      <a:noFill/>
                    </a:lnT>
                    <a:lnB>
                      <a:noFill/>
                    </a:lnB>
                    <a:solidFill>
                      <a:srgbClr val="FFFFFF"/>
                    </a:solidFill>
                  </a:tcPr>
                </a:tc>
                <a:tc>
                  <a:txBody>
                    <a:bodyPr/>
                    <a:lstStyle/>
                    <a:p>
                      <a:pPr algn="r" fontAlgn="ctr"/>
                      <a:r>
                        <a:rPr lang="en-US" sz="1200">
                          <a:effectLst/>
                        </a:rPr>
                        <a:t>2016-03-26 21:19:57</a:t>
                      </a:r>
                    </a:p>
                  </a:txBody>
                  <a:tcPr anchor="ctr">
                    <a:lnL>
                      <a:noFill/>
                    </a:lnL>
                    <a:lnR>
                      <a:noFill/>
                    </a:lnR>
                    <a:lnT>
                      <a:noFill/>
                    </a:lnT>
                    <a:lnB>
                      <a:noFill/>
                    </a:lnB>
                    <a:solidFill>
                      <a:srgbClr val="FFFFFF"/>
                    </a:solidFill>
                  </a:tcPr>
                </a:tc>
                <a:tc>
                  <a:txBody>
                    <a:bodyPr/>
                    <a:lstStyle/>
                    <a:p>
                      <a:pPr algn="r" fontAlgn="ctr"/>
                      <a:r>
                        <a:rPr lang="en-US" sz="1200">
                          <a:effectLst/>
                        </a:rPr>
                        <a:t>2016-03-26 21:18:46</a:t>
                      </a:r>
                    </a:p>
                  </a:txBody>
                  <a:tcPr anchor="ctr">
                    <a:lnL>
                      <a:noFill/>
                    </a:lnL>
                    <a:lnR>
                      <a:noFill/>
                    </a:lnR>
                    <a:lnT>
                      <a:noFill/>
                    </a:lnT>
                    <a:lnB>
                      <a:noFill/>
                    </a:lnB>
                    <a:solidFill>
                      <a:srgbClr val="FFFFFF"/>
                    </a:solidFill>
                  </a:tcPr>
                </a:tc>
                <a:tc>
                  <a:txBody>
                    <a:bodyPr/>
                    <a:lstStyle/>
                    <a:p>
                      <a:pPr algn="r" fontAlgn="ctr"/>
                      <a:r>
                        <a:rPr lang="en-US" sz="1200" dirty="0">
                          <a:effectLst/>
                        </a:rPr>
                        <a:t>-1.18</a:t>
                      </a:r>
                    </a:p>
                  </a:txBody>
                  <a:tcPr anchor="ctr">
                    <a:lnL>
                      <a:noFill/>
                    </a:lnL>
                    <a:lnR>
                      <a:noFill/>
                    </a:lnR>
                    <a:lnT>
                      <a:noFill/>
                    </a:lnT>
                    <a:lnB>
                      <a:noFill/>
                    </a:lnB>
                    <a:solidFill>
                      <a:srgbClr val="FFFFFF"/>
                    </a:solidFill>
                  </a:tcPr>
                </a:tc>
                <a:extLst>
                  <a:ext uri="{0D108BD9-81ED-4DB2-BD59-A6C34878D82A}">
                    <a16:rowId xmlns:a16="http://schemas.microsoft.com/office/drawing/2014/main" val="114732464"/>
                  </a:ext>
                </a:extLst>
              </a:tr>
            </a:tbl>
          </a:graphicData>
        </a:graphic>
      </p:graphicFrame>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A30BB373-A98E-CA8F-C692-9ADBE7847936}"/>
                  </a:ext>
                </a:extLst>
              </p14:cNvPr>
              <p14:cNvContentPartPr/>
              <p14:nvPr/>
            </p14:nvContentPartPr>
            <p14:xfrm>
              <a:off x="6623640" y="2658600"/>
              <a:ext cx="5346720" cy="2471400"/>
            </p14:xfrm>
          </p:contentPart>
        </mc:Choice>
        <mc:Fallback xmlns="">
          <p:pic>
            <p:nvPicPr>
              <p:cNvPr id="3" name="Ink 2">
                <a:extLst>
                  <a:ext uri="{FF2B5EF4-FFF2-40B4-BE49-F238E27FC236}">
                    <a16:creationId xmlns:a16="http://schemas.microsoft.com/office/drawing/2014/main" id="{A30BB373-A98E-CA8F-C692-9ADBE7847936}"/>
                  </a:ext>
                </a:extLst>
              </p:cNvPr>
              <p:cNvPicPr/>
              <p:nvPr/>
            </p:nvPicPr>
            <p:blipFill>
              <a:blip r:embed="rId4"/>
              <a:stretch>
                <a:fillRect/>
              </a:stretch>
            </p:blipFill>
            <p:spPr>
              <a:xfrm>
                <a:off x="6614280" y="2649240"/>
                <a:ext cx="5365440" cy="2490120"/>
              </a:xfrm>
              <a:prstGeom prst="rect">
                <a:avLst/>
              </a:prstGeom>
            </p:spPr>
          </p:pic>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14"/>
          <p:cNvSpPr txBox="1">
            <a:spLocks noGrp="1"/>
          </p:cNvSpPr>
          <p:nvPr>
            <p:ph type="title"/>
          </p:nvPr>
        </p:nvSpPr>
        <p:spPr>
          <a:xfrm>
            <a:off x="917448" y="484632"/>
            <a:ext cx="10058400" cy="160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EXAMPLE (CONT’D)</a:t>
            </a:r>
            <a:endParaRPr/>
          </a:p>
        </p:txBody>
      </p:sp>
      <p:sp>
        <p:nvSpPr>
          <p:cNvPr id="308" name="Google Shape;308;p14"/>
          <p:cNvSpPr txBox="1">
            <a:spLocks noGrp="1"/>
          </p:cNvSpPr>
          <p:nvPr>
            <p:ph sz="quarter" idx="1"/>
          </p:nvPr>
        </p:nvSpPr>
        <p:spPr>
          <a:xfrm>
            <a:off x="1069848" y="2121408"/>
            <a:ext cx="4903249"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dirty="0"/>
              <a:t>Step 3 (Exploratory data analysis)</a:t>
            </a:r>
            <a:endParaRPr dirty="0"/>
          </a:p>
          <a:p>
            <a:pPr marL="457200" lvl="1" indent="-182880" algn="l" rtl="0">
              <a:lnSpc>
                <a:spcPct val="90000"/>
              </a:lnSpc>
              <a:spcBef>
                <a:spcPts val="400"/>
              </a:spcBef>
              <a:spcAft>
                <a:spcPts val="0"/>
              </a:spcAft>
              <a:buSzPts val="1530"/>
              <a:buChar char="▪"/>
            </a:pPr>
            <a:r>
              <a:rPr lang="en-US" dirty="0"/>
              <a:t>How long do customers wait for a bus on an average?</a:t>
            </a:r>
            <a:endParaRPr dirty="0"/>
          </a:p>
          <a:p>
            <a:pPr marL="457200" lvl="1" indent="-85725" algn="l" rtl="0">
              <a:lnSpc>
                <a:spcPct val="90000"/>
              </a:lnSpc>
              <a:spcBef>
                <a:spcPts val="600"/>
              </a:spcBef>
              <a:spcAft>
                <a:spcPts val="0"/>
              </a:spcAft>
              <a:buSzPts val="1530"/>
              <a:buNone/>
            </a:pPr>
            <a:endParaRPr dirty="0"/>
          </a:p>
        </p:txBody>
      </p:sp>
      <p:sp>
        <p:nvSpPr>
          <p:cNvPr id="309" name="Google Shape;309;p14"/>
          <p:cNvSpPr txBox="1"/>
          <p:nvPr/>
        </p:nvSpPr>
        <p:spPr>
          <a:xfrm>
            <a:off x="5715591" y="1846370"/>
            <a:ext cx="5558961" cy="911391"/>
          </a:xfrm>
          <a:prstGeom prst="rect">
            <a:avLst/>
          </a:prstGeom>
          <a:noFill/>
          <a:ln>
            <a:noFill/>
          </a:ln>
        </p:spPr>
        <p:txBody>
          <a:bodyPr spcFirstLastPara="1" wrap="square" lIns="91425" tIns="45700" rIns="91425" bIns="45700" anchor="t" anchorCtr="0">
            <a:noAutofit/>
          </a:bodyPr>
          <a:lstStyle/>
          <a:p>
            <a:pPr marL="457200" marR="0" lvl="1" indent="-182880" algn="l" rtl="0">
              <a:lnSpc>
                <a:spcPct val="90000"/>
              </a:lnSpc>
              <a:spcBef>
                <a:spcPts val="0"/>
              </a:spcBef>
              <a:spcAft>
                <a:spcPts val="0"/>
              </a:spcAft>
              <a:buClr>
                <a:srgbClr val="9E3611"/>
              </a:buClr>
              <a:buSzPts val="1530"/>
              <a:buFont typeface="Noto Sans Symbols"/>
              <a:buChar char="▪"/>
            </a:pPr>
            <a:r>
              <a:rPr lang="en-US" sz="2000" dirty="0">
                <a:solidFill>
                  <a:schemeClr val="dk1"/>
                </a:solidFill>
                <a:latin typeface="Rockwell"/>
                <a:ea typeface="Rockwell"/>
                <a:cs typeface="Rockwell"/>
                <a:sym typeface="Rockwell"/>
              </a:rPr>
              <a:t>I</a:t>
            </a:r>
            <a:r>
              <a:rPr lang="en-US" sz="2000" b="0" i="0" u="none" strike="noStrike" cap="none" dirty="0">
                <a:solidFill>
                  <a:schemeClr val="dk1"/>
                </a:solidFill>
                <a:latin typeface="Rockwell"/>
                <a:ea typeface="Rockwell"/>
                <a:cs typeface="Rockwell"/>
                <a:sym typeface="Rockwell"/>
              </a:rPr>
              <a:t>f I leave now how long before I catch my bus?</a:t>
            </a:r>
            <a:endParaRPr sz="1600" b="0" i="0" u="none" strike="noStrike" cap="none" dirty="0">
              <a:solidFill>
                <a:srgbClr val="000000"/>
              </a:solidFill>
              <a:latin typeface="Arial"/>
              <a:ea typeface="Arial"/>
              <a:cs typeface="Arial"/>
              <a:sym typeface="Arial"/>
            </a:endParaRPr>
          </a:p>
          <a:p>
            <a:pPr marL="731520" marR="0" lvl="2" indent="-182879" algn="l" rtl="0">
              <a:lnSpc>
                <a:spcPct val="90000"/>
              </a:lnSpc>
              <a:spcBef>
                <a:spcPts val="600"/>
              </a:spcBef>
              <a:spcAft>
                <a:spcPts val="0"/>
              </a:spcAft>
              <a:buClr>
                <a:srgbClr val="9E3611"/>
              </a:buClr>
              <a:buSzPts val="1360"/>
              <a:buFont typeface="Noto Sans Symbols"/>
              <a:buChar char="▪"/>
            </a:pPr>
            <a:r>
              <a:rPr lang="en-US" b="0" i="0" u="none" strike="noStrike" cap="none" dirty="0">
                <a:solidFill>
                  <a:schemeClr val="dk1"/>
                </a:solidFill>
                <a:latin typeface="Rockwell"/>
                <a:ea typeface="Rockwell"/>
                <a:cs typeface="Rockwell"/>
                <a:sym typeface="Rockwell"/>
              </a:rPr>
              <a:t>Can do simple prediction based on counts!</a:t>
            </a:r>
            <a:endParaRPr sz="1600" b="0" i="0" u="none" strike="noStrike" cap="none" dirty="0">
              <a:solidFill>
                <a:srgbClr val="000000"/>
              </a:solidFill>
              <a:latin typeface="Arial"/>
              <a:ea typeface="Arial"/>
              <a:cs typeface="Arial"/>
              <a:sym typeface="Arial"/>
            </a:endParaRPr>
          </a:p>
          <a:p>
            <a:pPr marL="182880" marR="0" lvl="0" indent="-74928" algn="l" rtl="0">
              <a:lnSpc>
                <a:spcPct val="90000"/>
              </a:lnSpc>
              <a:spcBef>
                <a:spcPts val="1400"/>
              </a:spcBef>
              <a:spcAft>
                <a:spcPts val="0"/>
              </a:spcAft>
              <a:buClr>
                <a:srgbClr val="9E3611"/>
              </a:buClr>
              <a:buSzPts val="1700"/>
              <a:buFont typeface="Noto Sans Symbols"/>
              <a:buNone/>
            </a:pPr>
            <a:endParaRPr sz="2400" b="0" i="0" u="none" strike="noStrike" cap="none" dirty="0">
              <a:solidFill>
                <a:schemeClr val="dk1"/>
              </a:solidFill>
              <a:latin typeface="Rockwell"/>
              <a:ea typeface="Rockwell"/>
              <a:cs typeface="Rockwell"/>
              <a:sym typeface="Rockwell"/>
            </a:endParaRPr>
          </a:p>
          <a:p>
            <a:pPr marL="182880" marR="0" lvl="0" indent="-74928" algn="l" rtl="0">
              <a:lnSpc>
                <a:spcPct val="90000"/>
              </a:lnSpc>
              <a:spcBef>
                <a:spcPts val="1200"/>
              </a:spcBef>
              <a:spcAft>
                <a:spcPts val="0"/>
              </a:spcAft>
              <a:buClr>
                <a:srgbClr val="9E3611"/>
              </a:buClr>
              <a:buSzPts val="1700"/>
              <a:buFont typeface="Noto Sans Symbols"/>
              <a:buNone/>
            </a:pPr>
            <a:endParaRPr sz="2400" b="0" i="0" u="none" strike="noStrike" cap="none" dirty="0">
              <a:solidFill>
                <a:schemeClr val="dk1"/>
              </a:solidFill>
              <a:latin typeface="Rockwell"/>
              <a:ea typeface="Rockwell"/>
              <a:cs typeface="Rockwell"/>
              <a:sym typeface="Rockwell"/>
            </a:endParaRPr>
          </a:p>
          <a:p>
            <a:pPr marL="182880" marR="0" lvl="0" indent="-74928" algn="l" rtl="0">
              <a:lnSpc>
                <a:spcPct val="90000"/>
              </a:lnSpc>
              <a:spcBef>
                <a:spcPts val="1200"/>
              </a:spcBef>
              <a:spcAft>
                <a:spcPts val="0"/>
              </a:spcAft>
              <a:buClr>
                <a:srgbClr val="9E3611"/>
              </a:buClr>
              <a:buSzPts val="1700"/>
              <a:buFont typeface="Noto Sans Symbols"/>
              <a:buNone/>
            </a:pPr>
            <a:endParaRPr sz="2400" b="0" i="0" u="none" strike="noStrike" cap="none" dirty="0">
              <a:solidFill>
                <a:schemeClr val="dk1"/>
              </a:solidFill>
              <a:latin typeface="Rockwell"/>
              <a:ea typeface="Rockwell"/>
              <a:cs typeface="Rockwell"/>
              <a:sym typeface="Rockwell"/>
            </a:endParaRPr>
          </a:p>
          <a:p>
            <a:pPr marL="182880" marR="0" lvl="0" indent="-74928" algn="l" rtl="0">
              <a:lnSpc>
                <a:spcPct val="90000"/>
              </a:lnSpc>
              <a:spcBef>
                <a:spcPts val="1200"/>
              </a:spcBef>
              <a:spcAft>
                <a:spcPts val="0"/>
              </a:spcAft>
              <a:buClr>
                <a:srgbClr val="9E3611"/>
              </a:buClr>
              <a:buSzPts val="1700"/>
              <a:buFont typeface="Noto Sans Symbols"/>
              <a:buNone/>
            </a:pPr>
            <a:endParaRPr sz="2400" b="0" i="0" u="none" strike="noStrike" cap="none" dirty="0">
              <a:solidFill>
                <a:schemeClr val="dk1"/>
              </a:solidFill>
              <a:latin typeface="Rockwell"/>
              <a:ea typeface="Rockwell"/>
              <a:cs typeface="Rockwell"/>
              <a:sym typeface="Rockwell"/>
            </a:endParaRPr>
          </a:p>
          <a:p>
            <a:pPr marL="182880" marR="0" lvl="0" indent="-74928" algn="l" rtl="0">
              <a:lnSpc>
                <a:spcPct val="90000"/>
              </a:lnSpc>
              <a:spcBef>
                <a:spcPts val="1200"/>
              </a:spcBef>
              <a:spcAft>
                <a:spcPts val="0"/>
              </a:spcAft>
              <a:buClr>
                <a:srgbClr val="9E3611"/>
              </a:buClr>
              <a:buSzPts val="1700"/>
              <a:buFont typeface="Noto Sans Symbols"/>
              <a:buNone/>
            </a:pPr>
            <a:endParaRPr sz="2400" b="0" i="0" u="none" strike="noStrike" cap="none" dirty="0">
              <a:solidFill>
                <a:schemeClr val="dk1"/>
              </a:solidFill>
              <a:latin typeface="Rockwell"/>
              <a:ea typeface="Rockwell"/>
              <a:cs typeface="Rockwell"/>
              <a:sym typeface="Rockwell"/>
            </a:endParaRPr>
          </a:p>
        </p:txBody>
      </p:sp>
      <p:sp>
        <p:nvSpPr>
          <p:cNvPr id="310" name="Google Shape;310;p14"/>
          <p:cNvSpPr/>
          <p:nvPr/>
        </p:nvSpPr>
        <p:spPr>
          <a:xfrm>
            <a:off x="6814163" y="45041"/>
            <a:ext cx="5181000" cy="1015800"/>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222222"/>
                </a:solidFill>
                <a:latin typeface="Rockwell"/>
                <a:ea typeface="Rockwell"/>
                <a:cs typeface="Rockwell"/>
                <a:sym typeface="Rockwell"/>
              </a:rPr>
              <a:t>Exploratory data analysis (EDA): the process of discovering traits about our data that inform future analysis.</a:t>
            </a:r>
            <a:endParaRPr sz="2000" b="0" i="0" u="none" strike="noStrike" cap="none">
              <a:solidFill>
                <a:schemeClr val="dk1"/>
              </a:solidFill>
              <a:latin typeface="Rockwell"/>
              <a:ea typeface="Rockwell"/>
              <a:cs typeface="Rockwell"/>
              <a:sym typeface="Rockwell"/>
            </a:endParaRPr>
          </a:p>
        </p:txBody>
      </p:sp>
      <p:pic>
        <p:nvPicPr>
          <p:cNvPr id="311" name="Google Shape;311;p14"/>
          <p:cNvPicPr preferRelativeResize="0"/>
          <p:nvPr/>
        </p:nvPicPr>
        <p:blipFill rotWithShape="1">
          <a:blip r:embed="rId3"/>
          <a:srcRect/>
          <a:stretch/>
        </p:blipFill>
        <p:spPr>
          <a:xfrm>
            <a:off x="1305626" y="3362633"/>
            <a:ext cx="4431691" cy="2954461"/>
          </a:xfrm>
          <a:prstGeom prst="rect">
            <a:avLst/>
          </a:prstGeom>
          <a:noFill/>
          <a:ln>
            <a:noFill/>
          </a:ln>
        </p:spPr>
      </p:pic>
      <p:graphicFrame>
        <p:nvGraphicFramePr>
          <p:cNvPr id="2" name="Table 1">
            <a:extLst>
              <a:ext uri="{FF2B5EF4-FFF2-40B4-BE49-F238E27FC236}">
                <a16:creationId xmlns:a16="http://schemas.microsoft.com/office/drawing/2014/main" id="{FE352051-1769-2949-49BF-8E77C6516CDF}"/>
              </a:ext>
            </a:extLst>
          </p:cNvPr>
          <p:cNvGraphicFramePr>
            <a:graphicFrameLocks noGrp="1"/>
          </p:cNvGraphicFramePr>
          <p:nvPr>
            <p:extLst>
              <p:ext uri="{D42A27DB-BD31-4B8C-83A1-F6EECF244321}">
                <p14:modId xmlns:p14="http://schemas.microsoft.com/office/powerpoint/2010/main" val="2910444589"/>
              </p:ext>
            </p:extLst>
          </p:nvPr>
        </p:nvGraphicFramePr>
        <p:xfrm>
          <a:off x="6096000" y="3049524"/>
          <a:ext cx="5391260" cy="2194560"/>
        </p:xfrm>
        <a:graphic>
          <a:graphicData uri="http://schemas.openxmlformats.org/drawingml/2006/table">
            <a:tbl>
              <a:tblPr firstRow="1" bandRow="1">
                <a:tableStyleId>{CA29F83C-5B16-4E0F-93E5-201A7CBD518D}</a:tableStyleId>
              </a:tblPr>
              <a:tblGrid>
                <a:gridCol w="1567795">
                  <a:extLst>
                    <a:ext uri="{9D8B030D-6E8A-4147-A177-3AD203B41FA5}">
                      <a16:colId xmlns:a16="http://schemas.microsoft.com/office/drawing/2014/main" val="4058007663"/>
                    </a:ext>
                  </a:extLst>
                </a:gridCol>
                <a:gridCol w="1303283">
                  <a:extLst>
                    <a:ext uri="{9D8B030D-6E8A-4147-A177-3AD203B41FA5}">
                      <a16:colId xmlns:a16="http://schemas.microsoft.com/office/drawing/2014/main" val="601623727"/>
                    </a:ext>
                  </a:extLst>
                </a:gridCol>
                <a:gridCol w="1429407">
                  <a:extLst>
                    <a:ext uri="{9D8B030D-6E8A-4147-A177-3AD203B41FA5}">
                      <a16:colId xmlns:a16="http://schemas.microsoft.com/office/drawing/2014/main" val="3005615788"/>
                    </a:ext>
                  </a:extLst>
                </a:gridCol>
                <a:gridCol w="1090775">
                  <a:extLst>
                    <a:ext uri="{9D8B030D-6E8A-4147-A177-3AD203B41FA5}">
                      <a16:colId xmlns:a16="http://schemas.microsoft.com/office/drawing/2014/main" val="4041445392"/>
                    </a:ext>
                  </a:extLst>
                </a:gridCol>
              </a:tblGrid>
              <a:tr h="320064">
                <a:tc>
                  <a:txBody>
                    <a:bodyPr/>
                    <a:lstStyle/>
                    <a:p>
                      <a:r>
                        <a:rPr lang="en-US" dirty="0"/>
                        <a:t>Wait time</a:t>
                      </a:r>
                    </a:p>
                  </a:txBody>
                  <a:tcPr>
                    <a:solidFill>
                      <a:schemeClr val="accent2"/>
                    </a:solidFill>
                  </a:tcPr>
                </a:tc>
                <a:tc>
                  <a:txBody>
                    <a:bodyPr/>
                    <a:lstStyle/>
                    <a:p>
                      <a:r>
                        <a:rPr lang="en-US" dirty="0"/>
                        <a:t>&gt;=5 mins</a:t>
                      </a:r>
                    </a:p>
                  </a:txBody>
                  <a:tcPr>
                    <a:solidFill>
                      <a:schemeClr val="accent2"/>
                    </a:solidFill>
                  </a:tcPr>
                </a:tc>
                <a:tc>
                  <a:txBody>
                    <a:bodyPr/>
                    <a:lstStyle/>
                    <a:p>
                      <a:r>
                        <a:rPr lang="en-US" dirty="0"/>
                        <a:t>&lt;=5 mins</a:t>
                      </a:r>
                    </a:p>
                  </a:txBody>
                  <a:tcPr>
                    <a:solidFill>
                      <a:schemeClr val="accent2"/>
                    </a:solidFill>
                  </a:tcPr>
                </a:tc>
                <a:tc>
                  <a:txBody>
                    <a:bodyPr/>
                    <a:lstStyle/>
                    <a:p>
                      <a:r>
                        <a:rPr lang="en-US" dirty="0"/>
                        <a:t>All</a:t>
                      </a:r>
                    </a:p>
                  </a:txBody>
                  <a:tcPr>
                    <a:solidFill>
                      <a:schemeClr val="accent2"/>
                    </a:solidFill>
                  </a:tcPr>
                </a:tc>
                <a:extLst>
                  <a:ext uri="{0D108BD9-81ED-4DB2-BD59-A6C34878D82A}">
                    <a16:rowId xmlns:a16="http://schemas.microsoft.com/office/drawing/2014/main" val="763508297"/>
                  </a:ext>
                </a:extLst>
              </a:tr>
              <a:tr h="320064">
                <a:tc>
                  <a:txBody>
                    <a:bodyPr/>
                    <a:lstStyle/>
                    <a:p>
                      <a:r>
                        <a:rPr lang="en-US" dirty="0"/>
                        <a:t>Current time</a:t>
                      </a:r>
                    </a:p>
                  </a:txBody>
                  <a:tcPr>
                    <a:solidFill>
                      <a:schemeClr val="accent2"/>
                    </a:solidFill>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46664375"/>
                  </a:ext>
                </a:extLst>
              </a:tr>
              <a:tr h="320064">
                <a:tc>
                  <a:txBody>
                    <a:bodyPr/>
                    <a:lstStyle/>
                    <a:p>
                      <a:r>
                        <a:rPr lang="en-US" dirty="0"/>
                        <a:t>08:00</a:t>
                      </a:r>
                    </a:p>
                  </a:txBody>
                  <a:tcPr>
                    <a:solidFill>
                      <a:schemeClr val="accent2"/>
                    </a:solidFill>
                  </a:tcPr>
                </a:tc>
                <a:tc>
                  <a:txBody>
                    <a:bodyPr/>
                    <a:lstStyle/>
                    <a:p>
                      <a:r>
                        <a:rPr lang="en-US" dirty="0"/>
                        <a:t>50</a:t>
                      </a:r>
                    </a:p>
                  </a:txBody>
                  <a:tcPr/>
                </a:tc>
                <a:tc>
                  <a:txBody>
                    <a:bodyPr/>
                    <a:lstStyle/>
                    <a:p>
                      <a:r>
                        <a:rPr lang="en-US" dirty="0"/>
                        <a:t>150</a:t>
                      </a:r>
                    </a:p>
                  </a:txBody>
                  <a:tcPr/>
                </a:tc>
                <a:tc>
                  <a:txBody>
                    <a:bodyPr/>
                    <a:lstStyle/>
                    <a:p>
                      <a:r>
                        <a:rPr lang="en-US" dirty="0"/>
                        <a:t>200</a:t>
                      </a:r>
                    </a:p>
                  </a:txBody>
                  <a:tcPr/>
                </a:tc>
                <a:extLst>
                  <a:ext uri="{0D108BD9-81ED-4DB2-BD59-A6C34878D82A}">
                    <a16:rowId xmlns:a16="http://schemas.microsoft.com/office/drawing/2014/main" val="1521336660"/>
                  </a:ext>
                </a:extLst>
              </a:tr>
              <a:tr h="320064">
                <a:tc>
                  <a:txBody>
                    <a:bodyPr/>
                    <a:lstStyle/>
                    <a:p>
                      <a:r>
                        <a:rPr lang="en-US" dirty="0"/>
                        <a:t>08:30</a:t>
                      </a:r>
                    </a:p>
                  </a:txBody>
                  <a:tcPr>
                    <a:solidFill>
                      <a:schemeClr val="accent2"/>
                    </a:solidFill>
                  </a:tcPr>
                </a:tc>
                <a:tc>
                  <a:txBody>
                    <a:bodyPr/>
                    <a:lstStyle/>
                    <a:p>
                      <a:r>
                        <a:rPr lang="en-US" dirty="0"/>
                        <a:t>90</a:t>
                      </a:r>
                    </a:p>
                  </a:txBody>
                  <a:tcPr/>
                </a:tc>
                <a:tc>
                  <a:txBody>
                    <a:bodyPr/>
                    <a:lstStyle/>
                    <a:p>
                      <a:r>
                        <a:rPr lang="en-US" dirty="0"/>
                        <a:t>110</a:t>
                      </a:r>
                    </a:p>
                  </a:txBody>
                  <a:tcPr/>
                </a:tc>
                <a:tc>
                  <a:txBody>
                    <a:bodyPr/>
                    <a:lstStyle/>
                    <a:p>
                      <a:r>
                        <a:rPr lang="en-US" dirty="0"/>
                        <a:t>200</a:t>
                      </a:r>
                    </a:p>
                  </a:txBody>
                  <a:tcPr/>
                </a:tc>
                <a:extLst>
                  <a:ext uri="{0D108BD9-81ED-4DB2-BD59-A6C34878D82A}">
                    <a16:rowId xmlns:a16="http://schemas.microsoft.com/office/drawing/2014/main" val="1146551887"/>
                  </a:ext>
                </a:extLst>
              </a:tr>
              <a:tr h="320064">
                <a:tc>
                  <a:txBody>
                    <a:bodyPr/>
                    <a:lstStyle/>
                    <a:p>
                      <a:r>
                        <a:rPr lang="en-US" dirty="0"/>
                        <a:t>09:00</a:t>
                      </a:r>
                    </a:p>
                  </a:txBody>
                  <a:tcPr>
                    <a:solidFill>
                      <a:schemeClr val="accent2"/>
                    </a:solidFill>
                  </a:tcPr>
                </a:tc>
                <a:tc>
                  <a:txBody>
                    <a:bodyPr/>
                    <a:lstStyle/>
                    <a:p>
                      <a:r>
                        <a:rPr lang="en-US" dirty="0"/>
                        <a:t>120</a:t>
                      </a:r>
                    </a:p>
                  </a:txBody>
                  <a:tcPr/>
                </a:tc>
                <a:tc>
                  <a:txBody>
                    <a:bodyPr/>
                    <a:lstStyle/>
                    <a:p>
                      <a:r>
                        <a:rPr lang="en-US" dirty="0"/>
                        <a:t>80</a:t>
                      </a:r>
                    </a:p>
                  </a:txBody>
                  <a:tcPr/>
                </a:tc>
                <a:tc>
                  <a:txBody>
                    <a:bodyPr/>
                    <a:lstStyle/>
                    <a:p>
                      <a:r>
                        <a:rPr lang="en-US" dirty="0"/>
                        <a:t>200</a:t>
                      </a:r>
                    </a:p>
                  </a:txBody>
                  <a:tcPr/>
                </a:tc>
                <a:extLst>
                  <a:ext uri="{0D108BD9-81ED-4DB2-BD59-A6C34878D82A}">
                    <a16:rowId xmlns:a16="http://schemas.microsoft.com/office/drawing/2014/main" val="1076410674"/>
                  </a:ext>
                </a:extLst>
              </a:tr>
              <a:tr h="320064">
                <a:tc>
                  <a:txBody>
                    <a:bodyPr/>
                    <a:lstStyle/>
                    <a:p>
                      <a:r>
                        <a:rPr lang="en-US" dirty="0"/>
                        <a:t>…</a:t>
                      </a:r>
                    </a:p>
                  </a:txBody>
                  <a:tcPr>
                    <a:solidFill>
                      <a:schemeClr val="accent2"/>
                    </a:solidFill>
                  </a:tcPr>
                </a:tc>
                <a:tc>
                  <a:txBody>
                    <a:bodyPr/>
                    <a:lstStyle/>
                    <a:p>
                      <a:r>
                        <a:rPr lang="en-US" dirty="0"/>
                        <a:t>…</a:t>
                      </a:r>
                    </a:p>
                  </a:txBody>
                  <a:tcPr/>
                </a:tc>
                <a:tc>
                  <a:txBody>
                    <a:bodyPr/>
                    <a:lstStyle/>
                    <a:p>
                      <a:r>
                        <a:rPr lang="en-US" dirty="0"/>
                        <a:t>…</a:t>
                      </a:r>
                    </a:p>
                  </a:txBody>
                  <a:tcPr/>
                </a:tc>
                <a:tc>
                  <a:txBody>
                    <a:bodyPr/>
                    <a:lstStyle/>
                    <a:p>
                      <a:r>
                        <a:rPr lang="en-US" dirty="0"/>
                        <a:t>…</a:t>
                      </a:r>
                    </a:p>
                  </a:txBody>
                  <a:tcPr/>
                </a:tc>
                <a:extLst>
                  <a:ext uri="{0D108BD9-81ED-4DB2-BD59-A6C34878D82A}">
                    <a16:rowId xmlns:a16="http://schemas.microsoft.com/office/drawing/2014/main" val="332890844"/>
                  </a:ext>
                </a:extLst>
              </a:tr>
            </a:tbl>
          </a:graphicData>
        </a:graphic>
      </p:graphicFrame>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D2CD1B27-BEF1-9267-0F2F-D60EEB26C248}"/>
                  </a:ext>
                </a:extLst>
              </p14:cNvPr>
              <p14:cNvContentPartPr/>
              <p14:nvPr/>
            </p14:nvContentPartPr>
            <p14:xfrm>
              <a:off x="1992600" y="3345840"/>
              <a:ext cx="2076480" cy="2790720"/>
            </p14:xfrm>
          </p:contentPart>
        </mc:Choice>
        <mc:Fallback xmlns="">
          <p:pic>
            <p:nvPicPr>
              <p:cNvPr id="3" name="Ink 2">
                <a:extLst>
                  <a:ext uri="{FF2B5EF4-FFF2-40B4-BE49-F238E27FC236}">
                    <a16:creationId xmlns:a16="http://schemas.microsoft.com/office/drawing/2014/main" id="{D2CD1B27-BEF1-9267-0F2F-D60EEB26C248}"/>
                  </a:ext>
                </a:extLst>
              </p:cNvPr>
              <p:cNvPicPr/>
              <p:nvPr/>
            </p:nvPicPr>
            <p:blipFill>
              <a:blip r:embed="rId5"/>
              <a:stretch>
                <a:fillRect/>
              </a:stretch>
            </p:blipFill>
            <p:spPr>
              <a:xfrm>
                <a:off x="1983240" y="3336480"/>
                <a:ext cx="2095200" cy="280944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0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1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EXAMPLE (CONT’D)</a:t>
            </a:r>
            <a:endParaRPr/>
          </a:p>
        </p:txBody>
      </p:sp>
      <p:sp>
        <p:nvSpPr>
          <p:cNvPr id="320" name="Google Shape;320;p15"/>
          <p:cNvSpPr txBox="1">
            <a:spLocks noGrp="1"/>
          </p:cNvSpPr>
          <p:nvPr>
            <p:ph sz="quarter" idx="1"/>
          </p:nvPr>
        </p:nvSpPr>
        <p:spPr>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dirty="0"/>
              <a:t>Step 4 (Draw conclusions)</a:t>
            </a:r>
            <a:endParaRPr dirty="0"/>
          </a:p>
          <a:p>
            <a:pPr marL="182880" lvl="0" indent="-182880" algn="l" rtl="0">
              <a:lnSpc>
                <a:spcPct val="90000"/>
              </a:lnSpc>
              <a:spcBef>
                <a:spcPts val="1200"/>
              </a:spcBef>
              <a:spcAft>
                <a:spcPts val="0"/>
              </a:spcAft>
              <a:buSzPts val="1700"/>
              <a:buChar char="▪"/>
            </a:pPr>
            <a:r>
              <a:rPr lang="en-US" dirty="0"/>
              <a:t>What can we learn from the arrival time data?</a:t>
            </a:r>
            <a:endParaRPr dirty="0"/>
          </a:p>
          <a:p>
            <a:pPr marL="457200" lvl="1" indent="-182880" algn="l" rtl="0">
              <a:lnSpc>
                <a:spcPct val="90000"/>
              </a:lnSpc>
              <a:spcBef>
                <a:spcPts val="400"/>
              </a:spcBef>
              <a:spcAft>
                <a:spcPts val="0"/>
              </a:spcAft>
              <a:buSzPts val="1530"/>
              <a:buChar char="▪"/>
            </a:pPr>
            <a:r>
              <a:rPr lang="en-US" dirty="0"/>
              <a:t>There are about 40, 000 buses that arrived at a bus stop over 2 months.</a:t>
            </a:r>
            <a:endParaRPr dirty="0"/>
          </a:p>
          <a:p>
            <a:pPr marL="457200" lvl="1" indent="-182880" algn="l" rtl="0">
              <a:lnSpc>
                <a:spcPct val="90000"/>
              </a:lnSpc>
              <a:spcBef>
                <a:spcPts val="600"/>
              </a:spcBef>
              <a:spcAft>
                <a:spcPts val="0"/>
              </a:spcAft>
              <a:buSzPts val="1530"/>
              <a:buChar char="▪"/>
            </a:pPr>
            <a:r>
              <a:rPr lang="en-US" dirty="0"/>
              <a:t>Many buses arrive earlier than scheduled. This was not very interesting!</a:t>
            </a:r>
            <a:endParaRPr dirty="0"/>
          </a:p>
          <a:p>
            <a:pPr marL="182880" lvl="0" indent="-182880" algn="l" rtl="0">
              <a:lnSpc>
                <a:spcPct val="90000"/>
              </a:lnSpc>
              <a:spcBef>
                <a:spcPts val="200"/>
              </a:spcBef>
              <a:spcAft>
                <a:spcPts val="0"/>
              </a:spcAft>
              <a:buSzPts val="1700"/>
              <a:buChar char="▪"/>
            </a:pPr>
            <a:r>
              <a:rPr lang="en-US" dirty="0"/>
              <a:t>If we use the customer arrival data, what can we learn about our customers’ wait times?</a:t>
            </a:r>
            <a:endParaRPr dirty="0"/>
          </a:p>
          <a:p>
            <a:pPr marL="457200" lvl="1" indent="-182880" algn="l" rtl="0">
              <a:lnSpc>
                <a:spcPct val="90000"/>
              </a:lnSpc>
              <a:spcBef>
                <a:spcPts val="400"/>
              </a:spcBef>
              <a:spcAft>
                <a:spcPts val="0"/>
              </a:spcAft>
              <a:buSzPts val="1530"/>
              <a:buChar char="▪"/>
            </a:pPr>
            <a:r>
              <a:rPr lang="en-US" dirty="0"/>
              <a:t>Estimated to be about 6.49 minutes.</a:t>
            </a:r>
            <a:endParaRPr dirty="0"/>
          </a:p>
          <a:p>
            <a:pPr marL="0" lvl="0" indent="0" algn="l" rtl="0">
              <a:lnSpc>
                <a:spcPct val="90000"/>
              </a:lnSpc>
              <a:spcBef>
                <a:spcPts val="1400"/>
              </a:spcBef>
              <a:spcAft>
                <a:spcPts val="0"/>
              </a:spcAft>
              <a:buSzPts val="1700"/>
              <a:buNone/>
            </a:pPr>
            <a:endParaRPr dirty="0"/>
          </a:p>
          <a:p>
            <a:pPr marL="0" lvl="0" indent="0" algn="l" rtl="0">
              <a:lnSpc>
                <a:spcPct val="90000"/>
              </a:lnSpc>
              <a:spcBef>
                <a:spcPts val="1200"/>
              </a:spcBef>
              <a:spcAft>
                <a:spcPts val="0"/>
              </a:spcAft>
              <a:buSzPts val="1700"/>
              <a:buNone/>
            </a:pPr>
            <a:r>
              <a:rPr lang="en-US" dirty="0"/>
              <a:t>We also did some fun exploration of the time of day but didn’t actually ask or answer any questions about it.</a:t>
            </a:r>
            <a:endParaRPr dirty="0"/>
          </a:p>
          <a:p>
            <a:pPr marL="182880" lvl="0" indent="-74928" algn="l" rtl="0">
              <a:lnSpc>
                <a:spcPct val="90000"/>
              </a:lnSpc>
              <a:spcBef>
                <a:spcPts val="1200"/>
              </a:spcBef>
              <a:spcAft>
                <a:spcPts val="0"/>
              </a:spcAft>
              <a:buSzPts val="1700"/>
              <a:buNone/>
            </a:pPr>
            <a:endParaRPr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ED396A61-5CC4-62AA-6099-A1B0A50628EC}"/>
                  </a:ext>
                </a:extLst>
              </p14:cNvPr>
              <p14:cNvContentPartPr/>
              <p14:nvPr/>
            </p14:nvContentPartPr>
            <p14:xfrm>
              <a:off x="2145240" y="3645000"/>
              <a:ext cx="6519960" cy="739080"/>
            </p14:xfrm>
          </p:contentPart>
        </mc:Choice>
        <mc:Fallback xmlns="">
          <p:pic>
            <p:nvPicPr>
              <p:cNvPr id="2" name="Ink 1">
                <a:extLst>
                  <a:ext uri="{FF2B5EF4-FFF2-40B4-BE49-F238E27FC236}">
                    <a16:creationId xmlns:a16="http://schemas.microsoft.com/office/drawing/2014/main" id="{ED396A61-5CC4-62AA-6099-A1B0A50628EC}"/>
                  </a:ext>
                </a:extLst>
              </p:cNvPr>
              <p:cNvPicPr/>
              <p:nvPr/>
            </p:nvPicPr>
            <p:blipFill>
              <a:blip r:embed="rId4"/>
              <a:stretch>
                <a:fillRect/>
              </a:stretch>
            </p:blipFill>
            <p:spPr>
              <a:xfrm>
                <a:off x="2135880" y="3635640"/>
                <a:ext cx="6538680" cy="757800"/>
              </a:xfrm>
              <a:prstGeom prst="rect">
                <a:avLst/>
              </a:prstGeom>
            </p:spPr>
          </p:pic>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1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PROVENANCE OF DATA</a:t>
            </a:r>
            <a:endParaRPr/>
          </a:p>
        </p:txBody>
      </p:sp>
      <p:sp>
        <p:nvSpPr>
          <p:cNvPr id="326" name="Google Shape;326;p18"/>
          <p:cNvSpPr txBox="1">
            <a:spLocks noGrp="1"/>
          </p:cNvSpPr>
          <p:nvPr>
            <p:ph sz="quarter" idx="1"/>
          </p:nvPr>
        </p:nvSpPr>
        <p:spPr>
          <a:prstGeom prst="rect">
            <a:avLst/>
          </a:prstGeom>
          <a:noFill/>
          <a:ln>
            <a:noFill/>
          </a:ln>
        </p:spPr>
        <p:txBody>
          <a:bodyPr spcFirstLastPara="1" wrap="square" lIns="91425" tIns="45700" rIns="91425" bIns="45700" anchor="t" anchorCtr="0">
            <a:normAutofit/>
          </a:bodyPr>
          <a:lstStyle/>
          <a:p>
            <a:pPr marL="182880" lvl="0" indent="-74928" algn="l" rtl="0">
              <a:lnSpc>
                <a:spcPct val="90000"/>
              </a:lnSpc>
              <a:spcBef>
                <a:spcPts val="0"/>
              </a:spcBef>
              <a:spcAft>
                <a:spcPts val="0"/>
              </a:spcAft>
              <a:buSzPts val="1700"/>
              <a:buNone/>
            </a:pPr>
            <a:endParaRPr/>
          </a:p>
          <a:p>
            <a:pPr marL="182880" lvl="0" indent="-182880" algn="l" rtl="0">
              <a:lnSpc>
                <a:spcPct val="90000"/>
              </a:lnSpc>
              <a:spcBef>
                <a:spcPts val="1200"/>
              </a:spcBef>
              <a:spcAft>
                <a:spcPts val="0"/>
              </a:spcAft>
              <a:buSzPts val="2100"/>
              <a:buChar char="▪"/>
            </a:pPr>
            <a:r>
              <a:rPr lang="en-US" sz="2400"/>
              <a:t>Provenance: “the place of origin of something”</a:t>
            </a:r>
            <a:endParaRPr sz="2400"/>
          </a:p>
          <a:p>
            <a:pPr marL="182880" lvl="0" indent="-74928" algn="l" rtl="0">
              <a:lnSpc>
                <a:spcPct val="90000"/>
              </a:lnSpc>
              <a:spcBef>
                <a:spcPts val="1200"/>
              </a:spcBef>
              <a:spcAft>
                <a:spcPts val="0"/>
              </a:spcAft>
              <a:buSzPts val="1700"/>
              <a:buNone/>
            </a:pPr>
            <a:endParaRPr sz="2400"/>
          </a:p>
          <a:p>
            <a:pPr marL="182880" lvl="0" indent="-182880" algn="l" rtl="0">
              <a:lnSpc>
                <a:spcPct val="90000"/>
              </a:lnSpc>
              <a:spcBef>
                <a:spcPts val="1200"/>
              </a:spcBef>
              <a:spcAft>
                <a:spcPts val="0"/>
              </a:spcAft>
              <a:buSzPts val="2100"/>
              <a:buChar char="▪"/>
            </a:pPr>
            <a:r>
              <a:rPr lang="en-US" sz="2400"/>
              <a:t>In other words, where did the data come from? What are the data biases you should be aware of?</a:t>
            </a:r>
            <a:endParaRPr sz="2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2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LITERARY DIGEST, 1936</a:t>
            </a:r>
            <a:endParaRPr/>
          </a:p>
        </p:txBody>
      </p:sp>
      <p:sp>
        <p:nvSpPr>
          <p:cNvPr id="341" name="Google Shape;341;p20"/>
          <p:cNvSpPr txBox="1">
            <a:spLocks noGrp="1"/>
          </p:cNvSpPr>
          <p:nvPr>
            <p:ph sz="quarter" idx="1"/>
          </p:nvPr>
        </p:nvSpPr>
        <p:spPr>
          <a:xfrm>
            <a:off x="760131" y="2093976"/>
            <a:ext cx="6333842" cy="4050792"/>
          </a:xfrm>
          <a:prstGeom prst="rect">
            <a:avLst/>
          </a:prstGeom>
          <a:noFill/>
          <a:ln>
            <a:noFill/>
          </a:ln>
        </p:spPr>
        <p:txBody>
          <a:bodyPr spcFirstLastPara="1" wrap="square" lIns="91425" tIns="45700" rIns="91425" bIns="45700" anchor="t" anchorCtr="0">
            <a:normAutofit fontScale="92500"/>
          </a:bodyPr>
          <a:lstStyle/>
          <a:p>
            <a:pPr marL="182880" lvl="0" indent="-182880" algn="l" rtl="0">
              <a:lnSpc>
                <a:spcPct val="90000"/>
              </a:lnSpc>
              <a:spcBef>
                <a:spcPts val="0"/>
              </a:spcBef>
              <a:spcAft>
                <a:spcPts val="0"/>
              </a:spcAft>
              <a:buSzPts val="1700"/>
              <a:buChar char="▪"/>
            </a:pPr>
            <a:r>
              <a:rPr lang="en-US"/>
              <a:t>The Literary Digest (popular magazine) polled and predicted correct candidate to win Presidential race in 1916, 1920, 1924, 1928, and 1932.</a:t>
            </a:r>
            <a:endParaRPr/>
          </a:p>
          <a:p>
            <a:pPr marL="182880" lvl="0" indent="-182880" algn="l" rtl="0">
              <a:lnSpc>
                <a:spcPct val="90000"/>
              </a:lnSpc>
              <a:spcBef>
                <a:spcPts val="1200"/>
              </a:spcBef>
              <a:spcAft>
                <a:spcPts val="0"/>
              </a:spcAft>
              <a:buSzPts val="1700"/>
              <a:buChar char="▪"/>
            </a:pPr>
            <a:r>
              <a:rPr lang="en-US">
                <a:solidFill>
                  <a:schemeClr val="dk1"/>
                </a:solidFill>
              </a:rPr>
              <a:t>In 1936:</a:t>
            </a:r>
            <a:endParaRPr/>
          </a:p>
          <a:p>
            <a:pPr marL="609585" lvl="0" indent="-474120" algn="l" rtl="0">
              <a:lnSpc>
                <a:spcPct val="90000"/>
              </a:lnSpc>
              <a:spcBef>
                <a:spcPts val="800"/>
              </a:spcBef>
              <a:spcAft>
                <a:spcPts val="0"/>
              </a:spcAft>
              <a:buClr>
                <a:schemeClr val="dk1"/>
              </a:buClr>
              <a:buSzPts val="2000"/>
              <a:buFont typeface="Calibri"/>
              <a:buChar char="●"/>
            </a:pPr>
            <a:r>
              <a:rPr lang="en-US">
                <a:solidFill>
                  <a:schemeClr val="dk1"/>
                </a:solidFill>
              </a:rPr>
              <a:t>~40 million voters expected (target population)</a:t>
            </a:r>
            <a:endParaRPr/>
          </a:p>
          <a:p>
            <a:pPr marL="609585" lvl="0" indent="-474120" algn="l" rtl="0">
              <a:lnSpc>
                <a:spcPct val="90000"/>
              </a:lnSpc>
              <a:spcBef>
                <a:spcPts val="1200"/>
              </a:spcBef>
              <a:spcAft>
                <a:spcPts val="0"/>
              </a:spcAft>
              <a:buClr>
                <a:schemeClr val="dk1"/>
              </a:buClr>
              <a:buSzPts val="2000"/>
              <a:buFont typeface="Calibri"/>
              <a:buChar char="●"/>
            </a:pPr>
            <a:r>
              <a:rPr lang="en-US">
                <a:solidFill>
                  <a:schemeClr val="dk1"/>
                </a:solidFill>
              </a:rPr>
              <a:t>Literary Digest sent out 10 million mock ballots (access frame), received back 2.4 million (sample)! </a:t>
            </a:r>
            <a:endParaRPr/>
          </a:p>
          <a:p>
            <a:pPr marL="609585" lvl="0" indent="-474120" algn="l" rtl="0">
              <a:lnSpc>
                <a:spcPct val="90000"/>
              </a:lnSpc>
              <a:spcBef>
                <a:spcPts val="1200"/>
              </a:spcBef>
              <a:spcAft>
                <a:spcPts val="0"/>
              </a:spcAft>
              <a:buClr>
                <a:schemeClr val="dk1"/>
              </a:buClr>
              <a:buSzPts val="2000"/>
              <a:buFont typeface="Calibri"/>
              <a:buChar char="●"/>
            </a:pPr>
            <a:r>
              <a:rPr lang="en-US">
                <a:solidFill>
                  <a:schemeClr val="dk1"/>
                </a:solidFill>
              </a:rPr>
              <a:t>Prediction: </a:t>
            </a:r>
            <a:r>
              <a:rPr lang="en-US" b="1">
                <a:solidFill>
                  <a:schemeClr val="dk1"/>
                </a:solidFill>
              </a:rPr>
              <a:t>Landon 57%</a:t>
            </a:r>
            <a:r>
              <a:rPr lang="en-US">
                <a:solidFill>
                  <a:schemeClr val="dk1"/>
                </a:solidFill>
              </a:rPr>
              <a:t>, Roosevelt 43%</a:t>
            </a:r>
            <a:endParaRPr/>
          </a:p>
          <a:p>
            <a:pPr marL="609585" lvl="0" indent="-474120" algn="l" rtl="0">
              <a:lnSpc>
                <a:spcPct val="90000"/>
              </a:lnSpc>
              <a:spcBef>
                <a:spcPts val="1200"/>
              </a:spcBef>
              <a:spcAft>
                <a:spcPts val="0"/>
              </a:spcAft>
              <a:buClr>
                <a:schemeClr val="dk1"/>
              </a:buClr>
              <a:buSzPts val="2000"/>
              <a:buFont typeface="Calibri"/>
              <a:buChar char="●"/>
            </a:pPr>
            <a:r>
              <a:rPr lang="en-US">
                <a:solidFill>
                  <a:schemeClr val="dk1"/>
                </a:solidFill>
              </a:rPr>
              <a:t>Actual result: Landon 38%, </a:t>
            </a:r>
            <a:r>
              <a:rPr lang="en-US" b="1">
                <a:solidFill>
                  <a:schemeClr val="dk1"/>
                </a:solidFill>
              </a:rPr>
              <a:t>Roosevelt 62%</a:t>
            </a:r>
            <a:r>
              <a:rPr lang="en-US">
                <a:solidFill>
                  <a:schemeClr val="dk1"/>
                </a:solidFill>
              </a:rPr>
              <a:t>.</a:t>
            </a:r>
            <a:endParaRPr/>
          </a:p>
          <a:p>
            <a:pPr marL="182880" lvl="0" indent="-74928" algn="l" rtl="0">
              <a:lnSpc>
                <a:spcPct val="90000"/>
              </a:lnSpc>
              <a:spcBef>
                <a:spcPts val="1200"/>
              </a:spcBef>
              <a:spcAft>
                <a:spcPts val="0"/>
              </a:spcAft>
              <a:buSzPts val="1700"/>
              <a:buNone/>
            </a:pPr>
            <a:endParaRPr/>
          </a:p>
        </p:txBody>
      </p:sp>
      <p:pic>
        <p:nvPicPr>
          <p:cNvPr id="342" name="Google Shape;342;p20"/>
          <p:cNvPicPr preferRelativeResize="0"/>
          <p:nvPr/>
        </p:nvPicPr>
        <p:blipFill rotWithShape="1">
          <a:blip r:embed="rId3">
            <a:alphaModFix/>
          </a:blip>
          <a:srcRect/>
          <a:stretch/>
        </p:blipFill>
        <p:spPr>
          <a:xfrm>
            <a:off x="7182462" y="2093976"/>
            <a:ext cx="4747661" cy="3492720"/>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45189710-87EC-CDA5-D4CC-01193F8AE805}"/>
                  </a:ext>
                </a:extLst>
              </p14:cNvPr>
              <p14:cNvContentPartPr/>
              <p14:nvPr/>
            </p14:nvContentPartPr>
            <p14:xfrm>
              <a:off x="1353960" y="423360"/>
              <a:ext cx="10032840" cy="4664880"/>
            </p14:xfrm>
          </p:contentPart>
        </mc:Choice>
        <mc:Fallback xmlns="">
          <p:pic>
            <p:nvPicPr>
              <p:cNvPr id="2" name="Ink 1">
                <a:extLst>
                  <a:ext uri="{FF2B5EF4-FFF2-40B4-BE49-F238E27FC236}">
                    <a16:creationId xmlns:a16="http://schemas.microsoft.com/office/drawing/2014/main" id="{45189710-87EC-CDA5-D4CC-01193F8AE805}"/>
                  </a:ext>
                </a:extLst>
              </p:cNvPr>
              <p:cNvPicPr/>
              <p:nvPr/>
            </p:nvPicPr>
            <p:blipFill>
              <a:blip r:embed="rId5"/>
              <a:stretch>
                <a:fillRect/>
              </a:stretch>
            </p:blipFill>
            <p:spPr>
              <a:xfrm>
                <a:off x="1344600" y="414000"/>
                <a:ext cx="10051560" cy="4683600"/>
              </a:xfrm>
              <a:prstGeom prst="rect">
                <a:avLst/>
              </a:prstGeom>
            </p:spPr>
          </p:pic>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LITERARY DIGEST, 1936: WHAT HAPPENED?</a:t>
            </a:r>
            <a:endParaRPr/>
          </a:p>
        </p:txBody>
      </p:sp>
      <p:sp>
        <p:nvSpPr>
          <p:cNvPr id="349" name="Google Shape;349;p21"/>
          <p:cNvSpPr txBox="1">
            <a:spLocks noGrp="1"/>
          </p:cNvSpPr>
          <p:nvPr>
            <p:ph sz="quarter" idx="1"/>
          </p:nvPr>
        </p:nvSpPr>
        <p:spPr>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000"/>
              <a:buChar char="▪"/>
            </a:pPr>
            <a:r>
              <a:rPr lang="en-US" sz="2300"/>
              <a:t>What do you think?</a:t>
            </a:r>
            <a:endParaRPr sz="2300"/>
          </a:p>
        </p:txBody>
      </p:sp>
      <p:pic>
        <p:nvPicPr>
          <p:cNvPr id="350" name="Google Shape;350;p21"/>
          <p:cNvPicPr preferRelativeResize="0"/>
          <p:nvPr/>
        </p:nvPicPr>
        <p:blipFill rotWithShape="1">
          <a:blip r:embed="rId3">
            <a:alphaModFix/>
          </a:blip>
          <a:srcRect/>
          <a:stretch/>
        </p:blipFill>
        <p:spPr>
          <a:xfrm>
            <a:off x="6696994" y="1991207"/>
            <a:ext cx="5190333" cy="3485467"/>
          </a:xfrm>
          <a:prstGeom prst="rect">
            <a:avLst/>
          </a:prstGeom>
          <a:noFill/>
          <a:ln>
            <a:noFill/>
          </a:ln>
        </p:spPr>
      </p:pic>
      <p:sp>
        <p:nvSpPr>
          <p:cNvPr id="351" name="Google Shape;351;p21"/>
          <p:cNvSpPr txBox="1"/>
          <p:nvPr/>
        </p:nvSpPr>
        <p:spPr>
          <a:xfrm>
            <a:off x="6696994" y="5608537"/>
            <a:ext cx="5665200" cy="6603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Rockwell"/>
                <a:ea typeface="Rockwell"/>
                <a:cs typeface="Rockwell"/>
                <a:sym typeface="Rockwell"/>
              </a:rPr>
              <a:t>The other side was a pocket mirror.</a:t>
            </a:r>
            <a:endParaRPr sz="2400" b="0" i="0" u="none" strike="noStrike" cap="none">
              <a:solidFill>
                <a:schemeClr val="dk1"/>
              </a:solidFill>
              <a:latin typeface="Rockwell"/>
              <a:ea typeface="Rockwell"/>
              <a:cs typeface="Rockwell"/>
              <a:sym typeface="Rockwe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2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LITERARY DIGEST, 1936: WHAT HAPPENED?</a:t>
            </a:r>
            <a:endParaRPr/>
          </a:p>
        </p:txBody>
      </p:sp>
      <p:sp>
        <p:nvSpPr>
          <p:cNvPr id="358" name="Google Shape;358;p22"/>
          <p:cNvSpPr txBox="1">
            <a:spLocks noGrp="1"/>
          </p:cNvSpPr>
          <p:nvPr>
            <p:ph sz="quarter" idx="1"/>
          </p:nvPr>
        </p:nvSpPr>
        <p:spPr>
          <a:xfrm>
            <a:off x="1069848" y="2121408"/>
            <a:ext cx="5271958" cy="4050792"/>
          </a:xfrm>
          <a:prstGeom prst="rect">
            <a:avLst/>
          </a:prstGeom>
          <a:noFill/>
          <a:ln>
            <a:noFill/>
          </a:ln>
        </p:spPr>
        <p:txBody>
          <a:bodyPr spcFirstLastPara="1" wrap="square" lIns="91425" tIns="45700" rIns="91425" bIns="45700" anchor="t" anchorCtr="0">
            <a:normAutofit fontScale="92500"/>
          </a:bodyPr>
          <a:lstStyle/>
          <a:p>
            <a:pPr marL="0" lvl="0" indent="0" algn="l" rtl="0">
              <a:lnSpc>
                <a:spcPct val="90000"/>
              </a:lnSpc>
              <a:spcBef>
                <a:spcPts val="0"/>
              </a:spcBef>
              <a:spcAft>
                <a:spcPts val="0"/>
              </a:spcAft>
              <a:buSzPts val="1700"/>
              <a:buNone/>
            </a:pPr>
            <a:r>
              <a:rPr lang="en-US"/>
              <a:t>A </a:t>
            </a:r>
            <a:r>
              <a:rPr lang="en-US" u="sng">
                <a:solidFill>
                  <a:schemeClr val="hlink"/>
                </a:solidFill>
              </a:rPr>
              <a:t>1988 study</a:t>
            </a:r>
            <a:r>
              <a:rPr lang="en-US"/>
              <a:t>* showed there were two major flaws:</a:t>
            </a:r>
            <a:endParaRPr/>
          </a:p>
          <a:p>
            <a:pPr marL="182880" lvl="0" indent="-182880" algn="l" rtl="0">
              <a:lnSpc>
                <a:spcPct val="90000"/>
              </a:lnSpc>
              <a:spcBef>
                <a:spcPts val="1200"/>
              </a:spcBef>
              <a:spcAft>
                <a:spcPts val="0"/>
              </a:spcAft>
              <a:buSzPts val="1700"/>
              <a:buChar char="▪"/>
            </a:pPr>
            <a:r>
              <a:rPr lang="en-US"/>
              <a:t>The 10 million voters who received mock ballots were not representative of the electorate (coverage and selection bias)</a:t>
            </a:r>
            <a:endParaRPr/>
          </a:p>
          <a:p>
            <a:pPr marL="457200" lvl="1" indent="-182880" algn="l" rtl="0">
              <a:lnSpc>
                <a:spcPct val="90000"/>
              </a:lnSpc>
              <a:spcBef>
                <a:spcPts val="400"/>
              </a:spcBef>
              <a:spcAft>
                <a:spcPts val="0"/>
              </a:spcAft>
              <a:buSzPts val="1530"/>
              <a:buChar char="▪"/>
            </a:pPr>
            <a:r>
              <a:rPr lang="en-US"/>
              <a:t>Drawn from wealthier voters</a:t>
            </a:r>
            <a:endParaRPr/>
          </a:p>
          <a:p>
            <a:pPr marL="182880" lvl="0" indent="-182880" algn="l" rtl="0">
              <a:lnSpc>
                <a:spcPct val="90000"/>
              </a:lnSpc>
              <a:spcBef>
                <a:spcPts val="200"/>
              </a:spcBef>
              <a:spcAft>
                <a:spcPts val="0"/>
              </a:spcAft>
              <a:buSzPts val="1700"/>
              <a:buChar char="▪"/>
            </a:pPr>
            <a:r>
              <a:rPr lang="en-US"/>
              <a:t>The 2.4 million who responded were not representative of those who received mock ballots (non-response bias)</a:t>
            </a:r>
            <a:endParaRPr/>
          </a:p>
          <a:p>
            <a:pPr marL="457200" lvl="1" indent="-182880" algn="l" rtl="0">
              <a:lnSpc>
                <a:spcPct val="90000"/>
              </a:lnSpc>
              <a:spcBef>
                <a:spcPts val="400"/>
              </a:spcBef>
              <a:spcAft>
                <a:spcPts val="0"/>
              </a:spcAft>
              <a:buSzPts val="1530"/>
              <a:buChar char="▪"/>
            </a:pPr>
            <a:r>
              <a:rPr lang="en-US"/>
              <a:t>More passionate voters more likely to respond</a:t>
            </a:r>
            <a:endParaRPr/>
          </a:p>
        </p:txBody>
      </p:sp>
      <p:pic>
        <p:nvPicPr>
          <p:cNvPr id="359" name="Google Shape;359;p22"/>
          <p:cNvPicPr preferRelativeResize="0"/>
          <p:nvPr/>
        </p:nvPicPr>
        <p:blipFill rotWithShape="1">
          <a:blip r:embed="rId3">
            <a:alphaModFix/>
          </a:blip>
          <a:srcRect/>
          <a:stretch/>
        </p:blipFill>
        <p:spPr>
          <a:xfrm>
            <a:off x="6696994" y="1991207"/>
            <a:ext cx="5190333" cy="3485467"/>
          </a:xfrm>
          <a:prstGeom prst="rect">
            <a:avLst/>
          </a:prstGeom>
          <a:noFill/>
          <a:ln>
            <a:noFill/>
          </a:ln>
        </p:spPr>
      </p:pic>
      <p:sp>
        <p:nvSpPr>
          <p:cNvPr id="360" name="Google Shape;360;p22"/>
          <p:cNvSpPr/>
          <p:nvPr/>
        </p:nvSpPr>
        <p:spPr>
          <a:xfrm>
            <a:off x="1069848" y="6480198"/>
            <a:ext cx="851473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Rockwell"/>
                <a:ea typeface="Rockwell"/>
                <a:cs typeface="Rockwell"/>
                <a:sym typeface="Rockwell"/>
              </a:rPr>
              <a:t>*Source: https://www.jstor.org/stable/2749114?seq=1#page_scan_tab_contents</a:t>
            </a:r>
            <a:endParaRPr sz="1400" b="0" i="0" u="none" strike="noStrike" cap="none">
              <a:solidFill>
                <a:srgbClr val="000000"/>
              </a:solidFill>
              <a:latin typeface="Arial"/>
              <a:ea typeface="Arial"/>
              <a:cs typeface="Arial"/>
              <a:sym typeface="Arial"/>
            </a:endParaRPr>
          </a:p>
        </p:txBody>
      </p:sp>
      <p:sp>
        <p:nvSpPr>
          <p:cNvPr id="361" name="Google Shape;361;p22"/>
          <p:cNvSpPr txBox="1"/>
          <p:nvPr/>
        </p:nvSpPr>
        <p:spPr>
          <a:xfrm>
            <a:off x="1069848" y="5864403"/>
            <a:ext cx="11707800" cy="866700"/>
          </a:xfrm>
          <a:prstGeom prst="rect">
            <a:avLst/>
          </a:prstGeom>
          <a:noFill/>
          <a:ln>
            <a:noFill/>
          </a:ln>
        </p:spPr>
        <p:txBody>
          <a:bodyPr spcFirstLastPara="1" wrap="square" lIns="121900" tIns="121900" rIns="121900" bIns="121900" anchor="t" anchorCtr="0">
            <a:noAutofit/>
          </a:bodyPr>
          <a:lstStyle/>
          <a:p>
            <a:pPr marL="0" marR="0" lvl="0" indent="0" algn="l" rtl="0">
              <a:lnSpc>
                <a:spcPct val="90000"/>
              </a:lnSpc>
              <a:spcBef>
                <a:spcPts val="1200"/>
              </a:spcBef>
              <a:spcAft>
                <a:spcPts val="0"/>
              </a:spcAft>
              <a:buClr>
                <a:srgbClr val="9E3611"/>
              </a:buClr>
              <a:buSzPts val="1700"/>
              <a:buFont typeface="Noto Sans Symbols"/>
              <a:buNone/>
            </a:pPr>
            <a:r>
              <a:rPr lang="en-US" sz="2000" b="0" i="0" u="none" strike="noStrike" cap="none">
                <a:solidFill>
                  <a:srgbClr val="FF0000"/>
                </a:solidFill>
                <a:latin typeface="Rockwell"/>
                <a:ea typeface="Rockwell"/>
                <a:cs typeface="Rockwell"/>
                <a:sym typeface="Rockwell"/>
              </a:rPr>
              <a:t>The fundamental problem: Poor data provenance. Big data ≠ good data.</a:t>
            </a:r>
            <a:endParaRPr sz="1400" b="0" i="0" u="none" strike="noStrike" cap="none">
              <a:solidFill>
                <a:srgbClr val="000000"/>
              </a:solidFill>
              <a:latin typeface="Arial"/>
              <a:ea typeface="Arial"/>
              <a:cs typeface="Arial"/>
              <a:sym typeface="Arial"/>
            </a:endParaRPr>
          </a:p>
        </p:txBody>
      </p:sp>
      <p:sp>
        <p:nvSpPr>
          <p:cNvPr id="362" name="Google Shape;362;p22"/>
          <p:cNvSpPr txBox="1"/>
          <p:nvPr/>
        </p:nvSpPr>
        <p:spPr>
          <a:xfrm>
            <a:off x="6696994" y="5454472"/>
            <a:ext cx="5665200" cy="6603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Rockwell"/>
                <a:ea typeface="Rockwell"/>
                <a:cs typeface="Rockwell"/>
                <a:sym typeface="Rockwell"/>
              </a:rPr>
              <a:t>The other side was a pocket mirror.</a:t>
            </a:r>
            <a:endParaRPr sz="2400" b="0" i="0" u="none" strike="noStrike" cap="none">
              <a:solidFill>
                <a:schemeClr val="dk1"/>
              </a:solidFill>
              <a:latin typeface="Rockwell"/>
              <a:ea typeface="Rockwell"/>
              <a:cs typeface="Rockwell"/>
              <a:sym typeface="Rockwe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1"/>
                                        </p:tgtEl>
                                        <p:attrNameLst>
                                          <p:attrName>style.visibility</p:attrName>
                                        </p:attrNameLst>
                                      </p:cBhvr>
                                      <p:to>
                                        <p:strVal val="visible"/>
                                      </p:to>
                                    </p:set>
                                    <p:animEffect transition="in" filter="fade">
                                      <p:cBhvr>
                                        <p:cTn id="7" dur="1"/>
                                        <p:tgtEl>
                                          <p:spTgt spid="361"/>
                                        </p:tgtEl>
                                      </p:cBhvr>
                                    </p:animEffect>
                                  </p:childTnLst>
                                </p:cTn>
                              </p:par>
                              <p:par>
                                <p:cTn id="8" presetID="1" presetClass="entr" presetSubtype="0" fill="hold" nodeType="withEffect">
                                  <p:stCondLst>
                                    <p:cond delay="0"/>
                                  </p:stCondLst>
                                  <p:childTnLst>
                                    <p:set>
                                      <p:cBhvr>
                                        <p:cTn id="9" dur="1" fill="hold">
                                          <p:stCondLst>
                                            <p:cond delay="0"/>
                                          </p:stCondLst>
                                        </p:cTn>
                                        <p:tgtEl>
                                          <p:spTgt spid="36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23"/>
          <p:cNvSpPr txBox="1">
            <a:spLocks noGrp="1"/>
          </p:cNvSpPr>
          <p:nvPr>
            <p:ph type="title"/>
          </p:nvPr>
        </p:nvSpPr>
        <p:spPr>
          <a:xfrm>
            <a:off x="1069850" y="484626"/>
            <a:ext cx="10058400" cy="1476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ct val="100000"/>
              <a:buFont typeface="Rockwell"/>
              <a:buNone/>
            </a:pPr>
            <a:r>
              <a:rPr lang="en-US"/>
              <a:t>BIG DATA CANNOT REASONABLY COMPENSATE FOR SAMPLE BIAS</a:t>
            </a:r>
            <a:endParaRPr/>
          </a:p>
        </p:txBody>
      </p:sp>
      <p:sp>
        <p:nvSpPr>
          <p:cNvPr id="369" name="Google Shape;369;p23"/>
          <p:cNvSpPr txBox="1">
            <a:spLocks noGrp="1"/>
          </p:cNvSpPr>
          <p:nvPr>
            <p:ph sz="quarter" idx="1"/>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700"/>
              <a:buNone/>
            </a:pPr>
            <a:r>
              <a:rPr lang="en-US"/>
              <a:t>Meng 2014, “I Got More Data, My Model is More Refined, but My Estimator is Getting Worse! Am I Just Dumb?” *</a:t>
            </a:r>
            <a:endParaRPr/>
          </a:p>
          <a:p>
            <a:pPr marL="0" lvl="0" indent="0" algn="l" rtl="0">
              <a:lnSpc>
                <a:spcPct val="90000"/>
              </a:lnSpc>
              <a:spcBef>
                <a:spcPts val="1200"/>
              </a:spcBef>
              <a:spcAft>
                <a:spcPts val="0"/>
              </a:spcAft>
              <a:buSzPts val="1700"/>
              <a:buNone/>
            </a:pPr>
            <a:endParaRPr/>
          </a:p>
          <a:p>
            <a:pPr marL="0" lvl="0" indent="0" algn="l" rtl="0">
              <a:lnSpc>
                <a:spcPct val="90000"/>
              </a:lnSpc>
              <a:spcBef>
                <a:spcPts val="1200"/>
              </a:spcBef>
              <a:spcAft>
                <a:spcPts val="0"/>
              </a:spcAft>
              <a:buSzPts val="1700"/>
              <a:buNone/>
            </a:pPr>
            <a:r>
              <a:rPr lang="en-US"/>
              <a:t>Meng observed that given two choices:</a:t>
            </a:r>
            <a:endParaRPr/>
          </a:p>
          <a:p>
            <a:pPr marL="182880" lvl="0" indent="-182880" algn="l" rtl="0">
              <a:lnSpc>
                <a:spcPct val="90000"/>
              </a:lnSpc>
              <a:spcBef>
                <a:spcPts val="1200"/>
              </a:spcBef>
              <a:spcAft>
                <a:spcPts val="0"/>
              </a:spcAft>
              <a:buSzPts val="1700"/>
              <a:buChar char="▪"/>
            </a:pPr>
            <a:r>
              <a:rPr lang="en-US"/>
              <a:t>A simple random sample (SRS) of 100 individuals.</a:t>
            </a:r>
            <a:endParaRPr/>
          </a:p>
          <a:p>
            <a:pPr marL="182880" lvl="0" indent="-182880" algn="l" rtl="0">
              <a:lnSpc>
                <a:spcPct val="90000"/>
              </a:lnSpc>
              <a:spcBef>
                <a:spcPts val="0"/>
              </a:spcBef>
              <a:spcAft>
                <a:spcPts val="0"/>
              </a:spcAft>
              <a:buSzPts val="1700"/>
              <a:buChar char="▪"/>
            </a:pPr>
            <a:r>
              <a:rPr lang="en-US"/>
              <a:t>An administrative dataset (AD) with a mild correlation between the thing you’re looking for and the probability of its being recorded</a:t>
            </a:r>
            <a:endParaRPr/>
          </a:p>
          <a:p>
            <a:pPr marL="457200" lvl="1" indent="-182880" algn="l" rtl="0">
              <a:lnSpc>
                <a:spcPct val="90000"/>
              </a:lnSpc>
              <a:spcBef>
                <a:spcPts val="0"/>
              </a:spcBef>
              <a:spcAft>
                <a:spcPts val="0"/>
              </a:spcAft>
              <a:buSzPts val="1530"/>
              <a:buChar char="▪"/>
            </a:pPr>
            <a:r>
              <a:rPr lang="en-US"/>
              <a:t>E.g., people in dataset more likely to vote for Landon than people not in dataset</a:t>
            </a:r>
            <a:endParaRPr/>
          </a:p>
          <a:p>
            <a:pPr marL="0" lvl="0" indent="0" algn="l" rtl="0">
              <a:lnSpc>
                <a:spcPct val="90000"/>
              </a:lnSpc>
              <a:spcBef>
                <a:spcPts val="1400"/>
              </a:spcBef>
              <a:spcAft>
                <a:spcPts val="0"/>
              </a:spcAft>
              <a:buSzPts val="1700"/>
              <a:buNone/>
            </a:pPr>
            <a:endParaRPr/>
          </a:p>
          <a:p>
            <a:pPr marL="0" lvl="0" indent="0" algn="l" rtl="0">
              <a:lnSpc>
                <a:spcPct val="90000"/>
              </a:lnSpc>
              <a:spcBef>
                <a:spcPts val="1200"/>
              </a:spcBef>
              <a:spcAft>
                <a:spcPts val="0"/>
              </a:spcAft>
              <a:buSzPts val="1700"/>
              <a:buNone/>
            </a:pPr>
            <a:r>
              <a:rPr lang="en-US"/>
              <a:t>The SRS can outperform ADs that include even 90% of the total population!</a:t>
            </a:r>
            <a:endParaRPr/>
          </a:p>
        </p:txBody>
      </p:sp>
      <p:sp>
        <p:nvSpPr>
          <p:cNvPr id="370" name="Google Shape;370;p23"/>
          <p:cNvSpPr/>
          <p:nvPr/>
        </p:nvSpPr>
        <p:spPr>
          <a:xfrm>
            <a:off x="1069848" y="6550223"/>
            <a:ext cx="467961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Rockwell"/>
                <a:ea typeface="Rockwell"/>
                <a:cs typeface="Rockwell"/>
                <a:sym typeface="Rockwell"/>
              </a:rPr>
              <a:t>*Source: https://dash.harvard.edu/handle/1/10886849</a:t>
            </a:r>
            <a:endParaRPr sz="1400" b="0" i="0" u="none" strike="noStrike" cap="none">
              <a:solidFill>
                <a:srgbClr val="000000"/>
              </a:solidFill>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3ED146B-DAB5-898D-8CB1-62C19BCF14E0}"/>
                  </a:ext>
                </a:extLst>
              </p14:cNvPr>
              <p14:cNvContentPartPr/>
              <p14:nvPr/>
            </p14:nvContentPartPr>
            <p14:xfrm>
              <a:off x="228960" y="2703960"/>
              <a:ext cx="11243520" cy="2842560"/>
            </p14:xfrm>
          </p:contentPart>
        </mc:Choice>
        <mc:Fallback xmlns="">
          <p:pic>
            <p:nvPicPr>
              <p:cNvPr id="2" name="Ink 1">
                <a:extLst>
                  <a:ext uri="{FF2B5EF4-FFF2-40B4-BE49-F238E27FC236}">
                    <a16:creationId xmlns:a16="http://schemas.microsoft.com/office/drawing/2014/main" id="{03ED146B-DAB5-898D-8CB1-62C19BCF14E0}"/>
                  </a:ext>
                </a:extLst>
              </p:cNvPr>
              <p:cNvPicPr/>
              <p:nvPr/>
            </p:nvPicPr>
            <p:blipFill>
              <a:blip r:embed="rId4"/>
              <a:stretch>
                <a:fillRect/>
              </a:stretch>
            </p:blipFill>
            <p:spPr>
              <a:xfrm>
                <a:off x="219600" y="2694600"/>
                <a:ext cx="11262240" cy="2861280"/>
              </a:xfrm>
              <a:prstGeom prst="rect">
                <a:avLst/>
              </a:prstGeom>
            </p:spPr>
          </p:pic>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24"/>
          <p:cNvSpPr txBox="1">
            <a:spLocks noGrp="1"/>
          </p:cNvSpPr>
          <p:nvPr>
            <p:ph type="title"/>
          </p:nvPr>
        </p:nvSpPr>
        <p:spPr>
          <a:xfrm>
            <a:off x="1069850" y="484625"/>
            <a:ext cx="10058400" cy="1550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ct val="100000"/>
              <a:buFont typeface="Rockwell"/>
              <a:buNone/>
            </a:pPr>
            <a:r>
              <a:rPr lang="en-US"/>
              <a:t>BIG DATA CANNOT REASONABLY COMPENSATE FOR SAMPLE BIAS</a:t>
            </a:r>
            <a:endParaRPr/>
          </a:p>
        </p:txBody>
      </p:sp>
      <p:sp>
        <p:nvSpPr>
          <p:cNvPr id="377" name="Google Shape;377;p24"/>
          <p:cNvSpPr/>
          <p:nvPr/>
        </p:nvSpPr>
        <p:spPr>
          <a:xfrm>
            <a:off x="1069848" y="6550223"/>
            <a:ext cx="467961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Rockwell"/>
                <a:ea typeface="Rockwell"/>
                <a:cs typeface="Rockwell"/>
                <a:sym typeface="Rockwell"/>
              </a:rPr>
              <a:t>Source: https://dash.harvard.edu/handle/1/10886849</a:t>
            </a:r>
            <a:endParaRPr sz="1400" b="0" i="0" u="none" strike="noStrike" cap="none">
              <a:solidFill>
                <a:srgbClr val="000000"/>
              </a:solidFill>
              <a:latin typeface="Arial"/>
              <a:ea typeface="Arial"/>
              <a:cs typeface="Arial"/>
              <a:sym typeface="Arial"/>
            </a:endParaRPr>
          </a:p>
        </p:txBody>
      </p:sp>
      <p:sp>
        <p:nvSpPr>
          <p:cNvPr id="378" name="Google Shape;378;p24"/>
          <p:cNvSpPr txBox="1"/>
          <p:nvPr/>
        </p:nvSpPr>
        <p:spPr>
          <a:xfrm>
            <a:off x="1274522" y="3737306"/>
            <a:ext cx="2023600" cy="9980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Rockwell"/>
                <a:ea typeface="Rockwell"/>
                <a:cs typeface="Rockwell"/>
                <a:sym typeface="Rockwell"/>
              </a:rPr>
              <a:t>Error</a:t>
            </a:r>
            <a:endParaRPr sz="2400" b="0" i="0" u="none" strike="noStrike" cap="none">
              <a:solidFill>
                <a:schemeClr val="dk1"/>
              </a:solidFill>
              <a:latin typeface="Rockwell"/>
              <a:ea typeface="Rockwell"/>
              <a:cs typeface="Rockwell"/>
              <a:sym typeface="Rockwell"/>
            </a:endParaRPr>
          </a:p>
        </p:txBody>
      </p:sp>
      <p:pic>
        <p:nvPicPr>
          <p:cNvPr id="379" name="Google Shape;379;p24"/>
          <p:cNvPicPr preferRelativeResize="0"/>
          <p:nvPr/>
        </p:nvPicPr>
        <p:blipFill rotWithShape="1">
          <a:blip r:embed="rId3">
            <a:alphaModFix/>
          </a:blip>
          <a:srcRect/>
          <a:stretch/>
        </p:blipFill>
        <p:spPr>
          <a:xfrm>
            <a:off x="2729067" y="2034584"/>
            <a:ext cx="7535810" cy="4224440"/>
          </a:xfrm>
          <a:prstGeom prst="rect">
            <a:avLst/>
          </a:prstGeom>
          <a:noFill/>
          <a:ln>
            <a:noFill/>
          </a:ln>
        </p:spPr>
      </p:pic>
      <p:sp>
        <p:nvSpPr>
          <p:cNvPr id="380" name="Google Shape;380;p24"/>
          <p:cNvSpPr txBox="1"/>
          <p:nvPr/>
        </p:nvSpPr>
        <p:spPr>
          <a:xfrm>
            <a:off x="5114836" y="6021727"/>
            <a:ext cx="4286900" cy="9980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Rockwell"/>
                <a:ea typeface="Rockwell"/>
                <a:cs typeface="Rockwell"/>
                <a:sym typeface="Rockwell"/>
              </a:rPr>
              <a:t>Fraction of Population</a:t>
            </a:r>
            <a:endParaRPr sz="2400" b="0" i="0" u="none" strike="noStrike" cap="none">
              <a:solidFill>
                <a:schemeClr val="dk1"/>
              </a:solidFill>
              <a:latin typeface="Rockwell"/>
              <a:ea typeface="Rockwell"/>
              <a:cs typeface="Rockwell"/>
              <a:sym typeface="Rockwell"/>
            </a:endParaRPr>
          </a:p>
        </p:txBody>
      </p:sp>
      <p:sp>
        <p:nvSpPr>
          <p:cNvPr id="381" name="Google Shape;381;p24"/>
          <p:cNvSpPr/>
          <p:nvPr/>
        </p:nvSpPr>
        <p:spPr>
          <a:xfrm rot="120000">
            <a:off x="3412747" y="5309440"/>
            <a:ext cx="4289513" cy="10734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ckwell"/>
              <a:ea typeface="Rockwell"/>
              <a:cs typeface="Rockwell"/>
              <a:sym typeface="Rockwell"/>
            </a:endParaRPr>
          </a:p>
        </p:txBody>
      </p:sp>
      <p:cxnSp>
        <p:nvCxnSpPr>
          <p:cNvPr id="382" name="Google Shape;382;p24"/>
          <p:cNvCxnSpPr/>
          <p:nvPr/>
        </p:nvCxnSpPr>
        <p:spPr>
          <a:xfrm>
            <a:off x="3594100" y="5435600"/>
            <a:ext cx="6146800" cy="0"/>
          </a:xfrm>
          <a:prstGeom prst="straightConnector1">
            <a:avLst/>
          </a:prstGeom>
          <a:noFill/>
          <a:ln w="38100" cap="flat" cmpd="sng">
            <a:solidFill>
              <a:schemeClr val="dk1"/>
            </a:solidFill>
            <a:prstDash val="solid"/>
            <a:round/>
            <a:headEnd type="none" w="sm" len="sm"/>
            <a:tailEnd type="none" w="sm" len="sm"/>
          </a:ln>
        </p:spPr>
      </p:cxnSp>
      <p:cxnSp>
        <p:nvCxnSpPr>
          <p:cNvPr id="383" name="Google Shape;383;p24"/>
          <p:cNvCxnSpPr/>
          <p:nvPr/>
        </p:nvCxnSpPr>
        <p:spPr>
          <a:xfrm flipH="1">
            <a:off x="4049487" y="4356100"/>
            <a:ext cx="2833913" cy="897182"/>
          </a:xfrm>
          <a:prstGeom prst="straightConnector1">
            <a:avLst/>
          </a:prstGeom>
          <a:noFill/>
          <a:ln w="38100" cap="flat" cmpd="sng">
            <a:solidFill>
              <a:schemeClr val="dk1"/>
            </a:solidFill>
            <a:prstDash val="solid"/>
            <a:round/>
            <a:headEnd type="none" w="sm" len="sm"/>
            <a:tailEnd type="triangle" w="lg" len="lg"/>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2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DATASET TERMINOLOGY</a:t>
            </a:r>
            <a:endParaRPr/>
          </a:p>
        </p:txBody>
      </p:sp>
      <p:sp>
        <p:nvSpPr>
          <p:cNvPr id="390" name="Google Shape;390;p25"/>
          <p:cNvSpPr txBox="1">
            <a:spLocks noGrp="1"/>
          </p:cNvSpPr>
          <p:nvPr>
            <p:ph sz="quarter" idx="1"/>
          </p:nvPr>
        </p:nvSpPr>
        <p:spPr>
          <a:xfrm>
            <a:off x="1069848" y="2121407"/>
            <a:ext cx="10227418" cy="43383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70"/>
              <a:buNone/>
            </a:pPr>
            <a:r>
              <a:rPr lang="en-US" sz="2200"/>
              <a:t>Does the data form a </a:t>
            </a:r>
            <a:r>
              <a:rPr lang="en-US" sz="2200" b="1"/>
              <a:t>census</a:t>
            </a:r>
            <a:r>
              <a:rPr lang="en-US" sz="2200"/>
              <a:t>, defined as information on </a:t>
            </a:r>
            <a:r>
              <a:rPr lang="en-US" sz="2200" b="1" u="sng"/>
              <a:t>all</a:t>
            </a:r>
            <a:r>
              <a:rPr lang="en-US" sz="2200"/>
              <a:t> subjects or is it a subset a.k.a. a sample?</a:t>
            </a:r>
            <a:endParaRPr sz="2200"/>
          </a:p>
          <a:p>
            <a:pPr marL="0" lvl="0" indent="0" algn="l" rtl="0">
              <a:lnSpc>
                <a:spcPct val="90000"/>
              </a:lnSpc>
              <a:spcBef>
                <a:spcPts val="1200"/>
              </a:spcBef>
              <a:spcAft>
                <a:spcPts val="0"/>
              </a:spcAft>
              <a:buSzPts val="1870"/>
              <a:buNone/>
            </a:pPr>
            <a:r>
              <a:rPr lang="en-US" sz="2200"/>
              <a:t>Terms:</a:t>
            </a:r>
            <a:endParaRPr/>
          </a:p>
          <a:p>
            <a:pPr marL="182880" lvl="0" indent="-182880" algn="l" rtl="0">
              <a:lnSpc>
                <a:spcPct val="90000"/>
              </a:lnSpc>
              <a:spcBef>
                <a:spcPts val="1200"/>
              </a:spcBef>
              <a:spcAft>
                <a:spcPts val="0"/>
              </a:spcAft>
              <a:buSzPts val="1870"/>
              <a:buChar char="▪"/>
            </a:pPr>
            <a:r>
              <a:rPr lang="en-US" sz="2200" b="1"/>
              <a:t>Census</a:t>
            </a:r>
            <a:r>
              <a:rPr lang="en-US" sz="2200"/>
              <a:t>: Information on </a:t>
            </a:r>
            <a:r>
              <a:rPr lang="en-US" sz="2200" b="1" u="sng"/>
              <a:t>all</a:t>
            </a:r>
            <a:r>
              <a:rPr lang="en-US" sz="2200"/>
              <a:t> subjects.</a:t>
            </a:r>
            <a:endParaRPr/>
          </a:p>
          <a:p>
            <a:pPr marL="182880" lvl="0" indent="-182880" algn="l" rtl="0">
              <a:lnSpc>
                <a:spcPct val="90000"/>
              </a:lnSpc>
              <a:spcBef>
                <a:spcPts val="0"/>
              </a:spcBef>
              <a:spcAft>
                <a:spcPts val="0"/>
              </a:spcAft>
              <a:buSzPts val="1870"/>
              <a:buChar char="▪"/>
            </a:pPr>
            <a:r>
              <a:rPr lang="en-US" sz="2200" b="1"/>
              <a:t>Subset</a:t>
            </a:r>
            <a:r>
              <a:rPr lang="en-US" sz="2200"/>
              <a:t> or </a:t>
            </a:r>
            <a:r>
              <a:rPr lang="en-US" sz="2200" b="1"/>
              <a:t>sample</a:t>
            </a:r>
            <a:r>
              <a:rPr lang="en-US" sz="2200"/>
              <a:t>: Information on some subjects. The subset of subjects included in a sample can depend on many factors:</a:t>
            </a:r>
            <a:endParaRPr/>
          </a:p>
          <a:p>
            <a:pPr marL="457200" lvl="1" indent="-182880" algn="l" rtl="0">
              <a:lnSpc>
                <a:spcPct val="90000"/>
              </a:lnSpc>
              <a:spcBef>
                <a:spcPts val="400"/>
              </a:spcBef>
              <a:spcAft>
                <a:spcPts val="0"/>
              </a:spcAft>
              <a:buSzPts val="1700"/>
              <a:buChar char="▪"/>
            </a:pPr>
            <a:r>
              <a:rPr lang="en-US" sz="2000" b="1">
                <a:solidFill>
                  <a:srgbClr val="FF0000"/>
                </a:solidFill>
              </a:rPr>
              <a:t>Self-selected sample</a:t>
            </a:r>
            <a:r>
              <a:rPr lang="en-US" sz="2000"/>
              <a:t>: Subset is whoever chooses to answer</a:t>
            </a:r>
            <a:endParaRPr/>
          </a:p>
          <a:p>
            <a:pPr marL="457200" lvl="1" indent="-182880" algn="l" rtl="0">
              <a:lnSpc>
                <a:spcPct val="90000"/>
              </a:lnSpc>
              <a:spcBef>
                <a:spcPts val="600"/>
              </a:spcBef>
              <a:spcAft>
                <a:spcPts val="0"/>
              </a:spcAft>
              <a:buSzPts val="1700"/>
              <a:buChar char="▪"/>
            </a:pPr>
            <a:r>
              <a:rPr lang="en-US" sz="2000" b="1">
                <a:solidFill>
                  <a:srgbClr val="7030A0"/>
                </a:solidFill>
              </a:rPr>
              <a:t>Convenience sample</a:t>
            </a:r>
            <a:r>
              <a:rPr lang="en-US" sz="2000" b="1"/>
              <a:t>:</a:t>
            </a:r>
            <a:r>
              <a:rPr lang="en-US" sz="2000"/>
              <a:t> Subset is whomever is convenient for researcher.</a:t>
            </a:r>
            <a:endParaRPr/>
          </a:p>
          <a:p>
            <a:pPr marL="457200" lvl="1" indent="-182880" algn="l" rtl="0">
              <a:lnSpc>
                <a:spcPct val="90000"/>
              </a:lnSpc>
              <a:spcBef>
                <a:spcPts val="600"/>
              </a:spcBef>
              <a:spcAft>
                <a:spcPts val="0"/>
              </a:spcAft>
              <a:buSzPts val="1700"/>
              <a:buChar char="▪"/>
            </a:pPr>
            <a:r>
              <a:rPr lang="en-US" sz="2000" b="1">
                <a:solidFill>
                  <a:srgbClr val="0070C0"/>
                </a:solidFill>
              </a:rPr>
              <a:t>Judgment sample</a:t>
            </a:r>
            <a:r>
              <a:rPr lang="en-US" sz="2000" b="1"/>
              <a:t>: </a:t>
            </a:r>
            <a:r>
              <a:rPr lang="en-US" sz="2000"/>
              <a:t>Subset is whomever researcher deliberately selects.</a:t>
            </a:r>
            <a:endParaRPr/>
          </a:p>
          <a:p>
            <a:pPr marL="457200" lvl="1" indent="-182880" algn="l" rtl="0">
              <a:lnSpc>
                <a:spcPct val="90000"/>
              </a:lnSpc>
              <a:spcBef>
                <a:spcPts val="600"/>
              </a:spcBef>
              <a:spcAft>
                <a:spcPts val="0"/>
              </a:spcAft>
              <a:buSzPts val="1700"/>
              <a:buChar char="▪"/>
            </a:pPr>
            <a:r>
              <a:rPr lang="en-US" sz="2000" b="1">
                <a:solidFill>
                  <a:srgbClr val="00B050"/>
                </a:solidFill>
              </a:rPr>
              <a:t>Probability sample</a:t>
            </a:r>
            <a:r>
              <a:rPr lang="en-US" sz="2000"/>
              <a:t>: Subset involves some probabilistic selection.</a:t>
            </a:r>
            <a:endParaRPr/>
          </a:p>
          <a:p>
            <a:pPr marL="182880" lvl="0" indent="-182880" algn="l" rtl="0">
              <a:lnSpc>
                <a:spcPct val="90000"/>
              </a:lnSpc>
              <a:spcBef>
                <a:spcPts val="200"/>
              </a:spcBef>
              <a:spcAft>
                <a:spcPts val="0"/>
              </a:spcAft>
              <a:buSzPts val="1870"/>
              <a:buChar char="▪"/>
            </a:pPr>
            <a:r>
              <a:rPr lang="en-US" sz="2200" b="1"/>
              <a:t>Administrative dataset</a:t>
            </a:r>
            <a:r>
              <a:rPr lang="en-US" sz="2200"/>
              <a:t>: A dataset collected as part of administrative work (e.g. social security names, restaurant safety ratings, etc.)</a:t>
            </a:r>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819</TotalTime>
  <Words>1758</Words>
  <Application>Microsoft Macintosh PowerPoint</Application>
  <PresentationFormat>Widescreen</PresentationFormat>
  <Paragraphs>335</Paragraphs>
  <Slides>22</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-apple-system</vt:lpstr>
      <vt:lpstr>Arial</vt:lpstr>
      <vt:lpstr>Calibri</vt:lpstr>
      <vt:lpstr>Gill Sans MT</vt:lpstr>
      <vt:lpstr>Noto Sans Symbols</vt:lpstr>
      <vt:lpstr>Rockwell</vt:lpstr>
      <vt:lpstr>Wingdings</vt:lpstr>
      <vt:lpstr>Wingdings 2</vt:lpstr>
      <vt:lpstr>Oriel</vt:lpstr>
      <vt:lpstr>Data lifecycle</vt:lpstr>
      <vt:lpstr>ANNOUNCEMENTS</vt:lpstr>
      <vt:lpstr>IN SIMPLER TERMS</vt:lpstr>
      <vt:lpstr>1. QUESTION / PROBLEM FORMULATION</vt:lpstr>
      <vt:lpstr>2. DATA ACQUISITION AND CLEANING</vt:lpstr>
      <vt:lpstr>3. EXPLORATORY DATA ANALYSIS AND VISUALIZATION</vt:lpstr>
      <vt:lpstr>4. PREDICTIONS AND INFERENCE</vt:lpstr>
      <vt:lpstr>Case study: Why is my bus always late? (Chapter 5 in LDS)</vt:lpstr>
      <vt:lpstr>Case study: Why is my bus always late? (Chapter 5 in LDS)</vt:lpstr>
      <vt:lpstr>EXAMPLE (CONT’D)</vt:lpstr>
      <vt:lpstr>EXAMPLE (CONT’D)</vt:lpstr>
      <vt:lpstr>EXAMPLE (CONT’D)</vt:lpstr>
      <vt:lpstr>EXAMPLE (CONT’D)</vt:lpstr>
      <vt:lpstr>EXAMPLE (CONT’D)</vt:lpstr>
      <vt:lpstr>EXAMPLE (CONT’D)</vt:lpstr>
      <vt:lpstr>PROVENANCE OF DATA</vt:lpstr>
      <vt:lpstr>LITERARY DIGEST, 1936</vt:lpstr>
      <vt:lpstr>LITERARY DIGEST, 1936: WHAT HAPPENED?</vt:lpstr>
      <vt:lpstr>LITERARY DIGEST, 1936: WHAT HAPPENED?</vt:lpstr>
      <vt:lpstr>BIG DATA CANNOT REASONABLY COMPENSATE FOR SAMPLE BIAS</vt:lpstr>
      <vt:lpstr>BIG DATA CANNOT REASONABLY COMPENSATE FOR SAMPLE BIAS</vt:lpstr>
      <vt:lpstr>DATASET TERMINOLOGY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DATA SCIENCE</dc:title>
  <dc:subject/>
  <dc:creator>sathya@uic.edu</dc:creator>
  <cp:keywords/>
  <dc:description/>
  <cp:lastModifiedBy>Ravi, Sathya</cp:lastModifiedBy>
  <cp:revision>71</cp:revision>
  <dcterms:created xsi:type="dcterms:W3CDTF">2017-08-21T17:08:06Z</dcterms:created>
  <dcterms:modified xsi:type="dcterms:W3CDTF">2024-08-30T03:40:16Z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
    <vt:lpwstr>Sathya Ravi</vt:lpwstr>
  </property>
</Properties>
</file>