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ppt/ink/ink4.xml" ContentType="application/inkml+xml"/>
  <Override PartName="/ppt/notesSlides/notesSlide5.xml" ContentType="application/vnd.openxmlformats-officedocument.presentationml.notesSlide+xml"/>
  <Override PartName="/ppt/ink/ink5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6.xml" ContentType="application/inkml+xml"/>
  <Override PartName="/ppt/notesSlides/notesSlide8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9.xml" ContentType="application/vnd.openxmlformats-officedocument.presentationml.notesSlide+xml"/>
  <Override PartName="/ppt/ink/ink9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0.xml" ContentType="application/inkml+xml"/>
  <Override PartName="/ppt/notesSlides/notesSlide12.xml" ContentType="application/vnd.openxmlformats-officedocument.presentationml.notesSlide+xml"/>
  <Override PartName="/ppt/ink/ink11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2.xml" ContentType="application/inkml+xml"/>
  <Override PartName="/ppt/notesSlides/notesSlide15.xml" ContentType="application/vnd.openxmlformats-officedocument.presentationml.notesSlide+xml"/>
  <Override PartName="/ppt/ink/ink13.xml" ContentType="application/inkml+xml"/>
  <Override PartName="/ppt/notesSlides/notesSlide16.xml" ContentType="application/vnd.openxmlformats-officedocument.presentationml.notesSlide+xml"/>
  <Override PartName="/ppt/ink/ink14.xml" ContentType="application/inkml+xml"/>
  <Override PartName="/ppt/notesSlides/notesSlide17.xml" ContentType="application/vnd.openxmlformats-officedocument.presentationml.notesSlide+xml"/>
  <Override PartName="/ppt/ink/ink15.xml" ContentType="application/inkml+xml"/>
  <Override PartName="/ppt/notesSlides/notesSlide18.xml" ContentType="application/vnd.openxmlformats-officedocument.presentationml.notesSlide+xml"/>
  <Override PartName="/ppt/ink/ink16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17.xml" ContentType="application/inkml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ink/ink18.xml" ContentType="application/inkml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ink/ink19.xml" ContentType="application/inkml+xml"/>
  <Override PartName="/ppt/notesSlides/notesSlide32.xml" ContentType="application/vnd.openxmlformats-officedocument.presentationml.notesSlide+xml"/>
  <Override PartName="/ppt/ink/ink20.xml" ContentType="application/inkml+xml"/>
  <Override PartName="/ppt/notesSlides/notesSlide33.xml" ContentType="application/vnd.openxmlformats-officedocument.presentationml.notesSlide+xml"/>
  <Override PartName="/ppt/ink/ink21.xml" ContentType="application/inkml+xml"/>
  <Override PartName="/ppt/notesSlides/notesSlide34.xml" ContentType="application/vnd.openxmlformats-officedocument.presentationml.notesSlide+xml"/>
  <Override PartName="/ppt/ink/ink22.xml" ContentType="application/inkml+xml"/>
  <Override PartName="/ppt/notesSlides/notesSlide35.xml" ContentType="application/vnd.openxmlformats-officedocument.presentationml.notesSlide+xml"/>
  <Override PartName="/ppt/ink/ink23.xml" ContentType="application/inkml+xml"/>
  <Override PartName="/ppt/notesSlides/notesSlide36.xml" ContentType="application/vnd.openxmlformats-officedocument.presentationml.notesSlide+xml"/>
  <Override PartName="/ppt/ink/ink24.xml" ContentType="application/inkml+xml"/>
  <Override PartName="/ppt/notesSlides/notesSlide37.xml" ContentType="application/vnd.openxmlformats-officedocument.presentationml.notesSlide+xml"/>
  <Override PartName="/ppt/ink/ink25.xml" ContentType="application/inkml+xml"/>
  <Override PartName="/ppt/notesSlides/notesSlide38.xml" ContentType="application/vnd.openxmlformats-officedocument.presentationml.notesSlide+xml"/>
  <Override PartName="/ppt/ink/ink26.xml" ContentType="application/inkml+xml"/>
  <Override PartName="/ppt/notesSlides/notesSlide39.xml" ContentType="application/vnd.openxmlformats-officedocument.presentationml.notesSlide+xml"/>
  <Override PartName="/ppt/ink/ink27.xml" ContentType="application/inkml+xml"/>
  <Override PartName="/ppt/notesSlides/notesSlide40.xml" ContentType="application/vnd.openxmlformats-officedocument.presentationml.notesSlide+xml"/>
  <Override PartName="/ppt/ink/ink28.xml" ContentType="application/inkml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ink/ink29.xml" ContentType="application/inkml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ink/ink30.xml" ContentType="application/inkml+xml"/>
  <Override PartName="/ppt/ink/ink31.xml" ContentType="application/inkml+xml"/>
  <Override PartName="/ppt/notesSlides/notesSlide45.xml" ContentType="application/vnd.openxmlformats-officedocument.presentationml.notesSlide+xml"/>
  <Override PartName="/ppt/ink/ink32.xml" ContentType="application/inkml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60" r:id="rId1"/>
  </p:sldMasterIdLst>
  <p:notesMasterIdLst>
    <p:notesMasterId r:id="rId50"/>
  </p:notesMasterIdLst>
  <p:sldIdLst>
    <p:sldId id="256" r:id="rId2"/>
    <p:sldId id="339" r:id="rId3"/>
    <p:sldId id="340" r:id="rId4"/>
    <p:sldId id="341" r:id="rId5"/>
    <p:sldId id="342" r:id="rId6"/>
    <p:sldId id="343" r:id="rId7"/>
    <p:sldId id="344" r:id="rId8"/>
    <p:sldId id="345" r:id="rId9"/>
    <p:sldId id="346" r:id="rId10"/>
    <p:sldId id="347" r:id="rId11"/>
    <p:sldId id="348" r:id="rId12"/>
    <p:sldId id="349" r:id="rId13"/>
    <p:sldId id="350" r:id="rId14"/>
    <p:sldId id="351" r:id="rId15"/>
    <p:sldId id="352" r:id="rId16"/>
    <p:sldId id="353" r:id="rId17"/>
    <p:sldId id="354" r:id="rId18"/>
    <p:sldId id="355" r:id="rId19"/>
    <p:sldId id="315" r:id="rId20"/>
    <p:sldId id="316" r:id="rId21"/>
    <p:sldId id="317" r:id="rId22"/>
    <p:sldId id="318" r:id="rId23"/>
    <p:sldId id="319" r:id="rId24"/>
    <p:sldId id="321" r:id="rId25"/>
    <p:sldId id="261" r:id="rId26"/>
    <p:sldId id="263" r:id="rId27"/>
    <p:sldId id="265" r:id="rId28"/>
    <p:sldId id="266" r:id="rId29"/>
    <p:sldId id="267" r:id="rId30"/>
    <p:sldId id="274" r:id="rId31"/>
    <p:sldId id="400" r:id="rId32"/>
    <p:sldId id="401" r:id="rId33"/>
    <p:sldId id="402" r:id="rId34"/>
    <p:sldId id="403" r:id="rId35"/>
    <p:sldId id="404" r:id="rId36"/>
    <p:sldId id="405" r:id="rId37"/>
    <p:sldId id="406" r:id="rId38"/>
    <p:sldId id="407" r:id="rId39"/>
    <p:sldId id="408" r:id="rId40"/>
    <p:sldId id="409" r:id="rId41"/>
    <p:sldId id="410" r:id="rId42"/>
    <p:sldId id="290" r:id="rId43"/>
    <p:sldId id="264" r:id="rId44"/>
    <p:sldId id="411" r:id="rId45"/>
    <p:sldId id="437" r:id="rId46"/>
    <p:sldId id="412" r:id="rId47"/>
    <p:sldId id="413" r:id="rId48"/>
    <p:sldId id="397" r:id="rId49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6" roundtripDataSignature="AMtx7mgjr6sOdHEeufIgXygRCCpSkdg5S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E43D9A-B9CC-D204-4563-8196A434CD32}" name="Ravi, Sathya" initials="" userId="S::sathya@uic.edu::617e2e82-06a6-4137-a700-b460764285c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9F83C-5B16-4E0F-93E5-201A7CBD518D}">
  <a:tblStyle styleId="{CA29F83C-5B16-4E0F-93E5-201A7CBD518D}" styleName="Table_0">
    <a:wholeTbl>
      <a:tcTxStyle b="off" i="off">
        <a:font>
          <a:latin typeface="Rockwell"/>
          <a:ea typeface="Rockwell"/>
          <a:cs typeface="Rockwel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7E8E7"/>
          </a:solidFill>
        </a:fill>
      </a:tcStyle>
    </a:wholeTbl>
    <a:band1H>
      <a:tcTxStyle b="off" i="off"/>
      <a:tcStyle>
        <a:tcBdr/>
        <a:fill>
          <a:solidFill>
            <a:srgbClr val="EFCEC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FCEC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94"/>
    <p:restoredTop sz="83645"/>
  </p:normalViewPr>
  <p:slideViewPr>
    <p:cSldViewPr snapToGrid="0">
      <p:cViewPr varScale="1">
        <p:scale>
          <a:sx n="92" d="100"/>
          <a:sy n="92" d="100"/>
        </p:scale>
        <p:origin x="4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138" Type="http://schemas.openxmlformats.org/officeDocument/2006/relationships/viewProps" Target="viewProps.xml"/><Relationship Id="rId141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136" Type="http://customschemas.google.com/relationships/presentationmetadata" Target="metadata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139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13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4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19.656"/>
    </inkml:context>
    <inkml:brush xml:id="br0">
      <inkml:brushProperty name="height" value="0.053" units="cm"/>
      <inkml:brushProperty name="color" value="#FF0000"/>
    </inkml:brush>
  </inkml:definitions>
  <inkml:trace contextRef="#ctx0" brushRef="#br0">12666 13944 8912,'15'-2'0,"-4"-4"0,-3 2 0,-8-7 0,0 5 0,0-5 0,-2-1 0,-2 1 0,-1-1 0,-7 6 0,4-3 0,-1 1 0,5 4 0,-2 12 0,4 9 0,2 12 0,0 17 0,2 11 0,4 23 0,5 14 0,-3-42 0,0 1 0,0 6 0,1 2 0,0 5 0,-1 0 0,1 5 0,-1-1 0,1 1 0,0-2 0,-1-3 0,1-2-147,-1-5 0,1-2 0,-1-5 1,1-2 146,8 36 0,-7-20 0,-4-25 0,-4-13 0,-2-5 0,0-4 0,2-9 0,3-4 0,-3-14 0,4-9 0,4-10 0,1-13 0,-3-4 0,-3-8 0,-3-7 0,-2-4 0,2-4 0,-8-2 0,-7 1 0</inkml:trace>
  <inkml:trace contextRef="#ctx0" brushRef="#br0" timeOffset="1">13113 13995 8912,'8'-34'0,"-6"-2"0,3-5 0,3 13 0,-2-1 0,-1 8 0,-5 4 0,0 5 0,0 1 0,0 0 0,0 1 0,0 2 0,0 8 0,0 0 0,0 14 0,2 7 0,4 9 0,-2 8 0,7 14 0,1 9 0,5 8 0,0 7-223,0 10 0,1-2 223,-1-3 0,0 3 0,0-4 0,1-2 0,-1 2 0,0-15 0,0-2 0,-5-9 0,-1-8 0,-5-10 0,5-7 0,-7-8 0,4-4 0,-18-9 0,-7-8 0,-8 0 0,-9 0 0</inkml:trace>
  <inkml:trace contextRef="#ctx0" brushRef="#br0" timeOffset="2">12614 14872 8912,'-17'17'0,"0"-1"0,-1-5 0,1-5 0,0-4 0,7-4 0,5-4 0,7-4 0,11-9 0,16-5 0,13-11 0,17-1 0,10-10 0,7 0-186,-33 20 1,0 1 0,3 1 0,0 2 185,0-2 0,0 2 0,1 2 0,0 2 0,-1-3 0,-1 2 0,36-10-134,-1 6 1,-9 6 133,-8 5 0,-4 5 0,-7-1 0,-1-2 0</inkml:trace>
  <inkml:trace contextRef="#ctx0" brushRef="#br0" timeOffset="3">14042 14442 8912,'-19'23'0,"-2"-2"0,-4-4 0,-2-3 0,-1-5 0,-5 5 0,5-3 0,5 3 0,-2 8 0,2 7 0,6 5 0,7 5 0,2 1 0,5-2 0,8 4 0,7-2 0,5 0 0,6-5 0,-2-9 0,8-3 0,-6-5 0,5-7 0,-1-3 0,2-8 0,-2-2 0,-4-4 0,-4-5 0,4-12 0,1-6 0,-1-11 0,0-4 0,-5-8 0,-7 1 0,0-1 0,-7-5 0,2 0 0,-12 5 0,-5 6 0,-12 10 0,-6 1 0,-5 9 0,-6 8 0,-4 9 0,-8 3 0,2 10 0,4 2 0,4 7 0,8-1 0,15 9 0,7 2 0,9-1 0,3-4 0,7-1 0,3 0 0</inkml:trace>
  <inkml:trace contextRef="#ctx0" brushRef="#br0" timeOffset="4">14610 14528 8912,'-7'17'0,"-3"1"0,-7-1 0,0-8 0,7 1 0,6-4 0,8 5 0,6 4 0,7 3 0,-2-1 0,-3 0 0,3 8 0,-4 3 0,3-1 0,-3 2 0,-1-1 0,-6 7 0,1-1 0,-1 1 0,-2-3 0,-2-3 0,0-2 0,0-6 0,-2 0 0,-4-6 0,4-6 0,-13-9 0,13-3 0,-4-9 0,5-7 0,1-15 0,0-3 0,0-3 0,0-8 0,0-7 0,5 2 0,1-5 0,6 5 0,-7 1 0,7 8 0,-7 4 0,7 6 0,-6 5 0,1 6 0,-1 12 0,-2 5 0,7 12 0,-1 5 0,1 12 0,5 11 0,-5 12 0,4-2 0,3 2 0,-3 0 0,-4-2 0,5 4 0,-5-8 0,3 0 0,-3-6 0,2-1 0,-7-5 0,0-3 0,-4-8 0,4 1 0,-5-9 0,7-3 0,-8-12 0,0-5 0,0-5 0,0-10 0,0-9 0,6-7 0,0-9 0,7-1 0,-2 1 0,5-5 0,1 5 0,6-3 0,0 14 0,0 9 0,-6 14 0,6 2 0,0 9 0,6 10 0,-6 13 0,1 8 0,-1 9 0,-2 7 0,8-1 0,-6 0 0,6-6 0,-3-7 0,3-4 0,4-6 0,-5-6 0,5-3 0,1-8 0,-5-2 0,0-4 0,-8-11 0,2-11 0,-4 1 0,-2-2 0,-8 1 0,-3-7 0,-4 1 0,-2-1 0,-2-5 0,-4 0 0,-5 0 0,-12 6 0,-2 5 0,-4 0 0,-3 8 0,3-2 0,3 6 0,-3 6 0,8 5 0,-2 12 0,4 5 0,2 12 0,1 6 0,5 11 0,3 4 0,8 9 0,0 3 0,0 1 0,10 0 0,7-5 0,2-2 0,10-5 0,5-4 0,6-13 0,2-5 0,-2-11 0,4-5 0,8-7 0,0-4 0,-3-5 0,-1-10 0,-2-6 0,0-11 0,6-8 0</inkml:trace>
  <inkml:trace contextRef="#ctx0" brushRef="#br0" timeOffset="5">16142 14305 8912,'-17'-10'0,"-1"4"0,1 3 0,0-3 0,2 6 0,3 0 0,4 9 0,8 12 0,0 4 0,0 2 0,2 2 0,4 5 0,4 6 0,7 0 0,0 0 0,0-5 0,1-1 0,-1 1 0,2-7 0,4 1 0,-6-8 0,0 2 0,0-12 0,-5-5 0,-3-4 0,3-2 0,-8-4 0,1-7 0,3-3 0,-2-14 0,2-3 0,-3-9 0,-3-2 0,4-4 0,-4-4 0,-2 5 0,6 2 0,-1 3 0,1 6 0,-6 5 0,0 5 0,0 14 0,6 6 0,0 16 0,5 12 0,-5 17 0,7 1 0,-1-2 0,9-4 0,2 4 0,5-6 0,-5-5 0,8-4 0,-3-8 0,-1-7 0,2-5 0,-8-5 0,2-5 0,-4-7 0,-2-11 0,-7-3 0,-4-9 0,-5 1 0,-1-1 0,-1 1 0,-5 0 0,-4-1 0,-7 1 0,0 1 0,0 5 0,1-5 0,5 5 0,-3 9 0,9 1 0,7 13 0,7-1 0,8 12 0,8 11 0,2 10 0</inkml:trace>
  <inkml:trace contextRef="#ctx0" brushRef="#br0" timeOffset="6">16933 14356 8912,'0'17'0,"-7"-7"0,-3-2 0,-7-8 0,2 2 0,3 3 0,5 5 0,1 13 0,0 0 0,0 7 0,6-1 0,2 3 0,4 3 0,-2 5 0,7 0 0,1-8 0,5-9 0,0 0 0,0-5 0,1 1 0,-1-14 0,-6-1 0,1-10 0,-3-5 0,3-12 0,3-4 0,-4-7 0,-3-6 0,-2 0 0,-4-6 0,-2 6 0,-2-6 0,-4 6 0,-5 2 0,-5 1 0,5 5 0,-1 3 0,1 0 0,-6 12 0,7 4 0,-5 13 0,13 8 0,-6 1 0</inkml:trace>
  <inkml:trace contextRef="#ctx0" brushRef="#br0" timeOffset="7">17226 14425 8912,'0'-17'0,"0"0"0,9 5 0,9 1 0,1 7 0,9-2 0,1 12 0,6 5 0,-3 5 0,-3 1 0,3 8 0,-3 3 0,-4 7 0,-2 3 0,-4 4 0,-2 2 0,-7-8 0,-5-1 0,-3-3 0,-2-9 0,0 0 0,-7-14 0,3-9 0,-8-11 0,8-12 0,-1-6 0,3-5 0,2-6 0,0-4 0,0-8 0,6 1 0,-1-1 0,9 6 0,-3 1 0,4 6 0,3-1 0,-1 12 0,0 5 0,0 4 0,1 1 0,-1 1 0</inkml:trace>
  <inkml:trace contextRef="#ctx0" brushRef="#br0" timeOffset="8">18069 13875 8912,'2'-17'0,"2"-1"0,2 1 0,-3 0 0,-1 8 0,-2 1 0,0 31 0,0 13 0,0 29 0,0 8 0,0 7 0,0 6 0,0 6 0,0-5 0,2 5 0,2-6 0,2-6 0,7-3 0,-1-8 0,1-16 0,-1-7 0,9-23 0,-4-12 0,4-7 0,4-19 0,1-4 0</inkml:trace>
  <inkml:trace contextRef="#ctx0" brushRef="#br0" timeOffset="9">18551 14133 8912,'10'-8'0,"3"4"0,-7-7 0,-1 5 0,-5-5 0,0 7 0,-2-4 0,-3 8 0,-5 2 0,-7 4 0,-2 5 0,-4 12 0,2-2 0,-8 8 0,6 0 0,-5 5 0,1 0 0,-2 1 0,-1 5 0,7 0 0,0 0 0,5-6 0,3 1 0,4-1 0,3 1 0,8-1 0,0-5 0,0-1 0,13-7 0,5 2 0,10-9 0,1-3 0,9-7 0,2 2 0,6-4 0,-6-2 0,8-2 0,-2-4 0,10-9 0,1-8 0,2-6 0,-1 6-441,-5-7 0,14 3 1,-6-8-1</inkml:trace>
  <inkml:trace contextRef="#ctx0" brushRef="#br0" timeOffset="10">19807 14184 8912,'-9'-9'0,"1"-1"0,8 5 0,0-5 0,0-2 0,0 1 0,0 7 0,0-11 0,0 13 0,0-6 0,0 8 0,0 0 0,-8 0 0,6 8 0,2-6 0,10 4 0,7-12 0,8-4 0,4-7 0,3-2 0,3-4 0,5-4 0,0-7 0,0 0 0,-5-1 0,-1-5 0,0 0 0,-7 0 0,-4 6 0,-11 1 0,-7 4 0,-3 5 0,-2 6 0,0 1 0,0 8 0,0 1 0,0 23 0,0 10 0,0 15 0,-6 16 0,1 1 0,-3 8 0,2 4 0,3-1 0,-9 1 0,6 8-128,-5 3 1,1-6 127,-1-5 0,-3-4 0,9-13 0,-7 3 0,6-9 0,1-12 0,5-5 0,7-10 0,5-8 0,-3-3 0,3-8 0,1 0 0,10 0 0,-4-13 0,4-4 0,-2-12 127,2 0 1,-6-1-128,1 1 0,-9-3 0,-9 5 0,0-8 0</inkml:trace>
  <inkml:trace contextRef="#ctx0" brushRef="#br0" timeOffset="11">19773 14820 8912,'-44'0'0,"4"6"0,11 0 0,12 7 0,11-11 0,14 4 0,9-4 0,10-2 0,20-4 0,11-7 0,11-5 0,11-18 0,10 3-249,-36 12 0,1-2 0,-2 0 0,1-2 249,3 0 0,1 0 0,-2 1 0,0 1 0,2-3 0,-1 2 0,-5 5 0,-3 1-71,38-18 0,-13 13 71,-17 4 0,-14 7 0,-21 10 0,-10 0 0,-6 0 0,-12 0 0,-6 0 0,-10 2 0,-7 4 0,2-2 490,-2 7 0,3-1-490,-3 1 0,4 4 79,8-3 0,2-3-79,3 3 0,-11-1 0,4 6 0</inkml:trace>
  <inkml:trace contextRef="#ctx0" brushRef="#br0" timeOffset="12">22974 13445 8912,'0'-17'0,"0"0"0,0-1 0,0 1 0,0 0 0,-6 9 0,0 10 0,2 14 0,-3 18 0,1 18 0,0 7 0,6 10 0,2 1 0,2 3 0,2 3 0,-3 3 0,5-5 0,-2 6 0,5-9 0,-3-4 0,0-14 0,-1-11 0,-1-7 0,-6-7 0,-4-10 0,-7-13 0,-1-18 0,-20-14 0,5-17 0</inkml:trace>
  <inkml:trace contextRef="#ctx0" brushRef="#br0" timeOffset="13">22715 13411 8912,'-7'-35'0,"-1"7"0,-3-1 0,-3 8 0,9-2 0,1 6 0,11 3 0,11 3 0,8-2 0,15-1 0,4 3 0,7 3 0,5 8 0,8 0 0,16 0 0,-1 10 0,10 9 0,-8 15 0,-7 16 0,-14 11-304,-10 13 1,-10 7 303,-18 10 0,-10 5 0,-14-45 0,-4 1 0,-5 3 0,-5-1-192,-3 1 1,-4-1 0,-4 2 0,-3-1 191,-2-5 0,-1-3 0,-2-2 0,-1-4 0,-40 16 0,6-1-99,1-16 1,3-8 98,13-9 0,6-6 0,17-5 0,6-6 0,12-12 0,5 0 273,12-11 0,5-6-273,12-17 0,4-2 0,8-4 0,7-11 0,-6 7 0,4-7 0,-4 7 0</inkml:trace>
  <inkml:trace contextRef="#ctx0" brushRef="#br0" timeOffset="14">23662 13875 8912,'9'17'0,"-1"-7"0,-8 5 0,-2-6 0,-4 9 0,5-1 0,-5 0 0,-2 6 0,2 0 0,1 7 0,5-1 0,2-2 0,3 1 0,-1-1 0,8 2 0,-1-4 0,6-8 0,1-2 0,-1-3 0,0 1 0,0-7 0,0-2 0,1-2 0,-1-12 0,0-7 0,2-4 0,4-14 0,-4 5 0,4-10 0,-4-4 0,-2-2 0,-1 6 0,-5 5 0,3 3 0,-9 9 0,1 6 0,-6 5 0,0 9 0,0-1 0,0 15 0,0 12 0,0 10 0,0 7 0,8 2 0,3 4 0,5-3 0,1-2 0,2-5 0,4 4 0,2-13 0,3-10 0,5-2 0,-4-9 0,3 0 0,2-6 0,1-14 0,-3-3 0,-3-4 0,-6-4 0,-4-1 0,-2-9 0,-1-5 0,-5 0 0,-3 0 0,-8 5 0,-8 1 0,-3 0 0,-5 1 0,-1 5 0,-6 10 0,0 13 0,-5 3 0,5 2 0,-6 15 0,6 8 0,0 15 0,6 8 0,0 6 0,-1 5 0,9-6 0,3 3 0,6-8 0,6-4 0,13-2 0,15-6 0,10-15 0,14-7 0,5-10 0,11-8 0,5-11 0,7-12 0,-2-5 0,-6-6 0,-9-6 0,0-4 0,-8-1 0</inkml:trace>
  <inkml:trace contextRef="#ctx0" brushRef="#br0" timeOffset="15">26346 13170 8912,'-17'0'0,"0"-8"0,6 6 0,-1-3 0,-1 3 0,5 17 0,2 8 0,4 17 0,4 12 0,2 11 0,2 9 0,7 1 0,-1 7 0,1 2 0,1 8 0,-3 2 0,2-2 0,-5-10 0,-2-6 0,-4-11 0,-2-5 0,-16-13 0,-3-10 0,-15-10 0</inkml:trace>
  <inkml:trace contextRef="#ctx0" brushRef="#br0" timeOffset="16">25744 13376 8912,'-7'-25'0,"-1"4"0,-4-7 0,7 1 0,12-4 0,12 3 0,14-3 0,11-7 0,13-2 0,16-6 0,-28 25 0,2 2 0,1-2 0,1 2-221,8 1 1,1 1-1,-5 3 1,-1 2 220,0-1 0,-1 3 0,39-2 0,-11 8 0,-5 8 0,-7 8 0,10 3 0,-22 10 0,12 2 0</inkml:trace>
  <inkml:trace contextRef="#ctx0" brushRef="#br0" timeOffset="17">27086 13651 8912,'-44'18'0,"0"-3"0,4-4 0,-2 5 0,-4-3 0,6 6 0,4 4 0,3 9 0,5 3 0,3 5 0,8 6 0,9-4 0,8-8 0,10 1 0,13-1 0,5-9 0,12-8 0,-1-7 0,6-10 0,-1-10 0,2-7 0,-4-8 0,-7-9 0,-6-1 0,-1 1 0,-13-8 0,3-4 0,-13 4 0,1 2 0,-4-2 0,-2 2 0,-9-2 0,-9 5 0,-8 3 0,-7 7 0,-7 6 0,0 4 0,0 7 0,5 5 0,8 5 0,4 5 0,12 11 0,5 7 0,20 7 0,5-3 0,15 7 0</inkml:trace>
  <inkml:trace contextRef="#ctx0" brushRef="#br0" timeOffset="18">27775 13772 8912,'-29'9'0,"0"-3"0,-3-4 0,-6-2 0,-1-6 0,-6 0 0,-1 1 0,-6 5 0,8 0 0,6 2 0,5 3 0,5 7 0,9 5 0,1 6 0,9-2 0,9 8 0,0-3 0,0 3 0,7 0 0,5-12 0,9 4 0,2-10 0,0-3 0,-6-2 0,2-6 0,4-6 0,-4-5 0,4-12 0,-4-6 0,-2-4 0,3-9 0,3-3 0,-4-5 0,4-2 0,-4-3 0,-2-8 0,-2 0 0,-3-12 0,1-1-130,-7 1 1,0 1 129,-6 5 0,-2 16 0,-4 7 0,-4 23 0,-7 8 0,2 18 0,1 11 0,3 14 0,5 20 0,-5 15 0,7 12 0,-2 5 0,4 2-180,2-2 1,0 3 179,0-9 0,10 4 0,7-9 0,8 0 0,9-18 0,6 1 0,4-16 0,2-7 125,2-8 0,6-10-125,-8-16 0,-2-12 0,1-12 0,-6-4 0,1-1 0,-4-6 0,-1 0 0,-3-8 0,-3 2 0,-4-2 92,-8 3 0,-8 3 0,-5 7 0,-8 3-92,-7 3 0,-14 4 0,-9 8 0,-3 7 0,-9 5 0,8 3 0,-2 2 0,4 7 0,1 5 0,7 5 0,-1 6 0,8-2 0,-2 8 0,4-1 0,2 7 0,7 1 0,4 0 0,4 1 0,2-5 0,2-3 0,4-1 0,6-3 0,10-8 0,0-1 0,6-5 0,1-3 0,5-8 0,-5-8 0,0-3 0,-1-10 0,5-4 0,-3-2 0,-1-3 0,-8-3 0,2-1 0,-6 5 0,-5 0 0,1 3 0,-7-3 0,0 2 0,-6 4 0,0 10 0,0-4 0,0 11 0,0-2 0,-8 8 0,6 2 0,-4 4 0,4 5 0,2 5 0,2 3 0,4 4 0,4-4 0,7 4 0,0-4 0,0-2 0,0 0 0,1 1 0,5-7 0,0 0 0,5-7 0,-5 2 0,6-4 0,-6-4 0,0-4 0,2-5 0,-6-4 0,4-3 0,-8-1 0,2-4 0,-9 2 0,9-7 0,-5 7 0,-1-2 0,-1 4 0,-5 1 0,-3 9 0,6 1 0,-8 8 0,0 2 0,0 4 0,0 9 0,0 8 0,2 6 0,2-6 0,3 0 0,3 1 0,7-5 0,6 4 0,2-5 0,-2-7 0,4 2 0,7-7 0,-2-2 0,-3-10 0,4-3 0,-5-8 0,-3-3 0,-2-3 0,-9-3 0,-3-9 0,-5 1 0,5 0 0,-7 1 0,2 4 0,-4-1 0,-2 7 0,0 0 0,0 6 0,2 7 0,1 6 0,3 8 0,6 15 0,-7 16 0,7 11 0,-6 17 0,1 9 0,-1 20 0,-5-43 0,0 1-203,2 7 1,0 1-1,-2-1 1,-1 1 202,1 5 0,-2 0 0,1-5 0,-1 0 0,-2 0 0,0-1 0,-1-6 0,-2-1 0,-2 2 0,-1-1 0,-10 31 0,-2-9 0,-2-20 0,2-16 0,-6-11 0,-2-8 0,3-9 0,-3-3 0,6-12 0,-6-5 0,3-12 0,-3-6 0,4-11 0,8-6 0,7-11 0,5-6 0,3-4 0,2-2 0,2 2 0,3 4 0,9 6 0,7 4 0,6 1 0,7 0 0,10 8 0,8 4 0,5 4 0,6 2 0,12-7 177,-1 1 1,1 0-178,-1 6 0,3-6 0,-3 0 0,-1 1 0,-2 3 0</inkml:trace>
  <inkml:trace contextRef="#ctx0" brushRef="#br0" timeOffset="19">10239 15199 8912,'-11'15'0,"-1"-4"0,3-5 0,7-4 0,13-2 0,6 0 0,14-2 0,5-2 0,8-1 0,8-3 0,5 4 0,6-2 0,4 3 0,10-5 0,1 2 0,1 1 0,-5-3 0,-11 6 0,-7-4 0,-8 4 0,-8 2 0,-19 8 0,-6 2 0,-15 7 0</inkml:trace>
  <inkml:trace contextRef="#ctx0" brushRef="#br0" timeOffset="20">10497 17313 8912,'-2'33'0,"-3"-6"0,-7-8 0,1-6 0,5 1 0,16-5 0,20 3 0,8-1 0,8-1 0,12 3 0,5-7 0,4-2 0,1-3 0,1-1 0,2-1 0,0-5 0,-2-6 0,-6-3 0,-15-2 0,-4 2 0,-2 3 0,-4-3 0,-10 5 0,-6-1 0,-9-1 0,2 9 0,-7-7 0,3 4 0,-3 4 0,0-13 0,1 5 0</inkml:trace>
  <inkml:trace contextRef="#ctx0" brushRef="#br0" timeOffset="21">14077 16918 8912,'0'-17'0,"0"0"0,-2-1 0,-4 1 0,-5 0 0,-5 0 0,-9 2 0,-3 1 0,-5 5 0,-1 1 0,-8 2 0,-4 8 0,-4 6 0,-1 9 0,-1 16 0,2 14 0,4 11 0,6 10 0,11 11 0,17-33 0,2 3 0,0 4 0,2 1 0,1 5 0,3 1 0,3 2 0,4 0 0,3-1 0,5-2 0,4-3 0,4-3 0,5-3 0,4-3 0,1-6 0,3-5 0,35 19 0,0-16 0,-4-28 0,2-11 0,-8-11 0,-1-20 0,-10-9 0,2-16-253,-8-7 1,2-17 252,-2-6 0,-25 39 0,-1-1 0,12-44 0,-10 4 0,-11 6 0,-18-2 0,-10 4 0,-23 9 0,-11 2 0,-10 6 0,30 31 0,-1 1 0,-38-22 0,-4 7 0,3 23 0,8 6 0,8 15 0,4 13 0,19 16 0,9 19 0,10 3 0,7 3 0,14 0 0,15-1 0,8 1 0,10-1 0,9 3 0,7 3 0,9 4 0</inkml:trace>
  <inkml:trace contextRef="#ctx0" brushRef="#br0" timeOffset="22">14094 17399 8912,'-17'-9'0,"5"-4"0,1 7 0,7 0 0,-4 8 0,8 6 0,0 9 0,0 10 0,8 13 0,3 6 0,12 5 0,6 6 0,9-3 0,2 3 0,8-5 0,-2-6 0,4-12 0,1-13 0,-1-8 0,-4-7 0,-4-8 0,-7-9 0,-1-14 0,0-15 0,-7-6 0,-4 6 0,-11-8 0,-7 2 0,-3-5 0,-2-7 0,0 11 0,0-5 0,-7 12 0,-5 0 0,-3 5 0,-2 7 0,1 9 0,5 7 0,3 8 0,8 6 0,0 15 0,0 8 0,0 12 0,2 3 0,4 6 0,5 9 0,12 2 0,-4-1 0,4-10 0,2 1 0,-2-7 0,6-7 0,-6-10 0,5-6 0,-5-6 0,6-3 0,-6-10 0,-2-5 0,-2-11 0,-4-1 0,-3-9 0,1-1 0,-7-5 0,0-1 0,-6 1 0,0-1 0,0 1 0,0 0 0,0-1 0,-2 3 0,-4 3 0,4 4 0,-13 8 0,13 8 0,-4 1 0,12 8 0,-2 2 0,7 4 0,1 3 0,5 8 0,0 0 0,0-1 0,1-3 0,-1-1 0,0-1 0,0 6 0,0-7 0,1-4 0,-1-5 0,0-1 0,6 0 0,0 0 0,0-5 0,-6-1 0,0-13 0,1 2 0,-3-4 0,-2 2 0,-3-2 0,-3-2 0,-1 0 0,-6 5 0,0 1 0,-2 8 0,-4 3 0,3 4 0,-9 2 0,6 13 0,-5 5 0,7 10 0,-2 1 0,5 3 0,1 3 0,7 1 0,3 2 0,3 2 0,4-1 0,-3-5 0,9-5 0,-4 1 0,-2-7 0,0-2 0,0-9 0,1-5 0,-1-7 0,-2-2 0,-3-3 0,3-7 0,-4-11 0,-3-3 0,-2-9 0,-4 1 0,-2-1 0,0 1 0</inkml:trace>
  <inkml:trace contextRef="#ctx0" brushRef="#br0" timeOffset="23">15419 16798 8912,'-25'9'0,"-4"-3"0,-1-2 0,1 2 0,-1 3 0,7 8 0,-2 8 0,2 4 0,11 3 0,1 3 0,7-3 0,4-3 0,8 1 0,3-7 0,10-6 0,2-5 0,6-8 0,-4 1 0,0-5 0,-1-5 0,-6-5 0,-7-7 0,-7 0 0,2 0 0,-4-1 0,-2 1 0,-2 0 0,-4 0 0,-9 5 0,-8 1 0,0 7 0,6-2 0,-1 4 0,1 2 0,2 2 0,3 4 0,7 6 0,3 10 0,9-2 0,3 4 0</inkml:trace>
  <inkml:trace contextRef="#ctx0" brushRef="#br0" timeOffset="24">15677 17382 8912,'-34'0'0,"5"0"0,0 0 0,3 0 0,-3 0 0,4-7 0,8-5 0,9 3 0,8-3 0,8 1 0,9-7 0,6 7 0,0 0 0,7 7 0,-1-2 0,2 4 0,-1 2 0,-3 2 0,-2 4 0,4 3 0,-6 8 0,-6 1 0,-6-1 0,-1 2 0,1 4 0,-3-2 0,-8 8 0,0-8 0,0 2 0,0 1 0,0-1 0,0 0 0,0-6 0,0 1 0,0-1 0,0-6 0,0 1 0,0-8 0,8 3 0,1-7 0,8 0 0,1 0 0,-1 0 0,0 0 0,0 0 0,6 0 0,2 0 0,0 2 0,0 4 0,3 5 0,-5 12 0,6 4 0,-6 7 0,6 8 0,-6 4 0,-6 4 0,-6 1 0,-5 1 0,4 0 0,-5 1 0,-7 4 0,-1-3 0,-15 3 0,3-5 0,-14-6 0,6-4 0,-5-8 0,-1-7 0,-5-4 0,-1-6 0,1-6 0,-1-7 0,1-8 0,5-13 0,1-11 0,7-5 0,-2-1 0,11-8 0,6-4 0,5-4 0,1-1 0,15-1 0,8 0 0,4 3 0,7 3 0,-2-4 0,14 4 0,0-3 0,6-3 0,0 6 0,-1 0 0,5 8 0,-5-2 0,3 4 0,-14 3 0,-4 5 0,-5 5 0,-6 6 0,-8 5 0,0-3 0,-7 11 0,-5-7 0,-3 7 0,-2-4 0,2 8 0,4 0 0,-4 0 0,6 8 0,-8 1 0</inkml:trace>
  <inkml:trace contextRef="#ctx0" brushRef="#br0" timeOffset="25">17725 17004 8912,'0'-46'0,"-2"4"0,-2 6 0,-3 9 0,-3 8 0,-3 8 0,5 12 0,2 17 0,4 12 0,2 14 0,0 10 0,0 16 0,0 3 0,0 1 0,6 7 0,0-5 0,0 0 0,1 1 0,-3-3 0,7-7 0,1-4 0,-3-5 0,5-13 0,-8-4 0,-1-13 0,3-3 0,2-8 0</inkml:trace>
  <inkml:trace contextRef="#ctx0" brushRef="#br0" timeOffset="26">20323 17107 8912,'-1'-17'0,"-5"0"0,-4 0 0,-7-1 0,0 3 0,0 4 0,-1 5 0,1 8 0,0 7 0,0 9 0,0 16 0,-1 2 0,3 6 0,4 6 0,-3 2 0,8 1 0,-1-5 0,3-2 0,-2-2 0,2-4 0,3-3 0,1-7 0,0-3 0,0-8 0,0 1 0,0-11 0,0-9 0,0-13 0,1-12 0,5-13 0,-4 2 0,4-10 0,-2-3 0,1-5 0,-1 5 0,8 5 0,-9 6 0,3-6 0,4 8 0,1-2 0,-1 13 0,1 10 0,1 1 0,5 11 0,2 6 0,4 11 0,4 13 0,7 9 0,6 8 0,1 10 0,6-6 0,-3-2 0,2-2 0,0-4 0,-6-10 0,6-5 0,-2-5 0,2-7 0,-4-3 0,-8-8 0,-1 0 0,-4 0 0,-1-8 0,-10-3 0,1-7 0,-14-5 0,7 4 0,-6-4 0,-3-1 0,-8-1 0,-7 0 0,-3 0 0,-10-5 0,-4 1 0,-3 4 0,-3 2 0,3 4 0,1 4 0,5 3 0,1 7 0,-4 10 0,6 7 0,0 11 0,6 5 0,7 5 0,5 3 0,3 4 0,2 6 0,4 2 0,7-2 0,8-4 0,16-8 0,7-1 0,4-5 0,5-11 0,7-11 0,5-6 0,4-6 0,-6-7 0,-4-16 0,-3 1 0,-3-14 0</inkml:trace>
  <inkml:trace contextRef="#ctx0" brushRef="#br0" timeOffset="27">21270 17021 8912,'-2'-11'0,"-2"-1"0,-2-1 0,1 3 0,5-1 0,0 7 0,0 4 0,0 12 0,7 10 0,5 7 0,9 9 0,2 2 0,5 2 0,-5-1 0,8-5 0,-2 4 0,-3-4 0,3-1 0,0-1 0,5 0 0,-7-7 0,-4-4 0,-4-11 0,-2-5 0,1-7 0</inkml:trace>
  <inkml:trace contextRef="#ctx0" brushRef="#br0" timeOffset="28">21700 16970 8912,'-9'17'0,"-9"2"0,-8 4 0,-7 6 0,-3 11 0,-4 5 0,-4 7 0,-8 5 0,2 4 0,4 8 0,6-2 0,12-6 0,5-7 0,4-6 0,9-16 0,4 2 0,6-13 0,6-3 0,5-11 0,5-5 0,7-4 0,0-4 0,7-11 0,-3-9 0</inkml:trace>
  <inkml:trace contextRef="#ctx0" brushRef="#br0" timeOffset="29">22113 16781 8912,'0'-12'0,"2"2"0,4 3 0,-4-7 0,5 11 0,-7-9 0,0 1 0,0 3 0,0 8 0,0 15 0,0 16 0,0 7 0,0 8 0,2 6 0,4 5 0,-2-2 0,7 8 0,-5-5 0,6 5 0,-3-8 0,3 2 0,3 3 0,-4-3 0,-1-7 0,1-10 0,-7-12 0,2-5 0,-4-4 0,-10-9 0,-1-2 0</inkml:trace>
  <inkml:trace contextRef="#ctx0" brushRef="#br0" timeOffset="30">21975 17176 8912,'-26'0'0,"-1"0"0,4 0 0,4 0 0,-4 0 0,10 0 0,1 0 0,8 0 0,0 0 0,16 0 0,11 0 0,15-8 0,8-3 0,11-6 0,6-6 0,6 2 0,6-8 0,7 0-202,4-5 0,-41 14 1,0-2-1,33-22 0</inkml:trace>
  <inkml:trace contextRef="#ctx0" brushRef="#br0" timeOffset="31">24677 16368 8912,'-2'9'0,"-3"-1"0,-7 0 0,-3 5 0,0 8 0,3 8 0,2 5 0,5 6 0,3 12 0,-4 11 0,4 6 0,2 3 0,0 5 0,0 1 0,0-5 0,0 1 0,0-13 0,0-9 0,-2-1 0,-5-9 0,-11-5 0,-8-14 0,-7-12 0,-1-11 0</inkml:trace>
  <inkml:trace contextRef="#ctx0" brushRef="#br0" timeOffset="32">23937 16746 8912,'-17'-17'0,"6"0"0,-1 0 0,10-1 0,2 1 0,17-2 0,20-4 0,14-6 0,16-3 0,4-8 0,9 0 0,1-6-440,5 6 1,0-6 439,0 6 0,4 7 0,-4 10 0,-6 12 106,-17 5 1,-13 4-107,-16 2 0,-7 0 0,-10 8 0,0 2 0</inkml:trace>
  <inkml:trace contextRef="#ctx0" brushRef="#br0" timeOffset="33">24918 16419 8912,'-9'18'0,"-5"-7"0,8 1 0,-1-3 0,1 3 0,4 5 0,-4 0 0,3 4 0,-3 13 0,4-1 0,-4 13 0,4 1 0,2 3 0,-5 7 0,-1 1 0,0 5 0,6-6 0,0 0 0,0-5 0,0-10 0,0-8 0,0 1 0,0-16 0,2-4 0,4-15 0,3-4 0,9-13 0,-1-4 0,0-13 0,2-1 0,4 1 0,-2-6 0,8 0 0,-8-6 0,2 6 0,-6 2 0,-6 9 0,5-2 0,-5 8 0,-3 6 0,-2 6 0,3 7 0,-7 0 0,4 16 0,-4 7 0,-2 15 0,0 6 0,0 0 0,0 6 0,0-6 0,7 0 0,5-5 0,3-7 0,2 1 0,0-8 0,1 2 0,1-11 0,2-5 0,2-1 0,-2 0 0,-2-3 0,-2-8 0,0-7 0,1-3 0,6-10 0,3-2 0</inkml:trace>
  <inkml:trace contextRef="#ctx0" brushRef="#br0" timeOffset="34">25486 16849 8912,'2'-15'0,"4"4"0,-4-5 0,5 7 0,-7-1 0,0 3 0,0 7 0,0 15 0,0 8 0,0 7 0,0 5 0,0 7 0,0 4 0,2-4 0,4-2 0,3-4 0,9-2 0,5 1 0,0-1 0,5-13 0,-5-4 0,6-11 0,-6 0 0,5-12 0,-5-5 0,0-7 0,-5-4 0,-1-11 0,0-7 0,0-2 0,0 2 0,-7 2 0,-4-8 0,-4 6 0,-2-6 0,0 8 0,0-1 0,-2 9 0,-4 7 0,2 11 0,-7 7 0,7 5 0,-2 5 0,4 13 0,2 10 0,0 7 0,0 5 0,8-2 0,3 8 0,5-8 0,1 2 0,0-6 0,0-5 0,2-2 0,4-4 0,4-12 0,8 1 0,-1-8 0,0-4 0,-7-8 0,13-9 0,-3-10 0</inkml:trace>
  <inkml:trace contextRef="#ctx0" brushRef="#br0" timeOffset="35">27637 15921 8912,'0'-17'0,"-2"5"0,-4 1 0,-5-3 0,-6 1 0,-6 2 0,-6 5 0,-3 4 0,-5 4 0,-3 5 0,-6 11 0,2 18 0,0 23 0,0 21 0,22-31 0,0 2 0,2 8 0,0 2 0,-2 7 0,0 2 0,1 3 0,0 3 0,1 3 0,2 0 0,3-1 0,3-1 0,2 1 0,3-1 0,2-5 0,2-1-238,1-3 1,2-2-1,4-10 1,2-2 237,11 38 0,10-19 0,11-20 0,4-11 114,2-13 1,0-16-115,2-7 0,4-14 0,-4-9 0,-4-15 0,6-16 0,-8-4 0,0 5 0</inkml:trace>
  <inkml:trace contextRef="#ctx0" brushRef="#br0" timeOffset="36">27930 16609 8912,'-8'-12'0,"-3"3"0,-3-1 0,-1 2 0,0 1 0,-5 3 0,-1-4 0,4 3 0,-2 1 0,-4 2 0,2 4 0,-8 3 0,6 13 0,-5 10 0,7 12 0,-2 8 0,4 8 0,2 7 0,7 3 0,4 3 0,12-8 0,7-5 0,10-10 0,12-12 0,1-9 0,10-14 0,-6-7 0,6-15 0,-6-8 0,6-16 0,-8-7 0,2-4 0,-5-9 0,-7-2 0,1-8 0,-10 4 0,-5-1 0,-5 5 0,-5 4 0,-10 1 0,-11 8 0,-12 4 0,-9 13 0,-2 10 0,-8 7 0,2 10 0,-3 8 0,-3 4 0,2 16 0,6 7 0,10 3 0,9 4 0,14 0 0,5 4 0,15-6 0,14-12 0,12-10 0,24-3 0,2-5 0</inkml:trace>
  <inkml:trace contextRef="#ctx0" brushRef="#br0" timeOffset="37">28687 16471 8912,'-17'-34'0,"-1"-1"0,1 1 0,6 7 0,-1 4 0,1 10 0,-8 3 0,-2 3 0,-2 3 0,-2 10 0,2 5 0,4 12 0,-4 6 0,4 3 0,2 2 0,1 1 0,5-1 0,3-1 0,8-5 0,0 3 0,0-8 0,6 6 0,0-7 0,9-4 0,2-7 0,2-7 0,10 2 0,-6-6 0,6-6 0,-3-6 0,3-10 0,2 1 0,-9-8 0,3 2 0,-2-2 0,-4 3 0,4 5 0,-4-2 0,-7 0 0,-1 6 0,-7 7 0,4 20 0,-8 18 0,-2 16 0,-4 19 0,2 8 0,-7 15 0,5 8 0,1-46 0,-1 1 0,-4 46 0,-1-3 0,3-10 0,0-15 0,7-17 0,-5-10 0,4-11 0,2-14 0,0-15 0,0-8 0,0-9 0,6-2 0,-1-4 0,7 2 0,-6-8 0,7-7 0,-4-8 0</inkml:trace>
  <inkml:trace contextRef="#ctx0" brushRef="#br0" timeOffset="38">29410 15852 8912,'0'-17'0,"0"0"0,0-1 0,0 7 0,0 0 0,0 45 0,-8 0 0,-3 48 0,-5 8 0,8-40 0,-1 2 0,0 6 0,-1 2 0,-2 5 0,1 2 0,1 4 0,-1 1-341,-3 2 1,-1 1 0,2 1 0,-1 1 340,0 0 0,0 1 0,-2-3 0,1 1 0,3-4 0,1-1 0,0-12 0,-1-4-60,-5 37 1,6-25 59,-1-10 0,6-7 0,-5-16 0,5-9 0,-5-13 0,7-9 0,-4 5 0,10-10 0,2-4 1342,2-5-1342,7-12 0,4-19 0,10-11 0</inkml:trace>
  <inkml:trace contextRef="#ctx0" brushRef="#br0" timeOffset="39">29719 16643 8912,'-9'-17'0,"-5"5"0,9 1 0,1-3 0,2-1 0,2-2 0,8 6 0,5 1 0,8 0 0,8 1 0,9 5 0,2-2 0,-2 6 0,-1 6 0,-3 6 0,1 10 0,-3 7 0,-3 4 0,-12 3 0,-11 4 0,-4 6 0,-2 11 0,-16-3 0,-9 3 0,-9-5 0,-6-7 0,-14 5 0,3-4 0,-5-4 0,5-2 0,-1-6 0,0-5 0,8 2 0,4-8 0,12-8 0,5-9 0,11-12 0,6-6 0,6-9 0,6-2 0,4-7 0,7 1 0,0-3 0,0-3 0,6 9 0,0 3 0,2 4 0,-4 1 0,4 1 0,2 0 0,-4 6 0,5-1 0,-1 8 0,2-1 0,5 3 0,1 2 0,-7 7 0,7 5 0,-5 3 0,5 2 0,-1-2 0,1-3 0,-1 1 0,-2-7 0,-1-2 0,-2-2 0,-8-2 0,2 0 0,3 0 0,1 0 0</inkml:trace>
  <inkml:trace contextRef="#ctx0" brushRef="#br0" timeOffset="40">30666 16333 8912,'0'-24'0,"-2"-3"0,-4 0 0,4 10 0,-13 11 0,4 14 0,-5 9 0,5 16 0,-1 12 0,1 13 0,-6 5 0,-1 6 0,1 5 0,0 4 0,0 8 0,1 0 0,5 0 0,-2-4 0,7-7 0,2-4 0,10-20 0,3-7 0,9-21 0,6-8 0,5-15 0,4-9 0,1-8 0,6-8 0,0-10 0,0-1 0,-5-4 0,-3 2 0,-3-8 0,0 6 0,-12-6 0,-4 10 0,-13-1 0,0 9 0,0 3 0,-13-4 0,-4 6 0,-18 8 0,1 9 0,-6 4 0,0 2 0,-2 8 0,-4 3 0,4 5 0,7 1 0,8 6 0,4 0 0,4 7 0,10-3 0,1 7 0</inkml:trace>
  <inkml:trace contextRef="#ctx0" brushRef="#br0" timeOffset="41">31148 15715 8912,'-8'-18'0,"-3"1"0,-5 0 0,1 0 0,2 1 0,3 3 0,2 2 0,3-1 0,5-5 0,15 2 0,10 3 0,13 7 0,14 3 0,7 11 0,12 8 0,1 12 0,3 9 0,-2 16 0,-10 14 0,-36-22 0,-5 4 0,-3 8 0,-5 4 0,-3 9 0,-3 4-432,-2 8 0,-4 2 0,-8 0 0,-6 2 432,3-23 0,-3 2 0,-1-2 0,-10 30 0,-6-2-285,7-29 1,-3 0 0,-2 0 0,-1-1 0,-1-1 0,-2-1 284,-2 0 0,-2 0 0,0-2 0,-16 25 0,-2-2 0,-1 0 0,-1-1 0,0-2 0,0-2 0,0-4 0,1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19.970"/>
    </inkml:context>
    <inkml:brush xml:id="br0">
      <inkml:brushProperty name="height" value="0.053" units="cm"/>
      <inkml:brushProperty name="color" value="#FF0000"/>
    </inkml:brush>
  </inkml:definitions>
  <inkml:trace contextRef="#ctx0" brushRef="#br0">13147 3697 8912,'0'9'0,"0"-1"0,0-10 0,0-4 0,-7 2 0,-5-7 0,3 7 0,-3-2 0,-1 4 0,-8 2 0,-2 0 0,0 2 0,6 4 0,-10 4 0,-7 9 0,-10 4 0,-6 5 0,-9 12 0,-3 6 0,-1 6 0,0 5 0,-6 2 0,32-27 0,0-1 0,-36 29-179,10-9 1,-2-7 178,8-4 0,-1-4 0,7-1 0,12-8 0,7-6 0,5-6 0,6-4 0,2-1 0,2 1 0,7 5 0,-5-14 0,13 5 0,-6-7 357,8 0-357,0 0 0,8 0 0,-6-2 0,4-3 0,-4-5 0,-2-7 0</inkml:trace>
  <inkml:trace contextRef="#ctx0" brushRef="#br0" timeOffset="1">12149 3800 8912,'0'17'0,"0"0"0,-2-5 0,-3-1 0,-5-5 0,-7 5 0,-2 6 0,-4 8 0,-6 4 0,-3 7 0,-10 8 0,-2 13 0,0 6 0,3 4 0,5 4 0,2 4 0,5-1-188,0 12 1,14-12 187,-2 7 0,9-16 0,-1-10 0,1-7 0,4-8 0,2-11 0,2-5 0,8-14 0,1-2 0,9-8 0,-1 0 0,2-2 0,4-4 0,6-5 0,11-5 187,6-1 1,5-6-188,7 0 0,5-2 0,11 2 0,-3 4-111,4-4 0,-10 6 111,-2 6 0,-8-3 0,3 9 0,-7-1 0,-5 6 0,-6 0 0,-7 0 0,-10 4 0,-12 7 0,-7 8 0</inkml:trace>
  <inkml:trace contextRef="#ctx0" brushRef="#br0" timeOffset="2">14421 2837 8912,'15'-8'0,"-1"-3"0,-5-5 0,-1-1 0,-4 0 0,-3 0 0,-1 0 0,-5 0 0,-3-3 0,-1-1 0,-5-2 0,-1 1 0,-2 4 0,-1 3 0,1 4 0,0-3 0,0 7 0,0-1 0,-1 0 0,1 3 0,0 6 0,0 7 0,0 9 0,1 10 0,5 13 0,-3 6 0,9 11 0,-1 4 0,6 8 0,0 2 0,0 3 0,8 1 0,3 7 0,6 2 0,6-2 0,-4-9 0,4-4 0,2-2 0,-2-10 0,0-8 0,-6-8 0,-7-13 0,-3-3 0,-7-8 0</inkml:trace>
  <inkml:trace contextRef="#ctx0" brushRef="#br0" timeOffset="3">14059 3370 8912,'0'9'0,"0"-1"0,0-8 0,0 0 0,2-8 0,4-5 0,8-6 0,7-6 0,7-2 0,5 6 0,1-2 0,6-1 0,0 1 0,1 0 0,1 6 0,2-1 0</inkml:trace>
  <inkml:trace contextRef="#ctx0" brushRef="#br0" timeOffset="4">14645 3129 8912,'0'10'0,"0"-3"0,7-7 0,1-2 0,3-3 0,5 3 0,-5-4 0,4 6 0,3 6 0,-1 3 0,0 9 0,0 4 0,0 1 0,-1 8 0,-5-2 0,3 1 0,-9-1 0,1 1 0,-6-7 0,0 0 0,0-6 0,-6-9 0,-1-10 0,-1-11 0,0-8 0,3-16 0,5 3 0,0-10 0,0 4 0,2-6 0,3 6 0,5-6 0,7 6 0,0 6 0,1 7 0,-1 4 0,0 8 0,6-1 0,0 11 0,0-1 0,-6 6 0,0 0 0,0 0 0,1 8 0,-1 3 0,0 4 0,0 3 0,0-1 0,1 0 0,-7-6 0,1 1 0,-9-1 0,5 7 0,-8-1 0,0 0 0,0-6 0,0 1 0,0-1 0,0 7 0,0-1 0,0 0 0,0 0 0,0 0 0,2 1 0,4-1 0,-2-8 0,7-3 0,2-4 0,10-2 0,-4-4 0,6-5 0,-2-11 0,0-4 0,-2-5 0,-9-5 0,1-1 0,-7 1 0,0 1 0,-6 5 0,-8 1 0,-4 4 0,-9 10 0,-2-5 0,-7 13 0,1-1 0,-1 4 0,1 2 0,-2 8 0,8 5 0,4 6 0,6 4 0,5 0 0,8-6 0,0-5 0,0-1 0,8 1 0,1 5 0</inkml:trace>
  <inkml:trace contextRef="#ctx0" brushRef="#br0" timeOffset="5">15505 2992 8912,'17'0'0,"0"0"0,-7-2 0,-4-4 0,-4 4 0,-2-6 0,0 8 0,0 2 0,0 4 0,0 7 0,0 8 0,0 0 0,0 8 0,5 2 0,1 9 0,6-2 0,-7 8 0,9-8 0,-3 2 0,-1-9 0,-1-5 0,1-1 0,-1-4 0,-5-9 0,4-5 0,-8-16 0,0-8 0,0-8 0,0-10 0,0-1 0,0-4 0,0-4 0,0-7 0,-2 5 0,-4 0 0,4 8 0,-3-2 0,3 9 0,2 4 0,0 2 0,7 10 0,3 7 0,7 8 0,2 16 0,4 7 0,-4 1 0,4 5 0,2 0 0,-2 5 0,0-1 0,-6-5 0,-2 3 0,-1-8 0,-3-2 0,3-2 0,-7-8 0,-1 1 0,-4-8 0,-2 3 0,0-20 0,0-4 0,0-12 0,0 0 0,0-5 0,0-6 0,0 4 0,0-4 0,0 1 0,2 1 0,2 0 0,1 5 0,3 7 0,-2 8 0,-2 3 0,7 4 0,1 3 0,7 10 0,2 4 0,2 5 0,2 10 0,-2 2 0,1 13 0,5-1 0,-2 3 0,-6-4 0,2 1 0,-2-1 0,6 1 0,1-1 0,-1-13 0,2-4 0,-1-11 0,7 2 0</inkml:trace>
  <inkml:trace contextRef="#ctx0" brushRef="#br0" timeOffset="6">17088 2665 8912,'0'-23'0,"0"0"0,0 0 0,0-2 0,0 4 0,0-5 0,0-1 0,0 0 0,2 0 0,4-3 0,7 3 0,8 2 0,0 2 0,8 8 0,3 4 0,7 5 0,-3 6 0,4 6 0,-3 11 0,-3 13 0,-2 8 0,-3 8 0,-12 6 0,-11 5 0,-4 2 0,-2 4 0,-8-3 0,-3-9 0,-6 3 0,-6 3 0,-4-5 0,-7-1 0,-1-7 0,1-2 0,-1-11 0,1 3 0,1-13 0,5-4 0,3-7 0,8-10 0,5-10 0,1-7 0,7-10 0,-2-13 0,6-2 0,6-4 0,-2-3 0,7 3 0,1 4 0,5 2 0,0 11 0,0 6 0,2 4 0,4 2 0,-2 2 0,8 3 0,0 5 0,5 7 0,6 7 0,0 5 0,3 11 0,-3 5 0,-4-1 0,4 2 0,-4-3 0,-1 3 0,-3-4 0,-1-8 0,-2-2 0,1-3 0,1-5 0,-2-7 0,3-15 0,-5-4 0</inkml:trace>
  <inkml:trace contextRef="#ctx0" brushRef="#br0" timeOffset="7">18241 2115 8912,'-11'-12'0,"-1"1"0,8 7 0,-3-4 0,7 18 0,0 7 0,0 12 0,0 9 0,7 8 0,5 11 0,3 4 0,2 8 0,1 6 0,-1-1 0,2-1 0,4-3 0,-10-9 0,4-3 0,-11-5 0,10-9 0,-7-2 0</inkml:trace>
  <inkml:trace contextRef="#ctx0" brushRef="#br0" timeOffset="8">17966 2837 8912,'-6'-17'0,"-2"-1"0,1 1 0,-1 0 0,2-8 0,10 6 0,8-4 0,9 10 0,19 1 0,8 1 0,7 1 0,14-5 0,11 4 0,-1-10-609,1-2 609,0-8 0,-1-3 0,-3-10 0</inkml:trace>
  <inkml:trace contextRef="#ctx0" brushRef="#br0" timeOffset="9">18998 2235 8912,'-40'17'0,"0"0"0,-6 1 0,6 1 0,2 4 0,1 5 0,11 7 0,3 5 0,0-4 0,6 4 0,7-3 0,6-3 0,4-2 0,0-3 0,0-4 0,0-8 0,2-5 0,4-1 0,-2-7 0,7 2 0,1-4 0,5-2 0,2-10 0,4-7 0,-2-2 0,8-10 0,-3 2 0,3-1 0,-4-3 0,-6 8 0,0 2 0,-2 2 0,12 2 0,-17 2 0,10 3 0,-2 4 0,-3 8 0,-6 2 0,1 4 0,-7 0 0,7 11 0,-6-4 0,5 10 0,-7-4 0,2-1 0,1-1 0,-1 0 0,7-7 0,-1-5 0,-4-3 0,7-2 0,-6 0 0</inkml:trace>
  <inkml:trace contextRef="#ctx0" brushRef="#br0" timeOffset="10">19188 2080 8912,'-10'0'0,"2"0"0,3 2 0,-1 4 0,0 0 0,6 11 0,0-2 0,0 14 0,0 3 0,0 7 0,8 4 0,3 9 0,-1 0 0,1-1 0,-7-5 0,2 0 0,2-8 0,-3 2 0,1-11 0,-6-6 0,6-10 0,0-1 0,-1-9 0,-3-4 0,4-17 0,-2-1 0,7-9 0,1-1 0,5-5 0,2-1 0,4 1 0,-4 5 0,6 2 0,-2 3 0,0 3 0,7 7 0,-1 3 0,-2 7 0,2-2 0,-1 4 0,7 2 0,-3 2 0,-1 4 0,-4 5 0,-3 5 0,-6 3 0,-7 4 0,-7-4 0,2 4 0,-8-2 0,-10 2 0,-3-2 0,-19 7 0,-5-5 0,-12 6 0,-1-6 0,0 5 0,3-7 0,3 2 0,4-11 0,7-6 0,1-4 0,7-10 0,2-2 0</inkml:trace>
  <inkml:trace contextRef="#ctx0" brushRef="#br0" timeOffset="11">19876 1771 8912,'-10'2'0,"5"4"0,-5-5 0,3 17 0,-5-1 0,4 4 0,8 11 0,0 8 0,0 8 0,0 8 0,0 12 0,10-1 0,5-2 0,8-4 0,4-1 0,-4 1 0,6-10 0,-1-5 0,7-17 0,-1-12 0,1-11 0,-1-6 0,0-6 0,1-11 0,-1-12 0,-5-5 0,0-6 0,-8-2 0,2-4 0,-6-2 0,-6 6 0,-5 0 0,-4 0 0,-4-10 0,-4 6 0,-3 3 0,-9 14 0,-5 4 0,1 8 0,-7 7 0,6 5 0,-6 12 0,6 10 0,0 8 0,6 10 0,0 7 0,2 5 0,3 7 0,6 3 0,5 6 0,1-5 0,15-1 0,8-6 0,9-7 0,8-4 0,10-13 0,7-10 0,12-7 0,-4-14 0,-2-7 0,-1-12 0,-5-15 0,-5-8 0,-3-8 0,-3 3 0,-6-3 0,-11 14 0,-4-6 0,-8 6 0,-2-6 0,-3 6 0,-4 0 0,-8 6 0,0 1 0,0 4 0,0 5 0,0 6 0,-8 9 0,6 1 0,-6 22 0,8 3 0,0 11 0,0 1 0,0 4 0,2 1 0,4 0 0,5 1 0,-1-1 0,1 1 0,-5-1 0,6 0 0,-8 1 0,1-1 0,-5-5 0,-5-1 0,-13 1 0,-12 4 0,-7-3 0,-3-1 0,-8-3 0,3 3 0,-11 2 0,-1-8 0,-8 0 0,4-6 0</inkml:trace>
  <inkml:trace contextRef="#ctx0" brushRef="#br0" timeOffset="12">10945 5949 8912,'-8'9'0,"6"-1"0,-5-10 0,7-4 0,0 3 0,0-9 0,0 6 0,0-5 0,0 7 0,0-4 0,0 8 0,0 2 0,1 4 0,3 6 0,2 3 0,0 4 0,-6 4 0,2-2 0,3 8 0,-3-3 0,4 3 0,-4 3 0,0-3 0,2 4 0,1 1 0,1-5 0,-6-1 0,0-7 0,0 2 0,0-4 0,0-2 0,0-7 0,0 0 0,0-5 0,0-3 0,0 6 0,0-8 0,0-8 0,0 6 0,0-5 0,0 7 0,0-8 0,0 6 0,0-6 0,0 7 0,0-5 0,0-6 0,0-3 0,0-2 0,0-6 0,0 0 0,0-6 0,0 6 0,0-7 0,0 1 0,0 2 0,0-1 0,0 1 0,0-2 0,0 5 0,0 6 0,0 1 0,0 8 0,0 3 0,0 12 0,0 7 0,0 8 0,0 8 0,0 11 0,0 4 0,0 7 0,0 1 0,0-1 0,0 1 0,0 0 0,0-1 0,0 1 0,0-3 0,0-3 0,0-4 0,0-7 0,-6-7 0,1 1 0,-1-8 0,6-4 0,0-11 0,0-12 0,0-3 0,0-8 0,0-3 0,0-3 0,-6-5 0,0-12 0,1 2 0,5-8 0,0 6 0,0-6 0,0 0 0,0-6 0,2 6 0,3 1 0,-3 6 0,4-1 0,-4 6 0,-2 5 0,0 4 0,0 8 0,8 8 0,-7 1 0,7 8 0,-8 0 0,0 8 0,0 3 0,0 4 0,0 4 0,0 4 0,2 4 0,4 8 0,-4-1 0,3 0 0,-1 1 0,2-1 0,-4 6 0,4 0 0,-4 0 0,-2-5 0,1-7 0,5 1 0,-4-8 0,4 2 0,-4-4 0,-2-9 0,0-3 0,0-7 0,0-7 0,0-5 0,-6-5 0,0-6 0,2-6 0,3-3 0,-1-2 0,-4-1 0,4-5 0,-4 0 0,4 0 0,2 5 0,0 1 0,0 0 0,0-1 0,0 1 0,-2 7 0,-3 4 0,3 10 0,-4 1 0,4 9 0,2 5 0,0 15 0,0 8 0,0 9 0,0 2 0,0 4 0,0-1 0,0 5 0,2-2 0,4-4 0,-4-2 0,3-2 0,-3 1 0,-2-1 0,0-7 0,0-4 0,0 2 0,0-2 0,0-6 0,0-6 0,0-7 0,0 4 0,0-10 0,0-4 0,-2-9 0,-3-8 0,1-10 0,-8-1 0,7 0 0,-5-8 0,2 2 0,5-1 0,-5-1 0,2 2 0,1 10 0,5-5 0,-6 12 0,0 0 0,0 10 0,6 2 0,0 7 0,0-4 0,0 16 0,0 3 0,2 6 0,4 6 0,-4 2 0,4 4 0,-3 1 0,3-7 0,-4 6 0,4-6 0,1 2 0,-1-2 0,2-2 0,-2 7 0,-5 1 0,7 5 0,-8 1 0</inkml:trace>
  <inkml:trace contextRef="#ctx0" brushRef="#br0" timeOffset="13">30029 5158 8912,'0'9'0,"0"-1"0,0-10 0,0-4 0,0 3 0,0-9 0,-8 1 0,7-1 0,-7 3 0,0 1 0,-3 4 0,-14 10 0,-11 7 0,-14 8 0,-19 21 0,27-14 0,-2 2 0,-11 9 0,-3 2 0,-10 5 0,-3 2 0,17-14 0,-1 1 0,-1 1-357,-4 2 0,-2 0 0,-1 0 0,-3 1 0,0 0 1,-1 0 356,0-1 0,0 1 0,0-2 0,2-1 0,0-2 0,2 0 0,-24 12 0,2-1 0,4-5 0,1-1 0,4-4 0,1-2 0,7-4 0,2-2-139,6-6 1,2 0 0,3-1-1,3-2 139,-34 5 0,3 0-36,9-6 0,5-2 36,23-3 0,8-5 0,21-7 0,0 0 0,7 0 988,2 0 1,10-5-989,4-1 0,9-7 346,8 1 0,8-5-346,-3-6 0,5 10 49,1-5 0,-1-1-49,-4-4 0,3-15 0,-5 2 0</inkml:trace>
  <inkml:trace contextRef="#ctx0" brushRef="#br0" timeOffset="14">27826 5760 8912,'-15'-14'0,"2"-3"0,1-2 0,-1 0 0,-4 9 0,-6 5 0,-4 3 0,-7 2 0,-9 15 0,-2 8 0,-7 9 0,-5 9 0,3 4 0,-3 13 0,3 10 0,3 11 0,1 1 0,4 0 0,-2-1-253,8 1 0,-2 2 253,2-8 0,11-7 0,0-9 0,10-13 0,8-4 0,3-11 0,8-1 0,8-16 0,3-1 0,12-3 0,6-3 0,7-4 0,10-6 0,2-2 0,15-11 0,6 4 0,5-10 0,16-2-320,2 2 1,2 0 319,-46 14 0,1 1 0,47-5 0,-47 4 0,-1 0 0,48-2 0,-8-10 0,-2 2 0,-4-2 0</inkml:trace>
  <inkml:trace contextRef="#ctx0" brushRef="#br0" timeOffset="15">29599 3559 8912,'11'-6'0,"-1"-1"0,-2-3 0,-3 6 0,-5-3 0,-2 16 0,-3 8 0,-7 10 0,-3 6 0,3 5 0,1 8 0,0 1 0,-7 16 0,3 0 0,4 4 0,5-2 0,4-2 0,2-7 0,0 1 0,2-11 0,2-8 0,3-7 0,3-8 0,-1-4 0,3-2 0,-4-9 0,-8-8 0,0-16 0,0-11 0</inkml:trace>
  <inkml:trace contextRef="#ctx0" brushRef="#br0" timeOffset="16">29444 4040 8912,'0'-17'0,"0"0"0,0 0 0,0 0 0,0 3 0,0-3 0,0 4 0,0-10 0,8 4 0,3 1 0,12 1 0,6 0 0,5 6 0,6-1 0,6 8 0,12-3 0,5 1 0,4 0 0,-4 0 0,0 6 0,-13 0 0,-3 0 0,-7 0 0,-7 0 0,-10 0 0,-6 0 0,-17 0 0,-9 0 0,-9 0 0,1 8 0,0 2 0,0 7 0,5 0 0,1 0 0,5 0 0,-3 1 0,1 1 0,4 4 0,2-4 0,2 4 0,2-4 0,4-2 0,5 0 0,5-5 0,1-1 0,2-7 0,4 2 0,4-6 0,7-6 0,2 2 0,4-7 0,-3-7 0,5-6 0,-2-3 0,0-4 0,0 1 0,-5 1 0,-8-1 0,-5 7 0,-2-4 0,-3 10 0,-8-4 0,-1 19 0,-8-6 0,-8 16 0,-1 1 0</inkml:trace>
  <inkml:trace contextRef="#ctx0" brushRef="#br0" timeOffset="17">30494 3920 8912,'-23'44'0,"0"8"0,0-1 0,4 14 0,-4-8 0,9 1 0,-3-7 0,4 1 0,-4-2 0,1-5 0,5-5 0,-4-5 0,3-6 0,3-5 0,-3-6 0,1-9 0,-7-1 0,1-8 0,6 0 0,-1 0 0,7-10 0,-7-7 0,8-2 0,-1-10 0,3 3 0,2-3 0,5-9 0,3 1 0,2-3 0,3-2 0,2-6 0,2-3 0,1-10 0</inkml:trace>
  <inkml:trace contextRef="#ctx0" brushRef="#br0" timeOffset="18">30700 3834 8912,'35'-15'0,"-7"3"0,1-11 0,-8 4 0,2 2 0,-4 8 0,-2 3 0,-5 4 0,-3 6 0,-1 7 0,-2 10 0,-6 19 0,-8 10 0,-3 7 0,-3 6 0,3-5 0,-4 7 0,3-2 0,-3 7-106,-2-1 0,1 4 106,5-10 0,-3-2 0,9 2 0,-1-10 0,6-1 0,0-10 0,0-13 0,2-6 0,4-12 0,5-5 0,4-14 0,3-9 0,-1-16 0,0-14 0,0-9 0,8-12 0,2-11 0</inkml:trace>
  <inkml:trace contextRef="#ctx0" brushRef="#br0" timeOffset="19">30924 4006 8912,'11'-19'0,"1"-4"0,-8 12 0,3-5 0</inkml:trace>
  <inkml:trace contextRef="#ctx0" brushRef="#br0" timeOffset="20">30976 3834 8912,'17'-17'0,"0"0"0,-5 5 0,-1 3 0,2 1 0,3 2 0,1 6 0,0 0 0,6 2 0,0 4 0,0 3 0,-6 9 0</inkml:trace>
  <inkml:trace contextRef="#ctx0" brushRef="#br0" timeOffset="21">31268 3886 8912,'8'24'0,"-6"3"0,5 0 0,-9 7 0,-3 1 0,-7-1 0,-11 6 0,-7-3 0,-9-3 0,3-5 0,-4-1 0,4 1 0,1-2 0,8 1 0,5-11 0,2-3 0,11-29 0,1-5 0</inkml:trace>
  <inkml:trace contextRef="#ctx0" brushRef="#br0" timeOffset="22">31354 4144 8912,'33'0'0,"-5"0"0,-3 0 0,-8-2 0,1-4 0,-1-4 0,-6 1 0,1 3 0,-6 4 0,5 2 0,2 0 0,3 0 0,3 0 0,4 0 0,2 0 0,3 0 0,5 0 0,-5 0 0,5 0 0,1 0 0,-7-6 0,-4 1 0,-9-9 0,-3 3 0,-7 1 0,2-1 0,-8-1 0,-8-5 0,-9 2 0,-6 3 0,2-1 0,-6 7 0,-1 1 0,-8 7 0,-4 3 0,-2 7 0,0 9 0,-2 2 0,6 5 0,11-5 0,4 8 0,8-3 0,9 3 0,8-2 0,17 1 0,18-7 0,16 6 0,18-6 0,6-2 0,5-10 0,-3 5 0,-9-5 0,-3 2 0,-7-1 0,-16 3 0,-48-13 0,-15 6 0</inkml:trace>
  <inkml:trace contextRef="#ctx0" brushRef="#br0" timeOffset="23">30752 5227 8912,'-2'9'0,"-2"-1"0,-3-2 0,-3-1 0,-2 7 0,-5-5 0,0 3 0,0 3 0,2 3 0,1 3 0,5 2 0,1 2 0,2 0 0,6-6 0,2 0 0,4 0 0,5-7 0,12-4 0,6-5 0,3-1 0,5-1 0,1-7 0,2-7 0,-2-6 0,-3-10 0,-6 2 0,-5-3 0,-8-3 0,-5 1 0,-5 0 0,-6-1 0,-6 1 0,-13 7 0,-15 4 0,-8 6 0,-10 6 0,2 3 0,4 8 0,-1 8 0,6 3 0,1 10 0,6 2 0,15 6 0,7-6 0,16 0 0,6-6 0</inkml:trace>
  <inkml:trace contextRef="#ctx0" brushRef="#br0" timeOffset="24">31647 5038 8912,'0'-18'0,"0"-5"0,0 1 0,-2-7 0,-2 4 0,-4 0 0,-1 0 0,3 2 0,-5 6 0,-1 8 0,-5 3 0,-2 6 0,-4 6 0,2 11 0,-8 12 0,8 5 0,-2 6 0,4 4 0,2 8 0,-2 1 0,-4 4 0,4-1 0,-4 7 0,4 2 0,1 2 0,1 3 0,0 5 0,-6-12 0,0-2 0,2-11 0,-6-8 0,0-8 0</inkml:trace>
  <inkml:trace contextRef="#ctx0" brushRef="#br0" timeOffset="25">30941 5622 8912,'12'0'0,"-1"0"0,-5-7 0,5-5 0,1-3 0,5-2 0,2 1 0,4 5 0,0-4 0,11 3 0,7 4 0,16 1 0,6 1 0,4 0 0,-6 8 0,-3 10 0,-7 3 0,-5 2 0,-4 8 0,-7 2 0</inkml:trace>
  <inkml:trace contextRef="#ctx0" brushRef="#br0" timeOffset="26">30115 6465 8912,'-34'0'0,"3"-2"0,8-4 0,8-4 0,15-7 0,15 0 0,12 0 0,13 0 0,12-1 0,13 1 0,4 0 0,5 0-287,6 0 1,5 7 286,-5 4 0,2 4 0,-2 2 0,1 0 0,-12 0 0,-12 0 70,-17 0 0,-19 2-70,-9 4 0,-1-4 0,-1 6 0</inkml:trace>
  <inkml:trace contextRef="#ctx0" brushRef="#br0" timeOffset="27">30666 6430 8912,'-8'17'0,"4"-7"0,-7-4 0,7-4 0,-4-4 0,8-4 0,0 4 0,0 10 0,-5 18 0,-1 20 0,-7 8 0,1 9 0,-3 8 0,-2 14 0,-1 7-270,1 0 1,-6-2 269,0-10 0,-5-6 0,3-11 0,-2-9 0,-4-12 0,-1-6 0,-3-19 0,7-3 0,-1-14 0,8-2 0,-2-4 0,-2-3 0,2-10 0,2-2 0,2-2 0,-2-8 0,4 2 0,-2-3 269,13-2 1,0-1-270,6 1 0,10-1 0,7 1 0,2 0 0,10-1 0,0 8 0,5-13 0,0 4 0</inkml:trace>
  <inkml:trace contextRef="#ctx0" brushRef="#br0" timeOffset="28">30941 7032 8912,'-17'0'0,"0"0"0,0 0 0,-1 0 0,1 0 0,0 0 0,-6 0 0,0 0 0,0 2 0,6 4 0,2 7 0,3 8 0,4 0 0,8 8 0,0-1 0,0 7 0,2-1 0,4 1 0,9-9 0,8-3 0,8-4 0,-2-2 0,3-7 0,3-4 0,-3-6 0,-3-6 0,1-9 0,-7-8 0,0-2 0,-6 2 0,-7-2 0,-4-5 0,-4 1 0,-2-2 0,-2 1 0,-4 1 0,-5-1 0,-12 7 0,2 0 0,-8 6 0,8 7 0,-4 4 0,0 4 0,6 2 0,-6 0 0</inkml:trace>
  <inkml:trace contextRef="#ctx0" brushRef="#br0" timeOffset="29">31389 7032 8912,'-10'-10'0,"-5"-5"0,13 6 0,-8-3 0,5 1 0,3 7 0,-6 6 0,8 15 0,0 2 0,0 10 0,0 1 0,0 3 0,0 1 0,0 1 0,-6 5 0,1 0 0,-1 0 0,6-6 0,-2 1 0,-4-1 0,4 0 0,-4 1 0,5-8 0,1-10 0,0-10 0</inkml:trace>
  <inkml:trace contextRef="#ctx0" brushRef="#br0" timeOffset="30">31784 7118 8912,'16'-17'0,"-5"-2"0,-5-4 0,-4 4 0,-2 1 0,-8 11 0,1 9 0,-5 3 0,-3 5 0,5 9 0,-1 2 0,-1 2 0,3 6 0,-3-6 0,-1 5 0,7-5 0,-2 0 0,3-6 0,3 1 0,-4-1 0,2-2 0,-1-4 0,3 5 0,-4-16 0,12 0 0,5-16 0,12-12 0,-2-10 0,8-3 0,-1-4 0,7 4 0,-1-4 0,1 5 0,-1 3 0,1 7 0,-3 5 0,-3 8 0,1 7 0,-7 4 0,-2 6 0,-2 6 0,-7 11 0,-1 12 0,1 9 0,5 2 0,0-2 0,0-9 0,1 4 0,-1-5 0,0-5 0,0-6 0,0-1 0,1-11 0,5-1 0,0-10 0,5-11 0,-5-11 0,2-12 0,-2-6 0,-4-6 0,2-3 0,-6-5 0,-3-1 0,-3-2 0,3-5 0,1 4 0,-7 1-167,7 8 0,-3-4 1,7 7-1</inkml:trace>
  <inkml:trace contextRef="#ctx0" brushRef="#br0" timeOffset="31">7916 7995 8912,'8'2'0,"-5"2"0,7-16 0,0-1 0,-1-3 0,5-1 0,1 0 0,2 0 0,0 0 0,0-1 0,1 1 0,-1 6 0,0-1 0,-5 3 0,-1-3 0,0 5 0,7 7 0,-1 0 0,-8 9 0,-3 8 0,2 3 0,-2 8 0,-3 5 0,-1 5 0,-4 0 0,-3 8 0,-5-2 0,-7 2 0,-8 1 0,-6-4 0,-5-1 0,-4 0 0,-8-2 0,2-6 0,-9-5 0,-3-1 0,1-7 0,5 2 0,9-5 0,2-7 0,13-3 0,5-8 0,9-2 0,5-4 0,1-5 0,4-5 0,4-1 0,6 0 0,9-2 0,8-4 0,10-2 0,1-4 0,1 3 0,7 5 0,0-4 0,4-2 0,-2 8 0,2 2 0,-6-1 0,6 7 0,-4 3 0,9 3 0,-9 3 0,10 4 0,-4 3 0,-4 7 0,7 5 0,1 6 0,0-2 0,5 8 0,-3 1 0,-3 10-231,-7-3 0,-2 5 0,-7-8 0</inkml:trace>
  <inkml:trace contextRef="#ctx0" brushRef="#br0" timeOffset="32">13887 9250 8912,'-7'9'0,"-3"-5"0,1-8 0,1 1 0,8-9 0,0 8 0,0-5 0,0 3 0,-2 4 0,-4-4 0,4 5 0,-15 1 0,0 0 0,-8 0 0,-9 0 0,-16 0 0,-9 1 0,-14 5 0,-13 6 0,-8 3 0,43-7 0,-1 1 0,-5 0 0,-1-1-167,1 1 0,0-1 0,0 0 0,1 0 167,6-2 0,2-1 0,-43 9 0,10-9 0,14 7 0,16-6 0,11-3 0,9-1 0,6-2 0,8 0 0,7 0 0,5 0 0,10 0 0,-1 0 0,8 0 0,-1 0 334,6 0 0,0-5-334,1-1 0,-1-15 0,0 2 0</inkml:trace>
  <inkml:trace contextRef="#ctx0" brushRef="#br0" timeOffset="33">12924 9026 8912,'0'-34'0,"-8"2"0,-3 3 0,3 4 0,0 8 0,1 2 0,-5 3 0,-5-1 0,-6 7 0,-4 8 0,-7 9 0,-14 18 0,-4 5 0,-3 18 0,3 0 0,1 9 0,-1-4 0,2 8 0,6-4 0,8 0 0,5-3 0,18-5 0,2-1 0,9-5 0,7-7 0,13-1 0,10-16 0,5 5 0,1-5 0,8-2 0,4-9 0,6-7 0,5-3 0,-1-2 0,7 0 0,6 0 0,5 0 0,1-15 0,-6-4 0</inkml:trace>
  <inkml:trace contextRef="#ctx0" brushRef="#br0" timeOffset="34">14799 9112 8912,'0'18'0,"0"-1"0,0-15 0,0-8 0,0-7 0,0-5 0,0 1 0,0 0 0,0 0 0,0 0 0,0-1 0,0 1 0,0 0 0,0 7 0,0 7 0,0 14 0,0 12 0,0 8 0,0 3 0,2 8 0,2 4 0,2 2 0,-2-3 0,5 3 0,3-8 0,3-5 0,2-7 0,1-12 0,-1-1 0,0-6 0,0-5 0,0-11 0,1-11 0,-1-1 0,0-9 0,-2-7 0,-3-5 0,-5 0 0,-5 8 0,2 1 0,2 2 0,0 8 0,-6-2 0,0 10 0,0 2 0,0 7 0,7 4 0,5 11 0,5 12 0,6 6 0,-2 3 0,8 1 0,1-3 0,3-1 0,7-14 0,0 3 0,0-13 0,-5 1 0,5-14 0,-2-11 0,-6-13 0,-7-12 0,-7-4 0,-7 2 0,-3-7 0,-8 7 0,-8-8 0,-5 10 0,-8 0 0,-8 4 0,-4 6 0,-1 5 0,7 5 0,4 6 0,4 7 0,2-1 0,7 9 0,3-5 0,7 16 0,0 1 0</inkml:trace>
  <inkml:trace contextRef="#ctx0" brushRef="#br0" timeOffset="35">15798 8751 8912,'0'-17'0,"0"0"0,0 0 0,0 0 0,7 7 0,-5 2 0,8 12 0,-5 8 0,-3 7 0,4 17 0,-2 4 0,2 6 0,-4 9 0,3 3 0,-3-1 0,-2-5 0,2-1 0,4 1 0,-4-6 0,3-1 0,-3-8 0,-2-3 0,0-5 0,0-6 0,0-14 0,0-3 0,8-14 0,4-15 0,3-9 0,2-10 0,0 0 0,0 0 0,1 2 0,-1 5 0,-2 9 0,-3 3 0,3 4 0,-6 7 0,9 4 0,-1 7 0,-6 4 0,1 15 0,-6 5 0,5-1 0,-1 1 0,1-5 0,2-1 0,-7 0 0,8 0 0,-3 0 0,4-7 0,3-2 0,-1-8 0,0 0 0,0 0 0,2-2 0,4-4 0,-4-2 0,4-3 0,-4-5 0,-1 5 0,-1-4 0,-2-2 0,-3-1 0,1 1 0,-7 0 0,-1 6 0,-5-1 0,0 8 0,0-3 0,0 14 0,0 5 0,0 5 0,0 6 0,0-4 0,0 4 0,8 2 0,4-2 0,-3 5 0,3-5 0,1 0 0,10-6 0,-4-1 0,4-5 0,-4-3 0,-2-8 0,1 0 0,-1 0 0,-8-8 0,-1-2 0</inkml:trace>
  <inkml:trace contextRef="#ctx0" brushRef="#br0" timeOffset="36">16469 8631 8912,'-2'10'0,"-4"-5"0,2-5 0,-7-5 0,7 1 0,-2-8 0,4 8 0,2-3 0,14 7 0,3 0 0,17 7 0,3 5 0,5 3 0,11 10 0,8 2 0</inkml:trace>
  <inkml:trace contextRef="#ctx0" brushRef="#br0" timeOffset="37">17054 8889 8912,'-27'19'0,"0"-2"0,4-11 0,-2-4 0,-5 5 0,3-1 0,2 0 0,2 7 0,6-1 0,2 9 0,3 2 0,5 7 0,9-1 0,3 3 0,7 3 0,11-7 0,5 1 0,5 0 0,1 3 0,1-5 0,-1-10 0,1-2 0,-1-9 0,6 0 0,0-6 0,-1-2 0,-11-4 0,5-3 0,1-24 0,10-3 0</inkml:trace>
  <inkml:trace contextRef="#ctx0" brushRef="#br0" timeOffset="38">17484 8786 8912,'-34'9'0,"7"1"0,4-4 0,4-5 0,2 5 0,5 4 0,1 1 0,-1 14 0,-5 9 0,0 8 0,0 10 0,7 0 0,4-1 0,-1 1 0,1-1 0,0-1 0,6-4 0,0-4 0,0-10 0,0-3 0,0-6 0,0-12 0,2-3 0,4-8 0,-2-8 0,7-3 0,-5-12 0,5-6 0,1-3 0,5-3 0,-4 1 0,5 0 0,-5-1 0,10 1 0,-4 1 0,-2 5 0,2-3 0,2 8 0,2 2 0,-2 2 0,0 10 0,2 3 0,-4 6 0,4 6 0,-4 11 0,-1 12 0,-3 3 0,-4 2 0,5 1 0,-5-1 0,5 1 0,1-1 0,0-9 0,0-8 0,0 0 0,1-7 0</inkml:trace>
  <inkml:trace contextRef="#ctx0" brushRef="#br0" timeOffset="39">18895 8786 8912,'-44'-14'0,"6"-5"0,7-4 0,8-2 0,4-1 0,2 9 0,0-3 0,-2 15 0,-2 1 0,-2 2 0,0 17 0,4 10 0,-2 11 0,-2 10 0,2 4 0,9 1 0,-1 7 0,7-1 0,2-2 0,2-1 0,2-4 0,0-5 0,0-4 0,0-13 0,8 1 0,3-12 0,5-4 0,1-13 0,0 0 0,0 0 0,2-9 0,4-8 0,-2-2 0,8-10 0,-8 0 0,4-5 0,-4 0 0,-4-1 0,4 3 0,-9 1 0,1 4 0,-1 3 0,3-7 0,-11 14 0,7 0 0,-7 15 0,2 13 0,-4 12 0,-2 6 0,7 3 0,5 3 0,5-1 0,6 0 0,-2-7 0,8-4 0,5-6 0,6-5 0,0-5 0,-5-7 0,-3-2 0,-3-3 0,-6-7 0,-10-11 0,-3-3 0,-2-1 0,-5-6 0,-8 5 0,-7 1 0,-11-2 0,-5 3 0,-13-3 0,3 4 0,-8 8 0,8 5 0,-2 1 0,0 7 0,5-2 0,-3 4 0,19 2 0,2 8 0,9 2 0</inkml:trace>
  <inkml:trace contextRef="#ctx0" brushRef="#br0" timeOffset="40">19480 8511 8912,'0'-35'0,"0"3"0,0 3 0,0 4 0,0 8 0,-6 15 0,1 8 0,-1 21 0,6 11 0,0 8 0,0 7 0,0 10 0,0 0 0,0-2 0,0 2 0,2-1 0,4 1 0,-3 2 0,9-8 0,-1-2 0,7-9 0,1-6 0,2-11 0,4-6 0,1-4 0,-3-11 0,6-8 0,0-10 0,5-13 0,1-6 0,-1-3 0,-7-10 0,-4-4 0,2 2 0,-3-2 0,-4-5 0,-7-7 0,-1 3 0,1 9 0,-3 4 0,-8 8 0,0 7 0,0 4 0,-8 4 0,1 11 0,-5 8 0,-1 8 0,7 11 0,2 4 0,2 6 0,2 3 0,0 3 0,2 5 0,4 0 0,3 6 0,9-6 0,-1 0 0,0-6 0,0 1 0,0-1 0,1-2 0,-1-3 0,-8-4 0,-3-8 0,-4 0 0,-2 1 0,-9-7 0,-7-1 0,-7-3 0,-3-3 0,-3-2 0,-6-2 0,1 0 0,0-15 0,-1-4 0</inkml:trace>
  <inkml:trace contextRef="#ctx0" brushRef="#br0" timeOffset="41">20805 9026 8912,'33'-7'0,"-6"-5"0,-10-3 0,-13 0 0,-16 1 0,-15 3 0,-9-2 0,4-3 0,9-1 0,5 0 0,7 0 0,3-1 0,8 1 0,2 0 0,6 2 0,7 1 0,6 3 0,10 7 0,-3-2 0,5 5 0,1 1 0,-1-6 0,-4 0 0,3-7 0,-5 3 0</inkml:trace>
  <inkml:trace contextRef="#ctx0" brushRef="#br0" timeOffset="42">20943 8631 8912,'-17'-17'0,"0"0"0,1-1 0,5 1 0,3 8 0,8 1 0,0 10 0,0 4 0,0 9 0,0 12 0,2 5 0,4 20 0,-2 1 0,7 10 0,-1 4 0,1-4 0,2 6-106,-7 5 0,8-9 106,-3 4 0,-1-13 0,1-5 0,-7-5 0,2-6 0,-4-11 0,-2-1 0,-2-14 0,-6-8 0,-9-5 0,-8-16 0,-9-4 0</inkml:trace>
  <inkml:trace contextRef="#ctx0" brushRef="#br0" timeOffset="43">20685 9181 8912,'0'-17'0,"0"0"0,0 0 0,2-1 0,3 1 0,7 0 0,11 0 0,7 5 0,16 1 0,4-1 0,19-5 0,-4 8 0,10 3 0,-10 2 0,-6 0 0,-4-1 0,-5 1 0,-12 2 0,-3 2 0,-16 0 0,-12 0 0,-16 7 0,-8 5 0,-3 3 0,-8 2 0,7 8 0,-2 4 0,4 3 0,2 3 0,-1 1 0,1 4 0,8-9 0,3 3 0,4-3 0,2-5 0,2-1 0,4-8 0,9-1 0,8-5 0,7-3 0,-1-8 0,4-10 0,1-7 0,-5-8 0,-1-9 0,-7-1 0,2 1 0,-5-6 0,-7 0 0,-3 5 0,-10 7 0,-4-1 0,-5 2 0,-7 3 0,-5 6 0,-3 9 0,-9 3 0,1 4 0,-1 2 0,3 2 0,3 4 0,6 5 0,12 12 0,3-2 0,8 8 0,0-8 0,0 4 0</inkml:trace>
  <inkml:trace contextRef="#ctx0" brushRef="#br0" timeOffset="44">22492 9130 8912,'2'-18'0,"1"1"0,3-2 0,-2-2 0,-2-2 0,-2 2 0,0 2 0,0 8 0,0-1 0,0 8 0,0 0 0,0 14 0,0 11 0,0 10 0,0 11 0,-6 0 0,0 3 0,1-1 0,5 4 0,0-2 0,0 2 0,-6-6 0,0-2 0,1-10 0,5-3 0,-2-2 0,-4-4 0,4-2 0,-6-9 0,8-10 0,0-12 0,0-11 0,0-5 0,6-12 0,0-6 0,7-4 0,-1-2 0,3 3 0,2 3 0,0-2 0,1 8 0,-5 0 0,4 6 0,-9 3 0,9 6 0,-2 10 0,1 5 0,1 7 0,0 8 0,-5 12 0,-1 12 0,-1 4 0,1 1 0,-1 6 0,-7 0 0,3-2 0,-2-1 0,-2-5 0,-2-3 0,0 1 0,0-7 0,0 0 0,0-13 0,0-3 0,8-22 0,-1-2 0,5-12 0,3-3 0,-4 3 0,10-1 0,2 1 0,0-2 0,-5 8 0,1 2 0,4 2 0,-4 4 0,4 4 0,-2 3 0,2 8 0,-4 0 0,4 4 0,-2 5 0,2 9 0,-4 3 0,4-4 0,4 0 0,1 0 0,-1-2 0,2-3 0,-1 1 0,7-7 0,-1-2 0,1-2 0,-7-4 0,1-4 0,-8-2 0,2-3 0,-6-10 0,-5 4 0,-5-4 0,-7 4 0,-2 1 0,-3 5 0,-11-3 0,-7 9 0,-7-1 0,1 6 0,-3 0 0,-3 2 0,3 4 0,3 5 0,2-1 0,4 1 0,4 1 0,-4 5 0,4 0 0,2 0 0,7 0 0,5 1 0,3-7 0,2 0 0,2 1 0,3-3 0,7 5 0,11-8 0,4-1 0,7-5 0,0-2 0,1-3 0,-3-3 0,-3-3 0,-2-5 0,-4 5 0,-6 1 0,0-1 0,-5 7 0,-7-2 0,-3 4 0,6 2 0,-2 2 0,-1 4 0,9 4 0,-3 7 0,4 0 0,3-2 0,-1-1 0,0-3 0,-2 0 0,-3 7 0,3-3 0,-3-4 0,3 5 0,2-9 0,0 5 0,-5-5 0,-3-8 0,-1-5 0,5-11 0,-3-10 0</inkml:trace>
  <inkml:trace contextRef="#ctx0" brushRef="#br0" timeOffset="45">23868 8665 8912,'-11'12'0,"-1"-1"0,7-5 0,-7 5 0,8 1 0,-1 5 0,3 8 0,2 4 0,0 11 0,0 7 0,0 7 0,0 3 0,7 10 0,5 2 0,1-8 0,-1 2 0,1-8 0,-7-5 0,-2-2 0,-2-2 0,-2-16 0,0-1 0,-8-16 0,-3-7 0,-5-4 0,-9-17 0,-1-4 0</inkml:trace>
  <inkml:trace contextRef="#ctx0" brushRef="#br0" timeOffset="46">23696 9267 8912,'0'-17'0,"0"0"0,0 0 0,6-1 0,0 1 0,7 6 0,-1-1 0,5 3 0,6-3 0,6 5 0,11 7 0,9 0 0,13 0 0,3 0 0,15 0 0,-7-16 0,3-3 0</inkml:trace>
  <inkml:trace contextRef="#ctx0" brushRef="#br0" timeOffset="47">24815 8803 8912,'-54'0'0,"1"0"0,1 0 0,8 0 0,6 0 0,4 0 0,5 0 0,0 0 0,10 8 0,0 5 0,7 10 0,5 11 0,1 8 0,6 10 0,0-1 0,0 1 0,2 0 0,4-1 0,1-5 0,5 0 0,1-14 0,-5 1 0,1-8 0,5-10 0,-6 2 0,7-15 0,-6-2 0,9-11 0,-1-5 0,0-1 0,2-2 0,4-4 0,-2 2 0,8-8 0,-8 3 0,2-3 0,-10 2 0,-1 4 0,-1 4 0,-1-6 0,-5 8 0,-3 0 0,-2 7 0,0 3 0,0 20 0,2 6 0,4 6 0,3-2 0,9 6 0,-1-6 0,0 5 0,0-7 0,1 2 0,-1 2 0,0-2 0,-6 0 0,1-6 0,-6 0 0,5 0 0,-7 1 0,2-1 0,-4 0 0,-2-7 0,1-3 0,5-7 0,-2 0 0,8 0 0,-1-7 0,6-11 0,0-8 0</inkml:trace>
  <inkml:trace contextRef="#ctx0" brushRef="#br0" timeOffset="48">25434 8579 8912,'-11'0'0,"-1"0"0,7 0 0,-7 0 0,8 0 0,-3 0 0,7 2 0,0 4 0,2 7 0,3 6 0,7 4 0,3 10 0,2 1 0,-5 3 0,-1 8 0,-1-6 0,1 1 0,3-4 0,-8-2 0,-1-7 0,-5-4 0,0-4 0,0-2 0,0-7 0,0-2 0,-2-8 0,-1-2 0,-3-4 0,0-4 0,0-7 0,1 0 0,-1 6 0,6-1 0,0 6 0,0-5 0,0-1 0,0-5 0,0 0 0,0 0 0,0 7 0,0-5 0,0 13 0,0-6 0,0 8 0,0-7 0,0-3 0</inkml:trace>
  <inkml:trace contextRef="#ctx0" brushRef="#br0" timeOffset="49">24884 8906 8912,'-2'10'0,"-4"-5"0,-5-3 0,-5-2 0,7 8 0,1 3 0,2 5 0,1 1 0,-7 10 0,6 7 0,1 10 0,-3 6 0,4 1 0,-5 1 0,1-1 0,4 1 0,0-6 0,1-2 0,-3-4 0,2-8 0,2-5 0,2-10 0,0-7 0,2-5 0,4-12 0,5-8 0,4-6 0,10-10 0,4 2 0,4-9 0,1-2 0,-2-2 0,-3 2 0,4 4 0,-5-5 0,-1 7 0,0 3 0,-2 5 0,-4 1 0,-2 10 0,-2 9 0,0 4 0,-1 12 0,-5 7 0,-1 2 0,-5 9 0,-3 1 0,4 6 0,-2-3 0,0-1 0,3-5 0,3-1 0,-4-2 0,5-6 0,1-7 0,5-3 0,0-14 0,0-3 0</inkml:trace>
  <inkml:trace contextRef="#ctx0" brushRef="#br0" timeOffset="50">25796 8648 8912,'17'6'0,"-2"2"0,-3 1 0,-6 4 0,-5 3 0,-1 3 0,0 4 0,0 5 0,0 5 0,-1 1 0,-5 3 0,-6 3 0,-3-2 0,-2 8 0,0-8 0,-1 4 0</inkml:trace>
  <inkml:trace contextRef="#ctx0" brushRef="#br0" timeOffset="51">21786 8511 8912,'0'-18'0,"0"1"0,0 0 0,-2 2 0,-2 1 0,-1 3 0,1-2 0,2-3 0,2 7 0,2 3 0,4 12 0,5 7 0,4 8 0,8 4 0,0 5 0,-2-1 0,-2 2 0,-1 1 0,-1 3 0,0-7 0,0-1 0,-1 0 0,-5-1 0,-3-12 0,-1 16 0,3-10 0</inkml:trace>
  <inkml:trace contextRef="#ctx0" brushRef="#br0" timeOffset="52">22079 8442 8912,'-2'-10'0,"-4"5"0,4 5 0,-4 5 0,5 12 0,1 12 0,1 11 0,5 6 0,-2 6 0,7 3 0,3 2 0,1 8 0,2-4 0</inkml:trace>
  <inkml:trace contextRef="#ctx0" brushRef="#br0" timeOffset="53">10773 10694 8912,'-19'10'0,"-3"-5"0,0-3 0,-1-2 0,0 0 0,0 0 0,2 0 0,2 0 0,1-5 0,1-1 0,0 0 0,0-2 0,-1 7 0,-1-5 0,-2 2 0,-2-2 0,0 4 0,4-3 0,-2 3 0,-2 2 0,0-2 0,6-4 0,0 4 0,0-4 0,-2 5 0,-4 1 0,2 0 0,-8 0 0,0 0 0,-5 0 0,-2 0 0,-5 0 0,-3-6 0,-7 0 0,-8-2 0,-5 3 0,-10 1 0,-6-8 0,-6 1-262,-6-6 0,41 9 1,-2 1 261,-3 1 0,-2 0 0,-5-2 0,0 1 0,-3 1 0,0 0 0,0 1 0,0 1 0,-1-1 0,0 0 0,-1 1 0,0 1 0,1 0 0,0 2 0,1 0 0,0 0 0,0 1 0,0 0 0,5 0 0,0 0 0,3 0 0,1 0 0,-36 0 0,1 0 0,21 0-16,2 0 1,14 0 15,3 0 0,8 0 0,19-2 0,8-4 0,8 4 0,9-5 391,0 7 0,1 0-391,5 0 34,-4 0-34,6 0 0,-6 0 0,3 0 0,7 0 0,3 0 0,2 0 0,1 0 0,-1 0 0,0 0 0</inkml:trace>
  <inkml:trace contextRef="#ctx0" brushRef="#br0" timeOffset="54">8105 10041 8912,'10'-8'0,"3"4"0,-7-7 0,-2-3 0,-2-1 0,-2-2 0,-8 7 0,-3 5 0,-5 3 0,-7 4 0,-2 2 0,1 5 0,-1 6 0,-8-1 0,1 9 0,-8-2 0,-4 2 0,0-2 0,-2 7 0,-4-5 0,2 6 0,-3 0 0,-1-3 0,-2 5 0,14-8 0,2 0 0,9-6 0,-1 0 0,7 0 0,2 0 0,9-7 0,5-2 0,7-1 0,0-3 0,0 8 0,5-7 0,1 7 0,2-1 0,-2 6 0,-3 3 0,9 2 0,-1-1 0,7 8 0,-1-6 0,0 6 0,0-1 0,0 7 0,6-7 0,2-1 0,0 0 0,0 0 0,9-4 0,-5 5 0,7-7 0,-7 2 0,3-4 0,3-2 0,5 6 0,0 0 0,-5-6 0,-7-5 0,-5-1 0,6 7 0,-10-1 0,-2 0 0,-1-6 0,-11 1 0,9-1 0,-7 7 0,5-1 0,1-6 0,-7 1 0,7-3 0,-1 3 0,3-7 0,-5-3 0,-3-2 0</inkml:trace>
  <inkml:trace contextRef="#ctx0" brushRef="#br0" timeOffset="55">11444 10711 8912,'0'-11'0,"-2"-1"0,-4-1 0,2 0 0,-7 1 0,-1 5 0,-5 7 0,8 1 0,3 5 0,-2 9 0,2 10 0,3 2 0,1 4 0,2 1 0,0 2 0,0 7 0,0-1 0,2 6 0,1-4 0,5 0 0,2 0 0,-5 2 0,7-10 0,-6 4 0,5-9 0,-7-4 0,2-2 0,3-4 0,-7-10 0,6-1 0</inkml:trace>
  <inkml:trace contextRef="#ctx0" brushRef="#br0" timeOffset="56">11375 10608 8912,'0'-27'0,"0"4"0,0 4 0,0 2 0,0 0 0,0 0 0,0 5 0,0 1 0,8 7 0,3-4 0,6 3 0,6-1 0,4 0 0,7 6 0,1 2 0,-1 4 0,-1 5 0,-5 12 0,-3-2 0,-8 8 0,-7 0 0,-4 5 0,-6 2 0,-6 4 0,-5-3 0,-12 3 0,-2-4 0,-4-2 0,-3 1 0,3-1 0,4-7 0,4-4 0,6-4 0,3-2 0,8 0 0,4-15 0,10-4 0</inkml:trace>
  <inkml:trace contextRef="#ctx0" brushRef="#br0" timeOffset="57">11840 10746 8912,'9'-8'0,"1"4"0,-5-7 0,-3 7 0,8-2 0,-4 12 0,5 5 0,2 5 0,-1 1 0,3 2 0,-3 4 0,3-2 0,2 8 0,-5-1 0,-1 7 0,-7-7 0,2-1 0,-4 0 0,-2 0 0,0-6 0,0 1 0,-8-10 0,-3-6 0,-5-4 0,-1-2 0,6-8 0,-1-4 0,8-10 0,-1-9 0,3-7 0,2-8 0,7 2 0,5-2 0,5 2 0,6-2 0,4 1 0,7 10 0,-1-1 0,-5 13 0,5 0 0,-6 6 0,7 0 0</inkml:trace>
  <inkml:trace contextRef="#ctx0" brushRef="#br0" timeOffset="58">12390 10969 8912,'-17'0'0,"0"0"0,0 0 0,7 0 0,-5 0 0,20-7 0,1-5 0,8-1 0,3 1 0,0-3 0,0 4 0,-1-5 0,-5-1 0,2 0 0,-7 0 0,2 5 0,-4 1 0,1-3 0,-7 1 0,-9 2 0,-6 3 0,-6 8 0,2 0 0,-8 0 0,8 8 0,-2 3 0,4 4 0,4 4 0,3 2 0,6 2 0,6 6 0,6-6 0,6 6 0,11-7 0,3 7 0,9-6 0,1 0 0,4-6 0,-3-7 0,3-5 0,4-3 0,0-2 0</inkml:trace>
  <inkml:trace contextRef="#ctx0" brushRef="#br0" timeOffset="59">12975 10832 8912,'-7'-10'0,"-5"4"0,-3-3 0,-2-3 0,-6 3 0,0-3 0,-8 9 0,3-3 0,1 4 0,-2 2 0,2 2 0,-1 4 0,5 5 0,11 12 0,-1-2 0,7 8 0,0-3 0,6 5 0,2-4 0,4-3 0,4 5 0,7-6 0,0 0 0,0-6 0,6-7 0,0-5 0,2-3 0,-2-2 0,-4-7 0,4-5 0,-4-5 0,-2-6 0,1-4 0,-3-7 0,-2 0 0,-1-1 0,-9-5 0,3 0 0,-4-8 0,-2 2 0,-2 2 0,-4-1 0,-3 1 0,-8-2 0,5 6 0,1 11 0,5 4 0,-5 8 0,5 7 0,-6 5 0,9 12 0,-3 13 0,4 10 0,2 8 0,0 16 0,0-3 0,0 7 0,0-1 0,2-9 0,4 3 0,1-5 0,5 0 0,3-2 0,-4-4 0,10-11 0,2-3 0,0-10 0,2-11 0,-4-3 0,8-2 0,-8-7 0,2-5 0,-4-11 0,-2-5 0,0 1 0,1-2 0,-9 3 0,-3-3 0,2-2 0,-3 8 0,-1 2 0,-2 2 0,-2 2 0,0 0 0,0 7 0,0 5 0,0 10 0,0 7 0,0 5 0,0 6 0,0 2 0,0 5 0,0-1 0,0 2 0,0-7 0,0-1 0,2-4 0,4-1 0,-2-3 0,7-4 0,-5-3 0,5-8 0,1-8 0,5-1 0</inkml:trace>
  <inkml:trace contextRef="#ctx0" brushRef="#br0" timeOffset="60">13113 10385 8912,'-29'11'0,"3"-1"0,1-1 0,4 1 0,7-1 0,3 3 0,7-3 0,0-5 0,8 2 0,7-2 0,-1-2 0,1-2 0,1 0 0,5 0 0,0 0 0,-1-2 0,-3-2 0,-1-2 0,-9-7 0,5 3 0,-8 1 0,-8 1 0,-1 8 0</inkml:trace>
  <inkml:trace contextRef="#ctx0" brushRef="#br0" timeOffset="61">13733 10729 8912,'-25'-25'0,"4"6"0,-8-4 0,0 4 0,-5 3 0,1 5 0,5 5 0,-3 4 0,8 2 0,-6 8 0,7 5 0,0 8 0,3 8 0,8 11 0,-1 6 0,3 3 0,-3 3 0,5-6 0,7 0 0,2 0 0,3 5 0,5-1 0,9-4 0,6-8 0,9-8 0,5-7 0,12-11 0,3-4 0,9-8 0,4-8 0,-14-9 0,7-10 0</inkml:trace>
  <inkml:trace contextRef="#ctx0" brushRef="#br0" timeOffset="62">14094 10729 8912,'-19'0'0,"-4"1"0,-4 5 0,0 6 0,-5-1 0,3 6 0,-3-1 0,-3 12 0,8-1 0,4 2 0,6 3 0,4-3 0,3 3 0,3 3 0,1-3 0,6-3 0,8-4 0,3-8 0,-1-8 0,1-3 0,1 4 0,5-10 0,0 2 0,0-10 0,0-7 0,1 1 0,-1-9 0,-2-2 0,-3 3 0,3-9 0,-4 2 0,-1 3 0,1-3 0,-7 8 0,4-2 0,-2 4 0,-1 2 0,7-1 0,-6 1 0,-1 8 0,-3 1 0,4 8 0,-4 2 0,4 4 0,-3 5 0,1 12 0,2 6 0,-2 3 0,3-3 0,-1 0 0,8-3 0,-3 3 0,4-2 0,3-4 0,-1-10 0,0 4 0,-6-11 0,1 0 0,1-4 0,3-10 0,1-2 0</inkml:trace>
  <inkml:trace contextRef="#ctx0" brushRef="#br0" timeOffset="63">14507 10230 8912,'-8'-40'0,"-3"2"0,-3 5 0,3 8 0,3 14 0,1 3 0,5 12 0,-4 7 0,4 12 0,2 12 0,0 11 0,0 7 0,0 16 0,2 0 0,4-1 0,3 1 0,8 0 0,1-2 0,-1-4 0,2-6 0,4-3 0,-2-8 0,8-1 0,-6-8 0,5-3 0,-5-15 0,6-13 0,-8-4 0,2-2 0,2-10 0,-2-5 0,-2-8 0,-2-4 0,4 1 0,0-3 0,0-4 0,-6 5 0,-6-3 0,1 3 0,-8-5 0,1 4 0,-3-1 0,-2 1 0,-2 6 0,-3 4 0,1 4 0,-8 3 0,1 5 0,-6 7 0,-6 4 0,0 7 0,0 10 0,6 19 0,-6-2 0,0 8 0,6 0 0,7 4 0,2-2 0,5-3 0,3-6 0,5 1 0,14-6 0,16-5 0,7-6 0,10-12 0,7-3 0,4-8 0,-4-8 0,-1-3 0,-7-12 0,-5-6 0,-10-1 0,-11 1 0,-4-2 0,-15 8 0,-10-1 0,-13 1 0,-10-4 0,-13-8 0,-4 1 0,-8 0 0</inkml:trace>
  <inkml:trace contextRef="#ctx0" brushRef="#br0" timeOffset="64">14404 10471 8912,'-50'24'0,"4"-6"0,12-9 0,11-9 0,11 0 0,14 0 0,15 0 0,16 0 0,13 0 0,11 0 0,6 0 0,6-7 0,6-5 0,-5 4 0,3 1 0,-8 1 0,-8 0 0,5-15 0,-1 2 0</inkml:trace>
  <inkml:trace contextRef="#ctx0" brushRef="#br0" timeOffset="65">15884 10797 8912,'-18'0'0,"1"0"0,0 0 0,7 0 0,5 0 0,10 0 0,11 0 0,7 0 0,7 0 0,-1 0 0,3-15 0,3-4 0</inkml:trace>
  <inkml:trace contextRef="#ctx0" brushRef="#br0" timeOffset="66">16675 10763 8912,'8'-10'0,"-6"-5"0,11 11 0,-7-7 0,5 5 0,-5-5 0,9 7 0,1-2 0,7 4 0,3 2 0,3 0 0,13-8 0,2-1 0</inkml:trace>
  <inkml:trace contextRef="#ctx0" brushRef="#br0" timeOffset="67">17553 10849 8912,'-10'-2'0,"5"-4"0,-5-3 0,0-9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20.038"/>
    </inkml:context>
    <inkml:brush xml:id="br0">
      <inkml:brushProperty name="height" value="0.053" units="cm"/>
      <inkml:brushProperty name="color" value="#FF0000"/>
    </inkml:brush>
  </inkml:definitions>
  <inkml:trace contextRef="#ctx0" brushRef="#br0">7503 1358 8912,'10'-17'0,"-5"0"0,-5 5 0,-4 1 0,-3-1 0,-1 1 0,1 0 0,-1 7 0,2-2 0,6 14 0,0 9 0,10 8 0,11 11 0,4 2 0,1 2 0,-3 10 0,6 2 0,0 1 0,5 10 0,-5-8 0,-2 3 0,-3-5 0,-3-1 0,-9-2 0,-6-5 0,-4-5 0,-2-11 0,-8-12 0,-17-9 0,-11-8 0</inkml:trace>
  <inkml:trace contextRef="#ctx0" brushRef="#br0" timeOffset="1">7245 1513 8912,'-10'-17'0,"5"0"0,3-6 0,2 0 0,13-8 0,4 3 0,18-7 0,1-3 0,6-4 0,6-2 0,7 4 0,3-6 0,7 14-401,-2-3 401,-4 5 0,0 3 0,-7 2 0</inkml:trace>
  <inkml:trace contextRef="#ctx0" brushRef="#br0" timeOffset="2">8157 1238 8912,'-15'17'0,"1"0"0,-14 0 0,5 3 0,-4 1 0,2 3 0,4 3 0,4 2 0,5 5 0,5 1 0,7-1 0,2 6 0,1 0 0,7-2 0,5-1 0,-1-11 0,9-3 0,-4-5 0,-2-7 0,0-3 0,0-8 0,-1-10 0,-3-7 0,-3-10 0,-3-5 0,5-5 0,-7-3 0,1 4 0,-6-4 0,0 4 0,0 1 0,0 1 0,0-1 0,0 7 0,0-1 0,0 8 0,0-2 0,0 4 0,8 17 0,3 8 0,5 9 0,1 8 0,0 2 0,0 4 0,2 1 0,4-7 0,-4 4 0,4-10 0,-4 4 0,-1-9 0,-1-5 0,0-1 0,0-6 0,0-6 0,-7-11 0,-2-10 0</inkml:trace>
  <inkml:trace contextRef="#ctx0" brushRef="#br0" timeOffset="3">8295 860 8912,'9'23'0,"-3"1"0,-4 3 0,-2-6 0,0 2 0,0 4 0,0 1 0,7-1 0,5 2 0,3 1 0,2 3 0,3-4 0,2-1 0,0-7 0,6 2 0,-7-4 0,2-2 0,-4-1 0,-3-3 0,-5-1 0,4-9 0,-13 5 0,6-16 0,-8-3 0,0 1 0,0-1 0,0-2 0,0-10 0,0 4 0,0-4 0,2 9 0,2 3 0,3-1 0,3 3 0,1-5 0,7 9 0,-1-1 0,0 6 0,-6 0 0,1 0 0,-6 8 0,5 3 0,-7 4 0,2 3 0,-4 6 0,-2 5 0,-8 3 0,-2 3 0,-3-1 0,-4 1 0,9-7 0,-9 1 0,4-8 0,1 2 0,1-12 0,7-13 0,-2-15 0,4-8 0,2-9 0</inkml:trace>
  <inkml:trace contextRef="#ctx0" brushRef="#br0" timeOffset="4">8794 653 8912,'9'12'0,"-3"-1"0,-4 3 0,-4-5 0,-4 3 0,4-1 0,-5 6 0,1 2 0,0 4 0,0 4 0,6 7 0,0 3 0,0 3 0,2-2 0,4 8 0,0-8 0,11 2 0,-4-5 0,10-7 0,4-3 0,0-10 0,2-3 0,-1-6 0,-1-4 0,2-2 0,-3-8 0,-3-4 0,-9-5 0,3-6 0,-6 2 0,1-7 0,-4 5 0,-10-4 0,-4 0 0,-6 0 0,-3 6 0,-2-1 0,0 10 0,0 6 0,5 4 0,1 2 0,-1 2 0,-3 4 0,3 7 0,7 8 0,3 8 0,2 11 0,2-3 0,3 3 0,7 2 0,11-2 0,4-2 0,7-9 0,8-6 0,4-12 0,-2-3 0,2-8 0,-2-4 0,2-6 0,-6-9 0,-4-6 0,-3-5 0,-5-10 0,-3-4 0,0-8 0,2 1 0</inkml:trace>
  <inkml:trace contextRef="#ctx0" brushRef="#br0" timeOffset="5">9568 413 8912,'-17'-10'0,"7"2"0,3 10 0,7 4 0,0 11 0,0 14 0,2 7 0,3 8 0,11 4 0,6 1 0,9 6 0,-2 1 0,5 5-190,6-6 0,4 6 190,8-6 0,7 1 0,2-7 0</inkml:trace>
  <inkml:trace contextRef="#ctx0" brushRef="#br0" timeOffset="6">16107 1375 8912,'-17'-17'0,"2"6"0,1 1 0,3 3 0,7 10 0,-2 17 0,4 12 0,2 12 0,8 13 0,4 6 0,3 12 0,0 5 0,-1 4 0,-3 2 0,-1-2 0,1-4 0,2-11 0,-7-12 0,0-13 0,-6-9 0,-8-9 0,-1-8 0</inkml:trace>
  <inkml:trace contextRef="#ctx0" brushRef="#br0" timeOffset="7">15539 1737 8912,'12'-8'0,"-3"-4"0,-1-5 0,-4-6 0,4 2 0,1-5 0,5-1 0,5 0 0,11 4 0,5-6 0,14 1 0,14-5 0,4 5 0,2 5 0,2 4 0,4 1 0,-12 9 0,0 3 0,-8 4 0,-11 2 0,-2 0 0</inkml:trace>
  <inkml:trace contextRef="#ctx0" brushRef="#br0" timeOffset="8">16675 1668 8912,'-42'17'0,"6"-6"0,-4-1 0,3-1 0,3 1 0,1 3 0,5 10 0,3-2 0,8 8 0,-1 3 0,1 7 0,8-5 0,3 2 0,6-5 0,6 0 0,1-7 0,5-1 0,3-9 0,-3-5 0,5-1 0,6-4 0,-4-8 0,4-2 0,-2-13 0,2 2 0,-4-12 0,4 0 0,-8-3 0,2-2 0,-9 1 0,9 5 0,-9-3 0,3 8 0,-5-2 0,6 2 0,-7 10 0,5-4 0,-3 1 0,7 9 0,-6 7 0,3 11 0,-3 5 0,-6 3 0,3 2 0,7 2 0,-3-1 0,3-6 0,1-3 0,2-1 0,3-7 0,-1 7 0,0-8 0,0 1 0,1-10 0,-1-7 0,0-3 0,0-18 0,0-3 0</inkml:trace>
  <inkml:trace contextRef="#ctx0" brushRef="#br0" timeOffset="9">16951 1341 8912,'0'12'0,"0"-1"0,0-5 0,0 5 0,0 3 0,0 8 0,0 7 0,0 4 0,0 1 0,0 0 0,0 8 0,0 4 0,1 2 0,5-2 0,-4 2 0,4-8 0,1 0 0,-1-6 0,2-7 0,-2-4 0,-4-4 0,5-9 0,-7-3 0,0-16 0,0-9 0,0-1 0,0-7 0,0-1 0,0 0 0,6 6 0,0-2 0,7-2 0,-3 2 0,1 2 0,1 2 0,-1 8 0,6-1 0,0 9 0,1-3 0,-1 4 0,0 2 0,0 6 0,0-1 0,-7 9 0,-4-3 0,-4 10 0,-2 2 0,0 6 0,0-6 0,-10 5 0,-7-5 0,0 6 0,-6-6 0,-2 0 0,2-6 0,2-2 0,2-3 0,2 1 0,1-9 0,5-6 0,-4-13 0,5-12 0</inkml:trace>
  <inkml:trace contextRef="#ctx0" brushRef="#br0" timeOffset="10">17501 1118 8912,'-34'0'0,"1"0"0,5 0 0,5 0 0,4 7 0,1 5 0,1 5 0,2 6 0,3 5 0,7 5 0,3 9 0,2 4 0,7 9 0,5 2 0,9 7 0,2-7 0,7 8 0,-1-2 0,4-6 0,1-5 0,0-8 0,1-10 0,-6-7 0,-1-4 0,-7-12 0,2-5 0,2-6 0,-2-6 0,0-5 0,-6-12 0,-2-6 0,-1-11 0,-3-4 0,3 0 0,-7-6 0,-1 5 0,-4-3 0,-2 2 0,-2-2 0,-4 8 0,3 6 0,-9 5 0,1 10 0,-7 2 0,1 7 0,0 10 0,0 16 0,0 6 0,5 17 0,2 7 0,3 3 0,3 3 0,2-1 0,2 1 0,2-6 0,4 0 0,5-14 0,10 1 0,4-7 0,2-5 0,3-3 0,11-7 0,-3-3 0,8-8 0,-6-8 0,6-3 0,-8-12 0,4-4 0</inkml:trace>
  <inkml:trace contextRef="#ctx0" brushRef="#br0" timeOffset="11">18362 1169 8912,'-12'-6'0,"3"-1"0,1-3 0,4-1 0,10-6 0,5 5 0,12 1 0,10 7 0,9-2 0,4 4 0,7 2 0,-1 2 0,5 4 0,-9 11 0,-2 12 0,-2 11 0,2 6 0,-6-1 0,-11 7 0,-10-4 0,-8 9 0,-7-3 0,2-3 0,-18 5 0,-5-5 0,-13 5 0,-5-11 0,1 1 0,-6-4 0,3-9 0,3-6 0,-1-10 0,1-6 0,1-7 0,5 2 0,3-12 0,8-5 0,0-14 0,-1-10 0,9-7 0,3-9 0,4-7 0,2 1 0,13 7 0,5 10 0,3 6 0,-4 5 0,8 6 0,3 12 0,1 5 0,4 14 0,3 9 0,0 10 0,6 7 0,-1 6 0,1-2 0,-2 8 0,2-8 0,4 3 0,-2-13 0,-4-7 0,4-7 0,0-9 0,4-5 0,-8-5 0,0-20 0,-6-11 0</inkml:trace>
  <inkml:trace contextRef="#ctx0" brushRef="#br0" timeOffset="12">12855 2837 8912,'9'0'0,"-9"-8"0,-1 4 0,-5-7 0,-2 5 0,2-5 0,3-3 0,-5 5 0,2-3 0,0 9 0,8-3 0,4 12 0,0 5 0,9 10 0,6 4 0,4 2 0,6 7 0,9 8 0,8 2 0,7 4 0,4 1 0,4 3 0,4 0 0,-4-1 0,10-7 0,5-4 0,5-4 0,5-1 0,-41-20 0,1-1-45,44 14 1,-42-17-1,1-1 1,1 3-1,2-1 1,4 0-1,2-1 45,4 1 0,2-1 0,5 1 0,2-1-339,1-2 0,1-1 0,4 1 0,0 1 339,1 1 0,1 1 0,4-2 0,0 1 0,-4 3 0,-1 1 0,-5-5 0,-1 1 0,-10 0 0,-2 1 0,-1-3 0,0-1-25,0-3 1,-1 1 0,1 4 0,0-1 0,-3-2 0,-1 0 0,-6-1 0,-1-1 24,42 5 0,-19-3 0,-4-1 0,-12-4 0,0 4 0,-13-4 0,-9-2 0,-1 0 263,-15 0-263,-1 0 1367,-11 0-1367,-7 0 115,0 0 1,2-6-116,4 0 0,5-9 0,12-2 0,-4-8 0,14-9 0,-6-1 0</inkml:trace>
  <inkml:trace contextRef="#ctx0" brushRef="#br0" timeOffset="13">16778 3267 8912,'-42'0'0,"6"-6"0,-4 0 0,11-7 0,14 11 0,15-4 0,8 8 0,11 8 0,4 9 0,5 6 0,12-2 0,6 5 0,-2 1 0,2 5 0,-6 3 0,6 3 0,-7-2 0,-1 6 0,-8 0 0,-7 0 0,-11 2 0,-6 5 0,-16 8 0,-13 4 0,-13 4-308,-22 2 0,-5 0 308,26-34 0,0-1 0,-34 25 0,-4-8 0,12-14 0,2-3 0,4-11 0,-5-4 0</inkml:trace>
  <inkml:trace contextRef="#ctx0" brushRef="#br0" timeOffset="14">17931 3439 8912,'8'9'0,"-8"-3"0,-6 3 0,-5 5 0,3 5 0,1 4 0,5 7 0,-4 1 0,4 7 0,2 8 0,0 2 0,0 0 0,0-3 0,0 3 0,0-6 0,0-2 0,0-5 0,0-7 0,0-3 0,-2-10 0,-4-3 0,4-14 0,-3-15 0,3-12 0,2-9 0,0-6 0,0-8 0,0-1 0,0-2 0,0-3 0,0 3 0,7 7 0,5 2 0,-3 10 0,3 2 0,1 3 0,8 14 0,4 7 0,2 6 0,-4 14 0,6 7 0,-1 10 0,7 13 0,-8-2 0,-5 8 0,-4-2 0,-7 2 0,4 4 0,-3-5 0,-4-8 0,-3-5 0,-3-5 0,-2-6 0,0-2 0,0-9 0,-2-5 0,-2-10 0,-1-7 0,-7-13 0,5-9 0,-1-10 0,0-6 0,1-1 0,1-1 0,4 6 0,-4 0 0,4 4 0,2 2 0,6 2 0,0 15 0,9 0 0,2 6 0,2 7 0,10 7 0,0 8 0,-2 13 0,5 6 0,-3 11 0,-2-1 0,1 1 0,-5-1 0,4 0 0,0 1 0,-1-1 0,-3-7 0,6-4 0,-8-6 0,2-6 0,4-3 0,0-23 0,7-4 0</inkml:trace>
  <inkml:trace contextRef="#ctx0" brushRef="#br0" timeOffset="15">18930 3439 8912,'0'-12'0,"0"1"0,-8 5 0,-4-5 0,-5-1 0,-6 2 0,2 3 0,-7 7 0,5 0 0,-6 0 0,2 9 0,-2 9 0,5 1 0,8 7 0,3 1 0,1 0 0,9 2 0,-3 5 0,4-2 0,2-3 0,0 2 0,0-8 0,0 0 0,2-8 0,4-4 0,5-5 0,4-4 0,3-2 0,-1-2 0,0-4 0,0-9 0,0-8 0,1-8 0,-1 3 0,-2-5 0,-3 1 0,-7 1 0,-3 3 0,4 7 0,0-2 0,-1-2 0,-5 2 0,0 8 0,0-1 0,6 16 0,0 0 0,7 8 0,-3 11 0,1 4 0,1 6 0,-1-3 0,7 3 0,4-6 0,1 6 0,0-8 0,-5 2 0,-1-6 0,0-6 0,0-3 0,0-8 0,1 0 0,-1 0 0,0-13 0,0-5 0,-1-10 0,-5-1 0,-1-5 0,-5-6 0,-3-4 0,4-8 0,-4-1 0,-4-5 0,-4-3 0,-5 0 0,1-4 0,-1 8 0,5 9 0,-5 14 0,7 7 0,-2 10 0,4 9 0,2 8 0,0 11 0,0 18 0,0 7 0,2 20 0,2 3 0,2 4 0,5 8 0,-5-8 0,1-2 0,-1 2 0,-2-8 0,7 3 0,-1-7 0,1-5 0,5-4 0,-5-9 0,3-5 0,-3-5 0,-3-11 0,-8 3 0,0-6 0</inkml:trace>
  <inkml:trace contextRef="#ctx0" brushRef="#br0" timeOffset="16">19050 3490 8912,'-17'0'0,"0"0"0,-1 0 0,3-2 0,2-2 0,1-1 0,8-3 0,-1 2 0,18 3 0,10-9 0,9-1 0,9-10 0,5 2 0,11-8 0,6 2 0,12-1 0,-3-5 0,7 3 0,-3-9 0,6-4 0,-3-9 0</inkml:trace>
  <inkml:trace contextRef="#ctx0" brushRef="#br0" timeOffset="17">19842 2906 8912,'-18'7'0,"-1"-3"0,-4 8 0,4-9 0,-4 3 0,-2 4 0,2 1 0,2 6 0,2 6 0,4 6 0,4 11 0,3-2 0,8 8 0,9 0 0,9 6 0,1-9 0,9-2 0,1-7 0,6-5 0,-1-1 0,0-9 0,-1-5 0,-4-5 0,3-5 0,-3-10 0,-4-5 0,-2-12 0,-4-6 0,-2-11 0,0-11 0,0-10 0</inkml:trace>
  <inkml:trace contextRef="#ctx0" brushRef="#br0" timeOffset="18">20083 2888 8912,'9'0'0,"-1"0"0,-16 8 0,6-4 0,-4 7 0,-1 8 0,1 10 0,0 7 0,6 10 0,0 2 0,0 17 0,0 2 0,0 0 0,0 3 0,0-12 0,0-3 0,0-9 0,0 0 0,0-12 0,0-3 0,0-22 0,0-3 0,2-14 0,2-9 0,2-10 0,1-11 0,-1-2 0,4-6 0,7 6 0,-2-6 0,-3 6 0,3 8 0,-4 7 0,5 0 0,1 14 0,0-1 0,-5 8 0,-1 4 0,1 8 0,5 3 0,0 10 0,0 2 0,6 0 0,0-6 0,6 1 0,-4-1 0,1-2 0,5-3 0,3-5 0,7-7 0,-5-7 0,4-5 0,-4-9 0,-1-2 0,-6-5 0,-1 5 0,-7-8 0,2 2 0,-9 3 0,-5-1 0,-1 2 0,-4 4 0,-10-2 0,-6 6 0,-9-2 0,-2 13 0,-1 0 0,1 6 0,3 10 0,-2 7 0,2 8 0,3 2 0,2 5 0,3-3 0,5 1 0,7-1 0,0 2 0,0-8 0,4-1 0,7-4 0,12-3 0,8-4 0,13-5 0,7-12 0,8-5 0,10-12 0,0 2-132,0-8 1,-2 1 131,-4-7 0,-11 1 0,-12 0 0,-8 1 0,-9 4 0,-2 5 0,-15 6 0,-2 9 0,-10 3 0,-3 2 0,-9-1 0,1 3 0,-2-2 0,-2 8 0,-2 7 0,-6 10 0,6 2 0,-5 8 131,5-3 1,0 5-132,6 1 0,5-5 0,1-1 0,7-1 0,-2 2 0,4-6 0,2-4 0,2-2 0,4 0 0,-2-7 0,7-4 0,6-5 0,8-2 0,0-5 0,0-6 0,6-11 0,-3-5 0,3-7 0,-3-5 0,3-4 0,-8-7 0,-2-1 0,-8-1 0,-3-5 0,-2-5 0,-3-2 0,-5 2 0,0 0 0,0 12 0,-7-3 0,-5 14 0,3 13 0,-3 10 0,6 13 0,-3 4 0,1 10 0,3 15 0,5 9 0,0 8 0,0 10 0,0-1 0,0 1 0,0 5 0,0 0 0,1 1 0,3-7 0,4 3 0,1 3 0,3-9 0,5 4 0,6-12 0,0 0 0,8-12 0,-3-5 0,5-11 0,1-6 0,1-12 0,-1-4 0</inkml:trace>
  <inkml:trace contextRef="#ctx0" brushRef="#br0" timeOffset="19">21889 2768 8912,'-42'10'0,"8"-3"0,0-7 0,3-2 0,12-1 0,4-3 0,9-8 0,6 13 0,11-5 0,12 13 0,6 11 0,5 1 0,5 7 0,3 1 0,2 0 0,-6 0 0,2 1 0,-9 5 0,-3-4 0,-7 1 0,2-1 0,-11 1 0,-7-7 0,-3 0 0,-2-6 0,-2-1 0,-3-5 0,-5-3 0,-7-8 0,0-10 0,0-7 0,-1-2 0,1-10 0,8-1 0,3-10 0,4 3 0,2-3 0,0 0 0,2 4 0,5 3 0,11 1 0,1 7 0,9 2 0,1 4 0,6 2 0,-1 5 0,0 1 0,1 7 0,-1-4 0,1 8 0</inkml:trace>
  <inkml:trace contextRef="#ctx0" brushRef="#br0" timeOffset="20">22595 2820 8912,'-29'0'0,"1"0"0,1 0 0,-2 0 0,6 0 0,4 0 0,-6 0 0,6 7 0,-4 5 0,6 9 0,6 4 0,5-1 0,4 1 0,4 6 0,4-2 0,3 1 0,8-1 0,-5-4 0,-1-8 0,1-6 0,5 1 0,0-8 0,0-1 0,1-6 0,-1-9 0,-8-9 0,-3-2 0,2-7 0,-3 1 0,1-2 0,-6 3 0,-2-5 0,-3 5 0,-5 3 0,-7 2 0,0 2 0,-1 2 0,3 0 0,4 3 0,-5 11 0,14-3 0,-1 8 0,14 0 0,8 6 0,16-1 0,7 9 0,2-5 0</inkml:trace>
  <inkml:trace contextRef="#ctx0" brushRef="#br0" timeOffset="21">23077 2734 8912,'-15'-12'0,"3"1"0,3 7 0,3-2 0,2 4 0,-8 2 0,7 2 0,-7 4 0,8 4 0,-1 7 0,3 2 0,2 4 0,0 2 0,0 3 0,0 5 0,0-5 0,0-3 0,0-2 0,6-4 0,-1-2 0,9-1 0,-3-5 0,4-5 0,3-4 0,1-10 0,4-3 0,-2-6 0,7-6 0,-7-4 0,2-8 0,-2-7 0,2-3 0,-9 3 0,3 1 0,-6 7 0,1 5 0,-6 6 0,-4 4 0,5 2 0,-5 8 0,6 5 0,-8 13 0,0 10 0,0 6 0,0 6 0,5 1 0,1 3 0,8-1 0,-3 0 0,2-7 0,-1-4 0,3-4 0,-3-2 0,3-5 0,2-1 0,0-7 0,1 0 0,-1-8 0,0-7 0,0-10 0,0-2 0,-5-8 0,-1 3 0,-1-5 0,1-1 0,-1-1 0,-4 1 0,-4 1 0,3 5 0,-3 5 0,-2 4 0,0 9 0,0 4 0,0 12 0,0 6 0,0 9 0,0 2 0,0 5 0,0-5 0,2-2 0,4-2 0,4-1 0,9-3 0,4-4 0,-2-3 0,7-8 0,1-8 0,5-3 0,1-6 0,-1-6 0,1-6 0,-1-3 0,-1-9 0,-5 1 0,-3-2 0,-8 2 0,-7 2 0,-4-8 0,-4 8 0,-2-2 0,-2 11 0,-4 8 0,-6 8 0,5 5 0,-7 12 0,9 7 0,-3 8 0,2 16 0,4 5 0,-3 0 0,8 6 0,5-4 0,2 0 0,3 0 0,4 4 0,6-6 0,-9-6 0,3-5 0,-4-2 0,4 1 0,-7-1 0,-4-4 0,-14-4 0,-11 4 0,-16-2 0,-14 2 0,-18 2 0,-13 4-549,3-5 0,1-14 0,7-2 0</inkml:trace>
  <inkml:trace contextRef="#ctx0" brushRef="#br0" timeOffset="22">10119 2579 8912,'11'-2'0,"-1"-4"0,-3-5 0,5 1 0,-6-1 0,-3-3 0,5 5 0,0-1 0,1 3 0,-3-7 0,5 3 0,-1 1 0,3 1 0,-1 1 0,-3 1 0,3 1 0,3 4 0,-5-6 0,1 3 0,1-1 0,-7 0 0,7 6 0,-6-6 0,5 1 0,-5-1 0,5 6 0,-5-6 0,6 0 0,-9 1 0,3 5 0,-12 0 0,-3 0 0,-8 0 0,-8 0 0,-4 0 0,-11 2 0,-6 3 0,19-3 0,4 6 0</inkml:trace>
  <inkml:trace contextRef="#ctx0" brushRef="#br0" timeOffset="23">9792 2424 8912,'-71'-2'0,"-4"-3"0,-3 3 0,-8-14 0,-2 5-81,-4-4 0,42 6 0,-1 0 0,-4 1 0,-1-1 0,1 0 0,-1-1 81,1-1 0,-1-1 0,0 2 0,-1-1-286,0-3 1,0 0 0,-5 2 0,-1 1 285,-8-4 0,-1 1 0,0 1 0,1-1 0,-1 0 0,0 0 0,1 0 0,1 3 0,1 2 0,0 1 0,-2-1 0,-1 0-218,-11 0 0,-1 1 0,2 3 0,0 1 218,-1 0 0,-1 2 0,3 0 0,0 0 0,4 0 0,1 0 0,1-1 0,1 1 0,2-1 0,0 2 0,-3 0 0,-1 2-222,2 1 1,-1 1 0,0 1 0,1 2 221,5 2 0,0 1 0,4 0 0,0-1 0,2 1 0,0 0 0,-3-1 0,0-1-77,3-1 0,0-1 0,5 3 0,1 0 77,-34 3 0,10 2 309,7-1 0,7 1-309,9-7 0,3 0 0,15-6 0,2 0 587,1 0 1,10 0-588,5 0 0,-3 0 539,2 0 1,0 0-540,6 0 0,5 0 728,1 0-728,7 0 43,-4 0 0,16-23 1,1-6-1</inkml:trace>
  <inkml:trace contextRef="#ctx0" brushRef="#br0" timeOffset="24">5163 1702 8912,'-8'10'0,"-2"-3"0</inkml:trace>
  <inkml:trace contextRef="#ctx0" brushRef="#br0" timeOffset="25">5111 1668 8912,'-19'-8'0,"-4"8"0,-6 10 0,-19 22 0,-9 14 0,-16 7 0,33-19 0,0 1 0,1 0 0,2 1 0,0 4 0,1 0 0,3-2 0,3 1 0,-22 37 0,8-2-501,10 12 0,9-9 501,8 9 0,1-6 0,11 0 0,1-3 121,10-9 0,11-14-121,12-8 0,13-16 46,9-7 0,12-11 1,18-6-1,10-5-46,-41 0 0,0-2 0,1 1 0,1-1 0,0-1 0,-1-2 0,-3-8 0,0-1 0,4 2 0,-1-1 0,-3-5 0,0 0 0,-1 0 0,0 1 0,-1 0 0,1 0 0</inkml:trace>
  <inkml:trace contextRef="#ctx0" brushRef="#br0" timeOffset="26">533 1616 8912,'0'-17'0,"0"0"0,0-6 0,0-2 0,-1 0 0,-3 0 0,-2 4 0,2 2 0,0 2 0,1 0 0,-3 0 0,0 7 0,14 18 0,3 15 0,4 9 0,3 8 0,1 4 0,2 8 0,2-1 0,-2 1 0,0-6 0,2 0 0,-4-8 0,6 0 0,-2-7 0,0-8 0,0-12 0,-6-5 0,0-6 0,0-6 0,-1-11 0,-5-12 0,2-5 0,-7-6 0,-2-6 0,-2-4 0,-2-1 0,0-1 0,-6 2 0,0 4 0,-5 4 0,5 8 0,0 7 0,6 4 0,0 20 0,0 8 0,8 24 0,4 11 0,3 8 0,2 3 0,2 3 0,4 3 0,-2-11 0,8 0 0,0-10 0,5-7 0,8-6 0,2-12 0,2-5 0,0-4 0,-10-17 0,-1-8 0,-9-8 0,-9-19 0,1-3 0</inkml:trace>
  <inkml:trace contextRef="#ctx0" brushRef="#br0" timeOffset="27">1377 1289 8912,'0'10'0,"0"0"0,0-5 0,0-1 0,0 8 0,0-1 0,0 8 0,0 4 0,0 6 0,0-3 0,0 3 0,0 0 0,0 5 0,0 1 0,0-1 0,0-7 0,0-4 0,0-4 0,0-2 0,0 0 0,0-7 0,0-12 0,0-15 0,0-8 0,0-10 0,0-7 0,0-4 0,2 3 0,1-1 0,5 2 0,2 3 0,1 3 0,6 2 0,1 7 0,-1 4 0,0 6 0,0 5 0,0 5 0,1 11 0,-1 7 0,0 12 0,0 7 0,0 5 0,1 1 0,-1 4 0,-6-3 0,1 3 0,-1-4 0,6-2 0,-7-1 0,-4-4 0,-2-12 0,1-12 0,-3 5 0,6 0 0</inkml:trace>
  <inkml:trace contextRef="#ctx0" brushRef="#br0" timeOffset="28">1945 1169 8912,'9'-17'0,"-1"-6"0,-8 0 0,0 0 0,0 6 0,0 0 0,0 7 0,0 6 0,0 16 0,0 7 0,0 15 0,0 6 0,0 1 0,0 6 0,0-1 0,0 4 0,0 1 0,0-5 0,0-2 0,0-2 0,0-4 0,0-3 0,0-6 0,0 3 0,0-13 0,0-2 0,0-13 0,0-13 0,0-9 0,0-12 0,0-5 0,-6-1 0,0-10 0,-5 6 0,5-4 0,0 0 0,-1 0 0,5 4 0,-4-6 0,4 14 0,2-2 0,0 11 0,0 0 0,8 11 0,3 6 0,6 5 0,5 2 0,0 7 0,0 9 0,2 2 0,-1 10 0,0 0 0,-6 5 0,-5-1 0,-1-5 0,-7 5 0,4-7 0,-2 1 0,-1-4 0,1-4 0,-6-2 0,-2-7 0,-4-4 0,5-12 0,-5-5 0,4-12 0,2-6 0,2-4 0,4-1 0,3-2 0,8-4 0,1 3 0,-1-3 0,2 6 0,2 3 0,2 6 0,-2 6 0,4 0 0,-2 14 0,2-1 0,-3 6 0,-2 7 0,3 5 0,-4 3 0,-2 2 0,2-1 0,4-5 0,-4 2 0,4-7 0,-2 0 0,0-6 0,2 0 0,-2 0 0,-2 0 0,-2 0 0,-7-8 0,-4-3 0,-4-4 0,-2-3 0,-2-1 0,-4-4 0,-6 10 0,-11-4 0,4 5 0,-4 1 0,4 3 0,2 8 0,0 2 0,0 4 0,1 5 0,5 5 0,-2 3 0,7 4 0,-6-2 0,7 7 0,-1-5 0,6 6 0,0-8 0,0 2 0,0-4 0,0-2 0,2-5 0,3-1 0,-1-7 0,8 2 0,-6-5 0,5-1 0,0-7 0,7-5 0,-3-3 0,-4-2 0,5-6 0,-5 0 0,5-6 0,1 6 0,-6 1 0,1 4 0,-7 1 0,7 0 0,-1 0 0,7 7 0,-1 4 0,-2 12 0,-3 6 0,3 3 0,-4 2 0,5 0 0,1 1 0,-6-1 0,1 0 0,-1-6 0,6 1 0,1-8 0,-1 1 0,-6-3 0,1-2 0,-1-3 0,6-7 0,-1-7 0,-5-2 0,-1-8 0,-4-2 0,-5-5 0,5-6 0,-4-6 0,-2-4 0,-6-1 0,1-1 0,-9 0 0,3 1 0,-3-4 0,3 3 0,-2 6 0,7 17 0,-2 7 0,2 10 0,4 4 0,-5 18 0,7 7 0,7 16 0,5 12 0,-2 5 0,1 4 0,0 1 0,-1 2 0,5 6 0,-3-5 0,1 3 0,-1-10 0,1 5 0,-7-10 0,5-2 0,-5 1 0,0-1 0,-6 2 0,0-11 0,-8-11 0,-1-6 0</inkml:trace>
  <inkml:trace contextRef="#ctx0" brushRef="#br0" timeOffset="29">2874 1169 8912,'-17'-8'0,"1"-3"0,5-4 0,5-2 0,4-3 0,2-2 0,14 1 0,7-6 0,7 0 0,9 0 0,7 4 0,-4-5 0,8 7 0,-3-2 0,5 4 0,2 1 0,-6-1 0,0-4 0,-8 4 0,12-13 0,-6 5 0</inkml:trace>
  <inkml:trace contextRef="#ctx0" brushRef="#br0" timeOffset="30">3511 653 8912,'-18'27'0,"-5"-4"0,0-12 0,-5 5 0,5-5 0,-2 6 0,4 6 0,-2 6 0,2 3 0,4 3 0,5-1 0,5 6 0,7 0 0,2 4 0,3-9 0,5 1 0,7-13 0,6 0 0,0-6 0,8-2 0,-3-3 0,5-6 0,1-12 0,2-6 0,5-11 0,-11-5 0,5-12 0,-3-6 0,-7-11 0,0-5 0</inkml:trace>
  <inkml:trace contextRef="#ctx0" brushRef="#br0" timeOffset="31">3700 602 8912,'-8'-17'0,"-1"-1"0,-1 9 0,-5 1 0,13 16 0,-4 5 0,6 10 0,6 12 0,-4 1 0,4 10 0,1-1 0,-1 7 0,0 0 0,-6-1 0,2 7 0,3-1 0,-3-2 0,4-9 0,-4-4 0,-2-7 0,0-1 0,0-7 0,0-12 0,0-15 0,2-12 0,4-9 0,-3-7 0,9-12 0,-3-2 0,3-4 0,3-4 0,-3 4 0,3 4 0,2 2 0,-2 11 0,-3 7 0,3-1 0,-3 5 0,3 3 0,2 9 0,0 6 0,1 0 0,-1 8 0,2 9 0,2 2 0,2 4 0,7-4 0,-1 4 0,4-4 0,1-1 0,0-9 0,1-3 0,-1-4 0,1-2 0,3-10 0,-4-7 0,3-2 0,-14-10 0,0 6 0,-6-5 0,-2 1 0,-3-2 0,-5 4 0,-7 8 0,-2-4 0,-3 0 0,-7 4 0,-3 2 0,-8 1 0,0 9 0,0 3 0,4-4 0,-2 6 0,-2 6 0,0 5 0,6 12 0,1-2 0,5 8 0,-2-6 0,7 5 0,0-1 0,6 2 0,8 1 0,3-7 0,12 0 0,6-6 0,5-7 0,6-4 0,6-14 0,12-9 0,3-8 0,8-9 0,0-3 0,-1-3 0,-6 2 0,-5-8 0,-13 8 0,-10-2 0,-9 9 0,-13 3 0,-7 12 0,-10-1 0,-5 6 0,-7-1 0,-6 5 0,0 7 0,-6 0 0,6 0 0,-5 13 0,3 4 0,0 2 0,0 0 0,2 6 0,6 4 0,5-2 0,1 1 0,7-7 0,-2 2 0,5 2 0,2-2 0,5-2 0,6-2 0,5-4 0,6-3 0,-2-5 0,8-7 0,-7 0 0,7 0 0,-8-7 0,2-5 0,2-5 0,-2-6 0,-2-4 0,-10-7 0,3 0 0,-8-1 0,5-7 0,-5-4 0,0-5 0,-6-6 0,-4-6 0,-6-10 0,-7-3 0,-2-3 0,-2 14 0,-2 2 0,9 24 0</inkml:trace>
  <inkml:trace contextRef="#ctx0" brushRef="#br0" timeOffset="32">4809 0 8912,'0'10'0,"-6"58"0,4 11 0,2 12 0,8-1 0,-3-41 0,1 0 0,4 42 0,1 5 0,5-3 0,5-3 0,-2-4 0,4-6 0,-2-3 0,2-1 0,-6-15 0,0-1 0,-9-13 0,-6-5 0,-10-9 0,-9-1 0,-10-5 0</inkml:trace>
  <inkml:trace contextRef="#ctx0" brushRef="#br0" timeOffset="33">1205 2631 8912,'15'-20'0,"-4"-1"0,-3-1 0,-2 0 0,1 3 0,3 4 0,3 4 0,3 5 0,1 12 0,0 7 0,0 8 0,2 6 0,4 7 0,-4 8 0,4 4 0,-3-2 0,-5 0 0,-2-2 0,-1-4 0,-3 4 0,3-2 0,-5-5 0,-7-7 0,-2-7 0,-3 0 0,-7-7 0,3-9 0,-3-10 0,3-12 0,-3-12 0,-1-4 0,7-1 0,0-6 0,6 0 0,2-8 0,4 2 0,9-2 0,8 3 0,2-3 0,-2 8 0,4 5 0,7 7 0,-1 7 0,-3 0 0,-1 5 0,2 5 0,1 7 0,2-2 0,1 6 0,-1 6 0,5-2 0,-5 7 0,2-5 0,-13 6 0,8-9 0,-12 13 0,-4-14 0,-15 3 0,-7-1 0,-11 0 0,1 4 0,0 1 0,0 3 0,0 5 0,-1 8 0,1 1 0,2 3 0,3 0 0,5-3 0,7 3 0,0 4 0,0-5 0,5-3 0,1-2 0,13-6 0,-1-5 0,4-5 0,1-7 0,-3-2 0,3-3 0,-4-13 0,-2-10 0,0-5 0,0-1 0,-5-6 0,-3 0 0,-1 0 0,-4-2 0,-2 7 0,-2 1 0,-10 1 0,-7 10 0,0 8 0,-6 9 0,-4 6 0,-2 6 0,4 11 0,2 12 0,-1 1 0,1-1 0,5 2 0,7-8 0,7 0 0,-3-6 0</inkml:trace>
  <inkml:trace contextRef="#ctx0" brushRef="#br0" timeOffset="34">2392 2355 8912,'25'-7'0,"-6"-5"0,-6-3 0,-9 6 0,4 1 0,-16 10 0,-3 4 0,3 11 0,2 11 0,4 7 0,2 3 0,0 4 0,0 2 0,0-4 0,0 6 0,6-8 0,0 2 0,7-9 0,-1-3 0,-3-8 0,3-3 0,-6-2 0,5-9 0,-5-2 0,5-10 0,-5-6 0,5-11 0,1-5 0,5-10 0,0-6 0,1-6 0,-1 2 0,0-9 0,-6 3 0,1 3 0,-3 7 0,5 4 0,-5 5 0,-1 7 0,-2 9 0,-4 9 0,1 4 0,3 8 0,2 8 0,-4 13 0,3 7 0,3 9 0,-4-1 0,3 6 0,-1-2 0,-4-4 0,3-8 0,-1-1 0,6-8 0,-5 2 0,3-4 0,1-2 0,1-9 0,-1-8 0,-1-8 0,1-9 0,3-8 0,-9-3 0,7-11 0,-6-1 0,5-2 0,-5 2 0,-1 2 0,-5-8 0,6 2 0,0-2 0,-2 6 0,-2 4 0,-2 9 0,0 4 0,0 4 0,0 10 0,0 3 0,0 12 0,0 5 0,0 6 0,0 4 0,2 4 0,3 2 0,-3 2 0,4 5 0,-2 0 0,2 1 0,-5-3 0,5-3 0,2-4 0,-1-8 0,3 0 0,3 0 0,3-7 0,1-4 0,2-8 0,4-10 0,-4-1 0,4-16 0,-4 0 0,-2-5 0,1-2 0,-1-4 0,-2 3 0,-3-3 0,-5 6 0,-7 5 0,2-1 0,2 7 0,2 2 0,-1 2 0,-5 9 0,0 4 0,0 12 0,2 2 0,4 5 0,6-1 0,3 1 0,2-4 0,0 3 0,0-8 0,1 1 0,1-3 0,4-2 0,-2-7 0,7-5 0,-6-3 0,0-2 0,-2-2 0,-3-4 0,-8 4 0,-3-4 0,2 4 0,-3 1 0,-1 1 0,-9 0 0,1 8 0,-8 3 0,7 4 0,-7 2 0,8 2 0,-2 4 0,5 5 0,1 12 0,0-2 0,0 8 0,0-7 0,0 7 0,5 0 0,1 5 0,0 1 0,-6-1 0,6 0 0,-1-1 0,-3-1 0,-6 3 0,-1-5 0,-13 10 0,-3 2 0,-13-1 0,-10 8 0,-8 3 0,-9 1-148,25-21 0,-2-1 0,-41 17 0,36-23 1,0 0-1</inkml:trace>
  <inkml:trace contextRef="#ctx0" brushRef="#br0" timeOffset="35">7159 11846 8912,'-35'15'0,"1"-3"0,0-6 0,1-5 0,2-1 0,5 0 0,1 0 0,4 0 0,2-5 0,1-1 0,1 2 0,2 0 0,2 1 0,1-3 0,3-8 0,-5 5 0,3-3 0,-3 1 0,5-1 0,-3-5 0,3 0 0,-5 0 0,3 0 0,-3 0 0,5 5 0,-3 1 0,1-1 0,-6-5 0,0 0 0,-1 1 0,1 3 0,0 2 0,-2-1 0,-4-5 0,-2 6 0,-4-1 0,-9 6 0,4-5 0,-12 1 0,0-1 0,-4 3 0,-1 8 0,-1 0 0,-2-2 0,-1-2 0,-2-1 0,5-1 0,6 6 0,8 0 0,-2 0 0,-2 0 0,1 0 0,-6 0 0,1 0 0,-2 0 0,-2 0 0,1 0 0,-5 0 0,0 0 0,9 0 0,-3 0 0,8 0 0,-6 0 0,6 0 0,-1 0 0,7 0 0,-6 0 0,0 0 0,-2 0 0,1 0 0,-3 0 0,-7 0 0,-3 0 0,-3 0 0,3 0 0,-3 0 0,4 0 0,1 0 0,0 0 0,1 0 0,-1 0 0,0 0 0,6 2 0,1 4 0,-7-3 0,-5 7 0,1 0 0,3-1 0,-5-3 0,1 5 0,0-5 0,5 6 0,2-7 0,4 7 0,-3-7 0,3 7 0,0-3 0,-4 5 0,-3-5 0,-1-1 0,0 5 0,3-1 0,-3-3 0,-3 3 0,9-1 0,-3 7 0,10-7 0,1 0 0,2-5 0,-2 6 0,19-1 0,-2 6 0</inkml:trace>
  <inkml:trace contextRef="#ctx0" brushRef="#br0" timeOffset="36">2822 11794 8912,'-34'2'0,"-1"2"0,1 2 0,-6 7 0,0-1 0,-6 3 0,6 2 0,-8 6 0,2 2 0,-4 2 0,-1 3 0,5 3 0,0 1 0,0 2 0,-6 5 0,8-11 0,4 5 0,2-7 0,-2 1 0,3 3 0,-3-3 0,4-2 0,3 1 0,3 3 0,1 1 0,8-1 0,-2 3 0,6-9 0,6 10 0,-3-7 0,8 1 0,1 3 0,5-3 0,0-2 0,0 1 0,0-1 0,0 2 0,0 9 0,0-4 0,0 3 0,0-1 0,2 4 0,3 0 0,-1 8 0,8-2 0,-3 4 0,3 1 0,5 1 0,-2-1 0,8 1 0,4-1 0,2-1 0,5-4 0,0-4 0,1-8 0,1-5 0,4 0 0,-3-8 0,3 2 0,-2-4 0,2-2 0,2-2 0,4-3 0,4 3 0,-4-4 0,3-3 0,3-2 0,7 1 0,4-1 0,-1 6 0,1-7 0,0 1 0,-2 2 0,10-1 0,-8 5 0,2 3 0,-8-3 0,1 5 0,10 6 0,3-4 0,9 4 0,-3-10 0,-10-1 0,-2-1 0,-2-1 0,-8 3 0,3-7 0,-5 1 0,-1-1 0,7-4 0,4 4 0,4-2 0,2-1 0,-2 3 0,-4-2 0,2-2 0,-8-2 0,1 6 0,-7-1 0,1 1 0,0-6 0,1 2 0,5 2 0,3 1 0,0-1 0,6 0 0,-4 2 0,2-4 0,-2 3 0,8-3 0,-8-2 0,8 6 0,-8 0 0,11 0 0,7-6 0,1 0 0,-2 0 0,2-2 0,-7-4 0,-6 4 0,-6-4 0,0-1 0,6 1 0,-4-6 0,4 7 0,-4-3 0,11 4 0,-1-1 0,-1 1 0,-5-4 0,-6 2 0,6-5-151,6 5 1,5-5 150,-5 5 0,5-2 0,-6 3 0,7 3 0,-7-4 0,1-2 0,-6 3 0,-6-3 0,0 2 0,0-1 0,8-7 0,1 3 0,3-3 0,0 5 0,-7-3 0,1 1 0,0-6 0,0-1 0,0 1 0,0 6 0,-2-1 0,-2-1 0,-2-2 0,4 3 0,1 1 0,-3-1-28,-13-5 0,2 0 28,3 0 0,-9 0 0,3-1 0,-1-5 0,5-1 0,7-3 0,5-4 0,-2 5 0,9-3 0,-9 0-106,-2-5 0,-7-6 106,1 0 0,-9-1 0,-2 7 0,-6-6 0,4 0 0,-2 0 146,-4-2 1,-3 11-147,-7-3 0,3 5 27,-8 0 1,0-5-28,-6 0 0,-7-1 0,-5-7 0,-3 2 0,-2 0 0,0-10 0,0-1 0,-2 5 110,-3-6 1,1 5-111,-8-5 0,7 0 0,-7 1 0,1 7 0,-7 2 0,1 2 0,0 0 0,-2 0 0,-4 5 0,2 1 0,-8-1 0,1 1 0,-7 0 0,-1-1 0,-4 1 0,-4-1 0,0 1 0,-4 5 0,8 1 0,-8 5 0,2-6 0,-2 8 0,2-2 0,-1 4 0,6 2 0,-6 5 0,1 1 0,2 0 0,-2-5 0,0 3 0,2 1 0,-8 1 0,1-6 0,-1 7 0,-5 5 0,-4-3 0,-4 2 0,-8 2 0,-7 2 0,5 2 0,6 0 0,2 0 0,10 0 0,-1 0 0,7 0 0,-1 0 0,1 0 0,-1 0 0,0 0 0,-1 0 0,-5 0 0,3 0 0,-8 0 0,6-2 0,-7-3 0,7 3 0,-6-4 0,-2 4 0,-2 2 0,-4 0 0,-3 0 0,-10 0-240,-8 0 1,2 8 239,10 3 0,-3 5 0,7 1 0,-1 0 0,1 0 0,1 2 0,7 4 0,-9-4 0,-3 4 0,-1 2 0,7-2 0,7 0 0,15-6 0,3 0 0,3 2 0,6 1 0,3-3 0,11 4 0,3-10 0,3-3 0,3 5 0,2-5 0,3 1 0,3 1 0,3 1 0,4 10 239,-3-3 1,5 10-240,5 1 0,12-4 0,10 0 0</inkml:trace>
  <inkml:trace contextRef="#ctx0" brushRef="#br0" timeOffset="37">10274 12499 8912,'-18'0'0,"1"0"0,0-1 0,0-5 0,0 4 0,-1-4 0,1 4 0,6-4 0,-1 1 0,8-1 0,6 6 0,15 0 0,10 0 0,15 0 0,12-2 0,13-4 0,19-3 0,-35 1 0,1-1 0,3-1 0,1 1-33,4-3 1,0 1 0,3 1-1,-1 1 1,-2-3 0,-2 1 0,-3 1-1,-3 0 33,44-7 0,-23 8 0,-10 3 0,-16 4 0,-20 2 0,-13 2 0,-20 2 0,-6 2 0,-3-3 0,-2 5 0,0-2 0,0 7 0,-1-11 0,1 4 0,0-12 0,0-4 0</inkml:trace>
  <inkml:trace contextRef="#ctx0" brushRef="#br0" timeOffset="38">11495 11812 8912,'12'0'0,"-1"0"0,3 0 0,1 0 0,2 0 0,6 2 0,0 3 0,15 7 0,3 11 0,8 7 0,9 8 0,3 8 0,8 12 0,-10 10-308,-7 13 1,-18 5 307,-17 5 0,-15-41 0,-6 2 0,-5 2 0,-5 0 0,-2-1 0,-4-2 0,-7-2 0,-3-1 0,0-3 0,0-2 0,-1 0 0,-1 0 0,-1-3 0,-1-2 0,-27 31 0</inkml:trace>
  <inkml:trace contextRef="#ctx0" brushRef="#br0" timeOffset="39">13388 12121 8912,'18'10'0,"-1"-5"0,-2-5 0,-3-5 0,-7-7 0,-5-3 0,-4-2 0,-1 0 0,-3-3 0,4-1 0,-1-1 0,1 1 0,-4 7 0,0 3 0,-1-3 0,-5 7 0,-9 1 0,2 14 0,-9 9 0,-6 11 0,-8 11 0,0 5 0,-2 7 0,2 6 0,0 3 0,9 1 0,10 4 0,8 0 0,6-2 0,13-4 0,15-7 0,8-8 0,9-4 0,6-12 0,0-5 0,3-4 0,-5-3 0,4-3 0,2-2 0,-6-5 0,2 6 0,-3-7 0,-3 7 0,-9-6 0,-8 5 0,-7-5 0,-10 5 0,-10 1 0,-7 7 0,-12 2 0,-9 2 0,0 5 0,-8-5 0,6 0 0,-6-6 0,6-1 0,-6-5 0,7 3 0,-1-9 0,4 1 0,3-8 0,5-4 0,5-5 0,6-6 0,5-6 0,5-4 0,7-7 0</inkml:trace>
  <inkml:trace contextRef="#ctx0" brushRef="#br0" timeOffset="40">14025 12585 8912,'10'-7'0,"-3"3"0,-5-6 0,2 1 0,2-1 0,-2-3 0,-3-2 0,-2-3 0,-3 1 0,-4 2 0,-1 3 0,-5-1 0,-7 7 0,-2 3 0,2 1 0,-4 4 0,0 3 0,1 9 0,-1 7 0,-4 0 0,8 7 0,4 3 0,3 1 0,5 8 0,-3 1 0,7-3 0,3-2 0,2-7 0,0-1 0,2-7 0,3 2 0,5-11 0,7-6 0,6-5 0,2-2 0,2-5 0,3-6 0,3-11 0,1-5 0,-5-1 0,0-5 0,-8 3 0,2-9 0,-4 4 0,-2 1 0,-8 7 0,-3-1 0,-4-1 0,-2 5 0,0 7 0,0 13 0,0 10 0,0 7 0,0 11 0,0 6 0,0 3 0,0 4 0,0 1 0,0-3 0,8 4 0,3-9 0,3-4 0,-3-2 0,10-6 0,-4-6 0,6-3 0,0-8 0,-2 0 0,8-4 0,2-5 0,1-9 0,-3-10 0,-1-1 0,-7 2 0,2-1 0,-4-1 0,-1-5 0,-9-1 0,-3 1 0,2 5 0,-3 2 0,-1 3 0,-2 3 0,-2 9 0,0 6 0,0 12 0,0 6 0,0 10 0,0 5 0,0 8 0,0-1 0,2 2 0,2 2 0,2 3 0,5-7 0,-5-5 0,7-6 0,-1 5 0,-3-7 0,3 2 0,-1-11 0,6-7 0,-7-3 0,5-17 0,-5-4 0</inkml:trace>
  <inkml:trace contextRef="#ctx0" brushRef="#br0" timeOffset="41">14559 12018 8912,'-23'0'0,"0"0"0,2 0 0,1 0 0,9 0 0,0 0 0,9 0 0,2 0 0,7 2 0,10 4 0,8 3 0,2 8 0</inkml:trace>
  <inkml:trace contextRef="#ctx0" brushRef="#br0" timeOffset="42">14799 12035 8912,'18'-9'0,"-1"-7"0,-8 7 0,-1-1 0,-8 6 0,0 14 0,0 7 0,-8 14 0,-1 3 0,-1 10 0,5 6 0,-3 3 0,2 5 0,-5 5 0,5 11 0,0-5 0,6 0 0,8-3 0,3-10 0,5-8 0,1-12 0,2-11 0,4-14 0,-12-3 0,20-16 0,-12-1 0</inkml:trace>
  <inkml:trace contextRef="#ctx0" brushRef="#br0" timeOffset="43">15075 12379 8912,'-10'-9'0,"-5"1"0,11 8 0,-7 0 0,7 2 0,-2 4 0,4 5 0,2 12 0,0 4 0,2 7 0,4 0 0,5 1 0,7-3 0,4-3 0,5-4 0,8-8 0,-1-2 0,0-3 0,-1-8 0,-4-8 0,-4-6 0,-8-7 0,-2-8 0,-4-4 0,-5 3 0,-12-3 0,-5 0 0,-12-5 0,-6 2 0,-9 3 0,-2 6 0,2 4 0,1 7 0,3 1 0,2 7 0,3-2 0,4 4 0,15 2 0,3 8 0,7 2 0</inkml:trace>
  <inkml:trace contextRef="#ctx0" brushRef="#br0" timeOffset="44">15471 12276 8912,'9'8'0,"-1"-7"0,-6 13 0,3-8 0,-1 7 0,8-2 0,-3 12 0,5 6 0,-3 3 0,3 3 0,-5 5 0,3 0 0,-9 0 0,3-5 0,-4-3 0,-2-3 0,0-6 0,0-4 0,0-10 0,0-3 0,0-12 0,0-5 0,0-20 0,0-9 0,0-8 0,0-3 0,2-1 0,4 1 0,3-1 0,8 0 0,1 9 0,-1 2 0,6 7 0,0 5 0,2 5 0,-4 8 0,2 5 0,-2 5 0,5 12 0,1 3 0</inkml:trace>
  <inkml:trace contextRef="#ctx0" brushRef="#br0" timeOffset="45">16245 12207 8912,'0'-17'0,"0"0"0,-2 5 0,-4 1 0,3 1 0,-9-1 0,1-3 0,-7 9 0,-5-1 0,0 8 0,1 6 0,-3 9 0,7 8 0,1 9 0,2 2 0,9 4 0,0-3 0,6 3 0,0 2 0,2-2 0,2-2 0,2-2 0,7-3 0,-1-4 0,9-5 0,2-6 0,0-1 0,-6 0 0,8 0 0,-6-7 0,4-3 0,-4 1 0,-9-6 0,-5 6 0,-10-8 0,-5 1 0,-7 5 0,-8-2 0,-4 7 0,2-1 0,1 3 0,-1-3 0,0-2 0,6-3 0,-4-5 0,8 0 0</inkml:trace>
  <inkml:trace contextRef="#ctx0" brushRef="#br0" timeOffset="46">16968 12259 8912,'9'11'0,"-3"1"0,-4-1 0,-2 12 0,0 0 0,0 0 0,0 2 0,-6 0 0,0 3 0,1 5 0,5-5 0,0 5 0,0 1 0,0-1 0,0-5 0,0-3 0,0-8 0,0 1 0,7-1 0,3 0 0</inkml:trace>
  <inkml:trace contextRef="#ctx0" brushRef="#br0" timeOffset="47">17037 11932 8912,'-18'27'0,"1"0"0,0-5 0,-6-2 0,2 2 0,4-2 0,3-3 0,11-6 0,-3 1 0,4-8 0,4 3 0,4-7 0,3 0 0,8 0 0,6-7 0,0-5 0,0-3 0,-8-2 0,-1-1 0,-3 1 0,-5 0 0,6 0 0,-9 0 0,3-1 0,-4 7 0,-2 0 0,-8-1 0,-1-5 0</inkml:trace>
  <inkml:trace contextRef="#ctx0" brushRef="#br0" timeOffset="48">17725 12259 8912,'-17'0'0,"0"0"0,-3 0 0,-3 0 0,2 0 0,-7 0 0,-1 0 0,-5 0 0,-1 2 0,1 3 0,-1 9 0,1 7 0,7 13 0,4 12 0,4 4 0,2 1 0,7-1 0,5-4 0,5-4 0,5-8 0,5-7 0,7-4 0,0-12 0,1-5 0,1-8 0,4-7 0,5-12 0,5-10 0,-1-2 0,-3-12 0,3-1 0,-3-6 0,-4 1 0,-2-1 0,-4-1 0,-2-5 0,1 3 0,-3-8 0,-4 0 0,-5 2 0,-4 1 0,-2 9 0,0 7 0,0 4 0,-8 19 0,4 7 0,-7 20 0,7 19 0,-2 15 0,-1 10 0,1 7 0,0 4 0,6 8 0,0 2 0,0 3 0,0-9 0,0 4 0,2-6 0,4 0 0,4-4 0,7-7 0,0-10 0,0-8 0,8-7 0,2-10 0</inkml:trace>
  <inkml:trace contextRef="#ctx0" brushRef="#br0" timeOffset="49">18448 11554 8912,'-6'-12'0,"0"1"0,-7 1 0,1-1 0,-3 5 0,-2 4 0,2 17 0,1 8 0,5 10 0,1 7 0,2 10 0,6 7 0,8 6 0,3-6 0,10 6 0,2-5 0,8 7 0,-4-4 0</inkml:trace>
  <inkml:trace contextRef="#ctx0" brushRef="#br0" timeOffset="50">18465 11829 8912,'0'-17'0,"0"-1"0,0 7 0,0 0 0,0-3 0,0-1 0,0-2 0,0 0 0,-2 5 0,-4 1 0,-5-3 0,1 7 0,-1 3 0,-3 10 0,-1 11 0,-2 9 0,0 15 0,-2 2 0,-2 9 0,-1 0 0,7-1 0,0 1 0,9-1 0,0-5 0,6-2 0,0-2 0,0-4 0,10-1 0,7-3 0,2-5 0,10-1 0,0-8 0,5-1 0,2-6 0,5 0 0,-3 1 0,8-3 0,-8 4 0,2-3 0,-11-3 0,-6 3 0,-12-1 0,-7 9 0,-10 1 0,-11 1 0,-15 3 0,-14-2 0,-12 2 0,-5 4 0,4 1 0,2-7 0,-3-2 0,3-9 0,0 1 0,5-7 0,0 0 0,1-6 0</inkml:trace>
  <inkml:trace contextRef="#ctx0" brushRef="#br0" timeOffset="51">19497 12190 8912,'23'-12'0,"0"3"0,-4-1 0,-5 1 0,-10-5 0,-8 1 0,-8 2 0,-11 3 0,-3 6 0,-3-2 0,0-1 0,6-1 0,-3 6 0,1 2 0,4 3 0,2 5 0,1 9 0,1 4 0,0 6 0,7 5 0,5 4 0,3 4 0,2 2 0,0 4 0,0 9 0,2-9 0,1 4 0,5-5 0,2-3 0,1-7 0,6-9 0,1-14 0,-1-3 0,2-7 0,4-4 0,4-15 0,7-8 0,-5-14 0,-1-3 0,-7-11 0,2 5 0,-5-8 0,-7 9 0,2 3 0,-7 1 0,0 5 0,-6 9 0,0 4 0,0 12 0,0 5 0,0 12 0,0 5 0,0 10 0,0 4 0,0 2 0,0 4 0,8-7 0,3-1 0,4-4 0,4-1 0,2-1 0,2 0 0,2-7 0,-2-5 0,-2-3 0,8-2 0,-8-7 0,2-5 0,-4-5 0,-2-6 0,-5 4 0,-1-4 0,-7 2 0,2-2 0,-4 4 0,-2-4 0,0 4 0,0 2 0,0 0 0,0 7 0,2 2 0,1 10 0,5 6 0,2 9 0,-1 8 0,3 9 0,3 3 0,-4 3 0,10-4 0,2 4 0,8-5 0,-2-7 0,3 1 0,3-12 0,1-4 0,4-13 0,-4-2 0,5-3 0,-5-12 0,-2-12 0,-7-4 0,-6-1 0,-6 0 0,-3-1 0,-8 3 0,1 3 0,-5-3 0,-5 3 0,-11 4 0,-7 2 0,-1 6 0,1 6 0,-4 5 0,-8 12 0,7 5 0,-1 12 0,2 6 0,-1 11 0,3-2 0,8 8 0,5 0 0,1 5 0,9-5 0,2 0 0,17-10 0,17-1 0,12-12 0,10-10 0,5-5 0,8-8 0,-2-10 0,-4-7-400,-4-8 0,-7-25 0,-1-3 0</inkml:trace>
  <inkml:trace contextRef="#ctx0" brushRef="#br0" timeOffset="52">21838 12001 8912,'-29'-14'0,"2"-1"0,2 0 0,4 2 0,2 9 0,8-4 0,1 10 0,3 6 0,3 9 0,4 10 0,6 13 0,-1-4 0,13 4 0,-5-2 0,10 2 0,2-3 0,0 3 0,1-6 0,5-5 0,-4 1 0,1-7 0,-5-5 0,6-7 0,-8-7 0,2 2 0,-4-5 0,-2-1 0,-5-9 0,-1-8 0,-7-8 0,2-10 0,-4 1 0,-2 0 0,0-1 0,0 1 0,0 1 0,0 5 0,0-3 0,0 8 0,0 0 0,0 16 0,0 7 0,5 15 0,1 14 0,8 3 0,-3 3 0,4-1 0,3 0 0,1-5 0,4 0 0,-2-8 0,7 2 0,-5-10 0,6-2 0,-2-7 0,1 2 0,5-14 0,-6-7 0,1-8 0,1-4 0,-6-1 0,2-7 0,-4 3 0,-6 3 0,-9-3 0,0 3 0,-4-2 0,-2 3 0,0 3 0,0 8 0,-2 7 0,-4 5 0,4 5 0,-4 5 0,6 11 0,6 6 0,4 3 0,7-2 0,0 2 0,0 4 0,2 3 0,4-3 0,-6-2 0,1 1 0,-3-5 0,-9 6 0,5-6 0,-5 3 0,-4-1 0,-6-4 0,-11-2 0,-10-1 0,-2-1 0,-4 0 0,-1-2 0,-2-3 0,7-5 0,4-7 0,4-1 0,2-5 0,7-11 0,10-18 0,10-9 0</inkml:trace>
  <inkml:trace contextRef="#ctx0" brushRef="#br0" timeOffset="53">22733 12173 8912,'17'0'0,"-8"0"0,1 0 0,-4 0 0,-4 0 0,7 0 0,-5-2 0,4-2 0,1-2 0,3-1 0,5 1 0,8-2 0,3-3 0,13-6 0,4-1 0,5 1 0,2-6 0,-1 4 0,1 2 0,-4-6 0,-8 0 0,-2 0 0,-15 6 0,-7 6 0,-11-1 0,-5 1 0,-5-7 0,-7 3 0,-11 4 0,-6 5 0,-3 4 0,-8 2 0,0 0 0,1 2 0,3 4 0,4 5 0,3 12 0,-2-2 0,8 6 0,4 0 0,6-1 0,5 1 0,8 2 0,4 3 0,7-3 0,9-4 0,14-2 0,14-4 0,3-2 0,11-8 0,-5-3 0,6-4 0,-6-2 0,1-9 0,-7-9 0,-3-1 0,-8-9 0,-1 5 0,-18-6 0,-4 0 0,-4 3 0,-9-7 0,2 5 0,-6 3 0,-6 2 0,-5 4 0,-12 1 0,4 3 0,-4 4 0,2 3 0,-2 8 0,3 2 0,-2 4 0,8 3 0,3 8 0,5 1 0,-6-1 0,9 0 0,-3 0 0,4 0 0,2 1 0,0-1 0,0 0 0,2-6 0,4 1 0,-3-8 0,9 1 0,-1-3 0,7-2 0,-1-2 0,0-3 0,0-5 0,0-7 0,-1-8 0,-5-3 0,5-5 0,-5-1 0,-3-6 0,-1-2 0,-1-4 0,0-8 0,0 3 0,-6-7 0,-2 5 0,-4 1 0,4 3 0,-4 3 0,-1 4 0,1 7 0,-2 16 0,2 8 0,5 7 0,-7 12 0,8 3 0,0 14 0,0 9 0,0 3 0,2 10 0,2 5 0,1 3 0,7 8 0,-6-5 0,7 1 0,-2-2 0,5-3 0,1 3 0,2-5 0,4-7 0,6-5 0,11-11 0,6-6 0,11-11 0,12-5 0,9-7 0</inkml:trace>
  <inkml:trace contextRef="#ctx0" brushRef="#br0" timeOffset="54">24918 11244 8912,'-2'-28'0,"-2"1"0,-1 2 0,-9 2 0,10 23 0,-7 12 0,1 18 0,-3 18 0,2 5 0,-3 5 0,7 1 0,1-2 0,4-1 0,2 7 0,0 0 0,0 6 0,6-6 0,-1 0 0,9-10 0,-3-1 0,-3-5 0,-2-12 0,-12-5 0,-4-20 0,-7-2 0</inkml:trace>
  <inkml:trace contextRef="#ctx0" brushRef="#br0" timeOffset="55">24608 11829 8912,'0'-25'0,"0"-4"0,-2 3 0,-3-3 0,3-3 0,-4-3 0,6-1 0,6 13 0,5 0 0,12 6 0,12 0 0,11-1 0,3 9 0,3 3 0,5 4 0,1 2 0,5-6 0,-6 1 0,-7-1 0,-10 6 0,-6 0 0,-5 0 0,-4 0 0,-16 0 0,-1 2 0,-10 4 0,-4 5 0,-3 4 0,-8 3 0,-1 1 0,1 4 0,2-2 0,4 7 0,3-1 0,8 2 0,0-3 0,0-3 0,2-5 0,4-1 0,3-2 0,8-9 0,6-1 0,0-5 0,6-1 0,-6-5 0,5-9 0,-5-8 0,-7-8 0,-11 2 0,-3-3 0,-2-2 0,-3 5 0,-9 0 0,-1 3 0,-16-3 0,0 4 0,-5 8 0,1 5 0,5 1 0,-3 7 0,8-2 0,6 4 0,6 2 0,7 0 0,0 0 0,15 0 0,16 8 0,17 2 0</inkml:trace>
  <inkml:trace contextRef="#ctx0" brushRef="#br0" timeOffset="56">25916 11382 8912,'16'-2'0,"-5"-4"0,-3-3 0,-8-9 0,0 1 0,0 0 0,0 8 0,-6 10 0,-2 17 0,1 8 0,-1 7 0,0 7 0,3 0 0,3 8 0,-4-2 0,-2-2 0,3 1 0,-1-4 0,6 4 0,0-8 0,0-3 0,-6-5 0,0-6 0,1-12 0,5 3 0,0-22 0,2-9 0,3-10 0,-1-13 0,8-6 0,-7-6 0,7-5 0,-1 4 0,5-5 0,-3 5 0,-2 1 0,-1 8 0,1 4 0,5 6 0,-5 5 0,-3 10 0,-2 8 0,-3 9 0,1 2 0,2 11 0,-2 10 0,3 0 0,-1 8 0,0-2 0,-6 1 0,6 3 0,-1-8 0,1 0 0,-6-6 0,0 0 0,0 0 0,0-5 0,0-1 0,0-7 0,2 2 0,4-10 0,5-2 0,10-9 0,2-2 0,8-1 0,-2-4 0,3 2 0,2 3 0,-5 0 0,-2 2 0,0 3 0,-1 7 0,-5 3 0,2 2 0,2 2 0,-2 3 0,0 7 0,-6 11 0,6-4 0,0 4 0,8-4 0,-2-2 0,-3 0 0,3 0 0,0-1 0,5-5 0,0-3 0,1-8 0,-8-6 0,-4-2 0,-6-1 0,-6-5 0,-3-7 0,-8-1 0,0-3 0,-2 4 0,-4-4 0,-5-2 0,-4 6 0,-3-2 0,1 10 0,0 1 0,0 9 0,-1-3 0,1 4 0,-2 4 0,-2 5 0,-2 11 0,0 5 0,6 5 0,2 3 0,3-8 0,-3 5 0,3-5 0,3 0 0,-3-6 0,9 1 0,-3-1 0,4-6 0,2 1 0,2-8 0,4 1 0,3-5 0,8-5 0,3-7 0,2-3 0,-1-10 0,8-4 0,-2 3 0,2-3 0,1 2 0,-7-1 0,0-3 0,-6 8 0,1 2 0,-1 2 0,-8 9 0,1 3 0,-4 7 0,-4 9 0,3 8 0,-3 8 0,-2 10 0,0 5 0,0 0 0,2 2 0,4-2 0,5-6 0,12 1 0,-2-3 0,6-9 0,0-4 0,0-5 0,-4-7 0,5-7 0,-5-9 0,6-8 0,-8-8 0,2-12 0,-4-3 0,-2-6 0,-5-3 0,-1-3 0,-5-7 0,5-4 0,-7-6 0,2-5 0,-2-10 0,-1-6 0,3 8 0,-2 11 0,0 14 0,2 17 0,-4 7 0,5 25 0,-7 8 0,0 18 0,0 16 0,6 10 0,0 13 0,-1 6 0,-5 10 0,0 5 0,0 6 0,0-15 0,0 6 0,0-10 0,0-2 0,2-2 0,4-4 0,4-11 0,7 0 0,2-10 0,4-7 0,-4 3 0,6-5 0</inkml:trace>
  <inkml:trace contextRef="#ctx0" brushRef="#br0" timeOffset="57">27259 11330 8912,'-8'-25'0,"-2"4"0,-7-7 0,8 14 0,1-9 0,10 22 0,5-3 0,11 8 0,8-3 0,15 5 0,4 2 0,13-2 0,5-1 0,12-5 0,3 0-230,8 0 0,0-7 230,0-5 0,0-11 0,0-3 0</inkml:trace>
  <inkml:trace contextRef="#ctx0" brushRef="#br0" timeOffset="58">28532 10780 8912,'-44'-15'0,"-6"-2"0,4-12 0,6 4 0,6 8 0,7 2 0,10 3 0,5-1 0,1 7 0,5 8 0,-5 11 0,-1 10 0,3 12 0,-5 9 0,9 13 0,-1 8 0,6 15 0,-6-5 0,0 11 0,1-12 0,7 1 0,3-7 0,7-5 0,11-17 0,5-11 0,7-20 0,5-4 0,4-9 0,8-7 0,-1-13 0,1-10 0,-6-12 0,0-6 0,-8-4 0,2-1 0,-11-3 0,-6-3 0,-4-4 0,-2-10 0,0-2 0,0-1 0,-1-1 0,-5 7 0,2 8 0,-7 9 0,0 7 0,-6 25 0,-8 21 0,-3 26 0,-4 16 0,-3 12 0,1 5 0,0 7 0,2 7-159,3-1 1,-1 7 158,7-7 0,-5-7 0,5-10 0,0-5 0,6-6 0,0-6 0,8-19 0,3-10 0,4-11 0,3-11 0,1-4 0,4-20 0,4 5 0,7-12 0,0 2 0,1-1 0,5 1 0,0 6 0,2 7 158,-2 4 1,-3 6-159,3 6 0,-4 3 0,-1 8 0,-1 2 0,-2 4 0,-1 5 0,-2 4 0,-2 1 0,1-5 0,5 3 0,-5-9 0,13 1 0,4-6 0,5-8 0,2-9 0,-1-10 0</inkml:trace>
  <inkml:trace contextRef="#ctx0" brushRef="#br0" timeOffset="59">12080 2648 8912,'18'0'0,"-1"2"0,0 3 0,-5-3 0,-1 4 0,1-12 0,5-5 0,0-4 0,-2-3 0,-1 1 0,-3 0 0,2 0 0,-3 5 0,0 1 0,-3-3 0,7 7 0,-11-8 0,7 3 0,-2-3 0,3-4 0,-5-4 0,5-6 0,-5-11 0,7-2 0,-1-4 0,-4-5 0,-1 1 0,-1-6 0,0 1 0,-1 2 0,-5 1 0,0 10 0,0 8 0,0 7 0,-1 17 0,-5 5 0,-4 20 0,-9 15 0,-2 18 0,-2 13 0,-7 14 0,1 5 0,2 12-192,12-44 1,1 1 0,4 2 0,-1-1 191,0 2 0,-1 0 0,3 2 0,1 0 0,2 1 0,1-1 0,0-2 0,2-2 0,5 39 0,4-8-3,5-13 1,6-16 2,6-18 0,-2-15 0,8-13 0,-6-8 0,6-9 0,-1-10 0,7-19 0,-3-12 0,-1-13 0,-2-7 0,1-9 0,1-3 0,-3-2 0,-5-5 68,-11-1 1,1-2-69,-7 3 0,0 3 0,-6-4 0,-2 12 0,-4 7 0,-5 10 2,-5 12 0,-1 9-2,0 13 0,2 10 0,3 7 0,-3 9 0,3-3 0,3 12 0,-3 5 0,1 6 0,-6 6 0,-1 0 157,1 11 0,0-1 1,0 13-1,2 2-157,3 1 0,-3 10 0,3 4 0,5 4 0,1 2 0,4 6-199,2-1 0,2 8 199,4-2 0,3-9 0,8-6 0,3-11 0,2-16 0,0-10 0,6-10 0,-7-9 0,2-3 0,-4-14 0,-2-9 0,1-15 0,-1-14 0,2-12 0,4-5 0,-4-13-271,4-10 1,-4-2 270,-10 40 0,-1-1 0,8-41 0,-5 0 0,-5 6 0,-4 4 0,-10-2 0,-3-10 0,-12 6 0,-6 0 0,-3 4 0,-3 13 0,1 4 188,-1 14 0,7 20-188,-1 8 0,0 17 0,-5 6 0,-1 18 0,1 16 0,0 8 0,-3 13 0,-3 8 0,-6 12 0,2 11 0,21-38 0,0 1 0,-13 41-194,18-41 0,2 0 1,-9 40 193,13-3 0,5 0 0,7 0 0,23-5 0,11-5 0,16-3 0,13-7 0,0-14 0,11 0 0,-5-20 228,-6-3 0,-3-16-228,-9-7 0,-7-6 0,-4-6 0,-9-5 0,-4-14 0,-2-10 0,-4-9 0,0-9 0,2-10 0,-10-2-182,4-15 0,-5-1 182,-1-5 0,-3-1 0,-8-5 0,-2 2 0,-4-5 0,-7-1 0,3 48 0,-1 1 0,-16-45 0,11 42 0,-2 2 0,-17-24 0,1 9 0,1 19 293,5 21 1,-3 8-294,8 15 0,-6 17 14,6 12 1,-5 26 0,1 25 0,13-32 0,-1 2-15,0 6 0,0 2 0,-3 4 0,1 0 0,5 1 0,1 0 0,-1-1 0,1 1-250,2 2 1,1 1-1,3-1 1,1 0 249,-1 1 0,4 0 0,6-2 0,3-2 0,2-3 0,3-3 0,5-4 0,2-3 22,26 37 1,4-11-23,2-18 0,-8-17 0,-4-23 0,-6-9 0,-5-6 0,1-6 0,-7-8 0,0-9 0,-5-19 0,5-7 0,-1-16 0,7-8 0,-6-15 0,0-6 0,-8-1 0,-3-3 0,-9 47 0,0-1 0,-2-1 0,-1 0 116,2 0 1,-4-1 0,-4 3 0,-3 1-117,-1-1 0,-3 0 0,-2 1 0,-2-1 0,-3-2 0,0-1 0,1-1 0,1 1 0,-2 2 0,0 2 0,-14-32 0,5 29 0,4 16 80,8 18 1,-6 9-1,0 18 1,2 15-81,2 19 0,0 28 0,-4 20 0,10-39 0,-1 1-210,-3 3 0,0 1 0,2 1 0,3 0 210,0 1 0,1 0 0,2 0 0,1-1 0,1-2 0,2 0 0,1 4 0,1-1 0,1-5 0,4-1 0,4 1 0,3-1 0,14 32 0,9-12-55,8-13 1,3-9 54,2-24 0,-4-7 125,-13-21 0,-3 0 1,-6-1-1,0-5-125,-1-6 0,3-13 0,-10-9 0,-1-10 0,1-13 0,1-18 0,5-11 0,-12 38 0,-1-1 82,0 0 0,-2 1 0,-1-3 0,0 0 0,-1-2 1,0-1-1,-1-1 0,-2-1-82,-2 0 0,-1-2 0,1-6 0,-2 0-169,-4 3 1,-1 2 0,2 0 0,-1 1 168,0 3 0,-1 1 0,-7-38 0,-4 18 0,4 30 0,2 32 0,-2 11 0,-2 6 0,-4 11 0,-2 10 0,-9 5 0,-10 15 0,2 0 0,-2 5 0,0 8 0,-5 4 0,5 4 0,2 2 0,4 2 0,7 3 0,6 3 0,10 3 0,7 12-162,5-1 1,7-41-1,1 2 162,2 2 0,2 0 0,3-1 0,3 0 0,1 0 0,2 1 0,2-5 0,3-1 0,25 38 0,5-10 261,7-13 1,-11-19-262,5-15 0,-12-16 0,0-7 0,-3-4 0,-5-6 0,-3-7 0,-6-12 0,-4-17 0,-2-12 0,6-9 0,0-14 0,6-5-257,-6-12 0,0 5 257,-6-5 0,0-4 0,-8 47 0,-1 1 0,2-38 0,-4 6 0,-5 9 0,-2 10 0,-5 7 345,-6 7 1,3 24-346,-3 6 0,7 15 118,-7 13 0,6 20-118,-5 26 0,-6 23 0,5-27 0,1 3 0,-2 7 0,1 2-66,0 9 0,1 1 1,1 1-1,1 1 0,-2-1 1,1-1-1,2-4 0,2-3 66,3-6 0,1-3 0,0 36 0,2-26 0,7-16 134,5-12 0,3-20 1,4-12-1,2-13-134,2-13 0,8-17 0,-3-18 0,5-17 0,1-17 0,-14 39 0,1-1-37,-1-6 0,0-1 0,0 1 1,0-1-1,-2-2 0,-2 0 1,0 0-1,-1 1 37,-3 3 0,-1 1 0,2-42 0,-19 2 0,-11 10 0,-11 2 0,-5 25 0,-1 9 0,5 17 0,0 20 0,-3 12-29,-6 18 1,1 25 28,-3 29 0,18-32 0,0 4 0,-1 9 0,0 2 0,1 3 0,0 0 28,-1 8 0,0 0 0,4-5 0,0 0 0,0-3 0,2-2 0,2-5 0,3-3-28,-5 37 0,11-4 0,0-26 0,4-5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20.098"/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2082 6740 8912,'17'-8'0,"-7"4"0,-4-7 0,-4-3 0,-4-1 0,-4-2 0,-4 2 0,-7 1 0,0 3 0,0 1 0,0-1 0,-1 1 0,1 6 0,0-1 0,0 1 0,5-4 0,1 3 0,-3-1 0,-8 6 0,2 2 0,-4 5 0,-3 11 0,-8 8 0,-1 14 0,-10 6 0,2 6 0,-2 5 0,-3 4-267,3 8 1,2 7 266,-2 5 0,8-3 0,-3 2 0,-1-3 0,2 9 0,16-44 0,0 2 0,1 6 0,0 1 0,-2 1 0,-1 1 0,-3-1 0,0 1 0,5 3 0,1 1 0,-4 0 0,2 0 0,4 3 0,2 1-219,-2 2 1,2 0-1,3-3 1,3 0 218,1 0 0,1 0 0,4 0 0,1-1 0,-1-5 0,2 1 0,3 5 0,0 0 0,-1-2 0,1-1 0,0 0 0,2 0-186,0-5 0,0 0 1,2 45 185,0-49 0,1 1 0,-1 3 0,0 0 0,3 3 0,2 0 0,-1 2 0,1-1 0,0 2 0,1 1 0,3-3 0,1 0 0,0 1 0,-1 1 0,4 1 0,-1 0 0,-3 2 0,1-1 0,3-1 0,1 0 0,-2-4 0,0-1 0,2-5 0,1-1 0,0 2 0,2-2 0,19 40 0,2-8 0,8-11 0,-2-12 0,-4-3-78,-2-3 1,4-1 77,2-4 0,-4-6 223,-2-12 0,4 3-223,2-8 0,12 0 0,5-6 0,6-5 212,5-1 0,-3-7 0,4 2 0,-9-5-212,-8-1 0,1-1 0,-7-5 0,1-4 0,10-7 0,0-6 0,6 0 0,0-2 0,0 2 0,-2 2 0,-4-7 0,0-1 0,-11-5 0,-8-3 317,-6-3 0,-6 2-317,-3-8 0,4 0 0,-5-5 0,-1-1 0,2 1 0,-1-3 0,7-3 0,7-12 0,4-11 0,2-4 0,-24 40 0,-1 0 0,0-1 0,0 0 0,2 0 0,-2-2 0,-2-1 0,-2-1-98,-1 3 0,-1 0 0,9-45 98,-8 5 0,-1-10 0,-8 45 0,-1-1 0,-2-2 0,0-1 0,-2-3 0,1 0 0,0 1 0,0 1 0,0 1 0,-1-1 0,-2-3 0,0 0 0,1-1 0,0-1 0,1-1 0,-1 0-213,0-1 1,0 0-1,3 0 1,0 2 212,-4 6 0,1 1 0,3 4 0,0 1 0,0-37 0,-1 2 0,-5 11 0,0 6-29,0 8 1,-5 0 28,-1 1 0,-8-5 0,3 6 0,-6-8 0,-6 2 0,2-13-293,-8-10 1,6-8 292,9 43 0,-1-1 0,1-3 0,0-1 0,-3-1 0,-1-1 0,0-1 0,0-2 0,-1-2 0,-2 0 0,-1 6 0,-2 1 0,-3 1 0,-1 1 0,-1 7 0,-2 3 0,1 4 0,-1 3 0,-26-24 104,-6 15 0,5 23-104,-5 6 0,-10 11 0,-13 6 0,39 4 0,-3 2 50,-7 2 1,-1 1 0,5 0-1,1 1-50,-3 4 0,1 1 0,5-1 0,2 1 0,-33 19 0,-4 8 0,6 2 0,-1 2-146,5 0 0,7-6 146,9 6 0,5-2 297,18 1 0,7-3-297,16-7 0,14-10 107,15-8 0,24-2-107,16-9 0,16 0 0,5-6 0</inkml:trace>
  <inkml:trace contextRef="#ctx0" brushRef="#br0" timeOffset="1">15471 6482 8912,'-2'-12'0,"-4"1"0,-4-2 0,-1-3 0,-1-1 0,1 0 0,1 0 0,-5-1 0,6 1 0,-3 0 0,1 0 0,-1 2 0,-5 1 0,0 3 0,0 7 0,-1-2 0,1 6 0,0 6 0,-8 5 0,-2 12 0,-3 8 0,-5 7 0,3 6 0,-14 8 0,8 1 0,-3 4 0,3 8 0,-2 8 0,4-2 0,-4 3 0,5 4-280,6 3 0,-3 3 280,3 2 0,4-6 0,2 0 0,2 4 0,-1 6 0,0 0 0,8-41 0,0-1 0,-7 40 0,-2-2 0,9-8 0,5-9 0,1 0-37,4 0 0,2-8 37,2-4 0,8-1 0,4 1 0,3-2 0,2 6 0,0-1 0,1-5 0,-1 0 0,0 3 0,0-1 0,0 12 0,1-4 0,1 9 0,2-1 0,2 1 0,2-1 0,-3 7 0,-2 0-261,3 6 1,3 6 260,3 0 0,-13-43 0,1 1 0,-1-1 0,2 0 0,16 37 0,1-6 0,-1-8 0,1-3 0,5-12 0,0 1 0,0-16 0,-6 2 0,3-10 263,3-5 0,-4-8-263,4 2 0,-3-6 36,-3-6 1,1 5-37,-1-5 0,2-1 278,4 1 0,-3-7-278,3 2 0,2-4 0,-2-2 0,10 0 0,-2-2 0,3-4 0,-1-6 0,-8-9 0,4-1 0,-8-9 0,2 2 0,-3-5 0,-3-6 0,1-4 0,-1-8 0,0-5 0,1 0 0,-1-1 0,1 7 0,-7-3 0,3-3 0,3-6 0,5-4 0,1-4 0,-6-3 0,1 1-238,-1-7 0,-1 2 238,-5-2 0,-3 3 0,-8 8 0,0-9 0,1-8 0,5-8 0,-12 43 0,1-1 0,-1 1 0,-1-1 0,-3 1 0,-1 1 0,0 1 0,-1 0 0,9-42 0,-5-3 0,3 2 0,-8 1 0,1 5 0,3 2 0,-2 3 0,0-6 0,-6 6 0,0-1 0,0 8 0,0 1 0,0-7 0,0 2 0,0-3 0,0-1 0,0 6 0,-2-1-112,-4 1 1,-2 3 111,-3 10 0,-6 6 0,-1 11 0,-1 2 0,-9 4 0,-1 4 0,-6-4 0,-1 5 0,-4 7 0,-6 3 0,-4 0 0,-7 6 0,0-4 0,-6 4 0,5 2 0,-5-1 0,6 1 0,-6-2 0,5 0 0,3 0 0,1 4 0,1 1 0,-5-3 0,5 8 0,-5 3 0,13 4 0,4 2 0,7 0 232,5 0 1,4 2-233,8 4 0,2 9 58,3 8 1,3 2-1,5-4 1,-2 3-59,3 3 0,3-4 0,5 6 0,5-6 0,7 5 0,10-7 0,7 2 0,8-6 0,10-5 0,0-12 0,-1-10 0</inkml:trace>
  <inkml:trace contextRef="#ctx0" brushRef="#br0" timeOffset="2">2925 7754 8912,'-11'10'0,"0"-5"0,-1-3 0,-5-2 0,5 0 0,1-2 0,-1-3 0,3-7 0,-6 5 0,5-1 0,0 0 0,-5 6 0,6-5 0,-1-1 0,-5 6 0,3-4 0,3 5 0,-3 1 0,-1 0 0,-2-2 0,-3-4 0,1 4 0,0-4 0,0 4 0,-2 2 0,-2 0 0,-2 0 0,-8 0 0,2 0 0,-3 6 0,-3 0 0,-1 7 0,-4-1 0,2 3 0,-8 2 0,6-5 0,-6-1 0,0 2 0,2 3 0,-8 1 0,1 0 0,1 0 0,-2 0 0,1-1 0,5-5 0,2 4 0,-2-3 0,8 1 0,-2-1 0,9 3 0,4-5 0,2 1 0,4 1 0,2-1 0,8 6 0,-1 0 0,8 1 0,-3-1 0,7 0 0,-8 0 0,6 0 0,-5 1 0</inkml:trace>
  <inkml:trace contextRef="#ctx0" brushRef="#br0" timeOffset="3">1428 8201 8912,'0'27'0,"0"-2"0,0-8 0,-5 2 0,-1 4 0,0-4 0,6 4 0,0 2 0,0-2 0,0 2 0,0-3 0,0-2 0,0 3 0,0-4 0,0-2 0,6 2 0,0 4 0,7-4 0,-2 4 0,-1-4 0,1-2 0,3 0 0,9 1 0,-2-1 0,8 0 0,-7-6 0,7 1 0,7-3 0,10 5 0,4-5 0,2-1 0,-1 0 0,1-3 0,1-3 0,5 4 0,-3-4 0,8-2 0,-7 6 0,1-1 0,-3 1 0,-3-6 0,7 0 0,-1 0 0,2-2 0,-1-4 0,3 5 0,8-5 0,-6 4 0,0 2 0,2 0 0,2 0 0,7-6 0,1 0 0,9 3-259,2 8 0,0-1 259,6 8 0,-43-8 0,0 1 0,42 7 0,5 1 0,-16-7 0,12 5 0,-43-8 0,0 0 0,46 3 0,3-6 0,-49 0 0,1 0 0,1 0 0,-1 0 0,2 0 0</inkml:trace>
  <inkml:trace contextRef="#ctx0" brushRef="#br0" timeOffset="4">4732 8889 8912,'86'-8'0,"0"6"0,-7-13 0,1 11 0,-11-7 0,2 5 0,-14-5 0,8 7 0,-2-2 0,12-2 0,5 3 0,-3-1 0,-1 6 0,-3 0 0,-4 0 0,1 0 0,-12 0 0,5 2 0,-6 4 0,2 1 0,-1 5 0,7 3 0,4-4 0,3-1 0,-9 1 0,-26-7 0,-7 4 0</inkml:trace>
  <inkml:trace contextRef="#ctx0" brushRef="#br0" timeOffset="5">6866 8906 8912,'69'2'0,"0"4"0,15-4-334,-11 5 0,11-1 334,-15 0 0,-2 5 0,-4-5 0,4 7 0,-4-1 0,4-3 0,1 3 0,-1-8 0,-3 1 0,6-3 54,-7-2 0,0 6 1,-11 0-1,0-3-54,-1-1 0,7-2 0,-1 0 0,8 0 0,-2 0 0,10 0 0,1 0 0,-1 0 0,-10 0 0,2 0 0,-7 0 0,-7-2 27,-5-3 1,4 3 0,3-6 0,-3 2-28,0 1 0,7-7 0,6 7 0,2-9 0,-2 3 0,-3 1 0,-9-1 0,3 1 0,-1-1 0,-1 5 0,-4 4 0</inkml:trace>
  <inkml:trace contextRef="#ctx0" brushRef="#br0" timeOffset="6">9654 8889 8912,'42'-8'0,"10"6"0,1-13 0,14 7 0,-4-3 0,2-4 0,-2 5 0,-3-1 0,-1-1 0,-9 6 0,7-5 0,-15 7 0,4-2 0,-8-1 0,-3 1 0,1-2 0,4 3 0,-4 3 0,5-4 0,1 2 0,0 0 0,0-1 0,0 1 0,-2-4 0,-6 2 0,1 1 0,-1 5 0,1-2 0,-1-4 0,1 4 0,-1-4 0,0 3 0,1-3 0,1 4 0,4-4 0,-3 4 0,3 2 0,2-5 0,-2-1 0,8-2 0,-4 4 0,2-1 0,0 1 0,-8 0 0,2-2 0,-2 4 0,2-3 0,-5-3 0,-1 2 0,1-1 0,-7 1 0,5 4 0,1-4 0,3 2 0,3-1 0,-4 3 0,6-4 0,0 2 0,4-1 0,2 3 0,-2-4 0,2 2 0,-8-2 0,6 4 0,-6-3 0,4-3 0,-8 2 0,-3 3 0,-1 1 0,2-4 0,7 0 0,-5-1 0,4 1 0,-2 2 0,2-8 0,4 9 0,8-3 0,-2-2 0,-4 3 0,1-1 0,-4 4 0,-1-2 0,0-2 0,-2-1 0,-6 1 0,-1 4 0,-5-4 0,5 4 0,-4 2 0,3-1 0,3-5 0,-1 4 0,0-4 0,7 4 0,-1 2 0,0 0 0,2 0 0,-4-2 0,8-3 0,-2 3 0,2-4 0,2 4 0,-8 2 0,0 0 0,-6 0 0,7 0 0,-1 0 0,0 0 0,-6 0 0,1 0 0,-1 0 0,1 0 0,-1 0 0,0 6 0,1 0 0,5-1 0,0-5 0,0 0 0,-5 0 0,-1 0 0,1 0 0,-1 2 0,0 4 0,-1-4 0,-3 4 0,-3-5 0,-2-1 0,4 2 0,-6 4 0,5-4 0,-5 4 0,2-4 0,-2-2 0,-2 0 0,8 0 0,-2 5 0,1 1 0,5 0 0,-4-6 0,3 0 0,2 0 0,1 0 0,-1 0 0,1 0 0,-1 0 0,1 6 0,-1-1 0,0 1 0,1-6 0,-1 6 0,1-1 0,-7 3 0,1-4 0,0 2 0,-3-2 0,7-1 0,-4 3 0,-3-4 0,3 4 0,0-2 0,5 1 0,-5-3 0,0 4 0,-1-4 0,7 0 0,-1 2 0,0 1 0,-5 1 0,0-6 0,-1 0 0,7 0 0,-3 0 0,-3 0 0,2 0 0,-8 0 0,5 0 0,-5 0 0,6 0 0,-6 0 0,6 0 0,-5 0 0,1 0 0,0 0 0,6 0 0,-3 0 0,5 0 0,1 0 0,1 6 0,-1-1 0,6 1 0,0-6 0,-5 0 0,-6 0 0,1 0 0,3 0 0,-1 6 0,-3 0 0,3-1 0,-3-5 0,-2 0 0,1 0 0,-5 0 0,6 0 0,-6 0 0,6 0 0,-1 0 0,7 0 0,-1 0 0,1 0 0,1 0 0,2 0 0,4 0 0,2 0 0,2 0 0,6 0 0,-6 0 0,0 0 0,-6 0 0,6 0 0,-8 0 0,2 0 0,-2 0 0,2 0 0,-1 0 0,7 0 0,-8 0 0,2 0 0,-2 0 0,2 0 0,-1 0 0,5 0 0,-2 0 0,-4 0 0,-2 6 0,-1 0 0,-7 0 0,1-6 0,-2 0 0,1 0 0,5 0 0,-6 1 0,1 3 0,1 2 0,0 0 0,5-6 0,1 0 0,-1 0 0,2 0 0,4 0 0,-3 0 0,3 0 0,2 0 0,0 0 0,2 0 0,4 0 0,-6 5 0,-2 1 0,-2 0 0,2-6 0,-1 6 0,7-1 0,-6 7 0,6-6 0,1-1 0,3 3 0,4-4 0,3 7 0,-3-7 0,3 2 0,-3 1 0,-3-1 0,1 0 0,-1-6 0,-7 6 0,-3-1 0,-3 1 0,2-6 0,6 0 0,4 0 0,-5 0 0,1 0 0,0 0 0,6 0 0,1 0 0,5 0 0,-10 0 0,3 0 0,-9 0 0,4 0 0,-6 6 0,6 0 0,-8-1 0,4-5 0,-1 0 0,-1 0 0,13 0 0,-1 0 0,3 6 0,-3 0 0,2 1 0,3-1 0,-2-2 0,8 7 0,-7-7 0,1 4 0,-3-2 0,-3-1 0,7 7 0,-1-6 0,2-1 0,-1-5 0,-3 0 0,8 0 0,-3 0 0,-3 0 0,-2 0 0,-14 0 0,-1 0 0,-4 0 0,2 0 0,2 0 0,1 0 0,-7 0 0,6 0 0,0 0 0,14 0 0,-3 0 0,5 2 0,-3 2 0,3 2 0,1-2 0,1-3 0,-7-1 0,-5 0 0,0 0 0,-6 0 0,6 0 0,0 0 0,6 0 0,-1 0 0,1 0 0,1 0 0,5 0 0,-5 0 0,5 0 0,-11 0 0,-1 0 0,-7 0 0,1 0 0,0 6 0,-6 0 0,5 0 0,-11-6 0,7 0 0,5 0 0,-2 0 0,8 0 0,-6 0 0,6 0 0,-6 0 0,6 0 0,-2 0 0,2 0 0,-2 0 0,-4 0 0,-4 0 0,6 0 0,-1 0 0,-1 0 0,2 0 0,-2 0 0,-2-6 0,8 0 0,0-1 0,6 1 0,-6 2 0,-1-7 0,1 1 0,6-1 0,-6-5 0,-2 3 0,-2-6 0,-4-4 0,-2 0 0,-1 6 0,5-6 0,0 0 0,6-2 0,-6 2 0,2 2 0,-2-8 0,-3 3 0,3-3 0,-11-2 0,-6 7 0,-4-1 0,-2 0 0,-8-4 0,-3 6 0,-4-7 0,-2 1 0,-2-3 0,-4-3 0,-3 3 0,-8 3 0,-6-1 0,0 5 0,0 0 0,-2 0 0,-4 2 0,-11 6 0,2 0 0,-8 0 0,-8-1 0,-9 1 0,-4 0 0,-1 0 0,-9 5 0,-3 1 0,31 5 0,-2 0 0,-2-2 0,-1-1 0,0 1 0,-1 1 0,4 1 0,-1 1 0,0-3 0,1 2-181,2 3 0,0 0 0,-5-3 0,-1-1 181,-2 1 0,0 1 0,1 0 0,1 0 0,0-1 0,1 1 0,4 2 0,2 2 0,-44-5 0,3 4 0,-3 2 0,-4 0 0,45 0 0,-1 0 0,-1 0 0,1 0 0,-2 0 0,1 0 0,-2 0 0,1-2 0,0-1 0,1 0 0,-1 2 0,0-1 0,0-4 0,0 0 0,1 1 0,0 1 0,-1-2 0,-1 0 0,5-1 0,1 1 0,0 3 0,0 0 0,-33-5-20,2 3 1,0 3 0,-3-6 0,-7 2 19,42 4 0,-1-1 0,-43-3 0,6 6 0,0-6-219,6 0 0,-1 1 219,-5 5 0,10 0 0,-10 0 0,4-2 0,-4-4 0,7 4 0,5-4 0,5 5 0,6 1 0,-4-6 0,4 0 0,-4 2 0,-2 2 0,10-3 0,7-1 0,0 0 342,7 6 1,-5 0-343,-2 0 0,6-6 39,0 1 1,1-7-40,-7 7 0,-2-7 118,-3 6 1,-4-5 0,-6 3 0,2 1-119,2-1 0,2 0 0,-2 3 0,5 3 0,12-4 0,-3 4 0,3 2 0,-4 6 0,0-1 0,2-1 0,3-2 0,-1 0 0,-6 4 0,-3-4 0,3 3 0,-2 3 0,14-2 0,-8 0 0,3-6 0,-5 0 0,-2 0 0,-1 0 0,-5 0 0,-5-2 0,-11-4 0,-9 2-191,-3-7 1,4 7 190,13-2 0,2 4 0,4 2 0,-2 0 0,8 0 0,0 0 0,-3 0 0,7 0 0,-5 0 0,-1 0 0,2 0 0,-1 0 0,7 0 0,-1 0 0,1 0 0,-1 0 0,0 0 0,1 0 0,-1 0 0,-7 0 0,-4 0 0,-18-7-38,-5-5 0,-2-3 38,8-2 0,4-1 0,7 1 0,8 8 0,5 3 0,8 4 0,8 2 0,2 0 0,-2 0 0,2 2 0,-8 4 0,7-4 0,-1 3 0,-2 3 0,2-2 0,-8-1 0,2-5 0,-3 0 0,-3 0 0,-2 0 0,-3 0 0,-10-1 0,-7-5 0,-1 2 106,6-7 0,0 7-106,1-2 0,-1-2 0,2 1 0,2-1 0,2 0 0,0 1 0,-6 1 0,0 4 0,0-4 0,-7 4 0,-5 2 0,3 0 0,-2 0 0,-1 0 0,-3 0 0,2 0 0,2 0 0,7 6 0,-2 0 0,-1 5 0,1-5 0,8 6 0,10-7 0,9 7 0,0-5 0,-3 1 0,-5 0 0,-11 3 0,-1-5 0,-17 0 0,-12-6 0,46 0 0,1 0-160,-2 0 0,0 0 0,0 0 0,-1 0 160,-1 0 0,-1 0 0,-1-1 0,-1 0 0,-2-1 0,0 0 0,2-1 0,1 0 0,4 1 0,1 0 0,-37 0-198,13 2 1,-3 0 197,-2 0 0,1 0 0,-1 0 0,-6 6 0,-6 0 0,-4 0 0,3-6 0,42 0 0,0 0 0,-1 0 0,-1 0 0,-4 0 0,-2 0 0,-7 0 0,0 0 0,1 0 0,2 0-141,-1 0 1,1 0 0,10 0-1,1 0 141,-40 0 0,6 0 0,12 0 0,-1-6 0,10 0 0,8 2 0,7 2 0</inkml:trace>
  <inkml:trace contextRef="#ctx0" brushRef="#br0" timeOffset="7">9379 7462 8912,'-86'6'0,"0"-1"0,-8 1-399,43-2 1,-1 0-1,-1-3 1,-1 0 398,-4 1 0,1 1 0,7 1 0,0 0 0,1-1 0,1 0 0,-40 2 48,8-5 0,3 2-48,8 4 0,8-4 0,4 6 0,3-3 166,3 1 0,-9 2-166,-3-3 0,-9-1 0,-3 8 0,-13-7-256,2 7 1,-6-6 255,0 5 0,10-7 0,-4 4 0,2-3 0,0 1 0,4 0 0,-1-6 0,16 5 378,2 1 0,10 0-378,7-6 0,-4 2 161,4 4 0,-5-4-161,-7 3 0,1 3 0,-12-2 0,2 5-159,-13-5 0,1 5 159,-1-5 0,4 5 0,9-5 0,4 0 278,5 2 1,7-7-279,5 5 0,-4-4 0,4-2 0,-6 6 0,-5 0 0,4-1 0,-5-5 0,-1 2 0,2 4 0,-3-4 0,5 5 0,-4-1 0,-3 0 0,5 0 0,-6-6 0,6 0 0,-7 0 0,15 0 180,-3 0 0,4 0-180,-3 0 0,-1 5 0,0 1 0,1 2 0,-1-2 0,1-3 0,-3 7 0,-1-1 0,-3 1 0,-5-4 0,6 5 0,-2-7 0,1 2 0,5 1 0,-5-1 0,10 0 0,3-6 0,-1 0 0,-6 0 0,0 0 0,-1 0 0,-3 0 0,-1 0 0,-8 0 0,2 0 0,-2 0 0,2 0 0,5 2 0,13 3 0,8-3 0,9 4 0,1-4 0,-2-2 0,4 2 0,8 2 0,-2 3 0,-4 3 0,-2-4 0,-4 5 0,-3 1 0,3 5 0,-3-6 0,-3 1 0,-5 5 0,0 6 0,6-4 0,7-4 0,2 4 0,4 0 0,8 2 0,1 2 0,10 4 0,2 8 0,15-1 0,28-7 0,10-3 0</inkml:trace>
  <inkml:trace contextRef="#ctx0" brushRef="#br1" timeOffset="8">8105 12465 8912,'0'-10'0,"0"1"0,0 3 0,0 2 0,0-7 0,0-1 0,0-5 0,-2 8 0,-3 3 0,-7 4 0,-3 2 0,-2 0 0,-1 0 0,1 0 0,-2 0 0,-4 0 0,-6 2 0,-11 4 0,19-4 0,-2 5 0</inkml:trace>
  <inkml:trace contextRef="#ctx0" brushRef="#br1" timeOffset="9">7641 12534 8912,'-41'34'0,"1"1"0,8-1 0,7-2 0,8-3 0,7 2 0,4-8 0,5 0 0,1-6 0,7 0 0,7-2 0,7-3 0,7-7 0,1-1 0,5 2 0,-1-4 0,13 4 0,-6-3 0,6 3 0,-6-2 0,6 7 0,-8-1 0,2 1 0,-5 5 0,-7-5 0,-3 6 0,-9 4 0,-5 2 0,-5-2 0,-14 0 0,-9 2 0,-8-2 0,-9 8 0,-8-8 0,-4 2 0,-10 2 0,-1-2 0,-2 5 0,1-5 0,5 0 0,-5-6 0,7 0 0,7-1 0,7-5 0,7-5 0,16-8 0,3-9 0,-1-24 0,3-18 0</inkml:trace>
  <inkml:trace contextRef="#ctx0" brushRef="#br1" timeOffset="10">8415 12603 8912,'12'0'0,"-1"0"0,2 0 0,-5 0 0,5 1 0,-7 5 0,-2 6 0,-2 3 0,-4 10 0,-2 3 0,-4 5 0,-1 1 0,-1 8 0,-1 4 0,-2-2 0,7 0 0,0-2 0,-2-4 0,6 4 0,-3-2 0,3 1 0,2-7 0,0-5 0,0-1 0,0-7 0,-8-4 0,-1-9 0</inkml:trace>
  <inkml:trace contextRef="#ctx0" brushRef="#br1" timeOffset="11">8880 12637 8912,'0'17'0,"0"0"0,0 1 0,0-1 0,-2 0 0,-2 0 0,-2 0 0,2 1 0,2 1 0,2 4 0,-5-2 0,-1 7 0,0-5 0,6 6 0,0 1 0,0 3 0,0 1 0,0 1 0,0-1 0,0 0 0,0-7 0,0-4 0,0-4 0,0-2 0</inkml:trace>
  <inkml:trace contextRef="#ctx0" brushRef="#br1" timeOffset="12">8845 12534 8912,'2'9'0,"4"-3"0,-2-4 0,7-2 0,3 0 0,9 0 0,-1 0 0,11 0 0,5 0 0,4 0 0,4 2 0,6 4 0,1 5 0,5 12 0,-12-2 0,-2 8 0,-12 3 0,-9 6 0,-13 1 0,-10 6 0,-25 1 0,-21 6 0,-17-1 0,-12 1 0,-5-6 0,5 0 0,3 0 0,9 3 0,5-3 0,5-6 0,9-7 0,4-10 0,3-8 0,3-15 0</inkml:trace>
  <inkml:trace contextRef="#ctx0" brushRef="#br1" timeOffset="13">11840 12345 8912,'-12'15'0,"1"-2"0,-5-3 0,-3-1 0,-4-1 0,2 0 0,0-3 0,-2 3 0,-4 2 0,-5 7 0,1 0 0,3 0 0,1-3 0,-2-1 0,6 4 0,4 2 0,4-9 0,3 7 0,7-2 0,16-5 0,6 1 0,12-7 0,2 4 0,5-3 0,4 1 0,6 8 0,-6-3 0,6 4 0,-6 3 0,-2 1 0,-1 4 0,-3-2 0,1 7 0,-7-5 0,1 6 0,-16-6 0,-1 5 0,-3-7 0,-7 2 0,-9-2 0,-14 2 0,-10-4 0,-3 4 0,-8-4 0,-4-1 0,-2-7 0,2 1 0,-2-3 0,8 3 0,-4 1 0,8-7 0,5-3 0,4-1 0,6-9 0,10-5 0,3-9 0,8-2 0,15-15 0,5 2 0</inkml:trace>
  <inkml:trace contextRef="#ctx0" brushRef="#br1" timeOffset="14">12356 12654 8912,'0'-9'0,"-8"1"0,4 16 0,-7 3 0,5 10 0,-5 2 0,7 8 0,-2-3 0,2 3 0,-1-3 0,3 5 0,-4-4 0,4-5 0,2-1 0,0-4 0,0-1 0,0-1 0,0 0 0,0-7 0,0-5 0,0-10 0,0-7 0,0-3 0,8-8 0,3 0 0,4-8 0,3 3 0,-1-5 0,0-1 0,-2 7 0,-3 4 0,3-2 0,-3 2 0,3 2 0,2 10 0,0-2 0,0 7 0,1 0 0,-1 8 0,0 4 0,0 5 0,2 12 0,4 6 0,-3 3 0,2 3 0,-1-1 0,2 0 0,-2 1 0,8-1 0,-6 1 0,6-3 0,1-3 0,3-6 0,3-12 0,4-5 0,-3-4 0,12-10 0,-5-1 0</inkml:trace>
  <inkml:trace contextRef="#ctx0" brushRef="#br1" timeOffset="15">13233 12757 8912,'-26'-19'0,"3"-4"0,2 4 0,0-2 0,-2 8 0,2 7 0,-4 4 0,2 2 0,-6 2 0,6 4 0,-5 3 0,7 10 0,3 2 0,5 2 0,7 8 0,-5-2 0,7-5 0,-2-1 0,6 2 0,6-2 0,4-2 0,9-7 0,2-5 0,2-1 0,7-3 0,-1-5 0,3 0 0,3 0 0,-7-1 0,1-5 0,-2-4 0,2-7 0,-5 2 0,-6 3 0,-1-1 0,0 7 0,-5-5 0,-1 5 0,-7-7 0,4 11 0,-8-6 0,-6 16 0,0 3 0,2 4 0,2 3 0,2-1 0,2 0 0,4 0 0,5 0 0,5 1 0,1-3 0,0-4 0,8 5 0,4-5 0,1-3 0,-1-3 0,3-3 0,-5-17 0,8-4 0</inkml:trace>
  <inkml:trace contextRef="#ctx0" brushRef="#br1" timeOffset="16">13681 12757 8912,'0'-11'0,"0"-1"0,0 1 0,0-6 0,0 0 0,0 7 0,0-5 0,8 13 0,-7 2 0,7 11 0,-2 5 0,0 1 0,-1 8 0,-5 3 0,6-1 0,0 2 0,0-3 0,-6 3 0,0 2 0,0-8 0,1-1 0,5-4 0,-4-1 0,4 0 0,-4 0 0,-2-7 0,0-10 0,0-12 0,5-11 0,1-5 0,6-5 0,-7-1 0,9-1 0,-3 1 0,3 0 0,-3-1 0,4 9 0,-3 3 0,-3 4 0,3 3 0,1 5 0,3 3 0,-1 10 0,-4 4 0,3 3 0,-7 9 0,3-1 0,-6 0 0,9 0 0,-5 0 0,1 1 0,3-1 0,5 0 0,0-8 0,0-1 0,1-8 0,-1-2 0,0-4 0,6-3 0,0-8 0,2-6 0,-2 0 0,-2-6 0,8 6 0,-3 0 0,3 6 0,-4 2 0,0 3 0,-6-1 0,4 7 0,2 2 0,-2 10 0,1 4 0,-1 7 0,-2 0 0,8 0 0,-6 1 0,6-1 0,-3 0 0,3 0 0,4-2 0,-5-3 0,-1-4 0,2-8 0,-8 0 0,4 0 0,-2-2 0,0-4 0,0-4 0,-6-7 0,-2 0 0,-4 0 0,-3-6 0,-8 0 0,-2-2 0,-4 2 0,-9 4 0,-8-4 0,-7 10 0,1 1 0,-4 8 0,-1-1 0,5 10 0,1 7 0,-1 11 0,-4 5 0,5 5 0,5 1 0,6 1 0,5-1 0,-1 2 0,7 5 0,8-5 0,9 4 0,22-9 0,13-3 0,21-13 0,19 3 0,9-13-963,-41-1 1,1-2 962,1-7 0,1-3 0,4-1 0,1-1 0,1-7 0,0-1 0,2 1 0,0 0 0</inkml:trace>
  <inkml:trace contextRef="#ctx0" brushRef="#br1" timeOffset="17">17914 1238 8912,'-34'-15'0,"1"-10"0,3-10 0,3-3 0,4 6 0,8 7 0,-1 12 0,11 1 0,-3 8 0,2-2 0,-7 6 0,-8 6 0,-10 4 0,-15 9 0,-15 4 0,-15 5 0,29-11 0,-2 1 0,-7 1 0,-3 0 0,-1 2 0,0 0 0,-3 1 0,0 0 0,-3-2 0,0 0-72,-6 3 0,0 0 1,3-3-1,-1 0 1,-1 2-1,0 0 0,5-1 1,0 0 71,6-2 0,0 0 0,1-1 0,1 1 0,6-2 0,1 0 0,1 0 0,1 0 0,-37 18 0,1-1 0,5 1 0,9-1-3,12 0 0,11-5 3,20 0 0,1-6 0,4 5 0,2-7 0,-6 4 0,0-2 0,1 0 0,5 6 0,-2-7 0,-4 1 0,0-13 0,-7-2 0</inkml:trace>
  <inkml:trace contextRef="#ctx0" brushRef="#br1" timeOffset="18">16176 1221 8912,'-46'9'0,"2"-3"0,2-4 0,2-2 0,6 2 0,-1 5 0,1 11 0,-6 14 0,0 14 0,-8 11 0,4 6 0,2 4 0,7 2 0,10 0 0,14 0 0,3-8 0,12-6 0,8-7 0,11-8 0,15-6 0,8-5 0,5-4 0,7-8 0,10 0-204,13 0 0,-33-9 1,1 0 203,2-2 0,2-1 0,7 0 0,2-2 0,-1-3 0,0 0 0</inkml:trace>
  <inkml:trace contextRef="#ctx0" brushRef="#br1" timeOffset="19">17845 12104 8912,'2'10'0,"4"-5"0,-4-3 0,6-2 0,-6 2 0,1 4 0,3 5 0,0-1 0,-6 3 0,0 6 0,0 8 0,0 6 0,7-14 0,3-4 0</inkml:trace>
  <inkml:trace contextRef="#ctx0" brushRef="#br1" timeOffset="20">17897 12551 8912,'0'52'0,"0"-1"0,0-7 0,0-4 0,0-9 0,0-3 0,0-7 0,0 2 0,0-4 0,0-1 0,0-7 0,0 1 0,-2-9 0,-4 3 0,-1-6 0,-5-6 0,-3-18 0,5-13 0</inkml:trace>
  <inkml:trace contextRef="#ctx0" brushRef="#br1" timeOffset="21">17863 12190 8912,'9'-8'0,"5"-1"0,-9-8 0,9-1 0,-3 1 0,6 0 0,6 0 0,8 0 0,7-1 0,2 1 0,12 0 0,-4 6 0,9-1 0,-5 10 0,-6 2 0,-12 8 0,-11 9 0,-6 10 0,-5 7 0,-7 1 0,-10 5 0,-13-4 0,-10-2 0,-5 6 0,-1 1 0,-6-1 0,0-6 0,-1-1 0,-1-5 0,8 3 0,-1-8 0,9 0 0,8-6 0,1 0 0</inkml:trace>
  <inkml:trace contextRef="#ctx0" brushRef="#br1" timeOffset="22">18052 12517 8912,'19'0'0,"4"0"0,4-8 0,15 6 0,4-11 0,11 7 0,-3-6 0,3 7 0,-4-1 0,-1 6 0,-2 8 0,-4 3 0,-12 12 0,-11 6 0,-11-3 0,-7 3 0,-3 0 0,-2 5 0,-15-5 0,-10-1 0,-11 1 0,-10-2 0,-4 5 0,-2-3 0,1-4 0,-1-2 0,-1 2 0,-5-2 0,5-1 0,-5-4 0,7-3 0,5-2 0,8-3 0,7-3 0,6-1 0,16-13 0,16-11 0,12-8 0</inkml:trace>
  <inkml:trace contextRef="#ctx0" brushRef="#br1" timeOffset="23">19119 12190 8912,'6'17'0,"-1"0"0,1-5 0,-6-1 0,-2 3 0,-4 9 0,3-2 0,-9 7 0,6 1 0,-3 5 0,1 1 0,4-1 0,-3 6 0,1 0 0,0 6 0,6-6 0,0 0 0,0-5 0,-6-1 0,1 1 0,-1-9 0,6-3 0,-8-11 0,-1 3 0,-8-6 0</inkml:trace>
  <inkml:trace contextRef="#ctx0" brushRef="#br1" timeOffset="24">18981 12138 8912,'-2'-23'0,"-2"-1"0,-1-1 0,1 0 0,2 2 0,4 8 0,6 3 0,9 7 0,2 3 0,10 2 0,-8 7 0,19-5 0,-4 6 0</inkml:trace>
  <inkml:trace contextRef="#ctx0" brushRef="#br1" timeOffset="25">19945 12310 8912,'-25'10'0,"-4"-4"0,-5-5 0,-6-1 0,-4 6 0,-8 0 0,-7 7 0,-2-1 0,-2 3 0,-1 2 0,11 8 0,1 4 0,16 3 0,13 3 0,6-1 0,5 0 0,7-1 0,3-4 0,9-5 0,5-6 0,5-1 0,6 0 0,-2-8 0,8-3 0,5-4 0,8-2 0,2 0 0,4 0 0,-4-8 0,2-3 0,-8-6 0,2-6 0,2 2 0,-2-8 0,-1-5 0,-11-6 0,3-8 0,-8 2 0,2-11 0,-2-6 0,-6-6-191,0-6 0,-2-3 191,-9-8 0,0-9 0,-6-3 0,0 3 0,0 11 0,-8 24 0,-3 15 0,-6 22 0,-6 11 0,4 12 0,-4 12 0,2 16 0,-2 24 0,2 11 0,-8 17 0,14 6-170,5-38 0,2 2 1,5 0-1,1 1 170,-1-3 0,0 1 0,2 2 0,0 1 0,0 3 0,2-1 0,3 2 0,2-1 0,1 3 0,3 1 0,2-3 0,1 0 0,0 0 0,0-1 0,3 3 0,-1-1 0,-3-2 0,-1-1 0,0-4 0,-1-1 0,1 37 0,-3-2 0,-8-13 0,0-10 0,0-10 0</inkml:trace>
  <inkml:trace contextRef="#ctx0" brushRef="#br1" timeOffset="26">7520 14288 8912,'-17'9'0,"0"-3"0,0-4 0,-1-2 0,1-8 0,8-1 0,3-9 0,12 1 0,3 6 0,8-1 0,2-1 0,4-2 0,4-3 0,8-1 0,-1-2 0,0-2 0,7 2 0,-1 10 0,6-4 0,-6 3 0,6 4 0,-6 3 0,0 3 0,-6 2 0,-1 9 0,-4 7 0,-8 7 0,-8 3 0,-7 11 0,-12 8 0,-13 7 0,-17 5 0,-12 4 0,-8 1 0,-14 4 0,1-2 0,-4-3-248,4 2 0,8-8 248,4 2 0,11-11 0,6-6 0,13-11 0,10-6 0,7-4 0,10-2 0,4-7 0,7-4 0,12-5 0,8-1 0,17-7 0,3-5 0,18-9 0,0-2 0,13-1-261,4 1 1,-2-4 260,2-8 0,-7 7 0,-10-1 0,-12 8 234,0-2 1,-20 6-235,3 6 0,-21 3 0,-2 8 0,-13 13 0,-4 6 0,-13 4 0,-14 2 0,-2-2 0,-20-6 0,5 0 0</inkml:trace>
  <inkml:trace contextRef="#ctx0" brushRef="#br1" timeOffset="27">8415 14253 8912,'17'0'0,"0"-2"0,1-2 0,-1-1 0,0-9 0,0 5 0,2-3 0,4 1 0,4-1 0,8-5 0,5 0 0,0 2 0,0 3 0,2 6 0,-6 5 0,5 1 0,-15 9 0,-8 8 0,-9 10 0,-11 13 0,-4 6 0,-5 4 0,-12 7 0,-6 0 0,-3 6 0,-3-5 0,-5 7 0,0-2 0,2-6 0,9-5 0,4-9 0,8-8 0,8-8 0,7-6 0,11-8 0,10-7 0,16-12 0,14-5 0,9-12 0,3-12 0,8-11 0,0-3-196,-27 23 1,2 0-1,-3 0 1,2-1 195,6-2 0,-1 0 0,35-17 0,-3 3 0,-9 10 0,-8 10 0,-14 6 0,-14 5 0,-8 5 0,-18 7 0,-3 0 0</inkml:trace>
  <inkml:trace contextRef="#ctx0" brushRef="#br1" timeOffset="28">12218 13978 8912,'-11'6'0,"-1"-1"0,-1-1 0,-2 0 0,-3 2 0,3 5 0,4 5 0,-3 3 0,8 4 0,3 5 0,1 5 0,2 9 0,0 4 0,2 3 0,3 3 0,5-2 0,7-3 0,0-1 0,1 2 0,-1 0 0,0-2 0,-6-4 0,-1-10 0,-2-1 0,-5-3 0,-1-7 0,-2 2 0,0-4 0,0-2 0,-2-1 0,-3-5 0,-7-5 0,-5-8 0,-6-9 0,-4-16 0,-7-17 0</inkml:trace>
  <inkml:trace contextRef="#ctx0" brushRef="#br1" timeOffset="29">12063 14081 8912,'10'-25'0,"5"-1"0,-3-9 0,-3 5 0,3 7 0,-1 0 0,6 13 0,2-1 0,4-1 0,4 9 0,8-3 0,1 4 0,4 2 0,-2 0 0,8 0 0,-2 9 0,2 9 0,2 6 0,-8 13 0,-2 3 0,-1 6 0,-13 3 0,-6 3 0,-9 5 0,-9 1 0,-2 7 0,-3-2 0,-15-4 0,-14-2 0,-2-1 0,-10 1 0,6-4 0,-6 5 0,2-13 0,-2-4 0,6-5 0,3-2 0,9-7 0,-1-4 0,8-12 0,4-18 0,9-12 0</inkml:trace>
  <inkml:trace contextRef="#ctx0" brushRef="#br1" timeOffset="30">13096 14288 8912,'17'0'0,"-7"0"0,-1 0 0,-3 0 0,-4 0 0,5 0 0,-7 1 0,0 5 0,0 6 0,0 3 0,0 8 0,0 0 0,2 2 0,4-3 0,-2 0 0,7 6 0,-5-7 0,6 2 0,-1-4 0,6-2 0,-5-1 0,-1-5 0,3-3 0,9-8 0,-4-2 0,4-4 0,-4-5 0,-2-5 0,0-8 0,0-5 0,-1-4 0,-5-1 0,3 0 0,-9-1 0,1 1 0,-6 0 0,0 1 0,0 4 0,0 10 0,0 8 0,0 7 0,0-2 0,0 14 0,0 9 0,0 10 0,2 5 0,4 3 0,3-1 0,8 0 0,3 1 0,2-1 0,5 1 0,8-1 0,-1-7 0,0-4 0,9-12 0,2-5 0,3-4 0,-2-2 0,-4-4 0,-7-6 0,-1-9 0,0-6 0,-1 3 0,-4-7 0,-6 2 0,-12-2 0,2-3 0,-7 3 0,0-3 0,-6-2 0,0-1 0,0 1 0,-2 1 0,-4 5 0,4 3 0,-3 8 0,3 7 0,2 4 0,0 12 0,7 4 0,5 7 0,9 2 0,2 4 0,7 4 0,-1 7 0,4 0 0,1 1 0,0-1 0,1 0 0,-3-5 0,-1-2 0,-6 0 0,-6-1 0,-6-5 0,-13 2 0,-11 2 0,-12-2 0,-6 8 0,-17-3 0,-5 5 0,-7 1 0,1-7 0,5-4-187,-7-4 0,6-2 0,-7 0 0</inkml:trace>
  <inkml:trace contextRef="#ctx0" brushRef="#br1" timeOffset="31">14679 13823 8912,'10'-2'0,"-5"-3"0,-3-7 0,-2-3 0,-2 5 0,-3 5 0,3 10 0,-4 9 0,4 9 0,2 11 0,0 10 0,0 13 0,6-1 0,1 7 0,3 2 0,3 2 0,-3 3 0,1 1 0,3-4 0,1-12 0,2-9 0,0-12 0,3-7 0,3-4 0,-4-11 0,4-7 0,-2-10 0,2-7 0,-2-9 0,7-2 0,-7-7 0,2 1 0,-4-2 0,-1 3 0,-7-5 0,-1 6 0,-3 1 0,-3 3 0,-2 9 0,-2 3 0,0 5 0,0-5 0,0 7 0,0-2 0,0 12 0,6 4 0,1 7 0,3 0 0,3 0 0,5 0 0,4 0 0,0 1 0,6-1 0,1-2 0,5-3 0,-5-5 0,0-7 0,-1 0 0,7 0 0,-8 0 0,-5 0 0,-4-2 0,-7-3 0,3 1 0,-9-8 0,1 1 0,-6-6 0,-2 5 0,-4 1 0,4 7 0,-13-4 0,13 8 0,-7 0 0,3 0 0,4 0 0,-6 0 0,10 0 0,4 0 0,4 0 0,7 0 0,0 0 0,2-5 0,2-1 0,2 2 0,-2 2 0,-2 2 0,-2 0 0,1 0 0,-1 0 0,0 6 0,0 0 0,1 7 0,-1-2 0,-6-1 0,1 1 0,-9 1 0,5 5 0,-8 0 0,0-5 0,0-1 0,-2-7 0,-4 2 0,-3-4 0,-8-10 0,0-2 0</inkml:trace>
  <inkml:trace contextRef="#ctx0" brushRef="#br1" timeOffset="32">15436 13840 8912,'-6'-30'0,"1"-4"0,-1-8 0,6 7 0,0-3 0,0 26 0,8 1 0,1 21 0,1 7 0,-3 11 0,-7 1 0,0-4 0,0 7 0,0-5 0</inkml:trace>
  <inkml:trace contextRef="#ctx0" brushRef="#br1" timeOffset="33">14679 14373 8912,'-25'-24'0,"12"3"0,-4-8 0,18 10 0,9 0 0,15 5 0,15 1 0,12-2 0,11-2 0,19-3 0,-29 9 0,3 0 0,0-2 0,1-1-1153,6-2 0,0-3 1153,-2-4 0,0-3 0,3 0 0,0-2 0,1-6 0,0-1 0</inkml:trace>
  <inkml:trace contextRef="#ctx0" brushRef="#br1" timeOffset="34">19067 13669 8912,'-11'-2'0,"-1"-4"0,-1-4 0,-2-1 0,-3 1 0,1 3 0,0 1 0,-2 8 0,-2 4 0,-2 5 0,-6 18 0,6 7 0,4 8 0,6 9 0,-1 7 0,9 8 0,1 1 0,2 0 0,15-8 0,4-4 0,12-11 0,0-6 0,5-1 0,4-9 0,3-11 0,-3-7 0,-2-8 0,-1-10 0,-1-11 0,0-18 0,1-9 0</inkml:trace>
  <inkml:trace contextRef="#ctx0" brushRef="#br1" timeOffset="35">19377 13755 8912,'-17'15'0,"0"-4"0,-6 3 0,0-9 0,-6 11 0,6 1 0,0 0 0,6 6 0,2 4 0,3 1 0,4-1 0,8 2 0,10-8 0,7 2 0,8-6 0,10-6 0,12-3 0,5-8 0,9-8 0,-4-3 0,1-6 0,-7-6 0,-8-4 0,-9-7 0,-11-1 0,-10 1 0,-7 5 0,-12 1 0,-19 1 0,-15-2 0,-13-1 0,-5 7 0,1 5 0,7 9 0,4 1 0,6 4 0,0 3 0,6 1 0,3 0 0,22 0 0,16 7 0,12 3 0</inkml:trace>
  <inkml:trace contextRef="#ctx0" brushRef="#br1" timeOffset="36">20736 13393 8912,'16'12'0,"-5"-1"0,-5 3 0,-14 16 0,-9 10 0,-21 20 0,-14 14 0,21-30 0,-1 2 0,1 11 0,1 2 0,-1 5 0,3 2-425,0 3 1,4 2 0,4 4-1,4 1 425,3-2 0,3 1 0,2 4 0,2 0 0,0 2 0,1-1 0,3-7 0,0-1 0,-2-4 0,0 0 0</inkml:trace>
  <inkml:trace contextRef="#ctx0" brushRef="#br1" timeOffset="37">8054 12499 8912,'-12'-9'0,"1"3"0,7 2 0,-2-1 0,-3 3 0,5-6 0,-8 8 0,8-2 0,-3-2 0,-1-1 0,6-3 0,-5 4 0,-1-2 0,4-5 0,-7 5 0,5 0 0,-4 5 0,1-3 0,-1-2 0,-1 0 0,-6 6 0,-3 0 0,-2 0 0,0 0 0,-6 0 0,-5 0 0,-5 0 0,2 8 0,-4 3 0,-3 7 0,3 4 0,0-1 0,6 8 0,1-2 0,5 2 0,3 3 0,8-3 0,7-4 0,4-3 0,4-2 0,2-3 0,0 6 0,0 0 0,6 5 0,0-5 0,7 8 0,-3-5 0</inkml:trace>
  <inkml:trace contextRef="#ctx0" brushRef="#br1" timeOffset="38">8071 15749 8912,'9'-2'0,"-3"-4"0,-2-5 0,0-4 0,2-3 0,-3 1 0,-1 0 0,-2 0 0,0 0 0,0-1 0,0 1 0,-2 0 0,-3 0 0,1 5 0,-8 1 0,7 1 0,-5-3 0,0 1 0,1-1 0,-3 5 0,-5 3 0,-2 1 0,-4-2 0,2 4 0,-8-3 0,1 10 0,-7 9 0,3 5 0,3 4 0,-3 13 0,3-2 0,4 5 0,2-5 0,12 6 0,5 0 0,-2 0 0,3-7 0,3-5 0,6-5 0,7-4 0,12-1 0,4-9 0,7-3 0,8-6 0,4-6 0,-2-5 0,2-12 0,-2 2 0,2-8 0,-4 0 0,-8-5 0,-1 0 0,-5-1 0,-3 1 0,-9 1 0,-5 5 0,-5 5 0,-4 10 0,-2 1 0,-2 8 0,-4-1 0,-2 6 0,-3 11 0,-4 7 0,3 15 0,-1 3 0,1 3 0,-1 2 0,7 4 0,-1 3 0,1-3 0,4 2 0,-4-2 0,4 3 0,2-3 0,6 4 0,0 2 0,7-9 0,-1-2 0,-3-5 0,3-2 0,-3-5 0,3 0 0,3-16 0,-13-5 0,6-18 0</inkml:trace>
  <inkml:trace contextRef="#ctx0" brushRef="#br1" timeOffset="39">8759 15525 8912,'0'-17'0,"0"0"0,0 0 0,0 0 0,0-1 0,-7 9 0,-3 9 0,-5 13 0,1 6 0,3 4 0,1 14 0,-1-3 0,3 4 0,8-3 0,0-1 0,0 0 0,0 1 0,0-1 0,0-7 0,0-4 0,0-4 0,2-4 0,2-1 0,2-3 0,7-7 0,-1 2 0,3-6 0,2-6 0,0-6 0,0-3 0,6-2 0,0 0 0,2 1 0,-2 5 0,-2-2 0,8 7 0,-8 0 0,2 6 0,-4 0 0,-2 0 0,-2 8 0,-3 3 0,1 10 0,-7 4 0,-2 2 0,-2 3 0,-8-3 0,0 2 0,-7-1 0,1 7 0,-5-3 0,-6-3 0,4 3 0,-4-3 0,4-4 0,2-2 0,0-6 0,-1-6 0,1-3 0,0-8 0,0-15 0,0-4 0</inkml:trace>
  <inkml:trace contextRef="#ctx0" brushRef="#br1" timeOffset="40">8811 15543 8912,'0'-25'0,"0"6"0,0-4 0,7 4 0,5 1 0,5 1 0,6 0 0,10-6 0,11-2 0,3 0 0,7 1 0,9 1 0,0 6 0,2 1 0,-2 5 0,-3 3 0,-9 8 0,-7 0 0,-9 8 0,-11 1 0</inkml:trace>
  <inkml:trace contextRef="#ctx0" brushRef="#br1" timeOffset="41">12717 10900 8912,'-17'0'0,"2"-1"0,1-3 0,3-2 0,7 0 0,4 4 0,13-3 0,10-7 0,12-3 0,9-4 0,13-4 0,8-6 0,8-3 0,7-12 0,-34 19 0,0-2 0,4-4 0,-3 1 0,16-6 0,-7 5 0</inkml:trace>
  <inkml:trace contextRef="#ctx0" brushRef="#br1" timeOffset="42">13733 10264 8372,'57'-37'0,"0"0"0,1 0 0,-1-1 0,0 1 0,1 0 0,-4 2 0,1 1 0,-1 0 0,1 1-243,-1 1 1,-1 1 0,-6 2-1,-1 1 243,35-18 0,-22 6 0,-25 11 0,-9 4 0,-11 10 0,-5 2 477,-1 1-477,-2 8 248,-14-3-248,-2 14 64,-7 3 1,8 7-65,3 0 0,10 1 656,1-1-656,9-8 0,-5-16 0,9-12 0</inkml:trace>
  <inkml:trace contextRef="#ctx0" brushRef="#br1" timeOffset="43">14679 9473 8912,'-8'10'0,"6"-2"0,-5-8 0,14-6 0,5 0 0,9 0 0,2 6 0,2 0 0,-2 0 0,-2 10 0,7 9 0,1 14 0,-2 10 0,0 9 0,-4 5 0,-12 6 0,1 10 0,-9 3 0,-3 3 0,-9-5 0,-8 6 0,-10-7-259,-13 2 0,-6-1 259,-12-5 0,-10-4 0,-11-14 0</inkml:trace>
  <inkml:trace contextRef="#ctx0" brushRef="#br1" timeOffset="44">12820 10436 8912,'12'0'0,"-3"-2"0,-1-3 0,-4-7 0,-2 3 0,-2-3 0,-8 12 0,-3 4 0,-6 13 0,-6 8 0,-4 11 0,-6 10 0,3 4 0,1 1 0,8 1 0,0 0 0,6-1 0,3 1 0,8-3 0,-1-3 0,12-4 0,11-7 0,3-1 0,11-2 0,8-3 0,8-6 0,11-11 0,22-7 0,3-3-184,-33-1 1,1-2-1,-3-3 1,-1-1 183,4-3 0,0-2 0,0-4 0,-1-4 0,-3-4 0,0 0 0</inkml:trace>
  <inkml:trace contextRef="#ctx0" brushRef="#br1" timeOffset="45">12717 15646 8912,'6'-12'0,"0"1"0,-1 5 0,-6-3 0,-5 1 0,-2 10 0,-3 11 0,3 6 0,0 4 0,6 8 0,-3-3 0,3 5 0,2 1 0,-2 1 0,-2-1 0,-2 0 0,2 1 0,3-1 0,1 1 0,0-1 0,1 0 0,3-1 0,2-4 0,2-5 0,-3-6 0,-3-1 0,4 0 0,-4-8 0,-2-3 0,0-13 0,0-11 0,-8-14 0,-1-12 0</inkml:trace>
  <inkml:trace contextRef="#ctx0" brushRef="#br1" timeOffset="46">12648 15800 8912,'6'-17'0,"0"0"0,0-6 0,-6 0 0,0 0 0,0 6 0,0 0 0,0 0 0,0 0 0,0 7 0,13-5 0,4 3 0,18 3 0,3-1 0,8 1 0,7-1 0,10 6 0,0-1 0,-3 3 0,-3 2 0,-19 2 0,-9 3 0,-10 11 0,-7 6 0,-12 15 0,-12-3 0,-18 10 0,-11-4 0,-6 6 0,-5-6 0,-2 6 0,-3-6 0,9 0 0,-1-5 0,5-3 0,5-3 0,5-1 0,5-10 0,12 3 0,9-19 0,18 5 0,7-7 0,10 0 0,13-2 0,8-2 0,5-3 0,5-3 0,5 5 0,-6-7 0,1 8 0,-7-2 0,-7 5 0,-4 1 0,-11 1 0,-6 5 0,-12 6 0,-5 11 0,-19-2 0,-10 7 0,-15 7 0,-8 5 0,-6-2 0,-5-2 0,1 1 0,-7 3 0,2-6 0,-2 0 0,9-1 0,8-10 0,14-6 0,-2-5 0,3-9 0,6-5 0,8-15 0,15-8 0,12-9 0</inkml:trace>
  <inkml:trace contextRef="#ctx0" brushRef="#br1" timeOffset="47">13457 15852 8912,'10'12'0,"-5"-1"0,-5-7 0,-5 2 0,-11 5 0,-6 6 0,-1 0 0,5 6 0,1 4 0,2 2 0,1 1 0,3-1 0,7 3 0,-2-3 0,6-4 0,6-2 0,4-4 0,7-2 0,6-7 0,0-5 0,7-3 0,-1-2 0,-2-9 0,2-8 0,-7-8 0,7-10 0,-10 3 0,-1 3 0,-9-3 0,-11 5 0,-4-2 0,-5 1 0,-6 7 0,-6-2 0,-4 9 0,-7 3 0,-3-1 0,-3-5 0,11 8 0,-11-7 0,14 7 0</inkml:trace>
  <inkml:trace contextRef="#ctx0" brushRef="#br1" timeOffset="48">14180 15319 8912,'-8'-19'0,"-3"0"0,-4 2 0,3 5 0,1 18 0,1 11 0,-1 14 0,5 5 0,4 4 0,2 6 0,0-6 0,2 8 0,4-2 0,-3 3 0,9 1 0,1-2 0,3-2 0,1-1 0,0 7 0,-6-8 0,1-4 0,-8-4 0,1-1 0,-3-8 0,-2-5 0,0-2 0,0-3 0,0-8 0,0-9 0,0-11 0,0-4 0,0-5 0,2-2 0,4-7 0,4-4 0,7-1 0,6 5 0,0 1 0,7 5 0,-1-6 0,9 14 0,2-2 0,8 9 0,-2-3 0,-2 7 0,2-2 0,-14 14 0,3 9 0,-12 2 0,-2 10 0,-8 1 0,-7 3 0,-12 7 0,-5 0 0,-20 6 0,-9-6 0,-15 6 0,-9-6 0,-4 6 0,-7-6 0,-1 0 0,-7-6 0,5 1 0,1-1 0,12-9 0,14-8 0,-1-15 0,8-12 0</inkml:trace>
  <inkml:trace contextRef="#ctx0" brushRef="#br1" timeOffset="49">19119 15491 8912,'-12'-8'0,"1"-3"0,-1-4 0,1-4 0,-1-2 0,1-2 0,1 2 0,5 1 0,-3 9 0,2 0 0,-1 7 0,1-2 0,4 14 0,-6 9 0,3 11 0,-1 11 0,0 5 0,6 7 0,-6 7 0,-1-1 0,-1 0 0,0 2 0,3 1 0,5 3 0,0-4 0,0-8 0,0 1 0,0 0 0,2-3 0,3-3 0,11-13 0,7-16 0,7-8 0,-3-9 0</inkml:trace>
  <inkml:trace contextRef="#ctx0" brushRef="#br1" timeOffset="50">19601 15577 8912,'-25'0'0,"-4"0"0,-3 0 0,-3 0 0,1 2 0,-1 4 0,7 11 0,-1 11 0,8 7 0,-2 3 0,6 4 0,5 2 0,7-6 0,10 2 0,11-5 0,7-7 0,9-5 0,3-11 0,1-5 0,10-7 0,5-1 0,7-5 0,-3-8 0,-1-7 0,-8 0 0,0-7 0,-8 1 0,2-2 0,-13-3 0,-10 3 0,-8 2 0,-9-1 0,-3 1 0,-9-2 0,-7 5 0,-15 6 0,-3 3 0,-3 4 0,-4-5 0,-7 7 0,-1-8 0</inkml:trace>
  <inkml:trace contextRef="#ctx0" brushRef="#br1" timeOffset="51">20358 15405 8912,'2'10'0,"4"-5"0,-5-3 0,15-2 0,-7 0 0,8 0 0,1 2 0,-1 4 0,0-2 0,0 7 0,1 1 0,-1 5 0,0 0 0,0 0 0,-5 0 0,-3 1 0,1-1 0,-1 0 0,-5 0 0,2 0 0,-6 2 0,-6 4 0,-2-3 0,-3 2 0,-4-1 0,3 2 0,-1-4 0,1 4 0,5-4 0,7-1 0,0-1 0,2 0 0,3 0 0,5-1 0,7-5 0,6 4 0,0-3 0,6 1 0,-6-1 0,5 3 0,-5-4 0,-2 3 0,-2-3 0,-9 4 0,-4-3 0,-8 3 0,-10 2 0,-16 8 0,-24 4 0,-11 5 0,-17 6 0,35-15 0,-2 0 0,-8 4 0,-3 1 0,-3 1 0,0 1-374,-3 3 0,0 1 0,-4 2 0,0 2 374,-6 6 0,-1 0 0,-3-1 0,-1 0 0,22-13 0,-1 1 0,1-1 0</inkml:trace>
  <inkml:trace contextRef="#ctx0" brushRef="#br1" timeOffset="52">8122 16935 8912,'-9'-11'0,"1"1"0,1 3 0,-5 3 0,-3 2 0,-2 2 0,5 0 0,1 0 0,7 0 0,-2 0 0,12 0 0,3-2 0,11-2 0,3-2 0,-4-5 0,4 5 0,1-5 0,1 3 0,0 0 0,0 1 0,4 1 0,-6 6 0,-2 2 0,-10 4 0,3 3 0,-9 8 0,1 8 0,-6 4 0,-8 3 0,-3 3 0,-10-1 0,-2 1 0,-2-1 0,2 0 0,6-7 0,0-4 0,-1-4 0,7-2 0,3-5 0,3-1 0,5-7 0,5 2 0,13-4 0,10-2 0,12 0 0,6 0 0,6-6 0,5 0 0,-3 1 0,3 5 0,-11 0 0,-6 0 0,-11 0 0,-6 0 0,-6 7 0,-5 5 0,-14 5 0,-16 6 0,-8 3 0,-15 9 0,-8-1 0,-9 1 0,1-1 0,5 0 0,3 1 0,3-1 0,6-7 0,11-4 0,4-4 0,16-11 0,3-8 0,12-18 0,5-16 0,4-16 0,3-13 0,6-4 0,3-1 0</inkml:trace>
  <inkml:trace contextRef="#ctx0" brushRef="#br1" timeOffset="53">9103 16677 8912,'10'18'0,"0"-9"0,-5-3 0,-3-4 0,6 5 0,-8 7 0,0 5 0,0 4 0,0 13 0,0-2 0,-6 18 0,0 0 0,1 16 0,5 1 0,2 11-160,3 1 0,5-5 160,7-1 0,0-9 0,0-8 0,1-16 0,-1-17 0</inkml:trace>
  <inkml:trace contextRef="#ctx0" brushRef="#br1" timeOffset="54">12683 16677 8912,'13'18'0,"-7"-1"0,-2 2 0,-16 4 0,-1 7 0,-2 9 0,-3 4 0,1 9 0,2 5 0,3 1 0,-1 5 0,7-4 0,2 0 0,3 0 0,1-3 0,0-10 0,1-6 0,5-12 0,4-3 0,9-9 0,4-5 0,5-5 0,7-6 0,5-6 0,10-4 0,7-7 0,12-6 0,-6 0 0,-4 2 0,-3 2 0,-6 2 0,-5 0 0,-3 0 0,-7-8 0,-1-2 0</inkml:trace>
  <inkml:trace contextRef="#ctx0" brushRef="#br1" timeOffset="55">13492 17073 8912,'-18'0'0,"1"2"0,0 3 0,2 5 0,3 7 0,-3 0 0,3 1 0,5 4 0,1 1 0,4 0 0,2 2 0,2-6 0,4 4 0,3-6 0,9-5 0,5 1 0,-1-7 0,9 0 0,-2-6 0,-3 0 0,3 0 0,-6-8 0,6-3 0,-8-5 0,2-1 0,-6-6 0,-4-2 0,-3 1 0,-2-1 0,-3-4 0,-5 6 0,0 0 0,0 6 0,0 0 0,0 0 0,-2 7 0,-3 4 0,3 12 0,-4 6 0,4 3 0,2 2 0,8 0 0,3 0 0,5 1 0,1-1 0,2-2 0,2-2 0,2-3 0,-2-2 0,4 3 0,-2-5 0,2 0 0,-3-6 0,-2 0 0,3 0 0,3-16 0,1-3 0</inkml:trace>
  <inkml:trace contextRef="#ctx0" brushRef="#br1" timeOffset="56">14059 16815 8912,'0'32'0,"0"-3"0,-7-8 0,-5-4 0,-3 4 0,-2 14 0,0-1 0,-1 0 0,3 7 0,4-1 0,-3 0 0,9-6 0,1 1 0,8-1 0,3 0 0,3 1 0,1-9 0,6-3 0,3-4 0,3-1 0,-6-7 0,0 1 0,0-9 0,-5 3 0,-3-6 0,3-6 0,-1 3 0,6-11 0,1-5 0,-1-8 0,0-5 0,0-3 0,6 1 0,0 0 0,0 1 0,-6 5 0,0-3 0,1 8 0,-1 2 0,0 2 0,0 9 0,0 5 0,-5-3 0,-1 2 0,-7 4 0,2 14 0,-4 1 0,-2 16 0,0-6 0,0 5 0,-8 1 0,-1 6 0,-3-1 0,1 0 0,-1-1 0,-5-5 0,0 3 0,0-8 0,1 0 0,5-6 0,-4-7 0,5-3 0,0-22 0,3-4 0</inkml:trace>
  <inkml:trace contextRef="#ctx0" brushRef="#br1" timeOffset="57">14645 16695 8912,'-6'17'0,"0"0"0,0 2 0,6 4 0,-5-2 0,-1 8 0,0 1 0,6 10 0,0-1 0,0 6 0,0-5 0,0 4 0,0-2 0,0-3 0,6-3 0,0-2 0,5-5 0,-5 0 0,0-8 0,1 3 0,-5-6 0,8-14 0,-5-4 0,-1-12 0,8 1 0,-1-7 0,6-5 0,1 10 0,-1-4 0,2 2 0,4-1 0,-4 5 0,4-1 0,2 9 0,-2-3 0,0 4 0,-8 4 0,-4 4 0,-3 3 0,-10 10 0,-4 2 0,-5 2 0,-12 8 0,-6-3 0,-5 5 0,-6 1 0,3-5 0,-3 0 0,4-8 0,2 2 0,7-4 0,4-4 0,6-6 0,5-9 0,5-7 0,7-26 0,0-3 0</inkml:trace>
  <inkml:trace contextRef="#ctx0" brushRef="#br1" timeOffset="58">15109 17090 8912,'-9'-10'0,"-7"-5"0,14 13 0,-5-5 0,7 7 0,7 0 0,5 0 0,3 0 0,2 0 0,8 0 0,4 0 0,-2 0 0,1 0 0,-7-2 0,2-4 0,-3 4 0,-3-4 0,-8-3 0,-3-3 0,-17-1 0,-7 1 0,-10 5 0,-1 7 0,-4 2 0,-1 3 0,0 5 0,-1 7 0,1 8 0,1 4 0,5 1 0,5-1 0,9 3 0,3-3 0,7 4 0,-2 1 0,14-5 0,9-1 0,8-7 0,9 0 0,3-7 0,3-9 0,2-3 0,4-2 0,2 0 0,-8 0 0,0-7 0,-6-5 0,1-11 0,-1-4 0,1-7 0</inkml:trace>
  <inkml:trace contextRef="#ctx0" brushRef="#br1" timeOffset="59">15522 16935 8912,'0'-9'0,"8"3"0,3 12 0,5 3 0,1 8 0,0 3 0,0 2 0,6 5 0,0 6 0,-2-3 0,-2-1 0,-3-2 0,-5 1 0,2 3 0,-7-8 0,0 7 0,-6-11 0,0 4 0,-2-11 0,-4-6 0,2-5 0,-5-2 0,1-5 0,3-11 0,5-12 0,1-5 0,5-6 0,11-4 0,12-8 0,9-5 0,2-1 0,8 1-593,-2 5 593,-4 1 0,0-8 0,-7-2 0</inkml:trace>
  <inkml:trace contextRef="#ctx0" brushRef="#br1" timeOffset="60">14438 17331 8912,'0'17'0,"0"0"0,0-5 0,0-1 0,-8-7 0,7 3 0,-7-7 0,8 0 0,0-7 0,0 5 0,-2-4 0,-4 12 0,-5 5 0,-5 5 0,-8 1 0,-5 0 0,-4 8 0,-3 4 0,-2 1 0,-2-1 0,-6-3 0,6-3 0,1-11 0,11-1 0,-5-14 0,6-7 0</inkml:trace>
  <inkml:trace contextRef="#ctx0" brushRef="#br1" timeOffset="61">19102 17348 8912,'-12'-2'0,"3"-4"0,-1-5 0,0-5 0,-1-1 0,1 0 0,3 6 0,7-1 0,0 8 0,6 4 0,1 14 0,3 7 0,3 7 0,1 7 0,-3 5 0,2 4 0,-5 9 0,0 3 0,-1 1 0,-1 0 0,-6-5 0,0-2 0,0-5 0,0 3 0,0-8 0,0-7 0,0-10 0,0-4 0,0-10 0,-2-5 0,-4-15 0,4-5 0,-3-18 0,3 2 0,2-14 0,2-2 0,2-7 0,1-5 0,-1-1 0,-2 6 0,-2-2 0,6 11 0,0 6 0,-1 3 0,-5 3 0,0 15 0,6 5 0,0 20 0,7 11 0,-1 12 0,3 5 0,2 6 0,6 4 0,0 8 0,6 0 0,-6-1 0,7-9 0,-1-7 0,1-3 0,-1-9 0,4-6 0,-7-7 0,1-3 0,-4-3 0,-4-11 0,-2-11 0,1-6 0,-1-11 0,-6-7 0,1-4 0,-8-3 0,1-5 0,-3-1 0,-2-3 0,-2 1 0,-3 5 0,-5 3 0,-7 3 0,2 4 0,3 8 0,-3 3 0,3 8 0,5 8 0,-1 17 0,8 5 0,2 11 0,4 8 0,3 7 0,8 1 0,-3 1 0,3-1 0,-4-7 0,10-4 0,4-4 0,0-2 0</inkml:trace>
  <inkml:trace contextRef="#ctx0" brushRef="#br1" timeOffset="62">19876 17331 8912,'11'-2'0,"1"-4"0,-8 2 0,2-7 0,1-1 0,-1-5 0,0 8 0,-6-7 0,0 16 0,0 0 0,0 10 0,0 5 0,0 2 0,0 2 0,0 4 0,0-4 0,0 4 0,2-4 0,3-1 0,-1-1 0,8 0 0,1 0 0,2-1 0,2-5 0,1-3 0,-1-8 0,0-2 0,0-4 0,-5-4 0,-1-7 0,1-6 0,3 0 0,-2 0 0,-1-1 0,-6 5 0,5-4 0,-7 3 0,2 3 0,-4 8 0,-2 1 0,0 12 0,0 7 0,0 8 0,0 16 0,1-1 0,5 1 0,4-1 0,7 0 0,2 1 0,4-1 0,10-7 0,7-4 0,2-12 0,-2-5 0,-4-4 0,4-6 0,-3-7 0,-3-12 0,-1-14 0,-5-3 0,-3-2 0,-8 2 0,-5-2 0,-1-4 0,-7-3 0,2 3 0,-4-2 0,-2 2 0,-2-2 0,-4 8 0,2 2 0,-7 9 0,5 7 0,-5 10 0,7 4 0,-4 10 0,8 6 0,0 9 0,0 10 0,0 7 0,0 6 0,0 4 0,0 8 0,8-6 0,3 0 0,1-6 0,3 6 0,4-1 0,0-1 0,8-3 0,2-13 0,3 3 0,3-8 0,7-8 0,2-9 0,2-6 0,0-6 0,-2-6 0,1-10 0,3-5 0,-8-8 0,-5-1 0,-8-4 0,-3-6 0,-3-4 0,-1-3 0,-3-4 0,-8 1 0,-3-7 0,-4 0 0,-2-6 0,-8-5 0,-3 1 0,-4 8 0,-3 12 0,1 11 0,0 13 0,0 6 0,0 12 0,1 5 0,5 12 0,-5 13 0,5 15 0,-4 16 0,-1 13 0,5 6 0,5 5 0,4-1 0,2 7 0,2-7-139,4 1 1,5-3 138,12-2 0,6-1 0,11 1 0,-2 0 0,8 0 0,0-2 0,-2-4 0,4 9 0,-8-3 0,-2 2 0,-1-1 0</inkml:trace>
  <inkml:trace contextRef="#ctx0" brushRef="#br1" timeOffset="63">10928 4092 8912,'-23'6'0,"0"1"0,0 3 0,0 1 0,0 1 0,2-3 0,2-1 0,9-2 0,4-6 0,12 0 0,-2 0 0,9 0 0,4 0 0,5 0 0,8 0 0,-1 0 0,3 0 0,5 0 0,3 0 0,6 0 0,5 2 0,7 3 0,5-1 0,11 8 0,9-7-32,-35 1 0,1 0 1,-1-1-1,2 1 0,4 2 1,1 0-1,-2-1 0,1-1 32,0 0 0,1-1 0,1-2 0,2-2-230,5 2 1,1 0-1,-3-2 1,0 0 229,2-1 0,0 0 0,-5 0 0,-1 0 0,-3 0 0,1 0 0,0 2 0,1 2 0,4-1 0,0-1 0,-2 1 0,1 0 0,6-2 0,2 0 0,-4 1 0,0 2 0,0 1 0,0 1 0,3 2 0,2-1 0,6 2 0,1 0 0,-5-1 0,0-1 0,2-1 0,-1-1 0,-4 3 0,-2 0 0,-4-2 0,-1-1 0,0-1 0,0 0 0,1-1 0,-2 0 0,-4-2 0,-2-1 0,-2 1 0,-1-2 0,45 1-270,-5 0 1,0 0 269,2 0 0,-2 0 0,7 0 0,1 2 0,-46 1 0,-1 0 0,45 5 0,-4 3 0,-10 4 0,-2-5 0,6 1 0,10 1 0,-3-1 0,-38-2 0,-1 0 0,32 2 0,0 1 0,-9-9 0,-2 3 0,1 2 0,2-3 0,-9-1 0,-9-2 0,-13-2 108,-1 0 0,-15 6-108,-3 0 886,-14-1-886,-6-5 304,-8 0 1,-8 0-305,-4 0 0,1 0 0,-6-2 0,-10-1 0,-9-3 0,-8-2 0,-8 3 0,-7 3 0,-4-4 0,-4-2 0,-2 3 0,2-7 0,4 6 0,-4-1 0,4 1 0,-10-2 0,1-3 0,3 3 0,4 1 0,0-3 0,-10-7 0,4 5 0,-3 1 0,3 1 0,0-3 0,-3 2 0,-7-3 0,-10-1 0,42 6 0,0 1 0,-1 2 0,-1 0-159,-1 0 1,1 1 0,-1-1 0,0 0 158,1-2 0,-1-1 0,-2 1 0,-1 1 0,0 1 0,1 0 0,0-1 0,1 1 0,4 3 0,0 0 0,-42-1 0,3 3 0,2-1 0,0-4 0,1 4 0,5-4 0,-4-1 0,4 1 0,-10-8 0,-2 3 0,0-4 0,2-2 0,42 8 0,-1 0 0,-5 1 0,-1-1 0,-5-2 0,-1-1 0,1 1 0,0-1 0,3 1 0,1-1 0,-36-5 0,4 0 0,20 0 0,3 2 0,13 3 0,8 3 0,2 3 0,2-4 0,0 1 0,1-1 0,11 4 0,3 3 0,8-9 0,-1 8 0,1-1 0,6-3 0,-1 2 633,8 0-633,-3 6 0,14 0 0,3 0 0</inkml:trace>
  <inkml:trace contextRef="#ctx0" brushRef="#br1" timeOffset="64">11994 3851 8912,'35'-7'0,"15"-3"0,11 1 0,27 3-559,-38 8 0,3 2 0,10 0 1,2 3 558,8 4 0,3 1 0,7 1 0,2 1 0,7 3 0,0 0 0,-2-3 0,0-1 0,0-1 0,0-1 0,0-2 0,1-1 0,4-2 0,-1-1 0,-10 0 0,-3 0 0,-3-2 0,-1 0 0,-6-2 0,-1 0 0,-6 1 0,-2 1 0,2-1 0,-1-2-9,-2 0 1,-2 0 0,-6 0 0,-1 0 8,46 0 0,-6 2 0,-1 4 0,5-4 0,-45 1 0,1 1 0,-1-1 0,0 0 65,-2 0 1,-1 0 0,44 3-66,-12-6 0,-1 0 0,-5 0 0,-1 0 0,7 0 0,0 0 0,5 0 0,-5 0-7,-6 0 0,-18 0 7,-10 0 0,-10 0 1068,-7 0-1068,-4 0 616,-16 0-616,-1 0 0,-8-2 384,0-4-384,0 4 0,2-6 5,3 8 1,-1 0 0,8 0-6,1 0 0,-5 0 0,-1 0 0,-7 0 0,0 0 0,-7 0 0,-12 0 0,-18 0 0,-16 0 0,-20 0 0,-22 0 0,35 0 0,-1 0 0,-3 0 0,-2 0-372,-5 0 1,-1 0 0,-7 3 0,-1 0 371,-8 0 0,-2 0 0,-4 0 0,-3 0-311,27-3 0,-1-1 0,0 2 0,-1 0 0,0 1 1,0 0 310,-3 0 0,0 0 0,1 0 0,1 0 0,0 0 0,1 0 0,1-2 0,0 0 0,1 0 0,1 0 0,2 0 0,0 0 0,-28 0 0,3 0 0,3 0 0,2 0-250,3 0 0,1 0 1,4 0-1,0 0 250,1 0 0,1 0 0,3 0 0,1 0 0,-3 0 0,1 0 0,6-1 0,2 0-123,4-2 0,1 0 0,1-1 1,0-1 122,6-4 0,1 0 0,-38-2 457,18-1 1,26 9-458,19-3 1710,16 4-1710,5 2 1361,8 0-1361,0 0 0,8 0 854,3 0-854,5 0 0,1-8 0,0-1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20.1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11117 774 8912,'9'-2'0,"-1"-2"0,-2-4 0,-1-1 0,1 5 0,-6-6 0,0 5 0,-2 3 0,-2-6 0,-1 0 0,-1 5 0,6-9 0,0-1 0,0 3 0,0-1 0,-2 1 0,-4-1 0,4-4 0,-13 13 0,4-4 0,-5 6 0,-1 6 0,-6 3 0,0 8 0,-9 2 0,-3 4 0,-1-2 0,-12 8 0,-3 2 0,-5 1 0,-1-3 0,5-1 0,6 1 0,0 5 0,2 1 0,-1-1 0,2-5 0,9 0 0,0 5 0,-1 8 0,3 0 0,3 0 0,-3 0 0,3-2 0,-2-2 0,3 8 0,-5-8 0,4 3 0,-1-5 0,1-2 0,-1 2 0,7 5 0,0-20 0,5 2 0</inkml:trace>
  <inkml:trace contextRef="#ctx0" brushRef="#br0" timeOffset="1">9895 1737 8912,'-27'51'0,"-5"-7"0,13 6 0,-4-6 0,4 0 0,-1 5 0,-3-3 0,4 4 0,-6 3 0,3 3 0,-1 1 0,7-15 0,9-10 0</inkml:trace>
  <inkml:trace contextRef="#ctx0" brushRef="#br0" timeOffset="2">9585 2476 8912,'-2'51'0,"-3"1"0,3 0 0,-12-1 0,9 1 0,-1-1 0,6 1 0,0 1 0,0 5 0,0-3 0,0 8 0,0 0 0,0 6 0,0 4 0,0-5 0,2 3 0,2-14 0,3-1 0,3-3 0,-1-3 0,3-4 0,3 1 0,-3-6 0,3-1 0,4-4 0,2 2 0,2 2 0,6-5 0,-6-7 0,7 1 0,-1 5 0,1 1 0,-1-1 0,6-5 0,-3-1 0,6 3 0,1 2 0,3-5 0,-2 1 0,2-2 0,-2 1 0,-2-1 0,8-4 0,-8-4 0,3 4 0,-3-4 0,2-2 0,6-5 0,11-1 0,-1-5 0,7 5 0,0-7 0,6 2 0,-1-4 0,-1-2 0,-5 0 0,-11 0 0,-1-6 0,-10 0 0,8-1 0,-2 1 0,3 2 0,3-7 0,5 5 0,1-6 0,7 7 0,-4-7 0,0-1 0,-3-2 0,-11-4 0,-1-4 0,-6 2 0,6-8 0,-6 6 0,6-6 0,-5 1 0,4-7 0,3 1 0,2 0 0,-4-1 0,0 1 0,0-1 0,5 1 0,-7-8 0,-9 21 0,-11-2 0</inkml:trace>
  <inkml:trace contextRef="#ctx0" brushRef="#br0" timeOffset="3">12476 3817 8912,'25'-35'0,"4"1"0,-4 0 0,7-1 0,-13 1 0,4 0 0,-4 5 0,-1 0 0,-1-1 0,0-10 0,0 1 0,0-6 0,6 4 0,0-4 0,2-3 0,-4-8 0,2-3 0,-2-2 0,4 4 0,-2-6 0,0 5 0,-6-5 0,-2 14 0,-3-3 0,1 12 0,-5-2 0,0 2 0,-1 0 0,-1 0 0,-6 5 0,6-1 0,-1-4 0,1 2 0,-6-8 0,0 6 0,0-6 0,0 6 0,0-8 0,0-4 0,0-3 0,0-2 0,0 5 0,0 2 0,0 5 0,0-5 0,0 4 0,0-2 0,0 2 0,-7-1 0,-7 5 0,-5 0 0,-4 0 0,-8 1 0,3 7 0,-5 0 0,-1-1 0,-6-7 0,0-4 0,-2-9 0,3-2 0,-1 1 0,15 18 0,10 6 0</inkml:trace>
  <inkml:trace contextRef="#ctx0" brushRef="#br0" timeOffset="4">12562 928 8912,'-25'-19'0,"-3"-2"0,-5 0 0,-1 6 0,-14 0 0,-4 9 0,-16 0 0,-1 6 0,-12 8 0,1 3 0,-10 5 0,0 3 0,4 0 0,4-2 0,0 4-68,-10-9 0,42-5 1,5 1-1</inkml:trace>
  <inkml:trace contextRef="#ctx0" brushRef="#br0" timeOffset="5">11065 997 8912,'-69'8'0,"1"-4"0,-1 7 0,0 1 0,2 5 0,4 2 0,5 4 0,9-4 0,9 4 0,7 2 0,16-2 0,2 1 0,3-1 0,-1-4 0,7 4 0,-5-2 0,5 2 0,0-4 0,6 6 0,0-8 0,0 1 0,0-9 0,8 6 0,-6-13 0,5 6 0,1-8 0,-4 0 0,5 2 0,-1 4 0,0-4 0,-3 3 0,-3-3 0,6-2 0,-8 0 0</inkml:trace>
  <inkml:trace contextRef="#ctx0" brushRef="#br0" timeOffset="6">14799 378 8912,'0'-17'0,"0"0"0,0 0 0,0 5 0,0 1 0,0 5 0,0-5 0,0 7 0,0-4 0,0 6 0,0-4 0,-7 5 0,-3-7 0</inkml:trace>
  <inkml:trace contextRef="#ctx0" brushRef="#br0" timeOffset="7">14696 241 8912,'-34'0'0,"-1"0"0,16 0 0,4 0 0</inkml:trace>
  <inkml:trace contextRef="#ctx0" brushRef="#br0" timeOffset="8">14352 275 8912,'-88'23'0,"0"2"0,2 2 0,-2 1 0,14 7 0,-9-3 0,3-3 0,-8 3 0,2-5 0,8 2 0,5-1 0,12-5 0,3 6 0,13-8 0,4 2 0,3 2 0,-2-2 0,2 7 0,-8-1 0,-8 3 0,-9 5 0,-2 3 0,2 6 0,-4 3 0,4 3 0,4-1 0,1 1 0,14-2 0,10-5 0,2 3 0,9-8 0,-2 6 0,2-6 0,2 2 0,-8-2 0,6 4 0,-6 8 0,3 1 0,-3 3 0,6 3 0,4 2 0,4 0 0,3 2 0,-1 8 0,7-8 0,0 10 0,4-6 0,-1 7 0,-3 4 0,0 8 0,6 6 0,0-8 0,0-9 0,0-5 0,0-1 0,8-6 0,3 0 0,5-7 0,1 1 0,2 4 0,4 2 0,-2-4 0,8-1 0,-7 1 0,7 0 0,0 2 0,-2 4 0,3 0 0,-7-2 0,6 4-107,-6-4 1,7-2 106,-1 2 0,4-15 0,1-2 0,2-8 0,4-4 0,4-5 0,8 0 0,2-8 0,1 2 0,4-6 0,2-6 0,3 3 0,4-9 0,-4 7 0,-1-6 0,-6-1 0,6-5 0,2 0 0,10 0 0,1 0-169,4 0 0,3-2 169,-9-3 0,1 1 0,-6-8 0,-8-1 0,-4-8 0,-1-4 0,1-2 0,-2 4 0,9-5 0,-1-3 0,-2-1 0,4-3 0,-8-1 0,-1-4 0,1 4 0,-5-4 0,-8 3 0,-6 3 0</inkml:trace>
  <inkml:trace contextRef="#ctx0" brushRef="#br0" timeOffset="9">14782 3817 8912,'42'-36'0,"4"-5"0,4 5 0,2-14 0,-7 14 0,1-4 0,-2-2 0,2 2 0,-4-8 0,-7 2 0,-1-3 0,1-5 0,-3-1 0,-3-3 0,3-6 0,-3 0 0,-4 11 0,-2 1 0,-4 3 0,-2-1 0,-6-3 0,1-5 0,-2 5 0,1-5 0,2-1 0,-7 2 0,0-10 0,-6-2 0,6 6 0,-1-6 0,1 6 0,-6 0 0,6-5 0,0 1 0,-3-6 0,-1 1 0,-4-9 0,-3-5 0,-3-1-252,3 38 0,-2 0 0,-8-35 252,4-2 0,-10 6 0,-2 0 0,-2-6 0,2 11 0,2-1 39,-8 18 1,-1 9-40,-11 9 0,-4-1 0,-13 7 0,-5 9 0,-4 10 0,-2 2 0,1 7 0,-5 0 0,6 4 0,12-2 0,11-1 0,9-1 0,6 6 0,-3 0 0,19 0 0,-5 0 566,13 0-566,-3 0 0,10 0 111,4 0-111,-4 0 0,13 2 0,-4 4 0,6 5 0,6 4 0,-3 1 0,3-5 0,3 4 0,-7-5 0,6 7 0</inkml:trace>
  <inkml:trace contextRef="#ctx0" brushRef="#br0" timeOffset="10">12442 1479 8912,'0'-18'0,"-2"3"0,-2 2 0,-4 3 0,-1 1 0,-4-1 0,-3 6 0,-1-1 0,0 3 0,0 2 0,-3 7 0,-1 7 0,-3 9 0,-3 11 0,-2 10 0,-5 13 0,5 6 0,2 14 0,1 11 0,12-39 0,1 3 0,1 10 0,1 4 0,-4 7 0,1 3 0,3 1 0,1 1 0,-1 4 0,1 0 0,2-2 0,1-2-42,0-3 0,2-3 0,3-2 0,0-2 1,-1-9-1,1-1 0,0-4 0,2-1 42,0 38 0,2-20 0,3-20 0,7-10 0,3-11 0,2-7 0,1-11 0,1-7 0,4-10 0,11-9 0,12-14 0,6-14 0,5-12 0,2-15 0,-27 30 0,-1-2 0,0-4 0,-2-2 0,-4-1 0,-1-1 0,-1-1 0,-2-1-185,-2-1 1,-3 0 0,-2 0 0,-1-1 184,-4 0 0,-1-2 0,-3-6 0,-1-1 0,-1-6 0,0-1 0,1 4 0,0 0 0,-1-1 0,-1 0 0,2 4 0,-2 0 0,-1 0 0,-2 0 0,1 1 0,0 1 0,0 2 0,0 0 0</inkml:trace>
  <inkml:trace contextRef="#ctx0" brushRef="#br0" timeOffset="11">12614 1599 6979,'0'-78'0,"0"3"0,-2 12 458,-4 6 0,-3 9-458,-8 2 0,-1 18 0,1 5 0,-2 13 163,-4 8 1,2 4-164,-8 4 0,1 5 84,-7 12 0,7 12-84,-1 10 0,0 13 0,-5 5 0,7 7-47,4 11 0,4 8 47,10-35 0,1 1 0,0 7 0,0 2 0,2 5 0,1 2 0,1 2 0,2 1 0,0 4 0,2 1 0,4 1 0,2 0-335,2 3 1,1 0-1,2 0 1,3-1 334,2-7 0,2-1 0,-1-7 0,1-3 0,-1-10 0,0-4 0,18 32-22,-1-14 1,-7-20 21,-4-8 0,-4-19 0,-2-15 0,0-8 0,0-9 0,3-10 0,3-23 0,5-14 0,5-14 0,1-12 0,-17 38 0,1 0 0,1-1 0,0-1-17,-1-4 0,-2 0 0,1 0 1,-3-1 16,-4-1 0,-3-1 0,-1-3 0,-2-2 0,-1-2 0,-1-2 0,-1-5 0,-2-1 0,-1 2 0,-1 0 0,-3 0 0,0 0 0,-1 1 0,-1 1 0,-3 7 0,-1 3 0,1 1 0,-1 1 0,-17-38 0,6 25 0,2 24 660,2 20 0,-4 13-660,0 10 0,-5 15 50,5 8-50,-8 15 0,-1 3 0,-9 10 0,1 5 0</inkml:trace>
  <inkml:trace contextRef="#ctx0" brushRef="#br0" timeOffset="12">12373 1788 8829,'-25'80'0,"-4"1"0,5 6-439,6-1 1,11-38-1,1 2 439,3 3 0,0 3 0,1 6 0,0 2-219,4 4 1,2 1 0,1-1 0,2 0 218,3 0 0,3-4 0,6 14 0,6-7 0</inkml:trace>
  <inkml:trace contextRef="#ctx0" brushRef="#br0" timeOffset="13">12407 3250 8912,'18'78'0,"-1"-9"0,0-10 0,6-11 0,0-8 0,-2-14 0,-2-10 0,-2-9 0,1-7 0,-1-17 0,0-11 0,6-20 0,0-15 0,7-16 0,-1-12 0,-15 40 0,-1-1-77,2-8 1,-1-1-1,-3-4 1,-1-2 0,1-1-1,1-1 1,-3-3-1,-1-1 77,-2-6 0,-1-1 0,0-3 0,-2 0-353,-3-3 1,0 0 0,0 2 0,0 0 352,0 3 0,0 1 0,-1 8 0,0 3 0,-1 11 0,-2 3 0,-7-33 0,-5 27 0,-1 21 0,0 29 0,-8 11 0,-5 15 0,-7 12 0,-3 13 0,-12 17 0,7 12 0,18-28 0,2 2-178,4 5 1,2 1 0,-2 7 0,2 1 177,1 5 0,1 2 0,1 1 0,0 2-146,1 7 0,1 1 0,1 0 1,3 1 145,3 4 0,3 0 0,-1 3 0,4 1 0,4 2 0,3 0 0,4-4 0,3-2 0,4-7 0,5-5 0,1-11 0,3-7 471,32 25 0,-3-22-471,8-18 0,-13-16 0,2-17 0,-1-12 0,5-13 0,-1-9 0,8-8 0,-7-4 0,1-8 0,-13 1 0,-10-1 0,-7-9 0,-11-4 0,-5-4 0,-5 2 0,-20 4 0,-9 0 0,-7 4 0,-7 9 0,-3 6 0,-6 10 0,-9 17 0,-4 21 0,-2 17 0,-4 17 0,-2 6 0,-6 11 0,33-21 0,0 3 0,-4 5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20.1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16056 7359 8912,'-12'9'0,"3"-5"0,1-8 0,4-7 0,2-5 0,2 5 0,0 0 0,2-3 0,4-1 0,-4 3 0,4 1 0,-5 5 0,-1-5 0,-7 7 0,-3-4 0,-7 8 0,0 0 0,0 0 0,-8 2 0,-4 4 0,-3-2 0,-5 5 0,-3 1 0,-6-1 0,-3 3 0,-3 5 0,0 0 0,1 0 0,7 8 0,9-13 0,10 3 0</inkml:trace>
  <inkml:trace contextRef="#ctx0" brushRef="#br0" timeOffset="1">15350 7479 8912,'-40'19'0,"0"4"0,-8-4 0,4 6 0,-6-2 0,4 0 0,-3 0 0,3-6 0,-2 0 0,2 0 0,-2 1 0,8-1 0,0-6 0,6 1 0,-1 1 0,1 2 0,1 1 0,5-5 0,1 4 0,4-3 0,4 1 0,-4-1 0,-2 3 0,2-4 0,-2-1 0,2 1 0,2-1 0,-7 1 0,1 5 0,-2-5 0,-3-1 0,3 1 0,-4 3 0,-1 1 0,-6 2 0,0 0 0,-1 0 0,7 1 0,-8-1 0,-4 2 0,-4 4 0,14-12 0,4 5 0</inkml:trace>
  <inkml:trace contextRef="#ctx0" brushRef="#br0" timeOffset="2">13664 8201 8912,'-65'17'0,"-4"1"0,-4 6 0,12-5 0,7 1 0,9-9 0,8-1 0,3 1 0,-1 4 0,7-3 0,1-5 0,-2-1 0,3 2 0,-3-2 0,2-1 0,6-3 0,-2 2 0,2 2 0,-4-1 0,2-5 0,0 0 0,6 0 0,0 0 0,7 0 0,3 0 0,7 0 0,0 0 0,0 8 0,0 4 0,-8 9 0,-3 1 0,-12 1 0,3-13 0,-4-2 0</inkml:trace>
  <inkml:trace contextRef="#ctx0" brushRef="#br0" timeOffset="3">13199 7926 8912,'0'-11'0,"0"-1"0,0 8 0,0-5 0,-2 5 0,-4-2 0,-3 0 0,-8 6 0,-2 2 0,-4 4 0,-8 6 0,-7 3 0,-6 10 0,-8 3 0,1 12 0,14-19 0,5 2 0</inkml:trace>
  <inkml:trace contextRef="#ctx0" brushRef="#br0" timeOffset="4">12648 8218 8912,'-19'25'0,"-2"2"0,-2 2 0,2-1 0,2-5 0,2 6 0,2-6 0,1 3 0,5-1 0,1-4 0,2-2 0,6-1 0,2-3 0,4-2 0,5-1 0,5-1 0,10 1 0,9-1 0,7-1 0,10 1 0,7-3 0,6-8 0,6 0 0,3 0 0,5 0 0,-11 0 0,3 0 0,-13 0 0,-5 2 0,-5 3 0,-8-1 0,-11 8 0,-4-1 0,-8 6 0,-8-7 0,7 5 0,-7-5 0</inkml:trace>
  <inkml:trace contextRef="#ctx0" brushRef="#br0" timeOffset="5">15453 6774 8912,'-5'21'0,"-1"-4"0,8-9 0,9 3 0,5-7 0,1 2 0,8-4 0,3-2 0,5 0 0,1 0 0,6-6 0,2 0 0,2 1 0,4-3 0,-4 6 0,2-4 0,-8 4 0,4 2 0,-1 0 0,-1 0 0,-2 2 0,-9 4 0,-3 6 0,-6 9 0,-1 5 0,-4 7 0,-9-1 0,-1 14 0,-14 0 0,-14 7 0,-17 5 0,-14 5 0,-7 4 0,23-29 0,7-8 0</inkml:trace>
  <inkml:trace contextRef="#ctx0" brushRef="#br0" timeOffset="6">15694 7531 8912,'-57'65'0,"0"3"0,-1 5-415,14-4 0,2-1 415,8 1 0,-1 0 0,1 0 0,0-16 0,-1-11 0,1-17 0</inkml:trace>
  <inkml:trace contextRef="#ctx0" brushRef="#br0" timeOffset="7">15350 14064 8912,'-2'15'0,"-4"-3"0,5-7 0,-5-10 0,4 1 0,2-8 0,0-1 0,0-2 0,-6 3 0,0 1 0,3-2 0,1-3 0,2 5 0,0-1 0,0 1 0,0 11 0,0 11 0,2 12 0,3 14 0,7 3 0,3 5 0,2-1 0,1 2 0,1-2 0,4 2 0,-2-12 0,7-11 0,-5-11 0,6-6 0,5-16 0,10-13 0,6-19 0,9-17 0,6-14 0,-31 28 0,1-1 0,4-3 0,1 0-315,2-5 1,2-1 0,2 2 0,1-1 314,4-3 0,2 0 0,-1 0 0,1 1 0,1-2 0,1 1 0,-3 2 0,1 1 0,2 4 0,-1 3 0,-10 13 0,-2 5 0,27-11 0,-18 23 0,-22 11 0,-8 6 0,-8 6 0,-5 3 0,-8 8 0,0 1 0,0-1 0,0-6 0,0 1 0,0-7 0,0 7 0,6-6 628,0 5 1,7-1-629,-2 1 0,5 12 0,-1 0 0,-3 7 0,-7 5 0,5-8 0,-1-3 0</inkml:trace>
  <inkml:trace contextRef="#ctx0" brushRef="#br0" timeOffset="8">16038 9456 8912,'-7'12'0,"-5"-3"0,-3-3 0,-2-8 0,7-6 0,5-9 0,3 0 0,2 6 0,-2-1 0,-4-1 0,4 3 0,-6 1 0,1 1 0,-3-5 0,-7 11 0,0-4 0,0-2 0,-1 3 0,1-1 0,0 6 0,0 0 0,-2 0 0,-4 0 0,-6 0 0,-3 0 0,-3 0 0,-9 6 0,-8-1 0,-7 9 0,-10-3 0,-9 10-44,-8 2 0,36-10 0,-1-1 1,-5-1-1,-1-1 0,-1 2 1,1 1 43,-1 0 0,1 1 0,8-4 0,1 1-854,-44 11 854,12-2 0,34-11 0,6-1 0</inkml:trace>
  <inkml:trace contextRef="#ctx0" brushRef="#br0" timeOffset="9">14335 9628 8912,'-54'6'0,"-3"0"0,3-1 0,18-5 0,13 0 0</inkml:trace>
  <inkml:trace contextRef="#ctx0" brushRef="#br0" timeOffset="10">13956 9611 8912,'-59'0'0,"-4"0"0,-12-8 0,-9 6 0,-8-3 0,3 3 0,4 2 0,11 0 0,7 0 0,15 0 0,10 0 0,8 0 0,7 0 0,10 0 0</inkml:trace>
  <inkml:trace contextRef="#ctx0" brushRef="#br0" timeOffset="11">13010 9645 8912,'-10'0'0,"-5"8"0,11-6 0,-7 4 0,7-4 0,-4-2 0,8 7 0,0 3 0,-8 15 0,-5 1 0,-8 3 0,-8 0 0,-3-1 0,-3 7 0</inkml:trace>
  <inkml:trace contextRef="#ctx0" brushRef="#br0" timeOffset="12">13216 9387 8912,'-5'-32'0,"-3"3"0,-2 8 0,-3 8 0,-4 5 0,-8 10 0,-11 6 0,-14 9 0,-9 10 0,-10 13 0,0-2-221,0 8 0,31-15 1,7 1-1</inkml:trace>
  <inkml:trace contextRef="#ctx0" brushRef="#br0" timeOffset="13">12614 9663 8912,'-23'51'0,"0"1"0,-8-1 0,10 1 0,-7-1 0,9 1 0,1 0 0,3-3 0,9-3 0,3 4 0,8-6 0,9-2 0,7-8 0,-2-7 0,6-10 0</inkml:trace>
  <inkml:trace contextRef="#ctx0" brushRef="#br0" timeOffset="14">12752 10350 8912,'0'0'0</inkml:trace>
  <inkml:trace contextRef="#ctx0" brushRef="#br0" timeOffset="15">15488 8975 8912,'0'-29'0,"0"1"0,2 6 0,3 0 0,-3 10 0,14-3 0,-7 5 0</inkml:trace>
  <inkml:trace contextRef="#ctx0" brushRef="#br0" timeOffset="16">15591 8923 8912,'17'8'0,"2"5"0,4 6 0,6 4 0,0 15 0,5 3 0,6 8 0,2 9 0,6 5 0,-8 11 0,4 4 0,-9 8 0,-10 0 0,-10 0 0,-13 0-389,-19 0 0,-4-39 1,-6 0 388,-13 3 0,-6-3 0,-3 0 0,-2-2 0,-5-1 0,-2-2 0,-2-2 0,1-2 0,3-3 0,-1-1 0</inkml:trace>
  <inkml:trace contextRef="#ctx0" brushRef="#br0" timeOffset="17">14903 15474 8912,'-17'-6'0,"-1"0"0,7-5 0,1 3 0,1 1 0,-1-1 0,6-5 0,-3 18 0,7 1 0,2 9 0,3 8 0,3-4 0,5 6 0,-1-2 0,1 0 0,1 0 0,-3-6 0,6 0 0,-1 1 0,5-3 0,0-4 0,7-3 0,7-8 0,7-15 0,9-8 0,16-19 0,8-16 0,-33 23 0,2-2 0,4-4 0,1 0 0,3-6 0,2 0-293,5-2 1,2 1 0,-3 0-1,-1 0 293,-5 4 0,-1 2 0,-5 7 0,-2 5 0,19-4 0,-13 17 0,-14 17 0,-9 9 0,-8 6 0,0 10 0,-13 4 0,0 3 0</inkml:trace>
  <inkml:trace contextRef="#ctx0" brushRef="#br0" timeOffset="18">4216 17228 8912,'-17'7'0,"-8"-5"0,-4 4 0,-3-4 0,-3-2 0,3 0 0,3 0 0,-3 0 0,3 0 0,4-2 0,0-2 0,2-2 0,0 2 0,1-3 0,4-1 0,1 1 0,0-1 0,0-4 0,-1 7 0,1-1 0,0-2 0,-2 6 0,-4-3 0,4 3 0,-6 2 0,0 0 0,-4 0 0,-3 2 0,-2 3 0,-7 5 0,1 7 0,-9 2 0,-3 4 0,-2-2 0,-9 8 0,8 1 0,-3 11 0,5-5 0,1 4 0,16-11 0,3-5 0</inkml:trace>
  <inkml:trace contextRef="#ctx0" brushRef="#br0" timeOffset="19">2857 17571 8912,'-27'35'0,"-8"-1"0,1 8 0,-10-4 0,4 8 0,4-8 0,-5 3 0,-1 1 0,2-2 0,6 2 0,7-6 0,4 0 0,8-3 0,-1-8 0,11 3 0,-3 1 0,2 5 0,4 1 0,-3-1 0,3 8 0,2 4 0,0-2 0,0 2 0,0-2 0,0 2 0,6-4 0,3-8 0,6 0 0,-1-1 0,9-5 0,-2-5 0,2-3 0,-4-3 0,13 0 0,-3-2 0,4-3 0,9 3 0,-6-7 0,4 3 0,-2-1 0,2-5 0,-3-1 0,3 6 0,-4-3 0,-1-3 0,-5 4 0,5-2 0,-9 5 0,15-5 0,-7 5 0,12-5 0,2 5 0,9-5 0,4 6 0,8-7 0,0 1 0,0-6 0,0 0 0,-1 0 0,-1 0 0,-4 0-137,4 0 1,-28 8 0,1 1 0</inkml:trace>
  <inkml:trace contextRef="#ctx0" brushRef="#br0" timeOffset="20">4147 18998 8912,'69'0'0,"0"0"0,0 0 0,-2 0 0,-4 0 0,4 0 0,-37 0 0,1 0 0</inkml:trace>
  <inkml:trace contextRef="#ctx0" brushRef="#br0" timeOffset="21">4784 18981 8912,'92'-11'0,"0"-1"0,-8 1 0,-10-6 0,3 7-414,-3 4 1,9-1 413,-3 1 0,10 0 0,1 6 0,7 2 0,-6 2 0,-2 2 0,-2-2 0,-6 3 0,4-1 0,-2 0 0,14-6 0,-11 0 0,0 0 0,-11 0 0,-13 0 0,2 0 67,-8 0 0,7 0 0,-5 0 0,0 0-67,0 0 0,5 2 0,-7 3 0,0-1 0,-5 8 0,-8-9 0,2 11 0,-4-9 0,4-1 0,0-2 0</inkml:trace>
  <inkml:trace contextRef="#ctx0" brushRef="#br0" timeOffset="22">7486 18998 8912,'51'0'0,"1"0"0,15 0 0,-35 0 0,7 0 0</inkml:trace>
  <inkml:trace contextRef="#ctx0" brushRef="#br0" timeOffset="23">8002 18981 8912,'69'0'0,"0"-2"0,0-3 0,-1 3 0,9-6-441,3 8 1,4 0 440,2 0 0,-7 0 0,-3 0 0,-1 0 0,-1 0 0,1-6 0,-6 1 0,9-3 0,8 2 0,6 2 0,-43-1 0,-1-1 0,46 0 0,-8-5 0,-5 7 0,-1-2 0,0 4 0,6 2 0,0 0 0,0 0 0,-2 0 0,-3 0 0,7 0 0,-8 0 0,2 0 0,-7 0 0,1 0 0,5 0 0,1 0 0,-8 0 0,1 0 0,-6 0 0,0 0 10,-1 0 0,1-2-10,0-3 0,8 3 0,1-6 0,2 2 0,1 1 0,3-7 0,2 6 0,4-5-241,-10 5 0,16-7 241,-42 7 0,1 0 0,-3 2 0,1-1 0,4-1 0,0 0 0,0 4 0,-1-1 0,-1-3 0,-1 0 0,5 3 0,1 0 0,0-2 0,0-1 0,3 3 0,0 0 0,3-2 0,0-1 0,-3 0 0,-1 0 0,-2-2 0,0-1 0,5 0 0,0 1 0,5-1 0,0 1 0,-4 0 0,0 0 0,0 3 0,0-1 0,-4-2 0,0 1-212,-2 1 1,0 0 0,1-2-1,1-1 212,1-2 0,0-1 0,-6 5 0,-1-1 0,-1-4 0,-1 1 0,-5 3 0,-1 1 92,38-16 1,0 2 0,-2 0 0,-3-2-93,-7 2 0,-7-4 0,-9 2 0,-3 0 88,-15 6 1,-7 0-89,-10 0 0,-6-6 334,-6 0 0,3-8-334,-9 2 0,1-1 486,-6 1 1,0-3-487,0 3 0,-9 0 0,-7-3 0,-7-4 0,-3-1 0,-11 1 0,-9 2 0,-7-8 0,-10-4 0,-8-4-233,29 24 0,-2 1 1,-6-4-1,-1 0 233,-3 1 0,-1-1 0,-8-4 0,-2 1 0,-6 0 0,-2 1 0,-1-2 0,-1 1 0,-7-1 0,-2 1 0,-1 1 0,-1 1 0,-1 0 0,-1 1 0,25 8 0,0-1 0,-1 2 0,-2 0 0,-2 1 0,1 0 0,-25-6 0,1 1-381,2 3 0,0 2 0,4 3 1,0 1 380,-1 0 0,0 1 0,3 6 0,-1 1 0,1-2 0,0 1 0,-1 2 0,-2 0 0,-5 1 0,-2-1 0,1 0 0,-1 0 0,27 4 0,-2-1 0,1 1 0</inkml:trace>
  <inkml:trace contextRef="#ctx0" brushRef="#br0" timeOffset="24">10669 16832 5284,'-84'4'0,"-1"0"0,0 0 0,-1-1 0,0 1 0,0 0-978,1 0 1,1-1 0,-1 1 977,-6 2 0,-1 0 0,1 0 0,7-1 0,1 0 0,0 0 0,0-1 0,1-1 0,0 1 0,3 1 0,1 1 0,0-1 16,3-1 0,0-1 0,1 1 1,0 1-1,0 1 0,0 0-16,1 1 0,1 1 0,-1 0 0,4 1 0,0-1 0,1 2 49,2 1 0,1 0 0,1 1 1,-30 9-1,0 0-49,5 2 0,1 0 0,-3 2 0,0 0 0,5 1 0,0 0 0,-3-1 0,0 1 0,2-1 0,0 2 0,2 2 0,0 1 0,2-3 0,0 1 0,-1 3 0,1 1 0</inkml:trace>
  <inkml:trace contextRef="#ctx0" brushRef="#br0" timeOffset="25">6040 17623 8092,'-70'34'0,"1"1"0,-2-1 0,-2 1 0,-4 0 0,-1-2-480,0-2 1,0-1 0,2 3-1,2-1 480,10-2 0,2-2 0,4-3 0,2-1 0,-31 16 0,1-3 0,18-3 0,-5-7 0,12-2 0</inkml:trace>
  <inkml:trace contextRef="#ctx0" brushRef="#br0" timeOffset="26">4664 18311 8912,'-35'42'0,"1"9"0,-1 3-394,1 5 0,-1-23 0,1-3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8T02:33:11.4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3528 17262 8912,'-35'0'0,"1"-2"0,1-4 0,5-5 0,5-4 0,11-3 0,5 9 0,9 1 0,3 6 0,7-3 0,-3 3 0,3-4 0,1 4 0,3 2 0,1 0 0,0 0 0,0 0 0,0 0 0,1 0 0,-1 0 0,-8 0 0,7-2 0,-5-4 0,4 4 0,3-3 0,-1 3 0,0 2 0,0 0 0,0 0 0,1 0 0,7 0 0,3 0 0,5-6 0,1 0 0,14-7 0,4 1 0,11 3 0,0-3-150,4 1 0,9-6 150,4 0 0,-3 5 0,-2 1 0,3 1 0,2-3 0,4 1 0,-35 7 0,0-1 0,1-2 0,-1 1 0,1 0 0,0 0 0,0 1 0,1 1 0,0-1 0,-1 0 0,4-2 0,-1-1 0,4 0 0,1 1-242,5-1 0,0 1 0,1 2 0,0 0 242,3 0 0,-2 1 0,-5 3 0,-1 0 0,1-1 0,0 0 0,-2-1 0,-1 1-146,1 0 0,-1 0 0,-4 0 1,-1 0 145,46 3 0,-16 0 0,10 0 0,-14 0 0,0 0 0,1 0 0,-3 2 0,10 2 0,10 2 0,-45-3 0,-1-1 0,46-2 0,-4 0 0,3-7 0,-45 2 0,0 0 0,3 0 0,1 1 0,4-3 0,0 0 0,3 4 0,-1 0 0,-4-2 0,-1-1 0,-6 3 0,-1 0 0,42-2 0,2 5 0,2 0 0,-5 0 0,-3 0-143,-3 0 0,-11 0 143,3 0 0,1 0 0,-1 0 0,1 0 0,-1 0 0,9 0 0,8 0 0,-43 0 0,1 0-102,48 0 1,-3-2 101,-46-1 0,0 0 0,43 1 0,-43-1 0,1 0 0,1 2 0,0 0 0,0 2 0,-1-2 0,42-6 0,-16 5 0,-9-4 364,-4 4 1,8 2-365,-8 0 0,10 0 0,-4 0 0,7 0 0,12 0 0,0 0 0,-2 0 0,-2 0 0,-9 0 0,7 0 0,8 0 0,3 0 0,5 0 0,-1 0 65,-10 0 1,2 0-66,-8 0 0,-3 0 0,2 0 0,-5 0 0,5 0 0,1 0 0,3 0 0,-4 0 0,-5 0 0,1 0 0,1 0 0,1 0 0,4 0 0,2 0 0,2 0 0,0 0 0,-5 0 0,-1 0 0,2 0 0,0 0 0,1 0 0,-3 0 0,2 0 0,-5 2 0,-3 4 0,-5-4 154,-6 3 0,-9-3-154,-8-2 0,-1 8 0,13-6 0,-1 4 257,-1-4 1,-1-2-258,2 0 0,5 0 0,10 0 0,-1 0 34,-4 0 0,-2 0 0,2 0 1,0 0-35,2 0 0,-4 0 0,9 0 0,-3-6 0,-2 0 0,-6 0 0,0 6 0,-8-5 0,3-1 0,-5-2 0,-1 2 0,7 5 0,4-5 0,4 4 0,2 0 0,2-2 0,3-2 0,-3 1 0,4 5 0,-8 0 0,-10 0 0,0 0 260,-11 0 0,4 0-260,2 0 0,-6 5 0,-1 1 0,-4 0 0,4-6 0,-6 0 0,1 0 0,-6 0 0,-5 0 0,2 0 0,-8 0 0,1-2 0,-1-4 0,-4 4 0,4-3 0,-3 3 0,-3 2 0,-6-6 0,1 0 0,-9 1 0,5 5 0,-8 0 0,0 0 0,8 0 0,-6 0 0,13-8 0,-5 6 0,1-6 0,0 8 0,-7 0 0,10-2 0,-9-3 0,3 3 0,-2-4 0,-4 4 0,5 2 0,-7 0 0,0-2 0,0-3 0,0 3 0,0-14 0,-7 14 0,-7-3 0,-7 3 0,-21-14 0,-11-3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20.2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12993 11915 8912,'-33'0'0,"4"0"0,6 0 0,4 0 0,2 0 0,8 0 0,3 0 0,12 0 0,5 0 0,-1 2 0,1 2 0,2 1 0,3-1 0,3 0 0,4 2 0,4-4 0,9 3 0,4-3 0,6-2 0,6 0 0,5 0 0,6-2 0,13-1 0,11-5 0,8-2 0,1 5 0,-47-1 0,-1 0 0,42-3-199,2-3 0,-14-1 199,-9 7 0,-10-5 0,-13 5 0,-11 0 0,-12 6 0,-4 0 0,-2 0 0,-7 0 0,-5 0 0,-10 0 0,3 0 0,-14 0 0,13 0 132,-9 0 1,6 0 0,-5 0-133,-3 0 0,-7 0 0,-2 0 0,1 0 0,-3 8 0,-2 1 0</inkml:trace>
  <inkml:trace contextRef="#ctx0" brushRef="#br0" timeOffset="1">13165 11433 8912,'9'-1'0,"-3"-5"0,-4 4 0,-2-8 0,0 5 0,0 3 0,0-6 0,-2 10 0,-6 4 0,-9 5 0,-10 12 0,-13 6 0,-8 5 0,-7 6 0,-12 6 0,-10 9 0,1 3 0,0-3 0,9-7 0,9-2 0,12-14 0,8 1 0,9-6 0,12-6 0,8-10 0,9-1 0,0-5 0,7-1 0,5 8 0,-1-1 0,6 6 0,-3 0 0,9 1 0,4 1 0,1 4 0,10-2 0,3 7 0,5-5 0,-6 6 0,7-8 0,-1 4 0,4-2 0,2 0 0,-6-1 0,-1-4 0,-8-1 0,-3 0 0,-1 0 0,-10 0 0,0-7 0,-6-4 0,-6 1 0,1-1 0,-8 2 0,1-3 0,-3-3 0,-2 6 0,0-8 0,0 0 0,0 0 0</inkml:trace>
  <inkml:trace contextRef="#ctx0" brushRef="#br0" timeOffset="2">27448 12138 8912,'17'2'0,"0"2"0,0 2 0,1-2 0,-1-4 0,0-6 0,-5 2 0,-3-7 0,1-1 0,-1 3 0,-5-7 0,2 5 0,-4 1 0,-2-1 0,0-1 0,0 1 0,0-1 0,-8 9 0,6-5 0,-7 8 0,3 0 0,2 0 0,-7 0 0,-1 0 0,-5 0 0,-8 8 0,-4 3 0,-3 4 0,-3 3 0,-5 5 0,0-1 0,-8 3 0,-1-2 0,-11 4 0,-9 0 0,-13 5 0,-4-3 0,40-11 0,-1 2-198,-5 0 0,0 0 1,-2 3-1,-1 0 198,1-3 0,-1 0 0,3 3 0,1 0 0,2-3 0,1-2 0,-1 0 0,0-1 0,1-2 0,0 0 0,-1-1 0,1-1-134,-38 16 0,4-5 134,13-6 0,8-3 0,3-4 0,1 5 0,5-5 0,-3-3 0,11-3 0,0-3 0,4-2 0,5 0 0,7 0 0,3 0 384,8 0 0,7-2-384,4-3 291,4 3-291,2-6 0,0 8 0,0 0 0,-2 6 0,-3 0 0,-5 7 0,-7-11 0,0 6 0,-1-8 0</inkml:trace>
  <inkml:trace contextRef="#ctx0" brushRef="#br0" timeOffset="3">25641 12224 8912,'0'10'0,"0"-18"0,0 4 0,-8-11 0,-5 17 0,-8 4 0,-8 5 0,-13 12 0,-8 6 0,-7 5 0,-4 6 0,-2 4 0,-4 8 0,2 1 0,2 5 0,15-13 0,2 1 0,10-7 0,7-5 0,10-5 0,7-1 0,9-12 0,-3 1 0,12-10 0,7 5 0,8-1 0,8-1 0,11 3 0,6-7 0,5 2 0,7-5 0,5 3 0,11 0 0,5-6 0,-1 0 0,-1 0 0,-8 0 0,-3 0 0,-2 0 0,-15 2 0,-14 3 0,-10 5 0,-14 7 0,-11 0 0,-10 1 0</inkml:trace>
  <inkml:trace contextRef="#ctx0" brushRef="#br0" timeOffset="4">20564 14391 8912,'-11'15'0,"-1"-4"0,-1-5 0,-2-6 0,-2-4 0,-1-1 0,7-7 0,-1 6 0,-1 3 0,-2 1 0,-3 2 0,1 0 0,0 0 0,0 0 0,0 0 0,-2 0 0,-3 0 0,0 0 0,-3 0 0,2 0 0,2 0 0,-8 2 0,-2 1 0,-1 3 0,-8 6 0,0-7 0,-10 7 0,-2-6 0,-1 7 0,-12-4 0,-8 3 0,-13-1 0,36-5 0,-1 2 0,-4 3 0,-1 1 0,-1-3 0,-1 1-201,1 1 1,-1 1 0,4-2 0,-1-1 200,-2-1 0,0 1 0,-1 2 0,1 1 0,-3-1 0,-1 1 0,5 0 0,0 1 0,2-3 0,2 1 0,-41 12 0,12-2 0,9-2-62,3-2 1,8-6 61,3 1 0,13-8 0,4 1 0,13-3 0,5-2 0,4 8 0,11-6 0,8 4 395,0-5 1,15-1-396,-3 0 0,3 0 33,2 0 0,2 0 1,4 0-1,4 0-33,0 0 0,3 8 0,-7 4 0,0-5 0,2 9 0,2-7 0</inkml:trace>
  <inkml:trace contextRef="#ctx0" brushRef="#br0" timeOffset="5">18706 14236 8912,'9'-8'0,"-1"-3"0,-8-10 0,0-2 0,0 2 0,-2 2 0,-2 2 0,-1-1 0,-9 9 0,3 3 0,-5 4 0,-7 10 0,-1 5 0,-5 8 0,-7 8 0,-1 11 0,-9 6 0,0 9 0,-5 3 0,-1 5 0,-1-2 0,-5 2 0,-5 2 0,4 3-127,2-10 1,5-9 126,6-8 0,6-7 0,11-5 0,6-5 0,12-6 0,3-9 0,8-1 0,10-8 0,5 0 0,10 0 0,7 0 0,7 0 0,12 0 0,3 0 0,3 0 0,4 0 0,8 0 0,-2 6 0,-4 1 0,-5 3 126,-5 3 1,-3-3-127,-4 1 0,2 1 0,-8 5 0,-8 0 0,-9 0 0,-4-5 0,-2-1 0,-1 1 0,-5 5 0,-3 0 0,-8 0 0,-2 6 0,-4 0 0,-11 0 0,-17-6 0,-10 0 0</inkml:trace>
  <inkml:trace contextRef="#ctx0" brushRef="#br0" timeOffset="6">18534 16230 8912,'-2'18'0,"-2"-1"0,-4 0 0,-1 0 0,-5 0 0,5 8 0,-3 4 0,-1 3 0,-2 3 0,-1-1 0,5 0 0,-2-1 0,7-4 0,0-5 0,6-6 0,0-9 0,0 6 0,0-13 0,0 4 0,0-12 0,2-3 0,4-8 0,-2-10 0,7-8 0,-5-8 0,5-15 0,6-3 0,6-8 0,2 1-136,-2-1 1,-2 0 135,8 0 0,-8 16 0,2 7 0,-4 15 0,-2 8 0,-5 12 0,-1 5 0,1 6 0,5 6 0,0 13 0,0 15 0,8 3 0,4 9 0,-2-1 0,1 7 0,1-2 135,5-5 1,1 1-136,-1-11 0,-5-1 0,-2-15 0,-3-5 0,-2-5 0,-3-3 0,-2-6 0,0-10 0,0-7 0,0-10 0,1-13 0,3-4 0,-4-7 0,2-7 0,-13 1 0,5-8 0,-5 2 0,0-4 0,-6-2 0,0 10 0,0 8 0,-2 9 0,-2 13 0,-4 8 0,-1 8 0,3 13 0,-5 11 0,5 14 0,-6 9 0,9 1 0,-3 5 0,4-4 0,2-2 0,0 1 0</inkml:trace>
  <inkml:trace contextRef="#ctx0" brushRef="#br0" timeOffset="7">19824 15955 8912,'-34'33'0,"0"-7"0,-1-8 0,8-5 0,4-2 0,4 3 0,2 15 0,2-1 0,3 7 0,7-1 0,3 0 0,6-1 0,7-5 0,2 3 0,16-8 0,0-2 0,5-10 0,1-3 0,-1-8 0,0-8 0,1-3 0,-7-12 0,1-6 0,-8-5 0,2-6 0,-6-6 0,-5-4 0,-5-1 0,-7-1 0,-1 3 0,-5 3 0,-9-2 0,-8 8 0,-2 2 0,2 9 0,-2 4 0,-4 8 0,-3 7 0,3 5 0,-2 12 0,5 10 0,7 8 0,5 2 0,12 6 0,2-5 0,16-3 0,10 0 0</inkml:trace>
  <inkml:trace contextRef="#ctx0" brushRef="#br0" timeOffset="8">20633 15405 8912,'-2'-40'0,"-2"2"0,-1 5 0,-1 14 0,6 13 0,0 12 0,8 4 0,1 7 0</inkml:trace>
  <inkml:trace contextRef="#ctx0" brushRef="#br0" timeOffset="9">20650 15439 8912,'6'44'0,"0"8"0,7 7 0,-5 2 0,3-3 0,5-3 0,-5 2 0,-1 1 0,1 10 0,-7-10 0,2 5-456,-4-8 1,-10 4 0,-2 3 0</inkml:trace>
  <inkml:trace contextRef="#ctx0" brushRef="#br0" timeOffset="10">20719 16574 8912,'-11'-6'0,"-1"1"0,7-7 0,-7 7 0,8-1 0,-3 6 0,7 0 0,7 0 0,-5 0 0,13 0 0,-5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20.2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5266 1358 8912,'-17'-21'0,"-1"2"0,1 4 0,6 9 0,1 4 0,3 14 0,3 16 0,2 14 0,2 16 0,0 7 0,2 5 0,3 5 0,11 7 0,9-2 0,-1 2 0,1-1 0,6 1 0,-4-10 0,-1-5 0,-3-8 0,-3-11 0,-3-2 0,0-12 0,-2-3 0,-3-12 0,-5-15 0,-7-4 0,-7-17 0,-5-18 0,-11-14 0,-3-13 0</inkml:trace>
  <inkml:trace contextRef="#ctx0" brushRef="#br0" timeOffset="1">5094 1496 8912,'-8'9'0,"-1"-1"0,-9-8 0,9 0 0,5-10 0,15-7 0,14-9 0,12-7 0,14-9 0,12-4 0,6-7-399,6 1 1,-3-1 398,9 12 0,-9 9 0,3 9 0,-8 12 64,-10 5 1,-11 21-1,-23 14-64,-11 13 0,-16 23 0,-6 5 0</inkml:trace>
  <inkml:trace contextRef="#ctx0" brushRef="#br0" timeOffset="2">5386 2063 8912,'18'8'0,"-3"-8"0,-4-10 0,5-7 0,-5-6 0,4-4 0,4-7 0,3 2 0,0 3 0,11-2 0,1 8 0,3-5 0,9 5 0,-8-6 0,2 6 0,-4-7 0,-1 3 0</inkml:trace>
  <inkml:trace contextRef="#ctx0" brushRef="#br0" timeOffset="3">6075 1633 8912,'-8'16'0,"-3"-3"0,-5-2 0,-1 3 0,2 7 0,3 2 0,-1 7 0,7-1 0,2 3 0,2 3 0,2-1 0,0 1 0,8-1 0,4 0 0,5-5 0,6 0 0,-2-10 0,7-2 0,-7-2 0,4-9 0,0-2 0,4-2 0,-2-6 0,1-8 0,-7-1 0,2-16 0,-4 1 0,-3-9 0,-5-3 0,-5-5 0,-4-5 0,-2-2 0,0 1 0,0-1 0,0 8 0,0 4 0,-6 11 0,0 6 0,-7 10 0,1 13 0,5 15 0,1 31 0,6 2 0,6 15 0,3-2 0,9 2 0,-1 2 0,2-9 0,4-5 0,6-3 0,3-12 0,2-1 0,1-16 0,-1-14 0,1-3 0,-1-2 0,-7-9 0,-4-8 0,-4-16 0,-2-13 0,-7-3 0,5-11 0,-5-1 0</inkml:trace>
  <inkml:trace contextRef="#ctx0" brushRef="#br0" timeOffset="4">6694 1152 8912,'0'11'0,"0"1"0,0-1 0,0 7 0,0 1 0,0 4 0,0 11 0,0 12 0,0 5 0,0 7 0,2 3 0,4 8 0,9-1 0,8 1 0,8-2 0,-3-4 0,5-6 0,1-11 0,1-11 0,-1-13 0,-5-10 0,-1-6 0,-7-6 0,2-8 0,-2-9 0,2-10 0,-3-13 0,2-6 0,-4-11 0,-7-6 0,3-6 0,-9-5 0,1 3-165,-6-4 1,0-1 164,0 1 0,-2 1 0,-4 5 0,-3 14 0,-8 7 0,1 10 0,5 11 0,-3 16 0,9 11 0,-1 11 0,6 18 0,0 9 0,0 19 0,0 10 0,0 8 0,6 7-206,-1-2 0,9 4 206,-3 2 0,5-8 0,1-3 0,0-6 109,0-6 1,6 0-110,0-12 0,6-11 0,-6-17 0,5-11 0,-5-7 0,6-5 0,-6-5 0,0-12 0,-6-10 0</inkml:trace>
  <inkml:trace contextRef="#ctx0" brushRef="#br0" timeOffset="5">8260 1427 8912,'-27'27'0,"-5"-4"0,-4-4 0,3-2 0,6 0 0,10 0 0,2 6 0,1 4 0,5 4 0,1 5 0,4 2 0,10-3 0,6-1 0,11 0 0,-2-1 0,5-5 0,1-5 0,0-4 0,2-7 0,5-1 0,-5-7 0,-1 2 0,-5-14 0,6-9 0,-8-2 0,2-10 0,-12-1 0,-5-10 0,2 1 0,-2-6 0,-8-3 0,-10-6 0,-3 1 0,-2 3 0,-8 12 0,-4 4 0,2 1 0,-1 10 0,-1 8 0,-5 9 0,5 6 0,0 6 0,14 5 0,-2 12 0,11-2 0,0 8 0,12-8 0,3 4 0</inkml:trace>
  <inkml:trace contextRef="#ctx0" brushRef="#br0" timeOffset="6">8914 1427 8912,'-17'0'0,"0"0"0,-1 2 0,1 4 0,6 3 0,-1 8 0,7 3 0,-7 2 0,8 7 0,-1 9 0,5 2 0,5-1 0,5 1 0,7-6 0,0 4 0,0-9 0,1-10 0,-1-2 0,0-11 0,0 0 0,6-6 0,0-6 0,-2-5 0,-9-12 0,3-4 0,-5-7 0,1-3 0,0-3 0,-7 4 0,2-4 0,-4 3 0,-2 3 0,2 7 0,4 4 0,-4 4 0,5 10 0,-7 5 0,0 15 0,6 8 0,0 16 0,7 1 0,0 2 0,7 4 0,2 2 0,3-6 0,-2 3 0,4-13 0,7-5 0,1-6 0,-1-5 0,1-5 0,-3-7 0,-1-3 0,-2-9 0,-3-3 0,3-19 0,-4 1 0,-8-13 0,0 0 0,0-13 0,1-2 0</inkml:trace>
  <inkml:trace contextRef="#ctx0" brushRef="#br0" timeOffset="7">9654 825 8912,'-17'0'0,"0"0"0,1 8 0,5 3 0,-3 12 0,9 6 0,-7 13 0,7 10 0,-1 9 0,6 11 0,2 5 0,3 1 0,7 0 0,11 3 0,-2-11 0,8-7 0,-3-7 0,3 1 0,2-7 0,-8-10 0,5-2 0,-5-15 0,0-8 0,-6-9 0,1-6 0,-3-6 0,-4-5 0,3-14 0,-9-9 0,7-3 0,-6-9 0,5 6 0,-5-6 0,0 2 0,-6-1 0,0 3 0,0 7 0,0 8 0,0 5 0,0 2 0,0 3 0,0 15 0,0 10 0,0 13 0,0 13 0,0 7 0,0 4 0,0 9 0,0-8 0,7 7 0,5-7 0,9-4 0,2-2 0,5-11 0,-5-6 0,8-12 0,-2-5 0,1-8 0,-1-9 0,1-9 0,-7-14 0,0-2 0,-5-2 0,-3-4 0,-4-2 0,3 5 0,-9-1 0,1 2 0,-6-2 0,0 11 0,0 1 0,0 12 0,0 5 0,0 7 0,0-2 0,0 12 0,0 6 0,2 5 0,4 4 0,3 4 0,1 1 0,5 3 0,-3 5 0,3-5 0,2 0 0,0-6 0,1 5 0,-1-7 0,0 2 0,-5-4 0,-1-1 0,-7-7 0,2 0 0,-8-7 0,-10 2 0,1-12 0,-22-3 0,6-8 0</inkml:trace>
  <inkml:trace contextRef="#ctx0" brushRef="#br0" timeOffset="8">9671 1393 8912,'-34'0'0,"-1"-6"0,1 0 0,2 0 0,3 6 0,12-7 0,19 5 0,15-4 0,15 2 0,14-1 0,17 1 0,6-8 0,17 1-281,0-6 0,8-1 281,-8 1 0,4-8 0,-12-1 0</inkml:trace>
  <inkml:trace contextRef="#ctx0" brushRef="#br0" timeOffset="9">10928 1169 8912,'-18'0'0,"1"0"0,0 0 0,5 8 0,3 3 0,1 5 0,4 3 0,10 4 0,0 5 0,11 12 0,-2 0 0,14 12 0,0-2 0,5 13 0,-5-2 0,-1 2 0,-1 4 0,2-4 0,-6-4 0,-12-2 0,-5-5 0,-4-6 0,-4-4 0,-4-8 0,-5-3 0,-12-8 0,2-2 0,-8-16 0,6 1 0,-5-6 0,-1-9 0,-5-9 0,-1-3 0,1-13 0,-6-6 0,-1-17-473,-6-12 1,3-17 0,18 38-1,0 0 1</inkml:trace>
  <inkml:trace contextRef="#ctx0" brushRef="#br0" timeOffset="10">10446 1100 8912,'-10'-17'0,"-5"0"0,3 0 0,5 0 0,1-1 0,12 7 0,5-1 0,8 9 0,10-3 0,7 2 0,18 0 0,3-1 0,4-9 0,8 5 0</inkml:trace>
  <inkml:trace contextRef="#ctx0" brushRef="#br0" timeOffset="11">11495 1324 8912,'-34'27'0,"0"-10"0,-1-11 0,6 1 0,3 1 0,1 1 0,4 5 0,7 1 0,3 2 0,7 6 0,0 2 0,8 0 0,8 0 0,5-1 0,6-1 0,4-9 0,7 3 0,0-6 0,1 1 0,-3-4 0,-3-8 0,-4-8 0,-8-4 0,-2-3 0,-3-2 0,-5-2 0,-7-4 0,-7 2 0,-5-8 0,-11 3 0,-5-5 0,-3 4 0,2 2 0,-3 2 0,3 6 0,2 8 0,-1 3 0,7-2 0,-2 3 0,4 1 0,1 10 0,9 3 0,3 8 0,4 2 0,2 4 0,10-6 0,7 1 0,8-3 0,9-9 0,8-1 0,4-5 0,4 0 0,2 0 0,-1-7 0,1-5 0,-8-9 0,-4-2 0,-6-1 0,-5 1 0,-4 4 0,-8-4 0,0 3 0,-7 3 0,-2 0 0,-8 15 0,0 8 0,0 13 0,0 4 0,0 2 0,0-2 0,5-2 0,1 7 0,0-1 0,-6 2 0,6-2 0,-1-5 0,1-2 0,-6 2 0,6-2 0,-1-3 0,1-4 0,-6-7 0,0-16 0,0-16 0</inkml:trace>
  <inkml:trace contextRef="#ctx0" brushRef="#br0" timeOffset="12">11805 1032 8912,'-34'-23'0,"1"0"0,5 2 0,5 2 0,9 7 0,3 1 0,7 7 0,-4-4 0,12 8 0,8 0 0,3 0 0,17 2 0,7 2 0,3 2 0,2-1 0,2-5 0,-4 0 0,0 0 0,2 0 0</inkml:trace>
  <inkml:trace contextRef="#ctx0" brushRef="#br0" timeOffset="13">12218 1272 8912,'-9'17'0,"-7"1"0,14-9 0,-5 7 0,7-5 0,0-1 0,0 1 0,5 0 0,1 7 0,0-1 0,-6 0 0,2-6 0,4 1 0,-4-8 0,5 3 0,-7-7 0,0-7 0,0-5 0,6-11 0,0-5 0,7-5 0,-2-1 0,5-6 0,1 0 0,2 1 0,4 3 0,-4 4 0,4 3 0,2 0 0,-2 12 0,6-2 0,-6 13 0,1 2 0,-1 10 0,-4 11 0,4 12 0,-3 9 0,-3 2 0,0 2 0,0-1 0,-5-5 0,-1 4 0,-1-4 0,1-1 0,4-9 0,-1-5 0,5-7 0,4-8 0,7-5 0,-3-1 0</inkml:trace>
  <inkml:trace contextRef="#ctx0" brushRef="#br0" timeOffset="14">13165 963 8912,'-18'9'0,"-6"-1"0,4-8 0,5 0 0,15 0 0,10 0 0,13 0 0,5 0 0,12 0 0,4 0 0,0 0 0,6 0 0,-4 0 0,2-6 0,-2 1 0,3-7 0,-3 4 0,4-1 0,2-4 0,-8-3 0,-2-9 0,-8-1 0</inkml:trace>
  <inkml:trace contextRef="#ctx0" brushRef="#br0" timeOffset="15">13320 1307 8912,'-27'17'0,"2"-6"0,8 1 0,5-8 0,1 1 0,11-3 0,5-4 0,18-3 0,14-7 0,9-9 0,11-2 0,4-7 0,6 3 0,0-2 0,2 1 0,-10-3 0,10-9 0,-12-12 0,3-9 0</inkml:trace>
  <inkml:trace contextRef="#ctx0" brushRef="#br0" timeOffset="16">16383 946 8912,'-8'34'0,"-2"-5"0,-9-3 0,-2 1 0,-2 2 0,2 7 0,2 8 0,4 10 0,2 5 0,3 6 0,2 0 0,3 0 0,5 3 0,0 3 0,1 2 0,3-1 0,2-5 0,6-8 0,-7-13 0,7-4 0,-7-7 0,7-9 0,-6-3 0,1-11 0,-3-8 0,2-8 0,-2-8 0,-10-18 0,-4-7 0,-7-14 0</inkml:trace>
  <inkml:trace contextRef="#ctx0" brushRef="#br0" timeOffset="17">16107 1272 8912,'0'-34'0,"0"1"0,0 3 0,0 1 0,4 6 0,8-5 0,3 5 0,19-6 0,6 0 0,18-5 0,-3 2 0,8 3 0,-1 6 0,1 11 0,-6 7 0,-3 3 0,-18 9 0,-7 5 0,-16 11 0,-7 6 0,-8 11 0,-10 5 0,-7 11 0,-15 1 0,-6 8 0,-1-2 0,-4-2-128,4 2 1,3-1 127,10 1 0,-3-4 0,8-8 0,6 3 0,5 3 0,10-11 0,2-2 0,12-12 0,9-9 0,15-5 0,16-7 0,9-5 0,6-4 0,2-4 0,0-4 0,-1-5 0,1-5 0,-6-1 0,0 0 0,-7 0 0,5-4 0,-7 0 0,-3 0 0,-3-2 0</inkml:trace>
  <inkml:trace contextRef="#ctx0" brushRef="#br0" timeOffset="18">17639 1272 8912,'0'-11'0,"-2"1"0,-2 1 0,-2-1 0,-1 6 0,1-1 0,4 12 0,-4 10 0,4 12 0,2 9 0,0 2 0,0 10 0,0 4 0,0-1 0,6 6 0,0-1 0,0-3 0,1-1 0,-5-5 0,4-3 0,-2-4 0,2-8 0,-3-1 0,9-4 0,-8-20 0,3-11 0</inkml:trace>
  <inkml:trace contextRef="#ctx0" brushRef="#br0" timeOffset="19">17777 1014 8912,'-44'8'0,"2"-6"0,7 4 0,8-3 0,4 3 0,4-4 0,4 6 0,3-1 0,7-5 0,10 4 0,7-4 0,11-2 0,-4-6 0,4 1 0,4-1 0,1 6 0,-3 0 0,-2 0 0,4-8 0,0-1 0</inkml:trace>
  <inkml:trace contextRef="#ctx0" brushRef="#br0" timeOffset="20">18430 1289 8912,'-26'-17'0,"-7"0"0,5 0 0,-7 2 0,-3 3 0,-4 6 0,-2 5 0,0 14 0,-2 4 0,-2 12 0,8-1 0,8 11 0,9 1 0,5 2 0,7-2 0,3-4 0,8 4 0,2-5 0,4-7 0,5-3 0,10-10 0,4-3 0,2-6 0,0-4 0,1-2 0,3-14 0,-8-3 0,6-6 0,-6 0 0,0 2 0,-6-8 0,0 8 0,0-1 0,-2 2 0,-1 3 0,-3 0 0,-7 0 0,11 7 0,-13 20 0,4 18 0,-2 16 0,2 12 0,-4 11 0,3 7 0,-1 8-197,2-1 0,2 1 197,3-2 0,2 0 0,-7-13 0,-2-12 0,-2-11 0,-2-9 0,0-7 0,-8 1 0,-3-12 0,-5-3 0,-1-14 0,0 0 0,0 0 0,-6-10 0,0-7 0,2-10 0,2-5 0,9-10 0,-5-10 0,5-9 0</inkml:trace>
  <inkml:trace contextRef="#ctx0" brushRef="#br0" timeOffset="21">18585 997 8912,'-5'-17'0,"-3"0"0,0 0 0,1-1 0,-5 13 0,6 10 0,1 20 0,5 21 0,0 6 0,2 5 0,1 8 0,3 8 0,8-3 0,-3 5 0,-1-5-122,1-1 0,-1 0 122,1 0 0,4-8 0,-3-4 0,-4-13 0,-3-9 0,-3-16 0,-2-14 0,0-10 0,0-13 0,0-10 0,0-12 0,0-6 0,6-4 0,2-1 0,1-1 0,5 0 0,1 1 122,2-1 0,0 10-122,0 8 0,1 7 0,-1 10 0,6 7 0,0 5 0,2 12 0,-2 10 0,-2 8 0,5 10 0,1-1 0,0 0 0,-4 1 0,6-1 0,-7-1 0,7-5 0,-6 3 0,6-8 0,-6-8 0,5-9 0,-7-6 0,4-6 0,-2-7 0,0-8 0,0-2 0,-6-12 0,1 5 0,-1-10 0,-2-4 0,-3-2 0,1-9 0,-7-7 0,-3-4 0,-1-11 0,-2-11 0,0-3 0,-5 8 0,-1 15 0,0 16 0,6 18 0,0 15 0,-6 15 0,1 17 0,1 18 0,2 16 0,2 20 0,0 14 0,0 4-280,0 7 1,0-4 279,0 4 0,6 1 0,-1-1 0,9-6 0,-3-8 0,5-3-28,1-8 1,0-8 27,0-13 0,0-12 0,1-11 0,-1-6 0,0-5 0,-2-12 0,-3-12 0,-5-11 0,-7-3 0</inkml:trace>
  <inkml:trace contextRef="#ctx0" brushRef="#br0" timeOffset="22">19205 1324 8912,'-27'0'0,"4"-2"0,4-2 0,2-2 0,0 1 0,7 5 0,2 0 0,24-2 0,7-4 0,9-4 0,8 1 0,12-12 0,11 4 0,6-2 0,5 7 0,-3-3-127,4 3 0,-4-3 127,-3-2 0,9 0 0,1 0 0</inkml:trace>
  <inkml:trace contextRef="#ctx0" brushRef="#br0" timeOffset="23">20513 1255 8912,'-17'0'0,"-6"0"0,0 2 0,0 2 0,-2 2 0,4 13 0,-6 0 0,2 6 0,4 5 0,4 8 0,5 2 0,7 8 0,12-2 0,11 2 0,8-2 0,3-6 0,5-12 0,-7-3 0,13-7 0,-13-9 0,8-3 0,-11-14 0,3-7 0,-2-10 0,-4-7 0,-4 1 0,-5-9 0,1 2 0,-7-2 0,0 3 0,-6-3 0,-8 4 0,-4 1 0,-3 1 0,-2 2 0,-2 1 0,-4 2 0,4 10 0,-4 2 0,-4 8 0,8 14 0,-4 1 0,12 7 0,5-1 0,12 11 0,3 3 0</inkml:trace>
  <inkml:trace contextRef="#ctx0" brushRef="#br0" timeOffset="24">21081 1272 8912,'-8'-17'0,"-2"0"0,-7 0 0,0 0 0,0 7 0,7 6 0,4 16 0,5 1 0,1 16 0,1-1 0,5-1 0,2 6 0,3-5 0,5-3 0,-5-2 0,4-4 0,3-2 0,-7 0 0,1 1 0,-1-9 0,6-3 0,0-4 0,1-2 0,-1 0 0,-6-14 0,1-3 0,-3-10 0,3 5 0,1-9 0,-7 2 0,0-3 0,-6-3 0,5 7 0,1-1 0,0 8 0,-6 0 0,0 15 0,0 8 0,0 16 0,0 6 0,0 5 0,0 3 0,2 3 0,2-1 0,1 1 0,9-9 0,-3-3 0,5-4 0,1-1 0,2-9 0,4-3 0,-4-4 0,4-2 0,4-8 0,1-3 0,3-12 0,-2-6 0,3-3 0,-5-3 0</inkml:trace>
  <inkml:trace contextRef="#ctx0" brushRef="#br0" timeOffset="25">21941 550 8912,'-32'0'0,"1"0"0,2 0 0,8 6 0,-2 0 0,4 9 0,2 0 0,2 10 0,3 8 0,-1 5 0,7 13 0,0 14 0,6 4 0,2 11 0,4 0 0,4-3 0,7-3 0,0-5 0,0-6 0,2-13 0,4-16 0,-4-3 0,4-14 0,-2-4 0,2-13 0,-4-1 0,4-5 0,-4-4 0,-1-9 0,-1-4 0,0-5 0,-5 1 0,-1-2 0,-7 0 0,2-5 0,1-6 0,-1 0 0,0 5 0,-6 7 0,0 7 0,0-2 0,0 4 0,0 2 0,0 7 0,0 4 0,0 12 0,-2 11 0,-2 12 0,-2 5 0,2 6 0,3-1 0,1 6 0,5-6 0,1 1 0,7-6 0,-1-5 0,9-4 0,2-8 0,6-8 0,-7-3 0,9-6 0,-2-6 0,3-7 0,3-8 0,-7 0 0,1-8 0,-6 1 0,6-7 0,-8 1 0,2 0 0,-6 5 0,-6 0 0,5 8 0,-14 2 0,5 10 0,-1 3 0,0 8 0,-1 7 0,-5 14 0,0 6 0,0 11 0,6-4 0,0 4 0,5 2 0,-5-1 0,7-1 0,-3-6 0,1-1 0,1-5 0,-3-3 0,3-8 0,3-7 0,-5-10 0,7-10 0</inkml:trace>
  <inkml:trace contextRef="#ctx0" brushRef="#br0" timeOffset="26">21666 1014 8912,'-69'27'0,"8"-10"0,3-11 0,20-4 0,15-2 0,23 0 0,19 0 0,21 0 0,24-8 0,27-3 0,-39-2 0,1-3-58,10 0 1,1-2 0,-3-4 0,0 0 0,2 2 0,0 0 0,-1 0 0,-1 0 57,-1-1 0,0 0 0,0-1 0,1 0 0,-1-4 0,0 0 0</inkml:trace>
  <inkml:trace contextRef="#ctx0" brushRef="#br0" timeOffset="27">23679 1204 8912,'-17'0'0,"0"0"0,1-2 0,7-2 0,9-2 0,9 0 0,16 6 0,10-2 0,11-3 0,11-7 0,12-3 0,0-2 0,5 0 0,-3 1 0,-2 5 0,-2-3 0,-4 9 0,-6 1 0,-3 2 0,-10-4 0,-6 1 0,-6 1 0,-3 2 0,-10-6 0,-2-3 0,-7-20 0,-10-5 0</inkml:trace>
  <inkml:trace contextRef="#ctx0" brushRef="#br0" timeOffset="28">24023 739 8912,'-38'0'0,"2"0"0,7 4 0,8 8 0,8 11 0,13 22 0,2 11 0,3 18 0,9 6 0,7 5 0,5 1 0,9-1 0,-1-2 0,1-9 0,-3-7 0,-3-15 0,-6-1 0,-4 1 0,4-3 0,0-3 0,-6-11 0,-5-12 0,-9-12 0,5-3 0,-8-8 0</inkml:trace>
  <inkml:trace contextRef="#ctx0" brushRef="#br0" timeOffset="29">25951 671 8912,'0'-12'0,"0"1"0,-2-1 0,-4 3 0,2 5 0,-7 15 0,-3 12 0,-1 8 0,-2 18 0,0 9 0,1 7 0,5 3 0,-4 9 0,3 3 0,3-4 0,-1-1 0,2-4 0,5-3 0,1-5 0,2 1 0,0-11 0,0-1 0,7-3 0,5-11 0,5-3 0,6-5 0,4-16 0,7-3 0,2-7 0,5-4 0,10-15 0,12-8 0,4-10 0,2-7 0,-6-2 0,-2-5 0,-1 1 0,-5-2 0,-15 0 0,-5 2 0,-18-1 0,0 6 0,-11 1 0,-1 6 0,-3 0 0,-2-1 0,-13 8 0,-4 4 0,-6 6 0,2 6 0,-2 5 0,2 4 0,2 12 0,2 7 0,-1 10 0,1 13 0,2 4 0,3 7 0,5 1 0,7-1 0,2 3 0,3-1 0,9-1 0,7-8 0,6-6 0,7-3 0,8-14 0,4-4 0,4-13 0,1-4 0,7-10 0,-1-13 0,8-6 0,-4-9 0,2-4 0,0-2 0,-9 4 0,-2-6 0,-3 6 0,-9-6 0,-7 8 0,-8-12 0,-8 7 0</inkml:trace>
  <inkml:trace contextRef="#ctx0" brushRef="#br0" timeOffset="30">27396 602 8912,'-7'-10'0,"-3"-5"0,-5 3 0,-1-1 0,-1 2 0,4-5 0,-12 7 0,2-1 0,0 5 0,-8 5 0,3 5 0,-3 12 0,1 14 0,3 7 0,2 8 0,4 8 0,9 9 0,5 7 0,7 16 0,0 2 0,2 2 0,3 2 0,7-3 0,3 1-125,2-10 0,-5-3 125,-1-26 0,1 3 0,5-14 0,-2 0 0,-3-5 0,3-9 0,-13-9 0,6-32 0,-8-13 0</inkml:trace>
  <inkml:trace contextRef="#ctx0" brushRef="#br0" timeOffset="31">26880 1358 8912,'-33'-11'0,"5"1"0,5 1 0,4-1 0,9 6 0,2-3 0,18 7 0,7 0 0,18-2 0,18-4 0,12-5 0,8-5 0,3-1 0,-1 0 0,-4 0-176,3 0 0,3-6 176,-3 0 0,1-16 0,-6 3 0</inkml:trace>
  <inkml:trace contextRef="#ctx0" brushRef="#br0" timeOffset="32">27981 688 8912,'-9'-8'0,"-7"-1"0,7-1 0,-8 4 0,5 6 0,1 6 0,-1 13 0,-5 15 0,7-7 0,3 6 0</inkml:trace>
  <inkml:trace contextRef="#ctx0" brushRef="#br0" timeOffset="33">27826 1066 8912,'0'59'0,"0"2"0,0 6 0,2-2 0,4-2 0,6-9 0,10-3 0,0-7 0,6-9 0,-7-9 0,4-8 0,-8-11 0</inkml:trace>
  <inkml:trace contextRef="#ctx0" brushRef="#br0" timeOffset="34">27620 1341 8912,'0'-17'0,"0"0"0,2-1 0,4 1 0,3 2 0,8 4 0,16-10 0,7 5 0,12 1 0,11 2 0,4 1 0,19-5 0,-2-2-210,-36 8 0,1-1 0,0-1 0,0-1 1,2-3-1,1 0 0</inkml:trace>
  <inkml:trace contextRef="#ctx0" brushRef="#br0" timeOffset="35">29238 842 8912,'-69'21'0,"0"-5"0,2-7 0,4-5 0,5 11 0,13 3 0,3 16 0,9 2 0,6 8 0,10 10 0,7-1 0,10 10 0,2-7 0,4 1 0,9-5 0,8-7 0,8-3 0,-2-7 0,3-14 0,3-6 0,-1-5 0,0-7 0,1-8 0,-1-7 0,1-11 0,-1-5 0,-1-5 0,-5-1 0,1-8 0,-12-4 0,2 2 0,-13-2 0,0 0 0,-8-5 0,-6-1 0,-9 1 0,-2 7 0,-10 4 0,0 3 0,-5 3 0,7 9 0,4 8 0,4 7 0,2 10 0,7 0 0,10 0 0,10 0 0</inkml:trace>
  <inkml:trace contextRef="#ctx0" brushRef="#br0" timeOffset="36">29547 1066 8912,'0'10'0,"-5"-1"0,-1-3 0,-6-2 0,7 7 0,-9-5 0,3 5 0,1 1 0,1 5 0,1 0 0,4 0 0,2 6 0,2 0 0,0 0 0,0-6 0,8 0 0,3 1 0,5-3 0,1-4 0,0 3 0,2-8 0,2-3 0,2-1 0,2-4 0,-2-3 0,-4-7 0,4-11 0,-10 2 0,-1-7 0,-8 1 0,1-2 0,-3-1 0,-2 7 0,0 0 0,0 6 0,0 7 0,0 12 0,0 15 0,0 8 0,0 9 0,6 1 0,0-1 0,7 2 0,-1 5 0,11-11 0,5 3 0,5-9 0,1-8 0,6-7 0,1-9 0,4-2 0,-4-3 0,-1-15 0,-6-14 0,1-2 0,-1-10 0,-3 0 0,-7-7 0,-6-5 0,-5-3 0,4-8 0</inkml:trace>
  <inkml:trace contextRef="#ctx0" brushRef="#br0" timeOffset="37">30408 585 8912,'-17'-6'0,"-1"0"0,1-2 0,0 3 0,0 3 0,-1 9 0,1 16 0,8 10 0,3 9 0,4 9 0,2 11 0,0 6 0,0 7 0,8 1-132,3 5 0,4-7 132,3-11 0,7-4 0,3-7 0,-3-14 0,-2-4 0,2-18 0,-2-5 0,-2-7 0,-2-4 0,-2-2 0,0-4 0,1-11 0,-1-11 0,2-5 0,4-1 0,-10-6 0,4-1 0,-5-6 66,-1 1 0,-3 4 0,-8 2 0,0 5-66,0 7 0,0 3 0,-2 15 0,-4 5 0,-3 10 0,-8 7 0,5 16 0,1 7 0,1 11 0,-1-1 0,3 5 0,8 0 0,0-2 0,0-3 0,8-6 0,3 1 0,12-14 0,6-8 0,5-3 0,6-9 0,-3-2 0,3-10 0,-4-10 0,-1-8 0,-3-3 0,-3-4 0,1-7 0,-7-2 0,-2 2 0,-9 9 0,3-3 0,-13 13 0,4-4 0,-4 11 0,-2 6 0,0 12 0,0 8 0,0 7 0,0 5 0,0 9 0,0-1 0,0 0 0,0 5 0,0-5 0,5 4 0,1-9 0,6-4 0,-7-2 0,9-6 0,-3-6 0,-3-3 0,-1-23 0,-7-4 0</inkml:trace>
  <inkml:trace contextRef="#ctx0" brushRef="#br0" timeOffset="38">30184 842 8912,'-44'8'0,"-2"-6"0,12 4 0,5-2 0,18 1 0,7-3 0,17 4 0,16-4 0,28-4 0,23-4 0,-25 1 0,3-1 0,7-5 0,2-1 0,6 0 0,0-1-283,-2-1 0,1-1 1,-1 0-1,-1 0 283,-3 3 0,-2 1 0,-2-1 0,-3 1 0,-8 3 0,-1-1 0,41-16 0,-23-2 0</inkml:trace>
  <inkml:trace contextRef="#ctx0" brushRef="#br0" timeOffset="39">25073 3490 8912,'-15'12'0,"1"-3"0,3-1 0,9-4 0,2-10 0,2 4 0,9-4 0,3 4 0,-7-5 0,9 5 0,-7-6 0</inkml:trace>
  <inkml:trace contextRef="#ctx0" brushRef="#br0" timeOffset="40">15040 13703 8912,'18'-2'0,"-1"-4"0,-2-5 0,-2-3 0,-3 1 0,-2 2 0,-1-1 0,-3-5 0,2 0 0,0 0 0,-6-1 0,0 1 0,0 0 0,0 0 0,0 0 0,0 5 0,0 1 0,0 7 0,-2-4 0,-4 8 0,2 0 0,-7 0 0,-1 0 0,-5 0 0,7 2 0,5 4 0,3-2 0,2 7 0,0-7 0,0 2 0,0-12 0,2-4 0,3-7 0,-1 0 0,8 0 0,-1-2 0,6-4 0,-7 4 0,5-6 0,-5 8 0</inkml:trace>
  <inkml:trace contextRef="#ctx0" brushRef="#br0" timeOffset="41">15230 13204 8912,'0'-9'0,"0"-7"0,0 13 0,0-9 0,0 8 0,-2-5 0,-4 3 0,-4 4 0,-9-4 0,-2 5 0,-2 1 0,-7 0 0,11 7 0,-6 3 0</inkml:trace>
  <inkml:trace contextRef="#ctx0" brushRef="#br0" timeOffset="42">14868 13256 8912,'-25'17'0,"-1"8"0,-9 2 0,3 1 0,3 1 0,-3 0 0,3 7 0,-2 2 0,3 2 0,-3 0 0,8-5 0,-6-1 0,6 1 0,0-1 0,6 0 0,-6-1 0,0-5 0,0 11 0,6-5 0,0-11 0,0-8 0</inkml:trace>
  <inkml:trace contextRef="#ctx0" brushRef="#br0" timeOffset="43">14318 13978 8912,'0'25'0,"-8"-6"0,6 8 0,-4-6 0,4 2 0,2-6 0,0-6 0,2-1 0,4 3 0,7-3 0,8-3 0,1 1 0,6-2 0,-5 1 0,6 5 0,-6 3 0,5-3 0,-7 5 0,2 6 0,-3-2 0,-5 6 0,-4-1 0,-5 1 0,-4 2 0,-2 5 0,-8 6 0,-3 0 0,3-7 0,1-8 0</inkml:trace>
  <inkml:trace contextRef="#ctx0" brushRef="#br0" timeOffset="44">14421 14717 8912,'-35'52'0,"1"-1"0,5 1 0,1 0 0,7-1 0,-2-9 0,11-7 0,-1-3 0,7-9 0,2-2 0,2-2 0,2-7 0,0-1 0,6-5 0,0 5 0,9-1 0,2 1 0,2 5 0,10-5 0,2 4 0,9 3 0,-4 1 0,4 4 0,-5 5 0,-7 5 0,1 9 0,-12 4 0,4 9 0,-9 2 0,-4 8 0,-3-2 0,-3 10-137,-2 1 0,0 5 137,0-11 0,-6 5 0,5-10 0,4 0 0,7-6 0,1-7 0</inkml:trace>
  <inkml:trace contextRef="#ctx0" brushRef="#br0" timeOffset="45">14593 16162 8912,'0'34'0,"8"0"0,-3-5 0,11-2 0,3-2 0,9-1 0,3-1 0,5 8 0,5 7 0,-1 6 0,2 0 0,2-2 0</inkml:trace>
  <inkml:trace contextRef="#ctx0" brushRef="#br0" timeOffset="46">14679 16557 8912,'10'-17'0,"-3"0"0,-7-1 0,0 1 0,0 0 0,0 0 0,0 0 0,0-1 0,0 1 0,0 0 0,0 0 0,-2 7 0,-5 5 0,-11 3 0,-1 11 0,-11 8 0,-7 10 0,-7 6 0,-5 9 0,-3 4 0,0 5 0,1 6 0,-1 5 0,1 6 0,1-7 0,6-3 0,9-7 0,11-5 0,6-6 0,7-11 0,3-4 0,8-8 0,2-7 0,4-5 0,11-3 0,12-2 0,3 0 0,3 0 0,7 0 0,4 0 0,3-7 0,3-5 0,0 3 0,-1-3 0,-7 8 0,-4-1 0,-11 5 0,-6 7 0,-6 10 0,-5 10 0,-12 7 0,-12 7 0,-13 4 0,-9 13 0,0-5 0,-7 5 0,13-20 0,3-6 0</inkml:trace>
  <inkml:trace contextRef="#ctx0" brushRef="#br0" timeOffset="47">14335 17571 8912,'-8'35'0,"-1"-1"0,-1-7 0,-5-2 0,15-10 0,0-4 0,7-3 0,11-8 0,5 0 0,0 0 0,5 0 0,-5 0 0,6-2 0,-6-4 0,5 5 0,-5-5 0,0 6 0,-7 7 0,-3 9 0,-2 5 0,-7 15 0,2-2 0,-4 12 0,-2 0 0,0 4 0,0 1 0,0 7 0,0-1 0,0-15 0,0-9 0</inkml:trace>
  <inkml:trace contextRef="#ctx0" brushRef="#br0" timeOffset="48">14610 18294 8912,'8'17'0,"1"0"0,9 0 0,-1-2 0,0-3 0,2-5 0,2-7 0,4 0 0,2 0 0,0 0 0,1 0 0,5 8 0,-5 4 0,3 3 0,-2 2 0,-4 0 0,-8 0 0</inkml:trace>
  <inkml:trace contextRef="#ctx0" brushRef="#br0" timeOffset="49">2599 13153 8912,'-8'-10'0,"6"-5"0,-6 3 0,3-3 0,-1-2 0,2 0 0,-4 5 0,3 1 0,1 7 0,10 0 0,3 8 0,1 8 0,5 12 0,-4 9 0,5 7 0,1 4 0,-2 2 0,-3 5 0,1 1 0,-7 1 0,-2 1 0,-2-3 0,-2 5 0,0-10 0,0-6 0,0-6 0,0-1 0,0-10 0,-8-8 0,4-7 0,-5-10 0,1-8 0,4-13 0,2-7 0,2-22 0,0 2 0,0-13 0,0 2 0,0-2 0,0 6 0,0 11 0,0 6 0,0 11 0,0 6 0,8 16 0,3 12 0,5 9 0,1 20 0,0 2 0,0 10 0,6 2 0,0-8 0,0 0 0,-6-5 0,6-7 0,0 1 0,0-14 0,-6 2 0,-5-11 0,-1 0 0,1-8 0,3-10 0,-2-10 0,-1-9 0,-8-13 0,1-8 0,-1-1 0,2-10 0,-4 0 0,4-6 0,-4 2 0,-2 4 0,-2 0 0,-2 12 0,-2 7 0,0 13 0,6 16 0,0 15 0,8 17 0,3 17 0,-3 1 0,-2 5 0,3-4 0,1 6 0,7 2 0</inkml:trace>
  <inkml:trace contextRef="#ctx0" brushRef="#br0" timeOffset="50">3373 13273 8912,'0'-25'0,"0"6"0,0-4 0,0 4 0,-6 2 0,0 0 0,-7 7 0,11 4 0,-4 12 0,-1 11 0,1 12 0,0 4 0,8 3 0,2 2 0,2 2 0,7 6 0,-1-6 0,1 0 0,-2-5 0,5-3 0,-5-3 0,5-4 0,1-8 0,0 0 0,0-7 0,0-5 0,-5-10 0,-1-7 0,-1-11 0,1-6 0,-1-5 0,-4-6 0,-4 2 0,3-8 0,3 8 0,-2-2 0,-1 11 0,-5 6 0,0 4 0,0 2 0,0 9 0,0 8 0,6 10 0,0 13 0,2 3 0,-3 9 0,-1-1 0,8 0 0,-3-5 0,5-2 0,-3-2 0,2-4 0,3-4 0,1-6 0,6-3 0,0-8 0,2 0 0,-2 0 0,-6-2 0,0-4 0,0-11 0,-7-10 0,7-7 0</inkml:trace>
  <inkml:trace contextRef="#ctx0" brushRef="#br0" timeOffset="51">4096 13118 8912,'-35'0'0,"8"-2"0,3-1 0,-1-3 0,6-7 0,1 20 0,13 3 0,3 11 0,2 5 0,2 3 0,2 7 0,1 3 0,-1 1 0,4-2 0,-3-9 0,1 3 0,-6-3 0,2-4 0,2-2 0,2-4 0,-1-10 0,-5-1 0,0-18 0,0-7 0,0-8 0,0-9 0,2-8 0,4-4 0,-2-2 0,7 2 0,-1-1 0,1 6 0,5-4 0,-5 5 0,-1 7 0,-1 10 0,1 4 0,-1 2 0,3 7 0,5 5 0,-5 10 0,-1 7 0,0 11 0,7 5 0,-1 11 0,0 1 0,0 2 0,1-2 0,-9-4 0,-3 4 0,1-5 0,-1-7 0,-2-5 0,-2-4 0,-2-2 0,0 1 0,0-9 0,-6-9 0,0-11 0,1-12 0,5-6 0,0-3 0,0-3 0,2-1 0,1-2 0,5-2 0,2 1 0,1 9 0,6 1 0,-5 8 0,-1-2 0,1 12 0,5 5 0,0 6 0,0 6 0,1 5 0,-1 12 0,-2 4 0,-3 7 0,3-1 0,-4-5 0,-1 5 0,1-6 0,3-1 0,1-3 0,2-9 0,1-3 0,1-7 0,4 2 0,-4-12 0,6-4 0</inkml:trace>
  <inkml:trace contextRef="#ctx0" brushRef="#br0" timeOffset="52">5249 12895 8912,'-18'2'0,"1"3"0,2 9 0,2 7 0,1 8 0,-1 3 0,3 4 0,1 3 0,1 1 0,4-2 0,2-2 0,2-3 0,2-5 0,4-5 0,3-6 0,9-5 0,1-6 0,4-5 0,-4-16 0,4-8 0,-10-7 0,-3-7 0,-1-3 0,1-6 0,-6 3 0,1-3 0,-5 7 0,-5-1 0,-7 6 0,-11 5 0,2 6 0,-6 10 0,3 3 0,3 3 0,-4 1 0,2 6 0,6 8 0,5 3 0,10 4 0,0 3 0,10-1 0,7 0 0,-1-7 0,26-3 0,-4-7 0</inkml:trace>
  <inkml:trace contextRef="#ctx0" brushRef="#br0" timeOffset="53">6092 12293 8912,'-8'-17'0,"-3"0"0,-6 1 0,-6 5 0,3-2 0,-2 7 0,0-6 0,0 7 0,4 1 0,-1 11 0,6 11 0,-1 8 0,7 15 0,1 4 0,4 11 0,2 1 0,0 8 0,0-2 0,2 4 0,4 2 0,-2-8 0,7-4 0,1-5 0,5-6 0,-2-4 0,-3-8 0,3-2 0,-4-3 0,-1-4 0,1-8 0,-7-7 0,4-3 0,-8-14 0,0-3 0</inkml:trace>
  <inkml:trace contextRef="#ctx0" brushRef="#br0" timeOffset="54">5765 12860 8912,'-19'0'0,"-4"0"0,9 0 0,-3 0 0,12 0 0,35-7 0,-1 5 0,34-4 0,-10-3 0,11-3 0,-3 3 0,2-3 0,9 6 0,-3-5-335,-4 0 0,2-7 0,-6 1 0</inkml:trace>
  <inkml:trace contextRef="#ctx0" brushRef="#br0" timeOffset="55">6660 12689 8912,'-12'0'0,"1"0"0,7-8 0,-4 6 0,16-6 0,3 8 0,10 8 0,4 5 0,0 8 0,0 8 0,4 4 0,-6 1 0,0 0 0,-6 1 0,-2-1 0,-3 0 0,1 1 0,-7-1 0,-1-7 0,-5-4 0,0 4 0,-7-16 0,-1-3 0,-3-20 0,-3-11 0,9-5 0,-1-7 0,8-3 0,3-4 0,7-2 0,9 4 0,2-6 0,8 10 0,-3 0 0,7 7 0,5 4 0,-4 2 0,4 6 0,4 7 0,0 3 0</inkml:trace>
  <inkml:trace contextRef="#ctx0" brushRef="#br0" timeOffset="56">7469 12723 8912,'-18'15'0,"1"-3"0,0 1 0,0-5 0,-2 1 0,-4 5 0,5-5 0,1 3 0,0-1 0,6 6 0,3 2 0,2 4 0,4-4 0,2 4 0,0-4 0,0-1 0,8-3 0,3-4 0,5-3 0,1-8 0,0 0 0,0 0 0,-5-4 0,-3-5 0,1-9 0,-1-1 0,-5-7 0,2-3 0,-4-4 0,-2-1 0,0 5 0,0 1 0,-6 7 0,0-2 0,-1 4 0,1 2 0,4 7 0,-5 2 0,7 8 0,7 8 0,3 2 0,7 7 0</inkml:trace>
  <inkml:trace contextRef="#ctx0" brushRef="#br0" timeOffset="57">7813 12740 8912,'-17'-17'0,"-1"0"0,1 0 0,6 5 0,-1 1 0,8 7 0,-3-4 0,7 8 0,0 8 0,0 3 0,0 5 0,0 1 0,2 6 0,3 0 0,5 0 0,7-6 0,2 0 0,4 0 0,-4-2 0,4-3 0,-4 3 0,-1-13 0,-1 4 0,0-4 0,0-2 0,-5 0 0,-1 0 0,-1-8 0,1-3 0,3-5 0,-9-1 0,3 6 0,-2-1 0,-4 1 0,5 1 0,-7 10 0,0 10 0,0 7 0,0-6 0,0 1 0,2-8 0,4 1 0,-2-3 0,7-2 0,-7-2 0,2-3 0,1-5 0,-1-7 0,2-6 0,-2 0 0,-3-8 0,9 3 0,-8 1 0,1-2 0,3 8 0,-2-2 0,5 4 0,-5 2 0,7 0 0,5 0 0,8 0 0</inkml:trace>
  <inkml:trace contextRef="#ctx0" brushRef="#br0" timeOffset="58">8690 12448 8912,'-7'-15'0,"-5"3"0,-3-1 0,-2 7 0,0 2 0,-1 2 0,-7 2 0,-3 0 0,-5 10 0,-1 7 0,-1 8 0,1 9 0,7 1 0,4-1 0,6 6 0,6 0 0,5 0 0,12-5 0,5-3 0,12-3 0,-2-4 0,8-8 0,-1 0 0,7 0 0,-3-1 0,-3-3 0,-4-4 0,0-1 0,-6 5 0,6-5 0,-10 6 0,-3-3 0,-12-5 0,-12 5 0,-13-5 0,-9 5 0,-16-1 0,-13 1 0,-12 5 0,26-11 0,-3-1 0,-5 5 0,-1-1 0</inkml:trace>
  <inkml:trace contextRef="#ctx0" brushRef="#br0" timeOffset="59">4646 14219 8912,'-17'0'0,"0"0"0,0 0 0,0 0 0,-1 0 0,1 0 0,0 2 0,0 3 0,-1 1 0,1 11 0,0-1 0,0 12 0,0 1 0,-1 5 0,1 3 0,0 3 0,6-10 0,-1 5 0,8-12 0,-2-1 0,6-4 0,6-9 0,6-9 0,3-9 0,8-14 0,0-6 0,6-3 0,-6-3 0,-1 1 0,-4-1 0,-1 1 0,0 0 0,-2 5 0,-1 2 0,-3 2 0,1 10 0,-3 8 0,-1 22 0,-8 8 0,6 7 0,-1 5 0,9-1 0,-3 0 0,5 1 0,1-1 0,2-1 0,4-5 0,6-5 0,11-11 0,4-5 0,7-9 0,1-3 0,0-20 0,-1-11 0</inkml:trace>
  <inkml:trace contextRef="#ctx0" brushRef="#br0" timeOffset="60">5369 13823 8912,'-17'0'0,"0"0"0,-6 0 0,0 0 0,-8 0 0,4 0 0,-1 0 0,-1 0 0,8 2 0,-2 4 0,4 7 0,2 8 0,7 6 0,4 7 0,6 10 0,6 8 0,4 1 0,9 9 0,2-1 0,2 0 0,0-6 0,-6 3 0,0-7 0,0-5 0,-1-6 0,-5-4 0,3-9 0,-9-4 0,1-4 0,-14-9 0,-1-3 0</inkml:trace>
  <inkml:trace contextRef="#ctx0" brushRef="#br0" timeOffset="61">4939 14339 8912,'-27'0'0,"2"0"0,8 0 0,0 0 0,7-8 0,6 7 0,16-5 0,9 4 0,19 2 0,10-8 0,7-3 0,8 1 0,-4-3 0,2-4 0,1-4 0,6-10 0,9 4 0</inkml:trace>
  <inkml:trace contextRef="#ctx0" brushRef="#br0" timeOffset="62">5748 13703 8912,'-25'0'0,"6"0"0,-4 0 0,4 0 0,1 0 0,7 2 0,-1 4 0,7 11 0,-7 11 0,8 14 0,-1 10 0,3 9 0,2 14 0,2-7 0,3 1 0,5-2 0,7-10 0,0 1 0,1-11 0,-1-6 0,0-13 0,0-7 0,0-11 0,1-4 0,-7-8 0,1-10 0,-1-1 0,6-16 0,1 0 0,-1-7 0,-2-2 0,-3-2 0,3-6 0,-4 6 0,-3 5 0,-2 7 0,-4 7 0,-2-2 0,0 4 0,0 9 0,0 5 0,-2 12 0,-4 10 0,4 2 0,-6 10 0,3 0 0,-1-2 0,0 3 0,6-7 0,0 0 0,0-6 0,0 0 0,2-1 0,4-5 0,3-3 0,9-8 0,1-8 0,4-3 0,-4-5 0,4-1 0,2 6 0,-2-1 0,-1 6 0,-4-5 0,-1 7 0,0-2 0,0 5 0,0 2 0,1 5 0,-1 2 0,0 3 0,-5 5 0,-1-5 0,-5-1 0,5 1 0,-5-1 0,5 1 0,-7-1 0,2-5 0,-12-3 0,-11 6 0,-10-8 0</inkml:trace>
  <inkml:trace contextRef="#ctx0" brushRef="#br0" timeOffset="63">5541 14184 8912,'-50'-2'0,"7"-3"0,8-7 0,12 3 0,19-3 0,16-1 0,20-2 0,22-5 0,13-2 0,11-7 0,1-2 0,1 3 0,-7-5-272,1 5 0,8 3 272,-1 2 0,1 4 0,-8 1 0,-3 1 0,6 0 0</inkml:trace>
  <inkml:trace contextRef="#ctx0" brushRef="#br0" timeOffset="64">3734 15336 8912,'-25'0'0,"-3"0"0,-5 2 0,1 6 0,1 9 0,4 12 0,3 11 0,2 11 0,5 14 0,6 12 0,7-1 0,8 1 0,13-5 0,12-9 0,5-5 0,6-5 0,-1-11 0,6-8 0,-6-14 0,1-15 0,2-12 0,-2-11 0,-4-10 0,-5-10 0,-6-6 0,-8-8 0,-2-5 0,-3-1 0,-6-5 0,-12 6 0,-6-6 0,-11 6 0,-5-3 0,-12 3 0,1 11 0,-7 0 0,8 18 0,-2 11 0,6 7 0,5 10 0,6 12 0,11 10 0,7 7 0,10 17 0,9 2 0,7 1 0,6-5 0,7-2 0</inkml:trace>
  <inkml:trace contextRef="#ctx0" brushRef="#br0" timeOffset="65">4199 15646 8912,'0'-12'0,"0"1"0,-2 1 0,-4-1 0,2 1 0,-7 5 0,7 3 0,-4 2 0,8 11 0,0 6 0,0 6 0,2 6 0,4 11 0,4-4 0,7 4 0,0-3 0,0-3 0,1 0 0,-1 1 0,0-3 0,0-3 0,0-10 0,1-7 0,-1-11 0,0-1 0,-6-9 0,-1-14 0,-2-8 0,-4-7 0,-3 0 0,-1-8 0,0 2 0,0-2 0,-1 6 0,-5 12 0,4-3 0,-4 8 0,4 12 0,2 16 0,2 13 0,4 16 0,3 2 0,9 4 0,-1-1 0,2 5 0,2-2 0,2-4 0,6-4 0,-6-5 0,5-4 0,-5-8 0,6-8 0,-4-3 0,-2-8 0,-4-9 0,2-16 0,-12-17 0</inkml:trace>
  <inkml:trace contextRef="#ctx0" brushRef="#br0" timeOffset="66">4836 15164 8912,'-8'10'0,"-2"-1"0,-7-3 0,2-2 0,3 7 0,-3-5 0,4 6 0,-3 7 0,3 9 0,-3 7 0,9 5 0,-1 10 0,8 11 0,4 4 0,5 5 0,4 3 0,3-4 0,5-8 0,-1-4 0,7-11 0,-6-6 0,2-5 0,-2-7 0,-4-11 0,4-11 0,-4-4 0,-2-2 0,1-10 0,-1-7 0,0-8 0,0-9 0,0-8 0,1-4 0,-3 2 0,-4 0 0,-5 2 0,-4 4 0,-2 4 0,0 5 0,0 4 0,0 8 0,-2 7 0,-4 5 0,-1 12 0,-5 11 0,5 6 0,7 11 0,-6 7 0,0 4 0,0-4 0,6-2 0,6-4 0,2-3 0,1-5 0,5-5 0,1-6 0,2-5 0,6-5 0,0-7 0,2-9 0,-2-8 0,-4-2 0,4-10 0,-6 6 0,-3-6 0,-5 1 0,-1 1 0,3-4 0,-5 8 0,0 1 0,-6 4 0,2 9 0,3 3 0,-3 4 0,14 10 0,-7 5 0,3 6 0,-1 4 0,1 2 0,5-2 0,0-4 0,0 4 0,-5 0 0,-1-6 0,-1 4 0,1-9 0,-3-5 0,-8 1 0,0-8 0</inkml:trace>
  <inkml:trace contextRef="#ctx0" brushRef="#br0" timeOffset="67">4595 15663 8912,'-25'0'0,"4"0"0,-8 0 0,8 0 0,4-2 0,13-2 0,8-2 0,23-9 0,19-2 0,20 0 0,21-6 0,-39 10 0,1 1-141,3 0 0,-1 1 0,0-1 0,0 1 141,40-6 0,-3 0 0,4 0 0,-43 9 0,0 0 0,42-3 0,-42 0 0,-2-1 0,31-7 0</inkml:trace>
  <inkml:trace contextRef="#ctx0" brushRef="#br0" timeOffset="68">1755 15990 8912,'-19'-12'0,"-2"3"0,-4-1 0,0 2 0,1-1 0,3-1 0,9 16 0,8 7 0,10 18 0,11 13 0,8 13 0,9 6 0,1 4 0,-1 2 0,1 0 0,-1-1 0,1-1 0,-1-4 0,-7-3 0,-4-9 0,-6-9 0,-6-7 0,-5-11 0,-4-4 0,-4-11 0,-4-3 0,-3-20 0,-24-5 0,-3-15 0</inkml:trace>
  <inkml:trace contextRef="#ctx0" brushRef="#br0" timeOffset="69">1463 16076 8912,'-25'0'0,"6"0"0,-4 0 0,11-8 0,5-2 0,9-7 0,5 0 0,10 0 0,16 0 0,13-1 0,11-4 0,6-1 0,4 0 0,2 5 0,0 7 0,0 0 0,0 7 0,-2 0 0,-8 8 0,-13 7 0,-12 4 0,-17 10 0,1 2 0</inkml:trace>
  <inkml:trace contextRef="#ctx0" brushRef="#br0" timeOffset="70">1704 16626 8912,'-18'9'0,"1"-1"0,15-10 0,8-4 0,17-9 0,11-8 0,8-13 0,10 1 0,5-3 0,1 4 0,-1-2 0,-5-5 0,3 5 0,-3-4 0,-10 4 0,-10 1 0,-7 3 0,-7 3 0,-9 12 0,-1 9 0,-16 8 0,-3 0 0,-5 6 0,-1 0 0,6 13 0,1 0 0,2 4 0,5 2 0,-5 5 0,2-1 0,1 3 0,5 3 0,5-1 0,1 1 0,2-7 0,-3 1 0,5-8 0,7 0 0,0-8 0,1-7 0,-1-4 0,0-2 0,6-8 0,0-3 0,2-12 0,-2-6 0,-10-5 0,4-6 0,-11 2 0,0-6 0,-4 2 0,-2 3 0,-6-3 0,0 2 0,-7 8 0,3 7 0,1 17 0,3 8 0,4 12 0,2 16 0,2 3 0,4 17 0,5 3 0,4 5 0,5-1 0,2-9 0,0 2 0,6-8 0,1-2 0,5-9 0,3-6 0,3-12 0,-6-5 0,3-12 0,-7-9 0,1-12 0,-6-3 0,-2-16 0,-10-2 0,-2-9 0,-7 3 0,2-3 0,-4-4 0,-2-2 0,-10-6-182,-7-6 1,-8 3 181,-9-8 0,-1 9 0,1 2 0,1 10 0,5 5 0,3 26 0,15 5 0,3 32 0,9 10 0,3 14 0,11 19 0,7 16 0,7 5 0,-1 13 0,-2 4 0,-13-39 0,0 1 0,13 41 0,4-5 0,-3-8 0,3-3 0,1-10 0,3-10 0,-1-13 0,1-10 0,-1-14 0,1-15 0,-1-1 0,0-10 0,1-7 0</inkml:trace>
  <inkml:trace contextRef="#ctx0" brushRef="#br0" timeOffset="71">3029 15800 8912,'0'-19'0,"0"-2"0,0-2 0,0 2 0,-2 0 0,-2 0 0,-2-2 0,1 1 0,3 4 0,-4 1 0,8 8 0,4 3 0,5 25 0,18 13 0,1 14 0,3 14 0,3 18 0,4 8 0,-21-38 0,0 1 0,3-1 0,0 0 0,0 0 0,-1 1-149,-2 0 1,0 0 0,2-2 0,2-1 148,0 1 0,0-2 0,21 37 0,0-21 0,-2-9 0,-2-8 0,-6-10 0</inkml:trace>
  <inkml:trace contextRef="#ctx0" brushRef="#br0" timeOffset="72">6075 15422 8912,'-8'-26'0,"-3"3"0,-3 3 0,3 3 0,5 0 0,4 8 0,4 5 0,4 15 0,5 14 0,4 11 0,3 4 0,-1 12 0,2-2 0,2 11 0,2-2 0,-2-4 0,-2 5 0,-2-3 0,-5 2 0,-1-2 0,-7-5 0,2 2 0,-4-9 0,-2-3 0,-2-1 0,-4-7 0,-9-13 0,-8-4 0,-2-11 0,2 0 0,-4-12 0,-7-6 0,-1-12 0,1-11 0,7-7 0,-13-17 0,4-2 0</inkml:trace>
  <inkml:trace contextRef="#ctx0" brushRef="#br0" timeOffset="73">5834 15130 8912,'-10'-25'0,"-3"4"0,7-8 0,0 14 0,6-2 0,0 9 0,0-3 0,2 7 0,4-2 0,11 6 0,12 6 0,7 4 0,10 7 0,11 0 0,8 0 0,4 0 0,8 8 0,1 2 0</inkml:trace>
  <inkml:trace contextRef="#ctx0" brushRef="#br0" timeOffset="74">6539 15302 8912,'-34'17'0,"-1"2"0,3 4 0,3 6 0,6 1 0,12-1 0,-3 7 0,9-7 0,1 11 0,10-11 0,5 1 0,10-11 0,4 0 0,2-3 0,1-10 0,7-1 0,-6-3 0,-1-2 0,-7-7 0,2-5 0,-4-3 0,-3-4 0,-3-4 0,-2-6 0,-7 2 0,2-1 0,-12-5 0,-5-1 0,-4-4 0,-3 9 0,-1 4 0,-4 2 0,4 6 0,-4 6 0,4 5 0,2 4 0,7 2 0,-3 2 0,7 4 0,6 3 0,6 8 0,15-7 0,2-4 0,8-5 0,3-1 0,0 0 0,3-1 0,1-5 0,2-6 0,0-3 0,-5-2 0,-3 7 0,-3 5 0,-4 3 0,-8 2 0,0 2 0,0 3 0,-1 13 0,-5 10 0,-1 5 0,-7 1 0,3 0 0,-2 1 0,-2-1 0,-2 1 0,0-9 0,0-3 0,0 4 0,0-16 0,0 3 0,0-22 0,0-9 0,-8-8 0,-1-9 0</inkml:trace>
  <inkml:trace contextRef="#ctx0" brushRef="#br0" timeOffset="75">6866 15044 8912,'-25'0'0,"6"-6"0,-4 1 0,4-9 0,10 10 0,3-7 0,4 7 0,17-4 0,8 8 0,15 0 0,10 2 0,8 4 0,5-4 0,8 6 0</inkml:trace>
  <inkml:trace contextRef="#ctx0" brushRef="#br0" timeOffset="76">7486 15199 8912,'-17'17'0,"-1"0"0,1 0 0,6 1 0,-1-1 0,8 6 0,-1 0 0,3-1 0,2 3 0,0-4 0,0 8 0,0-6 0,0 6 0,0-8 0,7 3 0,-5-14 0,12-18 0,-9-15 0,1-9 0,-6-8 0,0-4 0,0-8 0,0 1 0,0-1 0,2 6 0,4 0 0,-2 14 0,7-1 0,1 5 0,-3 1 0,12 14 0,-4 1 0,6 12 0,0 12 0,4 7 0,7 15 0,1 8 0,-1 4 0,1 4 0,-1-1 0,2-1 0,5-2 0,3-15 0,7 1 0,1-15 0</inkml:trace>
  <inkml:trace contextRef="#ctx0" brushRef="#br0" timeOffset="77">9534 12327 8912,'17'-1'0,"0"-5"0,0-6 0,-1-3 0,-5-2 0,2-6 0,-5 0 0,0 2 0,-1 2 0,-3 2 0,-4 1 0,-6 5 0,-3 11 0,-8 11 0,-1 5 0,1 1 0,-2 2 0,-4 4 0,4-2 0,-6 8 0,2 1 0,0 3 0,-7 7 0,1 0 0,2 2 0,-1-2 0,-5 4 0,-3 6 0,3-3 0,1-1 0,7-8 0,2 3 0,6-7 0,5-5 0,7-5 0,10-6 0,7-7 0,11 1 0,7-7 0,16 7 0,8-8 0,15 1 0,-1-3 0,1-2 0,6 0-136,-1 0 0,1 0 136,-6 0 0,-8 0 0,-4 0 0,-5 6 0,-6 0 0,-19 7 0,-16-1 0,-9 1 0,-8-2 0,-3-3 0,-9-8 0</inkml:trace>
  <inkml:trace contextRef="#ctx0" brushRef="#br0" timeOffset="78">9293 13462 8912,'-18'10'0,"1"-3"0,0-7 0,9 6 0,8 0 0,18 0 0,16-6 0,16 0 0,13 0 0,4-8 0,4-3 0,3-5 0,6-1 0,-3 2 0,-3 3 0,-5-1 0,-6 7 0,2 0 0,-7 6 0,-10 2 0,-14 4 0,-7-4 0,-10 6 0</inkml:trace>
  <inkml:trace contextRef="#ctx0" brushRef="#br0" timeOffset="79">10618 11829 8912,'-17'0'0,"-1"0"0,7 0 0,-1 0 0,-1 0 0,-2 0 0,5 8 0,4 3 0,4 6 0,2 6 0,2 4 0,4 7 0,6 3 0,3 3 0,2-4 0,0 6 0,-1-2 0,-5 0 0,2 2 0,-7-2 0,2-9 0,-4 3 0,1-3 0,-1-4 0,-9-3 0,-5-14 0,-15-10 0,-2-10 0</inkml:trace>
  <inkml:trace contextRef="#ctx0" brushRef="#br0" timeOffset="80">10411 11812 8912,'0'-35'0,"0"1"0,0 7 0,0 4 0,0 4 0,0 2 0,0 5 0,0 1 0,8 7 0,3-2 0,7 5 0,5 1 0,11 0 0,12 0 0,4 0 0,1 0 0,7 0 0,-1 0 0,0 0 0,-5 0 0,-10 9 0,-8 8 0,-15 2 0,-13 10 0,-4 0 0,-2 5 0,-9 2 0,-7 3 0,-7 1 0,-3-2 0,5-2 0,-2-1 0,3-9 0,3-3 0,0-4 0,0-1 0,0-1 0,7-8 0,2-3 0,10-12 0,2-5 0,2-4 0,7-5 0,-1-2 0,3-5 0,2-8 0,0 7 0,1-1 0,-1 8 0,0-2 0,0 4 0,1 2 0,-1 2 0,0 3 0,-6 4 0,1 8 0,-1 0 0,7 2 0,-1 4 0,0 6 0,-2 9 0,-3 2 0,1 5 0,-7-5 0,2 6 0,-3-6 0,-3 0 0,4-6 0,-4 0 0,-2 0 0,-2 0 0,-4 1 0,2-7 0,-7 1 0,5-9 0,-5 1 0,-3-8 0,7-7 0,1-12 0,4 2 0,2-8 0,0 6 0,0-5 0,8-1 0,3-5 0,-1 1 0,1 5 0,1-5 0,5 4 0,0 5 0,8-9 0,2 6 0</inkml:trace>
  <inkml:trace contextRef="#ctx0" brushRef="#br0" timeOffset="81">11461 11829 8912,'-17'17'0,"0"0"0,-1 0 0,1 1 0,0-1 0,0 0 0,1 0 0,5 0 0,-2 1 0,7-1 0,0 0 0,6 0 0,8 0 0,3-1 0,5-5 0,3-3 0,4-8 0,-4-2 0,4-4 0,-4 0 0,-2-11 0,-7 4 0,-5-10 0,-3 4 0,-2 2 0,0-6 0,0 0 0,-7 0 0,-5 6 0,-3-1 0,-2 1 0,-1 0 0,7 6 0,-1-1 0,9 6 0,-3-5 0,6 5 0,6-5 0,3-1 0,8-5 0</inkml:trace>
  <inkml:trace contextRef="#ctx0" brushRef="#br0" timeOffset="82">11771 11777 8912,'-17'10'0,"-1"-4"0,1 3 0,-2-5 0,-4 7 0,4 1 0,-4 5 0,6 0 0,5 0 0,-1 1 0,7-1 0,-5 0 0,5 0 0,0 0 0,8-1 0,4-5 0,3-3 0,9-8 0,-1 0 0,0 0 0,0-2 0,0-4 0,1-9 0,-1-8 0,-6-10 0,1 1 0,1-8 0,3-4 0,-1 4 0,-4-6 0,3 8 0,-9-2 0,3 3 0,-2 3 0,-4 2 0,3 3 0,-3 4 0,-2 27 0,0 15 0,0 16 0,0 18 0,0 8 0,0 4 0,0-1 0,0 1 0,0-8 0,0 0 0,0-5 0,0-4 0,6-10 0,0-1 0,7-9 0,-1-8 0,-3-9 0,3-3 0,-1-6 0,6-6 0,-5-11 0,-1-12 0,1-3 0,5-3 0,-2 1 0,-3 0 0,1-6 0,-7-1 0,2-4 0,-3 4 0,-3 7 0,4 5 0,-4 8 0,-2 4 0,0 11 0,0 12 0,0 11 0,0 12 0,0 2 0,0-3 0,0 5 0,0-5 0,2-1 0,4 2 0,-3-8 0,9 2 0,-1-4 0,6-4 0,1-3 0,-7-5 0,1-7 0,-1-7 0,4-5 0,-1-3 0,-3-2 0,1-6 0,5 0 0,-6-8 0,1 3 0,-6 1 0,5-2 0,-7 8 0,2-2 0,-3 6 0,3 6 0,-4-1 0,4 12 0,2 6 0,-3 17 0,3-2 0,-2 7 0,3 1 0,8 5 0,1-5 0,-1 0 0,0-8 0,2 2 0,2-4 0,2-2 0,0-7 0,2-3 0,2-7 0</inkml:trace>
  <inkml:trace contextRef="#ctx0" brushRef="#br0" timeOffset="83">12614 11623 8912,'0'17'0,"-6"-6"0,0 1 0,1-7 0,5 7 0,-6-6 0,0 7 0,1 4 0,-3 4 0,4 10 0,-7-3 0,7 7 0,-2 5 0,4-4 0,2 4 0,0 2 0,0-2 0,8-5 0,3-6 0,5-8 0,1 1 0,6-10 0,0-6 0,7-12 0,-1-7 0,3-8 0,10-14 0,2-9 0</inkml:trace>
  <inkml:trace contextRef="#ctx0" brushRef="#br0" timeOffset="84">13044 11347 8912,'-17'-5'0,"0"-1"0,5 0 0,1 6 0,-1 8 0,-5 3 0,2 14 0,3 10 0,-1 7 0,7 9 0,1 8 0,5 4 0,0 4 0,0 2 0,9-2 0,8-4 0,2-2 0,10-4 0,-8-13 0,2-3 0,-4-9 0,-2-15 0,1 4 0,-9-19 0,-1 6 0,-16-16 0,-1-1 0</inkml:trace>
  <inkml:trace contextRef="#ctx0" brushRef="#br0" timeOffset="85">12803 11726 8912,'0'-10'0,"0"-5"0,2 13 0,4-4 0,-2-1 0,7 1 0,1 0 0,5 6 0,8 6 0,5 2 0,7-1 0,3 1 0,8 3 0,-2-5 0,3 0 0,3-6 0</inkml:trace>
  <inkml:trace contextRef="#ctx0" brushRef="#br0" timeOffset="86">13887 11519 8912,'-44'20'0,"2"-7"0,2-5 0,0-3 0,0 9 0,5-3 0,1 12 0,0 6 0,1 5 0,6 4 0,10 4 0,10 2 0,7-6 0,5 3 0,12-7 0,12-5 0,6-6 0,5-12 0,-4-3 0,4-8 0,-3-10 0,-3-7 0,-2-10 0,-3-5 0,-6-5 0,-11-3 0,1 2 0,-7-8 0,-1 6 0,-5-6 0,-13 8 0,-6-2 0,-6 6 0,-6 5 0,-3 4 0,-6 8 0,-2 7 0,-4 5 0,0 5 0,12 5 0,5 7 0,17 11 0,9-6 0,14 0 0,16 0 0,17-7 0</inkml:trace>
  <inkml:trace contextRef="#ctx0" brushRef="#br0" timeOffset="87">14679 10986 8912,'-23'-11'0,"-2"-1"0,-2-1 0,-3-2 0,5 7 0,2 8 0,-4 12 0,-1 16 0,1 16 0,-2 19 0,10 12 0,2 5 0,9 6 0,6 6 0,4-4 0,4 3 0,3-10 0,9-7 0,5-5 0,0-6 0,-2-8 0,-2-7 0,-2-14 0,0-11 0,-7-4 0,-3-9 0,-14-10 0,-3-10 0</inkml:trace>
  <inkml:trace contextRef="#ctx0" brushRef="#br0" timeOffset="88">14059 11502 8912,'-9'12'0,"3"-1"0,8-7 0,10 2 0,9-4 0,19-2 0,21-2 0,19-4 0,12-4-233,-41 2 0,1-1 0,-1 1 0,0-1 233,-2 0 0,-1 1 0,38-4 0,-17 1 0,-15-2 0,-14-3 0,-23-1 0</inkml:trace>
  <inkml:trace contextRef="#ctx0" brushRef="#br0" timeOffset="89">11031 12809 8912,'-17'6'0,"-1"-1"0,1-1 0,0-2 0,0-2 0,0 0 0,-1 0 0,9 0 0,11-2 0,15-2 0,12-3 0,9-3 0,6-1 0,9-5 0,3 3 0,1 2 0,0 5 0,-5-4 0,0 3 0,-8-7 0,-2 5 0</inkml:trace>
  <inkml:trace contextRef="#ctx0" brushRef="#br0" timeOffset="90">10962 13273 8912,'-34'17'0,"7"-7"0,4-4 0,13-5 0,10-1 0,16-7 0,12-5 0,7-11 0,5-5 0,-2-5 0,8-1 0,0 0 0,-2-1 0,0 3 0,-4 3 0,-9-2 0,3 9 0,-13-9 0,-4 2 0,-15-3 0,-11-3 0</inkml:trace>
  <inkml:trace contextRef="#ctx0" brushRef="#br0" timeOffset="91">11082 12465 8912,'6'11'0,"0"1"0,0-4 0,-6 7 0,0 8 0,0 7 0,0 9 0,0 12 0,0 10 0,0 6 0,0 6 0,0-1 0,0-1 0,0-2 0,0 0 0,0-1 0,2-8 0,3-9 0,3-7 0,3-10 0,5-7 0,-5-4 0,-3-13 0,-2-10 0,-5-8 0,7-24 0,2-5 0</inkml:trace>
  <inkml:trace contextRef="#ctx0" brushRef="#br0" timeOffset="92">11306 12551 8912,'6'11'0,"0"1"0,-1-4 0,-5 9 0,0-2 0,0 14 0,-7 5 0,-5 8 0,-1 4 0,1 7 0,5-1 0,7 5 0,0 3 0,0-3 0,9 2 0,8-2 0,3-9 0,8 4 0,-1-14 0,2-4 0,-3-9 0,-3-13 0,-3-5 0,4-7 0</inkml:trace>
  <inkml:trace contextRef="#ctx0" brushRef="#br0" timeOffset="93">11564 12998 8912,'0'10'0,"0"5"0,6-11 0,0 7 0,7-5 0,-1 5 0,-3 1 0,3 5 0,-1 2 0,6 4 0,-1-2 0,-5 8 0,2-6 0,-7 5 0,0-7 0,-6 2 0,0-4 0,0-2 0,0-7 0,0-12 0,0-15 0,0-8 0,0-9 0,6-3 0,-1-3 0,9-2 0,-3-4 0,5 6 0,1 12 0,0-3 0,0 8 0,0 2 0,1 10 0,-1-3 0,0 9 0,-6 1 0,1 9 0,-6 5 0,3 7 0,-1 0 0,-4 1 0,-4 5 0,-6-1 0,2 7 0,-7-6 0,1 6 0,-1-6 0,-3 5 0,9-5 0,-1 6 0,6-6 0,0 0 0,0-6 0,0 0 0,7-9 0,5-8 0,3-10 0,2-5 0,1-4 0,-1-4 0,-6 2 0,1-8 0,-3 8 0,3-2 0,-5 4 0,-7 2 0,0 6 0,0-1 0,0 8 0,0-3 0,0 7 0,8-8 0,2-2 0</inkml:trace>
  <inkml:trace contextRef="#ctx0" brushRef="#br0" timeOffset="94">12184 13050 8912,'-2'9'0,"-4"-3"0,2-4 0,-7-2 0,7 0 0,-4 0 0,8 0 0,0 2 0,0 3 0,0-1 0,0 8 0,0 1 0,6 2 0,0 3 0,1-3 0,-1-4 0,-4 5 0,4-5 0,3-3 0,-5-1 0,8-7 0,-7 0 0,7 0 0,-1-9 0,7-8 0,-7-6 0,1-6 0,-1-2 0,4 7 0,-1-1 0,-3 0 0,-5 2 0,5 6 0,-7 0 0,11-1 0,-11 11 0,8 7 0,-8 7 0,1 11 0,-3 1 0,-2 4 0,6-2 0,0 7 0,1-7 0,-1 2 0,-2-4 0,5-1 0,-1-1 0,6-8 0,-11-1 0,9-8 0,-6-2 0,5-4 0,-7-9 0,2-8 0,1-2 0,-1 4 0,0-2 0,1 2 0,-5 2 0,4 2 0,-4 6 0,-2-1 0,2 8 0,4-1 0,-5 3 0,9 2 0,-4 0 0,-4 7 0,13 3 0,-4 7 0,5 0 0,-5-7 0,1-5 0,-1 5 0,6-8 0,1 6 0,-3-10 0,-4-4 0,-3 2 0,-8-7 0,2 7 0,4-2 0,-4 2 0,3-1 0,-3 3 0,4-4 0,0 12 0,-2 5 0,3 6 0,-1 6 0,-2-2 0,-10 8 0,0 0 0,-11 5 0,-4 0 0,-13 1 0,-5 1 0,-7 4 0,-7-4 0,-16 6 0</inkml:trace>
  <inkml:trace contextRef="#ctx0" brushRef="#br0" timeOffset="95">2220 12104 8912,'6'-17'0,"-1"0"0,1-1 0,0 1 0,0 0 0,-1 7 0,-7 5 0,-3 9 0,-7 3 0,-3 3 0,-10 7 0,-4 8 0,-3 0 0,-3-1 0,-1 7 0,-4-2 0,-4 3 0,-8 3 0,1 7 0,-1 3 0,23-18 0,6-4 0</inkml:trace>
  <inkml:trace contextRef="#ctx0" brushRef="#br0" timeOffset="96">1669 12551 8912,'-2'36'0,"-3"4"0,3-11 0,-4 9 0,12-15 0,5 0 0,12-6 0,12-7 0,10-4 0,7-4 0,7-2 0,6-2 0,2-4 0,4-4 0,-14-7 0,-7 8 0,-10 3 0,-11 4 0,-12 10 0,-17 1 0,-9 8 0</inkml:trace>
  <inkml:trace contextRef="#ctx0" brushRef="#br0" timeOffset="97">1635 13342 8912,'-10'25'0,"3"-12"0,7 4 0,2-5 0,3-1 0,9-3 0,14-8 0,14 0 0,12 0 0,15-14 0,11-3 0,2-6-243,-1 0 0,-5 6 243,-7 0 0,-8 2 0,-4 9 0,-11 0 0,-4-1 0,-7-3 0</inkml:trace>
  <inkml:trace contextRef="#ctx0" brushRef="#br0" timeOffset="98">11168 14563 8912,'-17'-8'0,"-2"-4"0,0-3 0,0-4 0,4 0 0,-1 0 0,3 4 0,1-1 0,-3 9 0,4 1 0,-7 8 0,-5 9 0,2 18 0,-9 24 0,-6 14 0,-8 12 0,19-33 0,2 1 0,0 4 0,0 1 0,-2 3 0,0 1-353,1 4 0,2 1 0,1 4 1,2 1 352,1 0 0,2 0 0,4-3 0,5-2 0,4-7 0,4-3 0,10 41 0,18-17 0,11-22 123,12-18 1,7-16-124,4-14 0,10-5 0,1-5 0,-7-13 0,-10-10 0,-5-9 0,-6-8 0,-4-9 0</inkml:trace>
  <inkml:trace contextRef="#ctx0" brushRef="#br0" timeOffset="99">11771 15044 8912,'-17'-15'0,"-1"1"0,1 3 0,0-2 0,-2-1 0,-4 3 0,4 3 0,-4 8 0,2 0 0,0 2 0,-4 6 0,-2 9 0,4 8 0,-6 9 0,8 8 0,-2 4 0,4-2 0,2 2 0,8-2 0,3 1 0,6 3 0,6-8 0,5-1 0,12-11 0,11-5 0,12-11 0,4-7 0,2-3 0,-6-17 0,-1-8 0,-1-8 0,2-3 0,-4-2 0,-7-4 0,-1 1 0,1-6 0,-7 6 0,-1 1 0,-2 6 0,-4 3 0,-2 8 0,-2-2 0,-9 6 0,-8 5 0,-8-1 0,-11 7 0,-4 4 0,-5 6 0,1 6 0,-2 7 0,2 6 0,-1 0 0,1 7 0,4-1 0,10-2 0,-5 1 0,11-1 0,-3 2 0,2-4 0,5 0 0,1-6 0,2 4 0,7-4 0,5-2 0,-3-8 0,3-3 0,-1-4 0,7-2 0,5-8 0,-1-3 0,1-6 0,-5-4 0,-1-4 0,0-2 0,0 0 0,0-1 0,-1 1 0,-5 4 0,3 10 0,-9-4 0,3 9 0,-2-4 0,-4 9 0,11-3 0,-7 12 0,-2 5 0,-1 2 0,3-1 0,-2 3 0,7-3 0,-5 1 0,6-2 0,-1 3 0,6-8 0,-5-1 0,-1-5 0,3 0 0,1 0 0,2 0 0,-5-7 0,-1-5 0,1 3 0,5-3 0,-2 1 0,-3-6 0,1 5 0,-7 1 0,-3-3 0,-1-1 0,-2-2 0,0 7 0,6 4 0,2 12 0,1 6 0,-5 3 0,2 2 0,2 8 0,-3 4 0,1-3 0,-6 3 0,6-2 0,0 1 0,-1 3 0,-5-8 0,0 0 0,0-6 0,0-7 0,0-10 0,0-18 0,2-10 0,4-5 0,-2-3 0,7-4 0,-1 4 0,3-5 0,-1 5 0,1 2 0,2-1 0,2 1 0,1 2 0,-1 3 0,8-11 0,2 3 0</inkml:trace>
  <inkml:trace contextRef="#ctx0" brushRef="#br0" timeOffset="100">12769 14769 8912,'-12'-6'0,"1"0"0,5-5 0,-5 5 0,-1 1 0,-5 5 0,2 1 0,3 5 0,-3 11 0,5 12 0,-1 5 0,-1 7 0,9 2 0,-3 9 0,4-6 0,2 0 0,2-2 0,4 2 0,3-4 0,8-8 0,6-7 0,0-4 0,0-6 0,2-6 0,-6-3 0,4-8 0,-4-8 0,-2-3 0,3-12 0,3-6 0,-10 2 0,4-1 0,-11-1 0,0-5 0,-4-1 0,-2 1 0,0 7 0,-2 4 0,-4 6 0,-6 6 0,-3 3 0,-2 18 0,0 7 0,1 8 0,5 9 0,-2 2 0,7 4 0,0-3 0,6 3 0,0-6 0,2-3 0,6-4 0,9-3 0,8-3 0,9-9 0,6-6 0,0-12 0,6-6 0,-6-11 0,4-3 0,-9-9 0,1 1 0,-13 0 0,0-1 0,-6 1 0,-1 7 0,-5 4 0,-3-2 0,-8 2 0,0 8 0,0 9 0,0 12 0,0 6 0,0 10 0,0-1 0,0 8 0,2-2 0,1 3 0,5-1 0,2 2 0,1-1 0,6-1 0,1 3 0,-1-3 0,0-2 0,0 1 0,-2-5 0,-3 6 0,-4-8 0,-8 2 0,0-4 0,-2-4 0,-4-1 0,-6-3 0,-3-7 0,-2 2 0,0-4 0,0-2 0,5-2 0,1-4 0,7-9 0,-2-8 0,4-8 0,2 3 0,8 1 0,3-2 0,5 8 0,1-2 0,0 4 0,0 2 0,6 0 0,0 1 0,0 3 0,2 2 0,-6 1 0,4-1 0,2-3 0,-2 8 0,0 1 0,-6 5 0,6-6 0,0 0 0,0-5 0,-6 5 0,6-2 0,0 3 0,0 1 0,-6-6 0,0 3 0,0 3 0,1 2 0,-1 2 0,-6-2 0,1-4 0,-8 4 0,11-5 0,-13 7 0,5 2 0,-7 3 0,0-3 0,2 12 0,2-7 0,2 3 0,0 1 0,-4 5 0,3-5 0,-3 4 0,4-3 0,-4-5 0,-2 9 0,7-22 0,3 4 0</inkml:trace>
  <inkml:trace contextRef="#ctx0" brushRef="#br0" timeOffset="101">13905 14838 8912,'-18'-18'0,"1"-3"0,0 4 0,7-4 0,3 17 0,7-7 0,0 7 0,0-2 0,0 12 0,0 4 0,0 7 0,0 0 0,0 0 0,0 8 0,0 2 0</inkml:trace>
  <inkml:trace contextRef="#ctx0" brushRef="#br0" timeOffset="102">12580 15233 8912,'-50'27'0,"6"-6"0,9-8 0,16-5 0,12-16 0,24-1 0,15-10 0,22-4 0,17-12 0,-26 13 0,1-2 0,2 2 0,0 1 0,3-2 0,1 2 0,0-1 0,0 0-156,-1-1 1,1 2 0,-4 4 0,-1 1 155,0-1 0,-2 0 0,26-6 0,-14 0 0,-18 4 0,-15 2 0</inkml:trace>
  <inkml:trace contextRef="#ctx0" brushRef="#br0" timeOffset="103">12098 16437 8912,'-18'-8'0,"3"4"0,2-7 0,1-1 0,-1 3 0,0-1 0,-1 6 0,3-1 0,-3 1 0,5 6 0,-1 7 0,3 10 0,3 6 0,2 6 0,2 9 0,0 6 0,0 3 0,6 3 0,-1 0 0,7 7 0,-5 2 0,1 0 0,0-4 0,3-3 0,-5-3 0,0-5 0,-6 0 0,0-13 0,0 1 0,-8-19 0,-5-3 0,-8-8 0,1-4 0,-4 0 0</inkml:trace>
  <inkml:trace contextRef="#ctx0" brushRef="#br0" timeOffset="104">11771 16557 8912,'0'-27'0,"0"8"0,0 8 0,2-1 0,3-5 0,-1 0 0,8 0 0,-1 1 0,8 5 0,4 3 0,6 1 0,5 5 0,6-4 0,4 4 0,8 2 0,5 0 0,1 0 0,-1 2 0,-5 4 0,-10 1 0,-8 5 0,-9 3 0,-13-3 0,-5 3 0,-7 2 0,-4 0 0,-5 0 0,-10 1 0,-6-1 0,2-2 0,-6-3 0,8 3 0,-2-4 0,4-3 0,2-2 0,0 3 0,7-7 0,3-2 0,8-11 0,5-5 0,4-1 0,7 0 0,8 0 0,3 0 0,5-6 0,1 0 0,-5 0 0,0 6 0,-2 5 0,1 1 0,-3 7 0,-8-2 0,0 4 0,-5 10 0,-2 3 0,-3 5 0,-3 1 0,-2 0 0,-2 0 0,0 0 0,0 1 0,0-1 0,0 0 0,0-6 0,0 1 0,2-8 0,4 1 0,3-3 0,8-2 0,1 0 0,-1 0 0,8-7 0,3-5 0,-1-3 0,2-2 0,-6 0 0,5-1 0,-7 1 0,4 0 0,-2 2 0,0 3 0,0-3 0,-6 13 0,1-4 0,-7-1 0,0 1 0,-7 0 0,4-1 0,-16 5 0,-3-4 0,-4 4 0,-3 2 0,1 0 0,0 0 0,0 0 0,1 8 0,5 3 0,-2 4 0,7 3 0,-6-1 0,7 0 0,-1 0 0,6 0 0,0 1 0,0-1 0,0 0 0,0-6 0,0 1 0,2-8 0,3 1 0,5-3 0,7-2 0,0 0 0,1 0 0,-1-2 0,2-1 0,4-3 0,-2-7 0,8 1 0,-1-3 0,7-2 0,-7-1 0,1 1 0,0-6 0,5 0 0,-5-1 0,0 1 0,-6 4 0,3-4 0,-1 3 0,-4 9 0,-9 0 0,-5 7 0,-14-4 0,-5 14 0,-9 1 0,-2 3 0,-5-4 0,3 5 0,0 3 0,0 1 0,0-4 0,2 1 0,10-1 0,-4 6 0,9-1 0,-4-5 0,9 4 0,-3-3 0,12-4 0,5-3 0,6-5 0,6-5 0,-2-7 0,8-11 0,-8-4 0,2-7 0,2 0 0,-4-3 0,-4-1 0,-4-2 0,-7 0 0,6 6 0,-9 1 0,3 4 0,-4 5 0,-2 6 0,0 11 0,-2 9 0,-4 13 0,5 17 0,-5 14 0,-2-2 0,2 2 0,1 0 0,5 5 0,2-7 0,3-3 0,5-5 0,7-2 0,6-1 0,0-5 0,0-3 0,-6-10 0,0-3 0,1-6 0,6-20 0,3-5 0</inkml:trace>
  <inkml:trace contextRef="#ctx0" brushRef="#br0" timeOffset="105">13819 15302 8912,'-18'-2'0,"1"-4"0,0-3 0,0-1 0,7 1 0,4 3 0,5 4 0,10-4 0,8 14 0,10 11 0,6 15 0,1 16 0,6 9 0,0 10 0,0 9-243,-5 8 1,-16-39 0,0 0 242,-1 4 0,-1 1 0,1 0 0,0 1 0,-5 1 0,-3 1 0,-1 0 0,-3 1 0,-2 2 0,-2 0 0,-2-2 0,-2-1 0,-3-2 0,-2-1 0,-1-1 0,-5-2 0,-27 37 0,19-43 0,-2 1 0,-1 3 0,-3-2 0,-6-1 0,-1-2 0,-3 2 0,-1-2 0,0-2 0,-2-2 0,-2-3 0,-2-1 0,-3 1 0,0-1 0,-3 0 0,1 1 0</inkml:trace>
  <inkml:trace contextRef="#ctx0" brushRef="#br0" timeOffset="106">2117 12173 8912,'0'9'0,"-2"-1"0,-4-8 0,4 0 0,-6 0 0,8 0 0,-5 2 0,-3 2 0,-1 1 0,-3 7 0,-7-4 0,-4 3 0,-6 8 0,-3 6 0,-3 9 0,-1 1 0,-4-1 0,4 8 0,-5 4 0,7-4 0,5-4 0,8-5 0,8-5 0,0-7 0,7 2 0,4-6 0,13-5 0,5-4 0,18-8 0,4 0 0,14 0 0</inkml:trace>
  <inkml:trace contextRef="#ctx0" brushRef="#br0" timeOffset="107">430 10763 8912,'12'-2'0,"-1"-4"0,-7-3 0,4 1 0,-8 8 0,0 10 0,0 7 0,0 6 0,0 5 0,0 5 0,-8-6 0,-2-3 0</inkml:trace>
  <inkml:trace contextRef="#ctx0" brushRef="#br0" timeOffset="108">447 11107 8912,'0'34'0,"0"1"0,-7-1 0,5-2 0,-4-3 0,4-6 0,2-4 0,-7-9 0,5-3 0,-6-9 0,8-3 0,0-11 0,0-7 0,0-7 0,0 1 0,2-11 0,4-6 0,-3-2 0,9 3 0,-8 3 0,3 7 0,-1 3 0,0 3 0,2-1 0,-3 7 0,-1 5 0,8 7 0,-7 7 0,7-2 0,-1 12 0,6 6 0,-7 3 0,-2 2 0</inkml:trace>
  <inkml:trace contextRef="#ctx0" brushRef="#br0" timeOffset="109">585 11090 8912,'0'32'0,"8"-3"0,-6 5 0,5-3 0,-7-8 0,2-2 0,4-2 0,-4-10 0,6-1 0,-7-8 0,5 0 0,-4-8 0,6-3 0,-3-6 0,1-6 0,8-4 0,-13 0 0,7 2 0</inkml:trace>
  <inkml:trace contextRef="#ctx0" brushRef="#br0" timeOffset="110">706 11021 8912,'5'-35'0,"1"1"0,7 0 0,-11-1 0,14 9 0,-5 3 0,-1 9 0,1 3 0,1 7 0,3 0 0,-2 8 0,-1 7 0,-3 10 0,3 2 0,-5 6 0,-7-6 0,6 7 0,0-1 0,2-4 0,-5 0 0,5-2 0,2 0 0,1 0 0,6-6 0,2-8 0,4-3 0,4-4 0,8-2 0,7-8 0,2-1 0</inkml:trace>
  <inkml:trace contextRef="#ctx0" brushRef="#br0" timeOffset="111">1359 10849 8912,'-22'6'0,"-1"-1"0,-2 1 0,2-6 0,-2 2 0,-4 4 0,2-2 0,5 7 0,1-5 0,-8 5 0,8 1 0,-2 5 0,9 0 0,3 0 0,7 8 0,-11-13 0,5 3 0</inkml:trace>
  <inkml:trace contextRef="#ctx0" brushRef="#br0" timeOffset="112">1084 11090 8912,'0'17'0,"8"-8"0,-4-1 0,7-8 0,1 8 0,5 1 0</inkml:trace>
  <inkml:trace contextRef="#ctx0" brushRef="#br0" timeOffset="113">1222 11038 8912,'25'-17'0,"-6"-8"0,6 6 0,-10-12 0,-4 8 0,3-1 0,-8 1 0,5 9 0,-5-3 0,-1 11 0,-3 1 0,4 10 0,-4 5 0,4 7 0,-4 0 0,-2 0 0,2 6 0,3 0 0,-3 0 0,4-6 0,4 1 0,-1-1 0</inkml:trace>
  <inkml:trace contextRef="#ctx0" brushRef="#br0" timeOffset="114">1446 11072 8912,'17'0'0,"0"0"0,0 0 0,0-7 0,1-3 0</inkml:trace>
  <inkml:trace contextRef="#ctx0" brushRef="#br0" timeOffset="115">1566 10608 8912,'0'-9'0,"0"-7"0,2 16 0,4 0 0,3 10 0,8 13 0,8-2 0,4 7 0,-2 1 0,1 6 0,3-3 0,1-3 0,3 3 0,-1-3 0,6-4 0,1-2 0,-1-6 0,-6-6 0,-7-3 0,5-8 0,-5 0 0</inkml:trace>
  <inkml:trace contextRef="#ctx0" brushRef="#br0" timeOffset="116">2134 10471 8912,'-35'7'0,"7"-3"0,-1 8 0,8-1 0,-2 6 0,-4 10 0,-3 9 0,-8 14 0,-8 11 0,-4 6 0,-2 2 0,8-1-250,4 1 1,11 0 249,7 0 0,4-2 0,7-4 0,-4-8 30,3-15 1,-3 0 0,-2-13 0</inkml:trace>
  <inkml:trace contextRef="#ctx0" brushRef="#br0" timeOffset="117">447 11777 8912,'-26'6'0,"3"0"0,4-2 0,9 5 0,2 1 0</inkml:trace>
  <inkml:trace contextRef="#ctx0" brushRef="#br0" timeOffset="118">516 11760 8912,'42'-15'0,"2"3"0,6-12 0,-2 6 0,-6 1 0,-6 0 0,-9 0 0,-6 0 0,-4-1 0</inkml:trace>
  <inkml:trace contextRef="#ctx0" brushRef="#br0" timeOffset="119">568 12018 8912,'-27'0'0,"2"0"0,8 0 0,7 0 0,5 0 0,10 0 0,7-8 0,11-3 0,6-4 0,3-3 0,8-4 0,0-1 0,1 0 0,-7 5 0,-5 3 0,-1 4 0,-9-5 0,-1 5 0,-1 3 0,-23-7 0,4 5 0</inkml:trace>
  <inkml:trace contextRef="#ctx0" brushRef="#br0" timeOffset="120">620 11554 8912,'-18'-10'0,"1"5"0,6-3 0,-1 2 0,8 0 0,-3 8 0,7 6 0,0 9 0,0 10 0,2 15 0,3 10 0,3 1 0,3 10 0,5-6 0,-5 6 0,3-7 0,-3 1 0,4-5 0,-3-6 0,-3-4 0,3-8 0,-1-7 0,7-4 0,-9-12 0,6-3 0,-5-8 0</inkml:trace>
  <inkml:trace contextRef="#ctx0" brushRef="#br0" timeOffset="121">774 11623 8912,'0'19'0,"0"4"0,6 3 0,0 9 0,5 1 0,-5 4 0,7-2 0,-1 6 0,1-2 0,-1-3 0,3 3 0,-3-2 0,-5-8 0,8 1 0,-5-7 0</inkml:trace>
  <inkml:trace contextRef="#ctx0" brushRef="#br0" timeOffset="122">964 11726 8912,'17'-2'0,"0"-4"0,0 4 0,1-4 0,6 5 0,3 1 0,2 0 0,0 0 0,-3 7 0,3 5 0,-4 3 0,-8 2 0,-2 0 0,-3 0 0,-3 6 0,-5 0 0,2-2 0,-2-2 0,-10-1 0,-5-1 0,1 0 0,-2 0 0,1-7 0,-6-4 0,7 3 0,-3-9 0,7 0 0,0-4 0,6-13 0,8 4 0,-6-12 0,6 8 0</inkml:trace>
  <inkml:trace contextRef="#ctx0" brushRef="#br0" timeOffset="123">1308 11743 8912,'17'-23'0,"0"0"0,8 0 0,-6 6 0,6 0 0,-8 0 0,1 7 0,-1 2 0,-8 10 0,-3 4 0,-4-2 0,-2 7 0,0-5 0,0 5 0,0-5 0,0 6 0,0-7 0,0 7 0,0-1 0,0 7 0,0-1 0,0 0 0,0 0 0,0 0 0,0 2 0,0 4 0,0-9 0,0 3 0,0-4 0,2 3 0,4-3 0,5-2 0,4-7 0,3 2 0,1-12 0,4-5 0,-2-6 0,7-6 0,-7-4 0,2-8 0,-4 1 0,-1 0 0,-9 5 0,-3 2 0,-6 2 0,-6 4 0,-5-1 0,-10 2 0,-4 7 0,-2 4 0,6 3 0,-2 6 0,4 0 0,2 7 0,0 3 0</inkml:trace>
  <inkml:trace contextRef="#ctx0" brushRef="#br0" timeOffset="124">1927 11537 8912,'-17'0'0,"6"-6"0,-1 0 0,6 2 0,-5 10 0,5 4 0,-5 7 0,7 0 0,-2 0 0,4 0 0,2 1 0,2-1 0,2 0 0,2 0 0,7-7 0,-1-5 0,3-3 0,2-2 0,2 0 0,4 0 0,-4-7 0,4-5 0,-4-3 0,-1-2 0,-3-2 0,-4-4 0,3 4 0,-8-4 0,5 4 0,-5 1 0,-2 1 0,-3 0 0,-1 7 0,0 5 0,0 10 0,0 11 0,0 7 0,0 5 0,0-5 0,0 2 0,0-2 0,2-4 0,4 4 0,-2-10 0,7-3 0,3-2 0,1-5 0,-3-1 0,-1-2 0,1-2 0,5-3 0,-2-5 0,-4-7 0,5-2 0,-5-4 0,-1 2 0,1-8 0,-5 8 0,5-2 0,-7-2 0,2 3 0,2-1 0,-3 5 0,1 1 0,-6 0 0,2 8 0,4 3 0,-4 4 0,11 10 0,-5 3 0,-1 4 0,1 2 0,4 1 0,-7-1 0,9 2 0,-3 4 0,-1-4 0,1 4 0,-7-4 0,2-2 0,1 0 0,-1 1 0,0-1 0,0 0 0,-1 0 0,1-5 0,-6-1 0,-10-5 0,-5 3 0,-8 1 0,-4-1 0,5-3 0,-7 6 0,0-7 0,-5 7 0,7-8 0,4 1 0,4-3 0,2-2 0,-8 0 0,-2 0 0</inkml:trace>
  <inkml:trace contextRef="#ctx0" brushRef="#br0" timeOffset="125">2719 11502 8912,'0'-25'0,"0"1"0,0-5 0,0 4 0,0 8 0,2 2 0,4 3 0,-4 3 0,3 3 0,-3 4 0,-2 2 0,0 15 0,0 8 0,0 2 0,0-2 0,0-2 0,0 8 0,6-3 0,0 3 0,-1-4 0,3 0 0,-6-6 0,4 4 0,3-4 0,1-2 0,7-7 0,0-3 0,0-7 0,-5-7 0,-1-5 0,1-9 0,5-2 0,-2-6 0,-1 5 0,-3-1 0,3 0 0,-5 2 0,3 6 0,-7 2 0,5 1 0,-2 3 0,5 7 0,-9-4 0,7 8 0,-5 2 0,5 4 0,1-2 0,5 7 0,-5-5 0,-1 5 0,1-7 0,5 2 0,2-2 0,2 0 0,2 1 0,-2-1 0,-2 0 0,-2 2 0,0-4 0,1 3 0,-7-1 0,1 2 0,-7-2 0,7 7 0,-8-5 0,1 5 0,-3 1 0,-2 5 0,-7-2 0,-5-3 0,-9 3 0,-2-4 0,-7 5 0,-5-7 0,-9-1 0</inkml:trace>
  <inkml:trace contextRef="#ctx0" brushRef="#br0" timeOffset="126">2788 11158 8912,'-42'-26'0,"13"-7"0,4 22 0,18-5 0</inkml:trace>
  <inkml:trace contextRef="#ctx0" brushRef="#br0" timeOffset="127">2702 11055 8912,'7'-17'0,"3"0"0,1 7 0,1 5 0,5-3 0,6 2 0,-8 0 0,-7 6 0</inkml:trace>
  <inkml:trace contextRef="#ctx0" brushRef="#br0" timeOffset="128">2925 11072 8912,'18'18'0,"-1"-1"0</inkml:trace>
  <inkml:trace contextRef="#ctx0" brushRef="#br0" timeOffset="129">568 12637 8912,'0'-12'0,"-2"3"0,-2-1 0,-2 1 0,1 5 0,5-4 0,-8 8 0,4 0 0,-7 0 0,5 6 0,-5 0 0,7 0 0,-12-6 0,14 0 0,-5 0 0,7 0 0,7 0 0,-5 0 0,6 0 0,-8 0 0,0 0 0,0 7 0,0-5 0,-8 13 0,6-13 0,-13 6 0,13-8 0,-5 0 0,7 0 0,-2 6 0,-4-1 0,4 1 0,-7-4 0,3 4 0,-4-4 0,-1 7 0,-1-3 0,7-4 0,-7 4 0,6-4 0,-5-2 0,5 0 0,-5 0 0,7 0 0,-6 0 0,5 0 0,3 0 0,-6 0 0,8 0 0,0 0 0,8 0 0,-6 0 0,5 0 0,-7 0 0,2 0 0,4 0 0,-4-8 0,5-2 0</inkml:trace>
  <inkml:trace contextRef="#ctx0" brushRef="#br0" timeOffset="130">361 12637 8912,'-9'0'0,"1"0"0,1 0 0,5 0 0,-8 0 0,4 0 0,4 0 0,-7 0 0,3 0 0,4 0 0,-5 0 0,7 0 0,0-2 0,0-4 0,0 2 0,0-7 0,0 5 0,0-5 0,0-1 0,0-5 0</inkml:trace>
  <inkml:trace contextRef="#ctx0" brushRef="#br0" timeOffset="131">275 12499 8912,'0'0'0</inkml:trace>
  <inkml:trace contextRef="#ctx0" brushRef="#br0" timeOffset="132">103 12895 8912,'8'-17'0,"3"1"0,7 1 0,5-2 0,5 2 0,12-12 0,6 0 0,4 0 0,2 1 0,-1-5 0,1 2 0,-1-1 0,-8 5 0,-9 2 0,-9 4 0,-14 2 0,-5 0 0,-6 1 0,-6 5 0,-3-3 0,-8 9 0,-1-7 0,1 7 0,6-1 0,-1 6 0,8 0 0,-3 7 0,7 5 0,0 5 0,0 6 0,2 4 0,3 7 0,-3-1 0,4-5 0,-4 5 0,-2-5 0,0 5 0,0-1 0,0-1 0,0-2 0,0-8 0,0 2 0,0-4 0,0-2 0,0-8 0,0-1 0,6-10 0,-1-4 0,7-9 0,-6-8 0,5-5 0,-5 5 0,5-6 0,-5 6 0,7 0 0,-3 6 0,1 2 0,1 3 0,1 6 0,-3 10 0,1 2 0,1 5 0,5-5 0,0 6 0,0-7 0,1 7 0,-1-6 0,0-1 0,0-5 0,6-2 0,0-3 0,-4-7 0,-5-3 0,1-2 0,-4 0 0,-3-1 0,-2 1 0,-4 0 0,-2 0 0,-8-4 0,-3 2 0,-5 5 0,-1 5 0,0 3 0,0 6 0,-1 2 0,1 4 0,6 3 0,-1 8 0,7 2 0,-7 4 0,8 2 0,-1 4 0,3 1 0,2-7 0,2-2 0,3-1 0,5-3 0,7 0 0,6-2 0,0-3 0,7-5 0,-1-7 0,11 0 0,-3-7 0,5-3 0</inkml:trace>
  <inkml:trace contextRef="#ctx0" brushRef="#br0" timeOffset="133">1205 12327 8912,'0'12'0,"0"-1"0,0-7 0,0 4 0,7-8 0,5 0 0,3 0 0,4 0 0,2 0 0,2 0 0,-6 8 0,-5 3 0,-1 10 0,6 2 0,-7 7 0,-4-1 0,-4 9 0,-2 2 0,-8 1 0,-3-7 0,-5 0 0,-1 1 0,0-7 0,0 1 0,-4-8 0,3 2 0,-3-12 0,10-5 0,-4-4 0,-1-4 0,5-4 0,5-7 0,4-8 0,10 0 0,3-8 0,5 8 0,1-2 0,0 10 0,0 2 0,0 7 0,1-2 0,1 4 0,4 2 0,-4 0 0,6 2 0,0 4 0,3 5 0,-1-1 0,2 1 0,-1-5 0,7 5 0,-7-1 0,1 1 0,-8 5 0,4-7 0,-8 9 0</inkml:trace>
  <inkml:trace contextRef="#ctx0" brushRef="#br0" timeOffset="134">447 13583 8912,'0'-27'0,"-5"-4"0,-3 6 0,0 1 0,1-1 0,-5 8 0,7 5 0,-1 8 0,6 10 0,0 11 0,0 18 0,0 1 0,2 4 0,3 2 0,-1 4 0,8-6 0,-3 6 0,3-6 0,1 6 0,-7-6 0,2 0 0,-3-6 0,-3 7 0,4-1 0,-4-2 0,-2-2 0,-8-9 0,-3-4 0,-5-4 0,-1-2 0</inkml:trace>
  <inkml:trace contextRef="#ctx0" brushRef="#br0" timeOffset="135">207 13892 8912,'0'-17'0,"0"0"0,0-1 0,1 1 0,5 0 0,4 2 0,7 3 0,8-9 0,5 4 0,11-2 0,10 0 0,1 0 0,5-4 0,-3 4 0,-3-4 0,-3 4 0,-8 2 0,-1-1 0,-17 1 0,-6 8 0,-11 3 0,-10 12 0,-7 5 0,-3 4 0,-2 3 0,0 1 0,-1 4 0,1-4 0,0 4 0,5-6 0,1-6 0,7 5 0,-2-5 0,3 2 0,-1 1 0,-2-3 0,0-7 0,6 4 0,2-8 0,4 0 0,-4 0 0,13-8 0,-7 4 0,3-7 0,5 7 0,-5-4 0,4 1 0,3-1 0,-1-3 0,0 3 0,0 8 0,-5-2 0,-1-4 0,1 4 0,3-5 0,-4-1 0,5 6 0,-7-21 0,8 4 0</inkml:trace>
  <inkml:trace contextRef="#ctx0" brushRef="#br0" timeOffset="136">826 13393 8912,'-8'-9'0,"6"-1"0,-3 5 0,3 3 0,2 2 0,0 9 0,0 10 0,0 4 0,0-2 0,0 8 0,0-2 0,2 3 0,2-1 0,1 1 0,1-3 0,-6 2 0,2-8 0,4 2 0,-4 2 0,3-2 0,-1-2 0,2-10 0,-4 4 0,5-13 0,-1 4 0,0-12 0,5-3 0,-5-8 0,7-6 0,-1 0 0,-2 5 0,1 7 0,0 0 0,7-5 0,-3 3 0,-4 1 0,5 9 0,-5-3 0,5 4 0,1 2 0,-8 8 0,-3 3 0,-4 4 0,-2 3 0,-2 1 0,-4 4 0,-1-4 0,-5 4 0,-3-4 0,3-2 0,5-8 0,-9 7 0,15-16 0,-5 0 0,6-10 0,6-13 0,11-11 0,10-10 0</inkml:trace>
  <inkml:trace contextRef="#ctx0" brushRef="#br0" timeOffset="137">1170 13239 8912,'0'-10'0,"8"3"0,1 7 0</inkml:trace>
  <inkml:trace contextRef="#ctx0" brushRef="#br0" timeOffset="138">1136 13239 8912,'-8'25'0,"-1"-6"0,-9 13 0,3-5 0,4 7 0,3 1 0,8-1 0,0 0 0,2 1 0,4-1 0,5 1 0,4-9 0,3-3 0,-1-4 0,0-1 0,0-3 0,0-4 0,1-3 0,-1-8 0,0 0 0,0 0 0,2-2 0,2-4 0,2-5 0,-2-4 0,-2-8 0,-1 0 0,-1-6 0,0 6 0,-7 0 0,-5 6 0,-3 6 0,-2-1 0,0 8 0,-2-1 0,-3 10 0,-7 7 0,3 5 0,-3 6 0,3 4 0,-3 7 0,3-5 0,3-1 0,4-7 0,-4 2 0,6-4 0,6-3 0,5-5 0,7-3 0,5-8 0,-4-8 0,4-3 0,-2-10 0,2-2 0,-4 0 0,4 6 0,-6-1 0,-6 1 0,5 8 0,-5 3 0,-3 6 0,-3 6 0,3 5 0,-2 12 0,0-2 0,-6 8 0,-8 1 0,-4 10 0,1-1 0,-6 6 0,3-6 0,-9 1 0,-1-4 0,-1-2 0,-2 1 0,-4-1 0,-9 1 0,-4-1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20.3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18947 3250 8912,'15'-12'0,"-2"1"0,-3-3 0,-2-3 0,-5-4 0,-1-2 0,-2 2 0,0 2 0,0 2 0,0 0 0,-2 1 0,-1 3 0,-3 1 0,-2 7 0,3-5 0,-7 3 0,-3 3 0,-2 4 0,-1 5 0,1 9 0,0 7 0,-6 0 0,0 7 0,-2 3 0,4 9 0,-2 6 0,2 4 0,2 1 0,2 1 0,5-1 0,1 1 0,7 5 0,-2 1 0,6-3 0,8-7 0,9-6 0,10-6 0,9 0 0,8-15 0,8-5 0,1-9 0,7-20 0,-3-10 0,6-9 0,-7-9 0,-7-4 0,-7-5 0,-7 4 0,-7 0 0,1 8 0,-12-2 0,4 6 0,-9 5 0,-4-2 0,-3 8 0,-3 0 0,-9 8 0,-7 4 0,-5 5 0,-4 4 0,0 4 0,4 4 0,-2 5 0,-2 4 0,2 5 0,8 2 0,1 5 0,-1 0 0,3 5 0,-1-3 0,7 4 0,-2 1 0,4-5 0,2-3 0,2 1 0,4 0 0,3-6 0,9 2 0,1-12 0,2-5 0,4-4 0,1-2 0,1-4 0,2-7 0,1-3 0,-7-14 0,0-1 0,-5-5 0,-1 5 0,0 0 0,-7 3 0,-5-3 0,-1 4 0,2 8 0,-4 0 0,4-1 0,-5 11 0,-1 7 0,0 7 0,0 11 0,0 1 0,0 4 0,6-4 0,0 4 0,7-4 0,-1-2 0,9 0 0,2 0 0,2-7 0,-4-4 0,3-4 0,3-2 0,-4-2 0,6-4 0,-8-4 0,2-7 0,-10 0 0,-1 0 0,-3 0 0,3-1 0,-5 7 0,-7-1 0,0 9 0,0-7 0,0 4 0,0 6 0,0 0 0,0 10 0,-2 5 0,-3 2 0,3 1 0,-4-1 0,4 0 0,2 0 0,0 0 0,0 1 0,0-7 0,0 0 0,0-7 0,0 4 0,0-8 0,0-2 0,2-6 0,4-7 0,5-6 0,3-8 0,-3 7 0,8-7 0,-5 6 0,-1 2 0,2 2 0,1 7 0,1 1 0,0 7 0,0-2 0,0 6 0,1 6 0,-3 4 0,-4 7 0,5 6 0,-5 0 0,5 5 0,1-5 0,0 0 0,0-6 0,8 1 0,4-1 0,3-2 0,3-4 0,5-3 0,2-10 0,2-4 0,2-11 0,5-9 0</inkml:trace>
  <inkml:trace contextRef="#ctx0" brushRef="#br0" timeOffset="1">21167 2923 8912,'-18'0'0,"1"0"0,0 0 0,0 0 0,2 2 0,1 2 0,5 3 0,1 3 0,-4 3 0,7 10 0,-1 6 0,6 11 0,0-2 0,2 8 0,2 4 0,1 5 0,9-2 0,-3 5 0,3-5 0,-3-1 0,4-8 0,-5-2 0,0-4 0,-5-4 0,3-3 0,-2-14 0,-1-7 0,1-10 0,0-12 0,2-9 0,-3-2 0,3-7 0,5 3 0,-1-2 0,1 1 0,3 7 0,1-2 0,0 4 0,0 1 0,0 3 0,1 4 0,-1 3 0,0 8 0,0 0 0,-2 8 0,-3 3 0,-2 4 0,-5 3 0,-3 5 0,4-1 0,-10 7 0,-2-6 0,-5 6 0,5-6 0,-7 0 0,3-6 0,-1-2 0,-1-4 0,8 5 0,-3-14 0,7 5 0,0-14 0,0-3 0</inkml:trace>
  <inkml:trace contextRef="#ctx0" brushRef="#br0" timeOffset="2">21597 3473 8912,'-8'10'0,"-1"-1"0,-9-3 0,1-4 0,0 13 0,7-13 0,10 6 0,14-8 0,7 0 0,8-6 0,9-2 0,4-3 0,2-8 0,-6 1 0,2-4 0,-3 2 0,-3 1 0,-1-2 0,-5-2 0,-5 0 0,-11 6 0,-5-8 0,-16 8 0,-9 0 0,-14 9 0,-14 14 0,-4 11 0,-1 12 0,-1 3 0,1 3 0,1 7 0,4 4 0,11 3 0,14 3 0,8 0 0,7-1 0,6-1 0,6-4 0,19-6 0,15-12 0,10-5 0,7-4 0,6-9 0,12-4 0,-6-6 0,-1-6-451,-6-11 1,-3-10-1,2-7 1</inkml:trace>
  <inkml:trace contextRef="#ctx0" brushRef="#br0" timeOffset="3">22819 3060 8912,'-18'-7'0,"1"-3"0,0-1 0,0-1 0,5 8 0,1 3 0,-2 10 0,3 4 0,-1 16 0,7 5 0,-2 9 0,4-1 0,2 0 0,2 0 0,4-2 0,9-4 0,8 4 0,2-9 0,-2-3 0,-2-12 0,7 1 0,-5-11 0,6-1 0,-8-3 0,2-2 0,-4-2 0,-2-3 0,1-7 0,-9-3 0,-3-2 0,2-1 0,-3 1 0,1 0 0,-6 0 0,2 7 0,4 5 0,-3 3 0,9 2 0,-6 2 0,5 3 0,-1 7 0,3 9 0,-1 2 0,1-2 0,2-2 0,2-2 0,3-2 0,3-3 0,-4-5 0,4-7 0,-2 0 0,2 0 0,-4 0 0,4 0 0,-4-9 0,-2-8 0,0-2 0,-2-10 0,-3-2 0,-6-1 0,1-3 0,-1 1 0,0-6 0,-6 0 0,0 7 0,0 10 0,0 4 0,0 2 0,0 8 0,0 3 0,0 12 0,2 11 0,3 11 0,5 5 0,7 1 0,2 1 0,4-1 0,-2 0 0,8 1 0,-8 5 0,2 0 0,-4-4 0,-2-5 0,-1 1 0,-5-3 0,-3-2 0,-8 1 0,-2-7 0,-4 2 0,-3-9 0,-9-3 0,-5-1 0,0 1 0,-5-3 0,5-8 0,0-2 0,6-4 0,1-7 0,5-8 0,3-6 0,8-7 0,0-1 0,0 1 0</inkml:trace>
  <inkml:trace contextRef="#ctx0" brushRef="#br0" timeOffset="4">23903 3335 8912,'-12'0'0,"1"0"0,7 0 0,-4 0 0,8 2 0,0 4 0,0-4 0,8 6 0,5-8 0,8 0 0,8 0 0,11-2 0,6-4 0,4-5 0,2-5 0,-1-1 0,-5 0 0,0 0 0,4-6 0,1 0 0,3-8 0,-14 3 0,0-11 0,-5-1 0,-9 0 0,-5 8 0,-7 1 0,-9 2 0,-3 14 0,-2-2 0,-7 11 0,-5 1 0,-9 5 0,-4 5 0,-1 9 0,-5 7 0,-1 5 0,-3 9 0,6 1 0,1 4 0,7-3 0,-2 3 0,9-4 0,5-2 0,1 1 0,4-1 0,10-7 0,6-4 0,11-6 0,5-6 0,7-3 0,5-8 0,4 0 0,7 0 0,1-13 0,0-5 0,-1-4 0,1-1 0,-1-4 0,-1-7 0,-6-1 0,-9 1 0,-9-1 0,-8 1 0,-9 0 0,-3-1 0,-4 8 0,-2 5 0,-2 10 0,-4 6 0,2 4 0,-7 2 0,-1 0 0,-5 2 0,0 6 0,0 9 0,0 2 0,-1 10 0,1-2 0,0 1 0,7 3 0,5-6 0,1 0 0,-2-1 0,4-1 0,-4-5 0,6-1 0,6 0 0,4-8 0,7-3 0,0-4 0,0-2 0,6-15 0,0-8 0,6-8 0,-6-5 0,-2-4 0,-2-6 0,-2-4 0,0-1 0,-1-8 0,-5-4 0,-3-4 0,-8-2 0,0-6 0,0 1 0,0 1 0,0 3 0,-6 24 0,0 11 0,-1 20 0,3 11 0,-2 12 0,2 15 0,-5 21 0,-3 25 0,-3 9 0,-2 14 0,0-3 0,8-40 0,0 0 0,-8 42 0,2 5 0,3-4 0,7-8 0,3-4 0,2-6 0,9-18 0,9-5 0,6-18 0,13-12 0,3-8 0,6-7 0,-4-12 0,0-3 0</inkml:trace>
  <inkml:trace contextRef="#ctx0" brushRef="#br0" timeOffset="5">15884 9353 8912,'-18'0'0,"1"0"0,0 0 0,2-2 0,3-4 0,6-5 0,6-4 0,6-3 0,6 3 0,3 2 0,2 1 0,2 9 0,2-3 0,2 4 0,0 2 0,-6 0 0,1 0 0,-9 0 0,1 0 0,-4 0 0,-5 0 0,7 0 0,-8-2 0,0-4 0,2 2 0,4-7 0,-4 5 0,3-5 0,3 5 0,-2-5 0,-1-1 0,3 3 0,-4-7 0,7 5 0,-7 1 0,2-1 0,-4-1 0,4-5 0,-1 0 0,-1 0 0,-2 0 0,-2-1 0,0 9 0,0-6 0,0 13 0,2-4 0,2 12 0,2 5 0,1 12 0,-1 6 0,4 5 0,-1 6 0,6-2 0,-3 8 0,3-2 0,2 2 0,1 4 0,-1-4 0,2 1 0,4-1 0,-10-4 0,4-7 0,-5-3 0,-1-3 0,-3-4 0,-10-10 0,-4-4 0,-3-18 0,-8-12 0</inkml:trace>
  <inkml:trace contextRef="#ctx0" brushRef="#br0" timeOffset="6">15987 9508 8912,'-17'17'0,"5"-6"0,1 1 0,7-8 0,-2 5 0,12-5 0,7 2 0,8-2 0,0-2 0,8-2 0,0 5 0,5 1 0,1 2 0,-1-3 0,0-3 0,1 4 0,-1 2 0,1-3 0,-7 1 0,1-6 0,-8-7 0,12-11 0,-7-8 0</inkml:trace>
  <inkml:trace contextRef="#ctx0" brushRef="#br0" timeOffset="7">16624 9267 8912,'-2'15'0,"-4"-3"0,-4 9 0,-7-4 0,-2 17 0,-4 1 0,4 18 0,-4 5 0,6 7 0,5 1 0,7-3 0,3-5 0,9-12 0,11-4 0,8-8 0</inkml:trace>
  <inkml:trace contextRef="#ctx0" brushRef="#br0" timeOffset="8">16503 10161 8912,'0'12'0,"0"-1"0,0-9 0,0-2 0,0-2 0,0-9 0,2 7 0,4-2 0,7 4 0,8 2 0,-2 0 0,4 0 0,2 4 0,0 6 0,0 7 0,0 2 0,-2 6 0,-6-2 0,0 5 0,0-5 0,-7 6 0,-4-6 0,-5-2 0,-1-2 0,0-2 0,0-7 0,0-3 0,-5-9 0,-1-3 0,0-7 0,6-11 0,2-4 0,4-7 0,3-2 0,9-2 0,-1-1 0,0 7 0,0-1 0,1 10 0,-1 1 0,0 4 0,6 3 0,0 4 0,7 1 0,-1 4 0,5 4 0,7-3 0,3 3 0,7 2 0</inkml:trace>
  <inkml:trace contextRef="#ctx0" brushRef="#br0" timeOffset="9">17536 10092 8912,'-18'0'0,"1"0"0,0 0 0,-6-2 0,0-3 0,-7 3 0,1-4 0,-4-2 0,-1 3 0,0-1 0,1 8 0,2 2 0,3 1 0,7 15 0,-2-3 0,9 9 0,3-3 0,7 8 0,-2-2 0,6-3 0,6 3 0,4-8 0,7 2 0,0-6 0,0-5 0,6 1 0,0-7 0,0-4 0,2-6 0,-6-6 0,4-7 0,-4-2 0,-2-4 0,1 2 0,-1-8 0,-6 3 0,1-3 0,-7 4 0,7 8 0,-6 0 0,5 0 0,-7-1 0,2 1 0,3 8 0,-7 9 0,4 11 0,-2 6 0,1 6 0,-3 4 0,4 7 0,2 1 0,-3-1 0,9-5 0,-5-1 0,3 1 0,-1-2 0,1-2 0,5-8 0,0-8 0,0-9 0,1-17 0,-1-10 0</inkml:trace>
  <inkml:trace contextRef="#ctx0" brushRef="#br0" timeOffset="10">17811 9817 8912,'17'0'0,"0"0"0,-7 0 0,-2 0 0,-16 8 0,-2 5 0,1 8 0,3 8 0,-2 2 0,3-3 0,-1 5 0,6-5 0,0 5 0,0 1 0,6-1 0,-1-5 0,9-3 0,-3-8 0,10-1 0,2-5 0,2-3 0,-2-8 0,4 0 0,0 0 0,3-8 0,-7-3 0,6-10 0,-6-2 0,0-2 0,-6 2 0,-6 10 0,1-5 0,-8 5 0,3-4 0,-7 7 0,2 3 0,4 7 0,-4 7 0,11 3 0,-7 7 0,6 0 0,-7 0 0,9-5 0,-3-1 0,2-5 0,1 4 0,-3-1 0,3 1 0,1-6 0,2 3 0,0-7 0,-5 0 0,-1 0 0,1-2 0,-3-3 0,7-5 0,-5-7 0,4 0 0,3-1 0,-1 1 0,0 0 0,0 0 0,1 5 0,-1 1 0,0 7 0,0-4 0,0 8 0,1 0 0,-1 0 0,0 0 0,0 0 0,0 0 0,1 0 0,-7 6 0,1 0 0,-9 0 0,13-6 0,-12 5 0,7 1 0,-7 7 0,2-1 0,1-1 0,-1 5 0,-2 3 0,-2 0 0,-2 2 0,0 2 0,0 2 0,0 3 0,-8 5 0,-3-5 0,-1 3 0,-5-2 0,3 1 0,-8-7 0,-5-8 0,-2-9 0,-3-4 0,-3-2 0</inkml:trace>
  <inkml:trace contextRef="#ctx0" brushRef="#br0" timeOffset="11">18517 9319 8912,'-8'-10'0,"6"-5"0,-8 7 0,5-3 0,3 3 0,-6 8 0,16 0 0,3 2 0,5 2 0,1 2 0,6 7 0,0-2 0,0 5 0,-6 1 0,0-8 0,0 14 0,0-4 0</inkml:trace>
  <inkml:trace contextRef="#ctx0" brushRef="#br0" timeOffset="12">17725 9800 8912,'-59'0'0,"7"0"0,0 0 0,16 0 0,23 0 0,18 0 0,22 0 0,27 0 0,15-2 0,15-4 0,-35 2 0,3-3 0,5-4 0,1-1 0,1 2 0,0-1-210,2-2 0,-1-3 0,0-4 1,0-4-1,0-2 0,1-1 0</inkml:trace>
  <inkml:trace contextRef="#ctx0" brushRef="#br0" timeOffset="13">5335 8751 8912,'-16'-7'0,"3"-5"0,2-3 0,-3-2 0,7 7 0,1 3 0,12 7 0,5 0 0,4 0 0,10 0 0,6 0 0,9 0 0,12 0 0,14-6 0,15 0 0,7-7 0,-40 7 0,1 0 0,7-1 0,3-1-304,7-1 0,2 1 0,1-1 0,1 1 304,8-1 0,-1 0 0,-3 1 0,-2 1 0,-6 1 0,-1 1 0,-4-2 0,-1 0 0,-5 4 0,-1 1 0,40-4 0,-12 4 0,-13-2 0,-8-2 0,-10 1 0,-5 5 0,-15 0 0,-6 0 0,-19 0 0,-12 0 608,-4 0 0,-13 0-608,0 0 0,-1 0 0,1 0 0,3 0 0,-2 0 0,2-8 0,3-2 0,0-7 0</inkml:trace>
  <inkml:trace contextRef="#ctx0" brushRef="#br0" timeOffset="14">7056 8201 8912,'-20'0'0,"5"0"0</inkml:trace>
  <inkml:trace contextRef="#ctx0" brushRef="#br0" timeOffset="15">7004 8167 8912,'9'0'0,"-1"0"0</inkml:trace>
  <inkml:trace contextRef="#ctx0" brushRef="#br0" timeOffset="16">7193 8201 8912,'46'15'0,"-2"8"0,-2 8 0,-2 11 0,-11 4 0,0 11 0,-14-3 0,2 3 0,-11-4 0,0-1 0,-14 1 0,-7 3 0,-10 1 0,-8-1 0,3-1 0,-12 0 0,2 1 0,-1-7 0,-6-12 0,3-12 0</inkml:trace>
  <inkml:trace contextRef="#ctx0" brushRef="#br0" timeOffset="17">2048 8476 8912,'-2'-27'0,"-2"3"0,-2 1 0,3 0 0,-1 2 0,0 2 0,-2 1 0,-1 9 0,1 1 0,-6 3 0,-3-1 0,-2 0 0,-2 8 0,-2 4 0,-2 5 0,-8 4 0,4 5 0,1 1 0,3 2 0,3 1 0,3-3 0,0 2 0,0-2 0,7-2 0,5-1 0,3-1 0,2 0 0,2 0 0,3 0 0,7-1 0,3-5 0,10 4 0,4-3 0,5-3 0,4 1 0,4-2 0,2-5 0,2 5 0,6-2 0,-8 1 0,-4-1 0,-9-4 0,-3 4 0,-7 3 0,2 3 0,-11-3 0,-7 3 0,-12 5 0,-10 6 0,-10 8 0,-13-3 0,-6 7 0,-12 5 0,3-4 0,-6 2 0,1-5 0,5-5 0,9-9 0,6-1 0,17-9 0,6-9 0,11-2 0,0-3 0,14-13 0,9-10 0,8-20 0,25-6 0,3-14 0</inkml:trace>
  <inkml:trace contextRef="#ctx0" brushRef="#br0" timeOffset="18">2530 8425 8912,'9'-18'0,"-3"1"0,-2 2 0,0 2 0,1 1 0,1 10 0,-6 2 0,0 16 0,0 12 0,0 7 0,0 5 0,0-4 0,0 4 0,0 2 0,0-2 0,0 2 0,0-4 0,0 3 0,0-3 0,8-2 0,3-2 0,5-14 0,8 2 0,3-12 0</inkml:trace>
  <inkml:trace contextRef="#ctx0" brushRef="#br0" timeOffset="19">2564 8201 8912,'-27'-44'0,"2"-2"0,8 12 0,2 3 0,3 14 0,5 8 0,7 9 0,9 9 0,9 8 0,8 1 0,16-1 0,10 0 0,7-7 0,3 5 0,-3-6 0</inkml:trace>
  <inkml:trace contextRef="#ctx0" brushRef="#br0" timeOffset="20">3218 8339 8912,'-52'2'0,"1"1"0,-1 5 0,1 2 0,1 9 0,2 9 0,4 5 0,2 1 0,8 8 0,5 4 0,15 2 0,3-2 0,7 1 0,4-6 0,15-1 0,8-8 0,8-3 0,3-6 0,1-12 0,-1-5 0,6-6 0,1-6 0,4-11 0,-4-12 0,-1-5 0,-6-6 0,6 2 0,0-8 0,1-6 0,-7-5 0,-1-2 0,-5 1 0,-5-7 0,-4-7 0,-3-8 0,-5-12 0,-11 4-291,-11-4 1,-7 4 290,-5 2 0,4 12 0,-4 11 0,4 21 0,2 29 0,0 16 0,7 18 0,5 25 0,-3 12 0,2 22 0,0 10-228,6-37 1,0 2-1,0 4 1,0 1 227,0 3 0,0 0 0,0 0 0,0 0 0,0-3 0,0 0 0,4 1 0,2-1 0,2 0 0,1 0 0,3 3 0,3 0 0,3-1 0,2-2 0,1-2 0,0-1-156,1-3 0,0-3 0,22 31 156,2-7 0,2-8 0,-8-20 0,-2-14 0,-1-14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20.3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7056 12723 8912,'-8'9'0,"-4"-3"0,-3-4 0,0-4 0,1-2 0,3-1 0,0-1 0,-7 6 0,1 0 0,6-6 0,-1 0 0,6 1 0,-5 5 0,7 0 0,-5-2 0,3-4 0,4 4 0,-13-5 0,11 7 0,-8 0 0,7 0 0,-7 0 0,-1 0 0,3 0 0,-1 0 0,-1 0 0,-5 0 0,0 0 0,0 0 0,-3 0 0,-2 0 0,-3 1 0,-4 5 0,-4-2 0,5 7 0,-5-1 0,-1 1 0,-1 3 0,1-8 0,0 5 0,-1-3 0,3-1 0,3 1 0,-2 3 0,8-5 0,-5 0 0,5-4 0,2 4 0,2-5 0,1 5 0,1-4 0,0-2 0,0 0 0,0 0 0,5 6 0,1 0 0,5-1 0,-5-5 0,-3 0 0,-1 0 0,3 6 0,1 0 0,-1 1 0,-5-1 0,0-2 0,0 7 0,3-5 0,1 6 0,-4-1 0,-2-1 0,3 5 0,-7-4 0,4 5 0,2 1 0,0 0 0,0 0 0,-1-5 0,1-1 0,0-1 0,2 3 0,1-3 0,3-3 0,-1 7 0,-5-3 0,0-1 0,0 1 0,5-1 0,1 1 0,-1 4 0,-5-3 0,0-5 0,0 1 0</inkml:trace>
  <inkml:trace contextRef="#ctx0" brushRef="#br0" timeOffset="1">5455 13256 8912,'-11'17'0,"-1"0"0,1 6 0,-6 0 0,-1-2 0,1 4 0,0-2 0,5 6 0,1-6 0,-1-2 0,3-2 0,-6 5 0,11-4 0,-8 2 0,9-2 0,-3-3 0,4-6 0,2 1 0,0-7 0,0 7 0,0-1 0,0 7 0,0-1 0,0-6 0,0 1 0,0-1 0,0 6 0,2 1 0,4-1 0,-5 0 0,5 0 0,2 0 0,-2 0 0,7 1 0,-4-1 0,1 0 0,-2 0 0</inkml:trace>
  <inkml:trace contextRef="#ctx0" brushRef="#br0" timeOffset="2">5404 13961 8912,'1'17'0,"5"0"0,4 0 0,7 1 0,0-1 0,0-2 0,1-3 0,1 3 0,4-4 0,-4 5 0,6-1 0,-2-2 0,-1-1 0,3-3 0,-2 3 0,-2 3 0,8-4 0,-6-1 0,6 1 0,-6-5 0,5 6 0,-5-7 0,6 7 0,-6-8 0,6 1 0,-3 3 0,5-2 0,-1-2 0,7-2 0,-3-1 0,6 5 0,-3-4 0,-3 4 0,2-4 0,5-2 0,-5 0 0,4 0 0,-4 5 0,-1 1 0,-1 2 0,1-2 0,-7-5 0,-1 7 0,0-2 0,0 0 0,-4 1 0,5-1 0,-7-2 0,2 7 0,2-7 0,-2 2 0,8-2 0,-3 1 0,5-3 0,1 4 0,1-4 0,-1-2 0,2 0 0,5 0 0,-5 0 0,4 0 0,-9 0 0,-3 0 0,1 0 0,-2 0 0,3 0 0,-7 0 0,2 0 0,-2 0 0,-2 0 0,8 0 0,-2 0 0,1 0 0,5 0 0,-5 0 0,5 0 0,1 0 0,7 0 0,1 0 0,2 0 0,3 0 0,3 0 0,2 0 0,-3 0 0,-3 0 0,-4-2 0,-7-4 0,3 4 0,-4-3 0,3 3 0,-14 2 0,7 0 0,-1 0 0,-2 0 0,1 0 0,3 0 0,2 0 0,1 0 0,0 0 0,8-2 0,4-4 0,-2 4 0,2-4 0,-8-1 0,3 1 0,-5-5 0,-2 5 0,-7-2 0,-4 2 0,-4 3 0,0-7 0,4 2 0,-4-3 0,4 5 0,-9 1 0,-3 5 0,1-8 0,11 4 0,0-7 0,1 1 0,-1-1 0,10-5 0,7 5 0,0-4 0,2-3 0,-4 1 0,8 0 0,0 0 0,6 0 0,-6-1 0,-2 1 0,-2 0 0,-4 0 0,-2-6 0,-1 0 0,-16 8 0,-4 7 0</inkml:trace>
  <inkml:trace contextRef="#ctx0" brushRef="#br0" timeOffset="3">9620 13926 8912,'34'-24'0,"0"-3"0,1 0 0,-1-3 0,3 5 0,1 0 0,2 0 0,6-6 0,-6 5 0,-2-1 0,-1 4 0,-5-2 0,-3 0 0,-6 1 0,-4-1 0,-4-4 0,-3 6 0,-3-5 0,-5 3 0,2 0 0,-2 0 0,-2-4 0,-2 6 0,0-5 0,0 5 0,0-8 0,-2 5 0,-2-3 0,-2 0 0,-7 1 0,1-7 0,-3 1 0,-2-1 0,-6 3 0,0 3 0,-6-3 0,6 3 0,-7 2 0,1-1 0,2 7 0,-2-2 0,1 2 0,-7-2 0,1 4 0,0-4 0,-1 4 0,1 2 0,-3-1 0,-3 1 0,4 6 0,-6-1 0,0-1 0,-4-2 0,-8 3 0,-9 1 0,6 5 0,-12-6 0,12 7 0,-1-7 0,3 8 0,-3-1 0,13-5 0,3 8 0,17-5 0</inkml:trace>
  <inkml:trace contextRef="#ctx0" brushRef="#br0" timeOffset="4">8742 12482 8912,'-25'0'0,"-4"0"0,-11 0 0,4 0 0,2 0 0,9 0 0</inkml:trace>
  <inkml:trace contextRef="#ctx0" brushRef="#br0" timeOffset="5">8346 12517 8912,'-51'7'0,"-1"5"0,8-5 0,-6 9 0,16-14 0,-1 3 0,3-3 0,9 0 0,0 2 0,-2 2 0,6-1 0,-4-5 0,4 0 0,2 0 0,-6 0 0,0 0 0,-2 0 0,2 0 0,2 0 0,-8 0 0,6 0 0,-5 0 0,5 0 0,-6 0 0,0 0 0,3 0 0,-5 0 0,8 0 0,-6 0 0,7 0 0,-1 0 0,5 0 0,1 0 0,0 0 0,0 0 0,0 0 0,-1 0 0,1 0 0,-6 0 0,0 0 0,-2 0 0,4 0 0,-4 0 0,-1 0 0,1 0 0,-10 0 0,11 0 0,-11 0 0,3-2 0,-1-3 0,-1 3 0,-1-4 0,7 4 0,-1 2 0,2 0 0,-2 0 0,-1 0 0,7 0 0,0 0 0,6 0 0,0 0 0,-1 0 0,1 0 0,0 0 0,0 0 0,7 8 0,-5-6 0,13 5 0,-13-7 0,13 0 0,-6 8 0,6-6 0,-4 4 0,5-4 0,-15-2 0,14 0 0,-13 0 0,13 0 0,-5 7 0,7-5 0,0 6 0,0-8 0,0 0 0,-8 7 0,-2-5 0,-7 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20.3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11014 6172 8912,'15'-2'0,"-2"-1"0,-1-3 0,-8-2 0,3 4 0,1-1 0,-6-9 0,3 3 0,3 1 0,-2-1 0,2 1 0,-5-3 0,3 1 0,-2-1 0,4 4 0,-3-3 0,7 1 0,-5-7 0,3 1 0,-6 0 0,9 6 0,-7-1 0,0 8 0,-6-11 0,0 13 0,0-6 0,-2 8 0,-4 0 0,-5 0 0,-5 0 0,-1 0 0,0 0 0,0 0 0,-1 0 0,-6 0 0,-5 0 0,0 0 0,-5 0 0,1 2 0,-13 4 0,-1 4 0,-9 9 0,-3 4 0,-2 5 0,3 1 0,-5 5 0,8-7 0,-3 11 0,7 1 0,5-3 0,4 0 0,7-2 0,7 1 0,-1-1 0,2-1 0,-1-5 0,-5 5 0,4-4 0,-3 3 0,-3 2 0,7 1 0,-1-1 0,8 2 0,-2 5 0,4 3 0,2-1 0,5-1 0,1-7 0,5 5 0,-5 0 0,7 6 0,-2-6 0,4-2 0,2-9 0,2 3 0,4-1 0,5 5 0,5 4 0,7 2 0,-1-1 0,9-3 0,-2 8 0,3-2 0,3 1 0,-1-3 0,0-7 0,7-7 0,1 1 0,0 0 0,0-2 0,-2-8 0,-6-8 0,7-5 0,-1 5 0,8-7 0,-3 2 0,5 1 0,2-1 0,-1 0 0,1-6 0,5 0 0,1 0 0,-3 0 0,-7 0 0,-4 0 0,-2 0 0,4-2 0,-6-4 0,0-3 0,-5-8 0,5-1 0,0 1 0,13-6 0,-1 0 0,-2-5 0,-4 3 0,2-2 0,1-4 0,-5-7 0,-4-2 0,-3-6 0,-3 6 0,-5-13 0,-1 1 0,-6-9 0,0 0 0,-2-4 0,-3-6 0,-6-3 0,1-1 0,-8-9 0,1-8 0,-5 1 0,-5 5 0,-9 2 0,-7 4 0,-6-1 0,-7 13 0,-8 3 0,-6 13 0,-7 0 0,-8 1 0,-4 9 0,-2 7 0,0 11 0,0 12 0,2 4 0,4 8 0,-2 10 0,8 7 0,1 2 0,10 10 0,12-2 0,11 1 0,6-5 0,5-4 0,12-3 0,14-3 0,9-3 0,11-3 0,0-9 0,16-22 0,-6-13 0</inkml:trace>
  <inkml:trace contextRef="#ctx0" brushRef="#br0" timeOffset="1">9947 5433 8912,'0'-17'0,"0"0"0,-6-1 0,-2 1 0,-1 0 0,-5 0 0,-1 0 0,4 1 0,1 3 0,2 2 0,3 9 0,5 2 0,1 9 0,5 16 0,6 8 0,3 5 0,2 9 0,2-1 0,2 2 0,2-2 0,0 2 0,-6-8 0,1 0 0,-1-6 0,-6-5 0,-1-2 0,-2-2 0,5-3 0,-11-12 0,5-4 0,-8-12 0,-5-5 0,2-7 0,-7-5 0,-1-3 0,-3-11 0,1-3 0,3-6 0,5 3 0,-5-3 0,7-2 0,-2-9 0,4 7 0,2-7 0,0 16 0,0 1 0,2 12 0,4 11 0,3 7 0,9 4 0,-1 8 0,0 10 0,6 9 0,0 17 0,0 4 0,2 2 0,-6-6 0,4 2 0,-4-4 0,-2-1 0,0-8 0,1-5 0,-1-2 0,0-13 0,-2-7 0,-3-9 0,1-20 0,-7-9 0,0-8 0,1-8 0,-5-7 0,4 4 0,-4-6 0,-2 6 0,0 1 0,0 10 0,-6 4 0,-2 10 0,-1 3 0,5 12 0,-4 23 0,8 11 0,0 12 0,0-1 0,0 5 0,0 1 0,-7 1 0,-3-1 0</inkml:trace>
  <inkml:trace contextRef="#ctx0" brushRef="#br0" timeOffset="2">10497 5381 8912,'27'0'0,"-6"-1"0,-8-5 0,3 4 0,-12-11 0,7 7 0,-7-8 0,11 13 0,-13-9 0,4 4 0,1 2 0,-1-7 0,6 5 0,-7-5 0,3 5 0,-2-5 0,-4-1 0,3-5 0,-3 0 0,-2 0 0,0-1 0,0 1 0,0 0 0,0 5 0,0 1 0,0 7 0,0-3 0,-2 14 0,-3 5 0,3 9 0,-4 4 0,4 1 0,2 5 0,2 1 0,4 3 0,3-9 0,9-3 0,-1-4 0,0-1 0,6-9 0,0-3 0,7-4 0,-1-2 0,2-10 0,-3-7 0,3-8 0,-6-9 0,0-1 0,0 1 0,-2-6 0,-6 0 0,-8 5 0,-3 7 0,-4 7 0,-2-2 0,-4 10 0,-7 1 0,-1 10 0,-11 2 0,4 8 0,2 9 0,2 0 0,1 0 0,5 1 0,1-1 0,2 0 0,6 0 0,0 0 0,0 1 0,0-9 0,2-1 0,4-8 0,4-2 0,7-4 0,0-3 0,0-9 0,0 3 0,1 4 0,-1-3 0,0 8 0,0 1 0,0 5 0,1 0 0,-1 0 0,0 9 0,0 8 0,-1 3 0,-5 8 0,2 1 0,-7 5 0,2 1 0,-4-1 0,1 0 0,-1 1 0,-2-7 0,-2 1 0,-2-8 0,-4 2 0,-1-4 0,-5-2 0,-3-1 0,4-5 0,-5-3 0,-1-8 0,7-8 0,-5-1 0,6-9 0</inkml:trace>
  <inkml:trace contextRef="#ctx0" brushRef="#br0" timeOffset="3">11427 5124 8912,'-2'11'0,"-4"0"0,4-7 0,-6 4 0,8-6 0,0 4 0,0-5 0,0 15 0,0-5 0,0 5 0,0 1 0,0 0 0,0 0 0,0 0 0,0 0 0,0-5 0,0-1 0,0-7 0,2 4 0,4-8 0,-2 0 0,7 0 0,1-2 0,5-2 0,0-2 0,0 3 0,1 1 0,-1 2 0,0-6 0,0 0 0,0 0 0,1 6 0,-1 0 0,0 0 0,0 6 0,0 0 0,-5 0 0,-1-6 0,-5 0 0,6 0 0,-1 0 0,4-2 0,-3-4 0,-3-11 0,-3-12 0,4-3 0,7-3 0</inkml:trace>
  <inkml:trace contextRef="#ctx0" brushRef="#br0" timeOffset="4">11840 4797 8912,'0'9'0,"-6"7"0,0-5 0,0-1 0,6 1 0,0 1 0,0 5 0,0 6 0,0 2 0,0-1 0,0 1 0,0 6 0,0-2 0,0 1 0,0-1 0,0-3 0,0-5 0,2 2 0,4-2 0,-4-1 0,6-11 0,-8-1 0,5-10 0,3-6 0,2-9 0,-1 0 0,3-6 0,3-2 0,-4 2 0,5 0 0,1 6 0,-6 0 0,1 0 0,-1 1 0,6 5 0,1 3 0,-1 1 0,0 5 0,0-6 0,0 8 0,-5 8 0,-1 3 0,-5 4 0,6 3 0,-9-1 0,3 0 0,2-6 0,-2 1 0,-1-1 0,-3 5 0,2-3 0,2-2 0,0-7 0,-1-4 0,1-11 0,7-4 0,-3-3 0</inkml:trace>
  <inkml:trace contextRef="#ctx0" brushRef="#br0" timeOffset="5">12304 4694 8912,'-7'-17'0,"-1"5"0,-4 1 0,-1 5 0,7-6 0,-7 9 0,11-5 0,-6 8 0,8 0 0,8 2 0,2 4 0,-1 5 0,5 4 0,-9 3 0,1-1 0,2 0 0,1 0 0</inkml:trace>
  <inkml:trace contextRef="#ctx0" brushRef="#br0" timeOffset="6">11857 5158 8912,'-17'17'0,"-1"-2"0,1-3 0,6-4 0,-1-8 0,8-2 0,-1-4 0,3-7 0,2-9 0,9 1 0,9-7 0,8-1 0,14-3 0,6 1 0,4 2 0,7 3 0,1-3 0,7-3 0,4 5 0,9-8 0</inkml:trace>
  <inkml:trace contextRef="#ctx0" brushRef="#br0" timeOffset="7">12528 4900 8912,'-25'27'0,"6"3"0,-4-7 0,4 8 0,2-2 0,5 3 0,1 2 0,7 1 0,-2-1 0,4-7 0,2-4 0,8-4 0,3-2 0,5-7 0,3-5 0,2-3 0,2-2 0,0-7 0,-6-5 0,0-5 0,0-6 0,-5 2 0,-1-8 0,-1 6 0,1-5 0,-3 7 0,-8-4 0,0 2 0,0 0 0,0 0 0,0 6 0,-2 6 0,-4-1 0,4 1 0,-5-7 0,7 1 0,0 0 0,0 0 0</inkml:trace>
  <inkml:trace contextRef="#ctx0" brushRef="#br0" timeOffset="8">12924 4848 8912,'11'12'0,"1"-1"0,-7-5 0,7 6 0,-6-9 0,3 5 0,1-2 0,-1 0 0,3 7 0,5-4 0,0 9 0,-5-1 0,-3 0 0,-1 0 0,-4 0 0,3 1 0,-1-1 0,-2 0 0,-2 0 0,-2-5 0,0-1 0,-8-1 0,-3 1 0,3-3 0,-5-16 0,7-3 0,0-14 0,6-10 0,2-10 0,4-11 0,3 1 0,9-8 0,-1 7 0,0-1 0,0 11 0,0 6 0,1 4 0,-1 11 0,0 8 0,2 15 0,4 13 0,-2 14 0,8 10 0,-6 1 0,4 8 0,-1-2 0,1-4 0,2-2 0,5-1 0,3-9 0,3-3 0,2-11 0,4-6 0,11-5 0,-3-1 0</inkml:trace>
  <inkml:trace contextRef="#ctx0" brushRef="#br0" timeOffset="9">21442 6447 8912,'-11'18'0,"1"-1"0,0-2 0,3-2 0,-1-1 0,2-8 0,6-4 0,0-4 0,2-8 0,4-1 0,-4 4 0,4-3 0,1 6 0,-1-5 0,0-1 0,-4 3 0,3 3 0,-3 4 0,6 2 0,-8-7 0,0 5 0,2-8 0,2 4 0,1-5 0,9-12 0,-5-4 0</inkml:trace>
  <inkml:trace contextRef="#ctx0" brushRef="#br0" timeOffset="10">23731 1307 8912,'-23'0'0,"0"0"0,2 0 0,2 0 0,3-2 0,5-4 0,-2 2 0,7-7 0,0-3 0,-2-1 0,7-2 0,-7-2 0,2-2 0,0-2 0,1-2 0,5 2 0,0 4 0,0-4 0,0 4 0,0 9 0,0 5 0,0 10 0,0 15 0,0 16 0,0 13 0,0 13 0,2 10 0,3 3 0,-3 5-182,4-6 0,-2 7 182,2-7 0,-5-1 0,5-10 0,2 0 0,-2-12 0,-1-10 0,-5-19 0,2-4 0,4-7 0,-4-13 0,4-15 0,-10-10 0,-2-13 0,-5-4 0,5-7 0,-6-9 0,7-3 0,-7-3 0,6-3 0,1 10 0,5 7 0,2 12 182,3 9 0,1 14-182,11 11 0,-3 4 0,9 2 0,3 16 0,3 7 0,-2 7 0,1 5 0,-1-3 0,2-3 0,2 1 0,-9-7 0,7-2 0,-6-7 0,-2-5 0,-2-1 0,-7-2 0,-1-6 0,-5-16 0,5-7 0,-7-9 0,2-8 0,-4-6 0,-2-11 0,0-5 0,0-6 0,-2-1 0,-4 0 0,2 0 0,-5 4 0,-1 6 0,1 8 0,3 20 0,-5 8 0,7 15 0,-2 20 0,-2 11 0,3 23 0,-9 0 0,5 20 0,-9-4 0</inkml:trace>
  <inkml:trace contextRef="#ctx0" brushRef="#br0" timeOffset="11">24281 1565 8912,'0'-18'0,"0"1"0,0 0 0,-7 0 0,3 2 0,-8 3 0,7 8 0,-7 16 0,8 14 0,-1 20 0,3 6 0,2 5 0,0-3 0,0 3 0,2-4 0,3-1 0,3-8 0,5-4 0,-1-6 0,1-5 0,3 0 0,1-12 0,0-4 0,0-13 0,-1-9 0,-5-8 0,4-10 0,-3-13 0,-5-4 0,-1-8 0,-4-5 0,-2 0 0,0-6 0,0 5 0,0 3 0,0 9 0,0 6 0,0 4 0,0 9 0,-8 10 0,7 19 0,-5 15 0,6 10 0,6 13 0,-3 4 0,9 7 0,-1 1 0,7-1 0,-1-1 0,0-4 0,0-4 0,0-10 0,1-3 0,-1-6 0,0-4 0,0-2 0,0-7 0,1-5 0,5-12 0,0-10 0,5-8 0,-5-10 0,0-1 0,-6-4 0,-1-4 0,-5-7 0,2-7 0,-7 1 0,0-2 0,-6 1 0,-2 7 0,-2-3 0,-3 10 0,-3 8 0,4 2 0,-5 16 0,7 5 0,-4 13 0,8 15 0,0 8 0,0 14 0,0 3 0,0 6 0,0-6 0,6 6 0,0-6 0,7 6 0,-1-6 0,3 4 0,2-8 0,0-6 0,1-3 0,-1-12 0,0-9 0,6-4 0,0-2 0,0-9 0,-6-9 0,0-14 0,0-14 0,4-4 0,-3-1 0,1-7 0,-13 1 0,-1-8 0,-5 2 0,0-4 0,0 0 0,-2 4 0,-3 6 0,3 13 0,-4 10 0,-4 7 0,7 27 0,-9 11 0,8 16 0,-1 19 0,3 2 0,2 15 0,0 0 0,0 6 0,7-4 0,5 3 0,-3-10 0,3 5 0,-1-8 0,6-3 0,1-6 0,-1-2 0,2-4 0,4-8 0,-2-7 0,8-14 0,-8-3 0,2-8 0,-6-9 0,-6-9 0,5-14 0,-7-12 0</inkml:trace>
  <inkml:trace contextRef="#ctx0" brushRef="#br0" timeOffset="12">26071 1135 8912,'-27'0'0,"3"0"0,6 0 0,1 0 0,8 0 0,10 0 0,19-2 0,14-2 0,16-2 0,5-13 0,12 2 0,2-2 0,-4 0 0,2 2 0,-10-1 0,-3 1 0,-6 0 0,-6 7 0,-8 5 0,-5 1 0,-3 0 0,-1-2 0,-7 1 0,-7 5 0,-7 2 0,2 3 0,-5-1 0,-1 8 0,-7-7 0,-5 7 0,-11-1 0,-3 6 0,-9 1 0</inkml:trace>
  <inkml:trace contextRef="#ctx0" brushRef="#br0" timeOffset="13">26209 1547 8912,'-27'0'0,"2"0"0,8 0 0,0 0 0,9-2 0,10-1 0,13-3 0,20-7 0,16 1 0,7-3 0,5-2 0,2 5 0,-8 1 0,1 1 0,-7-1 0,7-5 0,-1 5 0,-5 1 0,-7-1 0,-6 5 0,1-3 0,-6-1 0,-5 1 0,-12 5 0,-13-4 0,-16 8 0,-7 0 0,-15 0 0,-8 8 0,-2 1 0</inkml:trace>
  <inkml:trace contextRef="#ctx0" brushRef="#br0" timeOffset="14">26278 1943 8912,'-23'0'0,"0"0"0,7 0 0,18 0 0,16 0 0,14-8 0,14-3 0,11-12 0,6-6 0,4-5 0,2-6 0,0 5 0,0 1 0,-6-1 0,0 7 0,-15 5 0,-2 6 0,-16 1 0,-7 11 0,-11-1 0,-7 0 0,-10 1 0,-5-17 0,-7 3 0</inkml:trace>
  <inkml:trace contextRef="#ctx0" brushRef="#br0" timeOffset="15">27999 894 8912,'-18'-8'0,"1"-3"0,0-2 0,0-1 0,-1 5 0,1 1 0,0 2 0,0 6 0,-2 2 0,-4 4 0,4 7 0,-4 16 0,4 11 0,1 8 0,9 11 0,3 6 0,4 6 0,2 3 0,8 1 0,3-7 0,12-1 0,4-4 0,2-7 0,-1-8 0,1-1 0,5-7 0,1-7 0,-1-10 0,-5-12 0,0-5 0,1-6 0,3-6 0,-5-13 0,1-15 0,-8-10 0,2-13 0,-6-5 0,-5-6 0,-5-1-104,-7 0 1,-1 0 103,-5 1 0,-4-5 0,-7 4 0,-6 0 0,0 18 0,-7 3 0,1 14 0,-9 9 0,-3 8 0,3 13 0,2 13 0,7 12 0,1 19 0,8-1 0,3 7 0,8-8 0,9 2 0,0-10 0,0-1 0,0 0 0</inkml:trace>
  <inkml:trace contextRef="#ctx0" brushRef="#br0" timeOffset="16">29083 997 8912,'9'-7'0,"5"-3"0,-7-5 0,3 1 0,1 3 0,1-2 0,-1-3 0,1 5 0,5-1 0,0-1 0,0-2 0,1-3 0,-1 3 0,0 2 0,0 1 0,0 1 0,1-4 0,-3 1 0,-4 3 0,3 5 0,-7-4 0,1 1 0,0-1 0,-3 7 0,-3-5 0,4 8 0,-4 0 0,6 0 0,-1 0 0,-5 0 0,6 0 0,-8 8 0,0-7 0,0 7 0,0-8 0,0 0 0,7-8 0,-5 7 0,6-7 0</inkml:trace>
  <inkml:trace contextRef="#ctx0" brushRef="#br0" timeOffset="17">29186 567 8912,'-2'-28'0,"-2"1"0,-2 2 0,3 4 0,1 2 0,2 2 0,0 0 0,7 9 0,5 10 0,5 15 0,6 16 0,4 18 0,7 18 0,1 13 0,-18-35 0,0 2 0,3 2 0,0 3 0,1 5 0,-2 2 0,1-1 0,-1 0 0,-1 1 0,0-1 0,-4-1 0,-1 0 0,-1 0 0,1-1 0,-3-3 0,1 0-175,-2-1 1,-1-2 0,5 39 174,-13-16 0,-8-5 0,-7 1 0,-10 0 0,-9-2 0,-6 1 0,0-12 0,-4-1 0,-12-7 0,1-5 0,-1-4 0,-1-5 0</inkml:trace>
  <inkml:trace contextRef="#ctx0" brushRef="#br0" timeOffset="18">23473 550 8912,'-35'-19'0,"1"-2"0,-1-4 0,1 0 0,-2 2 0,-3 8 0,-1 8 0,2 5 0,-6 17 0,0 10 0,0 11 0,4 10 0,5 11 0,7 8 0,7 12 0,7 14 0,10-33 0,1 3 0,2 14 0,2 4 0,-1 13 0,2 4 0,-1-26 0,1 2 0,0 2 0,3 4 0,1 3 0,1 0 0,1 7 0,3 1 0,0 0 0,2-1 0,1 1 0,1-1-495,3 2 0,1-1 0,2-2 0,-2-11 0,3-2 0,2-3 495,2-5 0,4-3 0,0-2 0,9 15 0,4-5 0,2-14 0,2-4 0,-3-3 0,2-4 0,-1-3 0,1-6 0,0-9 0,2-6-45,5-3 0,3-4 1,5-3-1,2-3 45,11-1 0,1-4 0,-2-3 0,-2-4 0,-2-5 0,0-1 0,2 0 0,1-1 0,-3-4 0,0-1 0,1 1 0,1-1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20.4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24626 3232 8912,'-8'-17'0,"4"0"0,-7 2 0,-3 3 0,7-3 0,-1 5 0</inkml:trace>
  <inkml:trace contextRef="#ctx0" brushRef="#br0" timeOffset="1">24574 3129 8912,'0'-9'0,"2"-5"0,4 7 0,7-1 0,8 0 0,2 3 0,11 5 0,-18-8 0,7-2 0</inkml:trace>
  <inkml:trace contextRef="#ctx0" brushRef="#br0" timeOffset="2">24884 3181 8912,'17'51'0,"0"1"0,0-1 0,-1 7 0,-5-1 0,-3 0 0,-8-3 0,-2 1 0,-4 3 0,-3-1 0,-9-6 0,9-22 0,1-6 0</inkml:trace>
  <inkml:trace contextRef="#ctx0" brushRef="#br0" timeOffset="3">24884 3886 8912,'-8'17'0,"4"-6"0,-7 1 0,7-8 0,-6-8 0,5-19 0,3-13 0,-4-22 0,6-5 0,6-4 0,-2-9 0,7-4 0,2-2-154,10 1 1,-3 7 153,2 11 0,-2 11 0,-3 12 0,0 11 0,0 14 0,0 15 0,1 13 0,-1 10 0,6 8 0,0-2 0,0-3 0,-6 3 0,8-8 0,1 4 0</inkml:trace>
  <inkml:trace contextRef="#ctx0" brushRef="#br0" timeOffset="4">25744 3335 8912,'-34'-17'0,"5"0"0,0 0 0,1 2 0,-7 3 0,3-1 0,1 7 0,4 2 0,3 2 0,-5 10 0,6 3 0,0 7 0,8 5 0,1 5 0,3 5 0,7 7 0,-2 0 0,4 0 0,2-6 0,0-5 0,0 0 0,8-8 0,3 2 0,5-6 0,1-6 0,6-3 0,0-8 0,0 0 0,-6 0 0,0-8 0,0-3 0,1-4 0,-1-3 0,-2-5 0,-3-1 0,-5-1 0,1 0 0,-6-4 0,4 6 0,-4 0 0,-2 6 0,5 0 0,1 0 0,0 7 0,-6 3 0,0 9 0,0 5 0,0 10 0,0 8 0,0 10 0,0-1 0,0 0 0,2-1 0,3-4 0,5 3 0,7-3 0,0-5 0,1-1 0,-1-11 0,0-6 0,0-4 0,8-10 0,2-2 0</inkml:trace>
  <inkml:trace contextRef="#ctx0" brushRef="#br0" timeOffset="5">25968 2820 8912,'-2'11'0,"-4"1"0,2-9 0,-7 3 0,5 2 0,-5-2 0,5 7 0,-4-2 0,1 5 0,-1 1 0,5 10 0,-7 7 0,8 2 0,-1 10 0,3 0 0,2 6 0,2-1 0,3-1 0,7-4 0,3-6 0,4-6 0,4-5 0,-2-4 0,8-8 0,-8-8 0,2-3 0,-4-4 0,-2-2 0,0-10 0,-1-5 0,-3-6 0,-1 0 0,-9-6 0,3-1 0,2 1 0,-3-2 0,1 8 0,-6-2 0,2 6 0,4 6 0,-4 1 0,3 4 0,-1 5 0,2-5 0,-4 6 0,4 6 0,1 3 0,-1 8 0,7 2 0,-1 2 0,1 2 0,-1-2 0,3-2 0,-3-1 0,3-3 0,2-4 0,0 3 0,0-8 0,1-1 0,-1-5 0,2-2 0,2-5 0,2-9 0,-2-5 0,-2-9 0,-2 1 0,-5 2 0,-1-1 0,-1 5 0,1-6 0,-3 16 0,-8-2 0</inkml:trace>
  <inkml:trace contextRef="#ctx0" brushRef="#br0" timeOffset="6">26536 3146 8912,'9'10'0,"1"5"0,-4-3 0,-3 1 0,9-2 0,-1 5 0,7-5 0,-1-1 0,0 1 0,2-7 0,4 2 0,-2-4 0,8-2 0,-1-8 0,7-3 0,-6-5 0,-3-1 0,-1-2 0,-4-4 0,-2 4 0,-1-4 0,-3 4 0,-4 2 0,3 0 0,-9-1 0,1 9 0,-6-6 0,0 13 0,-2-6 0,-2 10 0,-1 4 0,-1 3 0,6 8 0,0 2 0,0 4 0,2 4 0,4 0 0,1 5 0,5-3 0,3 4 0,-3 1 0,-3 6 0,3 0 0,-7 0 0,7-5 0,-8-1 0,1 0 0,-10 1 0,-7-1 0,-9 1 0,-2-1 0,-7-7 0,-1-6 0,-5-8 0,-5-7 0,-1-4 0,2-2 0,-4-16 0,-7-3 0</inkml:trace>
  <inkml:trace contextRef="#ctx0" brushRef="#br0" timeOffset="7">26519 2648 8912,'7'-27'0,"-5"-4"0,4 9 0,-10-1 0,-2 5 0,-7 3 0,1 4 0,3 3 0,-3 8 0,-1 0 0,5 8 0,3 3 0,3 4 0,2 10 0,2-6 0,3 4 0,-3-4 0,4-1 0,-4-1 0,-2 0 0</inkml:trace>
  <inkml:trace contextRef="#ctx0" brushRef="#br0" timeOffset="8">25796 3215 8912,'-46'23'0,"4"0"0,6-2 0,9-2 0,6-2 0,13-1 0,10-5 0,13-5 0,20-20 0,16-9 0,16-9 0,14-8 0,3-2-216,2-4 1,-43 22-1,0 0 216,43-16 0,-8 0 0,-32 16 0,0-2 0,-2 0 0,0-1 0</inkml:trace>
  <inkml:trace contextRef="#ctx0" brushRef="#br0" timeOffset="9">22457 4367 8912,'-17'0'0,"0"2"0,2 4 0,3 5 0,6 4 0,4 10 0,2 6 0,4 5 0,8 4 0,-1 10 0,12 0 0,-2 3 0,2-3 0,-4-1 0,2-8 0,-5-5 0,-5-6 0,-7-5 0,-4-15 0,-10-3 0</inkml:trace>
  <inkml:trace contextRef="#ctx0" brushRef="#br0" timeOffset="10">22268 4367 8912,'0'-17'0,"0"0"0,-6-1 0,-1 3 0,-3 4 0,8 3 0,2 8 0,10 0 0,7 0 0,6 0 0,-2 0 0,8 0 0,1 0 0,3 0 0,1 0 0</inkml:trace>
  <inkml:trace contextRef="#ctx0" brushRef="#br0" timeOffset="11">22888 4522 8912,'9'-2'0,"-3"-4"0,-4-3 0,-2 1 0,0 8 0,0 8 0,0 9 0,0 0 0,0 0 0,-2 6 0,-2 2 0,-2 0 0,2 0 0,3-2 0,1-6 0,0 0 0,0 0 0,0 0 0,-8-7 0,0-4 0,-3-12 0,3-11 0,8-12 0,-6-9 0,1-2 0,-1-2 0,6 2 0,0 9 0,0-3 0,0 9 0,0-2 0,2 2 0,4 4 0,-3 10 0,9 5 0,5 4 0,6 2 0,8 10 0,-3 7 0,5 2 0,1 10 0,1-1 0,-1 5 0,0-3 0,1-1 0,-3-8 0,-3 2 0,-4-4 0,-8-2 0,0-7 0,-7-3 0,-6-10 0,-14-9 0,-7-11 0,-4-15 0,4-6 0</inkml:trace>
  <inkml:trace contextRef="#ctx0" brushRef="#br0" timeOffset="12">23163 3903 8912,'-2'-17'0,"-2"-1"0,-2 1 0,1 8 0,-3-7 0,-2 7 0</inkml:trace>
  <inkml:trace contextRef="#ctx0" brushRef="#br0" timeOffset="13">23146 3868 8912,'5'25'0,"1"4"0,8 5 0,-3 6 0,4 4 0,2 8 0,6 1 0,0 5 0,6-5 0,-6 5 0,8-5 0,-3-1 0,-1-10 0,2-8 0,-8-1 0,2-11 0,-4-2 0,-2-7 0,0-5 0,-5-10 0,-1-4 0,-7-11 0,2-12 0,-12-3 0,-5-5 0,-5-3 0,-9-4 0,-1-7 0</inkml:trace>
  <inkml:trace contextRef="#ctx0" brushRef="#br0" timeOffset="14">23180 4230 8912,'-17'0'0,"0"0"0,5 0 0,1 0 0,7 7 0,-4-5 0,18 6 0,7-8 0,17-4 0,18-8 0,7-7 0,10-15 0,0-8-165,0-4 0,0-19 0,-35 30 0,1-1 0</inkml:trace>
  <inkml:trace contextRef="#ctx0" brushRef="#br0" timeOffset="15">6419 7445 8912,'0'-18'0,"0"1"0,0 0 0,6 0 0,-1-2 0,-1-4 0,4 9 0,-2-3 0,-3 2 0,-1 0 0,4 3 0,0 1 0,-2-3 0,3 5 0,-1-3 0,2 7 0,-3-7 0,5 8 0,1-3 0,1 7 0,-1 0 0,7 2 0,-1 1 0,2 5 0,4 2 0,-2-5 0,7 7 0,1-6 0,6 5 0,1-5 0,4 5 0,4-7 0,8 2 0,1-2 0,5 1 0,-5-3 0,4 4 0,-3-2 0,-2 2 0,-6-5 0,-1 5 0,-1 2 0,2-2 0,-2 1 0,-5-3 0,4 2 0,7-2 0,-2-3 0,9-1 0,-3 0 0,-1 0 0,3 0 0,1 0 0,1 0 0,-7 0 0,-1 0 0,-4 0 0,4-1 0,-5-5 0,-1 2 0,2-7 0,0 5 0,6-6 0,1 7 0,5-7 0,-5 8 0,5-1 0,-5 1 0,-1-2 0,-1 4 0,1-4 0,-6-1 0,0 1 0,-6-5 0,6 5 0,0-6 0,5 7 0,3-9 0,3 3 0,-1-4 0,7-3 0,-2 1 0,2 0 0,-4-6 0,-9 0 0,-2 2 0,-2 2 0,-2-4 0,2 0 0,-4-2 0,-8 4 0,1-4 0,-1-1 0,6-1 0,0-2 0,-15 4 0,-10 8 0</inkml:trace>
  <inkml:trace contextRef="#ctx0" brushRef="#br0" timeOffset="16">10101 6705 8912,'35'-34'0,"7"-8"0,-6 6 0,6-6 0,-7 7 0,-3 1 0,-1-2 0,-4-3 0,-2-1 0,-3 0 0,-4 6 0,-1-3 0,-2-3 0,-1-4 0,-3 0 0,-7 18 0,3 10 0</inkml:trace>
  <inkml:trace contextRef="#ctx0" brushRef="#br0" timeOffset="17">10480 6000 8912,'0'-42'0,"-15"6"0,3-6 0,-13 8 0,8-1 0,-6 7 0,-2-1 0,-1 0 0,-5 3 0,4 1 0,-1 8 0,-7-3 0,-5-2 0,-8 2 0,2-3 0,-5 4 0,-7 2 0,-3 0 0,-8 0 0,-7 5-228,-4 1 0,-5 7 228,-1-2 0,-7 4 0,-5 2 0,46 1 0,-1 0 0,1 2 0,1 0 0,-2 1 0,1 2 0,-40 11 0,8 0 0,9 0 0,1-2 0,3-1 0,6-3 0,4 3 0,3-5 0,5 1 0,-1-3 0,3-3 0,-5 4 0,10-2 0,2 5 0,-2-5 0,-5 1 0,-7-1 0,-7-2 0,0 6 0,-5-1 0,-5 1 0,2-1 0,10 3 0,6-3 228,11-3 0,4-2-228,8 7 0,5-7 0,0 2 0,6 1 0,-5-1 0,-1 2 0,-6-2 0,-7 1 0,-4 5 0,-5 3 0,-7-4 0,3 5 0,-8 1 0,9 0 0,1 0 0,9 0 0,8 1 0,-1-1 0,14 0 0,0-7 0,6-3 0</inkml:trace>
  <inkml:trace contextRef="#ctx0" brushRef="#br0" timeOffset="18">6557 6069 8912,'-20'17'0,"-3"1"0,4-1 0,-4 0 0,-1 6 0,-1 0 0,0-2 0,0-2 0,0 4 0,2 0 0,4 0 0,-4-6 0,4 0 0,2 0 0,1 0 0,3 1 0,2-1 0,-3 0 0,5 0 0,-3 0 0,6 1 0,-5-1 0,5 6 0,-5 0 0,7 0 0,-2-6 0,-1 6 0,1 0 0,2 0 0,2 1 0,-6-12 0,-1 3 0</inkml:trace>
  <inkml:trace contextRef="#ctx0" brushRef="#br0" timeOffset="19">6109 6774 8912,'0'12'0,"0"-1"0,0 0 0,8-1 0,-4 5 0,7-3 0,-7-3 0,3 1 0,-1-1 0,0 1 0,5 1 0,-5 7 0,6-7 0,-7 1 0,9-7 0,-3 7 0,-1-1 0,1 6 0,1-5 0,5-1 0,0-5 0,0 6 0,1-1 0,-1 6 0,0-5 0,0-1 0,0-5 0,3 5 0,2 3 0,-8-1 0,3-1 0,-4 1 0,5-7 0,-1 5 0,0-5 0,0 5 0,1-5 0,-7 2 0,0-3 0,1-1 0,5 8 0,0-9 0,1 11 0,-1-8 0,-6 1 0,1-1 0,-1-2 0,6 7 0,-5-7 0,-1 2 0,-7-4 0,4 0 0,-8 3 0,7-3 0,-3 6 0,8-8 0,-7 6 0,7-1 0,-8 1 0,5-6 0,-3 0 0,-4 0 0,13 0 0,-13 8 0,6 1 0,-16 8 0,-1 1 0</inkml:trace>
  <inkml:trace contextRef="#ctx0" brushRef="#br0" timeOffset="20">6643 7548 8912,'-60'19'0,"-1"-4"0</inkml:trace>
  <inkml:trace contextRef="#ctx0" brushRef="#br0" timeOffset="21">19153 16677 24575,'-81'0'0,"0"0"0,-1 0 0,1 0 0,0 1 0,-7 0 0,-5 0 0,-4 0 0,-4 1 0,-1 0 0,42-1-250</inkml:trace>
  <inkml:trace contextRef="#ctx0" brushRef="#br0" timeOffset="22">14937 16997 14156,'-38'7'-18,"7"-1"2</inkml:trace>
  <inkml:trace contextRef="#ctx0" brushRef="#br0" timeOffset="23">9981 18490 11498,'-65'28'-40,"-19"9"-11,0 0 0,0-1-1,-1 1 1,1 0 0,0-1 0,0 1-1</inkml:trace>
  <inkml:trace contextRef="#ctx0" brushRef="#br0" timeOffset="24">15591 14629 15639,'-44'5'-166,"-52"7"-199,89-11 336</inkml:trace>
  <inkml:trace contextRef="#ctx0" brushRef="#br0" timeOffset="25">15384 14655 14853,'-29'4'-109,"-11"1"70</inkml:trace>
  <inkml:trace contextRef="#ctx0" brushRef="#br0" timeOffset="26">12080 15338 12418,'-74'24'-34,"-14"5"-8,-1 1 1,1 0-1,-1 1 1,1 0-1,-1 0 1,0 1 0,1 0-1,-1 0 1,0 1-1,0-1 1,0 1-1,0-1 1,2 1 0,1 0-1,-1 1 1,0-1-1,1 0 1,-1 0-1,37-14 18</inkml:trace>
  <inkml:trace contextRef="#ctx0" brushRef="#br0" timeOffset="27">9981 16104 11428,'-82'31'-39,"-4"3"-2,-1-1-1,66-25 32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20.4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7314 15835 8912,'-25'8'0,"0"-7"0,-4 5 0,6-4 0,4-2 0,2 0 0,0 0 0,5 0 0,1 0 0,5 0 0,-5 0 0,7 0 0,4 0 0,4 0 0,7 0 0,3 0 0,1 0 0,2 0 0,0-2 0,0-4 0,8-3 0,4-8 0,3-2 0,3-4 0,3-6 0,8-11 0,0-4 0,11-8 0,4 1-255,3-1 1,2-5 254,3 0 0,-9 7 0,-11 12 0,-12 9 0,-13 12 0,-4 0 0,-11 15 0,-1-6 0,-16 16 0,1-4 0,-5 7 169,4-7 1,8 2 0,0-12-170,0-6 0,0-3 0,0-2 0,-7-16 0,-3-3 0</inkml:trace>
  <inkml:trace contextRef="#ctx0" brushRef="#br0" timeOffset="1">7864 14975 8912,'-17'0'0,"0"0"0,0 0 0,5 0 0,1 0 0,7 0 0,-4-2 0,8-3 0,10 3 0,7-4 0,10 4 0,13 2 0,-2 2 0,8 4 0,0 3 0,6 8 0,-6 1 0,-2 1 0,-4 4 0,-8 5 0,1 12 0,-10 6 0,-8 12 0,-9 5 0,-8 5 0,-10 7 0,-14-4 0,-18 5 0</inkml:trace>
  <inkml:trace contextRef="#ctx0" brushRef="#br0" timeOffset="2">6591 16781 8912,'-2'15'0,"-4"-2"0,-5-3 0,-4-3 0,-3-3 0,1-2 0,0-2 0,7 0 0,5 0 0,10 0 0,7 0 0,3-8 0,2-3 0,2-4 0,4-2 0,6-1 0,4 1 0,1 0 0,0 0 0,1 0 0,-1-1 0,1 3 0,-1 2 0,-1 3 0,-5 3 0,-9 1 0,-7 6 0,-16 7 0,2 3 0</inkml:trace>
  <inkml:trace contextRef="#ctx0" brushRef="#br0" timeOffset="3">6557 17279 8912,'0'17'0,"1"-7"0,5-4 0,4-14 0,7-9 0,6-8 0,2-11 0,3-4 0,9-6 0,-3-2 0,6 2 0,-3-2 0,-3 8 0,-5 0 0,-1 6 0,-8 7 0,-3 4 0,-17 6 0,-17 5 0,-8 5 0,-17 14 0,-2 3 0</inkml:trace>
  <inkml:trace contextRef="#ctx0" brushRef="#br0" timeOffset="4">6608 16643 8912,'0'-17'0,"0"5"0,0 1 0,0 7 0,0-6 0,0 5 0,0 3 0,0-4 0,0 14 0,0 9 0,6 10 0,2 13 0,1 6 0,4 3 0,3 9 0,1-1 0,6 6 0,0-6 0,6 1 0,-7-7 0,7-1 0,-6-4 0,6-12 0,-6-13 0,-2-8 0,-10-5 0,-3-23 0,-23-4 0,-5-16 0</inkml:trace>
  <inkml:trace contextRef="#ctx0" brushRef="#br0" timeOffset="5">6780 16591 8912,'0'25'0,"8"4"0,3 11 0,10-2 0,4 10 0,2 4 0,4 3 0,1-3 0,3-7 0,-1-1 0,0 2 0,-1-4 0,-3-9 0,-3-5 0,-2-5 0,-2-11 0,-13-5 0,5-14 0,-6-3 0</inkml:trace>
  <inkml:trace contextRef="#ctx0" brushRef="#br0" timeOffset="6">7228 16746 8912,'-10'0'0,"2"0"0,10 0 0,4 0 0,4 2 0,7 4 0,0-4 0,0 5 0,0 1 0,1 3 0,5 5 0,0 1 0,-2 0 0,-8 0 0,-2 2 0,3 4 0,-5-2 0,3 8 0,-8-8 0,1 2 0,-3-4 0,-2-2 0,0-5 0,0-1 0,0-7 0,0-4 0,0-13 0,0-8 0,0-8 0,0-11 0,0-6 0,0-4 0,2-1 0,4-1 0,4 6 0,7 0 0,0 14 0,0-2 0,6 5 0,0 0 0,2 4 0,-2 8 0,-4 6 0,4-1 0,2 8 0,-2-1 0,-2 3 0,-2 2 0,-2 7 0,0 5 0,-7 3 0,-2 2 0,-8 1 0,0-1 0,0 0 0,-2 6 0,-4 0 0,2 7 0,-7-1 0,7 4 0,-2 3 0,4 2 0,2 2 0,0 0 0,0-5 0,8-3 0,3-3 0,5-4 0,1-8 0,6-8 0,0-3 0,5-8 0,-5-9 0,0-3 0,-6-14 0,1-7 0,-3-7 0,-4 0 0,-5 0 0,-4 2 0,-2 6 0,-8 5 0,-3 0 0,-10 7 0,-2-7 0,-6 14 0,6-3 0,0 7 0,6-1 0,8 5 0,1 5 0,8-4 0,15-3 0,4-9 0</inkml:trace>
  <inkml:trace contextRef="#ctx0" brushRef="#br0" timeOffset="7">8157 16471 8912,'0'27'0,"0"-4"0,0-4 0,0-2 0,0-6 0,0 1 0,-2-1 0,-4 7 0,4-1 0,-3 0 0,3 0 0,2 0 0,2 1 0,3-3 0,7-2 0,3-1 0,2-3 0,1 3 0,-1 1 0,0-7 0,0 1 0,0-1 0,1-4 0,-1 6 0,0-8 0,-2-2 0,-3-4 0,1-3 0,-5-9 0,-1-1 0,1-4 0,-2-3 0,-6-9 0,6 1 0,-1-1 0,1-3 0,-6 4 0,0-3 0,0 15 0,0-1 0,0 5 0,2 7 0,4 0 0,-2 16 0,7 7 0,-1 5 0,3 10 0,-2-1 0,3 1 0,1 0 0,2 2 0,1 1 0,-1-7 0,6-2 0,0-9 0,0 1 0,-6-7 0,0-1 0,0-7 0,-2-3 0,-3-7 0,-6-3 0,1-8 0,-1 0 0,0-7 0,-6 1 0,0-4 0,0-1 0,0 0 0,0-1 0,-2 3 0,-4 3 0,4 2 0,-3 4 0,3 12 0,2 3 0,0 20 0,0 9 0,0 2 0,5 7 0,1-1 0,7 3 0,-1 3 0,1-8 0,-1-4 0,3-4 0,-3-2 0,3 0 0,2-2 0,0-3 0,0-7 0,1-3 0,-1-2 0,0-7 0,0-5 0,1-5 0,-1-6 0,-6 2 0,1-8 0,-3 1 0,3-7 0,1 1 0,-7 0 0,0-1 0,-6 1 0,0 0 0,0-1 0,0 8 0,0 4 0,-2 4 0,-4 2 0,4 8 0,-6 1 0,8 8 0,2 6 0,2 1 0,2 3 0,7-1 0,-1 3 0,3 3 0,2-3 0,6 3 0,0 2 0,-2 0 0,-2 1 0,-2-1 0,1 0 0,-9 6 0,-3 0 0,2 5 0,-3-5 0,-7 8 0,-9-2 0,-6 3 0,-6 2 0,-6 1 0,-11-1 0,2 1 0,-6-1 0,2 0 0,3 1 0,-5-9 0,0-1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20.43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57D200"/>
    </inkml:brush>
  </inkml:definitions>
  <inkml:trace contextRef="#ctx0" brushRef="#br0">17966 7135 8912,'-8'-17'0,"-1"0"0,-9 1 0,1 5 0,-2 5 0,-2 6 0,-2 6 0,-7 11 0,1 14 0,-2 7 0,3 8 0,-5 5 0,6 7 0,1 7 0,3 7 0,0 5 0,5 3 0,3-2 0,9-3 0,4-5 0,-3 7 0,3-3 0,2 1 0,0-1 0,0-5 0,2-2 0,3-4 0,5 0 0,7-11 0,2-6 0,4-20 0,6-9 0,4-9 0,-1-16 0,-3-9 0,11-23 0,-4-13 0</inkml:trace>
  <inkml:trace contextRef="#ctx0" brushRef="#br0" timeOffset="1">18499 7599 8912,'-36'2'0,"-2"4"0,-4 5 0,-2 5 0,5 9 0,1 3 0,6 5 0,3 1 0,8 2 0,-2 5 0,12-7 0,5 2 0,4-5 0,2-1 0,8-3 0,3 2 0,4-14 0,3 2 0,-1-11 0,0 0 0,2-4 0,4-2 0,-4-16 0,4-7 0,2-9 0,-2-8 0,0-4 0,-6-10 0,0-1 0,0-2 0,-5-8 0,-1 2 0,-7-6-137,2-6 0,2 5 137,-3-5 0,1 12 0,-6 6 0,-6 11 0,1 6 0,-9 19 0,10 9 0,-5 24 0,1 15 0,4 15 0,2 11 0,2 16 0,0 7 0,0 5 0,2-3-157,4 2 0,-2-7 157,7 1 0,1-11 0,5-5 0,0-7 132,1-5 1,4-6-133,1-11 0,6-6 0,-4-12 0,2-5 0,3-4 0,1-18 0,-2-6 0,-6-11 0,-4-7 0,-2 2 0,0-8 0,0 0 0,2-4 0,4 5 0,4 3 0</inkml:trace>
  <inkml:trace contextRef="#ctx0" brushRef="#br0" timeOffset="2">18964 7599 8912,'-2'12'0,"-4"-1"0,2 3 0,-7 9 0,0-2 0,-7 7 0,1 1 0,0 5 0,5 6 0,1 1 0,7-3 0,-2-10 0,4 3 0,2-8 0,8-2 0,4-10 0,3-5 0,2-4 0,6-4 0,0-4 0,0-11 0,-4-11 0,2-3 0,2 2 0,-8-9 0,-9 4 0,2-5 0,-3 5 0,1 2 0,-6 3 0,-6 4 0,1 8 0,-9 2 0,3 3 0,-10-1 0,-2 7 0,0 2 0,6 10 0,1 5 0,5 5 0,-2 1 0,7 0 0,0-7 0,6 13 0,0-4 0</inkml:trace>
  <inkml:trace contextRef="#ctx0" brushRef="#br0" timeOffset="3">19910 7703 8912,'0'19'0,"0"2"0,0 3 0,0 3 0,-1 4 0,-5 1 0,4 1 0,-4-3 0,4-1 0,2 2 0,-6-1 0,1-1 0,-1-4 0,6-8 0,0 0 0,0-7 0,0-10 0,0-18 0,2-10 0,4-5 0,-4-1 0,5-2 0,1-3 0,3-1 0,-1 0 0,1 6 0,-1 5 0,1 0 0,5 8 0,-5 0 0,4 8 0,-3 7 0,-1 12 0,-5 9 0,6 8 0,-7 10 0,7 1 0,-8 0 0,3 5 0,-1-7 0,0-3 0,7-2 0,-1 1 0,-3-3 0,3-8 0,-1-2 0,6-3 0,2-4 0,4-8 0,-2-2 0,8-4 0,-6-6 0,6-10 0,-2-5 0,1-8 0,3 1 0,-8 0 0,0-1 0,2 1 0,-12-1 0,4 1 0,-5 7 0,-1 4 0,-3 4 0,-8 10 0,-2 9 0,-4 11 0,2 12 0,-5 6 0,-1 5 0,1 6 0,5-3 0,-2 3 0,4-4 0,2-2 0,0-5 0,0 0 0,2-8 0,4 2 0,3-12 0,9-5 0,-1-4 0,0-2 0,0-14 0,0-5 0,-1-6 0,-5-5 0,4-3 0,-3-1 0,-4 0 0,-3-1 0,-3 1 0,-2-1 0,-2 9 0,-3 3 0,-5 4 0,-7 2 0,-2 7 0,-4 4 0,4 6 0,-4 6 0,4 2 0,1 5 0,3-2 0,4 3 0,3-7 0,8 1 0,8-8 0,1 0 0,8 0 0</inkml:trace>
  <inkml:trace contextRef="#ctx0" brushRef="#br0" timeOffset="4">21201 7221 8912,'-8'-17'0,"-3"0"0,-2 0 0,1-1 0,-3 9 0,11 1 0,-7 8 0,1 10 0,-2 7 0,-3 15 0,4 14 0,1 12 0,-1 5 0,-1 3 0,3 3 0,-5 0 0,9 0 0,-1-2 0,6-4 0,2-4 0,3-9 0,7-7 0,3-8 0,4-8 0,4-10 0,2-2 0,4-3 0,-4-7 0,-8-10 0,0-5 0,0-15 0,1-2 0</inkml:trace>
  <inkml:trace contextRef="#ctx0" brushRef="#br0" timeOffset="5">20977 7703 8912,'-34'0'0,"7"0"0,4 0 0,4 0 0,10 1 0,5 3 0,8 2 0,13 5 0,11-5 0,13 0 0,6-6 0,7-2 0,3-4 0,6-3 0,-5-8 0,-3-1 0,-9 1 0,11-8 0,-3-1 0</inkml:trace>
  <inkml:trace contextRef="#ctx0" brushRef="#br0" timeOffset="6">22148 7152 8912,'-10'10'0,"-7"-2"0,-8-3 0,-2 1 0,-5 2 0,3-3 0,-4-1 0,-1 8 0,-2 1 0,-4 10 0,3-2 0,-3 8 0,11-3 0,6 5 0,6-2 0,6 1 0,5 3 0,12 1 0,5-7 0,12-4 0,4-4 0,7-2 0,1 0 0,-1 0 0,6-5 0,-1-1 0,-5 3 0,-3 1 0,-8 2 0,5 0 0,-9 1 0,-1-1 0,-1 2 0,-6 4 0,-3-4 0,-2 4 0,-6 2 0,-6-2 0,-7-1 0,-9 3 0,3-6 0,-4 4 0,4-5 0,2-7 0,0 2 0,0-7 0,7 0 0,-5-29 0,5-6 0</inkml:trace>
  <inkml:trace contextRef="#ctx0" brushRef="#br0" timeOffset="7">22199 7634 8912,'-17'9'0,"7"-1"0,3-8 0,7 0 0,7 0 0,7 0 0,5 0 0,6-2 0,2-4 0,1 2 0,7-7 0,-1 0 0,-1-9 0,-5-1 0,-5-1 0,-4-1 0,-1 5 0,-9-5 0,-3 1 0,-4-1 0,-2 5 0,-8 7 0,-3 0 0,-7 9 0,-5 2 0,2 9 0,-7 14 0,7 4 0,-2 7 0,4 1 0,1-1 0,9 6 0,3 0 0,4 0 0,2-5 0,8-1 0,3 0 0,12-7 0,6-4 0,5-11 0,7-7 0,-3-3 0,8-2 0,0-9 0,5-8 0,-1-12 0,-4-9 0,-4-1 0,-8-6 0,-5-1 0,0-6 0,-8-7 0,2-4 0,-10 2 0,-2-2 0,-7 0 0,2-6 0,-4 2 0,-2 6 0,-2 11 0,-4 14 0,4 9 0,-3 10 0,-5 7 0,8 18 0,-4 15 0,-3 10 0,-1 9 0,-1 9 0,-1 10 0,3 0 0,-3 2 0,3 0 0,3 6 0,4-2 0,-4-4 0,4-4 0,2-7 0,8-8 0,4-4 0,3-6 0,2-5 0,2-12 0,4-11 0,2-6 0,4-6 0,9-11 0,-4-12 0,5-3 0,-5-2 0,0-7 0,1-1 0,-3 0 0,-3 0 0,-6-4 0,-12 6 0,-1 2 0,-4 9 0,-4-1 0,3 7 0,-10 8 0,-7 9 0,-3 6 0,-4 8 0,-2 9 0,-2 10 0,-6 5 0,6 2 0,0 8 0,6 4 0,0-4 0,2-2 0,3-3 0,6-3 0,4 1 0,2-1 0,10-7 0,7-4 0,8-6 0,9-6 0,10-3 0,8-8 0,0-8 0,7-3 0,-2-6 0,1-6 0,-1-4 0,-5-7 0,-8-7 0,-4 1-343,-4-7 1,6-5 0,2-9 0</inkml:trace>
  <inkml:trace contextRef="#ctx0" brushRef="#br0" timeOffset="8">23868 7256 8912,'-24'0'0,"3"0"0,-8 0 0,6 1 0,-6 5 0,8-2 0,-2 7 0,-2 9 0,2 8 0,1 7 0,4 5 0,3 6 0,4 3 0,3 1 0,8-4 0,2 1 0,4-6 0,3-3 0,8-10 0,8-8 0,4-9 0,3-7 0,5 2 0,1-8 0,2-10 0,8-1 0,-2-16 0,3 1 0,3-7 0,-2-7 0,-4-4 0,-4-3 0,-8-3 0,1-7 0,-1-4 0,-7-4 0,-6-2 0,-6-2 0,-3-3 0,-7 3 0,7-3 0,-8 13 0,1 9 0,-3 8 0,-4 25 0,-3 8 0,3 9 0,-4 9 0,2 12 0,-2 14 0,3 9 0,-9 9 0,6 7 0,-5-1 0,1 2 0,-1-1 0,-3-3 0,9 8 0,-1-13 0,6 1 0,0-1 0,0 0 0,8-1 0,3-3 0,4-6 0,3-11 0,7-4 0,3-8 0,5-2 0,1-3 0,1-5 0,-1-7 0,-2-2 0,-3-3 0,-4-5 0,-15-15 0,-3-1 0</inkml:trace>
  <inkml:trace contextRef="#ctx0" brushRef="#br0" timeOffset="9">24127 7204 8912,'-27'0'0,"2"2"0,8 4 0,1-3 0,5 9 0,-2-1 0,9 7 0,6-1 0,7 0 0,14 0 0,6 0 0,11-1 0,6-5 0,4-3 0,1-8 0,9-2 0,3-4 0,2-5 0,-2-12 0,4 0 0,-6-10 0,0-3 0,-2-18 0,-7 1 0</inkml:trace>
  <inkml:trace contextRef="#ctx0" brushRef="#br0" timeOffset="10">24729 5966 8912,'17'-6'0,"0"1"0,4 3 0,8 5 0,3 17 0,18 16 0,4 15 0,-1 16 0,1 14 0,-27-34 0,-3 3 0,-1 2 0,-2 3 0,0 8 0,-1 2 0,-2 2 0,0 2-344,0 1 0,-2 1 0,-2-4 0,-1 0 344,-1-7 0,-1 0 0,-1-2 0,1-1 0,1-3 0,-1 1 0,-1-3 0,-1 1 0,3 0 0,-1 1 0,-2-4 0,-1 1-26,-1-2 1,-2-1-1,2 42 26,-7 2 0,-1-12 0,-5-6 0,-4-5-31,-7-6 1,-14-5 30,-3-13 0,-16-3 0,1-7 0,-5-1 0,-3 1 0</inkml:trace>
  <inkml:trace contextRef="#ctx0" brushRef="#br1" timeOffset="11">6040 16918 8912,'-11'0'0,"-1"0"0,1 0 0,-6 0 0,7 13 0,4 5 0,4 10 0,2 1 0,0 11 0,0 6 0,0 4 0,0 1 0,2 3 0,4 3 0,-4-4 0,4 5 0,-4-7 0,-2-5 0,5-6 0,1-11 0,-2-6 0,-2-4 0,-2-2 0,0 0 0,-2-7 0,-4-4 0,2-8 0,-7-10 0,-1-7 0,-5-23 0,0-2 0</inkml:trace>
  <inkml:trace contextRef="#ctx0" brushRef="#br1" timeOffset="12">5954 17142 8912,'6'-23'0,"0"0"0,-1-6 0,-5 6 0,2 8 0,4 9 0,-4 4 0,6 2 0,-16 0 0,-2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20.449"/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  <inkml:brushProperty name="color" value="#57D200"/>
    </inkml:brush>
  </inkml:definitions>
  <inkml:trace contextRef="#ctx0" brushRef="#br0">4010 3473 8912,'-18'-23'0,"1"0"0,0 0 0,2 0 0,1 2 0,5 4 0,1 4 0,2 1 0,6-5 0,2 9 0,4 8 0,4 16 0,9 14 0,4 10 0,5 12 0,5 0 0,1 5 0,3 2 0,1-2 0,4-1 0,2-3 0,-4-5 0,6-8 0,7-9 0,11-20 0,20-28 0,-36-2 0,1-6 0,7-8 0,1-5-426,5-7 1,0-5 0,3-7 0,0-5 425,4-5 0,0-3 0,-24 22 0,-1-1 0,1-1 0,1-3 0,0-1 0,-1 0 0,18-21 0,-1 1 0,-20 24 0,0 1 0,0-1 0,16-20 0,-3 1 0,-6 3 0,-1 0 0,-2 3 0,0 2 0,-2 2 0,0 1 0,-5 7 0,0 3-129,-1 7 1,-1 2-1,32-30 129,-6 17 0,-11 14 0,-12 4 0,-19 19 0,-6-1 0,-15 16 812,0 0 0,10-9-812,7-8 0,0-1 0,8-7 0</inkml:trace>
  <inkml:trace contextRef="#ctx0" brushRef="#br0" timeOffset="1">28962 3542 8912,'10'-8'0,"-5"-3"0,-3-5 0,-2-1 0,0 0 0,0 0 0,0 0 0,6 5 0,0 1 0,-2-3 0,-2 7 0,5-1 0,5 8 0,3 0 0,10 8 0,4 5 0,3 8 0,2 8 0,1 3 0,-1 3 0,6-1 0,1 0 0,-5 1 0,-5-1 0,-1 1 0,-7-3 0,-2-1 0,-2-3 0,2-7 0,-4 2 0,5-6 0,-11-5 0,12-6 0,6-12 0,22-21 0,18-23 0,-24 16 0,2-4 0,8-8 0,1-4 0,5-10 0,2-4-379,-16 18 1,1-2-1,0-1 1,4-6-1,-1-2 1,1 1 378,3-2 0,1 1 0,0 0 0,-2-1 0,-1 0 0,0 2 0,-1 3 0,0 2 0,-1 0 0,-2 1 0,0-1 0,-2 1-326,20-22 1,-2 1 0,4 1 0,0 2 325,-6 10 0,0 2 0,-1 2 0,-1 3 0,-11 10 0,-1 1 0,-3 4 0,-2 0-56,-6 3 0,-1 1 1,29-20 55,-14 12 0,-14 17 0,-20 6 0,-9 11 1853,-9-1-1853,0 7 1629,0 0-1629,-8 7 0,3-3 257,-13 8-257,-3-1 0,-13 6 0,0 1 0</inkml:trace>
  <inkml:trace contextRef="#ctx0" brushRef="#br0" timeOffset="2">13233 7256 8912,'-11'-6'0,"0"0"0,1-7 0,-2 1 0,5-3 0,-1-2 0,6 0 0,-3 22 0,10 12 0,5 16 0,-1 13 0,12 9 0,-3 18 0,3 3 0,4 3 0,1-9 0,11-1 0,3-12 0,6-9 0,11-10 0,6-15 0,19-11 0,10-30 0,-40 0 0,-1-6-395,7-8 0,-1-6 0,6-11 0,0-4 395,-14 13 0,1-3 0,0 0 0,0 1 0,0-2 0,0 0 0,3-2 0,1-2 0,-1-1 0,-2 0 0,-1-1 0,0 0 0,1 0 0,-1-1 0,0-1 0,3-1 0,0-1 0,0-1 0,3-2 0,2 0 0,-2 1 0,-4 5 0,0 1 0,-1 0 0,-1 0 0,0 0 0,-1 1 0,18-18 0,-2 2 0,-7 7 0,-1 2 0,-2 6 0,-1 4 0,-5 5 0,-1 2 0,-6 7 0,-1 3 0,22-17 0,-14 6 0,-20 17 0,-12 8 0,-9 7 0,-8 8 0,0 0 790,0 8 0,2-5-790,4 9 0,3 5 0,8 6 0,2 0 0,4 2 0,-3-14 0,12 4 0,-5-15 0</inkml:trace>
  <inkml:trace contextRef="#ctx0" brushRef="#br0" timeOffset="3">8828 15543 8912,'-17'0'0,"0"-2"0,-1-4 0,1-6 0,0-3 0,7 6 0,3 1 0,13 10 0,1 2 0,3 3 0,3 3 0,2 3 0,3 10 0,-1-2 0,0 6 0,2 0 0,4-1 0,-4 5 0,4 9 0,2-2 0,0 8 0,0 2 0,0 2 0,5 1 0,-1 1 0,9-3 0,2-3 0,8 2 0,-2-8 0,6-7 0,5-10 0,4-14 0,10-11 0,7-17 0,-32 2 0,0-4 0,6-5 0,1-3 0,10-10 0,0-3 0,2-1 0,0-3-423,4-8 0,0-1 0,0-1 0,0-1 423,0-3 0,-1 0 0,2-4 0,0 0 0,2-3 0,-1 2 0,-3 4 0,0 1 0,0 3 0,-2 0 0,-6 4 0,-3 1 0,-6 2 0,-1 2 0,-1 7 0,0 2-130,-9 4 1,0 1 0,1 2 0,0 1 129,0-1 0,-2 1 0,34-24 0,-18 13 0,-14 11 0,-15 10 0,-14 0 0,-4 19 0,-8-5 1589,0 7-1589,0 0 310,0 7 0,0 9-310,0 6 0,0 9 0,0-12 0,0 6 0</inkml:trace>
  <inkml:trace contextRef="#ctx0" brushRef="#br1" timeOffset="4">8862 7324 8912,'-17'0'0,"6"0"0,1-2 0,1-1 0,-1-3 0,4-6 0,-3 5 0,-1-1 0,1 0 0,3-5 0,-6 2 0,-1-5 0,-2-1 0,-2 0 0,-1 0 0,1 5 0,0 3 0,-2-1 0,-4 1 0,-4 5 0,-9-2 0,-6 4 0,-10 2 0,-1 2 0,-11 4 0,-1 5 0,-1 5 0,-5 6 0,-4 1 0,10 0 0,-4-4 0,4 2 0,4 2 0,-4-5 0,8-7 0,-1-1 0,7 1 0,5 2 0,0-7 0,6 2 0,-6-3 0,8-3 0,-2 4 0,1 2 0,-1-2 0,0 1 0,-12-1 0,-3-4 0,17 13 0,7-5 0</inkml:trace>
  <inkml:trace contextRef="#ctx0" brushRef="#br1" timeOffset="5">6797 7479 8912,'-51'6'0,"-1"-1"0,8 9 0,2-10 0,8 5 0,-1 1 0,1-1 0,-1-3 0,1 4 0,0-1 0,-1 1 0,-1-5 0,-4 7 0,1-8 0,-4 3 0,-1-1 0,0 0 0,3 5 0,-4-5 0,1 7 0,-2-1 0,4 3 0,7 2 0,-5 1 0,0-1 0,2-6 0,9 1 0,2-3 0,4 3 0,2 3 0,-8-4 0,8-1 0,-3 1 0,-1 3 0,-4 1 0,-3 2 0,-3 0 0,-7 1 0,-4 1 0,-4 4 0,-1 5 0,-8 5 0,-5 1-290,-2 8 1,27-21 0,9 2 0</inkml:trace>
  <inkml:trace contextRef="#ctx0" brushRef="#br1" timeOffset="6">4853 8218 8912,'-67'40'0,"4"1"0,4-1 0,15-6 0,2 0 0,5 1 0,1-1 0,1 1 0,-1-1 0,11 0 0,0 1 0,1-1 0,-1-1 0,2-5 0,2 10 0,-8-3 0,16-5 0,-3-5 0</inkml:trace>
  <inkml:trace contextRef="#ctx0" brushRef="#br1" timeOffset="7">4130 8975 8912,'-34'51'0,"-1"1"0,1 0 0,1-1 0,5 1 0,-3 5 0,8 0 0,6 1 0,5-7 0,1 3 0,1 3 0,-3 8 0,7 4 0,1 1 0,5-12 0,0 5 0,0-6 0,0 12 0,0-6 0,5 2 0,1-8 0,5 6 0,-5 12 0,8 1 0,-3 4 0,4-3 0,4-10 0,3-2 0,0-2 0,9 0 0,-2 4 0,3-3 0,3 0 0,-1-1 0,2 5 0,3-1 0,1-4 0,0 0 0,-6-11 0,7 3 0,1-9 0,0 2 0,0-2 0,4 3 0,-6-3 0,8 4 0,-3 1 0,11 1-157,1 0 1,3-3 156,-3-3 0,2 2 0,4-8 0,0 0 0,-11-5 0,3-1 0,-9 0 0,6-5 0,5 0 0,6 1 0,4 3 0,2-5 0,0 1 0,0-8 0,0 4 0,-4-2-16,-8 0 1,0 0 15,-11-6 0,10-6 0,1 1 0,6-8 0,-5 1 0,5 3 0,-6-2 0,6-1 0,-5-5 0,-1 6 0,-5 0 0,-9 5 0,-2-5 0,1 2 0,0-5 0,0 5 0,0 2 0,4-5 0,-6 7 0,10-6 0,-1 5 0,7 1 156,-1-3 0,-1 1-156,-3-5 0,-5-1 16,0 8 0,-8-9-16,3 3 0,-5-4 0,-2-2 0,7 0 0,-1 0 0,2 0 0,-2 0 0,-4 0 0,4 0 0,-1 0 0,-3 2 0,0 2 0,-3 2 0,-5-1 0,1-5 0,4 2 0,-5 4 0,3-4 0,-2 4 0,3 1 0,-5 1 0,2 0 0,-1-1 0,1 5 0,5-7 0,3 3 0,3-2 0,6-4 0,11 3 0,-3-3 0,3-2 0,2 0 0,-1 0 0,1-2 0,-2-3 0,-9 3 0,4-4 0,-12-2 0,2 3 0,0-1 0,4-2 0,-2 4 0,2-7 0,-6 5 0,6-5 0,-6 7 0,6-2 0,-2 4 0,2 2 0,-4 0 0,-8 0 0,1 0 0,-1 0 0,-2 0 0,-3 0 0,-2 0 0,-6 0 0,2 0 0,-2 0 0,4-2 0,-2-3 0,0 3 0,-6-4 0,6 4 0,0 2 0,5 0 0,-5 0 0,2-6 0,-2 1 0,-2-3 0,8 2 0,-6 2 0,6-7 0,-3 5 0,5-3 0,-2-1 0,1 1 0,-5 3 0,-2-6 0,2 3 0,-2-5 0,0 5 0,2 1 0,-4-5 0,7 1 0,-5 3 0,6-3 0,-6 1 0,6-6 0,-3 2 0,3 3 0,2-1 0,-8 7 0,11-6 0,-5 7 0,13-9 0,-8 3 0,6 1 0,0-1 0,3 5 0,4-5 0,-3-1 0,-2 3 0,-1-5 0,-7 9 0,4-7 0,-3 6 0,1-1 0,-13 1 0,6 4 0,-7-4 0,9 4 0,-2 2 0,1-5 0,-1-1 0,4 0 0,-5 6 0,5 0 0,1 0 0,-1-2 0,-3-1 0,-1-3 0,2 2 0,-1 2 0,-1 2 0,1 0 0,-7 0 0,2 0 0,-2 0 0,-4 0 0,4 0 0,-4 0 0,-1 0 0,-1 0 0,0 0 0,0 2 0,0 2 0,1 2 0,-1-3 0,2-1 0,4-2 0,-4 0 0,4 0 0,2 0 0,-2 0 0,2 0 0,-2 0 0,1 0 0,5 0 0,4 0 0,-5 0 0,3 0 0,-2 0 0,7-2 0,-6-1 0,1-3 0,2 2 0,-3 2 0,-1 2 0,3-6 0,-3 1 0,-2-1 0,1 6 0,-7 0 0,2 0 0,2 0 0,-2 0 0,0 0 0,-6 0 0,6 0 0,0 0 0,6 0 0,-6 0 0,2 0 0,-2 0 0,-4 6 0,6-1 0,0-1 0,3-2 0,-1 4 0,2 0 0,1-1 0,10-5 0,2 0 0,4 0 0,4-2 0,-4-3 0,6 1 0,5-8 0,-4 7 0,5-7 0,-5 8 0,-1-1 0,7-3 0,2 2 0,1 1 0,-5-3 0,-3 6 0,-3-4 0,1 4 0,-1 2 0,-5-2 0,-2-1 0,0-3 0,0 2 0,4 0 0,8 0 0,1-1 0,-2 1 0,5 2 0,-3 2 0,-2 0 0,-1 0 0,-10 0 0,-4 0 0,-5 0 0,-7 0 0,5 2 0,-5 4 0,5-5 0,1 5 0,3 2 0,1-2 0,4-3 0,2-1 0,2-2 0,5 0 0,-1 0 0,-2 0 0,-2 0 0,2 0 0,-8 0 0,-6 0 0,1 0 0,-7 0 0,-3 2 0,-2 4 0,-4-4 0,-2 4 0,1-4 0,-1-2 0,-6 5 0,1 1 0,-1 0 0,6-4 0,1 1 0,-1 3 0,0 2 0,0-2 0,1-3 0,-1 9 0,0-6 0,0 5 0,0-5 0,1 5 0,-1-5 0,0 5 0,2-1 0,4 1 0,-4 5 0,4-5 0,-2 3 0,2-3 0,-4 4 0,4-3 0,-4-3 0,-2 3 0,1-1 0,-1 6 0,0 1 0,0-7 0,1 1 0,-1-1 0,0 6 0,0-5 0,0-1 0,1 1 0,-1 5 0,2 0 0,4 0 0,-8 0 0,8 1 0,-8-1 0,8 2 0,-4 2 0,-1 2 0,-1 2 0,0-2 0,0 1 0,0 5 0,-1 2 0,-5-8 0,5 5 0,-5-5 0,-1 8 0,1-3 0,-5-1 0,3 2 0,1 1 0,-1 3 0,1 1 0,2 1 0,1 5 0,-7 0 0,5 8 0,-5-3 0,5 11 0,-3 1 0,0-2 0,-1-1 0,-1-8 0,-6 0 0,0 3 0,0 3 0,0 3 0,0-9 0,0 4 0,0 1 0,6-1 0,-1-4 0,7 2 0,-4-8 0,1 0 0,5 2 0,-5-6 0,3 4 0,-7-3 0,5-3 0,-2 0 0,-5 1 0,-1 5 0,-2 0 0,0 8 0,0-2 0,0 3 0,0 3 0,0-1 0,0 1 0,0-2 0,0-4 0,0 3 0,0-3 0,2 2 0,2-2 0,4-4 0,1 0 0,-3-4 0,5 8 0,-1 0 0,1 5 0,5-5 0,-5 0 0,-3 0 0,-2 5 0,1 1 0,-1 0 0,2-3 0,-5-1 0,5-4 0,2-2 0,-5 6 0,7-2 0,-1-3 0,7 3 0,-1-6 0,0 6 0,0 2 0,0 2 0,1-4 0,-1-1 0,2-4 0,4 4 0,-2-1 0,6 4 0,-1-4 0,1-2 0,2-2 0,5-5 0,1 5 0,-1 0 0,2-2 0,5-2 0,-5 1 0,4 3 0,-4-10 0,-1 5 0,-1-5 0,1 5 0,-5-1 0,5 0 0,-10-5 0,9 0 0,-3-3 0,3 3 0,0 4 0,1-7 0,1 1 0,4-4 0,-3 2 0,3-2 0,-2 7 0,2-1 0,-2 2 0,8-3 0,-7 5 0,1-5 0,-4 5 0,-2-1 0,1-1 0,-1-3 0,3-1 0,3 2 0,-2 1 0,8-7 0,0 6 0,5-6 0,3 2 0,3-2 0,-1-4 0,7 4 0,-6 2 0,6-3 0,-13 1 0,2-5 0,-3-1 0,7 0 0,1 0 0,-1 0 0,5-1 0,2-5 0,10 2 0,1-7 0,1 6 0,-8-7 0,-4-1 0,-6-2 0,4-2 0,2 0 0,4 0 0,4 0 0,4 0 0,5 0 0,0 0 0,6 0 0,-11 0-123,5 0 0,-13-2 123,-4-3 0,8 3 0,9-4 0,-1 2 0,1-2 0,-2 2 0,3-5 0,-5-1 0,1 1 0,-7-3 0,5-5 0,3 0 0,3 0 0,5 0 0,5-1 0,-10 1 0,-1 0 0,-9 0 0,-8 0 0,4-1 0,-4 1 0,6 0 0,5 0 0,-1 0 0,7-1 0,-7 1 0,0 0 0,-8 0-2,-8 0 1,-3 0 1,-3-1 0,3 1 0,3 0 0,2-6 0,4 0 0,4-7 0,-2 1 0,4-4 0,0-1 0,-10 0 0,-13-1 0,-2 1 0,2-1 0,2 1 0,-8 0 0,0-1 0,-5 1 0,-1-6 0,0 0 0,5-14 0,-3 3 0,-3-5 0,-1-3 0,-1-2 0,-3-8 0,-3 2 0,-8 4 0,-1 6 122,-5 3 1,-1 3-123,-5-1 0,-3-5 1,4 0 0,-4-1 0,-2 7 0,0-3-1,0-3 0,-2-4 0,-4-8 0,3 8 0,-9 4 0,6 3 0,-3 1 0,-1-3 0,1-1 0,-1 0 0,-1 5 0,-5-7 0,5-4 0,-10-8-127,-2 2 1,-6-3 126,6 9 0,-7 2 0,1-1 0,-4 3 0,-1 4 0,0 1 0,-1 3 0,1-1 0,-1 1 0,1-1 0,0 0 0,1 8 0,4 4 0,-3 2 0,5 0 0,-2-2 0,1 2 0,7 7 0,-2 2 0,2 1 0,-2-7 0,4-1 0,-4-4 0,-2 2 0,2-8 0,-6 0 0,4-7 0,-1-3 0,-5-1 0,0-1 0,3 7 0,-5-1 0,5 1 0,-5-5 0,-1 5 0,1-3 0,2 14 0,5 0 126,1-2 1,2 0-127,6-4 0,5-2 0,1 6 0,-1-4 0,3-7 0,-5 1 0,9-5 0,-3 4 0,2 1 0,4-1 0,-3-5 0,-3 5 0,2-5 0,0-1 0,6 0 0,0-2 0,0-4 0,0 4 0,0-2 0,8 7 0,4-1 0,3 4 0,2 1 0,6 0 0,0 1 0,8-1 0,-3 1 0,3 5 0,-1 0 0,-1 2 0,2 6 0,-5-2 0,3 11 0,-6 10 0,6 2 0,-8 5 0,4 1 0,-2 3 0,0 1 0,7 5 0,-1-4 0,3 4 0,3 2 0,-1 0 0,1 0 0,-1 0 0,0 0 0,7 2 0,-1 4 0,0-4 0,-6 3 0,8 3 0,4-2 0,-2 1 0,2-1 0,2 4 0,2-1 0,3 6 0,5-3 0,-5 3 0,4 2 0,-3 1 0,-4-1 0,-1 0 0,3 0 0,-4 0 0,9 0 0,-3 6 0,-3 0 0,11 0 0,6-6 0,1 1 0,6-1 0,-3 0 0,3 0 0,0-5 0,11-1 0,-10-7 0,10 2 0,4-4 0,6-2 0,-47 0 0,1 0 0,2 0 0,-1 0 0,35 0-44,6 0 0,0 0 1,5 0-1,-45-1 0,0 0 44,2-2 0,1 0 0,-3-1 0,-1-2-147,1-2 0,-1-1 0,1 1 0,-1-1 147,-2 1 0,0-1 0,5-1 0,1 1 0,2-1 0,1-1 0,0-1 0,0-1 0,0-1 0,-1 1 0,-1 2 0,-1-1 0,-3-2 0,-1 0 0,2 2 0,1 1 0,4-3 0,-1-1 0,-3 2 0,-1-1 0,5 0 0,-1 0 0,-4-2 0,-1 1 0,-3 2 0,-1 1 0,46-15 0,-47 13 0,0-2 0,37-17 0,-38 16 0,0 0 0,44-17 0,-42 17 0,1-1 0,0-1 0,0-2 0,37-19 0,-8 0 0,-5-2 0,3 4 0,5-8 0,-1 0 0,-6-4 0,-10 3-130,-9 1 0,-3 0 130,-1-6 0,-1 1 0,-4-1 0,-2 1 0,-6-1 0,2-2 0,-2-3 0,-1-4 0,-3-8 0,-7 0 0,-4 1 0,-4-3 0,-4-2 0,-3-1 0,-6 1 0,-5 1 0,-1-3 0,-1 3 0,-5-9 0,2-3 0,-8-4 0,-1 6 0,-2 4 0,-8 5 0,0 10 0,-6-7 0,6 7 0,-5-8 0,3 8 0,0-6 0,0-5 0,-6 3 0,3-4 0,1 7 0,-2 5 0,-5-4 0,-6 4 0,0-4 0,-2-2 0,-2 6 0,-8 0 0,-2 0 0,-3-6 0,-2 4 0,-6 6 0,4 7 0,1 3 0,3 5 0,5-2 0,-5 2 0,0-2 0,-3-2 0,1 6 0,-8 0 0,-6 0 0,-7-3 0,6 4 0,5 7 0,6 5 0,5 1 0,-5-7 0,2 1 0,-4 0 0,0 1 0,-6 4 0,-3-3 0,-7 3 0,-5-3 0,12-3 0,-5 3 0,16 1 0,-4 5 0,-2 1 0,-5-4 0,-1 6 0,-7 0 0,2 6 0,-4 0 0,-2 0 0,1 1 0,5 5 0,2-2 50,3 7 0,3-6 0,-9 5 0,3-1-50,5 0 0,1 3 0,14 5 0,-5 0 0,6 0 0,-8 0 0,4 0 0,-5 0 0,-2 0 0,1 0 0,-14 0 0,9 0 166,-3 0 1,4 5-167,3 1 0,3 8 0,-4-3 0,2-1 0,-13 1 0,-3 2 0,-1 3 0,4-1 0,0-4 0,15 5 0,1-5 0,9 4 0,3 5 0,-3 1 0,-8 2 0,5 7 0,-10-1 0,3-3 0,-4 3 0,-2 0 0,-4 5 0,10 1 0,-3-1 0,1 0 0,0 1 0,-10-1 0,-3 1 0,2-1 0,-3 0 0,14 1 0,-1-1 0,10 8 0,1 4 0,3 2 0,3-2 0,3 3 0,-4-3 0,3-2 0,-15 2 0,9-2 0,-4 4 0,1-3 0,1 3 0,-6 9 0,6 6 0,-7 4 0,7 2 0,0 6 0,3-1 0,-3 1 0,26-37 0,-1 0 0,-33 27 0,2 4 0,-2-10-139,7 4 0,1 2 139,5 9 0,3-9 0,3 4 0,-2-4 0,6 2 0,-2-2 0,-4-2 0,2 0 0,-6 6 0,3 7 0,18-36 0,-1 0 0,0 6 0,1 0 0,-4 2 0,1 0 0,0 0 0,1-1 0,1 0 0,1-2 0,-3-4 0,1 0 0,1-1 0,1 0 0,-3 4 0,-1 0-205,-2 5 0,-1 0 0,0-3 0,-2-1 205,-3-1 0,0-2 0,1 1 0,0-2 0,1-4 0,1-1 0,2-1 0,0-1 0,-1-1 0,1-1 0,-27 23-25,-3 2 0,1-3 0,-8-1 0,35-25 0,0 0 25,-2 0 0,0 1 0,0-1 0,0-1 0,-39 19 0,3 2-103,3-8 1,4 6 102,-3-6 0,-4 0 0,-3-5 0,-5-1 0,41-17 0,-2 0 0,0 1 0,1-1 0,-44 17 0,0-5 0,15-1 0,-7-5 0,2 6 0,-10-8 0,-2 2 0,0-6 0,8-3 0,4-3 0,5 2 0,-1-3 0,1 1 0,-7-1 0,2 1 0,-12 5 0,44-10 0,-1-1 0,0 0 0,0 0 0,-45 6 0,8 1 0,2-3 0,0-1 0,-2-8 0,-6 0 0,0 0 0,1 0 0,5 0 0,5-2 0,1-4 0,0-3 0,-8-9 0,-2 1 0,-2 0 0,44 6 0,0-1 0,-38-11 0,39 9 0,1 0 0,-35-9 0,-1-2 0,8 2 0,-7 2 0,-10-8 0,-1 6 0,0-5 0,8 5 0,15-6 0,2 0 118,4 3 0,-10-11-118,5 9 0,-7-9 0,0 9 0,5-5 0,-5-1 0,0 0 0,7-1 0,3 1 0,13-1 0,-2 1 0,-3 0 0,-2-7 0,-4 1 0,-2-6 0,7 6 0,-5-2 0,6 2 0,-4 4 0,7-6 0,6 2 0,4 0 0,-1-8 0,4 2 0,3-9 0,8-3 0,1 1 0,-2-2 0,4 0 0,-1-4 0,-1 0 0,-5 11 0,-1-3 0,-1 11 202,-4 0 1,3-8 0,-3 4-1,2-3-202,-2 1 0,4-5 0,-6 1 0,7-5 0,1 0 0,-1 5 0,1-5 0,-1 7 0,-1-1 0,-4-4 0,4 3 0,-5-5 0,3 2 0,-2-1 0,4-12 0,-4 1 0,3-4-61,3 5 0,-1 4 61,1 1 0,0 8 0,-1-2 0,1 3 209,-1 3 1,1 5-210,0 0 0,-3 0 0,-3-5 0,-2 5 0,-4 0 0,-4 2 0,4-2 0,-5-2 0,-7 8 0,11 0 0,-5 6 0,2-3 0,1-3 0,3 2 0,0-8 0,2 8 0,-2-2 0,-4-2 0,4 2 0,-5-8 0,-7 2 0,-1 4 0,-6 2 0,2 6 0,-2 5 0,4-2 0,-2 8 0,7 1 0,-1 4 0,1 1 0,-1 0 0,0 5 0,-10 1 0,-4 0 0,0 1 0,1-3 0,1 7 0,0-7 0,0 1 0,6 2 0,0-1 0,0 5 0,-6-5 0,-9-1 0,-9-5 0,1 0 0,-5 2 0,5 1 0,5 3 0,3-1 0,3-5 0,-3 2-129,-8 3 1,-2-1 128,-4 7 0,4-5 0,-2 5 0,8 0 0,8-1 0,1 5 0,-2-4 0,1 6 0,-12 6 0,4 3 0,-10 9 0,10 8 0,1 9 0,36-14 0,-2 4 0,-6 5 0,-3 3 0,-5 5 0,-2 4 0,-10 8 0,-3 3 0,-2 3 0,-1 1 0,22-16 0,0 1 0,-1 1 0</inkml:trace>
  <inkml:trace contextRef="#ctx0" brushRef="#br1" timeOffset="8">30391 8648 8912,'9'-17'0,"-1"5"0,-8 1 0,0-2 0,0-3 0,0-1 0,0 0 0,0 0 0,0 5 0,0 1 0,0 15 0,0 1 0,0 11 0,0 7 0,-6 9 0,0 8 0,1-7 0,5-8 0</inkml:trace>
  <inkml:trace contextRef="#ctx0" brushRef="#br1" timeOffset="9">30373 8958 8912,'0'51'0,"0"1"0,8-8 0,-4-2 0,7-8 0,1-7 0,5-4 0,2-6 0,4-6 0,4-3 0,7-8 0,1-2 0,-1-4 0,2-3 0,5-8 0,-11 0 0,5-1 0,-11 1 0,5 0 0,-16 0 0,-1 0 0,-8-1 0,-4 1 0,-8-8 0,-1-1 0</inkml:trace>
  <inkml:trace contextRef="#ctx0" brushRef="#br1" timeOffset="10">30511 9026 8912,'-17'-17'0,"7"0"0,6 0 0,16 0 0,-8-1 0,11 1 0</inkml:trace>
  <inkml:trace contextRef="#ctx0" brushRef="#br1" timeOffset="11">30649 8872 8912,'34'-18'0,"0"1"0,1 0 0,-3 2 0,-3 3 0,-6 7 0,-10 3 0,-1 2 0,-8-8 0,-4-1 0,-10-9 0</inkml:trace>
  <inkml:trace contextRef="#ctx0" brushRef="#br1" timeOffset="12">30425 8700 8912,'0'-17'0,"2"-1"0,4 1 0,5-6 0,14-2 0,11-1 0,14-5 0,9 1 0,10 1 0,-8 4 0,-3 8 0,-7 7 0,-5 5 0,-8 5 0,-15 5 0,-2 5 0,-15 7 0,7 0 0,-3 0 0</inkml:trace>
  <inkml:trace contextRef="#ctx0" brushRef="#br1" timeOffset="13">31010 8820 8912,'-10'-27'0,"-5"3"0,13 14 0,-5 2 0,7 10 0,0 4 0,0 7 0,0 8 0,0 8 0,5 3 0,1 3 0,2-1 0,-3 1 0,-3-7 0,4 1 0,2-2 0,-2 1 0,1 3 0,-1-8 0,5-2 0,-1-4 0,1-6 0,-5-5 0,6-12 0,-1-3 0,6-8 0,-5-8 0,-1-4 0,-7 12 0,4 2 0</inkml:trace>
  <inkml:trace contextRef="#ctx0" brushRef="#br1" timeOffset="14">31165 8872 8912,'0'-18'0,"0"-6"0,0 5 0,0-6 0,2 9 0,4 5 0,-5 11 0,5 11 0,-4 5 0,-2 1 0</inkml:trace>
  <inkml:trace contextRef="#ctx0" brushRef="#br1" timeOffset="15">31199 8923 8912,'0'25'0,"0"-6"0,8 6 0,-4-8 0,7 0 0,1 1 0,5-1 0,2-2 0,4-3 0,-2-5 0,8-7 0,-8 0 0,2 0 0,2 0 0,-2 0 0,1-2 0,-1-3 0,-11-5 0,18-7 0,-11 0 0</inkml:trace>
  <inkml:trace contextRef="#ctx0" brushRef="#br1" timeOffset="16">30941 9026 8912,'0'-17'0,"0"6"0,0-1 0,0-1 0,0-2 0,-7 5 0,-3 2 0</inkml:trace>
  <inkml:trace contextRef="#ctx0" brushRef="#br1" timeOffset="17">30958 8906 8912,'0'0'0</inkml:trace>
  <inkml:trace contextRef="#ctx0" brushRef="#br1" timeOffset="18">30855 9095 8912,'17'0'0,"2"0"0,4 0 0,6 0 0,4 2 0,1 4 0,6 3 0,2 9 0,0-1 0,0 0 0,-3 2 0,-3 4 0,-4-4 0,-3 4 0,-6-4 0,-4-2 0,-2-7 0,1-3 0</inkml:trace>
  <inkml:trace contextRef="#ctx0" brushRef="#br1" timeOffset="19">31595 8906 8912,'-17'-8'0,"0"5"0,-1-7 0,1 0 0,0 1 0,6 5 0,-1-2 0,-1 4 0,-3 2 0,-1 2 0,0 6 0,0 9 0,0 10 0,1 5 0,5 3 0,-3 5 0,9 2 0,1 0 0,2 0 0,4 4 0,4-6 0,3-2 0,8-9 0,3-6 0,2-12 0,5 3 0,8-9 0,1-1 0,4-10 0,-4-5 0,7-10 0,-3-4 0,0-2 0,0-9 0,-6-8 0</inkml:trace>
  <inkml:trace contextRef="#ctx0" brushRef="#br1" timeOffset="20">31320 8958 8912,'-2'-27'0,"-4"4"0,-5 6 0,-3 3 0,1 5 0,1 1 0,1 2 0,-6 8 0,0 4 0,-1 6 0,1 5 0,0 6 0,0 5 0,-1 5 0,1 5 0,0 8 0,0-6 0,0 12 0,-1-3 0,1 1 0,0 3 0,0 5 0,0-12 0,-1-1 0,3-6 0,4-5 0,-3-7 0,9-4 0,-1-10 0,6-1 0,-2-11 0,-2-1 0,-2-9 0,1-6 0,5-5 0,-2-2 0,-4-7 0,-4-4 0,-7-1 0</inkml:trace>
  <inkml:trace contextRef="#ctx0" brushRef="#br1" timeOffset="21">30958 8992 8912,'10'-17'0,"5"7"0,-5 3 0,7 7 0,0 2 0,0 3 0,1 7 0,-1 11 0,0-4 0,0 4 0,6 2 0,0-3 0,6 7 0,-6-6 0,7 6 0,-1-6 0,-2 5 0,2-5 0,-1 0 0,7-6 0,-1 0 0,0 1 0,-1-3 0,-4-4 0,1 3 0,-7-8 0,0-1 0,-6-5 0</inkml:trace>
  <inkml:trace contextRef="#ctx0" brushRef="#br1" timeOffset="22">31802 8803 8912,'5'-12'0,"1"1"0,0-2 0,0-3 0,-1-1 0,-1 0 0,-2 0 0,4 0 0,0-1 0,-1 11 0,-5 7 0,6 9 0,0 14 0,-1 6 0,3 3 0,-6 5 0,4 1 0,-2 4 0,1 2 0,-3 0 0,4 2 0,-4-4 0,0-8 0,2 0 0,1 1 0,1-9 0,-6-3 0,0-3 0,8-3 0,1-10 0,10-9 0,4-13 0,-2-10 0,8-9 0,-6 0 0,6-1 0,-8 1 0,2-1 0,2-3 0,-3 4 0,-4-2 0,-7 13 0,-5 0 0,5 5 0,-7 9 0,4 3 0,-8 12 0,-8 11 0,-3 12 0,1 3 0,1 5 0,-1 1 0,0 2 0,7-2 0,-3-9 0,4 3 0,2-3 0,0-4 0,2-2 0,4-4 0,3-4 0,8-4 0,3-5 0,2-12 0,-2-5 0,3-12 0,1 2 0,-1-6 0,-2 1 0,-1-1 0,-3-2 0,0-5 0,0 1 0,0 5 0,-5-3 0,-1 8 0,-7 0 0,4 6 0,-8 9 0,0 8 0,-2 8 0,-4 9 0,4 6 0,-5 0 0,1 0 0,0 2 0,0-6 0,6 4 0,0-10 0,0-1 0,0-1 0,8-1 0,7-10 0,10-12 0,2-5 0,4-6 0,-1-4 0,-1-7 0,1 2 0,-7 3 0,6-4 0,-6 5 0,-6 3 0,-5 2 0,-9 4 0,5 2 0,-10 7 0,-4 4 0,-1 12 0,-5 6 0,-1-1 0,5 4 0,1 4 0,-1 1 0,2-1 0,6-2 0,0 6 0,0 0 0,6 2 0,0-3 0,7-2 0,-1 2 0,-3-2 0,3-3 0,-9 6 0,3 0 0,-4-6 0,-2-6 0,-2 1 0,-4 5 0,-5 0 0,-10-2 0,-4-1 0,-2-3 0,-1-5 0,-7 5 0,8-7 0,5 2 0,0-4 0,0-2 0,8-8 0,-3-3 0,11-4 0,-1-10 0,7-2 0</inkml:trace>
  <inkml:trace contextRef="#ctx0" brushRef="#br1" timeOffset="23">33075 8803 8912,'0'17'0,"0"0"0,0 0 0,0 1 0,0-1 0,-2 0 0,-4 0 0,5 0 0,-7 6 0,8 0 0,0 0 0,0-6 0,0 1 0,0-1 0,-6 0 0,0 0 0,1 0 0,5 1 0,-2-3 0,-4-4 0,4-3 0,-13 0 0,5 1 0</inkml:trace>
  <inkml:trace contextRef="#ctx0" brushRef="#br1" timeOffset="24">32972 8769 8912,'7'-25'0,"-3"6"0,8-4 0,-6 9 0,5 3 0,0 1 0,7-1 0,-1-3 0,0 9 0,0-1 0,0 6 0,1 0 0,-1 0 0,0 2 0,0 2 0,1 3 0,-1 3 0,-6 1 0,1 7 0,-1-1 0,6 0 0,-5-6 0,-1 1 0,-5-1 0,6 7 0,-9-1 0,3 0 0,-2-2 0,2-3 0,-4 3 0,5-13 0,-7 13 0,-2-13 0,-3 4 0,-5-4 0,-7-10 0,5 6 0,1-4 0,7-3 0,-4 5 0,8-7 0,0 7 0,2-4 0,4 8 0,-2 0 0,7 0 0,1 0 0,5 0 0,0-6 0,0 1 0,1-1 0,-1 6 0,2 0 0,4 0 0,-4 0 0,2 2 0,-6 2 0,-3 1 0,-3 3 0,3-2 0,3-4 0,-5 13 0,-1-11 0,-3 7 0,-4-7 0,-2 4 0,0-1 0,0-5 0,0 6 0,8-16 0,1 1 0,6-7 0,-1 5 0,-3 1 0,6-5 0,6 1 0,0 3 0,-5-3 0,-1 6 0,0-5 0,0 7 0,0-2 0,1 3 0,-1-3 0,-6 4 0,1-4 0,-8 4 0,11 2 0,-13 0 0,13 0 0,-6-6 0</inkml:trace>
  <inkml:trace contextRef="#ctx0" brushRef="#br1" timeOffset="25">6591 14004 8912,'4'5'0,"1"-2"0</inkml:trace>
  <inkml:trace contextRef="#ctx0" brushRef="#br1" timeOffset="26">6591 13995 8912,'0'-4'0,"0"-1"0,0 2 0,0 2 0,0-3 0,-4 4 0,3 0 0,-2 0 0,-1 0 0,-2 0 0,-2 0 0,0 0 0,-1 0 0,1 0 0,-1 0 0,-3 0 0,-3 0 0,2 0 0,-1 0 0,-1 0 0,-2 0 0,0 0 0,0 0 0,-1 0 0,1 0 0,0 0 0,0 0 0,0 3 0,-1 0 0,4 0 0,0-3 0,0 0 0,0 1 0,1 1 0,1 0 0,2 1 0,-1-3 0,1 0 0,2 0 0,-4 0 0,1 0 0,3 0 0,1 0 0,2 0 0</inkml:trace>
  <inkml:trace contextRef="#ctx0" brushRef="#br1" timeOffset="27">6135 13995 8912,'-13'0'0,"0"0"0,4 0 0,-2 0 0,0 0 0,-4 0 0,0 0 0,7 0 0,0 0 0</inkml:trace>
  <inkml:trace contextRef="#ctx0" brushRef="#br1" timeOffset="28">5937 14012 8912,'-9'1'0,"-3"2"0,3-2 0,-8 7 0,8-7 0,-3 2 0,0 1 0,1-2 0,-1 4 0,3-3 0,-2 3 0,0-3 0,-2 3 0,2 0 0,-4 2 0,-1 0 0,-4 2 0,0 1 0,0-1 0,3 1 0,-1 2 0,1-2 0,-2 3 0,1-2 0,2-2 0,-1 0 0,5-1 0,0-1 0,3 1 0,0-1 0,1-2 0,-1 0 0,3-1 0,1 0 0,2 3 0,-3-2 0,4-1 0,-2 0 0,1 2 0,1 1 0,-4 0 0,3 1 0,-1-1 0,1 1 0,2 3 0,-6-6 0,2 2 0</inkml:trace>
  <inkml:trace contextRef="#ctx0" brushRef="#br1" timeOffset="29">5447 14382 8912,'0'10'0,"0"1"0,0 3 0,-4-1 0,3 3 0,-2-2 0,2 2 0,1-2 0,0 2 0,0-1 0,0 1 0,0 1 0,3-4 0,0-1 0,4 0 0,-2 0 0,2 0 0,-1 0 0,1-3 0,-1 3 0,2-3 0,0 0 0,2-1 0,2 1 0,-3 0 0,3-1 0,-3 1 0,0-1 0</inkml:trace>
  <inkml:trace contextRef="#ctx0" brushRef="#br1" timeOffset="30">6522 14090 8912,'-7'-10'0,"1"0"0,3-2 0,2 2 0,1 0 0,0 5 0,0-1 0,0-1 0,0-1 0,0 4 0,0 0 0</inkml:trace>
  <inkml:trace contextRef="#ctx0" brushRef="#br1" timeOffset="31">6514 14004 8912,'0'-5'0,"4"-3"0,0 4 0</inkml:trace>
  <inkml:trace contextRef="#ctx0" brushRef="#br1" timeOffset="32">6522 13995 8912,'0'0'0</inkml:trace>
  <inkml:trace contextRef="#ctx0" brushRef="#br1" timeOffset="33">7684 14588 8912,'-5'-8'0,"-1"2"0,2 1 0,-1 2 0,3-4 0,-3 10 0,3 1 0,-2 5 0,0 5 0,1 6 0,-3 3 0,0 7 0,-2 4 0,-2 5 0,-1 4 0,0 1 0,-3 0 0,-1 1 0,-2-3 0,0 0-103,0-4 0,4-6 103,1-6 0,2-4 0,2-6 0,-1-2 0,4-5 0,2-5 0,3-4 0,0-1 0,0-2 0,0-3 0,0-1 0,0-3 0,-1-2 0,-2-6 0,2-3 0,-7-4 0,3-1 0</inkml:trace>
  <inkml:trace contextRef="#ctx0" brushRef="#br1" timeOffset="34">7650 14623 8912,'8'-12'0,"2"0"0,-1 0 0,0-1 0,0 2 0,-6 2 0,0 0 0,-3 1 0,0-1 0,-2 4 0,-3 3 0,-7 1 0,-3 1 0,-7 3 0,-4 3 0,-1 6 0,-4 2 0,3 1 0,-1 0 0,2 4 0,2-2 0,3 2 0,2-2 0,2-2 0,4-1 0,2-1 0,3 2 0,4-2 0,2-2 0,3-5 0,3 0 0,2-4 0,4-2 0,7-12 0,2-2 0</inkml:trace>
  <inkml:trace contextRef="#ctx0" brushRef="#br1" timeOffset="35">7684 14537 8912,'0'-5'0,"1"1"0,2 4 0,2 4 0,3 2 0,2 2 0,1 4 0,3-2 0,3 5 0,0-1 0,0 3 0,0 0 0,1 1 0,-1 0 0,0 2 0,-2 1 0,-3 2 0,-1-2 0,-10 0 0,3 1 0</inkml:trace>
  <inkml:trace contextRef="#ctx0" brushRef="#br1" timeOffset="36">6006 15543 8912,'7'-10'0,"-5"0"0,4 5 0,-4-5 0,-2-7 0,0 6 0,0-1 0,-2 6 0,-4-5 0,4 5 0,-5-5 0,-1-3 0,6 7 0,-5-9 0,7 13 0,0-9 0,0 8 0,0-3 0,0 9 0,0 3 0,0 11 0,0 7 0,0 9 0,0 2 0,5 6 0,1 6 0,6 2 0,-7-8 0,3 2 0,-2-2 0,-4-3 0,3 3 0,-3-4 0,-2-3 0,0-3 0,0-1 0,-2-8 0,-3 2 0,-5-12 0,-7-5 0,5-8 0,1-9 0,1-9 0,-3-14 0,1-2 0,-1-4 0,4-4 0,-3-8 0,8 1 0,-2-1 0,5 6 0,1 0 0,0 2 0,0-2 0,0 4 0,0 8 0,0 2 0,1 1 0,5 4 0,6 2 0,9 3 0,2 4 0,7 1 0,-1 0 0,2 5 0,-3 1 0,5 5 0,-5-3 0,5 1 0,1 4 0,-7 2 0,-4 10 0,-11 3 0,-9 9 0,-14 8 0,-3 1 0,-14 11 0,-1 4 0,-5 2 0,5-4 0,0-2 0,3 2 0,-3-2 0,4 0 0,8-7 0,0-5 0,-1-5 0,7 0 0,-1-6 0,9 4 0,3-19 0,15 6 0,10-10 0,2-4 0,3-5 0,3-3 0,1 3 0,0-4 0,1 3 0,-1-3 0,1-2 0,-7 1 0,1 5 0,-8-2 0,2 5 0,-4 0 0,-2 1 0,-5 1 0,-1 6 0,-7-2 0,2-4 0,3 4 0,-7-5 0,6 7 0,0-8 0,-6 6 0,5-5 0,-5 7 0,4 0 0,-4 0 0,5 2 0,-7 3 0,0 5 0,0 7 0,0 0 0,0 0 0,0 1 0,0-1 0,6 0 0,0 0 0,0 0 0,-6 1 0,7-9 0,3-1 0</inkml:trace>
  <inkml:trace contextRef="#ctx0" brushRef="#br1" timeOffset="37">6505 15371 8912,'-6'-12'0,"0"1"0,-5 5 0,5-5 0,0 7 0,6-6 0,0 4 0,0 5 0,2-7 0,4 8 0,9 0 0,8 0 0,8 8 0,-4 1 0</inkml:trace>
  <inkml:trace contextRef="#ctx0" brushRef="#br1" timeOffset="38">6797 15353 8912,'-24'18'0,"3"-1"0,-8 0 0,6-5 0,-6-1 0,8 0 0,-2 7 0,4-1 0,2 0 0,7 0 0,5 0 0,3 1 0,2-1 0,2-2 0,3-3 0,5 1 0,7-5 0,0-1 0,1 1 0,-1-1 0,0-1 0,0-4 0,0 4 0,1-4 0,-1-2 0,0 0 0,0 0 0,0 0 0,-5 2 0,-1 3 0,-7-1 0,2 8 0,-2-7 0,1 7 0,-3-6 0,4 5 0,-4 1 0,-2 5 0,-6 0 0,-1 0 0,-1 0 0,0 0 0,-3-5 0,5-1 0,-7-7 0,11 4 0,-6-12 0,8-7 0,0-9 0,0-14 0</inkml:trace>
  <inkml:trace contextRef="#ctx0" brushRef="#br1" timeOffset="39">6935 15182 8912,'15'-2'0,"-3"-4"0,-3-2 0,-3-3 0,-4 1 0,4 5 0,-4 3 0,-2-4 0,0 12 0,0 3 0,2 10 0,1 2 0,3 2 0,2 6 0,-2-6 0,-5 5 0,5-5 0,-4 6 0,-2-6 0,2 6 0,4-6 0,-4-1 0,3-4 0,-3-1 0,-2 0 0,0 0 0,2-7 0,4-5 0,-4-3 0,13-2 0,-7-9 0,3-8 0,5-1 0,-5-4 0,2 1 0,1 1 0,-3 1 0,3 4 0,-5 4 0,3-1 0,-7 4 0,7 8 0,-6 0 0,5 0 0,-7 2 0,2 4 0,3 4 0,3 7 0,-3 0 0,3 0 0,-6 0 0,5 1 0,-5-7 0,5 1 0,3 1 0,-1-4 0,-2 3 0,5-8 0,-9 1 0,5-10 0,3-5 0,-3-7 0,-3-8 0,3-3 0,-3 1 0,3-2 0,1-5 0,-5-6 0,-1 1 0,1 3 0,4 4 0,-7 3 0,1-3 0,2 12 0,-6 3 0,5 11 0,-7 12 0,0 6 0,0 11 0,0 3 0,0 11 0,0 1 0,0 2 0,0 2 0,0-2 0,0-4 0,0 5 0,6-5 0,0-2 0,5 1 0,-5-1 0,5-5 0,-5-3 0,-2-1 0,-2-9 0,-2-9 0</inkml:trace>
  <inkml:trace contextRef="#ctx0" brushRef="#br1" timeOffset="40">7417 15439 8912,'-17'0'0,"7"-1"0,4-5 0,5 4 0,2-6 0,7 8 0,9 0 0,16 0 0,13 0 0,5-7 0,7-5 0,3-11 0,15-4 0,3-7 0</inkml:trace>
  <inkml:trace contextRef="#ctx0" brushRef="#br1" timeOffset="41">5524 16076 8912,'0'-18'0,"0"1"0,-2 0 0,-4 0 0,3 5 0,-9 1 0,6 5 0,-5-5 0,7 7 0,-4-2 0,8 12 0,2 5 0,4 12 0,-2 4 0,7 7 0,-5 3 0,6 3 0,-7 4 0,5 7 0,-3 1 0,-3-1 0,4 3 0,-2-1 0,-3 1 0,-1-4 0,-2-8 0,0 4 0,-7-6 0,-5 2 0,-3-4 0,-2-6 0,-2-14 0,-4-1 0,4-12 0,-14-5 0,6-9 0</inkml:trace>
  <inkml:trace contextRef="#ctx0" brushRef="#br1" timeOffset="42">5404 16437 8912,'-18'-18'0,"7"3"0,-1 4 0,7-3 0,-7 9 0,8-1 0,-1 6 0,10 0 0,7-6 0,11 0 0,4-7 0,7 2 0,8-7 0,4-5 0,9 4 0,3-4 0,-1 6 0,-7 4 0,-4 1 0,-6-1 0,0-2 0,-6-2 0,-3 5 0,-14 1 0,0 7 0,1-2 0,-9 4 0,-1 4 0,-8 4 0,-2-4 0,-4 3 0,2-3 0,-7-2 0,-3 0 0,-8 0 0,2 6 0,-3 0 0,4 0 0,2 1 0,0-3 0,0 7 0,1-5 0,5 6 0,-4-1 0,3 6 0,5-5 0,1-1 0,4 1 0,2 5 0,0-6 0,0 1 0,0-6 0,0 5 0,0-5 0,2 3 0,4-1 0,3-2 0,8-6 0,1 0 0,-1 0 0,-2-2 0,-2-4 0,-1-4 0,1 1 0,-3-4 0,1 7 0,-1-8 0,3 5 0,-1-1 0,-3 1 0,3 3 0,-3 4 0,-3-4 0,4 5 0,7 8 0,-6 1 0,-1 5 0,-1-1 0,1 1 0,-6-3 0,2 1 0,1-5 0,1 3 0,1-1 0,3-2 0,-1-6 0,1 0 0,-6 0 0,5 0 0,-7-8 0,2-3 0,1-7 0,-1-5 0,5 4 0,-5-4 0,2-1 0,-4 1 0,1 2 0,-1 2 0,4 1 0,-2 1 0,-1 0 0,-5 0 0,0 0 0,0 5 0,0 1 0,0 7 0,0-4 0,0 8 0,0 8 0,0 3 0,0 5 0,0 1 0,0 0 0,0 0 0,0 0 0,0 1 0,0-1 0,6 0 0,0 0 0,0 0 0,-6 1 0,0-1 0,0 0 0,0 0 0,0-7 0,0 5 0,1-13 0,5 4 0,4-5 0,7-1 0,0-1 0,0-5 0,1-2 0,-1-3 0,2-3 0,4 9 0,-4-1 0,4 6 0,-10-6 0,-1 0 0,-6 1 0,5 5 0,-7 7 0,2 5 0,-6 3 0,-6 2 0,-4 2 0,-7 4 0,-6-2 0,-2 6 0,-2 0 0,-3 0 0,-3-6 0,-1 2 0,5-4 0,1-2 0,7-6 0,-2 1 0,3-8 0,3 1 0,0-3 0,8-15 0,3-4 0,4-12 0,10-5 0,1-10 0</inkml:trace>
  <inkml:trace contextRef="#ctx0" brushRef="#br1" timeOffset="43">6574 15955 8912,'0'17'0,"0"-7"0,0-2 0,-8-8 0,6 0 0,-5 0 0,7 2 0,0 3 0,0 5 0,0 9 0,1 4 0,5 5 0,-2 5 0,7 1 0,-1 1 0,1-1 0,5 1 0,-5-1 0,5-2 0,1-3 0,-6 2 0,1-8 0,-1-8 0,6-9 0,1 1 0,-1-1 0,0-2 0,0-10 0,0-5 0,1-5 0,5-9 0,0-3 0,-1-5 0,-4 1 0,-1 1 0,0 3 0,-2-1 0,-3-5 0,-4 1 0,-8 4 0,-2 6 0,-4 12 0,-9-2 0,-8 7 0,-8 8 0,2 9 0,3 12 0,-3 6 0,2 9 0,-2 4 0,7 0 0,2 0 0,11 4 0,3-6 0,4 6 0,2-6 0,8-2 0,3-9 0,14-4 0,10-8 0,7-7 0,9-5 0,1-5 0,0-5 0,-1-5 0,1-7 0,-1-8 0,-7-9 0,-2-10 0</inkml:trace>
  <inkml:trace contextRef="#ctx0" brushRef="#br1" timeOffset="44">5868 9834 8912,'0'-11'0,"0"0"0,0-3 0,2 1 0,2-1 0,2 3 0,-1 0 0,-5 1 0,0 2 0,-2 20 0,-3-1 0,-11 8 0,-7-7 0,-15 5 0,-2 6 0,-17 4 0,-12 7 0,-10 8 0,33-19 0,-1 0 0,-3 2 0,-2 0 0,-1 0 0,-1 1 0,-4 1 0,-2 0-178,-3 2 1,5-1-1,-9 10 1,6 2 0</inkml:trace>
  <inkml:trace contextRef="#ctx0" brushRef="#br1" timeOffset="45">4629 10402 8912,'-86'42'0,"43"-17"0,0 1 0,-4 1 0,0 0 0,5 3 0,0-1 0,-3-3 0,-2 0 0,3 0 0,-1-1 0,-4 1 0,0 0 0,3 0 0,0-1 0,1 1 0,2 0 0,-26 18 0,12-4 0,19-5 0,15-7 0,4-3 0,2-8 0</inkml:trace>
  <inkml:trace contextRef="#ctx0" brushRef="#br1" timeOffset="46">3579 11072 8912,'-7'18'0,"5"-9"0,-13 6 0,13-13 0,-6 6 0,8-8 0,0 0 0,8 0 0,-6-8 0,20-9 0,-2-10 0</inkml:trace>
  <inkml:trace contextRef="#ctx0" brushRef="#br1" timeOffset="47">5404 9456 8912,'-27'0'0,"0"0"0,6 0 0,-2 0 0,2 0 0,2-6 0,2 1 0,-1 1 0,9 2 0,1 2 0,37 0 0,11 2 0,10 4 0,13 1 0,4 7 0,7-1 0,5 6 0,-12 0 0,2 10 0,-6 0 0,0 7 0,-8 4 0,-7 6 0,-14 4 0,-11 1 0,-11 6 0,-6 1 0,-14 5 0,-9-6 0,-10 0 0,-11-3 0,-1 1 0,7 3 0,-1-1 0,10-6 0,-7-7 0,3-2 0</inkml:trace>
  <inkml:trace contextRef="#ctx0" brushRef="#br1" timeOffset="48">998 11279 8912,'0'-17'0,"0"-1"0,0 1 0,-2-2 0,-2-2 0,-3-2 0,-3 2 0,1 2 0,-5 4 0,3 3 0,7 6 0,-2 12 0,12 6 0,7 13 0,6 9 0,4 10 0,0 6 0,-5 1 0,-7 6 0,-1 3 0,-3-1 0,-3 0 0,-2 0 0,-2-1 0,0-5 0,0 4 0,-8-11 0,-3-6 0,1-11 0,-1-6 0,5-12 0,-4-7 0,1-8 0,-1-7 0,7-20 0,-3-9 0,-2-15 0,2-8 0,1-4 0,5-2 0,0-5-133,0-1 0,0-3 133,0 9 0,0 0 0,0 18 0,7-1 0,5 18 0,3 9 0,2 10 0,2 9 0,4 12 0,-2 11 0,8 11 0,6 13 0,5 4 0,0-1 0,-6 2 0,1-6 0,-1 6 0,-1-9 0,-5-3 0,3-2 66,-8-9 1,-2 6-1,-8-6 1,-3-2-67,-3-2 0,-3-4 0,-9-3 0,-13 3 0,-8-5 0</inkml:trace>
  <inkml:trace contextRef="#ctx0" brushRef="#br1" timeOffset="49">946 11623 8912,'-11'-8'0,"0"-4"0,7-3 0,-2-2 0,6 0 0,6 0 0,11-1 0,12 1 0,13 0 0,9 0 0,3-6 0,9 0 0,-6-2 0,6 2 0,-7 2 0,1-7 0,-11-1 0,-4-5 0</inkml:trace>
  <inkml:trace contextRef="#ctx0" brushRef="#br1" timeOffset="50">1532 10900 8912,'0'18'0,"0"-1"0,0-6 0,0 1 0,0-1 0,0 6 0,0 8 0,1 4 0,3 5 0,2 6 0,2-1 0,-3 6 0,5-4 0,7 4 0,0-6 0,1 1 0,5-12 0,0-5 0,1-9 0,-1-3 0,-4-9 0,4-2 0,-4-9 0,-1-16 0,-1-10 0,0-9 0,-5 0 0,-1-1 0,-7-7 0,2-5 0,-4-8 0,-2 2 0,0-2 0,0 2 0,-2 3 0,-4 9 0,2 1 0,-5 6 0,1 10 0,-4 17 0,7 17 0,-1 15 0,6 14 0,0 13 0,0 9 0,2 10 0,4 14 0,1 1 0,5 5 0,5-11 0,-2-9 0,8-3 0,4-9 0,7-1 0,6-14 0,1-3 0,-7-14 0,-1-5 0,-5-1 0,-3-7 0,-8 4 0,1-8 0</inkml:trace>
  <inkml:trace contextRef="#ctx0" brushRef="#br1" timeOffset="51">1084 12448 8912,'-17'0'0,"-6"0"0,0 0 0,0-6 0,6 0 0,0 3 0,7-7 0,4-1 0,6 3 0,6 2 0,6-1 0,11 1 0,5 2 0,5 2 0,3 2 0,4 0 0,-3 8 0,3 3 0,-4 4 0,-3 3 0,-3 1 0,-1 4 0,-8-2 0,2 7 0,-10-1 0,-1 2 0,-9 1 0,3-7 0,-6 0 0,-6-6 0,3 1 0,-9-1 0,1-8 0,-5-5 0,3-10 0,2-11 0,1-8 0,-1-9 0,3-8 0,8-4 0,0-4 0,0-1 0,8-1 0,3 1 0,4 7 0,2 4 0,3 9 0,3 2 0,-2 10 0,7 2 0,-7 8 0,2 9 0,-4 0 0,6-8 0,2-2 0</inkml:trace>
  <inkml:trace contextRef="#ctx0" brushRef="#br1" timeOffset="52">1721 12207 8912,'0'10'0,"-8"3"0,-3-7 0,-3 7 0,1-1 0,2 3 0,-3 2 0,1 6 0,1 0 0,3 8 0,3-3 0,4 3 0,-4-3 0,6 3 0,4-8 0,4-4 0,1-6 0,3-5 0,5-8 0,0-2 0,0-4 0,1-5 0,-1-12 0,-6-4 0,1-7 0,-8-1 0,1 1 0,-3 0 0,-2-1 0,-2 7 0,-3-1 0,1 10 0,-8 2 0,1-1 0,-6 9 0,-1-8 0</inkml:trace>
  <inkml:trace contextRef="#ctx0" brushRef="#br1" timeOffset="53">1686 12207 8912,'18'0'0</inkml:trace>
  <inkml:trace contextRef="#ctx0" brushRef="#br1" timeOffset="54">1979 12104 8912,'0'10'0,"0"-3"0,-2-1 0,-4 0 0,4 1 0,-3-1 0,3-2 0,2 7 0,0 1 0,0 5 0,2 0 0,3-2 0,7-3 0,-3-4 0,3-8 0,-1 0 0,7 0 0,-1 0 0,0 0 0,-5-8 0,-1-4 0,-1-3 0,1-2 0,2-2 0,-7-2 0,0-4 0,2-2 0,-7 6 0,5-2 0,-4-2 0,-2 3 0,0 4 0,0 7 0,0 7 0,0-2 0,0 12 0,0 6 0,6 5 0,0 6 0,7-2 0,-2 5 0,5-1 0,1-4 0,-6-2 0,1-1 0,1-7 0,10 0 0,-4-7 0,4 2 0,-4-6 0,-1-6 0,-7-5 0,1-12 0,-3 2 0,3-8 0,-5 2 0,-7-1 0,0-5 0,0 5 0,-2-3 0,-3 2 0,-5-1 0,-7 7 0,0-6 0,-1 6 0,1 2 0,8 10 0,1 3 0,8 8 0,8 8 0,3 3 0,4-3 0,3 0 0</inkml:trace>
  <inkml:trace contextRef="#ctx0" brushRef="#br1" timeOffset="55">2994 11554 8912,'-17'-2'0,"0"-2"0,0-2 0,5-5 0,1 5 0,-1-5 0,-5 3 0,0-2 0,5 7 0,1-3 0,5 12 0,-5 7 0,-1 8 0,3 8 0,-5 3 0,9 3 0,-1-1 0,6 0 0,0 1 0,0-1 0,9-5 0,9-1 0,-1-7 0,6 2 0,3-9 0,3-3 0,-2-5 0,2 5 0,-8-5 0,2 4 0,-4-1 0,-2 1 0,-2 1 0,-3 6 0,-5 1 0,-7-1 0,-3 6 0,-9 0 0,-1 5 0,-16-5 0,0 8 0,-5-3 0,-2 3 0,-5-2 0,-3 3 0,-7-5 0</inkml:trace>
  <inkml:trace contextRef="#ctx0" brushRef="#br1" timeOffset="56">1084 13376 8912,'-11'-15'0,"1"2"0,1 1 0,-1-1 0,0 3 0,-3 1 0,2 1 0,7 2 0,-4 20 0,8 3 0,6 12 0,1 1 0,3 6 0,3 5 0,-3 4 0,0-5 0,-3 1 0,-3 1 0,4-6 0,-3 4 0,1-4 0,-6-1 0,2-3 0,4-3 0,-4-4 0,3-8 0,-3-8 0,0-9 0,4-11 0,4-12 0,7-6 0,-2-9 0,-3-2 0,3 6 0,-4 5 0,5 8 0,1 0 0,0 6 0,0 3 0,0 8 0,1-1 0,5 3 0,0 2 0,-1 7 0,-2 5 0,1 1 0,2-1 0,7 1 0,-1-7 0,-2 0 0,1-6 0,-5-2 0,6-4 0,-8 0 0,2-11 0,-6 4 0,-5-10 0,-5 4 0,-7 1 0,0 1 0,0 0 0,-7 0 0,-5 0 0,-3 1 0,-2 5 0,-6-2 0,0 7 0,0 0 0,6 6 0,-1 0 0,3 2 0,2 4 0,1 5 0,8 6 0,-1 6 0,3-2 0,2 8 0,2-6 0,3 6 0,-1-8 0,10 1 0,3-2 0,4-3 0,9-2 0,-1-4 0,4-3 0,1-8 0,6-2 0,0-4 0,0-5 0,-5-12 0,-1-4 0,1-7 0</inkml:trace>
  <inkml:trace contextRef="#ctx0" brushRef="#br1" timeOffset="57">1945 13273 8912,'9'-2'0,"-1"-2"0,-1-1 0,3-1 0,7 6 0,0 0 0,1 0 0,-1 0 0,0 2 0,0 4 0,0 3 0,-1 10 0,-3 2 0,-1 2 0,-3 2 0,3-2 0,1-4 0,-7 4 0,0-2 0,-6 2 0,0-10 0,0 4 0,0-11 0,-2 0 0,-2-14 0,-2-9 0,0-8 0,6-9 0,0-8 0,0-4 0,8 2 0,3-2 0,5 2 0,1-2 0,0-1 0,0 7 0,1 1 0,1 11 0,2 7 0,2 7 0,7 7 0,-1 7 0,-4 2 0,-2 3 0,-4 3 0,-2 3 0,-7 5 0,-5-5 0,-3 4 0,-2 3 0,0-1 0,0 0 0,0 0 0,8-7 0,-4-3 0,7-7 0,-5 0 0,5 0 0,1-2 0,5-3 0,0-5 0,1-7 0,-1-2 0,0-4 0,-6 4 0,1-4 0,-8 4 0,1 2 0,-6 1 0,-11 5 0,-1 3 0,-14 8 0,0 2 0,0 4 0,-1 5 0,-7 12 0,8 4 0,5 7 0,4 1 0,7-1 0,3 1 0,8-1 0,2 0 0,4 1 0,19-3 0,15-3 0,15-12 0,8-11 0,6-8 0,6-10 0,-4-7 0,3-15-741,-3-16 0,-10-3 0,-2-16 0</inkml:trace>
  <inkml:trace contextRef="#ctx0" brushRef="#br1" timeOffset="58">878 14494 8912,'-12'-10'0,"1"5"0,7 6 0,-2 11 0,4 7 0,2 15 0,0 5 0,0 6 0,0 1 0,0 12 0,0-3 0,0 2 0,0-9 0,2 2 0,2-6 0,2-6 0,-1-9 0,-5-7 0,0-10 0,0-20 0,0-15 0,6-9 0,2-8 0,1-6 0,5-4 0,1-1 0,2-1 0,0 6 0,1 0 0,-7 16 0,1 1 0,-1 10 0,6 8 0,2 5 0,4 4 0,-4 12 0,4 7 0,2 8 0,-2 9 0,8 2 0,-2 4 0,3-9 0,2 3 0,1-11 0,-1 0 0,3-6 0,3-5 0,-10-5 0,5-7 0,-5-7 0,5-3 0</inkml:trace>
  <inkml:trace contextRef="#ctx0" brushRef="#br1" timeOffset="59">1566 14511 8912,'-11'0'0,"-1"0"0,1 0 0,-7 2 0,1 4 0,0 5 0,0 6 0,0 6 0,-1 4 0,1 7 0,6 1 0,-1-1 0,8-1 0,-1-3 0,3-3 0,2-2 0,7-2 0,3-6 0,7-8 0,0-3 0,1-13 0,-3-9 0,-4-5 0,5-7 0,-5 5 0,-1-8 0,1 2 0,-7-3 0,2-2 0,1-1 0,-1 1 0,2 1 0,-4 3 0,3 5 0,3 6 0,-5-2 0,7 9 0,-8 3 0,1-3 0,5 8 0,-6 4 0,5 14 0,1 5 0,0 4 0,1 2 0,6-2 0,0-4 0,1 4 0,1-6 0,4-6 0,-2 3 0,7-9 0,-5 1 0,4-6 0,-2 0 0,-4 0 0,-2-2 0,-2-3 0,-1 1 0,-5-8 0,4 8 0,-13-5 0,4 3 0,-4 2 0,-2-7 0,0 5 0,0-5 0,0 5 0,0-6 0,-2 7 0,-4-7 0,4 1 0,-3-6 0,3-1 0,2 1 0,0 0 0,0 0 0,0 0 0,0-1 0,0 1 0,0 6 0,0-1 0,7 9 0,3-5 0,7 14 0,0-1 0,1 3 0,-1-2 0,0-4 0,0 3 0,8-3 0,2-2 0</inkml:trace>
  <inkml:trace contextRef="#ctx0" brushRef="#br1" timeOffset="60">2134 14391 8912,'-17'0'0,"-1"0"0,1-6 0,0 0 0,0 0 0,0-1 0,5 5 0,1-4 0,7 6 0,-2 6 0,6 3 0,6 9 0,5-1 0,5 0 0,1 0 0,0 0 0,0 1 0,0-1 0,1 0 0,-7-7 0,1-5 0,1-3 0,2-2 0,-3 0 0,-1 0 0,-5-4 0,5-7 0,-5-1 0,6-10 0,-9-5 0,3-2 0,-4-3 0,-2-3 0,0 1 0,0 0 0,0 1 0,0 4 0,2-1 0,4 7 0,-4 0 0,3 6 0,5 0 0,0-1 0,7 1 0</inkml:trace>
  <inkml:trace contextRef="#ctx0" brushRef="#br1" timeOffset="61">2512 14081 8912,'6'17'0,"0"1"0,-2-1 0,-2 0 0,-2 0 0,0 0 0,0 1 0,7-9 0,5-3 0,9-4 0,2-2 0,7-2 0,-1-4 0,4-9 0,-1-10 0,-1-2 0,-3-3 0,-7-3 0,2-1 0,-11-1 0,-6 1 0,-5 2 0,-1 3 0,-7-2 0,-5 8 0,-13 2 0,-9 10 0,0 3 0,-8 10 0,1 6 0,1 9 0,0 10 0,6 13 0,1 6 0,4 11 0,5 4 0,6 8 0,11 0-137,7 0 0,19-3 137,21-3 0,19-19 0,24-17 0,6-14 0,9-13 0,-45-8 0,-1-6 0,0-5 0,-1-3 0,1-1 0,-2-3 0,-6-2 0,0-2 0,-1 0 0,0-3 0,-2 0 0,0 0 0</inkml:trace>
  <inkml:trace contextRef="#ctx0" brushRef="#br1" timeOffset="62">843 15955 8912,'12'0'0,"-1"0"0,3 0 0,-1 2 0,0 4 0,-1 5 0,-8 14 0,1 10 0,-3 7 0,-2 2 0,6 11 0,0-5 0,-2-1 0,-3-1 0,-1-4 0,0 2 0,2-8 0,4-7 0,-4-7 0,6-14 0,-16-2 0,-3-10 0,-5-4 0,-1-5 0,0-7 0,0-5 0,-6 2 0,0-7 0,0-1 0,6-5 0,5 5 0,1 0 0,-1 1 0,-5-5 0,0 3 0,0 1 0,5 8 0,1-2 0,7 4 0,-2 2 0,4 5 0,2 1 0,2 1 0,4-1 0,5-4 0,12 3 0,4-3 0,9 0 0,3 1 0,1 3 0,6-1 0,-6-5 0,6 6 0,-6-1 0,-6 8 0,-5-1 0,-10 5 0,-2 5 0,-9 7 0,-14 5 0,-5 6 0,-10 4 0,-2 7 0,-6 4 0,6-3 0,0 3 0,6-10 0,0 3 0,-1-2 0,9-4 0,3-8 0,4 0 0,4-2 0,4-3 0,3-5 0,9-7 0,7-2 0,3-1 0,5-3 0,1 2 0,1-4 0,-1 3 0,0-1 0,1 6 0,-8 0 0,-4 8 0,-12 3 0,-5 4 0,-4 2 0,-6 1 0,-8-1 0,1 2 0,-12 4 0,2-4 0,-2 4 0,-2 2 0,-4-2 0,-1 0 0,7-6 0,-2-2 0,4-2 0,-2-3 0,2-2 0,2-3 0,2-5 0,-1 0 0</inkml:trace>
  <inkml:trace contextRef="#ctx0" brushRef="#br1" timeOffset="63">1480 16162 8912,'-8'-10'0,"4"0"0,-7 5 0,0 3 0,-7-6 0,1 8 0,0 0 0,7 8 0,3-6 0,14 5 0,3-7 0,7 0 0</inkml:trace>
  <inkml:trace contextRef="#ctx0" brushRef="#br1" timeOffset="64">1446 15697 8912,'1'19'0,"5"4"0,-2 6 0,7 11 0,1 0 0,5 12 0,0-4 0,1 9 0,-1-4 0,0-1 0,0-8 0,0-4 0,-1-11 0,-5-6 0,-1-6 0,-5-6 0,-3-18 0,6-12 0</inkml:trace>
  <inkml:trace contextRef="#ctx0" brushRef="#br1" timeOffset="65">1704 15715 8912,'5'11'0,"1"0"0,-2-5 0,-10 6 0,2 1 0,-7 10 0,-1-4 0,-5 4 0,0 2 0,2 0 0,1-1 0,3 1 0,7 4 0,-2-6 0,4 0 0,2-6 0,0 6 0,0 0 0,6 0 0,0-6 0,9-7 0,0-5 0,7-3 0,-1-2 0,5-2 0,3-3 0,-2-7 0,1-11 0,-1-4 0,2-7 0,3 0 0,-3-1 0,-4 1 0,-2 1 0,-6 3 0,-5 1 0,1 8 0,-7-2 0,-1 4 0,-5 2 0,-7 5 0,-5 1 0,3 7 0,-3-2 0,-1 5 0,-2 1 0,-1 7 0,5 5 0,-3-3 0,9 3 0,-1-1 0,6 6 0,0 6 0,0 0 0,0 0 0,0-6 0,8 0 0,3 1 0,4-1 0,3 0 0,-1-2 0,0-1 0,0-5 0,0-1 0,6-2 0,0-6 0,0-2 0,-6-4 0,1-4 0,-3-7 0,-2 0 0,-1 0 0,-3-6 0,3 0 0,-3 0 0,-3 6 0,-4 0 0,4-1 0,-4 1 0,-2 0 0,0 8 0,0 1 0,0 8 0,0 8 0,2-5 0,3 9 0,-1-8 0,8 1 0,-1 5 0,6-8 0,1 4 0,-1-5 0,0-8 0,-2-3 0,-3-7 0,-5 6 0,-5-1 0,4-1 0,-4 3 0,4-1 0,-4 7 0,0-2 0,1 12 0,3 5 0,2 5 0,-3 1 0,-1 8 0,8 3 0,-3-1 0,5 2 0,-3 1 0,3 3 0,-7 1 0,-1 1 0,2-7 0,-3 1 0,1-8 0,-6 2 0,0-4 0,-2-2 0,-4-2 0,-5-3 0,-4 1 0,-3-7 0,-5 0 0,1-6 0,-1-8 0,-2-9 0,-2-10 0</inkml:trace>
  <inkml:trace contextRef="#ctx0" brushRef="#br1" timeOffset="66">2822 15422 8912,'-11'12'0,"-1"-3"0,-1-1 0,0-2 0,-1-1 0,3 1 0,5 2 0,-6-4 0,-1 1 0,-2 7 0,-2-7 0,7 1 0,12-8 0,15-3 0,8-5 0,9-9 0,1-4 0,-1-6 0,1-1 0,-1 1 0,0-1 0,1 7 0,-8-6 0,-4 6 0,-4 8 0,-4 7 0,-4 0 0,-3 7 0,-8-7 0</inkml:trace>
  <inkml:trace contextRef="#ctx0" brushRef="#br1" timeOffset="67">2891 15766 8912,'-17'0'0,"7"0"0,-5 0 0,13-8 0,-2-3 0,8-4 0,8-10 0,10-4 0,5-5 0,8-6 0,-1 3 0,1-3 0,-1 4 0,0 2 0,-7-1 0,-4 1 0,4-1 0,0 1 0</inkml:trace>
  <inkml:trace contextRef="#ctx0" brushRef="#br1" timeOffset="68">3356 15078 8912,'-18'0'0,"1"0"0,0 0 0,8 0 0,-7 0 0,14 2 0,-3 4 0,3 5 0,9 5 0,5 1 0,-3 0 0,3 0 0,-3 1 0,5-1 0,-5 0 0,-1 0 0,-2 0 0,-6 1 0,7-1 0,-5 0 0,6-8 0,-8-10 0,0-15 0,0-7 0,0-3 0,-2-3 0,-4-5 0,4-5 0,-3 5 0,3-4 0,2 9 0,0 4 0,0 2 0,0 4 0,7 10 0,5 3 0,5 8 0,4 7 0,4 11 0,2 4 0,-4-1 0,5 6 0,-5-6 0,6 6 0,-2-8 0,1 1 0,-3-10 0,-8-6 0,3-4 0,3-2 0,-10-4 0,4-8 0,-9-7 0,3-15 0,-7-3 0,2-3 0,-4 2 0,-4-6 0,-4 0 0,-5 0 0,1-2 0,-1-5 0,-1 7 0,-5 4 0,5 11 0,1 6 0,7 10 0,-2 1 0,4 9 0,2 3 0,0 11 0,8 4 0,2 3 0</inkml:trace>
  <inkml:trace contextRef="#ctx0" brushRef="#br1" timeOffset="69">3803 14735 8912,'17'-8'0,"-7"-2"0,-4-7 0,-3 2 0,3 3 0,-4 5 0,6 7 0,-3 7 0,1 5 0,8 11 0,-3 5 0,-1 5 0,1 1 0,1-1 0,5-3 0,0-3 0,0-2 0,-5-2 0,-1-6 0,1 0 0,-1-7 0,1-4 0,-9-6 0,3-6 0,2-11 0,-2-12 0,-1-4 0,-5-3 0,2-4 0,4-6 0,-4 2 0,4-2 0,-6 6 0,-6-6 0,2 8 0,-7-2 0,5 11 0,-4 7 0,3 2 0,1 13 0,6 7 0,0 7 0,0 18 0,0 2 0</inkml:trace>
  <inkml:trace contextRef="#ctx0" brushRef="#br1" timeOffset="70">4405 14322 8912,'-9'-8'0,"-6"6"0,7-3 0,-4 10 0,3 7 0,3 11 0,4 9 0,-4 10 0,5 0 0,1 0 0,0 6 0,0-2 0,1-2 0,5 2 0,-2-10 0,8-2 0,-1-1 0,6-12 0,-1-4 0,-5-4 0,4-9 0,-3 2 0,5-12 0,6-5 0,-4-10 0,4-2 0,2-10 0,-2-1 0,0 0 0,-6-7 0,0 5 0,0 2 0,1-8 0,-1-2 0</inkml:trace>
  <inkml:trace contextRef="#ctx0" brushRef="#br1" timeOffset="71">4578 14064 8912,'0'10'0,"0"5"0,0-4 0,0 12 0,0 6 0,0 11 0,0 8 0,0 7 0,0 8 0,1-2 0,5 2 0,6-9 0,11-3 0,5-7 0,12-9 0,1-16 0,10-8 0,-3-16 0,9-13 0,3-20 0,-3-13 0,-2-7-189,-9 1 0,4-4 0,-6-8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20.521"/>
    </inkml:context>
    <inkml:brush xml:id="br0">
      <inkml:brushProperty name="width" value="0.05292" units="cm"/>
      <inkml:brushProperty name="height" value="0.05292" units="cm"/>
      <inkml:brushProperty name="color" value="#57D200"/>
    </inkml:brush>
  </inkml:definitions>
  <inkml:trace contextRef="#ctx0" brushRef="#br0">8122 1444 8912,'0'-17'0,"0"0"0,0 0 0,2-1 0,2 1 0,4 0 0,1 0 0,3 0 0,5-1 0,0 1 0,1 0 0,6 2 0,7 3 0,5 7 0,4 3 0,1 6 0,1 7 0,-6 8 0,4 17 0,-5 5 0,-7 4 0,-5 11 0,-11 5 0,-7 4 0,-3 6 0,-9 1 0,-7-5 0,-7-4 0,-7-6 0,-5-5 0,-1-6 0,-1 0 0,1-12 0,1-9 0,5-10 0,-3-2 0,8-7 0,0 0 0,6-6 0,5-10 0,3-5 0,-1-8 0,1-4 0,5-3 0,-2-10 0,4-2 0,4-6 0,4 2 0,5-2 0,5 1 0,1 1 0,2 6 0,4 11 0,6-2 0,11 9 0,4 0 0,7 11 0,3 3 0,1 12 0,3 6 0,-3 7 0,-1 12 0,-3-1 0,-7 5 0,-3 1 0,-5-5 0,-2-1 0,-5-7 0,0 2 0,-8-5 0,2-7 0,1-3 0,-1-8 0,-7-2 0,-11-4 0,5-19 0,0-11 0</inkml:trace>
  <inkml:trace contextRef="#ctx0" brushRef="#br0" timeOffset="1">9344 1324 8912,'-7'-10'0,"5"3"0,-6 7 0,8 0 0,0 7 0,0 5 0,0 5 0,0 6 0,2-4 0,4 4 0,-4 2 0,3-2 0,3 5 0,-2-5 0,0 0 0,-6-6 0,0 1 0,1-3 0,5-4 0,-4-3 0,8-18 0,-5-7 0,-1-4 0,8-13 0,-7 3 0,7-9 0,-1-2 0,7 2 0,-1-6 0,0 6 0,0 2 0,0 7 0,1 5 0,-1 1 0,0 4 0,0 9 0,-1 6 0,-5 12 0,4 4 0,-3 7 0,5 2 0,6 4 0,-2-4 0,8 4 0,-1-6 0,7-5 0,5 1 0,0-7 0,-2-2 0,6-10 0,0-4 0</inkml:trace>
  <inkml:trace contextRef="#ctx0" brushRef="#br0" timeOffset="2">10256 911 8912,'-24'0'0,"-3"0"0,-2 2 0,0 4 0,-1-2 0,-10 7 0,-4 4 0,0 6 0,2 8 0,7 11 0,3-2 0,3 8 0,6 0 0,12 6 0,3-3 0,10-3 0,4-6 0,5-3 0,10-5 0,2-3 0,8-6 0,-3-12 0,-1-3 0,2-8 0,-2 0 0,1 0 0,-1-14 0,-4-3 0,-4-11 0,4-1 0,-4-4 0,-2-3 0,-1-4 0,-5-6 0,2 0 0,-7-5 0,0-5 0,-6-12 0,0-1 0,0 0 0,-2-2-142,-4-3 1,-3 3 141,-8-3 0,-1 13 0,1 11 0,2 14 0,3 11 0,3 13 0,3 7 0,4 3 0,-6 9 0,8 7 0,0 7 0,8 13 0,4 12 0,3 5 0,2 7 0,0-3 0,1 8 0,1-5 0,4 5 0,-2-8 0,7 2 0,1-1 0,5 1 0,1-9 0,-1 3 0,1-9 0,-1 4 0,-7-8 0,-4 3 0,-6-5 0,-9-6 0,-14-7 0,-11-7 0</inkml:trace>
  <inkml:trace contextRef="#ctx0" brushRef="#br0" timeOffset="3">9671 2287 8912,'-19'0'0,"-2"0"0,-2 0 0,2-2 0,8-2 0,1-2 0,8 2 0,-1 10 0,3 6 0,4 11 0,3 5 0,-1 10 0,6 4 0,-3 2 0,-3 4 0,4 2 0,-2 1 0,5-7 0,-5-4 0,-2-3 0,-2-3 0,-2-7 0,0-4 0,0-12 0,0-3 0,5-23 0,1-8 0,2-10 0,-4-7 0,3-6 0,3-3 0,1-5 0,6-3 0,1 3 0,-1-3 0,-6 9 0,1 2 0,-1 10 0,7 2 0,-7 9 0,0 13 0,1 5 0,5 7 0,-5 9 0,-1 8 0,2 10 0,3 6 0,1 1 0,0 0 0,2 1 0,4-1 0,-4-7 0,4-4 0,-2-4 0,2-2 0,-4-2 0,4-3 0,2-4 0,-2-8 0,0-8 0,-6-4 0,-1-5 0,-5-6 0,-5-3 0,-4-1 0,3-6 0,1 7 0,-2-1 0,-2 4 0,-2 4 0,0 2 0,-8 7 0,-1 6 0,-1 8 0,1 15 0,5 14 0,-2 7 0,2 4 0,4 0 0,6 2 0,-2-4 0,7-8 0,6-2 0,6-3 0,6 0 0,-6-12 0,6-4 0,-6-13 0,5-7 0,-5-5 0,4-11 0,-8-5 0,-5-5 0,-5-1 0,-3-6 0,-6 0 0,-2-1 0,-4 7 0,-3 0 0,-9-1 0,-4 9 0,-1 3 0,-6 5 0,6 7 0,-6 3 0,6 8 0,2 2 0,8 4 0,3 5 0,3 5 0,3 5 0,10-4 0,-4 4 0,20-12 0,-2 9 0</inkml:trace>
  <inkml:trace contextRef="#ctx0" brushRef="#br0" timeOffset="4">11014 2184 8912,'-18'-12'0,"1"1"0,0 7 0,-2-2 0,-4 4 0,-6 2 0,-5 4 0,-6 6 0,-4 9 0,0 5 0,3 7 0,13 9 0,3-2 0,10 8 0,3 2 0,6 2 0,8-5 0,10 1 0,-1-9 0,12-3 0,4-3 0,2-14 0,-3 2 0,3-13 0,-6-1 0,6-5 0,-6-9 0,5-8 0,-7-8 0,4-12 0,-2-3 0,0-6 0,0-5 0,-6-6 0,-1 1 0,-5-7 0,2 4 0,-7-10 0,0 2-170,-6-13 0,0 2 170,0-2 0,-8 5 0,-3 12 0,1 13 0,-1 18 0,-3 13 0,5 19 0,-3 17 0,7 21 0,-7 14 0,8 13 0,-1 3 0,-3 1 0,2 6 0,1-5 0,5-1 0,7-8 0,5-3 0,5-5 0,4-3 0,4-6 0,1-10 0,3-7 0,6-10 0,1-7 0,4-5 0,-2-12 0,8-11 0,-6-8 0,6-14 0,-8-4 0,3-8 0,-13 6 85,-5 0 0,-6 8 0,-5-4 0,-6 2-85,-4 0 0,-18 0 0,-7 5 0,-13 9 0,-4 3 0,-8 11 0,2 7 0,4 12 0,2 10 0,0 14 0,5 9 0,-3 14 0,13-1 0,2 6 0,6 6 0,11 2 0,1 2 0,20 0 0,14-4 0,15-8 0,11-11 0,6-16 0,8-7 0,8-11-212,3-7 0,2-5 212,-2-5 0,-3-13 0,-12-10 0,-8-5 0,-7-1 0</inkml:trace>
  <inkml:trace contextRef="#ctx0" brushRef="#br0" timeOffset="5">7262 10488 8912,'-17'-19'0,"-2"-2"0,0-2 0,-1 2 0,5 2 0,2 1 0,3 1 0,5 0 0,3 0 0,4 0 0,3-1 0,5 3 0,9 2 0,2 3 0,2 3 0,6-5 0,-5 6 0,1 3 0,0 1 0,-2 2 0,-6 2 0,-1 3 0,-5 7 0,2 3 0,-7 2 0,0 6 0,-6 0 0,0 8 0,0-5 0,-2 1 0,-4-4 0,4 2 0,-3-2 0,-5 0 0,8-6 0,-5 0 0,7-7 0,7-3 0,5-7 0,3-2 0,2-3 0,6 3 0,0-4 0,8 2 0,-3-1 0,5 3 0,1-4 0,-5 6 0,0 6 0,-8 3 0,2 8 0,-12 1 0,-5-1 0,-4 2 0,-2 4 0,-8-2 0,-3 7 0,-12-5 0,-4 4 0,-2-4 0,0-8 0,1 3 0,-7-7 0,7-3 0,-1-3 0,8-10 0,-12-13 0,7-8 0</inkml:trace>
  <inkml:trace contextRef="#ctx0" brushRef="#br0" timeOffset="6">7744 9972 8912,'17'0'0,"-5"-8"0,-1-3 0,-5 1 0,5 1 0,3 1 0,-5-3 0,3 5 0,3 2 0,6 2 0,0 12 0,8 7 0,-1 2 0,5 10 0,-2 1 0,-3 3 0,-7 7 0,2 0 0,-9 0 0,-3-5 0,-5-3 0,5-3 0,-7-5 0,2-6 0,-4-1 0,-10-8 0,0-10 0,-3-17 0,3-7 0,8-9 0,0-8 0,0-4 0,0-3 0,0-3 0,2 6 0,4 0 0,5-1 0,5-3 0,1 8 0,0 7 0,6 9 0,0 9 0,8 5 0,-3 1 0,-3 7 0,8-4 0,-7 8 0</inkml:trace>
  <inkml:trace contextRef="#ctx0" brushRef="#br0" timeOffset="7">8708 9800 8912,'-18'10'0,"1"-5"0,0-3 0,0-2 0,-6 0 0,0 0 0,-6 0 0,4 0 0,0 2 0,1 4 0,1 3 0,5 9 0,3 5 0,4 0 0,3 5 0,8-5 0,0 6 0,0-6 0,8 2 0,3-3 0,4-8 0,3 3 0,-1-9 0,0 3 0,6-7 0,0 2 0,2-12 0,-2-6 0,-4-10 0,4-7 0,-4-4 0,-2-1 0,-2-2 0,-3-4 0,-4-6 0,-1-4 0,-5-3 0,4-5 0,-6 5 0,-4-5 0,-4 5 0,-1 1 0,-3 8 0,-5 4 0,6 17 0,-1 6 0,8 12 0,-3 12 0,7 16 0,0 17 0,0 12 0,2 1 0,3 10 0,7 2 0,3 2 0,10-4 0,4 0 0,-3-7 0,3 1 0,6 0 0,5-3 0,-2-7 0,-2-3 0,-9-3 0,6-7 0,-7 0 0</inkml:trace>
  <inkml:trace contextRef="#ctx0" brushRef="#br0" timeOffset="8">9258 10230 8912,'-17'-8'0,"2"4"0,3-7 0,5 7 0,1-2 0,0 12 0,2 6 0,10 11 0,6 5 0,-3 7 0,3 5 0,-3-4 0,3 4 0,3 4 0,-6 0 0,1 0 0,-4-4 0,1-9 0,-1-3 0,2-7 0,-2 2 0,-5-11 0,7-5 0,-8-9 0,0-5 0,0-10 0,0-10 0,2-13 0,2-8 0,2-7 0,5-1 0,-5-7 0,7 2 0,-1-2 0,3 4 0,2 7 0,0 8 0,1 4 0,-7 13 0,1 10 0,-1 8 0,6 9 0,0 15 0,1 8 0,-3 9 0,-4 8 0,5-1 0,-5 6 0,-1-1 0,1 2 0,-1 0 0,1-12 0,5 5 0,-5-11 0,4-3 0,2-2 0,1-6 0,-1-5 0,0-7 0,0-3 0,1-17 0,-1-4 0</inkml:trace>
  <inkml:trace contextRef="#ctx0" brushRef="#br0" timeOffset="9">10033 10127 8912,'0'9'0,"0"7"0,0-13 0,0 9 0,-2-6 0,-4 5 0,4 2 0,-4 10 0,-1-2 0,1 8 0,0-6 0,8 6 0,4 1 0,5 3 0,7-1 0,5-3 0,1-4 0,5-8 0,4-8 0,-5-3 0,-1-4 0,0-4 0,-4-6 0,-8-9 0,0-2 0,-9-9 0,0-7 0,-6-5 0,-2 2 0,-4 1 0,-9 3 0,-8 0 0,-6 5 0,6 0 0,-7 8 0,1-2 0,-2 6 0,3 6 0,3 3 0,8 8 0,7 0 0,2 0 0,24 8 0,3 1 0</inkml:trace>
  <inkml:trace contextRef="#ctx0" brushRef="#br0" timeOffset="10">10755 10024 8912,'-68'17'0,"4"0"0,1 0 0,0 8 0,-6 4 0,16 3 0,7 3 0,10 7 0,5 5 0,6 7 0,6 3 0,6 0 0,13-5 0,0-6 0,0 0 0,0-8 0,0 2 0,7-11 0,5-6 0,3-6 0,2-6 0,1-3 0,-1-8 0,2-2 0,4-4 0,-4-5 0,6-12 0,-2-8 0,0-7 0,5-6 0,-5-7 0,0-7 0,-6 1 0,1-14 0,-1 3 0,-2-11 0,-3 5 0,1-3 0,-7 1 0,-2-6 0,-2-2 0,-10-2 0,-4 17 0,-1 14 0,2 20 0,-5 10 0,5 14 0,3 15 0,2 19 0,4 21 0,2 24 0,0 11 0,0 5 0,0 7 0,0 1 0,0 0-274,0-6 1,8 4 273,4-5 0,12-2 0,11-15 0,1-14 0,12-8 0,4-12-11,3-11 1,2-10 10,-5-18 0,5-7 0,-1-11 0,-4-7 0,-5-8 0,-8-6 0,1-8 0,2 0 0,-2 1 0,-8 1 0,-9 4 0,-5-3 0,-7 3 0,-3-6 0,-8-1 0,-4-1 0,-8 5 0,-7 7 0,-15 0 0,-2 5 0,-5 10 0,7 16 272,0 11 1,-1 15-273,6 14 0,-3 13 0,-2 10 0,1 7 0,4 10 0,6 7 5,12 4 1,-2-1 0,7-1 0,6-4-6,9-7 0,12-11 0,20-11 0,10-14 0,14-4 0,8-12 0,7-9 0,4-8 0,2-10 0,0-1-181,0-16 0,-15 1 181,-8-7 0,-15 1 0,-8 0 0,-5-1 0,-7 1 0,-3-1 0,-10 1 0,-3 0 0,-6-1 0,1 1 0,-1-1 0,0 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20.5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5576 12843 8912,'0'-17'0,"0"0"0,0 0 0,0 0 0,0 7 0,0 2 0,0 8 0,0 0 0,-8 0 0,-2 2 0,1 4 0,-6-4 0,3 4 0,-9-3 0,-2 3 0,-7-2 0,1 7 0,-4-7 0,-1 2 0,-2 2 0,-5-3 0,-3 7 0,-7-6 0,-1 7 0,1-4 0,-3 3 0,-3-1 0,-5-1 0,-6 1 0,6 3 0,5-8 0,4 5 0,1-5 0,8 5 0,4-5 0,5 2 0,7-3 0,3-3 0,8 4 0,-1-2 0,1 1 0,0-3 0,0 4 0,3-2 0,-3 2 0,4-3 0,-10 7 0,4-2 0,2-5 0,-6 5 0,0-2 0,-8 7 0,2-1 0,-3 3 0,-3 2 0,5-3 0,-5 3 0,7-2 0,-7 14 0,1-6 0,5 5 0,2 1 0,-1 5 0,13-1 0,-3-5 0,7-1 0,-1-4 0,-1-2 0,7 8 0,-5-8 0,5 2 0,0-4 0,-1-2 0,5 6 0,-4 0 0,2 6 0,-2-7 0,5 9 0,-5-2 0,4 5 0,2 6 0,0-4 0,0 5 0,0 1 0,0-2 0,0 6 0,0-6 0,0 2 0,0-2 0,0-4 0,0 2 0,2-5 0,4-5 0,-3-1 0,9 2 0,-6-2 0,5-4 0,-1-4 0,1 4 0,4-4 0,-3-2 0,3 0 0,2 2 0,1 2 0,-1 2 0,0 0 0,0-6 0,6 0 0,0 1 0,2-1 0,-2 0 0,4 0 0,7 0 0,0 1 0,1-1 0,1 0 0,4 0 0,-3-5 0,5-3 0,-2 1 0,0-1 0,8-5 0,-2 2 0,3 1 0,3-1 0,0 0 0,-1-6 0,3 0 0,3 0 0,-3 0 0,3 0 0,-3 0 0,-3 0 0,1 0 0,0 0 0,-3 0 0,-3 0 0,2-2 0,-8-4 0,8 4 0,-2-3 0,4 3 0,1 2 0,1-6 0,-1 0 0,7 1 0,-1 5 0,0 0 0,-5 0 0,0 0 0,-1 0 0,-1 0 0,-2 0 0,-2 0 0,2 0 0,3 0 0,7 0 0,1 0 0,4 0 0,-2 0 0,-4 0 0,-3 0 0,3 0 0,-5 0 0,-6 0 0,2 0 0,-8 0 0,8 0 0,-2 0 0,3 0 0,3 0 0,5 0 0,1 0 0,5 0 0,-6 0 0,8 0 0,-4 0 0,0 0 0,-3 0 0,-5 0 0,-1 0 0,5-6 0,1 0 0,-1 0 0,-5 6 0,-1 0 0,1 0 0,0 0 0,-1 0 0,-1 0 0,-4 0 0,-2 2 0,-4 2 0,4 4 0,0 1 0,4 1 0,-8 1 0,13-1 0,-1-4 0,9-5 0,-3 5 0,-1-2 0,-5 2 0,-3-4 0,-3 3 0,2-3 0,-8-2 0,0 0 0,-5 0 0,-1 0 0,1 0 0,1-2 0,4-3 0,-2 3 0,8-4 0,2-2 0,9 3 0,-3-7 0,3 6 0,-3 1 0,-3 5 0,1 0 0,0 0 0,-7 0 0,1 0 0,-7 0 0,1 0 0,2 2 0,-2 3 0,8-3 0,-2 4 0,3 2 0,5-3 0,1-1 0,3-2 0,5-2 0,-6 0 0,1 0 0,-7 0 0,1 0 0,-1 0 0,1 0 0,0 0 0,-1 0 0,1 0 0,0 0 0,-1 0 0,1 0 0,-1 0 0,-5 0 0,-2 0 0,0 0 0,0 0 0,-5 0 0,1 0 0,-4 0 0,-2 0 0,8 0 0,4 0 0,-2 0 0,2 0 0,2-6 0,9 1 0,-1-1 0,5 6 0,-2 0 0,-3 0 0,-8 0 0,-3 0 0,1 0 0,6 0 0,-6 0 0,-2 0 0,-2 0 0,6 0 0,3 0 0,11 0 0,-1 0 0,-2 0 0,-7 0 0,-1 0 0,3 0 0,3 0 0,-11 0 0,0 0 0,-6 2 0,0 4 0,-2-5 0,8 5 0,-5-4 0,4-2 0,1 0 0,6 2 0,0 2 0,-1 2 0,1-1 0,-1-5 0,-1 0 0,-4 0 0,4 0 0,-4 0 0,-2-5 0,2-1 0,-8-2 0,2 2 0,2 5 0,-2-5 0,0 2 0,-5 0 0,-1-2 0,1 3 0,-1 1 0,0 2 0,-7 0 0,-4 0 0,-4 0 0,-2 0 0,3 0 0,2 0 0,-2 0 0,3 0 0,-4 0 0,0-2 0,4-2 0,5-2 0,-1 1 0,2 5 0,-6 0 0,5 0 0,1-6 0,6 0 0,-1 0 0,0 6 0,1 0 0,-1 0 0,3-5 0,1-1 0,2 2 0,-2 2 0,-1 2 0,-3 0 0,-3 0 0,3 0 0,-9-6 0,9 1 0,-3-1 0,3 6 0,-3 0 0,3 0 0,-3 0 0,9 0 0,-2 2 0,2 4 0,4-5 0,8 5 0,0-4 0,-1-2 0,1 6 0,0 0 0,-1-1 0,1-5 0,-1 0 0,1 0 0,2 0 0,1 2 0,2 2 0,-1 2 0,3 0 0,-2-6 0,7 0 0,-7 0 0,6 0 0,-6 0 0,-1 5 0,-10 1 0,3 0 0,-3-6 0,2 2 0,0 1 0,-2 3 0,2-2 0,1-2 0,3-2 0,7 0 0,4 0 0,-3 0 0,-3 0 0,-3 0 0,-3 0 0,1 0 0,-1 0 0,1 0 0,0 0 0,-1-2 0,1-4 0,5 2 0,1-7 0,-1 5 0,-5-5 0,-1 5 0,1-5 0,-1-1 0,-1-5 0,-4 0 0,-6 0 0,2-3 0,-2-2 0,8 1 0,-2-8 0,4 6 0,1-6 0,-5 6 0,0-5 0,-2 1 0,2-2 0,-8 4 0,-7 1 0,0 5 0,-8-4 0,-2-2 0,-10 2 0,-3-2 0,-8 2 0,0 2 0,0-8 0,0 6 0,0-5 0,-2 5 0,-4-6 0,-5-1 0,-5-3 0,-1-1 0,0-1 0,-2 1 0,-4 0 0,2 5 0,-8 0 0,0 1 0,-5-7 0,0 3 0,-1 3 0,-7-1 0,-4 5 0,-4-2 0,-1-4 0,-8-1 0,-5-2 0,-8-1-280,-3 1 1,-13-1 279,2 1 0,-4 0 0,4-1 0,0 7 0,0-1 0,10 8 0,5-2 0,6 4-149,0 2 1,-10 0 148,-5-1 0,-4 3 0,-2 4 0,-6-5-313,0 5 1,-3-2 312,46 7 0,0 0 0,-44-9 0,38 9 0,1 0 0,3-1 0,0-1 0,-2 0 0,-1 1 0,4 0 0,1 0 0,-43-4 0,12 1-100,5-1 1,6 1 99,6 5 0,-6 3 0,0-4 0,6-2 0,-5 3 0,10-1 0,1 6 0,1-2 247,-1-4 0,7 4-247,-7-3 0,5-3 0,-11 2 0,-6 0 0,-5 6 0,1-5 0,10-1 0,9 0 71,9 6 1,6 0 0,-1 0 0,4 0-72,1 0 0,1 0 333,0 0 1,-8 0-334,-4 0 0,-6 0 0,-5 0 0,-5 0 0,-6 0 0,-3 0 58,-4 0 0,6 0 0,1 0 0,8 0-58,7 0 0,1 0 0,1 0 0,5 2 0,0 4 0,0-4 0,-6 4 0,-7-5 0,-4-1 0,4 0 0,1 0 0,5 0 0,1 0 0,-1 0 0,-5 0 0,-1 0 0,-4 0 0,-4-5 0,4-1 0,-6-2 0,-6 3 0,12 3 0,0-4 0,14 2 0,3-2 0,5 5 0,-4-5 0,-1 4 0,2 2 0,2 0 0,7 0 0,-5 0 0,0 0 0,-8 0 0,2 0 0,2 0 0,-2 0 0,2 0 0,-2 0 0,-1 0 0,7 0 0,3 0 0,7 0 0,-3 0 0,4 0 0,3 0 0,-3 0 0,6 0 0,-6 0 0,1 0 0,-7 0 0,-1 0 0,-4 0 0,2 0 0,-10 0 0,-4 0 0,-3 0 0,-3 0 0,7 0 0,-7 0 0,1 0 0,1 0 0,11 0 0,-3 0 0,8 0 0,-6 0 0,6 0 0,-6-2 0,4-2 0,-2-2 0,-4 3 0,4 1 0,-2 2 0,2-6 0,-2 0 0,4 1 0,8 5 0,-7 0 0,1 0 0,-7-6 0,1 0 0,-4 0 0,-2 6 0,6 0 0,1 0 0,-1 0 0,2 0 0,-4 0 0,8 0 0,0 0 0,5 0 0,1 0 0,-1 0 0,7-2 0,-1-3 0,6 3 0,-6-4 0,6 4 0,-3 2 0,-1 0 0,0 0 0,-2 0 0,-5 0 0,0 0 0,-1 0 0,3 0 0,3 0 0,-4-2 0,5-4 0,-5 5 0,-1-5 0,1 4 0,3 0 0,1-2 0,-2-2 0,1-5 0,1 5 0,-3-1 0,3 1 0,-4-2 0,-1-3 0,0-3 0,-1 9 0,-5-3 0,0 4 0,2-2 0,1 3 0,-3 1 0,0 2 0,0-6 0,5 0 0,7 1 0,-1 5 0,2 0 0,-1 0 0,1-6 0,4 0 0,2 0 0,-6 6 0,0-2 0,1-3 0,-1 3 0,-2-4 0,-3 4 0,3 2 0,-5-6 0,-7 1 0,5-1 0,-4 6 0,4 0 0,1-2 0,1-2 0,-1-1 0,1-1 0,0 6 0,5 0 0,0 0 0,6 0 0,-5 0 0,6 0 0,0 0 0,2 0 0,3 0 0,-2 0 0,-2 0 0,-2 0 0,2 0 0,-4 6 0,2-1 0,0 3 0,6-2 0,0-4 0,0 3 0,0-3 0,-1-2 0,3 2 0,4 4 0,-5-4 0,5 3 0,-5-3 0,-1-2 0,0 0 0,0 0 0,0 0 0,-2 0 0,-4 0 0,-2 2 0,-4 4 0,-2-4 0,8 4 0,-5-4 0,3-2 0,0 0 0,0 0 0,2 1 0,6 5 0,0-4 0,0 4 0,-1-4 0,1-2 0,0 0 0,0 0 0,0 5 0,-1 1 0,1-2 0,0-2 0,0-2 0,0 2 0,-1 4 0,7-4 0,-1 3 0,1-3 0,-8-2 0,-2 2 0,-2 4 0,-2-4 0,2 3 0,-4 3 0,-7-2 0,-1 1 0,1-1 0,5-2 0,1 7 0,1-7 0,-2 2 0,4-2 0,1 2 0,10-5 0,-3 5 0,4-4 0,-5-2 0,7 0 0,-1 0 0,3 2 0,-3 4 0,-3-4 0,4 3 0,-5-3 0,-1-2 0,0 0 0,0 0 0,5 0 0,1 0 0,-1 0 0,-5 0 0,6 0 0,-1 0 0,6 0 0,-5 0 0,7 2 0,-2 4 0,2-4 0,-1 4 0,1 5 0,-8 6 0,1 8 0,-6 2 0,0-2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20.5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12958 10574 8912,'-29'-19'0,"3"-2"0,1-2 0,4 2 0,2 2 0,1 3 0,1 3 0,0 2 0,-6 7 0,0-2 0,-2 4 0,4 4 0,-4 6 0,-1 9 0,-3 15 0,-5 14 0,1 8 0,4 9 0,-3 9-72,3 20 0,13-38 1,0 3-1,-2 5 1,1 2-1,1 3 1,0 1 71,1 3 0,1 2 0,1 3 0,3 1-312,3 2 1,3 2 0,-1 0 0,2-2 311,1-6 0,4-2 0,4-8 0,3-4 0,14 27 0,4-21 0,7-13 0,-9-22 0,10-7 0,-5-12 0,5-11 0,7-1 0,4-5 0,-10-13 0,-2-14 0,-1-5 0,-1-10 0,3 4 0</inkml:trace>
  <inkml:trace contextRef="#ctx0" brushRef="#br0" timeOffset="1">13578 11021 8912,'9'-17'0,"-3"-1"0,-6 1 0,-6 2 0,-5 3 0,-6 5 0,-6 7 0,-2 2 0,-4 3 0,4-3 0,8 6 0</inkml:trace>
  <inkml:trace contextRef="#ctx0" brushRef="#br0" timeOffset="2">13337 11107 8912,'-17'51'0,"-1"1"0,7 0 0,1-1 0,3 1 0,1-3 0,6-3 0,0-4 0,0-7 0,2-1 0,4 0 0,3-7 0,8-6 0,1-7 0,-1-9 0,2-3 0,4-2 0,-2-2 0,8-3 0,-3-5 0,3-7 0,3-6 0,-3 0 0,2-6 0,-3 4 0,-7 1 0,-7-1 0,-1 0 0,-7 2 0,0 10 0,-6-5 0,0 5 0,0-4 0,-8 7 0,-3 5 0,-3 10 0,3 7 0,3 3 0,8 2 0,0 2 0,0 4 0,0-4 0,0 4 0,2-4 0,4-1 0,3-1 0,10-2 0,4-3 0,6-7 0,2-3 0,-3-2 0,5-9 0,-5-9 0,3-1 0,-2-9 0,-6 1 0,-12-2 0,3-1 0,-9 7 0,1-6 0,-8 6 0,-4 2 0,-5 2 0,-10 2 0,-2 0 0,-8 7 0,3 4 0,1-1 0,-2 1 0,8 0 0,-2 8 0,12 4 0,5 5 0,6 5 0,6 1 0,3-6 0,9 1 0,4-6 0,1 5 0,8-7 0,-4 11 0,7-5 0</inkml:trace>
  <inkml:trace contextRef="#ctx0" brushRef="#br0" timeOffset="3">14008 11330 8912,'17'-2'0,"0"-3"0,-7 3 0,5-14 0,-13 15 0,6-15 0,-8 14 0,0 2 0,0 4 0,-2 8 0,-4 1 0,2 2 0,-7 2 0,7 6 0,-2 0 0,2-2 0,-1-2 0,3-1 0,-4-1 0,4 0 0,2 0 0,0-5 0,0-1 0,0-7 0,2 4 0,4-8 0,3-10 0,8-7 0,1-8 0,-1-9 0,6-1 0,0 1 0,5-1 0,-5 1 0,6 5 0,-6 1 0,6 7 0,-4 0 0,-1 7 0,1 9 0,-2 3 0,-6 2 0,1 7 0,-1 5 0,-6 11 0,1 5 0,-8 3 0,1-2 0,-3 3 0,-2-3 0,0-2 0,0 1 0,0-13 0,0 3 0,0-13 0,0 3 0</inkml:trace>
  <inkml:trace contextRef="#ctx0" brushRef="#br0" timeOffset="4">13973 10058 8912,'-9'-25'0,"-5"6"0,9-4 0,-1 6 0,-2 5 0,6 5 0,2 26 0,12 8 0,3 7 0,2-1 0,1 9 0,-1-2 0,0 0 0,0 8 0,0-3 0,1-4 0,-1-5 0,0-8 0,0-3 0,1 2 0,-1-10 0,-6-3 0,1-14 0,-1-4 0,6-8 0,-1-12 0,-5-13 0,4-9 0,-3-11 0,-3 4 0,3-5 0,-8-1 0,1 2 0,-3 5 0,-2 8 0,0 2 0,0 4 0,0 2 0,0 9 0,8 10 0,4 11 0,5 12 0,6 5 0,-2 4 0,7 3 0,9-1 0,7 0 0,7 0 0</inkml:trace>
  <inkml:trace contextRef="#ctx0" brushRef="#br0" timeOffset="5">14920 9972 8912,'0'-17'0,"0"0"0,0-1 0,0 1 0,0 0 0,0 0 0,-2 5 0,-4 1 0,-3 7 0,-10-2 0,-2 4 0,-2 2 0,-2 8 0,2 4 0,-2 5 0,-4 6 0,4 2 0,8 5 0,2-3 0,3-2 0,5 3 0,7-5 0,0 6 0,0-6 0,7 0 0,5-6 0,5 6 0,4 0 0,4-2 0,2-2 0,-4-2 0,5 0 0,-1 6 0,2 0 0,-4 2 0,-8-2 0,-2-4 0,-3 4 0,-5 2 0,-7-2 0,-2 5 0,-3-5 0,-11 6 0,-8-4 0,-1 0 0,0-1 0,-4-1 0,6-5 0,-7-1 0,3 0 0</inkml:trace>
  <inkml:trace contextRef="#ctx0" brushRef="#br0" timeOffset="6">14851 11055 8912,'17'-17'0,"-1"0"0,-3-2 0,-2-4 0,-7 4 0,2-4 0,-4 4 0,-2 1 0,-2-4 0,-2-1 0,-3 4 0,-3 5 0,-1 1 0,-7 5 0,1 0 0,0 1 0,5 1 0,1 6 0,-1 2 0,-3 4 0,2 7 0,1 8 0,3 6 0,-3 7 0,5 8 0,7 4 0,0 10 0,0 1 0,0 0 0,0 2 0,0-7 0,0 0 0,0-1 0,0-5 0,7-4 0,5-2 0,-3-4 0,3-3 0,-1-3 0,-1-1 0,-3-8 0,-7 2 0,0-4 0,0-2 0,0 1 0,-7-9 0,-3-1 0,-7-8 0,0-6 0,0 0 0,-1-7 0,1 1 0,0-3 0,0-2 0,0 5 0,-1 1 0,1-6 0,0-6 0,7-2 0,5 2 0,3 4 0,2-4 0,7-2 0,5 2 0,3 0 0,2 6 0,8 0 0,4 0 0,3 0 0,3-1 0,-1 1 0,1 0 0,-1 2 0,1 3 0,-1-3 0,0 4 0,-1 1 0,-4-1 0,3 7 0,-13-10 0,4 9 0,-11-1 0,-5 6 0,-5 2 0,4 4 0,-4 3 0,4 8 0,-5 2 0,-1 4 0,0-2 0,0 8 0,0-6 0,0 6 0,0-8 0,0 3 0,2-1 0,4 0 0,-4 0 0,4-6 0,-4-5 0,-2-1 0,0-7 0,0 4 0,0-8 0</inkml:trace>
  <inkml:trace contextRef="#ctx0" brushRef="#br0" timeOffset="7">15126 11090 8912,'-24'0'0,"3"-6"0,-8 0 0,8 0 0,-2 4 0,11-3 0,5 3 0,7-6 0,2 8 0,3 0 0,5-7 0,7 3 0,0-8 0,-5 8 0,-1-1 0,-5 3 0,6 2 0,-9 7 0,3 5 0,4 3 0,-1 2 0</inkml:trace>
  <inkml:trace contextRef="#ctx0" brushRef="#br0" timeOffset="8">15367 11313 8912,'-9'-8'0,"3"-3"0,4 1 0,2-1 0,2 5 0,4-5 0,3 7 0,10-2 0,2 4 0,2 2 0,6 2 0,-6 4 0,2 5 0,-4 12 0,0 4 0,-6 0 0,1 5 0,-11-3 0,1 3 0,-6 3 0,0-1 0,0 1 0,-2-7 0,-4 1 0,3-8 0,-9 2 0,6-10 0,-5-1 0,7-8 0,-4-4 0,8-12 0,0-11 0,2-6 0,2-3 0,2-2 0,13-7 0,-2 1 0,6-5 0,0 4 0,-2 1 0,8 6 0,-6 0 0,5-1 0,-7 8 0,2 4 0,4-3 0,0-1 0</inkml:trace>
  <inkml:trace contextRef="#ctx0" brushRef="#br0" timeOffset="9">16021 11244 8912,'0'12'0,"0"-1"0,0-5 0,0 5 0,-5-5 0,-1 6 0,0-9 0,6 7 0,0-4 0,0 3 0,0 8 0,0 1 0,6-1 0,0 0 0,1 0 0,-1 0 0,-4 1 0,4-1 0,-3 0 0,3 0 0,-4-5 0,4-1 0,-4-5 0,-2 5 0,0-5 0,0 6 0,0-11 0,0-1 0,0-7 0,0-10 0,0-8 0,0-4 0,5-3 0,1-3 0,8-5 0,-3 0 0,4 0 0,3 6 0,-3-1 0,-4 1 0,5 1 0,-5 5 0,2 9 0,1 9 0,-3 2 0,-1 10 0,1 14 0,-5 8 0,-4 11 0,-2 5 0,0 0 0,0-4 0,0 4 0,0-3 0,0-3 0,0-7 0,0-4 0,0 3 0,0-6 0,2-3 0,4-12 0,-4-3 0,11-9 0,-7-5 0,7-3 0,-1-2 0,-3 0 0,3-1 0,1 1 0,2 0 0,-3 2 0,-1 3 0,1-1 0,5 7 0,0 2 0,0 2 0,6 2 0,0 0 0,2 0 0,-2 0 0,2 2 0,4 4 0,3-4 0,-3 4 0,9 1 0,2-1 0,0 0 0,-5-6 0,-3-2 0,-1-4 0,-3-5 0,3-5 0,-6-1 0,-2 0 0,-10-2 0,-1-4 0,-8 4 0,1-4 0,-3 4 0,-2 2 0,-7 0 0,-3 1 0,-7 5 0,-6 3 0,0 10 0,2 4 0,2 5 0,2 5 0,-1 1 0,1 6 0,0 0 0,5 1 0,1-1 0,7-4 0,-2 4 0,-1-4 0,1-1 0,0-7 0,6 1 0,0-1 0,2-1 0,4-5 0,5-3 0,5-9 0,1-5 0,0-3 0,0-2 0,1-1 0,-1 1 0,-6 0 0,1 2 0,1 1 0,2 3 0,-3 7 0,-1-2 0,1 5 0,5 1 0,0 0 0,0 0 0,-5 5 0,-1 3 0,3 1 0,1 1 0,2 1 0,0-3 0,1-8 0,-7 0 0,1 0 0,-1 0 0,6 0 0,0-8 0,1-3 0,5-6 0,0-6 0,0-4 0,-6-9 0,0-4 0,0-6 0,0-6 0,1-5 0,-7-4 0,0-8 0,-5 8 0,6 4 0,-7 5 0,7 6 0,-8 12 0,1 11 0,-3 11 0,-2 9 0,0 12 0,0 8 0,0 18 0,0-1 0,0 12 0,0 0 0,0 9 0,0 3 0,2 5 0,4-6 0,2-2 0,3-9 0,4 4 0,-3-4 0,3-4 0,1-2 0,-3-4 0,-2-2 0,-5-7 0,6-4 0,-9-4 0,5-9 0,-16-3 0,-3-7 0,-4 0 0,-8-1 0,0-5 0,-6-4 0,6-7 0,-7 6 0,1-1 0,2-1 0,0-8 0,2-4 0,4-2 0,2 4 0,2-5 0,8 1 0,3-4 0,6 5 0,6 1 0,5-4 0,12 6 0,11-6 0,12 7 0,6-7 0,5 6 0,-3-6 0,3 6 0,-5 2 0,-6 2 0,0 8 0,-12-1 0,2 9 0,-13-3 0,-7 4 0,-16 4 0,-12 4 0,-5 3 0,-6 8 0,4 8 0,-4 4 0,0 3 0,6 3 0,-4-7 0,9 1 0,5 0 0,1 5 0,4-7 0,2-4 0,2 0 0,4-4 0,5-6 0,4-3 0,4 1 0,4-5 0,-2-2 0,8-10 0,-8-4 0,2-7 0,-4-6 0,-2 0 0,-5-2 0,-1 3 0,-7 2 0,2-3 0,-6 4 0,-6 2 0,2 0 0,-7 0 0,-3 0 0,1-1 0,2 1 0,-3 6 0,9-1 0,1-1 0,2-2 0,2-3 0</inkml:trace>
  <inkml:trace contextRef="#ctx0" brushRef="#br0" timeOffset="10">17983 10900 8912,'17'0'0,"2"0"0,4 0 0,-4 8 0,6 4 0,-2 3 0,0 2 0,0 0 0,-6 0 0,-1 1 0,-3 1 0,-3 2 0,-3 2 0,-1 0 0,-6-6 0,0-6 0,0 1 0,0-1 0,0-1 0,0-5 0,0-10 0,0-7 0,0-11 0,8-3 0,3-9 0,6-5 0,4 0 0,4 0 0,2-2 0,-4 6 0,6-5 0,-1 7 0,5 3 0,-3 5 0,-1 1 0,-6 4 0,6 9 0,-6 5 0,5 7 0,-7 0 0,2 0 0,-9 7 0,-3 5 0,-7 3 0,2 2 0,-4 1 0,-2-1 0,-8 0 0,-4 0 0,-1-5 0,2-1 0,-5 0 0,5 5 0,-3-3 0,3-1 0,1-3 0,5 3 0,3 3 0,-4-4 0,6-1 0,6 1 0,0-7 0,11 2 0,-2-4 0,14-2 0,-1 0 0,7 0 0,-1-2 0,1-4 0,-1-5 0,0-12 0,-1 4 0,-4-4 0,-6 4 0,-4 1 0,-4-4 0,-3-1 0,1 0 0,-7 6 0,-1 7 0,-5-5 0,0 13 0,0 2 0,0 13 0,0 8 0,0 8 0,0 11 0,0 4 0,-2 7 0,-1 3 0,-3 3 0,-2 4 0,3 8 0,-3-2 0,-6-2 0,3-4 0,-2-2 0,-5-7 0,-5-6 0,4-8 0,-4 2 0,4-6 0,2-5 0,2-4 0,3-8 0,5-7 0,7-3 0,0-22 0,0-4 0</inkml:trace>
  <inkml:trace contextRef="#ctx0" brushRef="#br0" timeOffset="11">20444 10471 8912,'-17'-35'0,"-1"7"0,-1 3 0,-2 6 0,-2 9 0,-9 6 0,-4 4 0,-10 4 0,-4 8 0,-5 7 0,9 15 0,4 0 0,3 3 0,11 1 0,10 2 0,9-2 0,9-9 0,2 3 0,4-3 0,3 4 0,8 1 0,8-7 0,4-4 0,-2 1 0,1-1 0,1 6 0,5-6 0,-1-2 0,-4-2 0,1 0 0,-7 4 0,0-4 0,-8 6 0,-3-2 0,-6 0 0,-5 0 0,-1-6 0,-7 6 0,-5 0 0,-11 0 0,-5-6 0,-7 0 0,-5 0 0,6-1 0,-1-5 0,9-1 0,8-5 0,1-3 0,8-2 0,9-17 0,9-10 0</inkml:trace>
  <inkml:trace contextRef="#ctx0" brushRef="#br0" timeOffset="12">20771 10196 8912,'9'-8'0,"-3"8"0,-2 19 0,2 21 0,-4 8 0,5 19 0,-1 5 0,0 5 0,7 1 0,-1 2 0,3-5 0,2-5 0,0-1 0,1 0 0,-7-14 0,0-3 0,-7-12 0,2 0 0,-6-3 0,-6-3 0,-5-7 0,-12-4 0,2-12 0,-8-5 0,8-4 0,-11-2 0,5 0 0</inkml:trace>
  <inkml:trace contextRef="#ctx0" brushRef="#br0" timeOffset="13">20702 10952 8912,'12'-17'0,"-1"0"0,0-2 0,7-2 0,-1-2 0,0 2 0,6 1 0,0 3 0,9 0 0,3 0 0,1 0 0,10 0 0,0-1 0,6 1 0,-6 0 0,-4 2 0,-6 1 0,-9 3 0,-6 7 0,-4-2 0,-8 2 0,-3-1 0,-4 3 0,-4-6 0,-4 10 0,-5 4 0,-4 1 0,-2 5 0,-1 3 0,1-3 0,0 3 0,2 2 0,1 2 0,3 4 0,1-9 0,-1 3 0,3-4 0,8 4 0,0 0 0,0 1 0,0-1 0,0 0 0,2-5 0,4-1 0,-1-1 0,13 1 0,-5 2 0,10-7 0,2 0 0,0-6 0,1 0 0,5 0 0,-6 0 0,-2 0 0,-2 0 0,2 0 0,-4-6 0,4-2 0,-2-1 0,2-4 0,-4-3 0,6-9 0,-8-1 0</inkml:trace>
  <inkml:trace contextRef="#ctx0" brushRef="#br0" timeOffset="14">21614 10127 8912,'-17'-8'0,"0"-3"0,7 3 0,-3 16 0,7 16 0,2 13 0,2 9 0,-3 11 0,-1 6 0,0 4 0,6 2 0,8-6 0,3 0 0,6-4 0,4-2 0,4-11 0,2-8 0,-4-11 0,6-4 0,-3-6 0,3-5 0,-2-5 0,-4-7 0,-4-7 0,4-5 0,-4-3 0,-2-2 0,0-2 0,1-4 0,-1-4 0,-2-7 0,-1 1 0,-3 4 0,-5-1 0,5 7 0,-7-6 0,2 6 0,-4 0 0,-2 14 0,0 1 0,0 10 0,0 6 0,0 9 0,0 2 0,0 10 0,0-1 0,0 5 0,0-3 0,0-1 0,2-8 0,3 2 0,3-4 0,3-2 0,5-1 0,-5-5 0,5-3 0,1-8 0,0 0 0,0-2 0,0-4 0,1-4 0,-1-7 0,2-2 0,4-4 0,-4 2 0,4-7 0,-4 5 0,-2-4 0,2 2 0,4 4 0,-4 4 0,4 5 0,-4-1 0,-1 7 0,-1 1 0,0 5 0,0 7 0,1 5 0,-1 3 0,0 2 0,0 8 0,0 4 0,-1-3 0,-3 1 0,-3-2 0,-3-4 0,-1 4 0,-6-2 0,0 0 0,0-6 0,-8 0 0,-1-7 0,-3-12 0,1-15 0,7-1 0,-4-22 0,8 4 0</inkml:trace>
  <inkml:trace contextRef="#ctx0" brushRef="#br0" timeOffset="15">22561 9920 8912,'-10'-24'0,"-5"5"0,13-6 0,-6 13 0,8 1 0,2 7 0,4-2 0,11 12 0,10 3 0</inkml:trace>
  <inkml:trace contextRef="#ctx0" brushRef="#br0" timeOffset="16">21528 10677 8912,'-19'0'0,"0"-2"0,2-4 0,3-3 0,14-8 0,10 5 0,9 1 0,15-5 0,16-5 0,11 0 0,14-7 0,1 5-265,5-6 0,-5 0 265,-7-5 0,-2-2 0,-4-4 0,-4-4 0,0-16 0,3-1 0</inkml:trace>
  <inkml:trace contextRef="#ctx0" brushRef="#br0" timeOffset="17">22836 9920 8912,'9'18'0,"-1"6"0,-8 5 0,2 6 0,2 7 0,2 9 0,-3 10 0,1 0 0,2 2 0,-4-7 0,4 1 0,1-5 0,-1-6 0,2-6 0,-3-12 0,-1-9 0,8-7 0,-1-10 0,8-2 0,4-10 0,-2-7 0,8-6 0,0-2 0,5-3 0,0-3 0,1 8 0,-6 0 0,-3 6 0,-1 2 0,-4 3 0,-7 5 0,-3 7 0,-7 2 0,2 3 0,-4 5 0,-2 9 0,-2 2 0,-4 2 0,2 6 0,-7-7 0,7 7 0,-2-6 0,-2 0 0,3-6 0,-1 0 0,6 1 0,2-3 0,4-4 0,-3-3 0,9-8 0,1-2 0,3-4 0,1-3 0,8-16 0,1-2 0</inkml:trace>
  <inkml:trace contextRef="#ctx0" brushRef="#br0" timeOffset="18">23369 9955 8912,'-17'-44'0,"6"4"0,-1 11 0,8 4 0,-3 16 0,7 1 0,0 16 0,0 3 0,0 10 0,0 2 0,-6 10 0,0 1 0,1-2 0,3 5 0,-4-7 0,-6 1 0,3-4 0,-3 1 0,-1-1 0,-10 2 0,-4 3 0,-7-5 0</inkml:trace>
  <inkml:trace contextRef="#ctx0" brushRef="#br0" timeOffset="19">22784 10488 8912,'-17'0'0,"6"-2"0,-1-4 0,8 2 0,-1-7 0,6 5 0,11-5 0,3-1 0,20-5 0,3 0 0,14 0 0,9-6 0,9-2 0,15-2 0,-38 12 0,1 0 0,2-2 0,0-1 0,-1-2 0,-1 0 0,38-16-194,-11-4 0,-12 3 1,-4 3-1</inkml:trace>
  <inkml:trace contextRef="#ctx0" brushRef="#br0" timeOffset="20">23851 10006 8912,'-17'0'0,"0"0"0,0 0 0,-1 2 0,1 4 0,2 11 0,3 12 0,-3 11 0,4 6 0,-3 11 0,3 6 0,-3 4 0,9 2 0,-1-2 0,6-6 0,0-10 0,0-9 0,8-7 0,3-7 0,4-5 0,3-11 0,4-4 0,1-8 0,8-8 0,-2-4 0,5-9 0,4-3 0,4-3 0,2-4 0,0-1 0,2-3 0,-4-5 0,-7 0 0,-1-6 0,1 6 0,-3-8 0,-3 4 0,-6 1 0,-4 2 0,-10 13 0,-3 5 0,-4 4 0,-2 9 0,0 6 0,0 16 0,0 3 0,0 18 0,0 5 0,0 4 0,6 4 0,0 5 0,7 7 0,-2-1 0,5 0 0,1-5 0,-2-6 0,-3-1 0,1-1 0,-7 2 0,-2-11 0,-12-12 0,-7-4 0,-6-2 0,-16-2 0,3-3 0,-4-5 0,3-7 0,-5 0 0,0 0 0,0-9 0,5-8 0,9-8 0,1-10 0</inkml:trace>
  <inkml:trace contextRef="#ctx0" brushRef="#br0" timeOffset="21">24367 8786 8912,'14'26'0,"1"11"0,6 18 0,4 23 0,-14-27 0,-1 4 0,2 13 0,-1 5 0,-1 4 0,-1 3 0,0 4 0,-1 2 0,-2 1 0,0-1-630,0-2 1,-1-1 0,-3-5-1,-2-2 630,1-4 0,-2 0 0,-4 0 0,-5-1 0,-4-2 0,-3-1 0,-1-3 0,-2-2 0,-2-3 0,-2-1 0,-4 2 0,-1 0 0,-2 2 0,-1 0 0,-6 6 0,-3 0 0,-4 2 0,-1 1 0,-1 3 0,-2-3 0,-5-8 0,-1-2 0,2 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20.5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792 9628 8912,'0'-17'0,"0"-2"0,0-2 0,0-2 0,0 2 0,-2 0 0,-4-2 0,2 4 0,-7-4 0,-3 4 0,-1 4 0,-2 3 0,3 4 0,-1 10 0,-6 4 0,-4 6 0,2 10 0,-5 7 0,5 11 0,-4 6 0,2 6 0,4 5 0,2-2 0,4 7 0,3-1 0,6 0 0,4 2 0,2 6 0,2-6 0,4 0 0,-2-8 0,7 2 0,5-5 0,5-6 0,-2-12 0,4-11 0,2-6 0,-2-5 0,-2-6 0,5-20 0,1-5 0</inkml:trace>
  <inkml:trace contextRef="#ctx0" brushRef="#br0" timeOffset="1">964 9834 8912,'-18'-17'0,"1"6"0,0-1 0,-6 9 0,0-3 0,2 6 0,2 6 0,2 5 0,0 12 0,-1 4 0,1 7 0,8-1 0,3-5 0,4 5 0,2-3 0,0 5 0,0-1 0,8 4 0,3-9 0,4-4 0,3-2 0,-1-4 0,0-2 0,0-8 0,0-3 0,1-4 0,-1-2 0,0-2 0,0-4 0,-1-5 0,-5-4 0,4-4 0,-3-4 0,1 4 0,-1-4 0,-3-2 0,-3 2 0,-2 0 0,7 6 0,-7 0 0,2-1 0,-4 7 0,-2-1 0,2 9 0,3-3 0,5 4 0,1 8 0,1-1 0,-1 9 0,7-5 0,-1 7 0,0-5 0,0-5 0,0-4 0,-5-2 0,-1 0 0,-1-2 0,1-4 0,3 2 0,-9-7 0,1-1 0,-6-5 0,0 6 0,-2 1 0,-3 1 0,-7-1 0,-3 6 0,-2-9 0,-1 7 0,1 0 0,0 6 0,0 0 0,7 8 0,3-6 0,7 6 0,0-8 0,7 0 0,5 0 0,3 0 0,8-6 0,2-2 0,0 1 0,-1-1 0,5 0 0,-6 3 0,-6 1 0,-5-8 0,-3 7 0,3-7 0,-3 8 0,-5-3 0,2-1 0,0 6 0,-6-6 0,0 16 0,0 2 0,0 7 0,0 0 0,0 0 0,0 0 0,0 1 0,0-1 0,2 0 0,3 0 0,-3 8 0,6-6 0,-8 4 0,0-4 0,0-2 0,0-5 0,0-1 0,0-9 0,0-2 0,0-4 0,0-13 0,0 2 0,0-14 0,0 1 0,2-7 0,2 1 0,1-1 0,7 7 0,-6-1 0,7 6 0,-2-5 0,5 7 0,1 3 0,0 13 0,0 3 0,1 6 0,-3 5 0,-4 8 0,3 12 0,-9 0 0,9-3 0,-3 3 0,-1-6 0,1 6 0,1-10 0,3 0 0,-1-8 0,-3-3 0,0-4 0,7-10 0,7-4 0,1-7 0</inkml:trace>
  <inkml:trace contextRef="#ctx0" brushRef="#br0" timeOffset="2">1824 9370 8912,'-32'0'0,"-1"0"0,3 0 0,-1 0 0,-3 2 0,11 4 0,-6 0 0,6 11 0,0-4 0,8 12 0,3 0 0,6 4 0,5 3 0,1 2 0,1 1 0,5-1 0,4 1 0,7-1 0,0-2 0,0-3 0,6 4 0,0-5 0,0 3 0,-6-3 0,-5-1 0,-1-4 0,-7 2 0,2 4 0,-4-5 0,-4-8 0,-4-5 0,-3-3 0,-9-1 0,1 3 0</inkml:trace>
  <inkml:trace contextRef="#ctx0" brushRef="#br0" timeOffset="3">1704 9886 8912,'9'-25'0,"7"4"0,-5-7 0,4 7 0,2-2 0,6 4 0,2-1 0,2-1 0,4-2 0,-5 6 0,3 6 0,-6 7 0,6-2 0,-8 4 0,2 2 0,-4 0 0,-2 0 0,-5 8 0,-1 3 0,0 7 0,-1 5 0,-2-2 0,-8 7 0,0-5 0,0 6 0,0-6 0,0 5 0,0-7 0,0 2 0,0-4 0,0-1 0,0-1 0</inkml:trace>
  <inkml:trace contextRef="#ctx0" brushRef="#br0" timeOffset="4">2151 9680 8912,'0'-27'0,"6"-4"0,0 9 0,-1-1 0,-5 5 0,0 1 0,0 0 0,8 0 0,-6 7 0,13 3 0,-11 14 0,7 5 0,-5-3 0,6 3 0,-1-1 0,6 6 0,-5 1 0,-1 1 0,1 2 0,-3 2 0,7 0 0,-14-6 0,3 0 0,3 0 0,-2 0 0,-1-7 0,-5 5 0,0-15 0,0 0 0,0-7 0,0-11 0</inkml:trace>
  <inkml:trace contextRef="#ctx0" brushRef="#br0" timeOffset="5">2375 9611 8912,'7'-17'0,"5"0"0,-4 7 0,7-5 0,-4 3 0,5 3 0,1-1 0,0 3 0,-7 1 0,3 8 0,-7 3 0,-1-1 0,-3 6 0,4-3 0,-4 7 0,6-12 0,-6 5 0,3-7 0,-1 0 0,8 0 0,-1 0 0,6-7 0,1 5 0,-3-6 0,-2 2 0,-1 1 0,-7-1 0,7 6 0,-1 0 0,7 0 0,-1 0 0,0 0 0,0 0 0,0 0 0,1 0 0,-1 0 0,6-6 0,0 1 0,0-3 0,-6 2 0,0-3 0,0-1 0,0-5 0,1 3 0,-7 3 0,1-3 0,-9 7 0,3-7 0,-4 1 0,-2-1 0,0 1 0,0 7 0,-2-4 0,-4 8 0,5 0 0,-9 0 0,6 2 0,-2 4 0,1-2 0,5 7 0,0-5 0,0 5 0,0-7 0,5 6 0,1-5 0,2-3 0,-4 6 0,3-2 0,3-1 0,-4 3 0,5-2 0,-5-4 0,5 4 0,-5 1 0,5-1 0,-5 2 0,6-3 0,1 7 0,-5-5 0,1 7 0,-3-9 0,-4 1 0,7-6 0,-3 0 0,-4-7 0,4-5 0,-4-3 0,5-18 0,3-3 0</inkml:trace>
  <inkml:trace contextRef="#ctx0" brushRef="#br0" timeOffset="6">3166 9130 8912,'0'-18'0,"0"1"0,-5 6 0,-1-1 0,2-1 0,2 5 0,2 8 0,0 10 0,0 9 0,0 4 0,6 2 0,0 3 0,1 5 0,-3-5 0,2 5 0,-2 1 0,3-1 0,-1-5 0,0 5 0,-6-4 0,0-3 0,0 3 0,0-8 0,0 2 0,0-4 0,0-2 0,0 0 0,0-7 0,-2-4 0,-4-12 0,4-4 0,-3-7 0,3-2 0,4-2 0,1-2 0,3 2 0,7-4 0,-1 2 0,9 0 0,2 6 0,2 0 0,-2 0 0,-4 5 0,4 1 0,-4 5 0,-2-3 0,0 1 0,1 2 0,-7 6 0,0 0 0,-7 0 0,10 2 0,-9 4 0,3-4 0,-2 4 0,-4 3 0,13-5 0,-4 7 0,3-5 0,-3 6 0,-1-9 0,-4 3 0,-3-4 0,9-2 0,-8 2 0,1 4 0,5-4 0,0 5 0,7-7 0,0 0 0,0 0 0,0 0 0,-5-5 0,-1-1 0,1-8 0,5 5 0,0-3 0,0 1 0,-5-1 0,-1-5 0,-1 6 0,1-1 0,5 3 0,-5-3 0,-3 3 0,-2 3 0,-4 4 0,-2 2 0,0 12 0,0-3 0,0 3 0,1 3 0,5 6 0,-4-6 0,4 8 0,-4-8 0,-2 8 0,2-9 0,3-3 0,-3 1 0,-2-3 0,-9-1 0</inkml:trace>
  <inkml:trace contextRef="#ctx0" brushRef="#br0" timeOffset="7">3803 8648 8912,'12'-6'0,"-1"1"0,2 1 0,3 2 0,3 6 0,4 7 0,4 16 0,7 23 0,-1 13 0,-5 17 0,5 12 0,-18-41 0,-2 1 0,0 2 0,-1 1-41,0-1 1,-1 1 0,-1-1 0,-1 0 0,0-1 0,-1 0 0,1 0 0,-2 1 40,-1 0 0,-1 0 0,-1 6 0,-2-1-111,-3-4 0,-4-1 0,-5-1 0,-5-1 0,-21 34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20.5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7314 3645 8912,'-8'-25'0,"6"6"0,-6-4 0,3 4 0,-3 2 0,0 0 0,1-1 0,-1 9 0,2 3 0,-5 4 0,-4 2 0,-3 0 0,-1 2 0,-4 6 0,-5 9 0,-11 15 0,-3 16 0,0 9 0,0 12 0,0 10 0,22-34 0,0 1 0,2 2 0,0 2 0,-2 4 0,1 1 0,3 1 0,2 2-252,2 1 1,1 1-1,-1 3 1,1 2 251,2 1 0,1-1 0,0 0 0,2-2 0,5 2 0,2-3 0,1 35 0,4-21 0,6-24 0,3-21 0,10-10 0,3-4 0,5-8 0,1-3 0,8-4 0,4-2 0,8-15 0,9-8 0,-8-8 0,20-3 0,-12-1 0,4 1 0</inkml:trace>
  <inkml:trace contextRef="#ctx0" brushRef="#br0" timeOffset="1">7933 4109 8912,'-19'-19'0,"-4"0"0,-4 0 0,1 4 0,-7 9 0,4 0 0,-3 12 0,-3 5 0,1 12 0,0 8 0,1 5 0,4 4 0,7 8 0,10-2 0,4 3 0,8 3 0,2-6 0,4 0 0,6-8 0,10 2 0,5-6 0,8-5 0,1-6 0,2-10 0,4-3 0,2-2 0,-4-12 0,6-13 0,-7-4 0,1-14 0,-4 5 0,-2-10 0,-9-4 0,-7-2 0,-3 2 0,-9-2 0,-3 2 0,-8-2 0,-7 4 0,-13 8 0,-9-1 0,-10 1 0,-6 7 0,-1 4 0,-7 12 0,1 5 0,7 4 0,10 4 0,6 4 0,5 5 0,6 5 0,11 1 0,12-8 0,10-1 0</inkml:trace>
  <inkml:trace contextRef="#ctx0" brushRef="#br0" timeOffset="2">8381 4092 8912,'11'0'0,"1"0"0,-1 0 0,6 0 0,0 8 0,1 5 0,-1 8 0,0 8 0,0 5 0,1 6 0,-1 0 0,0 12 0,-2 1 0,-3 10 0,-3 2 0,-3-7 0,-4-1 0,4-5 0,-4-10 0,-2-8 0,-2-11 0,-4-10 0,4-5 0,-8-23 0,5-8 0,3-17 0,-4-12 0,4-3 0,2-12 0,0-4 0,0 0 0,6 6 0,0 2 0,7 0 0,-2-5 0,-1 8 0,1 9 0,1 7 0,5 9 0,-3 14 0,3 4 0,-4 11 0,10 3 0,-4 6 0,-2 9 0,6 3 0,0 2 0,8 8 0,-4 2 0</inkml:trace>
  <inkml:trace contextRef="#ctx0" brushRef="#br0" timeOffset="3">9775 4161 8912,'0'-17'0,"0"-1"0,0 7 0,0-1 0,0 7 0,0-7 0,0 8 0,0 6 0,0 16 0,-2 8 0,-4 7 0,4 3 0,-4 4 0,4-2 0,2 8 0,0-6 0,0 6 0,0-6 0,0 6 0,0-8 0,0 2 0,0-11 0,0-6 0,0-4 0,0-9 0,0-6 0,0-16 0,6-7 0,0-15 0,0-8 0,-5-4 0,3-4 0,2-2 0,2-5 0,-3 0 0,-1-6 0,8 5 0,-8-5 0,1 6 0,5-6 0,-1 6 0,3 3 0,-1 7 0,1 12 0,5 12 0,0 12 0,0 5 0,1 4 0,-1 2 0</inkml:trace>
  <inkml:trace contextRef="#ctx0" brushRef="#br0" timeOffset="4">10033 3903 8912,'19'32'0,"4"8"0,-4 1 0,11 6 0,-7-7 0,6 6 0,-6-6 0,6 6 0,-4-6 0,-1-1 0,1-3 0,-2-2 0,-6 1 0,4-3 0,-3-3 0,-5 3 0,-13-3 0,0-4 0,-15 7 0,-4-5 0</inkml:trace>
  <inkml:trace contextRef="#ctx0" brushRef="#br0" timeOffset="5">9775 4419 8912,'-18'0'0,"-7"0"0,6-8 0,2-2 0,13-1 0,16 0 0,11-1 0,7 3 0,12-7 0,4 5 0,12 1 0,5-1 0,2-1 0,-2 3 0,-4-5 0,-7 9 0,-1-16 0,1 2 0</inkml:trace>
  <inkml:trace contextRef="#ctx0" brushRef="#br0" timeOffset="6">10446 4264 8912,'5'23'0,"3"0"0,2-2 0,-7-8 0,3-1 0,-4-1 0,-2 6 0,0 0 0,0 1 0,6 1 0,1 2 0,3 2 0,3-2 0,-3 4 0,1-3 0,1 1 0,5-5 0,0-7 0,1 0 0,-1-7 0,0 4 0,0-10 0,0-6 0,1-9 0,-9-2 0,-3-10 0,2-1 0,-3-10 0,1 3 0,-6-3 0,6 6 0,-1 3 0,-1 3 0,-2-3 0,4 4 0,0-1 0,7 7 0,-3-12 0,7 7 0</inkml:trace>
  <inkml:trace contextRef="#ctx0" brushRef="#br0" timeOffset="7">11082 4384 8912,'-17'17'0,"8"-7"0,-7-2 0,14-8 0,-5 0 0,7 0 0,7 0 0,5 0 0,-3-6 0,3 0 0,-1-7 0,7 3 0,-1-7 0,-8 6 0,-3-1 0,2 1 0,-3-7 0,-1 1 0,-2 6 0,-2-1 0,0 9 0,0-5 0,0 8 0,-6 9 0,-1 7 0,-1 7 0,1 3 0,1 5 0,6 9 0,0-9 0,0 3 0,2-3 0,3 3 0,7-2 0,9-3 0,4-6 0,2-4 0,1-9 0,7-5 0,1-5 0,4-5 0,-4-12 0,5-12 0,-7 2 0,-5-2 0,3 1 0,-5-7 0,-2 1 0,-8 0 0,-2 1 0,-9 5 0,6-3 0,-7 8 0,1 0 0,-6 6 0,0 5 0,0 1 0,-8 7 0,7 4 0,-5 12 0,4 5 0,2 6 0,2-4 0,4 4 0,-3 2 0,9-1 0,1 1 0,2 0 0,5-2 0,3-6 0,-2-1 0,7-5 0,3 2 0,7-7 0,4-2 0,2-2 0,2-12 0,6-7 0,5-2 0,0-10 0,8-7 0,-3-8 0</inkml:trace>
  <inkml:trace contextRef="#ctx0" brushRef="#br0" timeOffset="8">12459 4230 8912,'-17'0'0,"0"-6"0,-1 0 0,1-5 0,0 5 0,0 0 0,0 6 0,-6 0 0,0 0 0,0 0 0,6 0 0,-6 2 0,0 4 0,2 5 0,2 5 0,7 1 0,1 0 0,1 0 0,-1 0 0,3 0 0,8 1 0,0-1 0,2-2 0,4-3 0,3 1 0,8-7 0,2-1 0,4-5 0,4-1 0,8-5 0,-3 4 0,-1-6 0,-3 3 0,3-1 0,-4-2 0,1 2 0,-7 5 0,2-5 0,2 4 0,-2 2 0,0-2 0,-6-4 0,6 4 0,0-3 0,0-3 0,-6 2 0,6-5 0,2 3 0,2-1 0,4-5 0,-5 5 0,3-3 0,-2 1 0,1-6 0,3-1 0,-8 1 0,0 0 0,-15 2 0,-8 3 0,-16 5 0,-12 7 0,-5 0 0,-1 0 0,-1 1 0,1 5 0,-1 4 0,1 7 0,0-4 0,-1 4 0,6-7 0,3 9 0,3-2 0,7-3 0,1-1 0,9 4 0,1 0 0,5 1 0,2-1 0,3 0 0,7 6 0,11 0 0,4 2 0,7-4 0,0 4 0,1 1 0,-1 3 0,1 5 0,-1 1 0,0-1 0,-5 1 0,0-1 0,-14 0 0,0 1 0,-5 1 0,-6 4 0,-2-6 0,-2 1 0,-4-3 0,-8-9 0,1 2 0,-12-4 0,2 0 0,-2-6 0,4-5 0,-4-10 0,10 0 0,1 0 0,1 0 0,1-13 0,6-6 0,8-6 0,8-6 0,9-1 0,2-3 0,9 1 0,2-1 0,3-1 0,9-4 0,-6-2 0,6-4 0,-8-3 0,4 3 0,-2-6 0,0-5 0,-7 9 0,-10-4 0,-6 7 0,-6-1 0,-3-2 0,-8 8 0,-2 9 0,-4 12 0,-7 8 0,-8 3 0,0 2 0,-8 6 0,8 8 0,-2 3 0,4 7 0,2 5 0,0 3 0,0 9 0,7-1 0,4 0 0,4 1 0,2 1 0,2 2 0,4 2 0,4 1 0,7-7 0,8 0 0,3 1 0,7-8 0,5-5 0,4-10 0,8-6 0,-1-8 0,1-10 0,7-14 0,2-18 0</inkml:trace>
  <inkml:trace contextRef="#ctx0" brushRef="#br0" timeOffset="9">13612 3421 8912,'0'18'0,"0"-7"0,0 2 0,4 5 0,7 3 0,8 15 0,16-2 0,7 22 0,6 7 0,3 15 0,-24-34 0,-2 2 0,0 4 0,-2 1 0,-4 3 0,-4 1 0,-4-4 0,-3-1-286,4 42 0,-10 0 286,-8-6 0,-5-2 0,-12-10 0,-6 6 0,-4 5 0,7 0 0,-15-6 0,5-3 0</inkml:trace>
  <inkml:trace contextRef="#ctx0" brushRef="#br0" timeOffset="10">17811 2407 8912,'0'10'0,"0"-3"0,0-7 0,0-7 0,2 5 0,4-4 0,5 4 0,4 2 0,8 0 0,0 0 0,8 0 0,-4 0 0,1 0 0,1 0 0,-2 8 0,1 3 0,3 6 0,-8 6 0,-6-2 0,-7 8 0,-3 1 0,-3 3 0,-2 1 0,-2 1 0,-7-7 0,-5 1 0,-5-2 0,-4 3 0,-4-3 0,-2-2 0,4-4 0,-5-10 0,5 5 0,-6-5 0,8-3 0,-2-2 0,4-5 0,9-8 0,5-5 0,3-11 0,2-3 0</inkml:trace>
  <inkml:trace contextRef="#ctx0" brushRef="#br0" timeOffset="11">18448 2252 8912,'-2'12'0,"-4"-1"0,-5 1 0,-5-3 0,-7 7 0,0-5 0,-5 4 0,5 2 0,-8 8 0,2 4 0,-3 3 0,-2 3 0,1 5 0,4 0 0,1 8 0,10-2 0,5-4 0,15-4 0,4-6 0,5-3 0,10-8 0,2 2 0,8-6 0,-3-5 0,5 1 0,1-7 0,1-2 0,-1-3 0,-5-8 0,0-5 0,-3-3 0,5-2 0,-2 0 0,1-1 0,-11-4 0,-1-1 0,-13-2 0,1 2 0,-4-4 0,-2-7 0</inkml:trace>
  <inkml:trace contextRef="#ctx0" brushRef="#br0" timeOffset="12">17777 2029 8912,'-18'9'0,"1"5"0,0-9 0,0-1 0,7-2 0,12-2 0,15 0 0,18-2 0,16-3 0,18-5 0,19-7 0,-38 7 0,1 1 0,6-2 0,-1-1 0,1-1 0,-1-1-182,2-3 0,-1 0 1,-4 0-1,-1-1 182,0 1 0,-1 0 0,0 2 0,0 1 0,40-14 0,-22 8 0,-17 3 0,-20 8 0,-14 9 0,-13 0 0,-10 0 0,1 0 0,-8 0 0,8 7 0,-11-3 363,4 8 1,1-7-364,-1 7 0,5-1 0,-6 6 0,-1-1 0,-2-5 0,-3 5 0,1-7 0</inkml:trace>
  <inkml:trace contextRef="#ctx0" brushRef="#br0" timeOffset="13">19893 2441 8912,'-17'-17'0,"2"0"0,3 0 0,5 7 0,7 5 0,2 10 0,3 7 0,5 9 0,5 4 0,-2 1 0,-1 5 0,-1 1 0,7 3 0,-1-1 0,0-1 0,0-3 0,0-1 0,1-2 0,-3 1 0,-2-5 0,-1-4 0,-1-3 0,7-5 0,-1-5 0,2-12 0,4-5 0,-4-14 0,6-8 0,-2-7 0,0-4 0,0-2 0,-6-5 0,0 5 0,0 0 0,0 2 0,1-2 0,-7 10 0,1 7 0,-7 14 0,7-2 0,-6 11 0,5 0 0,0 14 0,7 9 0,-1 8 0,-2 11 0,-1 3 0,-3 1 0,-1 7 0,1-1 0,2-2 0,-7 2 0,6-10 0,-7 1 0,-1-9 0,-2-3 0,-2-2 0,0-6 0,0 0 0,-7-7 0,-5-4 0,1-4 0,-7-2 0,3 0 0,-14 0 0,3 0 0,-7-2 0,-1-4 0,3-11 0,-11-10 0</inkml:trace>
  <inkml:trace contextRef="#ctx0" brushRef="#br0" timeOffset="14">20014 2046 8912,'-29'2'0,"2"2"0,2 1 0,2 1 0,14-6 0,1 0 0,10-2 0,4-3 0,3-7 0,3-3 0,-1-2 0,-5-1 0,6 1 0,-9 6 0,3-1 0,-6 8 0,-6-1 0,3 5 0,-9 5 0,3 11 0,-3 7 0,-1 2 0,7-3 0,0 3 0,6 4 0,0 1 0,0-7 0,8 0 0,1-5 0</inkml:trace>
  <inkml:trace contextRef="#ctx0" brushRef="#br0" timeOffset="15">21993 2321 8912,'0'-17'0,"0"0"0,0-1 0,-2 1 0,-2 0 0,-2 0 0,-5 5 0,5 1 0,-7 7 0,1-2 0,-9 5 0,-4 1 0,-2 1 0,-3 5 0,-8 11 0,-2 12 0,-1 11 0,7 4 0,1 2 0,5 0 0,3-8 0,8 2 0,7 0 0,4-5 0,4-3 0,2-9 0,0-10 0,0 5 0,8-13 0,4 1 0,9-4 0,2-2 0,7-13 0,-1-5 0,1-8 0,1 1 0,-4-2 0,-2-4 0,3-1 0,-5-2 0,0 1 0,-6 4 0,-5-3 0,-1 3 0,-7 3 0,2-1 0,-4 2 0,-2 2 0,0 14 0,0 5 0,0 13 0,0 8 0,0 12 0,0 0 0,0 3 0,0 3 0,6-1 0,-1 0 0,9-1 0,-3-4 0,4-7 0,3-2 0,-1-5 0,0-4 0,6-3 0,0-8 0,8-2 0,-3-4 0,-1-9 0,2-8 0,-6-7 0,5 1 0,-7-4 0,2-1 0,-4 0 0,-1-1 0,-9 1 0,-3-1 0,-4 7 0,-2 1 0,0 2 0,0 10 0,-8 7 0,6 12 0,-3 8 0,3 1 0,2 16 0,0 1 0,0 10 0,0-3 0,0 3 0,0-2 0,0 2 0,0-7 0,0 7 0,0-14 0,0 7 0,0-6 0,0-6 0,0-2 0,0-2 0,0-8 0,0-1 0,0-8 0,0-8 0,0-3 0,0-4 0,0-2 0,0-1 0,0 1 0,0 6 0,0-1 0,0 1 0,0-6 0,0 7 0,0 0 0,0 5 0,0 3 0,0-6 0,0 8 0,0 0 0,0-7 0,0 5 0,0-14 0,7 7 0,3-8 0</inkml:trace>
  <inkml:trace contextRef="#ctx0" brushRef="#br0" timeOffset="16">22234 2424 8912,'0'-17'0,"0"6"0,0-1 0,0-1 0,0-4 0,0-4 0,0-2 0,5-6 0,3 4 0,2 0 0,3 0 0,8-3 0,4 3 0,2 0 0,3 0 0,3 4 0,1 8 0,1 3 0,-1 3 0,0 9 0,-1 11 0,-4 10 0,-7 11 0,-2 8 0,-3 10 0,-6 5 0,-1 1 0,-2-3 0,-5-2 0,-1-1 0,-2 0 0,0-8 0,0-4 0,0-6 0,0-5 0,0-3 0,0-3 0,0-11 0,0 11 0,8-29 0,1-4 0,9-16 0</inkml:trace>
  <inkml:trace contextRef="#ctx0" brushRef="#br0" timeOffset="17">24041 2166 8912,'-25'-15'0,"4"4"0,-8-12 0,8 5 0,-4 5 0,0 4 0,-3 1 0,-5 2 0,-1 6 0,-1 2 0,1 4 0,-1 3 0,1 9 0,1 1 0,5 4 0,5 3 0,4 1 0,7 6 0,1-5 0,7 3 0,-2-3 0,4 3 0,2-8 0,0-6 0,0-5 0,2-3 0,4 3 0,5-7 0,5-3 0,1-2 0,0-7 0,0-5 0,6-5 0,0-6 0,2 4 0,-2-4 0,-4 0 0,4 4 0,-4 4 0,-2-1 0,1 7 0,-1-3 0,0 9 0,0-3 0,0-2 0,1 2 0,-1 3 0,0 8 0,0 5 0,0-1 0,1 7 0,-1-5 0,2 4 0,4 3 0,-4-3 0,4-4 0,2-3 0,-2-8 0,6 0 0,-5 0 0,1-2 0,0-4 0,4-9 0,-6-8 0,0-5 0,-6 5 0,0-6 0,0 6 0,-1-6 0,-5 6 0,-5 2 0,-4 2 0,-2 10 0,0 5 0,-2 14 0,-4 7 0,2 19 0,-7 4 0,-1 10 0,3 7 0,-5 10 0,9 8 0,-1 1 0,6-2 0,0-3 0,0 4 0,2-5 0,4-1 0,1-14 0,5-3 0,3-12 0,-4 0 0,-3 0 0,-2-5 0,3-5 0,-7-24 0,4-12 0,-4-18 0,-2-20 0</inkml:trace>
  <inkml:trace contextRef="#ctx0" brushRef="#br0" timeOffset="18">24264 2355 8912,'-27'-68'0,"3"8"0,6 9 0,9 7 0,3 10 0,12 9 0,5 8 0,5 1 0,3 11 0,4 1 0,5 2 0,5 2 0,1 0 0,6 0 0,1 0 0,6 7 0,-1 5 0,-4 3 0,-2 2 0,-5 2 0,-6 4 0,-5-3 0,-6 2 0,-9 3 0,-3-2 0,-8 8 0,-9-3 0,-9-1 0,-14 2 0,0 1 0,-1 9 0,-1 1 0,-4-2 0,9-2 0,-3-1 0,5-1 0,0 0 0,4-7 0,8-4 0,0-12 0,0-3 0</inkml:trace>
  <inkml:trace contextRef="#ctx0" brushRef="#br0" timeOffset="19">24953 2218 8912,'9'25'0,"-1"11"0,-8 16 0,0 9 0,2 11 0,2 5 0,1 1 0,1 0 0,-6 3 0,2-5 0,2-9 0,1-6 0,-1-9 0,-2-8 0,-2-10 0,0-7 0,0-4 0,0-4 0,0-10 0,8-16 0,1-12 0</inkml:trace>
  <inkml:trace contextRef="#ctx0" brushRef="#br0" timeOffset="20">24884 2355 8912,'-17'-34'0,"1"2"0,5 3 0,5 4 0,12 8 0,3 0 0,10 1 0,2 3 0,2 2 0,8 7 0,-2-2 0,5 4 0,6 2 0,-1 0 0,6 0 0,-1 8 0,2 3 0,4 6 0,-4 6 0,-10-2 0,-1 6 0,-5 0 0,-3 0 0,-4 1 0,-12 7 0,-5-1 0,-12 0 0,-5-1 0,-12-4 0,-10 3 0,-7-5 0,2 0 0,2-5 0,1-2 0,1-3 0,1-2 0,5-4 0,5-5 0,11-12 0,5-3 0,7-8 0</inkml:trace>
  <inkml:trace contextRef="#ctx0" brushRef="#br0" timeOffset="21">25520 2235 8912,'10'-17'0,"3"5"0,-7 1 0,9 7 0,3-2 0,-1 5 0,6 1 0,-2 0 0,2 0 0,-4 9 0,4 8 0,2 2 0,-2 10 0,-2 0 0,-10 5 0,3 6 0,-9 0 0,7-1 0,-7-11 0,1 3 0,-6-6 0,0 1 0,-7-5 0,-3-3 0,0-13 0,5-10 0,3-5 0,2-7 0,0-2 0,0-4 0,2-6 0,3-3 0,-1-3 0,8 1 0,-1 5 0,6 1 0,1 1 0,-1-2 0,6 4 0,0 8 0,2 2 0,-2 3 0,-4 5 0,4 7 0,-4 0 0,-10 2 0,-3 3 0,-4 5 0,-2 7 0,0 0 0,0 0 0,-6 6 0,0 0 0,-5 2 0,5-2 0,-1-4 0,1 4 0,4-4 0,-4-2 0,4 6 0,2 0 0,0-2 0,8-4 0,3-5 0,5-4 0,1-8 0,2 0 0,4 0 0,4-8 0,7-4 0,-5-9 0,0-1 0,-8-9 0,2 2 0,-10 3 0,-4-1 0,-1 0 0,-4 0 0,-10 6 0,-5-2 0,-5 4 0,-1 2 0,-6 8 0,0 3 0,0 4 0,6 2 0,0 0 0,7-8 0,3-1 0,7-8 0</inkml:trace>
  <inkml:trace contextRef="#ctx0" brushRef="#br0" timeOffset="22">26415 2132 8912,'0'-12'0,"0"1"0,0-2 0,0 5 0,2 0 0,4 8 0,4 0 0,7 0 0,0 14 0,0 3 0,6 6 0,0-2 0,0 4 0,2 1 0,0 3 0,3 5 0,3-1 0,-8-4 0,2-3 0,-2-3 0,-4-6 0,4 1 0,-10-3 0,-1-9 0,-7-1 0,7-5 0,-8-7 0,19-10 0,-4-10 0</inkml:trace>
  <inkml:trace contextRef="#ctx0" brushRef="#br0" timeOffset="23">26828 2166 8912,'-17'0'0,"0"0"0,0 0 0,-1 8 0,1 3 0,0 12 0,-2 6 0,-2 5 0,-2 7 0,-6-3 0,6 8 0,-5-1 0,5 7 0,0-8 0,6-4 0,7-4 0,4-1 0,4-9 0,4-4 0,4-9 0,11-13 0,10-10 0</inkml:trace>
  <inkml:trace contextRef="#ctx0" brushRef="#br0" timeOffset="24">27018 2184 8912,'-10'0'0,"2"1"0,8 5 0,0 4 0,0 7 0,0 0 0,0 2 0,0 2 0,0 2 0,0 2 0,0-2 0,0-4 0,0 4 0,0-10 0,0-1 0,2-3 0,4 3 0,4-5 0,7-8 0,0-5 0,8-11 0,2-10 0</inkml:trace>
  <inkml:trace contextRef="#ctx0" brushRef="#br0" timeOffset="25">27121 2080 8912,'-17'0'0,"-1"0"0,9 2 0,3 4 0,4-2 0,2 7 0,0-5 0,2 5 0,4 3 0,5 1 0,5 2 0,1 1 0,0-1 0,0 0 0,0 2 0,1 4 0,-1-4 0,-2 4 0,-1-4 0,-3-2 0,-7 0 0,2 1 0,-3-1 0,3 0 0,-4-5 0,4-1 0,-4-5 0,-2 5 0,-2-7 0,-4 2 0,4-4 0,-5-4 0,7-4 0,0-5 0,0-5 0,0-1 0,5-6 0,1 0 0,7-5 0,-1 5 0,-3-2 0,3 2 0,-6 4 0,5-4 0,-5 6 0,5 5 0,-5-1 0,6 7 0,-7 2 0,7 10 0,-8 4 0,1 7 0,-3 6 0,-2 0 0,6 5 0,0-5 0,-1 0 0,-5-6 0,2 0 0,4 1 0,-2-7 0,7 1 0,1-9 0,5 3 0,0-4 0,0-2 0,3-8 0,1-1 0,3-3 0,3 1 0,-4-1 0,6-5 0,-6 6 0,5-1 0,-6 9 0,0-3 0,-2 4 0,-3 2 0,0 0 0,0 0 0,0 0 0,1 0 0,5 0 0,0 0 0,-1 0 0,-4 0 0,-1 0 0,0 0 0,0-2 0,1-2 0,-1-2 0,-2-7 0,-4 2 0,-3 1 0,-8-1 0,0 5 0,0-6 0,-2 7 0,-4-7 0,3 8 0,-9-1 0,1 3 0,-6 4 0,-1 3 0,1 5 0,0-1 0,5 7 0,1-5 0,7 10 0,-2 2 0,-1 0 0,1-6 0,0 0 0,6 1 0,2-1 0,4 0 0,-2-2 0,7-1 0,5-5 0,5-1 0,0-2 0,7-6 0,-1-2 0,2-4 0,3-5 0,-3-12 0,11-4 0,4-8 0</inkml:trace>
  <inkml:trace contextRef="#ctx0" brushRef="#br0" timeOffset="26">28601 1651 8912,'-6'19'0,"0"4"0,-7 11 0,0 14 0,-7 7 0,-2 8 0,0 2 0,9 0 0,2-6 0,-3-5 0,7-6 0,1-14 0,4-7 0,4-4 0,4-6 0,5-6 0,6-3 0,6-8 0,-2-2 0,8-4 0,-2-5 0,3-10 0,-1-2 0,2 2 0,-7 0 0,-1-2 0,2 6 0,-2 0 0,-6 1 0,-5 10 0,-8-1 0,1 1 0,-3 12 0,-2 0 0,-2 7 0,-3 4 0,3 0 0,-4 1 0,-2 4 0,3 1 0,1-2 0,2-2 0,2-1 0,0-1 0,8-8 0,9-16 0,10-12 0</inkml:trace>
  <inkml:trace contextRef="#ctx0" brushRef="#br0" timeOffset="27">28979 1840 8912,'0'-18'0,"-7"9"0,5-6 0,-6 13 0,8-6 0,0 10 0,0 4 0,0 3 0,0 8 0,0 1 0,0-1 0,-2 0 0,-3 0 0,-5 8 0,-7 2 0</inkml:trace>
  <inkml:trace contextRef="#ctx0" brushRef="#br0" timeOffset="28">28325 2149 8912,'-44'-7'0,"4"-5"0,12-1 0,7-1 0,7 3 0,9 1 0,10-1 0,1-3 0,11 9 0,4-3 0,14 2 0,12 3 0,7-7 0,7 2 0,10 5 0,-10-5 0,2 2 0,-2-2 0,-3 3 0,-7 1 0,-5-8 0,-2 9 0,2-3 0,4-4 0,-6 1 0</inkml:trace>
  <inkml:trace contextRef="#ctx0" brushRef="#br0" timeOffset="29">29048 2046 8912,'-25'10'0,"6"5"0,-4-4 0,6-1 0,6 1 0,3 6 0,8 6 0,0 2 0,0-2 0,0-2 0,0 8 0,2-2 0,4 3 0,5-3 0,4-2 0,3-8 0,-1-6 0,6-7 0,0 2 0,0-4 0,-6-4 0,0-4 0,-7-9 0,-5-8 0,-3-2 0,-2 2 0,0 4 0,0-4 0,0-2 0,0 2 0,2 2 0,4 2 0,-2 2 0,7 0 0,1 0 0,13-8 0,1-2 0</inkml:trace>
  <inkml:trace contextRef="#ctx0" brushRef="#br0" timeOffset="30">29427 2115 8912,'-15'-2'0,"3"-4"0,4 4 0,8-5 0,0 14 0,0-1 0,0 9 0,0 4 0,0 2 0,0-3 0,-1 1 0,-5 4 0,4-4 0,-4 4 0,4-4 0,2-2 0,-6 0 0,1 0 0,1 0 0,2-7 0,2-2 0,8-12 0,3-8 0,6-1 0,4-14 0,4 1 0,2-1 0,2-2 0,5-5 0,1 1 0,-1 5 0,-2-3 0,-3 8 0,4 6 0,-7 7 0,3 3 0,0 3 0,-8 12 0,2 9 0,-4 2 0,-2 9 0,-2 1 0,-3 6 0,1-7 0,-7 1 0,15-1 0,-2-1 0,16-2 0</inkml:trace>
  <inkml:trace contextRef="#ctx0" brushRef="#br0" timeOffset="31">30614 1547 8912,'-6'-11'0,"1"-1"0,1-1 0,2 9 0,4 10 0,2 17 0,1 13 0,1 18 0,-6 13 0,0 7 0,0 4 0,-4 1 0,-7 1 0,-2 2 0,-16-7 0,-2-3 0,-1-1 0,-1-10 0,5-4 0,-3-13 0,8-9 0,0-12 0,-2-10 0,6-5 0,-6-16 0,8-2 0</inkml:trace>
  <inkml:trace contextRef="#ctx0" brushRef="#br0" timeOffset="32">30270 2166 8912,'-10'-9'0,"-3"-6"0,7 3 0,1 2 0,5-1 0,2 7 0,3-2 0,14-1 0,16 1 0,15 0 0,13 4 0,4-1 0,1-3 0,9-6 0,3 7 0,-3-3-111,-3 2 0,-5-1 111,-6-5 0,-11-3 0,-12 3 0,-4-1 0,-3 2 0,-6 3 0,-10 0 0,-8 6 0,-9 2 0,-15 4 0,-6 6 0,-4-3 0,-7 7 0,3-3 0,-4 10 0,-1 4 0,2 2 111,3 3 0,-2 3-111,8 1 0,2 3 0,10 3 0,-3-4 0,9 4 0,-1-5 0,6-7 0,13 3 0,6-10 0,8-6 0,10-7 0,1-8 0,13-6 0,-1-11 0,13-12 0,-7-9 0,1-2 0,-13-8 0,-10 2 0,-7 2 0,-12 0 0,-7 2 0,-14 4 0,-18 2 0,-22 1 0,-6 3 0,-5 3 0,3 6 0,-3 12 0,5 3 0,6 8 0,4 8 0,8 3 0,-1 5 0,1 1 0</inkml:trace>
  <inkml:trace contextRef="#ctx0" brushRef="#br0" timeOffset="33">19239 3697 8912,'18'0'0,"-1"-2"0,0-4 0,-2 2 0,-1-5 0,-5-1 0,-1 0 0,-2-1 0,-6 1 0,0 1 0,0 3 0,-2 4 0,-2-2 0,-2 8 0,-7 2 0,1 11 0,-3-4 0,-4 12 0,-2 0 0,-2 4 0,-8 5 0,3 6 0,-5-3 0,-1 3 0,-1 2 0,1-2 0,-1 6 0,1-6 0,0-2 0,-1-2 0,3-1 0,3-1 0,6-13 0,12-4 0,3-11 0,8 2 0,8-8 0,3 0 0,12-8 0,6-3 0,3 1 0,3-1 0,-1-3 0,0-1 0,1 3 0,-1 1 0,-5 7 0,0-2 0,-6 5 0,5 1 0,-9 1 0,-1 5 0,-3 6 0,-9 9 0,-3 3 0,-1 3 0,-9 2 0,-5 5 0,-9 8 0,-2 4 0,-7-4 0,1-2 0,2-1 0,-2 1 0,7-10 0,-7 5 0,8-12 0,-2-1 0,4-2 0,7-9 0,1 0 0,7-7 0,-4 2 0,8-12 0,8 4 0,3-3 0,5 3 0,7 2 0,0 0 0,7 7 0,-1 5 0,-4 5 0,-2 6 0,2 4 0,-2 7 0,-1 6 0,-4 2 0,-1 2 0,0 4 0,-2-6 0,-3-2 0,1-6 0,-7-5 0,7 4 0,-3-16 0,7 0 0,2-11 0,4-10 0,4-8 0,7-11 0,8-11 0,2-10 0</inkml:trace>
  <inkml:trace contextRef="#ctx0" brushRef="#br0" timeOffset="34">20134 4109 8912,'-2'-17'0,"-4"0"0,-3 5 0,-10 3 0,-2 1 0,-4 4 0,0 2 0,0 2 0,-3 10 0,5 7 0,-6 8 0,6 11 0,4 4 0,5 6 0,1-2 0,7 2 0,3 2 0,1 1 0,2-3 0,0-2 0,0-4 0,0-7 0,7-6 0,5-10 0,5-8 0,4-5 0,2-8 0,0-7 0,-6-12 0,6-4 0,0-7 0,0-3 0,-6-1 0,-2-4 0,-3-2 0,1 6 0,-7-2 0,0 9 0,-6 3 0,0 1 0,0-2 0,0 5 0,0 16 0,0 8 0,0 9 0,0 14 0,0 0 0,0 12 0,7-9 0,5 11 0,3-3 0,2-3 0,1-3 0,-1 1 0,6 2 0,0-9 0,7-4 0,-1-7 0,-2-7 0,1 2 0,1-20 0,5-5 0</inkml:trace>
  <inkml:trace contextRef="#ctx0" brushRef="#br0" timeOffset="35">20616 4144 8912,'0'22'0,"0"1"0,0 2 0,0 0 0,2 8 0,4 5 0,-3 10 0,7-5 0,0 3 0,-1 0 0,-3-8 0,5 2 0,-5-11 0,6-6 0,-1-4 0,6-2 0</inkml:trace>
  <inkml:trace contextRef="#ctx0" brushRef="#br0" timeOffset="36">21132 4384 8912,'-7'17'0,"3"1"0,-8-1 0,8-6 0,-3 1 0,1 1 0,0 2 0,1 3 0,5-1 0,-6 6 0,0 2 0,2 1 0,2 5 0,2-4 0,0 1 0,0-5 0,0 6 0,0-8 0,0 2 0,0-4 0,0-2 0,0 0 0,2-7 0,4-4 0,-4-5 0,6-1 0</inkml:trace>
  <inkml:trace contextRef="#ctx0" brushRef="#br0" timeOffset="37">21528 4505 8912,'0'17'0,"0"-8"0,0-1 0,0-8 0,0 0 0,8 0 0,1 0 0,8 0 0,1 0 0,-1-15 0,0-4 0</inkml:trace>
  <inkml:trace contextRef="#ctx0" brushRef="#br0" timeOffset="38">21975 4453 8912,'-1'17'0,"-5"0"0,4-7 0,-6-2 0,8-10 0,0-4 0,2-2 0,4-3 0,-2 1 0,7 5 0,1 3 0,5-4 0,0-4 0,0-1 0,8-4 0,2-3 0</inkml:trace>
  <inkml:trace contextRef="#ctx0" brushRef="#br0" timeOffset="39">22285 4367 8912,'0'17'0,"0"0"0,0-5 0,0-1 0,0-7 0,0 4 0,0-8 0,0-8 0,2 6 0,4-3 0,5 3 0,-1-4 0,1 0 0,1-5 0,5 5 0,0-15 0,0 2 0</inkml:trace>
  <inkml:trace contextRef="#ctx0" brushRef="#br0" timeOffset="40">23232 4315 8912,'0'10'0,"0"-2"0,0-8 0,0 0 0,0-8 0,7-2 0,3-7 0</inkml:trace>
  <inkml:trace contextRef="#ctx0" brushRef="#br0" timeOffset="41">24419 4281 8912,'12'0'0,"-3"2"0,-1 4 0,-4 5 0,3 4 0,-1 5 0,-2 3 0,-2 5 0,-10 7 0,-3 5 0,-5 6 0,-1 3 0,0 3 0,0-3 0,-1-1 0,1-2 0,0 0 0,0 5 0</inkml:trace>
  <inkml:trace contextRef="#ctx0" brushRef="#br0" timeOffset="42">25744 4092 8912,'-19'-33'0,"-2"5"0,-4 5 0,0 6 0,-3 5 0,-5 7 0,3 3 0,-13 4 0,1 5 0,-3 10 0,2 8 0,3 10 0,6-1 0,5 0 0,2 6 0,8 1 0,0-3 0,4-2 0,9-9 0,0-4 0,4-4 0,4-4 0,6-3 0,9-7 0,2-3 0,10-2 0,2-4 0,7-5 0,2-10 0,-2-6 0,-1 2 0,-3-6 0,2 1 0,5-7 0,-13 3 0,1 3 0,-2-1 0,-4 7 0,-2-6 0,-10 6 0,4 0 0,-15 17 0,2 12 0,-6 15 0,-9 17 0,2 8 0,3 4 0,2 2 0,4-1 0,2 1 0,2-3 0,4-3 0,4-6 0,7-11 0,8-4 0,3-8 0,11-9 0,1-8 0,15-16 0,-1-10 0</inkml:trace>
  <inkml:trace contextRef="#ctx0" brushRef="#br0" timeOffset="43">26450 4367 8912,'-17'10'0,"-1"-5"0,1-3 0,0-2 0,5 0 0,1 0 0,7 4 0,-2 8 0,4 1 0,2 16 0,0-5 0,0 9 0,0 3 0,0 0 0,0 1 0,0-3 0,-1-5 0,-5-1 0,2-7 0,-7 2 0,5-5 0,-6-7 0,9-7 0,-3-16 0,4-7 0,2-15 0,0-8 0,0-4 0,2-2 0,4 2 0,3-1 0,8 7 0,0-1 0,1 7 0,-1-4 0,0 3 0,-2 5 0,-1 15 0,-3 3 0,3 6 0,1 5 0,2 1 0,0 15 0,1 8 0,-3 9 0,-4 8 0,5 10 0,-5 7 0,-3 1 0,-3-7 0,3-5 0,-2-2 0,-2-2 0,-2-4 0,3-9 0,1-6 0,7-6 0,-1-6 0,9-5 0,2-12 0,15-26 0,-2-14 0</inkml:trace>
  <inkml:trace contextRef="#ctx0" brushRef="#br0" timeOffset="44">27069 3559 8912,'19'-11'0,"2"-1"0,4 1 0,2 1 0,2-3 0,5 7 0,1 0 0,-1 6 0,0 0 0,1 0 0,-8 2 0,-4 4 0,-6 0 0,-6 11 0,3-2 0,-9 14 0,-7-4 0,-9 9 0,-4-2 0,-3 14 0,1-2 0,0 2 0,-2 4 0,-2-4 0,-2 3 0,2 3 0,7-8 0,3-4 0,7-6 0,-2-5 0,5 1 0,1-7 0,7-5 0,5-7 0,11-7 0,5 2 0,5-4 0,1-2 0,1-8 0,-1-4 0,-1 3 0,-5-3 0,-3 3 0,-8-3 0,1 7 0,-9 3 0,-3 4 0,-12 3 0,-2 11 0,-3 7 0,-4 13 0,3-2 0,3 14 0,-3 4 0,8 7 0,-1 10 0,3 7 0,2 4 0,0 4 0,-2-2 0,-4-5 0,-5-8 0,-7-6 0,-5 0 0,-5-4 0,-12-7 0,-8-9 0,-15-2 0,-4-7 0,-21-3 0,39-18 0,-2-2 0,-4-1 0,-1-1 0,1 2 0,0-2-155,0-6 0,1-1 1,-42 4 154,10-6 0,17-8 0,17-3 0,18-1 0,17-5 0,7-4 0</inkml:trace>
  <inkml:trace contextRef="#ctx0" brushRef="#br0" timeOffset="45">22371 17159 8912,'10'-2'0,"-4"-4"0,-5-5 0,-1-5 0,0-1 0,-1 0 0,-3 0 0,-4 2 0,-1 3 0,5-3 0,-4 5 0,2-1 0,1-1 0,-3 3 0,2-3 0,4-3 0,-3 4 0,-5-5 0,8-1 0,-13 0 0,5 7 0,-7 5 0,-2-3 0,-4 2 0,2 0 0,-8 6 0,-1 2 0,-11 4 0,3-2 0,-8 7 0,-7 1 0,-10 5 0,-4 2 0,-2 4 0,-6-4 0,1 4 0,1-2 0,2 2 0,3-4 0,-1 4 0,8-2 0,3 2 0,10-4 0,3 4 0,4-4 0,-5-2 0,10 2 0,2 4 0,1-4 0,8 4 0,1-4 0,-1-1 0,4 5 0,9 0 0,-3 1 0,3-1 0,5 4 0,-9 0 0,7-2 0</inkml:trace>
  <inkml:trace contextRef="#ctx0" brushRef="#br0" timeOffset="46">20771 17589 8912,'-12'26'0,"1"9"0,7-1 0,-9 14 0,5-8 0,0 0 0,1 0 0,3 0 0,2 6 0,2-6 0,0 0 0,0-5 0,0-1 0,0 1 0,8-1 0,3 0 0,6-7 0,6-4 0,-2 2 0,8-2 0,2 0 0,9-6 0,-2-6 0,8 1 0,-6-8 0,6 1 0,6-3 0,5-2 0,-2 0 0,-1 0 0,-2 0 0,-1 0 0,-5 0 0,0 0 0,-2 0 0,2 0 0,5 2 0,1 4 0,0-4 0,5 4 0,-3 1 0,-3-1 0,1-2 0,-1-2 0,1-2 0,0 0 0,-1 0 0,1 0 0,0 2 0,-1 3 0,3-3 0,1 4 0,4-4 0,3-2 0,1 2 0,6 3 0,-8-3 0,-4 4 0,-3-4 0,-3 0 0,1 2 0,0 2 0,-1-1 0,1-5 0,7 0 0,4 0 0,4 0 0,2 0 0,0 0 0,0 0 0,-1-2 0,1-3 0,0 3 0,0-4 0,2 4 0,3 2 0,5 0 0,-1 0 0,0 0 0,-3 0 0,-6-2 0,0-4 0,-6 4 0,-6-3 0,4 1 0,8-2 0,0 4 0,0-3 0,0 3 0,-2 0 0,-2-2 0,-2-2 0,-8 0 0,3 6 0,-5 0 0,-1 0 0,7 0 0,4 0 0,-2 0 0,2 0 0,-7 0 0,1 0 0,-3 2 0,-3 4 0,-5-4 0,0 4 0,-8-2 0,3 1 0,2-3 0,3 4 0,4-4 0,2-2 0,-1 0 0,1 0 0,2 0 0,3 0 0,-5 6 0,-1-1 0,-1 1 0,-10-6 0,2 0 0,-2 0 0,-3 0 0,5 0 0,-2-2 0,0-4 0,12 3 0,-7-9 0,11 6 0,-4-5 0,-1 1 0,6-1 0,-3-4 0,-2 3 0,-1-3 0,1-2 0,-2 0 0,-4-1 0,3-5 0,-3 0 0,-2 1 0,2 4 0,0-1 0,0-2 0,0-2 0,0 0 0,-2 8 0,-4 4 0,2-5 0,-2 5 0,-2-4 0,-7-3 0,-4 3 0,-3 4 0,-1-5 0,-5 5 0,-1-2 0,0 1 0,-2-5 0,-3 0 0,3 0 0,-5-8 0,-1 0 0,6-2 0,-13-7 0,4-1 0,-4 1 0,-2 0 0,-2-7 0,-4 1 0,-5-6 0,-12 4 0,-8 0 0,-7 0 0,-6-3 0,-8 4 0,1 1 0,-1 6 0,-1 5 0,-5 1 0,3 7 0,-8-2 0,7-2 0,-1 2 0,-4 0 0,-2 6 0,-4 0 0,-2-1 0,-4 1 0,-7 0 0,-10 0 0,37 8 0,-3 1 0,-2 0 0,-1 0-195,-1 2 1,0 1-1,1-2 1,1 1 194,6 3 0,1 0 0,-2-3 0,-1 0 0,2 3 0,1 1 0,-4-4 0,1 0 0,-38 0 0,12 1-78,11-3 0,4 6 78,7-4 0,-1-1 0,2 1 0,7-4 0,-7 3 0,-4-5 0,-4 1 0</inkml:trace>
  <inkml:trace contextRef="#ctx0" brushRef="#br0" timeOffset="47">25400 16815 8912,'-76'0'0,"-1"-6"0,-3 0 0,-4 1-2239,3 5 2239,-3 0 0,36 7 0,10 3 0</inkml:trace>
  <inkml:trace contextRef="#ctx0" brushRef="#br0" timeOffset="48">24608 16849 8912,'-74'2'0,"-1"4"0,8 3 0,0 3 0,6-1 0,0 3 0,2-5 0,7 3 0,-9-6 0,-4 3 0,-4 1 0,2-1 0,8-5 0,-4 2 0,0 1 0,-6-1 0,0 6-308,0-7 1,-7 3 307,-5-2 0,-3-4 0,0 5 0,4-1 0,5 0 0,10 1 0,2-1 0,6-4 64,-6 4 1,5-4-65,-5-2 0,0 5 0,-6 1 0,0 0 0,1-6 0,1 6 0,4 1 0,7 1 59,8-1 1,6 1-60,8-2 0,7-4 0,4 3 0,4-1 0,2 2 311,7-4-311,3 6 56,7-8-56,0 0 0,0 7 0,-2-3 0,-4 7 0,-4 1 0,-7 5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20.6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3734 8115 8912,'-17'0'0,"0"0"0,0 0 0,7 0 0,4 0 0,12 0 0,6 0 0,3-6 0,2 1 0,0-7 0,2 5 0,4-3 0,-4 4 0,4-5 0,-3 7 0,-3-2 0,6-1 0,2 1 0,-1 2 0,1 2 0,6 0 0,-2-3 0,11 3 0,6-4 0,3 4 0,3 2 0,7-6 0,4 1 0,-2-7 0,3 6 0,-3-5 0,2 5 0,-2-5 0,-4 5 0,-3-2 0,3 3 0,-11 3 0,-6-4 0,-3 4 0,-3 2 0,-1 0 0,-5 0 0,-5 0 0,-4 0 0,-7 0 0,-1 0 0,-7 0 0,4 0 0,-8 0 0,0 0 0,-8 0 0,6 0 0,-5 0 0,7 0 0,7 0 0,3-15 0,7-4 0</inkml:trace>
  <inkml:trace contextRef="#ctx0" brushRef="#br0" timeOffset="1">17054 4900 8912,'0'-25'0,"0"6"0,0-4 0,0 4 0,0 2 0,0 0 0,0 7 0,0 4 0,0 14 0,0 9 0,-6 10 0,0 13 0,1 4 0,3 8 0,-2 1 0,-2 4 0,-2-1 0,3 7 0,3-6 0,-4 6 0,-2-7 0,1 1 0,-1-4 0,0-1 0,-3-10 0,5-8 0,1-7 0,5-10 0,0-7 0,0-4 0,0-14 0,0-9 0,7-18 0,5-16 0,3-8 0,2-10 0,0-8 0,1-1 0,-1 0 0,0 3 0,6 7 0,0 4 0,0 5 0,-6 8 0,6 12 0,0 5 0,0 19 0,-6 3 0,2 16 0,4 8 0,-4 11 0,4 5 0,-4 12 0,-1 6 0,4-2 0,1 2 0,2-2 0,-4 2 0,2-6 0,-2-4 0,6-1 0,2-1 0,1-2 0,-1-3 0,4-4 0,-5-8 0,5-7 0,1-5 0,-7-7 0,-4-9 0,4-16 0,-1-17 0</inkml:trace>
  <inkml:trace contextRef="#ctx0" brushRef="#br0" timeOffset="2">18362 4763 8912,'-16'-2'0,"5"-4"0,-4 6 0,3 0 0,-1 8 0,-1 11 0,3 4 0,-3 5 0,7 5 0,1 1 0,4-1 0,2-3 0,2-1 0,4 1 0,3-5 0,9-2 0,1-6 0,4-5 0,2 1 0,3-7 0,5-2 0,-5-10 0,3-4 0,-2-7 0,3-2 0,-3-4 0,-2 2 0,1-8 0,-7 1 0,2-7 0,-4 1 0,-1 0 0,-3 1 0,-4 5 0,3 3 0,-8 8 0,1 1 0,-1 5 0,-4 5 0,4 12 0,-3 9 0,1 10 0,2 2 0,-2 3 0,0 3 0,1 1 0,-3 6 0,4 0 0,-4-2 0,-2-9 0,6 2 0,-1-8 0,1 5 0,-6-5 0,0 0 0,0-6 0,-2-1 0,-4-5 0,-9-3 0,-8-8 0,-15-16 0,2-3 0</inkml:trace>
  <inkml:trace contextRef="#ctx0" brushRef="#br0" timeOffset="3">18155 4642 8912,'-50'-44'0,"5"6"0,6 9 0,9 12 0,11 2 0,7 9 0,8-1 0,-1 1 0,10 4 0,7-4 0,18 2 0,12 0 0,12-3 0,9-3 0,4 6 0,2-1 0,2 1 0,3 0 0,5-2 0,-1 3 0,-2-7 0,9 0 0,2-7 0</inkml:trace>
  <inkml:trace contextRef="#ctx0" brushRef="#br0" timeOffset="4">19738 4952 8912,'-23'0'0,"0"0"0,2 0 0,2 0 0,2 0 0,0 2 0,0 3 0,-1 1 0,1 9 0,0 6 0,0 4 0,2 4 0,3 5 0,4 6 0,8 0 0,0 4 0,2-7 0,6-5 0,9 1 0,2-9 0,10-3 0,0-7 0,-3-8 0,7-5 0,-4-1 0,3-7 0,1-7 0,-5-7 0,-5-7 0,0-5 0,-6-1 0,4-6 0,-9 0 0,1-2 0,-1 2 0,-5 3 0,-7-3 0,-1 2 0,-5-2 0,-6 11 0,-11 0 0,4 8 0,-4 6 0,4 4 0,2 5 0,2 6 0,3 6 0,5 3 0,7 8 0,7 1 0,5-1 0,11 0 0,3 0 0</inkml:trace>
  <inkml:trace contextRef="#ctx0" brushRef="#br0" timeOffset="5">20375 4969 8912,'-25'0'0,"6"-6"0,-4 0 0,-2 1 0,2 5 0,-7 0 0,1 0 0,-2 0 0,3 0 0,-3 7 0,8 5 0,0 5 0,6 6 0,0-2 0,0 8 0,5-3 0,1 3 0,7 1 0,-2-7 0,4 0 0,2-5 0,0-1 0,0 0 0,8-8 0,3-3 0,5-4 0,1-10 0,2-5 0,2-8 0,2-8 0,6-5 0,-6-6 0,5 2 0,-5-8 0,6 0 0,-6-6 0,-2 1 0,-8-3 0,-3-3 0,-3-6 0,5-4 0,-6-2 0,-2 14 0,-10 3 0,2 20 0,-8 3 0,9 8 0,-13 12 0,5 3 0,1 21 0,-1 14 0,1 13 0,-1 15 0,-4-1 0,3 7 0,4 0 0,3 6 0,3-3 0,2-3 0,9-5 0,9-12 0,8-4 0,14-8 0,4-2 0,8-3 0,0-12 0,-1-11 0,1-4 0,0-2 0,-3-13 0,-3-5 0,-6-8 0,-11 1 0,-6-2 0,-4-4 0,2 5 0,-4-3 0,2 6 0,-13-5 0,0 5 0,-6-6 0,0 8 0,0-2 0,-8 4 0,-3 2 0,-6 7 0,-6 4 0,2 8 0,-8 10 0,6 1 0,-6 16 0,8 1 0,-2 10 0,6-3 0,6 3 0,-3-10 0,7-1 0,-1 2 0,0 1 0,3-5 0,5-4 0,0-4 0,0-2 0,7-5 0,5-1 0,3-7 0,8 2 0,0-12 0,2-9 0,-2-8 0,-4-8 0,4 2 0,-2-9 0,0-4 0,2-4 0,-2-7 0,-4-1 0,-6-9 0,3 0 0,-8-7 0,-3-5 0,-1-5 0,-2 11 0,0 6 0,0 17 0,0 12 0,-2 9 0,-3 14 0,3 5 0,-4 12 0,4 7 0,2 16 0,-6 3 0,1 20 0,-1-3 0,6 14 0,0 0 0,0 6 0,8 0 0,3 0 0,1-8 0,3-4 0,6-5 0,4-6 0,11-4 0,10-8 0,4-2 0,1-3 0,5-12 0,-3-11 0,-3-4 0,5-17 0,7-4 0</inkml:trace>
  <inkml:trace contextRef="#ctx0" brushRef="#br0" timeOffset="6">22010 4608 8912,'0'-17'0,"0"5"0,0 1 0,0 7 0,0-2 0,0 12 0,0 11 0,0 12 0,0 5 0,0 6 0,2-2 0,4 8 0,-3-6 0,9 6 0,-8-8 0,1 3 0,3-11 0,-2-1 0,5-8 0,-5 2 0,0-10 0,-4-3 0,3-3 0,-1-9 0,8-9 0,-7-6 0,7-6 0,-6-10 0,5-7 0,-1-2 0,1 2 0,3 4 0,-9-4 0,3-1 0,-2 7 0,-4-2 0,3 13 0,-1 2 0,2 9 0,3 5 0,9 7 0,-1 4 0,0 5 0,2 8 0,4 2 0,19 8 0,12 0 0</inkml:trace>
  <inkml:trace contextRef="#ctx0" brushRef="#br0" timeOffset="7">23180 4539 8912,'-17'-25'0,"-6"6"0,0-4 0,0 6 0,6 5 0,-8 5 0,-4 7 0,-9 2 0,-2 3 0,0 7 0,5 11 0,7 2 0,-1 3 0,8 9 0,-2-9 0,6 9 0,5-9 0,5-1 0,7 2 0,0-1 0,0-1 0,7 0 0,5-4 0,3-4 0,2 4 0,8-4 0,4-2 0,-2 0 0,1-1 0,1-3 0,-2-2 0,-2-1 0,-8 1 0,-2-1 0,-3-4 0,3-4 0,-13 13 0,-4-8 0,-15 5 0,-10 1 0,-13-7 0,-2 6 0,-4-7 0,-4 7 0,4-7 0,2 1 0,0-6 0,2 0 0,-6-15 0,4-4 0</inkml:trace>
  <inkml:trace contextRef="#ctx0" brushRef="#br0" timeOffset="8">24884 4453 8912,'-17'2'0,"-1"2"0,1 1 0,2 1 0,3 2 0,-1-4 0,7 7 0,0-7 0,16 4 0,5-8 0,6 0 0,4-8 0,-2-3 0,-4-5 0,4-1 0,-4-6 0,-3 0 0,-3 0 0,-1-2 0,-9 6 0,3-4 0,-6 6 0,-6 6 0,-5 3 0,-12 8 0,-4 2 0,-9 6 0,-2 9 0,-3 10 0,1 18 0,6 7 0,3 11 0,8 0 0,2 4 0,16 2 0,3-2 0,13-4 0,10-12 0,19-13 0,6-7 0,4-8 0,9-6 0,4-5 0,-3-9 0,-3-14 0,-9-6 0,-2-12 0,-1-19 0,7 2 0</inkml:trace>
  <inkml:trace contextRef="#ctx0" brushRef="#br0" timeOffset="9">25607 4298 8912,'-8'17'0,"-2"-5"0,-7-1 0,0-5 0,0 6 0,5 1 0,1 10 0,1 6 0,-1 11 0,3-4 0,8 4 0,0-2 0,0 0 0,0 1 0,0-7 0,8-5 0,3-10 0,4-2 0,3-3 0,1-4 0,4-8 0,2-10 0,3-7 0,5-8 0,-5-9 0,-3-3 0,0-1 0,-2-4 0,0-2 0,0 6 0,-6-2 0,-1-2 0,-5 2 0,4-1 0,-5 7 0</inkml:trace>
  <inkml:trace contextRef="#ctx0" brushRef="#br0" timeOffset="10">26260 4453 8912,'0'34'0,"0"-7"0,0-4 0,-1-10 0,-5-1 0,2-8 0,-8 1 0,9-3 0,-5-2 0,8 0 0,2-5 0,4-3 0,7-2 0,8-3 0,0-8 0,8-2 0,-6-2 0,5 2 0,-7 2 0,2-7 0,-3 5 0,-3-6 0,-6 8 0,1-2 0,-8 4 0,1 2 0,-5 2 0,-6 3 0,-11 5 0,-11 7 0,-5 3 0,-1 9 0,-8 7 0,-4 15 0,2 8 0,-2 4 0,13 4 0,-1 1 0,13 1 0,4 0 0,7-8 0,10-4 0,10-6 0,7-5 0,17-12 0,18-11 0,1-8 0,9-8 0,-1-11 0,0-9 0,-6-1 0,3-9 0,-12 4 0,-6 1 0,-6 1 0,-5-1 0,-6 14 0,-12 4 0,-3 11 0,-8 1 0,-2 10 0,-4 7 0,5 11 0,-5 6 0,-2 1 0,2-1 0,1 1 0,5-7 0,0 2 0,0-2 0,0-4 0,0 4 0,0-10 0,0-1 0,0-8 0,0 3 0,2-22 0,3-8 0,5-15 0,7-8 0,2-6 0,2-3 0,4-2 0,2 1 0,2-1 0,5 5 0,-5 7 0,-1 16 0,1 12 0,5 11 0,7 6 0,-1 6 0,0 19 0,-6 15 0,-5 17 0,0 12 0,-1 7 0,-1 3 0,6-3 0,-5-7 0,14-10-206,10-7 1,17-12 205,17-17 0,8-10 0,-43-14 0,1-4 0,-1 1 0,1-3 0,0-4 0,-1-1 0,1-2 0,0 1 0</inkml:trace>
  <inkml:trace contextRef="#ctx0" brushRef="#br0" timeOffset="11">17536 2906 8912,'-8'-18'0,"-2"1"0,-1 0 0,1 0 0,3 0 0,-7-1 0,12 9 0,-3 11 0,9 13 0,3 8 0,3 4 0,-1 1 0,5 7 0,-5-1 0,-1 1 0,5-1 0,-1 0 0,-5 1 0,-1-1 0,-4-1 0,-2-5 0,6 3 0,0-8 0,-1 0 0,-5-14 0,0-5 0,0-15 0,0-12 0,-2-16 0,-3-6 0,1-7 0,-8-5 0,8 1 0,-1-5 0,3 2 0,2 4 0,0 3 0,0 6 0,7 4 0,5 8 0,3 9 0,2 8 0,6 7 0,0 10 0,10 15 0,1 8 0,1 16 0,5 6 0,-6 5 0,-5 2 0,2 5 0,-9 0 0,7 1 0,-6-7 0,0-1 0,2-4 0,2-10 0,7-7 0,-1-16 0,-5-2 0,5-14 0,-6-22 0,7-11 0</inkml:trace>
  <inkml:trace contextRef="#ctx0" brushRef="#br0" timeOffset="12">18551 2631 8912,'-23'0'0,"0"0"0,2 0 0,8 0 0,1 0 0,10 0 0,2 0 0,10 0 0,13 0 0,4-8 0,7-4 0,8-3 0,4-2 0,2 0 0,-2 0 0,1 5 0,-6 1 0,-1 7 0,-6-4 0,1 8 0</inkml:trace>
  <inkml:trace contextRef="#ctx0" brushRef="#br0" timeOffset="13">18671 3026 8912,'0'27'0,"0"5"0,0-20 0,0 3 0,10-23 0,7-3 0,4-12 0,14-6 0,7-3 0,5-3 0,11 1 0,-1 0-477,8 7 1,-11-13 0,5 3-1</inkml:trace>
  <inkml:trace contextRef="#ctx0" brushRef="#br0" timeOffset="14">20409 2287 8912,'-17'0'0,"0"-2"0,0-4 0,9 2 0,8-7 0,10-3 0,13 5 0,5-1 0,5 1 0,1-1 0,6-1 0,3-5 0,1 3 0,3 2 0,-5 5 0,-1-4 0,-5 3 0,-2-14 0,1 2 0</inkml:trace>
  <inkml:trace contextRef="#ctx0" brushRef="#br0" timeOffset="15">20255 2734 8912,'-25'7'0,"8"-3"0,-1 8 0,16-10 0,16-2 0,9-10 0,11-5 0,10-10 0,12-4 0,1-3 0,-2-3 0,-1 7 0,-4-1 0,-3-2 0,-1-1 0,-2-2 0,2-1 0,-9 7 0,-13 1 0,-4 0 0,-11 0 0,-5-1 0,-12-7 0,-1 1 0</inkml:trace>
  <inkml:trace contextRef="#ctx0" brushRef="#br0" timeOffset="16">20633 1960 8912,'-17'0'0,"6"0"0,-1 0 0,6 0 0,-3 2 0,-1 4 0,1 5 0,5 12 0,-2 6 0,4 11 0,2 6 0,2 11 0,4 6 0,3 6 0,9 5 0,-7-3 0,1 3 0,-1-7 0,6-7 0,0-11 0,1-5 0,-1-6 0,0-9 0,0-4 0,0-16 0,-7-5 0,-4-15 0,3-8 0,1-16 0</inkml:trace>
  <inkml:trace contextRef="#ctx0" brushRef="#br0" timeOffset="17">20788 1926 8912,'0'-42'0,"0"7"0,0 1 0,0 32 0,0 8 0,-2 17 0,-4 17 0,5 4 0,-5 7 0,4 3 0,2 3 0,0 2 0,0 4 0,0 4 0,0-4 0,2-2 0,4 2 0,-3-2 0,9 3 0,1-5 0,8-10 0,2-3 0,-2-6 0,4-11 0,-2-6 0,8-12 0,-5-3 0</inkml:trace>
  <inkml:trace contextRef="#ctx0" brushRef="#br0" timeOffset="18">21683 2115 8912,'0'-25'0,"0"-2"0,0-5 0,0 1 0,0 2 0,0 8 0,0-1 0,-8 10 0,-3 6 0,-4 6 0,-3 6 0,-5 6 0,-1 10 0,-3 7 0,-4 4 0,-1 7 0,-3 0 0,3 6 0,3-6 0,4 2 0,8-2 0,2-4 0,3 2 0,5-5 0,-1-4 0,6-6 0,-4 5 0,6-7 0,6 2 0,4-4 0,7-2 0,8 1 0,3-1 0,-1-2 0,2-3 0,-1 1 0,7-7 0,-6 7 0,-1-2 0,-7-1 0,2 0 0,-4-1 0,-1 1 0,-7-5 0,0 7 0,-7-1 0,-4 7 0,-11-1 0,-10-6 0,-2 1 0,-8-1 0,3 4 0,-5-1 0,-1-3 0,-1-7 0,1 2 0,7-4 0,4-2 0,6-2 0,5-4 0,-1-4 0,7-7 0,2 0 0,10 0 0,11-8 0,10-2 0</inkml:trace>
  <inkml:trace contextRef="#ctx0" brushRef="#br0" timeOffset="19">22268 2184 8912,'-17'0'0,"-6"-8"0,0-4 0,-6 3 0,6-1 0,0 3 0,-2 3 0,6 2 0,-4 2 0,-1 2 0,1 4 0,0 3 0,5 8 0,3 1 0,4-1 0,-3 6 0,9 0 0,-1 5 0,6-5 0,0 2 0,0-4 0,2 2 0,4-2 0,-3-8 0,9-1 0,-1-8 0,6 1 0,1-3 0,-1-2 0,0-7 0,0-5 0,-1-3 0,-5-2 0,8-6 0,-7 0 0,7 0 0,-8 6 0,-3-1 0,-2 1 0,1 6 0,-1-1 0,2 9 0,-3-3 0,-1 4 0,8 2 0,-7 9 0,7 9 0,-6-1 0,5 6 0,-5-2 0,5 2 0,1-12 0,5 4 0</inkml:trace>
  <inkml:trace contextRef="#ctx0" brushRef="#br0" timeOffset="20">22337 2424 8912,'25'0'0,"0"0"0,3 0 0,5 0 0,-5 0 0,-1-7 0,2-5 0,0-3 0,5-2 0,-7-2 0,-4-4 0,-4-4 0,-2 0 0,-2-3 0,-3 7 0,-5 0 0,-7 6 0,-7-1 0,-5 1 0,-3 0 0,-2 7 0,0 5 0,5 3 0,1 2 0,1 2 0,-1 3 0,3 7 0,8 11 0,0 4 0,0 7 0,0 0 0,0 1 0,0 1 0,0 4 0,0-4 0,0 5 0,0-5 0,0-2 0,6-5 0,-1-2 0,-1-3 0,-2-3 0,-2-7 0,0-3 0,0-7 0,0 2 0,0-12 0,0-5 0,0-12 0,0-4 0,0-7 0,0-1 0,0 1 0,0-6 0,0 0 0,0-1 0,0-1 0,6 12 0,0-5 0,-1 13 0,-5-1 0,6 4 0,0 1 0,7 9 0,-3 1 0,7 8 0,-5 8 0,-1 3 0,0 5 0,7 1 0,-3 0 0,-4 0 0,5 0 0,-7 0 0,3-1 0,-1-5 0,-7 5 0,9-13 0,-7 9 0,0-8 0,-4 3 0,4-7 0,-5-2 0,5-3 0,-4-5 0,-2-7 0,0 0 0,0-1 0,6 1 0,0 0 0,-1 0 0,3 0 0,-6 5 0,4 1 0,1 5 0,-1-5 0,2 7 0,-3-2 0,-1 4 0,8 2 0,-7 6 0,5 2 0,0 1 0,-1 4 0,-3-3 0,5 1 0,1-5 0,5 6 0,6-9 0,2 3 0,0-4 0,0-2 0,5 0 0,-1 0 0,-2-8 0,1-3 0,-5-4 0,6-2 0,-8-3 0,0-1 0,-6-3 0,-3-3 0,-8 4 0,1-6 0,-3 3 0,-2-3 0,0-4 0,0 14 0,0-4 0,-7 12 0,5 3 0,-6 22 0,8 5 0,0 7 0,0 11 0,0-1 0,0 10 0,6 5 0,-1 7 0,1 7 0,-6-2 0,2 4 0,4 1 0,-4 1 0,3 0 0,3-2 0,-2-4 0,7-10 0,-1-7 0,-5-9 0,-1-3 0,2-2 0,-3-9 0,-1-2 0,0-9 0,2-6 0,-4-8 0,4-10 0,-5-7 0,-1-15 0,0-1 0</inkml:trace>
  <inkml:trace contextRef="#ctx0" brushRef="#br0" timeOffset="21">23128 1943 8912,'-9'-17'0,"1"-1"0,8 1 0,16 2 0,6 4 0,17 3 0,7 8 0,3 0 0,3 0 0,0 2 0,-1 4 0,-9 3 0,-7 8 0,-3 2 0,-9 4 0,-2 2 0,-9 4 0,-7 3 0,-10-3 0,-7 3 0,-11 3 0,2-3 0,-7-3 0,-1 3 0,-6-3 0,1 2 0,2-3 0,3-5 0,6-4 0,11-9 0,-3-3 0,6-7 0</inkml:trace>
  <inkml:trace contextRef="#ctx0" brushRef="#br0" timeOffset="22">23696 1496 8912,'0'-44'0,"0"2"0,0 7 0,0 14 0,0 4 0,0 13 0,0 4 0,0 12 0,0 17 0,-2 9 0,-3 19 0,1 4 0,-8 8 0,9 2 0,-3 1 0,4 1 0,2-6 0,6-6 0,-1-10 0,9 1 0,-3 0 0,6-10 0,6-8 0,-3-13 0,2-10 0,-2-7 0,-3 2 0,6-12 0,0-5 0,2-12 0,-3-6 0,-2 1 0,3-7 0,-6 8 0,-6-11 0,-3 0 0,0 2 0,-7-2 0,5-3 0,-6 7 0,-6 0 0,3 7 0,-9 10 0,1 7 0,-7 6 0,1 16 0,0 7 0,0 15 0,5 6 0,1 1 0,1 4 0,-1-5 0,5-1 0,4-3 0,2-7 0,0-1 0,2-7 0,4 2 0,9-11 0,12-7 0,4-3 0,5-2 0,8-7 0,-4-5 0,6-11 0,-6-5 0,-2 1 0,-9-2 0,-4 3 0,-8-5 0,-2 4 0,-3 2 0,-5 2 0,-7 6 0,0 0 0,0 8 0,-1 1 0,-5 8 0,4 13 0,-4 4 0,-2 10 0,3-4 0,-1 13 0,6-1 0,2 1 0,4 0 0,-3-1 0,9-1 0,-6 1 0,5-1 0,-7 0 0,2 1 0,-4-7 0,-2 1 0,-4-6 0,-8 6 0,-1-8 0,-16 2 0,1-4 0,-7-2 0,-7 0 0,-2-7 0,-7-3 0</inkml:trace>
  <inkml:trace contextRef="#ctx0" brushRef="#br0" timeOffset="23">25383 946 8912,'-19'0'0,"-2"-2"0,-4-2 0,-2-2 0,-4 4 0,-3 8 0,-4 11 0,-2 10 0,-2 21 0,3 11 0,-1 12 0,2 9 0,3 4 0,7 2 0,5 2 0,11 2 0,9 1 0,6-1 0,15-17 0,10-10 0,12-12 0,8-11 0,10-13 0,10-12 0,-4-9 0,4-12 0,5-18 0,5-13 0</inkml:trace>
  <inkml:trace contextRef="#ctx0" brushRef="#br0" timeOffset="24">25710 1375 8912,'-27'18'0,"-4"-1"0,8 0 0,-7 2 0,1 6 0,-1 9 0,1 10 0,-4 14 0,5 5 0,3 9 0,2 3 0,11-16 0,7-13 0,10-10 0,7-7 0,11-6 0,7-12 0,7-9 0,3-11 0,0-5 0,-5-15 0,-1 1 0,0-7 0,-9-1 0,-8-4 0,-1 4 0,-11-4 0,1-2 0,-6 1 0,-9 1 0,-9 6 0,-1 1 0,-9 5 0,-1 5 0,-5 11 0,1-1 0,2 9 0,3 6 0,-3 8 0,6-1 0,2 3 0,12 1 0,5 10 0,4-4 0,2 6 0</inkml:trace>
  <inkml:trace contextRef="#ctx0" brushRef="#br0" timeOffset="25">25761 1633 8912,'18'0'0,"-7"0"0,1 0 0,-1-7 0,6-5 0,-5 3 0,-1-3 0,1 3 0,5-3 0,0 5 0,0 8 0,0 5 0,5 4 0,-5 7 0,8 8 0,-14 3 0,6 7 0,-11 5 0,5-4 0,-5 4 0,0-5 0,-6-7 0,0 3 0,0-8 0,0 0 0,-8-14 0,-1-7 0,-1-11 0,-3-10 0,7-16 0,0-1 0,6-4 0,0-4 0,0-8 0,2 6 0,4 1 0,4 1 0,7-2 0,8 6 0,5 11 0,8 6 0,8 4 0,10 8 0,1-1 0,8 8 0,-11-3 0,5 7 0</inkml:trace>
  <inkml:trace contextRef="#ctx0" brushRef="#br0" timeOffset="26">27310 1307 8912,'10'-19'0,"-5"-2"0,-3-2 0,-2 2 0,-7 2 0,-5 1 0,-5 7 0,-6-1 0,2 9 0,-8-3 0,-1 6 0,-3 6 0,-1 3 0,-1 8 0,1 8 0,0 4 0,-1 3 0,1 3 0,1-1 0,5 0 0,5 3 0,11 3 0,5-10 0,7 5 0,1-12 0,5 0 0,6 2 0,11-3 0,9-1 0,8-9 0,0 3 0,-5-3 0,-1 3 0,1 2 0,-3-2 0,-3-3 0,-4 3 0,-8-3 0,-2 3 0,-3 2 0,3 0 0,-13 0 0,4 1 0,-10-1 0,-2 0 0,-9-5 0,-2-1 0,-1-1 0,-5 1 0,2 4 0,-2-3 0,10-5 0,-4-1 0,3-4 0,5-17 0,1-4 0</inkml:trace>
  <inkml:trace contextRef="#ctx0" brushRef="#br0" timeOffset="27">27706 1289 8912,'-8'-17'0,"-1"2"0,-8 4 0,-1 1 0,1 6 0,0 0 0,0 6 0,-6 2 0,0 13 0,-6-1 0,4 12 0,0 5 0,1 5 0,1-2 0,5 4 0,7-3 0,-1-3 0,9 0 0,-3 1 0,4-7 0,2 1 0,8-14 0,3 3 0,10-13 0,2 1 0,8-4 0,-3-2 0,5-13 0,1-5 0,1-8 0,-1 3 0,-5-8 0,-2 2 0,-3-1 0,-3 1 0,-1-3 0,-3 3 0,-6-1 0,-1 1 0,-3 6 0,-3 4 0,-2 2 0,-2 7 0,0 4 0,0 12 0,0 4 0,0 7 0,2 0 0,4 0 0,-2 6 0,7 0 0,6-2 0,6-9 0,2 1 0,-2-7 0,-2-1 0,8-5 0,-6 0 0,4 0 0,-1-1 0,1-5 0,-6-4 0,2-7 0,-4-6 0,-4 0 0,-1 2 0,-3 2 0,-7-4 0,2 0 0,-4 0 0,-2 6 0,0 8 0,0 1 0,0 21 0,2 6 0,3 6 0,-3-2 0,4 6 0,-2-6 0,0 3 0,1 1 0,-1 0 0,-2-6 0,-2 2 0,2-4 0,4-2 0,-4-5 0,4-1 0,-5-7 0,-1 4 0,0-8 0,0-8 0,0-4 0,0-9 0,0-3 0,0-3 0,0-4 0,6 1 0,0 1 0,7-1 0,-1 7 0,-3-6 0,3 6 0,-3 0 0,5 8 0,-5 1 0,-1 3 0,5 7 0,-1-2 0,-3 5 0,3 1 0,-1 7 0,7 3 0,-1 7 0,-6-6 0,1 1 0,-3-6 0,3 5 0,3-7 0,-4 2 0,5-5 0,1-1 0,-6 0 0,1 0 0,1 0 0,3-7 0,1-3 0,0-7 0,-7 6 0,-5-1 0,-1 8 0,2-1 0,-4 3 0,7 2 0,-3 0 0,-4 0 0,8 0 0,-5 0 0,7 0 0,-3-2 0,3-4 0,-1 4 0,6-4 0,1-1 0,-1 1 0,6-5 0,0 5 0,0-8 0,-6 3 0,-2 1 0,-3-1 0,3 7 0,-7-5 0,5 5 0,-1-2 0,-9 10 0,3 13 0,-4 10 0,-2 5 0,2 10 0,2 4 0,3 6 0,3 5 0,-4 6 0,5 12 0,1-3 0,5 8 0,2-9 0,2 0 0,2-8 0,-2-4 0,-2-9 0,-2-10 0,-5-11 0,-1-7 0,-5-10 0,5-6 0,-7-12 0,4-4 0</inkml:trace>
  <inkml:trace contextRef="#ctx0" brushRef="#br0" timeOffset="28">28928 1152 8912,'9'-17'0,"1"0"0,-4-1 0,-3 7 0,9-1 0,1 7 0,10-5 0,6 3 0,3 3 0,9 2 0,-1 2 0,0 2 0,2 3 0,-8 5 0,3 9 0,-9 2 0,-3 2 0,-9 8 0,-11-3 0,-5 5 0,-5 3 0,-9 2 0,-7 2 0,-6-5 0,-7-7 0,0 1 0,-1 5 0,1-7 0,1-6 0,5-7 0,3-7 0,7-7 0</inkml:trace>
  <inkml:trace contextRef="#ctx0" brushRef="#br0" timeOffset="29">29616 739 8912,'-2'-17'0,"-4"0"0,-5 0 0,1 7 0,1 6 0,1 8 0,-3 13 0,5 12 0,-5 13 0,5 10 0,-6 1 0,7 10 0,1 0 0,2-2 0,2 4 0,0-7 0,0-3 0,0-9 0,8-4 0,5-10 0,6-5 0,4-10 0,8-7 0,-3-10 0,5-4 0,3-6 0,2-9 0,2-5 0,1-5 0,-7-6 0,-7-5 0,-4 0 0,-4-6 0,-2 6 0,-7 0 0,-5 6 0,-10 1 0,-7 5 0,-3 5 0,-2 11 0,-8 7 0,-4 10 0,-3 12 0,-3 14 0,3 7 0,3 8 0,4 4 0,8 1 0,7 1 0,5-1 0,5 1 0,5 0 0,15-8 0,14-4 0,10-12 0,13-5 0,4-6 0,8-5 0,-2-6 0,-4-12 0,-5-6 0,-12-10 0,-6 2 0,-12-2 0,-10 2 0,-13 3 0,-3 0 0,-2 0 0</inkml:trace>
  <inkml:trace contextRef="#ctx0" brushRef="#br0" timeOffset="30">28136 2665 8912,'-17'-17'0,"-2"0"0,-2-1 0,-2 1 0,2 0 0,2 0 0,-4 7 0,-2 3 0,0 1 0,0 0 0,0 2 0,4 8 0,-4 6 0,-1 5 0,3 0 0,-4 14 0,0 1 0,0 3 0,6 1 0,-2 1 0,4-1 0,4-1 0,4-3 0,5-1 0,4-2 0,2 1 0,2-5 0,4-4 0,3-7 0,8-1 0,6-1 0,0 1 0,8-3 0,-2-8 0,-3 0 0,3 0 0,0 2 0,5 2 0,-1 1 0,-5-1 0,-1-2 0,-4-2 0,-4 6 0,4-1 0,-12 9 0,-5-3 0,-4 6 0,-2 6 0,-4 4 0,-7 8 0,-3-1 0,-14 0 0,-3 1 0,-9-1 0,4 4 0,-4-3 0,9 1 0,4-13 0,2-2 0,10-10 0,7-3 0,8-8 0</inkml:trace>
  <inkml:trace contextRef="#ctx0" brushRef="#br0" timeOffset="31">28239 2854 8912,'-17'0'0,"6"0"0,-1 0 0,3 2 0,-3 4 0,7 5 0,3 4 0,2 5 0,0 2 0,2-1 0,3 8 0,5-6 0,7 4 0,2-2 0,4-4 0,-2-4 0,8-6 0,-1-3 0,7-8 0,-6 0 0,-1 0 0,-7-15 0,2-8 0,4-8 0,0-3 0</inkml:trace>
  <inkml:trace contextRef="#ctx0" brushRef="#br0" timeOffset="32">28360 2493 8912,'-19'17'0,"-4"-2"0,-4-3 0,0-6 0,2-4 0,8-2 0,0 0 0,7 0 0,3 0 0,30 0 0,0 0 0,21 0 0,0 0 0,0 0 0,-6 0 0,2 0 0,-4 5 0,-1 1 0,-3 6 0,-3-7 0,2 7 0,-9-7 0,1 7 0,-5-6 0,-1-3 0,-8 7 0,-1-8 0,-8 4 0,0-12 0,-2 4 0,-4-4 0,5-3 0,-7 7 0,8-13 0,0 13 0,0-6 0,0 8 0,8 8 0,-7 1 0,5 8 0,-4 1 0,-2-1 0,0 0 0,0-6 0,0 1 0,0 1 0,0-3 0,0 1 0,0-5 0,0 5 0,6-5 0,0 6 0,1-7 0,-1 7 0,3-1 0,9 5 0,-1-1 0,0 2 0,6-4 0,0 10 0,8 2 0,-3-2 0,3 10 0,-2 1 0,1 0 0,-7 8 0,-4-2 0,-5 1 0,-7 6 0,-7-1 0,-7-4 0,-5-2 0,-5-3 0,-6-3 0,2-7 0,-8-4 0,8-12 0,-2-5 0,4-6 0,2-6 0,2-5 0,3-12 0,6-6 0,5-3 0,1-3 0,0 1 0,1 0 0,5-1 0,4 1 0,7-1 0,8-5 0,3 0 0,5 0 0,1 6 0,3-1 0,3 1 0,4-1 0,7 1 0,-1 0 0,-4-1 0,0-5 0,-12 0 0,3-6 0,-14 6 0,-2-8 0,-10 4 0,-5 0 0,-4 4 0,-4 6 0,-4 5 0,-3 12 0,-9 11 0,1 8 0,0 10 0,-6 13 0,0 15 0,-6 7 0,6-1 0,2 4 0,2 2 0,8-3 0,-1-3 0,9 2 0,-1-8 0,8-2 0,7-2 0,14-11 0,9-8 0,8-1 0,12-12 0,3-8 0,6-12 0,6-10 0,6-14 0,1-4-210,5-8 1,-5-7 0,-7-2-1</inkml:trace>
  <inkml:trace contextRef="#ctx0" brushRef="#br0" timeOffset="33">30356 464 8912,'0'-17'0,"-6"0"0,1 0 0,-1-1 0,6 1 0,2 10 0,4 7 0,11 17 0,11 17 0,14 16 0,8 13 0,8 8 0,-28-32 0,1 2 0,0 0 0,1 2 0,2 7 0,1 3 0,0 4 0,-1 3-375,1 7 1,-2 3 0,-4 3-1,-2 1 375,0 6 0,-3 1 0,-6-4 0,-3 0 0,1 1 0,-3-1 0,-6-4 0,-3-1-225,-3-5 1,-2-2 0,-3 0 0,-3 0 224,-7-2 0,-1 0 0,1-2 0,-1 0 0,-4 3 0,-2-2 0,-1-1 0,-2-1 0,-1-3 0,-1 0 0,-4 4 0,-4-1 0,-5 0 0,-2 0 0,1 4 0,-2 0 0,-6 5 0,-2 0 0,1 0 0</inkml:trace>
  <inkml:trace contextRef="#ctx0" brushRef="#br0" timeOffset="34">6797 10385 8912,'-17'-18'0</inkml:trace>
  <inkml:trace contextRef="#ctx0" brushRef="#br0" timeOffset="35">6746 10316 8912,'-6'-17'0,"0"-1"0,-7 9 0,11-6 0,-6 5 0</inkml:trace>
  <inkml:trace contextRef="#ctx0" brushRef="#br0" timeOffset="36">6797 10402 8912,'8'25'0,"4"3"0,1 12 0,-2 6 0,-3 14 0,-8 8 0,-2 5 0,-6 11 0,-9 2 0,-9-4 0,-15-11 0,-3-12 0</inkml:trace>
  <inkml:trace contextRef="#ctx0" brushRef="#br0" timeOffset="37">6660 11313 8912,'-17'0'0,"-1"0"0,1 0 0,8-8 0,3-3 0,6-4 0,7-1 0,11 5 0,7-2 0,9 7 0,0 0 0,1 6 0,-3 0 0,-3 0 0,2 2 0,-8 4 0,3 9 0,-8 8 0,-5 8 0,-13-3 0,0 5 0,0 1 0,-2 0 0,-4 1 0,-3-1 0,-9 1 0,1-3 0,0-3 0,2 1 0,3-7 0,3 0 0,3-6 0,4-5 0,-4-1 0,6-7 0,6 2 0,6-4 0,12-2 0,11-2 0,9-4 0,13-3 0,6-9 0,6 1 0,6 0 0,-12 0 0,0 0 0,-8-8 0,-3-2 0</inkml:trace>
  <inkml:trace contextRef="#ctx0" brushRef="#br0" timeOffset="38">6815 12603 8912,'-2'9'0,"-4"-3"0,-5-4 0,-3-4 0,3-4 0,5-5 0,-4 3 0,1 0 0</inkml:trace>
  <inkml:trace contextRef="#ctx0" brushRef="#br0" timeOffset="39">6815 12482 8912,'17'-17'0,"0"7"0,0-3 0,0 7 0,1 3 0,-1 1 0,0-6 0,-2 8 0,-1-2 0,-3 6 0,-7 9 0,4-3 0</inkml:trace>
  <inkml:trace contextRef="#ctx0" brushRef="#br0" timeOffset="40">6952 12517 8912,'0'17'0,"0"0"0,0 0 0,0 0 0,0 1 0,2-3 0,4-2 0,5-1 0,10-3 0,2 3 0,10 1 0,1-7 0,3 7 0,9-1 0,-10-3 0,0 1 0,-7-1 0,-4 1 0,-2-4 0,-6 5 0,-8 1 0,-3 5 0,-6 0 0,-6 0 0,-5 6 0,-12 0 0,-4 7 0,-7-1 0,-6 4 0,0 1 0,-1 0 0,-1 1 0,6-8 0,-6 5 0,8-5 0</inkml:trace>
  <inkml:trace contextRef="#ctx0" brushRef="#br0" timeOffset="41">6987 13548 8912,'11'0'0,"-1"-2"0,-3-3 0,5 1 0,-6-8 0,-1 8 0,-7-3 0,-3 7 0,-7 2 0,-11 3 0,2 7 0,-7 11 0,5-2 0,-4 6 0,2-1 0,4 1 0,-2 2 0,6 5 0,-4 1 0,9-1 0,5-5 0,1-1 0,4-5 0,2 6 0,8-8 0,5 0 0,8-8 0,8-7 0,5-4 0,6-2 0,4-8 0,8-3 0,-6-5 0,0-1 0,-2 0 0,2 0 0,-4-8 0,-16-2 0,-1-7 0</inkml:trace>
  <inkml:trace contextRef="#ctx0" brushRef="#br0" timeOffset="42">6797 13737 8912,'-1'12'0,"-3"1"0,-4 4 0,-2 4 0,7 2 0,-5-6 0</inkml:trace>
  <inkml:trace contextRef="#ctx0" brushRef="#br0" timeOffset="43">6797 14030 8912,'0'66'0,"0"-2"0,8 12 0,2-9 0,7-2 0,2-2 0,4 2 0,-4-29 0,6-5 0</inkml:trace>
  <inkml:trace contextRef="#ctx0" brushRef="#br0" timeOffset="44">6970 14735 8912,'0'76'0,"0"2"0</inkml:trace>
  <inkml:trace contextRef="#ctx0" brushRef="#br0" timeOffset="45">6866 14649 8912,'10'-8'0,"3"4"0,-7-7 0,-2 7 0,-10-2 0,-4 4 0,-7 2 0,0 2 0,0 4 0,5 3 0,1 9 0,-1-1 0,3 0 0,-5 6 0,9 0 0,-7 7 0,7-1 0,1 3 0,2 3 0,2-3 0,0-3 0,7 3 0,5-3 0,9-2 0,2 2 0,6-8 0,-5 1 0,1-4 0,0-7 0,0-1 0,-2-5 0,-10-3 0,5 4 0,-13-4 0,3 0 0,-8 4 0,-13 3 0,-5 8 0,-12 1 0,-5-1 0,-1 0 0,-10 0 0,8-2 0,-2-3 0,-4 3 0,0-5 0</inkml:trace>
  <inkml:trace contextRef="#ctx0" brushRef="#br0" timeOffset="46">6591 14872 8912,'17'-17'0,"2"0"0,4-1 0,6-4 0,13-1 0,10 2 0,9 2 0,2-6 0,6-4 0,0-3-186,5-3 1,-1 7 185,-16-1 0,-1 15 0,-11 3 23,-10 0 0,-18 1 0,-9-7 0</inkml:trace>
  <inkml:trace contextRef="#ctx0" brushRef="#br0" timeOffset="47">6935 15629 8912,'-11'0'0,"-1"0"0,-1 0 0,-3 1 0,-1 3 0,0 2 0,6 2 0,-1-3 0,-1 7 0,-3 3 0,-1 10 0,2 4 0,3 5 0,7 6 0,3 4 0,2 8 0,0-3 0,0-3 0,7 2 0,7-8 0,5-4 0,4-5 0,7-12 0,-1-8 0,0-9 0,1-2 0,3-9 0,-2-6 0,-3-8 0,1 0 0,-4-8 0,-8 2 0,-7 5 0,-7 1 0,-6 4 0,-9 1 0,-13 9 0,-9 3 0,-8 6 0,-10 6 0,0 0 0,1 11 0,-1 4 0,1 13 0</inkml:trace>
  <inkml:trace contextRef="#ctx0" brushRef="#br0" timeOffset="48">6677 16712 8912,'-12'-16'0,"3"3"0,1 2 0,4 5 0,10-6 0,6 1 0,3 1 0,10-5 0,4 4 0,3-3 0,2 3 0,-1-3 0,-2 9 0,-3-1 0,3-2 0,-4 6 0,1-3 0,-7 10 0,2 9 0,-6 7 0,-5 7 0,1 13 0,-7 4 0,0 5 0,-6 2 0,0-1 0,0 3 0,0 1 0,0 2 0,-2-5 0,-4-6 0,-3-2 0,-9 2 0,1-12 0,0-11 0,0-12 0,0-5 0,-1-4 0,1-2 0</inkml:trace>
  <inkml:trace contextRef="#ctx0" brushRef="#br0" timeOffset="49">6815 17073 8912,'7'17'0,"-5"-7"0,13-3 0,-3-7 0,11 0 0,0-7 0,11-5 0,8-3 0,6-2 0,6-1 0,3 1 0,-3 0 0,3 0-172,-11 0 0,4 7 0,-6 2 0</inkml:trace>
  <inkml:trace contextRef="#ctx0" brushRef="#br0" timeOffset="50">7210 17675 8912,'-26'-8'0,"-7"-2"0,4-5 0,-1 4 0,1 5 0,-1 4 0,5 2 0,0 2 0,0 4 0,2 5 0,6 12 0,0-4 0,-1 6 0,1 0 0,0 3 0,7-1 0,5 2 0,3-6 0,2 3 0,2 1 0,3 0 0,7-6 0,11 2 0,4-6 0,7-5 0,8 3 0,4-4 0,-2 3 0,2-3 0,-8 4 0,2-3 0,-3 3 0,-5 4 0,-3 2 0,-6 2 0,-12 8 0,-5-3 0,-6 5 0,-6 1 0,-11 1 0,-12-1 0,-5-1 0,-6-5 0,2-3 0,-6-10 0,2-3 0,3-6 0,9-8 0,1-10 0,8-7 0,-2-15 0,6-14 0,5-4 0,5-9 0,9 2 0,5-2 0,10-4 0,8-2 0,10-2 0,9 6-1161,7 0 1161,1-8 0,15 1 0,-35 31 0,-1-1 0,2 0 0,1-2 0,0-2 0,1 0 0</inkml:trace>
  <inkml:trace contextRef="#ctx0" brushRef="#br0" timeOffset="51">8742 16746 8912,'-8'10'0,"5"-3"0,-9-7 0,8 0 0,-1 0 0,10 0 0,5 0 0,7 0 0,0 0 0,6-5 0,0-1 0,10-2 0,1 4 0,10-3 0,6-3 0,9-1 0,4-6 0,12 1-236,5 5 0,4-10 236,2 4 0,0-4 0,0 3 0,-7 1 0,-5 0 0,-5 0-65,-6 0 0,-2-1 65,-3 1 0,-12 8 0,-1 3 0,-14 4 0,-8 2 0,-4 0 0,-2 0 0,-7 0 0,-2 0 0</inkml:trace>
  <inkml:trace contextRef="#ctx0" brushRef="#br0" timeOffset="52">11994 10505 8912,'0'-17'0,"0"0"0,0-1 0,0 1 0,0 0 0,0 6 0,0-1 0,0-1 0,2 3 0,4-1 0,4 7 0,7-2 0,0 6 0,0 6 0,8 3 0,4 9 0,3-1 0,3 0 0,1-5 0,4-1 0,-3 0 0,3 7 0,-6-3 0,-5-4 0,1 3 0,-7-9 0,0 7 0,-6-6 0,-1 7 0,-5 0 0,-3 7 0,0 2 0,-7 9 0,5-2 0,-6 3 0,-6 3 0,3-1 0,-9 0 0,1 6 0,-7 1 0,7 4 0,0-5 0,-1 6 0,-5-6 0,5 8 0,1-2 0,5-4 0,-3-4 0,1-7 0,4-8 0,-5-12 0,-1-3 0,-7-8 0</inkml:trace>
  <inkml:trace contextRef="#ctx0" brushRef="#br0" timeOffset="53">12253 10883 8912,'19'-2'0,"4"-3"0,3-5 0,11-7 0,1 0 0,2-1 0,8 1 0,-4-2 0,0-2 0,-4-2 0,-4-7 0,6 3 0,2-7 0</inkml:trace>
  <inkml:trace contextRef="#ctx0" brushRef="#br0" timeOffset="54">13096 10436 8912,'-35'17'0,"9"-1"0,3-5 0,-2 6 0,2 1 0,4 8 0,5 7 0,-1 3 0,4 4 0,1-2 0,0 4 0,3-3 0,3-7 0,10-3 0,5-1 0,12 1 0,6-12 0,5-3 0,6-14 0,-1 0 0,7-2 0,-2-4 0,-6-5 0,0-5 0,-15-1 0,-8-6 0,-9 0 0,-4 0 0,-2 6 0,-13 8 0,-5 3 0,-16-2 0,-1 2 0,-5 3 0,0 8 0,4 7 0,-4 11 0,3 3 0,3 11 0,1 3 0,5 6 0,3-4 0,8 0 0</inkml:trace>
  <inkml:trace contextRef="#ctx0" brushRef="#br0" timeOffset="55">8742 14666 8912,'-11'-6'0,"-1"0"0,6-7 0,-5 1 0,-3-3 0,-1-2 0,6 7 0,3 3 0,12 7 0,3 0 0,8 0 0,1 0 0,1 0 0,2 0 0,2 0 0,7 0 0,-1 0 0,3 0 0,3 0 0,7-8 0,6-3 0,9-5 0,12-1 0,7 0 0,10 0 0,-5-6-197,-1 0 1,-3-4 196,-3 10 0,-1-4 0,-16 10 0,-1-3 0,-9 3 0,-3 5 0,-2 4 0,-9 2 0,-10 0 0,-12 0 0,-3 0 0</inkml:trace>
  <inkml:trace contextRef="#ctx0" brushRef="#br0" timeOffset="56">14025 10505 8912,'0'-17'0,"0"0"0,0-1 0,0 1 0,0 0 0,2 0 0,2 0 0,2-1 0,7 1 0,-2 0 0,7 2 0,3 1 0,3 3 0,3-2 0,-4 5 0,6 2 0,1 2 0,3-1 0,-4 3 0,-3-2 0,-1 6 0,-4 4 0,-2 7 0,-1-4 0</inkml:trace>
  <inkml:trace contextRef="#ctx0" brushRef="#br0" timeOffset="57">14421 10367 8912,'0'35'0,"0"-1"0,8 1 0,-5 1 0,9 4 0,-8 4 0,1 8 0,-3-7 0,-2 1 0,0-6 0,0 6 0,-2 0 0,-3-2 0,1-4 0,-8-11 0,1-4 0,-6-8 0,-1-8 0,1-9 0,0-9 0</inkml:trace>
  <inkml:trace contextRef="#ctx0" brushRef="#br0" timeOffset="58">14146 10729 8912,'-10'-12'0,"4"1"0,4 7 0,4-10 0,4 9 0,13-9 0,16 3 0,14-6 0,16-4 0,8-4 0,7-2 0,-34 10 0,0-2 0,34-18 0,4-5 0</inkml:trace>
  <inkml:trace contextRef="#ctx0" brushRef="#br0" timeOffset="59">15212 10230 8912,'-24'-17'0,"4"0"0,-2-1 0,2 9 0,3 3 0,-2 4 0,-6 2 0,-7 2 0,-7 4 0,-1 3 0,6 9 0,1 1 0,5 4 0,3 1 0,8 5 0,7 2 0,4-8 0,6 7 0,6-1 0,11 3 0,12 3 0,4-7 0,3-1 0,2 0 0,2 0 0,6-6 0,-6 1 0,-1 3 0,-11-2 0,-3 2 0,-8-2 0,-1 2 0,-5 3 0,-7 5 0,-16-4 0,-9 3 0,-19 2 0,-4-1 0,-5-4 0,3-6 0,5-4 0,7-10 0,5-3 0,6-12 0,12-5 0,13-20 0,15-9 0,23-17 0,18-12 0,-26 31 0,3 0-36,2-5 1,0 0-1,-2 0 1,1 0 0,2 0-1,0 0 1,-1-1 0,-1 0 35,-1-1 0,-1-2 0,3-4 0,-2-1 0,-5 0 0,-2-1 0,1-2 0,-1 1 0,-3 1 0,0 1 0</inkml:trace>
  <inkml:trace contextRef="#ctx0" brushRef="#br0" timeOffset="60">8897 10333 8912,'-29'10'0,"6"-3"0</inkml:trace>
  <inkml:trace contextRef="#ctx0" brushRef="#br0" timeOffset="61">8811 10333 8912,'25'-17'0,"5"0"0,9-1 0,12 1 0,12-2 0,14-2 0,9-2 0,-39 12 0,1 1 0,2 1 0,0 1 0,-1 2 0,-1 1 0,2-2 0,0 0 0,42 0 0,-1-1 0,3 0-634,-47-2 0,2-1 1,6 2-1,1-1 0,0-7 1,0 0-1</inkml:trace>
  <inkml:trace contextRef="#ctx0" brushRef="#br0" timeOffset="62">16486 10281 8912,'-17'-5'0,"-1"-3"0,1 0 0,2-1 0,2 1 0,1 1 0,1-5 0,-7 6 0,9-1 0,3 1 0,6 4 0,8-2 0,9 6 0,10 4 0,0 5 0,1-5 0,-1 8 0,4-5 0,-3 1 0,-14 5 0,1-6 0</inkml:trace>
  <inkml:trace contextRef="#ctx0" brushRef="#br0" timeOffset="63">16641 10367 8912,'0'37'0,"0"3"0,0 0 0,0 12 0,-2-5 0,-2 11 0,-4-5 0,-1-1 0,3-1 0,-5 1 0,-1-1 0,-5 1 0,5-2 0,1-4 0,5-3 0,-5-2 0,-8-20 0,0 2 0,-6-31 0,7-2 0</inkml:trace>
  <inkml:trace contextRef="#ctx0" brushRef="#br0" timeOffset="64">16486 10797 8912,'-15'-2'0,"3"-3"0,-1 1 0,7-8 0,0 9 0,6-5 0,10 6 0,7-4 0,12 4 0,17-3 0,7-3 0,16 0 0,0-1 0,7-10 0,3-8 0</inkml:trace>
  <inkml:trace contextRef="#ctx0" brushRef="#br0" timeOffset="65">17432 10436 8912,'-17'-23'0,"0"0"0,0-1 0,0 1 0,-3 11 0,-3 1 0,-9 7 0,-8 4 0,-6 2 0,6 4 0,0 5 0,7 12 0,4 6 0,6 3 0,1 2 0,4 1 0,-1-1 0,13 1 0,1-1 0,5 0 0,2 1 0,3-1 0,5-5 0,7-1 0,0 1 0,1 5 0,-1-1 0,0-4 0,-2 3 0,-3-3 0,-5 1 0,-7-1 0,8-4 0,2-8 0</inkml:trace>
  <inkml:trace contextRef="#ctx0" brushRef="#br0" timeOffset="66">17054 11090 8912,'-17'15'0,"-1"-9"0,1 11 0,-6-6 0,0 1 0,6-5 0,8-9 0,1-3 0,4-7 0,-4-11 0,3-5 0,5-12 0,5-6 0,15-6 0,-3-5 0,11 1 0,1-7 0,11 6 0,6-6 0,6 0 0,5 2 0,4-14 0,0 12 0,-1-13 0</inkml:trace>
  <inkml:trace contextRef="#ctx0" brushRef="#br0" timeOffset="67">8708 13651 8912,'-18'0'0,"9"0"0,24 0 0,8-5 0,25-3 0,7-2 0,12-3 0,21-4 0,-34 6 0,1-1 0,2-1 0,1-1 0,6-3 0,2 0 0,-2 0 0,0-1-315,-1 1 1,-2 0 0,-2 2-1,-1-1 315,0 0 0,-1-2 0,-3-3 0,-1-4 0,2-5 0,1-1 0</inkml:trace>
  <inkml:trace contextRef="#ctx0" brushRef="#br0" timeOffset="68">18585 10367 8912,'0'-28'0,"0"1"0,0 2 0,0 4 0,0 2 0,-2 4 0,-3 3 0,1 5 0,-8 7 0,-1 0 0,2 2 0,-5 5 0,-5 10 0,-4 10 0,2 6 0,-3 3 0,1 2 0,4 2 0,9 0 0,7-5 0,-3-1 0,2 1 0,2-3 0,2-3 0,8 1 0,0-7 0,9 0 0,2-6 0,3 1 0,8-1 0,1-6 0,5-1 0,1-1 0,-1 1 0,-5-1 0,0 3 0,-3 1 0,3-7 0,-4 5 0,-8-5 0,-7 8 0,-7-5 0,-14 6 0,-12-1 0,-8-3 0,-11-1 0,-4 1 0,4 3 0,2-9 0,4 1 0,1-6 0,9-2 0,3-4 0,6-9 0,5-10 0,6-3 0,4-9 0,4 1 0,4-10 0,11 0 0,12-5 0,5 5 0,7 0 0,-1 8 0,9-2 0,5 3 0,17 3 0,-1 0 0</inkml:trace>
  <inkml:trace contextRef="#ctx0" brushRef="#br0" timeOffset="69">19222 10539 8912,'-17'0'0,"-6"0"0,0 0 0,0 0 0,6 2 0,0 6 0,-1 9 0,3 2 0,4 10 0,-3 5 0,9 6 0,-1 1 0,6-7 0,2-2 0,3-3 0,5 2 0,7-8 0,2-8 0,2-9 0,2-5 0,-2-1 0,6-15 0,2-8 0,-4-9 0,-2-8 0,-4-4 0,-2-8 0,-2 1 0,-3-1 0,-5 6 0,-7 0 0,-2 8 0,-3-2 0,-5 6 0,-7 5 0,-6 6 0,-2 13 0,-2 10 0,-3 10 0,-3 5 0,-1 2 0</inkml:trace>
  <inkml:trace contextRef="#ctx0" brushRef="#br0" timeOffset="70">20788 10350 8912,'0'-26'0,"0"3"0,0 2 0,0 0 0,0-2 0,0 2 0,0 2 0,-8 9 0,-3-3 0,-10 7 0,-2 4 0,2 6 0,0 5 0,0 9 0,-2-1 0,2 0 0,2 0 0,2 0 0,-3 6 0,-1 2 0,-3 2 0,-3 3 0,6-3 0,-2 2 0,4-6 0,1 5 0,3 1 0,4-2 0,3-2 0,8-8 0,2 4 0,4-4 0,5 8 0,12-14 0,4 8 0,7-7 0,1-3 0,-1 3 0,6-6 0,0 5 0,1-5 0,-7 5 0,-1-5 0,-3 5 0,-5 3 0,-6 1 0,-6 4 0,-13 4 0,-11-2 0,-12 8 0,-11-1 0,-20 7 0,-3-1 0,-6 1 0,-4-9 0,-2-3 0,2-4 0,4-1 0,11-9 0,12-3 0,17-12 0,8-9 0,7-10 0,10-9 0,13-14 0,14-4 0,17-1 0,6-10 0,9 7-175,-4-1 1,1 4 174,-7 1 0,1 0 0,3 8 0,-3 4 0,-8 4 0,-6 2 0</inkml:trace>
  <inkml:trace contextRef="#ctx0" brushRef="#br0" timeOffset="71">21270 10522 8912,'-17'0'0,"-6"0"0,0 0 0,0 0 0,4 2 0,-2 4 0,-2 5 0,-8 5 0,3 1 0,-5 8 0,-1 3 0,1-1 0,4 2 0,5-1 0,8 7 0,5-3 0,5-3 0,4-4 0,2-8 0,10 0 0,7 0 0,8-1 0,9-5 0,2-5 0,5-4 0,-3-2 0,8 0 0,-2-8 0,2-3 0,1-5 0,-6-1 0,-1 0 0,-6 0 0,1-1 0</inkml:trace>
  <inkml:trace contextRef="#ctx0" brushRef="#br0" timeOffset="72">21201 10557 8912,'-9'7'0,"1"5"0,2 7 0,0 9 0,1 20 0,5 27 0,-2 20 0,0-37 0,0 3 0,-2 2 0,0 2 0,-1 3 0,1-1 0,1-7 0,0-1 0,-2 1 0,-1-2 0,0-6 0,0-3-259,-4 37 1,-12-7 0,2-11-1</inkml:trace>
  <inkml:trace contextRef="#ctx0" brushRef="#br0" timeOffset="73">8828 18070 8912,'0'17'0,"2"-9"0,4-8 0,5-10 0,10-5 0,4-2 0,4 0 0,7-1 0,6-5 0,10 1 0,7-3 0,4 2 0,12 2 0,5-8 0,4 6 0,4-5 0,2-3 0,2-1 0,-39 14 0,1 1-281,0 0 0,1 0 1,2-4-1,1 0 281,0-1 0,-2-2-230,-11 0 0,-2-2 1,39-25-1,-20-1 0</inkml:trace>
  <inkml:trace contextRef="#ctx0" brushRef="#br0" timeOffset="74">23060 10677 8912,'17'-10'0,"-2"-5"0,-3-6 0,-5 0 0,-1 2 0,0 2 0,-2 0 0,-8-1 0,-4 1 0,-1 0 0,-3 0 0,-3 0 0,1-1 0,3 1 0,-1 6 0,-5-1 0,6 8 0,-3-3 0,-3 1 0,-4 0 0,-4 3 0,2 8 0,-2 7 0,-3 11 0,-5-2 0,5 9 0,-5 5 0,-1 3 0,7 2 0,4-6 0,6 1 0,5-1 0,-1-5 0,7-1 0,0-7 0,14 2 0,4-11 0,5-6 0,6-5 0,3-1 0,9 0 0,-6-7 0,-1-5 0,1-1 0,5 2 0,-7-3 0,-4 8 0,-4-5 0,-2 5 0,1 2 0,-7 4 0,1 6 0,-9 6 0,3 11 0,-12 3 0,-5 9 0,-4 5 0,-3 0 0,1 8 0,0-2 0,0 1 0,0-1 0,5 0 0,1-12 0,7 5 0,-2-11 0,4-3 0,2-8 0,8-17 0,1-9 0</inkml:trace>
  <inkml:trace contextRef="#ctx0" brushRef="#br0" timeOffset="75">23455 10729 8912,'-7'-18'0,"-3"1"0,-7 0 0,0 7 0,0 3 0,-1 7 0,7 0 0,-1 0 0,3 7 0,-3 5 0,-3 3 0,13 2 0,-4 1 0,5-1 0,1 0 0,1-2 0,5-3 0,4 1 0,7-7 0,0-1 0,0-5 0,1 0 0,-1 0 0,0 0 0,0 0 0,0-7 0,-1-5 0,-5-3 0,-5-2 0,2 0 0,-3 0 0,-1-1 0,-10 1 0,-9 0 0,-8 0 0,-9 7 0,-3 4 0,1 5 0,-6 2 0,3 5 0,3 6 0,7 3 0,4 2 0,12 0 0,11 1 0,9-1 0</inkml:trace>
  <inkml:trace contextRef="#ctx0" brushRef="#br0" timeOffset="76">25193 10505 8912,'-1'-25'0,"-3"-3"0,-2-3 0,2 2 0,-5 6 0,-3 12 0,-3-2 0,-2 7 0,-6 8 0,0 9 0,0 6 0,-2 6 0,6 4 0,-4 7 0,4 1 0,2-1 0,7 1 0,4-1 0,-1-2 0,1-1 0,4-4 0,6-2 0,3-2 0,5-6 0,3-6 0,-3 1 0,5-9 0,6 3 0,-4-6 0,4-6 0,-2 3 0,0-9 0,2-1 0,-2-2 0,-4 3 0,-5 1 0,1 5 0,-7-6 0,-1 9 0,-5-5 0,-9 21 0,-8 6 0,-10 8 0,-6 9 0,1 1 0,3 9 0,-3-6 0,3 6 0,4-8 0,2 2 0,4-6 0,2-5 0,2 2 0,3-9 0,6-1 0,12-9 0,6-6 0,11-14 0,5-9 0,12-16 0,4-11 0</inkml:trace>
  <inkml:trace contextRef="#ctx0" brushRef="#br0" timeOffset="77">25572 10694 8912,'-29'-6'0,"1"1"0,1-1 0,-4 6 0,5 2 0,1 4 0,-4 9 0,6 8 0,0 5 0,6-5 0,7 6 0,5-6 0,3 6 0,6-5 0,7 1 0,12 0 0,8-4 0,3-9 0,6-5 0,0-7 0,2-2 0,-1-3 0,-5-5 0,4-7 0,-11-8 0,-6-4 0,-4 3 0,-2-3 0,-7 0 0,-7-5 0,-8 0 0,-13-1 0,-14 3 0,-14 3 0,-13 4 0,-10 8 0,-8 9-971,-9 8 971,-7 8 0,-3 7 0,45-7 0,-1 0 0,0 0 0,1 1 0,-1 1 0,0 1 0</inkml:trace>
  <inkml:trace contextRef="#ctx0" brushRef="#br0" timeOffset="78">8656 11966 8912,'36'-22'0,"3"-3"0,3-2 0,3-2 0,7 1 0,4 1 0,1 2 0,2 4 0,2-4 0,10 2 0,2 2 0,1 2 0,-7 10 0,-11 3 0,-7 4 0,-3 2 0,-7 2 0,3 2 0,-2 1 0,0-1 0,6-2 0,-6-2 0,-2-2 0,-9-3 0,-4-5 0,-8-7 0</inkml:trace>
  <inkml:trace contextRef="#ctx0" brushRef="#br0" timeOffset="79">8794 12465 8912,'-16'11'0,"5"1"0,5-8 0,12 2 0,3-5 0,9-1 0,-1 0 0,0 0 0,0 0 0,0 0 0,-3-5 0,3-1 0,-4-6 0,10 7 0,-3-3 0,-1 2 0,4-3 0,5-1 0,7-5 0,5 4 0,6-5 0,11-1 0,8-8 0,12-3 0,3-5 0,-36 10 0,0-4 0,34-26 0</inkml:trace>
  <inkml:trace contextRef="#ctx0" brushRef="#br0" timeOffset="80">27844 10643 8912,'5'-12'0,"1"1"0,-2-3 0,0-1 0,1-2 0,-3 0 0,4-1 0,-4 1 0,-2 0 0,0 0 0,-2 0 0,-4-1 0,-5 9 0,-12 3 0,-6 4 0,-3 2 0,-10 10 0,-4 7 0,-4 8 0,0 11 0,3 2 0,1 2 0,9 6 0,3-6 0,9-1 0,14-11 0,-3-3 0,9-8 0,1-1 0,9-5 0,7-5 0,3-4 0,10-2 0,4 0 0,9-8 0,2-3 0,2-10 0,-2-2 0,-3-2 0,3 2 0,-6 6 0,-5-2 0,-6 5 0,-4 1 0,-2 3 0,0-1 0,-7 7 0,-2-4 0,-8 10 0,-2 6 0,-4 9 0,-4 10 0,-7 11 0,0 4 0,0 2 0,5 2 0,1 5 0,-1 1 0,-5 0 0,2-1 0,3 1 0,-3-8 0,4-4 0,3-4 0,2-1 0,4-9 0,10-9 0,2-9 0</inkml:trace>
  <inkml:trace contextRef="#ctx0" brushRef="#br0" timeOffset="81">28377 10591 8912,'-44'10'0,"-4"-3"0,8-7 0,-2 8 0,4 3 0,-2 5 0,1 1 0,11 2 0,5 4 0,6-4 0,5 4 0,-1-4 0,7-2 0,4 0 0,6 0 0,6 1 0,7-1 0,8 6 0,3 0 0,5 0 0,1-6 0,1 0 0,-1 0 0,-1 0 0,-5 1 0,3 1 0,-8 2 0,-2 2 0,-2-2 0,-4-2 0,-3-2 0,-5 0 0,-7 0 0,-4-1 0,-7-5 0,-2 8 0,-16-7 0,-2 7 0,-7-8 0,-4 3 0,-2-3 0,6-3 0,-12-24 0,6-3 0</inkml:trace>
  <inkml:trace contextRef="#ctx0" brushRef="#br0" timeOffset="82">28033 10608 8912,'8'-25'0,"5"-1"0,8-3 0,8 0 0,17 1 0,17-7 0,-18 17 0,5 2 0,13-1 0,4 1 0,4 1 0,2 0 0,2 0 0,3 1 0,9 0 0,3-1-1282,-22 5 1,2-2 0,-1 0 1281,-3-1 0,-1-1 0,3-1 0,11-3 0,4-2 0,-2-1 0,-5-3 0,-1 1 0,1-1 0</inkml:trace>
  <inkml:trace contextRef="#ctx0" brushRef="#br0" timeOffset="83">8346 7909 8912,'-2'9'0,"-2"-1"0,-1 0 0,-3-6 0,2 3 0,3-3 0,-9-2 0,6 0 0,-5 0 0,5 0 0,-5 0 0,5 0 0,-6 0 0,7 0 0,-7 0 0,6 0 0,-5 0 0,5 6 0,-5 0 0,5 1 0,-5-1 0,5-4 0,-6 4 0,7-2 0,-7 1 0,8-3 0,-11 6 0,4-8 0,3 0 0,0 0 0,6 0 0,-3 0 0,3 0 0,-6 0 0,8 0 0,-8 0 0,7 0 0,-7 0 0,6 0 0,-4 0 0,4 0 0,-13 0 0,13 0 0,-7 0 0,3 0 0,4 0 0,-6 0 0,8 0 0,0 0 0,8 0 0,-4 2 0,7 3 0,-5-3 0,5 4 0,1-4 0,5-2 0,0 0 0,-5 0 0,-1 0 0,3 0 0,1 0 0,2 0 0,0 0 0,1 0 0,-1 0 0,6 0 0,0 0 0,7-2 0,-1-4 0,9 4 0,4-5 0,0 1 0,0 0 0,4-5 0,-6 5 0,8-5 0,-2 5 0,-4-5 0,-2 5 0,-3-2 0,-3 2 0,0 3 0,-1-7 0,-4 2 0,-6 5 0,-4 1 0,-2 2 0,0 0 0,0 0 0,1 0 0,-1 0 0,0 0 0,2 0 0,4 0 0,-2 0 0,8 0 0,1 0 0,10 0 0,-1-2 0,7-4 0,-8 4 0,2-4 0,-4 4 0,-1 2 0,-1 0 0,1 0 0,-3 0 0,-3 0 0,-4 0 0,0 0 0,-4 0 0,7 0 0,-5 0 0,6 0 0,0 0 0,5 0 0,8 0 0,4 0 0,6 0 0,5 0 0,-4 0 0,5 0 0,-3 0 0,3 0 0,-13 0 0,1 0 0,-7 0 0,-5 0 0,2 0 0,5 0 0,-11 0 0,5 0 0,-5 0 0,5 0 0,-1 6 0,0 0 0,7 2 0,1-5 0,2 5 0,3 2 0,5-5 0,5 7 0,-9-8 0,4 1 0,-4 3 0,3-2 0,7 1 0,-3-3 0,-3 4 0,-5 1 0,-1-3 0,6 6 0,-2-7 0,-4 7 0,-2-7 0,-4 7 0,-2-6 0,8 5 0,-6-1 0,6 1 0,-6 4 0,6-3 0,2 3 0,9 2 0,-19-7 0,2-2 0</inkml:trace>
  <inkml:trace contextRef="#ctx0" brushRef="#br0" timeOffset="84">12407 8218 8912,'52'8'0,"0"-6"0,-1 13 0,-5-7 0,0 3 0,0 3 0,6-9 0,-1 7 0,1-6 0,5-1 0,1-5 0,-1 2 0,2 4 0,-5-4 0,3 4 0,-9 1 0,-2-1 0,0 0 0,5-6 0,1 5 0,0 1 0,5 6 0,0-7 0,6 3 0,-5-2 0,5-4 0,-6 3 0,-7 3 0,-10 0 0,-4-1 0,-1 1 0,-3 3 0,-3-5 0,4 6 0,-5-7 0,7 7 0,5-7 0,4 7 0,7-6 0,3-1 0,3 3 0,-3-4 0,3 7 0,-3-7 0,-3 2 0,-7 2 0,-3-3 0,-5 1 0,-2-6 0,1 0 0,-1 0 0,-1 6 0,-5-1 0,5 1 0,-5-6 0,11 0 0,1 0 0,2 0 0,-2 0 0,-2 0 0,10 0 0,2 0 0,0 0 0,-1 0 0,-9 0 0,-3 0 0,3 0 0,-4 0 0,-1 0 0,-1 0 0,0 0 0,1 0 0,-1 0 0,6 0 0,1 0 0,1 0 0,-2 0 0,-2-6 0,8 1 0,-8-1 0,2 6 0,-3 0 0,-3 0 0,1 0 0,-1 0 0,0-2 0,1-4 0,1 4 0,4-3 0,-1 3 0,6 2 0,-4-2 0,4-4 0,1 2 0,6-7 0,0 7 0,-1-2 0,-1-1 0,-4 1 0,2-6 0,-8 7 0,6-3 0,-6 4 0,0-1 0,2 1 0,-6-4 0,5 2 0,2-1 0,3 1 0,2 4 0,-2-4 0,4-1 0,-4 1 0,3 0 0,3 6 0,-8 0 0,-4 0 0,-2 0 0,3 0 0,-9-5 0,8-1 0,-9 0 0,3 6 0,1 0 0,-7 0 0,5 0 0,1 0 0,3 0 0,3 0 0,-4-6 0,4 1 0,2-1 0,-2 6 0,6 0 0,-6 0 0,3-6 0,-3 0 0,-4 1 0,4 5 0,-4 0 0,-1 0 0,-6 0 0,-1 0 0,1 0 0,5 0 0,1 0 0,-1 0 0,1 0 0,-1 0 0,2 0 0,5 0 0,-5-2 0,6-2 0,-2-2 0,0 2 0,0-3 0,-5 1 0,-3 0 0,-3 6 0,-4-5 0,-8-1 0,0 0 0,0 6 0,1-2 0,-1-4 0,0 5 0,0-5 0,1 4 0,-1 2 0,0-6 0,0 0 0,0 1 0,1 5 0,-1-2 0,0-4 0,0 4 0,0-4 0,1 5 0,-1 1 0,6 0 0,0 0 0,0 0 0,-6 0 0,0 0 0,0 0 0,0 0 0,1 0 0,-1 0 0,-6 0 0,1 0 0,-6 0 0,5 0 0,-7 0 0,5 0 0,-3 0 0,-4 0 0,8 0 0,-5 0 0,-3 0 0,8 0 0,-4 0 0,-5 0 0,7 0 0,-8 0 0,0 0 0,-8 0 0,7 0 0,-15 0 0,12 0 0,-7 0 0,5 0 0,-5 0 0,1 7 0,-1 5 0,-12 5 0,0 6 0,-23 3 0,-8 1 0,-14-2 0</inkml:trace>
  <inkml:trace contextRef="#ctx0" brushRef="#br0" timeOffset="85">17278 12534 8912,'17'-2'0,"0"-4"0,0-5 0,-2 1 0,-1 1 0,-5-1 0,-1 0 0,5-1 0,-3-6 0,1 0 0,1-1 0,-3 1 0,5 0 0,-3 0 0,-1 0 0,1-1 0,-5 1 0,-4 0 0,-2 0 0,0 5 0,0 1 0,0-2 0,0 5 0,0-2 0,0 5 0,-8 3 0,-3-4 0,1 4 0,-1 2 0,-4 0 0,-6 0 0,1 2 0,-3 4 0,2 3 0,-2 9 0,2 1 0,-7 4 0,7-2 0,-2 7 0,9 1 0,3 5 0,7 1 0,-2-1 0,6-5 0,6-1 0,11 1 0,12 5 0,9-5 0,2 0 0,6-3 0,-6 3 0,6-2 0,-6-4 0,1-4 0,-9 4 0,-3-4 0,-6-2 0,-12 0 0,-5 0 0,-6 1 0,-6-1 0,-7 0 0,-16 0 0,0 2 0,-13 0 0,0 1 0,-4-5 0,10-9 0,2-1 0,5-3 0,0-2 0,-1-4 0,7-7 0,8-8 0,9-16 0,4-1 0,4-4 0,5-6 0,11-3 0,7-1 0,9 4 0,0-4 0,1 4 0,5 1 0,0-7 0,8 12 0,-4-10 0</inkml:trace>
  <inkml:trace contextRef="#ctx0" brushRef="#br0" timeOffset="86">18035 12207 8912,'-18'27'0,"1"-4"0,0-12 0,-2 5 0,-4-5 0,4 14 0,-4 7 0,4 10 0,2 8 0,7-2 0,4 9 0,6 2 0,6-1 0,4-9 0,7-9 0,8-11 0,3-6 0,5-6 0,1-5 0,-5-5 0,0-7 0,-3-4 0,5-5 0,-4-10 0,-2-6 0,-2-4 0,-6-5 0,-2-8 0,-3-4 0,-5-2 0,-7 2 0,-2-1 0,-3 7 0,-7-1 0,-11 7 0,-4 2 0,1 3 0,-7 6 0,4 12 0,-1 3 0,1 8 0,-1 0 0,7 0 0,5 8 0,9 3 0,1 4 0,10 2 0,8 1 0</inkml:trace>
  <inkml:trace contextRef="#ctx0" brushRef="#br0" timeOffset="87">18568 12070 8912,'19'-27'0,"2"2"0,-15 8 0,0 0 0,-6 7 0,0 6 0,0 16 0,-6 13 0,-2 17 0,1 3 0,-1 9 0,2-3 0,6 7 0,0 3 0,0 2 0,0-2 0,0 2 0,2-6 0,4 6 0,-2-9 0,7-2 0,-7-10 0,2-14 0,-4-5 0,-10-11 0,-1-5 0</inkml:trace>
  <inkml:trace contextRef="#ctx0" brushRef="#br0" timeOffset="88">18362 12620 8912,'-2'-17'0,"-2"-1"0,-2 1 0,2 0 0,2 0 0,2 0 0,2 5 0,4 1 0,11-1 0,12-5 0,5-2 0,7-4 0,10 4 0,12-4 0,12-4 0,5-1 0,6-5-524,-40 16 0,0 0 524,34-18 0,4 1 0,-15 0 0</inkml:trace>
  <inkml:trace contextRef="#ctx0" brushRef="#br0" timeOffset="89">19308 11984 8912,'10'-25'0,"-3"11"0,-7-3 0,-2 4 0,-3-4 0,-5 5 0,-7 1 0,-6 7 0,0-2 0,-6 6 0,4 8 0,-1 7 0,-5 6 0,6 10 0,2-3 0,6 5 0,6 1 0,3 2 0,8 5 0,0-5 0,0 4 0,2-6 0,4-5 0,3 4 0,8-5 0,1 5 0,-1 1 0,0-5 0,2-1 0,2 3 0,2 1 0,-2-5 0,-9-4 0,1 2 0,-7-2 0,5 0 0,-5-6 0,-2 0 0,-10 0 0,-3-1 0,-9-5 0,-5 2 0,0-7 0,-1 0 0,3-6 0,-2 0 0,2 0 0,1-13 0,3-5 0,2-5 0,3 1 0,-1-5 0,7-8 0,1-1 0,5-4 0,1 4 0,5-4 0,6 5 0,3 7 0,4-5 0,4 4 0,4-1 0,7 1 0,1-1 0,-1 7 0,8-6 0,4 6 0,6-2 0,5 4 0,4-2 0,0 2 0,4-5 0,-7-3 0,-3 2 0,-9-1 0,-11 5 0,-13-6 0,-2 2 0,-3-1 0,-8 8 0,-3 9 0,-12 7 0,-5-2 0,-4 6 0,-5 6 0,-1 9 0,-1 12 0,-9 2 0,2 11 0,2 4 0,-1 2 0,12 1 0,-1-1 0,12 2 0,-1-8 0,-2 6 0,2-6 0,5-2 0,4-1 0,7-9 0,7 1 0,2-10 0,4-2 0,2-7 0,4-10 0,3-2 0,-3-4 0,7-5 0,1-12 0,-7-6 0,-3-3 0,-6-3 0,-10 1 0,5-8 0,-7-2 0</inkml:trace>
  <inkml:trace contextRef="#ctx0" brushRef="#br0" timeOffset="90">19807 11898 8912,'0'17'0,"0"0"0,0 0 0,0 0 0,0 8 0,0 4 0,6 11 0,0 6 0,5 11 0,-3 8 0,1 8 0,5 7 0,-5 4 0,3 2 0,-8-2-788,1-4 788,-3-3 0,-2-16 0,0-2 0</inkml:trace>
  <inkml:trace contextRef="#ctx0" brushRef="#br0" timeOffset="91">17845 13600 8912,'-26'0'0,"3"-2"0,11-4 0,10-5 0,12-5 0,20-1 0,28-2 0,16-6 0,14-9 0,-40 14 0,0-2 0,3-4 0,1 0 0,0 1 0,-1 1 0,1-1 0,0 2 0,-1 1 0,1 0-181,0 0 0,-1 2 0,-3 3 0,0 1 181,44-7 0,-12 6 0,-6 6 0,-5 1 0,-9 6 0,-15-1 0,-10-9 0,-18 5 0</inkml:trace>
  <inkml:trace contextRef="#ctx0" brushRef="#br0" timeOffset="92">19050 13651 8912,'-17'0'0,"5"0"0,1 0 0,7-7 0,0-5 0,8-3 0,6 0 0,7 3 0,0 5 0,0 7 0,2 0 0,2 1 0,2 5 0,-2 6 0,-2 9 0,-1 2 0,-3 7 0,-4-1 0,3 5 0,-8 6 0,-1 4 0,-5 8 0,0-1 0,0 1 0,-13 5 0,-4 1 0,-12-3 0,0-7 0,-3-4 0,-3-2 0,-5-4 0,0-9 0,0-6 0,6-12 0,1-3 0,4-8 0,6-16 0,12-7 0,3-9 0,8-8 0,0-4 0,0-8 0,2 1 0,6-1 0,7 1 0,6-1 0,8 10 0,-6 8 0,7 3 0,-1 14 0,4 3 0,1 14 0,0 4 0,1 8 0,-1 7 0,1 15 0,1 1 0,2-3 0,4-1 0,2-3 0,8-5 0,5 6 0,6-14 0,-5 2 0,7-11 0,-2 0 0,2-14 0,-2-9 0,-11-15 0,-10-12 0</inkml:trace>
  <inkml:trace contextRef="#ctx0" brushRef="#br0" timeOffset="93">20685 12843 8912,'-17'-7'0,"7"-3"0,4-1 0,12-1 0,6 3 0,10-3 0,7-3 0,11 3 0,6-3 0,4-2 0,2 5 0,-1 1 0,7 5 0,-1-5 0,-5 7 0,-7-2 0,-6 4 0,-5 10 0,-9 2 0</inkml:trace>
  <inkml:trace contextRef="#ctx0" brushRef="#br0" timeOffset="94">21012 13290 8912,'-35'17'0,"9"1"0,1-9 0,15-1 0,4-10 0,14-4 0,9-5 0,16-12 0,13-6 0,3-3 0,3-3 0,5-1 0,1-4 0,1 2-213,-2-8 1,12 0 0,10-6 0</inkml:trace>
  <inkml:trace contextRef="#ctx0" brushRef="#br0" timeOffset="95">22216 12448 8912,'-19'-6'0,"-4"0"0,2 1 0,-7 5 0,-1-6 0,-5 0 0,-1 2 0,1 10 0,5-2 0,0 7 0,14 3 0,-2 9 0,11-2 0,0 7 0,4 3 0,2 1 0,14 3 0,3-1 0,10 6 0,-4 0 0,5 1 0,-5-7 0,6 6 0,-6 0 0,0 0 0,-6-5 0,0-3 0,1-3 0,-9 3 0,-3-5 0,-4 2 0,-2-1 0,-8-5 0,-3 6 0,-10-8 0,-2 2 0,-6-6 0,6-6 0,0-3 0,6-8 0,0-4 0,-1-7 0,9-3 0,3-14 0,4-9 0,4-6 0,4-3 0,5 0 0,5 0 0,1-6 0,2 7 0,4-1 0,2 8 0,3-3 0,3 5 0,-8 2 0,8-1 0,-5 1 0,9 0 0</inkml:trace>
  <inkml:trace contextRef="#ctx0" brushRef="#br0" timeOffset="96">22733 12517 8912,'17'0'0,"6"-2"0,0-4 0,5 4 0,-5-4 0,8 4 0,-2 2 0,7 8 0,0 5 0,-5 7 0,-4 2 0,-4 17 0,-6 1 0,-8 8 0,-3 3 0,-14 3 0,-9 3 0,-8-4 0,-9 5 0,0 1 0,-1-4 0,1-5 0,-1-8 0,3-6 0,3-1 0,4-10 0,8-8 0,8-8 0,-5-11 0,8-3 0,1-7 0,5-11 0,0-5 0,0-5 0,7-1 0,5-1 0,3 3 0,2 3 0,0 4 0,1 8 0,1 6 0,4-1 0,0 8 0,11-1 0,-1 3 0,14 2 0,9 0 0,11 0 0,9-6 0,10 0 0,0-3-227,0-3 0,8-7 1,-46 2-1,0 0 1</inkml:trace>
  <inkml:trace contextRef="#ctx0" brushRef="#br0" timeOffset="97">27035 9886 8912,'0'-17'0,"0"0"0,2 1 0,3 5 0,-1 5 0,8 14 0,3 9 0,6 10 0,6 13 0,9 8 0,4 11 0,6 15 0,-14-31 0,1 2 0,3 9 0,3 1 0,8 7 0,3 2 0,5 5 0,1 2 0,3 1 0,1 1-572,0 2 0,0 1 0,2-3 0,-1-1 572,-6 1 0,-1-3 0,-4-11 0,1-5 0,-5-6 0,0-4 0,-3-7 0,0-4 0,35 13 0,-7-4 243,-6 0 0,-25-11-243,-6 3 0,-12-9 0,-11 4 0,-3-8 0,-8 2 0,0-8 0,-2-9 0,-4-12 0,4-23 0,-21-7 0,4-16 0</inkml:trace>
  <inkml:trace contextRef="#ctx0" brushRef="#br0" timeOffset="98">28360 9456 8912,'-13'-40'0,"-3"-2"0,1-2 0,2-4 0,9 8 0,-2 6 0,4 13 0,0 13 0,-4 6 0,-5 18 0,-12 24 0,-8 30 0,9-20 0,-1 4 0,-2 12 0,0 5-409,-9 13 0,-1 4 0,13-26 0,0 2 0,-1 1 409,-3 6 0,-1 2 0,0 1 0,-3 5 0,0 2 0,-2 1 0,-3 8 0,-1 0 0,-2 2 0,8-20 0,-1 0 0,-1 1 0,1 0 0,-3 4 0,0 0 0,0 0 0,2 0 0,2-4 0,2 0 0,0 0 0,1 0-304,1-1 0,1 0 0,1 0 0,2-1 0,-5 17 0,3-1 0,2-1 304,3-5 0,2 0 0,1-2 0,1-3 0,1-1 0,1-1 0,3-2 0,0-1 0,1-2 0,-3 24 0,0-2 0,3-7 0,0-2 0,-1-3 0,-1-1 0,2-6 0,1-1 0,1 1 0</inkml:trace>
  <inkml:trace contextRef="#ctx0" brushRef="#br0" timeOffset="99">17553 16127 8912,'0'-17'0,"0"0"0,0 0 0,0-1 0,0 1 0,0 0 0,0 0 0,0 0 0,0-1 0,0 1 0,0 0 0,0 0 0,0 0 0,-2 5 0,-2 1 0,-4-1 0,-1 3 0,-4 1 0,-10 8 0,2 0 0,-10 0 0,-3 2 0,-5 4 0,-7 3 0,6 8 0,-6 3 0,4 2 0,2 7 0,4 4 0,-1 3 0,15 4 0,-1-4 0,5 4 0,9 2 0,3-1 0,8-7 0,9-5 0,10-3 0,20 3 0,3 2 0,7-8 0,9 5 0,1-5 0,2-2 0,0-2 0,-8 4 0,3 0 0,-14 0 0,-10-6 0,-7 6 0,-10 0 0,-9 8 0,-8-3 0,-12 7 0,-16 5 0,-9-2 0,-14 8 0,-9-4 0,-1 0 0,0-10 0,4-5 0,11-10 0,6-5 0,5-10 0,6-2 0,7-10 0,10-13 0,4-5 0,8-13 0,4-8 0,8-9 0,1-1 0,16 2 0,5-2 0,8-6 0,2 2 0,4-2 0,2 6 0,1 1 0,7 7-108,-1 5 0,-1-2 108,-11 8 0,-2 0 0,-9 5 0,0 1 0,1 0 0,-1-1 0</inkml:trace>
  <inkml:trace contextRef="#ctx0" brushRef="#br0" timeOffset="100">18224 16144 8912,'-25'0'0,"-4"0"0,-3 2 0,-2 4 0,5 11 0,0 12 0,0 13 0,-3 9 0,3 11 0,6 4 0,12 9 0,5-1 0,18 9 0,9-7 0,7-3 0,9-10 0,9-17 0,-1-12 0,5-9 0,2-14 0,-3-7 0,-3-15 0,-9-9 0,-9-14 0,-7-10 0,2-7 0,-5-3 0,-7-9 0,-3 6 0,-8-6 0,0 5 0,0-5 0,-2 8 0,-4-2 0,-9 3 0,-8 3 0,-14 7 0,1 5 0,-8 11 0,-9 11 0,-12 17 0,-10 17 0,31 4 0,0 5-600,1 8 0,0 1 600,-2 1 0,0 1 0,1 8 0,0 2 0,-1-2 0,-2 1 0,0 4 0,-1 0 0</inkml:trace>
  <inkml:trace contextRef="#ctx0" brushRef="#br0" timeOffset="101">12493 16952 8912,'2'-15'0,"4"4"0,-4-5 0,4 5 0,-4-4 0,-2-3 0,0 1 0,0 6 0,0-1 0,0-1 0,2 5 0,3 3 0,-3 5 0,4 7 0,-4 10 0,-2 10 0,0 6 0,0 1 0,0 0 0,0 1 0,-6 5 0,0 0 0,1-2 0,-3-1 0,6 3 0,-4-2 0,3-4 0,-3-3 0,4-4 0,-4 1 0,4-5 0,2-4 0,0-2 0,0-7 0,0-10 0,-7-17 0,-3-10 0</inkml:trace>
  <inkml:trace contextRef="#ctx0" brushRef="#br0" timeOffset="102">12304 17193 8912,'-17'0'0,"0"0"0,7 2 0,4 4 0,-1-2 0,1 7 0,2 2 0,4 3 0,6-1 0,7-2 0,8-1 0,0-6 0,8 3 0,2 1 0,1-1 0,-3-3 0,0 5 0,-3-7 0,3 2 0,2-4 0,-8-2 0,0 0 0,1 8 0,3 1 0</inkml:trace>
  <inkml:trace contextRef="#ctx0" brushRef="#br0" timeOffset="103">12803 17073 8912,'-17'0'0,"0"2"0,0 3 0,-2 13 0,-4 10 0,-4 7 0,-8 5 0,3 4 0,3 7 0,6 1 0,4-1 0,10-1 0,3-4 0,4-4 0,2-15 0,0-2 0</inkml:trace>
  <inkml:trace contextRef="#ctx0" brushRef="#br0" timeOffset="104">11736 18104 8912,'0'-17'0,"0"6"0,-2-1 0,-1-1 0,-3-2 0,-2-3 0,2 1 0,5 0 0,-7 7 0,8 10 0,0 12 0,0 5 0,0 6 0,2 6 0,4 11 0,-5-2 0,5 8 0,-4-6 0,0 4 0,2-2 0,2-4 0,-1-3 0,-5-7 0,0 3 0,0-8 0,0 0 0,0-6 0,0-8 0,0-1 0,0-31 0,0-11 0,0-12 0,0-6 0,0 1 0,0-1 0,0 1 0,0 7 0,0 3 0,0 5 0,2 4 0,2 3 0,2 6 0,1 12 0,-1 5 0,-2 4 0,7 2 0,-5 10 0,6 7 0,-1 8 0,6 9 0,-5 0 0,-1 1 0,1-1 0,5 1 0,-6-3 0,1-3 0,-3 1 0,5-5 0,-3 2 0,-7-6 0,2 2 0,3-12 0,-7-3 0,6-10 0,-8-4 0,0-5 0,0-14 0,0-8 0,0-5 0,0-4 0,0 2 0,6 4 0,0-4 0,-1 11 0,-5 6 0,2 4 0,4 2 0,3 9 0,9 8 0,-3 10 0,-4 13 0,10-2 0,-3 7 0,3-1 0,-4 2 0,6-3 0,0-3 0,2-9 0,-2 3 0,1-6 0,7 1 0,-4-6 0,-2-4 0,0-8 0,-3 0 0,-8-9 0,3-2 0,-5-1 0,-1-5 0,-3 4 0,-8 2 0,0 0 0,0 0 0,-8 0 0,-3 1 0,-5 5 0,-1 5 0,0 4 0,0 2 0,-1 2 0,1 4 0,0 5 0,0 12 0,1 4 0,5 0 0,3 5 0,8-3 0,0 7 0,0-1 0,4 3 0,8-10 0,9-3 0,17-4 0,4-7 0,2-9 0,2-5 0,5-5 0,-7-13 0,-3-10 0,3-5 0,0-1 0</inkml:trace>
  <inkml:trace contextRef="#ctx0" brushRef="#br0" timeOffset="105">12820 17967 8912,'-17'-17'0,"0"7"0,0 4 0,0 4 0,-1 2 0,1 2 0,0 4 0,2 11 0,3 12 0,-1 3 0,7 3 0,0 5 0,6 0 0,0 8 0,2-4 0,4 0 0,5-4 0,5-4 0,1-2 0,0 1 0,0-10 0,1-8 0,-1-8 0,0-10 0,0-5 0,0-6 0,1-13 0,-1-9 0,0-8 0,0-9 0,-1-1 0,-5 0 0,2 1 0,-7-1 0,2-5 0,-2 0 0,-5-5 0,5 9 0,-4 5 0,-2 4 0,0 12 0,0 9 0,0 11 0,0 12 0,0 12 0,0 18 0,0 11 0,0 6 0,0 5 0,0-1 0,0 1 0,0 5 0,0 1 0,8-1 0,3-5 0,-1-9 0,1-2 0,1-7 0,5-5 0,-2-5 0,-1-8 0,-3-5 0,3-5 0,-1-6 0,-2-6 0,5-9 0,-5-8 0,-1-8 0,1 3 0,-5-7 0,3-3 0,-1-2 0,-4 2 0,4 7 0,-3 3 0,1 7 0,-6-2 0,0 4 0,2 3 0,2 7 0,2 9 0,-3 9 0,1 9 0,2 4 0,-2-1 0,7 8 0,-5 5 0,5 7 0,-7-7 0,4-5 0,-2-1 0,-1-1 0,7-2 0,-6-8 0,5 0 0,-5 0 0,7-7 0,-11-2 0,11-16 0,-7-3 0,0-20 0,-6-5 0</inkml:trace>
  <inkml:trace contextRef="#ctx0" brushRef="#br0" timeOffset="106">13285 17864 8912,'-6'-12'0,"1"1"0,-7 5 0,6-5 0,1 7 0,5-4 0,0 0 0,13 7 0,4-5 0,4 4 0,4 2 0,2 0 0</inkml:trace>
  <inkml:trace contextRef="#ctx0" brushRef="#br0" timeOffset="107">13646 18018 8912,'-17'0'0,"6"-5"0,-1-1 0,1-6 0,-6 7 0,-1-1 0,1 6 0,0 0 0,0 2 0,0 4 0,1 5 0,5 12 0,-3-2 0,9 8 0,-1-1 0,6 7 0,0-1 0,0 1 0,0-3 0,0-3 0,2-6 0,4-4 0,-3-4 0,9-4 0,-1-3 0,7-8 0,-1-8 0,0-3 0,6-12 0,0-6 0,2-3 0,-2-2 0,-4-1 0,4 1 0,-4 1 0,-2 5 0,-2 3 0,-3 8 0,-3-1 0,-3 1 0,-4 8 0,6 1 0,-10 10 0,-4 4 0,4 3 0,-4 8 0,5 1 0,1-1 0,0-6 0,0 1 0,1-8 0,5 1 0,4-3 0,7-2 0,0 0 0,0 0 0,6 0 0,0-2 0,-2-3 0,-2 1 0,-1-8 0,-1 8 0,0-1 0,-6 3 0,1 2 0,-8 7 0,9 3 0,-7 7 0,2 0 0,-5 1 0,3 1 0,-2 4 0,4-4 0,-3 4 0,1-4 0,-6-2 0,0 0 0,0 0 0,0-7 0,0-4 0,0-12 0,0-6 0,0-11 0,0-7 0,0-8 0,2 1 0,4-3 0,-2 4 0,7 2 0,-5 7 0,5 4 0,-5 4 0,5 2 0,1 7 0,5 4 0,0 4 0,2 6 0,2 8 0,2 11 0,2 7 0,-2 5 0,-2-1 0,8 0 0,0-5 0,5 0 0,-5-8 0,-1 2 0,1-12 0,5-3 0</inkml:trace>
  <inkml:trace contextRef="#ctx0" brushRef="#br0" timeOffset="108">15040 17984 8912,'16'-2'0,"-5"-4"0,-5-5 0,-4 1 0,-2-1 0,0-2 0,0-3 0,0 5 0,0-1 0,0 9 0,0-3 0,0 12 0,0 5 0,2 4 0,3 2 0,-1 3 0,8 1 0,1 1 0,2 0 0,1 2 0,-5-1 0,4-2 0,-3-7 0,3-3 0,2 1 0,1-3 0,-3-3 0,-4-12 0,5-5 0,-7-12 0,3-4 0,-1 0 0,-1-7 0,1-1 0,3 3 0,-9-2 0,7-1 0,-6 7 0,-1 3 0,-3 2 0,4 11 0,-4 5 0,6 11 0,-7 5 0,3 10 0,2 6 0,5 2 0,-5 1 0,8 3 0,-3-8 0,-1 6 0,1-7 0,-7 1 0,2-5 0,1-1 0,-1 0 0,-2-2 0,-10-3 0,2 1 0,-7-7 0,-3 0 0,-8-6 0,2 0 0,-3 0 0,4 0 0,2-16 0,0-3 0</inkml:trace>
  <inkml:trace contextRef="#ctx0" brushRef="#br0" timeOffset="109">15161 17245 8912,'-17'0'0,"-2"5"0,-4 1 0,3 8 0,-2-3 0,4 6 0,7 6 0,-4 4 0,3 7 0,4 1 0,3-3 0,5-1 0,5-3 0,5-12 0,7 1 0,6-11 0,0-1 0,6-12 0,-6-11 0,5-1 0,-5-9 0,-2 1 0,-9-2 0,-5 3 0,-7 3 0,-7 4 0,-5-2 0,-3 7 0,-2 8 0,-6 4 0,0 2 0,-8 2 0,3 4 0,1 11 0,-2 12 0,8 7 0,-2 10 0,6 0 0,6 11 0,3-3 0,8-3 0</inkml:trace>
  <inkml:trace contextRef="#ctx0" brushRef="#br0" timeOffset="110">16056 17950 8912,'-8'-23'0,"-2"0"0,1 2 0,1 2 0,1 1 0,12 9 0,1 3 0,7 6 0,5 6 0,5 3 0,1 9 0,1 1 0,0 4 0,-2 3 0,-6 9 0,1-3 0,-1-3 0,-8 3 0,-3-3 0,2 2 0,-3-1 0,-1-3 0,-2-2 0,-2-2 0,-7-8 0,-5-4 0,3-5 0,-3-12 0,6-5 0,-5-12 0,7-4 0,-2-9 0,4-2 0,2-2 0,2 0 0,4 5 0,4-3 0,7 4 0,0-3 0,0 14 0,0-7 0,1 3 0</inkml:trace>
  <inkml:trace contextRef="#ctx0" brushRef="#br0" timeOffset="111">16538 17898 8912,'-20'8'0,"-3"3"0,4-1 0,-2 1 0,6 3 0,4 1 0,7 8 0,-2 0 0,4 5 0,2-5 0,4 0 0,7-6 0,1-5 0,11-1 0,4-7 0,1 2 0,-1-4 0,0-4 0,0-4 0,-1-5 0,-5-5 0,2-1 0,-5 0 0,-7 0 0,-3-2 0,-8-4 0,0 4 0,-2-4 0,-6 4 0,-9 1 0,-2 1 0,-10 0 0,8 2 0,-2 3 0,4-1 0,2 7 0,0 0 0,-1 6 0,11 0 0,7 0 0,7 0 0,11 0 0,6-7 0,3-3 0</inkml:trace>
  <inkml:trace contextRef="#ctx0" brushRef="#br0" timeOffset="112">16813 17709 8912,'-6'-12'0,"0"1"0,-1 1 0,1-1 0,4 3 0,-4 8 0,12 0 0,-2 10 0,7 7 0,1 2 0,5 12 0,0 3 0,1 4 0,-7 4 0,0-1 0,-1-5 0,1 4 0,-3-4 0,-8-1 0,0-1 0,0 0 0,0-7 0,0-4 0,0-10 0,0-1 0,0-8 0,0 1 0,0-10 0,0-7 0,6-5 0,2-6 0,-1-6 0,1-3 0,3 3 0,-5 1 0,7 7 0,-1-2 0,-3 4 0,3 1 0,-1 1 0,7 8 0,-1 3 0,0 4 0,-2 4 0,-3 4 0,-5 9 0,-7 8 0,0 0 0,0 2 0,-7-4 0,-5 7 0,-3-5 0,-2 6 0,0-6 0,-1 5 0,3-6 0,4 0 0,-3-8 0,8-3 0,-7-7 0,11-4 0,-5-9 0</inkml:trace>
  <inkml:trace contextRef="#ctx0" brushRef="#br0" timeOffset="113">17260 17881 8912,'0'-10'0,"-5"10"0,-1 12 0,0-3 0,6 3 0,2-1 0,4 6 0,-2-5 0,7-1 0,2 1 0,3-3 0,1 1 0,0-4 0,0-4 0,1 3 0,-1-3 0,0-2 0,-6 0 0,1 0 0,-6-7 0,5-5 0,-7-3 0,2-2 0,-4-1 0,-2 1 0,0 0 0,0 0 0,0 0 0,0-1 0,0 9 0,0-6 0,0 13 0,0 2 0,2 9 0,3 8 0,7 1 0,-3-3 0,3-2 0,1-1 0,2 1 0,-3-5 0,-1-2 0,1 1 0,5-1 0,0 0 0,0-6 0,-5 0 0,-1 0 0,1-8 0,3-2 0,-1-7 0,-5 0 0,-1 0 0,-1-2 0,-1-4 0,-4 4 0,4-4 0,-4 4 0,-2 2 0,0-1 0,0 1 0,0 8 0,0 3 0,0 12 0,2 9 0,3 8 0,5 2 0,7-2 0,2-2 0,4 7 0,-2-5 0,8 6 0,-8-8 0,2 2 0,-4-4 0,-2 0 0,0 4 0,-7-4 0,-4 4 0,-4-4 0,-2-2 0,-14-5 0,-3-1 0,-12-5 0,1 5 0,1-7 0,0 2 0,2-4 0,4-2 0,2-2 0,2-4 0,0-3 0,0-16 0,-1-2 0</inkml:trace>
  <inkml:trace contextRef="#ctx0" brushRef="#br0" timeOffset="114">18104 17348 8912,'-10'0'0,"2"2"0,8 4 0,0 5 0,0 12 0,0 4 0,0 9 0,0 2 0,0 2 0,8 8 0,3-2 0,5-2 0,1 2 0,0-6 0,0 6 0,-1-8 0,-5 0 0,-5-5 0,-4-5 0,-4-13 0,-4 3 0,-3-13 0,-16 3 0,-2-8 0</inkml:trace>
  <inkml:trace contextRef="#ctx0" brushRef="#br0" timeOffset="115">17914 17743 8912,'0'-11'0,"0"-1"0,0 7 0,0-7 0,0 6 0,0-5 0,0 5 0,0-5 0,0 7 0,16-6 0,6 7 0,13-5 0,11-2 0,7-7 0,16-6 0,4-5 0,-4 5 0,-4 0 0,-14 6 0,-14 7 0,-9 4 0,-7 4 0,-19 10 0,-4 2 0</inkml:trace>
  <inkml:trace contextRef="#ctx0" brushRef="#br0" timeOffset="116">17019 18620 8912,'16'-7'0,"-3"-3"0,-3-1 0,-3-1 0,-3-1 0,-2-3 0,-4 7 0,-4 3 0,3 4 0,-9 4 0,-1 4 0,5 5 0,0 12 0,3 4 0,-1 0 0,0 5 0,6-3 0,0 1 0,2 1 0,2-4 0,2-2 0,7-3 0,-2-4 0,5-7 0,1 1 0,0-9 0,0 1 0,1-8 0,-1-7 0,-6-10 0,1-2 0,-8-8 0,1 3 0,-3-5 0,-2-1 0,0 0 0,0-1 0,-7 7 0,-5 1 0,-3 2 0,-2 4 0,-1 2 0,1 9 0,0 5 0,6 3 0,-1 2 0,8 7 0,-2 5 0,5 3 0,8 2 0,10 0 0,10 1 0</inkml:trace>
  <inkml:trace contextRef="#ctx0" brushRef="#br0" timeOffset="117">17381 18500 8912,'-2'-10'0,"-4"5"0,2 3 0,-7 2 0,5 0 0,-5 0 0,7 7 0,-4 3 0,8 7 0,0 0 0,2 0 0,4 1 0,5-1 0,5-6 0,1 1 0,0-7 0,0 7 0,-5-8 0,-1 1 0,1-3 0,5-2 0,0 0 0,-2-2 0,-1-5 0,-5-8 0,-1-6 0,-2-10 0,-6 2 0,0-1 0,0 1 0,0-1 0,0 7 0,0 0 0,0 5 0,0 7 0,0 3 0,0 6 0,2 6 0,3 13 0,-1 8 0,8 4 0,-3 2 0,3-3 0,3 3 0,-4-8 0,5 5 0,1-5 0,0-4 0,0-5 0,-5-1 0,-1-7 0,1 0 0,5-6 0,0-8 0,0-4 0,-1-10 0,-5-7 0,4 2 0,-3-2 0,-3-1 0,1-8 0,-2-4 0,-5-2 0,1-2 0,2-6 0,-4 6 0,4 1 0,-4 8 0,-2 3 0,0 0 0,0 22 0,0-1 0,2 20 0,1 11 0,3 8 0,2 14 0,-3 6 0,-1 4 0,8 2 0,-7 3 0,7-4 0,-1 3 0,7-14 0,-7 0 0,1-3 0,1-1 0,2-2 0,2-5 0,1-18 0,-7 3 0,1-9 0,-1 1 0,-1-14 0,-5-3 0,5-12 0,0-4 0</inkml:trace>
  <inkml:trace contextRef="#ctx0" brushRef="#br0" timeOffset="118">17880 18362 8912,'0'17'0,"0"1"0,0-9 0,0-1 0,2-8 0,3 0 0,13-4 0,10-6 0,7-9 0,5-5 0,-2 1 0,8-6 0,-8 6 0,2-6 0,-3 8 0,-3-19 0,1 4 0</inkml:trace>
  <inkml:trace contextRef="#ctx0" brushRef="#br0" timeOffset="119">18413 17950 8912,'-11'0'0,"1"-2"0,1-2 0,-1-2 0,6 0 0,-3 8 0,7 4 0,0 6 0,0 10 0,0 5 0,0 10 0,0 3 0,0 5 0,0 11 0,0 1 0,7 2 0,5-1 0,-3-11 0,3 5 0,-1-12 0,6 0 0,-5-11 0,-2-6 0,-1-6 0,1-5 0,-5-7 0,7-10 0,-6-5 0,5-7 0,-5-8 0,5-4 0,1-5 0,5-6 0,-6 3 0,-1-3 0,-2 6 0,-5 5 0,1 5 0,2 6 0,-4 1 0,6 8 0,-8 3 0,0 12 0,0 5 0,0 12 0,0 2 0,1 5 0,3-1 0,2 2 0,6-7 0,-7-1 0,3 0 0,-2-6 0,-3 4 0,9-9 0,-6-4 0,5-3 0,-7-3 0,11-9 0,-5-3 0</inkml:trace>
  <inkml:trace contextRef="#ctx0" brushRef="#br0" timeOffset="120">18568 18122 8912,'10'7'0,"-3"-5"0,1 13 0,-4-11 0,7 8 0,-5-7 0,6 7 0,5-8 0,6 1 0,2 3 0,-3-2 0,0 0 0,6-6 0,1 0 0,-2 0 0,-3 0 0,-6 0 0,-1 0 0,0 0 0,-2-8 0,-3-4 0,1-3 0,-7-2 0,5 0 0,-5 0 0,0-1 0,-6 1 0,6 0 0,-1 0 0,-1 0 0,-9 7 0,-5 2 0,-7 8 0,0 2 0,-1 4 0,-5 4 0,0 7 0,0 6 0,6 0 0,2 7 0,4-1 0,1 3 0,6 3 0,-2-1 0,3 1 0,6-1 0,3 0 0,9-1 0,3-5 0,1-3 0,9-8 0,-5-5 0,6-1 0,-6-7 0,4 2 0,0-6 0,-1-6 0,-5-5 0,2-12 0,-4 2 0,-1-8 0,-7 2 0,1-1 0,-9-12 0,5 3 0</inkml:trace>
  <inkml:trace contextRef="#ctx0" brushRef="#br0" timeOffset="121">19102 18156 8912,'-10'2'0,"4"4"0,3-4 0,-1 5 0,-2 1 0,0-6 0,8 5 0,4-7 0,3 8 0,9 3 0,-3-1 0,-4 1 0,5 3 0,-5 9 0,3-4 0,-1 4 0,-4-4 0,-1-2 0,4 0 0,-7 0 0,1 1 0,2-1 0,-6-8 0,5-3 0,-7-12 0,2-7 0,4-8 0,2-6 0,3-7 0,4-6 0,-3 0 0,9 0 0,2 5 0,2-5 0,-2 0 0,-4 0 0,4 5 0,2 1 0,-3 2 0,0 1 0,-3 2 0,-2 8 0,-8 2 0,-3 8 0,-6 7 0,-6-2 0,-3 6 0,-8 6 0,-6 3 0,0 9 0,0 5 0,6 0 0,1 5 0,5-5 0,-3 8 0,9-5 0,1 3 0,2 0 0,2-3 0,0 3 0,2 4 0,4-5 0,3-1 0,8 2 0,1-6 0,-1 5 0,0-7 0,0 2 0,0-2 0,1 2 0,-3-10 0,-4 5 0,-5-3 0,-4 0 0,-12-5 0,-7-4 0,-2-5 0,-10-1 0,1 0 0,-7 0 0,-1 0 0,-4 0 0,4-15 0,-6-4 0</inkml:trace>
  <inkml:trace contextRef="#ctx0" brushRef="#br0" timeOffset="122">18792 17932 8912,'-10'-17'0,"-11"6"0,4-1 0,-4 9 0,4-3 0,0 4 0,-1 2 0,1 0 0,8 0 0,1 2 0,8 4 0,2-5 0,4 5 0,-3-4 0,9-2 0,-6 0 0,5 0 0,1 0 0,-3 2 0,-3 4 0,-4-4 0,-2 13 0,0-6 0</inkml:trace>
  <inkml:trace contextRef="#ctx0" brushRef="#br0" timeOffset="123">11874 10608 8912,'-17'-25'0,"0"-3"0,-1-3 0,1 1 0,0 1 0,2 0 0,1 2 0,3 5 0,5 2 0,-4 3 0,3 0 0,1 8 0,-2 1 0,-1 8 0</inkml:trace>
  <inkml:trace contextRef="#ctx0" brushRef="#br0" timeOffset="124">11719 10350 8912,'13'8'0,"5"3"0,5 14 0,17 12 0,10 14 0,11 16 0,-23-29 0,4 0 0,8 5 0,3 0 0,2 3 0,1 0-530,5 0 1,-1 0 0,-6-1 0,-1 0 529,-2-4 0,1-2 0,-3-4 0,1-3 0,2-5 0,0-3 0,-1-1 0,1-2 52,0-3 0,-1-1 0,37 9-52,-8-3 0,-22-4 0,-12 0 0,-10 2 225,-7 2 1,-4 0-226,-8-6 0,-8-7 0,-1-2 0</inkml:trace>
  <inkml:trace contextRef="#ctx0" brushRef="#br0" timeOffset="125">13337 9989 8912,'-16'-27'0,"11"1"0,-13 3 0,5 4 0,-4-4 0,0 11 0,3 14 0,-3 15 0,-8 25 0,-21 21 0,17-18 0,-3 2 0,-8 11 0,-2 3 0,-4 8 0,0 5 0,12-19 0,0 2 0,-1 1 0,-4 4 0,0 2 0,-2 1-440,-2 6 1,-1 2 0,-1 1 0,-1 1 0,-2 1-1,1 0 440,-1 2 0,0 1 0,1-1 0,-1 1 0,1-1 0,0 0 0,2-5 0,1-1 0,1 1 0,2 0 0,2 0 0,1 0 0,2 0 0,1-1 0,2 1 0,3 1 0,1 0 0,2 0 0,3-5 0,0 0 0,2-1 0,-1-3 0,2-2 0,-1 0 0,-7 28 0,-1-2 0,1-3 0,1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20.7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19928 11004 8912,'-18'-8'0,"3"-3"0,2-3 0,3 1 0,3 1 0,3-1 0,4-4 0,7-6 0,11-6 0,8-3 0,9-8 0,7-2 0,9-2 0,11-4 0,6-2 0,7-1 0,-6 7 0,2 5 0,-8 9 0,-4 7 0,-11 11 0,-14 7 0,-9 10 0,-13 7 0,-7 3 0,-3 2 0,-9-7 0,-11 5 0,-8-5 0</inkml:trace>
  <inkml:trace contextRef="#ctx0" brushRef="#br0" timeOffset="1">20496 9989 8912,'1'-7'0,"5"7"0,8 11 0,7 10 0,0 6 0,9 7 0,5 1 0,3-1 0,10 2 0,-2 4 0,-2 6 0,-2 10 0,-4 1 0,-6-2 0,-16 6 0,-5 2 0,-9 4 0,-10 0 0,-9-6 0,-10-9 0,-5-8 0,-18-10 0,-3 1 0</inkml:trace>
  <inkml:trace contextRef="#ctx0" brushRef="#br0" timeOffset="2">21838 8665 8912,'-10'-7'0,"-5"-1"0,3-5 0,-3 1 0,0 10 0,3 2 0,5 16 0,7 14 0,2 8 0,3 8 0,-1 6 0,6 5 0,-1 6 0,1 4 0,-1 2 0,5-2 0,-3-2 0,3-2 0,1-8 0,2 2 0,0-11 0,-1-8 0,-3-7 0,-1-8 0,-1-10 0,6-1 0,0-10 0,1-2 0,-7-10 0,-1-15 0,-1-7 0,1-6 0,1-10 0,7 4 0</inkml:trace>
  <inkml:trace contextRef="#ctx0" brushRef="#br0" timeOffset="3">22182 8734 8912,'0'-17'0,"-2"7"0,-4 5 0,4 3 0,-11 4 0,7 3 0,-5 7 0,5 13 0,2 9 0,2 10 0,2 6 0,0 1 0,0-1 0,0-4 0,8 3 0,3-3 0,11-4 0,2-3 0,1-11 0,0-11 0,6-1 0,-3-11 0,5-1 0,1-10 0,-5-5 0,0-12 0,-8-9 0,2-9 0,-4-6 0,-4 3 0,-3-2 0,-7 0 0,-5 0 0,-5-5 0,-7 5 0,-11 0 0,-4 10 0,-7 1 0,-6 10 0,0 14 0,-2 3 0,5 8 0,1 4 0,3 8 0,10 7 0,0 15 0,6 1 0,6-1 0,3 0 0,8 1 0,0-3 0,0-3 0,15-4 0,5-8 0</inkml:trace>
  <inkml:trace contextRef="#ctx0" brushRef="#br0" timeOffset="4">22750 8407 8912,'-17'-5'0,"1"-3"0,3 0 0,2 1 0,7-1 0,-2 2 0,4-5 0,2 1 0,0-1 0,2 7 0,4-2 0,-4 14 0,3 9 0,-3 10 0,-2 13 0,-2 8 0,-3 7 0,-5 14 0,-7 11 0,2 6 0,3 6 0,4-6 0,8-2 0,0-13 0,0-12 0,8-15 0,4-10 0,5-15 0,6-13 0,-2-6 0,7-6 0,1-11 0,5-12 0,-5-5 0,0-6 0,-8 2 0,2-8 0,-4 23 0,-2 0 0</inkml:trace>
  <inkml:trace contextRef="#ctx0" brushRef="#br0" timeOffset="5">22939 8872 8912,'0'-25'0,"-7"6"0,3-12 0,-8 6 0,-1-1 0,-4 6 0,-6 3 0,2 2 0,-8 9 0,6 1 0,-4 5 0,2 1 0,4 5 0,8-2 0,2 7 0,7-7 0,4 4 0,9-8 0</inkml:trace>
  <inkml:trace contextRef="#ctx0" brushRef="#br0" timeOffset="6">23042 8339 8912,'-32'0'0,"9"0"0,-10-2 0,7-2 0,5-2 0,2-1 0,1 1 0,9 2 0,5-6 0,8 3 0,7-7 0,12 3 0,4-4 0,7-2 0,7-6 0,3 0 0,1 2 0,3 2 0,4 1 0,-12 1 0,6 2 0,-6 3 0,0 5 0,-5 7 0,-9 11 0,-3 10 0,-5 14 0,-7 7 0,2 11 0,-7 10 0,0-2 0,-6 2 0,-2 0 0,-4 6 0,4-2 0,-5-4 0,1-8 0,0-7 0,0 2 0,6-29 0,0 2 0</inkml:trace>
  <inkml:trace contextRef="#ctx0" brushRef="#br0" timeOffset="7">23455 8940 8912,'0'18'0,"0"-1"0,0 8 0,0-6 0,0-2 0,0-2 0,0-5 0</inkml:trace>
  <inkml:trace contextRef="#ctx0" brushRef="#br0" timeOffset="8">23146 8683 8912,'-6'11'0,"-2"-1"0,-1-3 0,-5-3 0,5-2 0,-3-2 0,8 0 0,-1-2 0,10-4 0,9 2 0,15-7 0,1 0 0,16-7 0,6 1 0,5 0 0,0-2 0,-3-2 0,1-2 0,3 2 0,-1-6 0,-5 0 0,-1-7 0</inkml:trace>
  <inkml:trace contextRef="#ctx0" brushRef="#br0" timeOffset="9">24230 8201 8912,'-17'0'0,"-1"-2"0,1-2 0,0-1 0,0-9 0,0 5 0</inkml:trace>
  <inkml:trace contextRef="#ctx0" brushRef="#br0" timeOffset="10">24109 8218 8912,'-7'25'0,"-5"4"0,5 11 0,-7-2 0,7 10 0,-1 2 0,0-1 0,3 5 0,5-14 0,7 0 0,5-8 0,3-5 0,2-10 0,0-1 0,1-11 0,-1 1 0,0-6 0,2-9 0,4-9 0,-2-1 0,6-11 0,0-5 0,-1-3 0,-5-8 0,2 6 0,-5-8 0,-7 3 0,-1-5 0,-5-2 0,-5 3 0,0 3 0,-3 4 0,-13 9 0,-5 3 0,-4 1 0,-3 16 0,-7 1 0,1 10 0,-1 8 0,1 9 0,0 8 0,3 14 0,8-3 0,12 2 0,7 1 0,4-3 0,0 0 0</inkml:trace>
  <inkml:trace contextRef="#ctx0" brushRef="#br0" timeOffset="11">25056 7840 8912,'-27'0'0,"-5"0"0,5 0 0,-2 2 0,0 4 0,1-2 0,-7 7 0,7 8 0,1 12 0,2 7 0,4 8 0,4 5 0,5 7 0,12-5 0,12 4 0,5-3 0,6-6 0,6-8 0,3-12 0,3-8 0,-1-9 0,0-3 0,1-8 0,-3-8 0,-3-3 0,-4-12 0,-8-6 0,0-4 0,0-3 0,1-2 0,-1-2 0,-8-2 0,-3 2 0,-4 2 0,-2-8 0,-2 7 0,-4-1 0,-3 4 0,-10 4 0,-4 3 0,-6 6 0,2 6 0,-1 5 0,1 5 0,-2 7 0,-3 0 0,5 0 0</inkml:trace>
  <inkml:trace contextRef="#ctx0" brushRef="#br0" timeOffset="12">26192 7582 8912,'-25'-25'0,"-4"6"0,-3 8 0,-3 3 0,5 4 0,-5 10 0,5 7 0,-11 14 0,5 9 0,2 6 0,9-1 0,8 4 0,7-1 0,10 2 0,8 0 0,5-10 0,10-7 0,11-8 0,8-2 0,10-13 0,2 0 0,3-6 0,-3-10 0,3-7 0,-4-6 0,-1-6 0,-2-9 0,-6 4 0,-10-3 0,-9 1 0,-13-4 0,-7 0 0,-7-8 0,-9 2 0,7 20 0,-11 3 0</inkml:trace>
  <inkml:trace contextRef="#ctx0" brushRef="#br0" timeOffset="13">26209 7445 8912,'-61'0'0,"-6"0"0,6 0 0,-1 7 0,5 5 0,3 3 0,3 2 0</inkml:trace>
  <inkml:trace contextRef="#ctx0" brushRef="#br0" timeOffset="14">22079 9955 8912,'-35'6'0,"1"-1"0,1-1 0,5-2 0,5-2 0,15 0 0,14-2 0,15-4 0,25-3 0,17-12 0,23-8 0,-30 10 0,3-2 0,8-3 0,3-2 0,13-3 0,4-1 0,-22 7 0,0 0 0,2-2 0,9-2 0,1-1 0,2-1 0,2 0 0,1 0 0,1 0 0,-13 4 0,1 1 0,0 0 0,0-1 0,1 0 0,0 1 0,-1-1 0,1 0-1063,0 0 0,0-1 0,0 1 0,1 0 1063,1-1 0,1 0 0,-1 0 0,-1 0 0,-3 1 0,-1-1 0,0 0 0</inkml:trace>
  <inkml:trace contextRef="#ctx0" brushRef="#br0" timeOffset="15">25176 8803 4803,'76'-25'0,"0"0"0,0 0 0,-1 1 0,0-1 0,-1 0 0,-3-2 0,0-1 0,-1 1-144,-1 0 1,0 1 0,-3 0-1,22-9 1,-2 0 143,-1 3 0,-3 1 0,-14 4 0,-2 0 0,-11 4 0,-1 0 0,34-11 0,-20 11 0,1 12 0,-8 3 0</inkml:trace>
  <inkml:trace contextRef="#ctx0" brushRef="#br0" timeOffset="16">26863 8184 8912,'0'0'0</inkml:trace>
  <inkml:trace contextRef="#ctx0" brushRef="#br0" timeOffset="17">10325 9473 8912,'-2'-32'0,"-2"1"0,-1 5 0,1 1 0,2 4 0,2 2 0,0 1 0,0 9 0,0 3 0,0 12 0,0 5 0,0 5 0,0 10 0,0 9 0,6 1 0,1 10 0,1 2 0,0 1 0,3 9 0,-5-1 0,0 6 0,-6-4 0,0 0 0,0 1 0,0-3 0,0-5 0</inkml:trace>
  <inkml:trace contextRef="#ctx0" brushRef="#br0" timeOffset="18">10136 10333 8912,'-15'-27'0,"3"4"0,6 4 0,4 2 0,2 6 0,0-1 0,8 1 0,6-6 0,7-1 0,7 1 0,-1 6 0,2-1 0,-3 8 0,3-1 0,-4 3 0,-10 6 0,-1 5 0,-3 8 0,-7 18 0,2-1 0,-4 6 0,-2 0 0,-8 2 0,-3 4 0,1 2 0,-2-8 0,3 0 0,-3-5 0,3-1 0,3 0 0,4-7 0,-4-4 0,5-4 0,2-4 0,5-3 0,13-8 0,16-16 0,9-7 0,15-15 0,10-3 0,9-3 0,-32 12 0,0-3 0,2-4 0,0-1 0</inkml:trace>
  <inkml:trace contextRef="#ctx0" brushRef="#br0" timeOffset="19">10153 11451 8912,'-17'-8'0,"0"-3"0,1-5 0,5-1 0,5 0 0,4 0 0,4 5 0,6 1 0,7-3 0,6-1 0,10-2 0,-4 2 0,1 1 0,1 3 0,-2 1 0,3-3 0,-3 3 0,-2 3 0,-2 1 0,-6 6 0,0 0 0,-9 9 0,-8 9 0,-10 8 0,-5 7 0,-4 1 0,-4 1 0,4-1 0,-4 0 0,6 1 0,5-1 0,-1-7 0,7-4 0,0-4 0,6-2 0,0 0 0,8-1 0,3-5 0,7-3 0,5-8 0,5 0 0,11 0 0,3 0 0,2 0 0,-6 0 0,2 0 0,-4 0 0,-1 0 0,-10 2 0,-8 3 0,-8 13 0,-11 10 0,-5 7 0,-10 5 0,-10-2 0,-13 8 0,1 0 0,-6 5 0,1-1 0,-2-4-331,4-4 1,0-8 0,-2 1 0</inkml:trace>
  <inkml:trace contextRef="#ctx0" brushRef="#br0" timeOffset="20">10153 12482 8912,'0'-11'0,"0"-1"0,0-1 0,0 3 0,0-1 0,0 9 0,-2 2 0,-4 10 0,-1 7 0,-5 6 0,-3 3 0,4 11 0,-3 1 0,3 2 0,-3 8 0,9-2 0,-3-2 0,2 1 0,4-12 0,-2-1 0,6-5 0,4-6 0,13-4 0,-2-5 0,12-5 0,0-7 0,1-7 0,-1-5 0,4-5 0,-5-6 0,3 2 0,-2-7 0,-6 5 0,-12-6 0,-3 8 0,-1-12 0,3 7 0</inkml:trace>
  <inkml:trace contextRef="#ctx0" brushRef="#br0" timeOffset="21">10170 12620 8912,'-17'-10'0,"8"-5"0,1 13 0,8-6 0,2 24 0,4 8 0,5 13 0,6 7 0,6 7 0,-4 5 0,4 7 0,-4 2 0,0 15 0,1 2 0,-3 2 0,4 10 0,-12 1 0</inkml:trace>
  <inkml:trace contextRef="#ctx0" brushRef="#br0" timeOffset="22">10360 13531 8912,'0'-25'0,"0"0"0,-2-3 0,-2 5 0,-2 4 0,-7 1 0,1 1 0,3 8 0,-3 3 0,3 12 0,-5 5 0,3 4 0,-3 3 0,5-1 0,-3 0 0,9 6 0,-3 2 0,4 0 0,2-1 0,0 5 0,0-6 0,0 2 0,0-2 0,2-4 0,4 4 0,5-4 0,4-2 0,3 0 0,-1 1 0,0-1 0,0 0 0,2 4 0,2-2 0,2-4 0,-2 1 0,4-1 0,-2 2 0,0-2 0,-6-3 0,-7 3 0,-4-3 0,1 5 0,-1 6 0,-6-4 0,-10 6 0,-3-2 0,-6-1 0,-10-4 0,1-7 0,3-7 0,-8 4 0,6-8 0</inkml:trace>
  <inkml:trace contextRef="#ctx0" brushRef="#br0" timeOffset="23">10170 13720 8912,'0'-17'0,"0"0"0,0 0 0,4-8 0,8-4 0,11-3 0,7-3 0,16-1 0,11-4 0,14 0-292,-26 19 1,2 2 0,43-14 291,-42 23 0,1 3 0,39-3 0,-2 5 0,-7 3 0,-26-6 0,-3-2 0</inkml:trace>
  <inkml:trace contextRef="#ctx0" brushRef="#br0" timeOffset="24">10687 14391 8912,'0'-35'0,"0"3"0,0 1 0,0 4 0,0 3 0,0 3 0,0 2 0,-8 13 0,-4 12 0,-3 15 0,-2 11 0,0 8 0,0 6 0,-1 11 0,9 4 0,3 10 0,4 0 0,2-2 0,2 1 0,4-12 0,3-1 0,10-7 0,4-7 0,6-8 0,-2-10 0,2-14 0,-3-3 0,3-8 0,3-15 0,-3-8 0,-4-10 0,-2-5 0,-6-4 0,-5-2 0,-5 0 0,-7-2 0,-13 4 0,-4 8 0,-12 7 0,0 4 0,-9 6 0,-4 5 0,-2 11 0,-4 10 0,0 10 0,3 16 0,-13 7 0,5 2 0</inkml:trace>
  <inkml:trace contextRef="#ctx0" brushRef="#br0" timeOffset="25">10446 15560 8912,'-18'0'0,"1"-2"0,0-2 0,0-2 0,7-7 0,8 1 0,12-3 0,3-2 0,16 0 0,2 2 0,1 3 0,3-1 0,1 7 0,2 2 0,2 2 0,0 4 0,-5 4 0,-8 5 0,-4 12 0,-2 6 0,1 11 0,-10-2 0,1 6 0,-5 0 0,-2 0 0,-1-4 0,-5 6 0,0-8 0,0 2 0,0-3 0,0-3 0,0-7 0,0-4 0,-7-12 0,-5-5 0,-11-4 0,-3-2 0</inkml:trace>
  <inkml:trace contextRef="#ctx0" brushRef="#br0" timeOffset="26">10583 15732 8912,'-17'0'0,"6"-6"0,-1 0 0,10-1 0,4 1 0,13-6 0,18-3 0,13-2 0,5-2 0,7-4 0,3-4 0,8-7 0,0 7 0,-2 4 0,-6 6 0,-10 5 0,-14 5 0,-5 7 0,-5 0 0</inkml:trace>
  <inkml:trace contextRef="#ctx0" brushRef="#br0" timeOffset="27">10945 16437 8912,'-27'-10'0,"-6"2"0,7 8 0,-3 0 0,0 0 0,1 2 0,-7 4 0,1 4 0,-1 9 0,1 4 0,0 5 0,-1 11 0,5-1 0,5-4 0,7-3 0,13-10 0,-1 2 0,17-4 0,7-2 0,10-6 0,1 1 0,9-3 0,4 5 0,0-3 0,0 3 0,4-5 0,-5 3 0,4-1 0,-4 6 0,-1 2 0,-6 4 0,-7-4 0,-4 4 0,-4-4 0,-4 1 0,-3 1 0,-7 1 0,-10 1 0,-7-5 0,-5-1 0,-6 0 0,-4-7 0,-7-5 0,-2-3 0,-5-2 0,5-9 0,-4-9 0,6-10 0,5-10 0,6-8 0,11-12 0,7-3 0,10-7 0,15-9-239,14-3 0,-13 34 0,2 0 239,5-2 0,1-1 0,0-2 0,2 0 0,3 0 0,2-1 0,2 1 0,1-1 0,0 1 0,0-1 0</inkml:trace>
  <inkml:trace contextRef="#ctx0" brushRef="#br0" timeOffset="28">24127 9319 8912,'-27'-6'0,"2"-2"0,2 1 0,2-3 0,4 2 0,5-1 0,5-1 0,1 7 0,8-5 0,5 8 0,13 0 0,12 0 0,12-2 0,15-6 0,10-7 0,10-6 0,-30 3 0,3-2 0,4 1 0,3-2 0,7-7 0,1-2 0,9-4 0,1-2 0,6-5 0,1-2-353,-24 11 0,1 0 0,1 0 0,3 1 0,1 0 0,0 1 353,2 1 0,-1 0 0,-1 2 0,20-9 0,-4 3 0,-14 6 0,-4 2 0,-12 6 0,-4 4 0,24-2 0,-18 11 0,-18 10 0,-9 7 0,-10 12 0,-9 4 0,-8 7 0,-23-5 0,-17-1 0,0-6 0,-2 2 0</inkml:trace>
  <inkml:trace contextRef="#ctx0" brushRef="#br0" timeOffset="29">25624 9817 8912,'-8'-51'0,"4"5"0,-7 2 0,-3 0 0,-1 0 0,-4 4 0,-2-4 0,-4 2 0,-2 4 0,-7 9 0,-6 6 0,-8 10 0,4 3 0,0 3 0,4 3 0,3 10 0,3 5 0,5 6 0,1 6 0,-1 6 0,2 3 0,4 10 0,12 4 0,-3 4 0,9 1 0,1-1 0,10-4 0,5-4 0,12-8 0,10 1 0,7-1 0,13-5 0,1-3 0,7-1 0,10-4 0,-2 0 0,5 2 0,-5 2 0,-6 4 0,-6 3 0,-11-3 0,-11 0 0,-12 5 0,-12-4 0,-11 11 0,-15-3 0,-20 2 0,-18-4 0,-10 4 0,-10-11-147,-1-6 1,-1-6 146,6-5 0,2-9 0,6-14 0,13-16-30,18-15 0,12-19 30,18-19 0,11 33 0,3-2 0,4-5 0,4-1 0,12-1 0,3 0 0,1-9 0,1 0 0,6 1 0,1 2 0,0-3 0,0 0 0</inkml:trace>
  <inkml:trace contextRef="#ctx0" brushRef="#br0" timeOffset="30">25744 9508 7400,'66'-52'0,"0"1"0,5-1 0,2 0 0,-4 2 0,1-3 0,4-5 0,-3-2 0,-7-1 0,1 0 0</inkml:trace>
  <inkml:trace contextRef="#ctx0" brushRef="#br0" timeOffset="31">27878 8236 8912,'0'-10'0,"0"2"0</inkml:trace>
  <inkml:trace contextRef="#ctx0" brushRef="#br0" timeOffset="32">27861 8167 8912,'0'-17'0,"-2"1"0,-2 3 0,-2 1 0,-1 11 0,1 1 0,4 0 0,-6 7 0</inkml:trace>
  <inkml:trace contextRef="#ctx0" brushRef="#br0" timeOffset="33">27792 8184 8912,'0'-19'0,"0"-4"0,0-6 0,8-3 0,-5-3 0,9 1 0,1-2 0,8-1 0,4 1 0,2 4 0,-4 11 0,6 3 0,-6 3 0,5 9 0,-5 3 0,4 8 0,-2 7 0,-4 3 0,4 2 0,-2 0 0,5-5 0,-5-1 0,0-7 0,-6 2 0,1-4 0,-1-2 0,6-2 0,0-4 0,-6-5 0,-6-12 0,1-6 0,-3-3 0,5-3 0,-8 1 0,-3-2 0,-8-4 0,-7 3 0,-11-3 0,4 0 0,-4 6 0,4 3 0,2 14 0</inkml:trace>
  <inkml:trace contextRef="#ctx0" brushRef="#br0" timeOffset="34">28239 7479 8912,'-9'17'0,"-6"0"0,5 8 0,-5 4 0,1 9 0,5 2 0,1-2 0,-5 6 0,3 0 0</inkml:trace>
  <inkml:trace contextRef="#ctx0" brushRef="#br0" timeOffset="35">28222 8562 8912,'-9'8'0,"-7"-4"0,5 7 0,-4 2 0,-3-5 0,1 0 0,0-1 0,0-5 0,0 6 0,7-10 0,4-4 0,12-3 0,5-8 0,5-3 0,1-2 0,-6 2 0,1-4 0,1 1 0,3 0 0,1-2 0,0 2 0,0 4 0,0-4 0,1 10 0,-1 1 0,6 3 0,0-3 0,2 3 0,-4 5 0,3-2 0,3 2 0,-4 8 0,6 2 0,0 5 0,5-5 0,0 0 0,1-6 0,-5 0 0,5 0 0,-10-10 0,9-7 0,-19 7 0,1-5 0</inkml:trace>
  <inkml:trace contextRef="#ctx0" brushRef="#br0" timeOffset="36">28790 8167 8912,'0'-29'0,"0"0"0,0 1 0,0 1 0,0 4 0,0-2 0,0 2 0,-8 6 0,-3 6 0,3 7 0,-15-11 0,4 5 0</inkml:trace>
  <inkml:trace contextRef="#ctx0" brushRef="#br0" timeOffset="37">20358 9920 8912,'-27'0'0,"4"0"0,4-1 0,2-3 0,0-2 0,-1 2 0,1 2 0,6 2 0,-1 0 0,7-2 0,-5-3 0,2-7 0,3-5 0,5-6 0,0-6 0,0-3 0,7-2 0,5-3 0,3-1 0,2-2 0,2 0 0,4 5 0,-2 3 0,8 3 0,2 4 0,1 1 0,1 10 0,-5-3 0,3 9 0,-8-3 0,5 7 0,-5-2 0,6 4 0,-6 2 0,2 0 0,-4 0 0,2-1 0,-2-5 0,-2-2 0,-2-3 0,-5-10 0,-1 4 0,-5-5 0,5 5 0,-7-8 0,2-3 0,2-5 0,-3-1 0,1 5 0,-8 1 0,-2-1 0,-1 2 0,-9 2 0,5 16 0,-14 1 0,0 8 0,0 8 0,6 1 0</inkml:trace>
  <inkml:trace contextRef="#ctx0" brushRef="#br0" timeOffset="38">20668 9886 8912,'-18'0'0,"1"0"0,0 0 0,0 0 0,5 0 0,1 0 0,5 0 0,-5 0 0,-1 0 0,3 0 0,-5-9 0,8-9 0,3-8 0,1-7 0,2-9 0,0-4 0,7-3 0,5-3 0,3 0 0,2 1 0,-1 9 0,-3 5 0,-1 9 0,1 3 0,8 4 0,2 10 0,2-3 0,-2 8 0,0 1 0,11 5 0,-1-6 0,12 0 0,1 0 0,6 6 0,1-5 0,3-3 0,1-3 0,-1-8 0,-5-1 0,-5-8 0,-2-7 0,-4-5 0,-11-7 0,0 1 0,-10-4 0,-8-2 0,-3-14 0,-8-5 0</inkml:trace>
  <inkml:trace contextRef="#ctx0" brushRef="#br0" timeOffset="39">29444 6894 8912,'0'-22'0,"0"-3"0,0-2 0,0-4 0,0 1 0,0-1 0,0 3 0,0 1 0,0-4 0,0 5 0,0 1 0,0 2 0,0 6 0,0 5 0,0 1 0,8 7 0,1 6 0,8 15 0,-7 0 0,-2 8 0</inkml:trace>
  <inkml:trace contextRef="#ctx0" brushRef="#br0" timeOffset="40">29565 6808 8912,'17'69'0,"0"0"0,0 7 0,-2-5-246,-3 4 0,1-5 246,-7-1 0,5 6 0,-5-1 0,0-5 80,2-10 1,-6-5-81,3-20 20,-3-3 1,-2-22-1,0-1 1</inkml:trace>
  <inkml:trace contextRef="#ctx0" brushRef="#br0" timeOffset="41">30253 6499 8912,'17'0'0,"-5"-6"0,-3-1 0,1-1 0,-3-2 0,1 1 0,5-3 0,-3-5 0,-1 0 0,-1 6 0,-6-1 0,4-1 0,-4 5 0,5-3 0,-7 11 0,-7 11 0,-5 18 0,-5 11 0,-6 6 0,-2 5 0,-5 7 0,1 5 0,-2 4 0,6 1 0,3 1 0,-1-2 0,5-4 0,-3-11 0,10-12 0,3-6 0,2-5 0,5-4 0,8-18 0,5-7 0,11-7 0,5-13 0,7-1 0,5-2 0,-2-7 0,8 1 0,0-3 0,6-3 0,-3 3 0,-3 3 0,-6 6 0,-11 12 0,-4-4 0,-18 13 0,-7-4 0,-15 4 0,-12 2 0</inkml:trace>
  <inkml:trace contextRef="#ctx0" brushRef="#br0" timeOffset="42">30184 6688 8912,'-8'-17'0,"6"7"0,1 12 0,6 15 0,7 18 0,-7 16 0,7 9 0,-6 8 0,-1 1 0,-3 0 0,2 2 0,2 3 0,2-3 0,-3 3 0,-1-7 0,8-9 0,-7-11 0,7-18 0,-1-4 0,6-8 0</inkml:trace>
  <inkml:trace contextRef="#ctx0" brushRef="#br0" timeOffset="43">30735 6705 8912,'-27'0'0,"2"-2"0,8-3 0,0 3 0,-1-2 0,1 10 0,0 11 0,7 6 0,5 5 0,-3 11 0,2-5 0,3 4 0,8-3 0,1-3 0,11-3 0,-3 1 0,9-7 0,3-6 0,3-5 0,2-8 0,-3 1 0,5-5 0,-6-5 0,1-9 0,1-7 0,-8-3 0,2-5 0,-10-4 0,-1 5 0,-8-5 0,1-1 0,-7 1 0,-9 5 0,-2-3 0,-16 8 0,-4 2 0,-5 2 0,2 10 0,-4 3 0,3 4 0,3 2 0,1 6 0,5-1 0,3 9 0,15 3 0,3 10 0</inkml:trace>
  <inkml:trace contextRef="#ctx0" brushRef="#br0" timeOffset="44">31612 6723 8912,'0'-18'0,"8"-7"0,2-1 0</inkml:trace>
  <inkml:trace contextRef="#ctx0" brushRef="#br0" timeOffset="45">31767 6637 8912,'-17'0'0,"0"0"0,0-6 0,1-2 0,3 1 0,1-1 0,9-5 0,-3 1 0,4 3 0,2-3 0,0-1 0,15-10 0,4-4 0</inkml:trace>
  <inkml:trace contextRef="#ctx0" brushRef="#br0" timeOffset="46">31784 6121 8912,'-17'-25'0,"0"4"0,2-6 0,1 4 0,3 8 0,7-2 0,-4 15 0,8-6 0</inkml:trace>
  <inkml:trace contextRef="#ctx0" brushRef="#br0" timeOffset="47">31716 6035 8912,'-6'42'0,"0"4"0,-7 11 0,5-4 0,-3 7 0,5-1 0,-2-4 0,2 8 0,1-7 0,5 1 0,0-3 0,0-3 0,2-3 0,3 3 0,-3-10 0,4 3 0,-4-12 0,-2-15 0,0-9 0,0-8 0</inkml:trace>
  <inkml:trace contextRef="#ctx0" brushRef="#br0" timeOffset="48">31836 6310 8912,'0'-35'0,"0"9"0,0 3 0,0 4 0,0 2 0,0 7 0,-2 12 0,-4 15 0,-3 4 0,-8 13 0,-6 5 0,0 12 0,2 1 0,2-1 0,3-5 0,5 0 0,3-2 0,10 2 0,4-4 0,5 0 0,6-13 0,6-1 0,10-7 0,7-4 0,14-7 0,-3-4 0,10-12 0,-3-5 0,5-14 0,-6-10 0,8-7 0,-4-9 0</inkml:trace>
  <inkml:trace contextRef="#ctx0" brushRef="#br0" timeOffset="49">33092 6379 8912,'0'-18'0,"0"1"0,0 6 0,0-1 0,0 9 0,0-5 0,0 8 0,0 8 0,0 1 0,0 8 0</inkml:trace>
  <inkml:trace contextRef="#ctx0" brushRef="#br0" timeOffset="50">17071 13015 8912,'2'-11'0,"2"-1"0,1-1 0,-1-2 0,-2 3 0,-2 1 0,-7 7 0,-3 0 0,0 8 0,-3 13 0,5 14 0,-1 9 0,-5 11 0,5 9 0,-3 8 0,9 3 0,-3 4 0,4 3 0,2 0 0,0-1 0,0-9 0,2-8 0,4-9 0,3-15 0,8-13 0,1-11 0,-1-6 0,0-8 0,0-8 0,-1-9 0,-5-6 0,2-2 0,-7-1 0,0-3 0,-6 8 0,-2-5 0,-4 5 0,-5-6 0,-12 6 0,-2 2 0,-4 10 0,-1-3 0,7 9 0,-6-7 0,6 6 0,2 3 0,2 1 0,7 4 0,1 3 0,7 5 0,4 7 0,17-7 0,10-3 0</inkml:trace>
  <inkml:trace contextRef="#ctx0" brushRef="#br0" timeOffset="51">17656 13084 8912,'-32'8'0,"1"1"0,4 3 0,2-1 0,-3 1 0,5 5 0,-6 2 0,6 4 0,0-4 0,8 6 0,3-2 0,7 0 0,3 5 0,2-5 0,7 0 0,5-6 0,9 2 0,2 4 0,6-4 0,-7 4 0,7-4 0,-6-1 0,0-1 0,-6 0 0,4 6 0,-2 0 0,-3-2 0,-1-2 0,-7-2 0,-1 6 0,-7 0 0,-7 0 0,-5-6 0,-5 0 0,-6 1 0,-4-1 0,-7 0 0,-1 0 0,1 0 0,2-7 0,1-4 0,4-5 0,2-1 0,8-15 0,6-8 0,-1-15 0,-5-6 0</inkml:trace>
  <inkml:trace contextRef="#ctx0" brushRef="#br0" timeOffset="52">17226 13204 8912,'9'-25'0,"-1"6"0,-8-4 0,2 4 0,4 2 0,-2-2 0,7-4 0,1 4 0,5-4 0,8 4 0,3 2 0,14-6 0,8-2 0,5 0 0,1 0 0,5 2 0,2 6 0,-2 6 0,3-1-322,-9 9 0,4-13 1,-7 7-1</inkml:trace>
  <inkml:trace contextRef="#ctx0" brushRef="#br0" timeOffset="53">18757 12912 8912,'0'-17'0,"0"0"0,0-1 0,0 11 0,0 9 0,0 13 0,0 12 0,6 13 0,0 6 0,-2 5 0,-2 7 0,-2 1 0,0 6 0,0-4 0,0-2 0,0 2 0,0-7 0,0-6 0,0-5 0,0-2 0,0-15 0,0-1 0</inkml:trace>
  <inkml:trace contextRef="#ctx0" brushRef="#br0" timeOffset="54">19119 13015 8912,'0'-17'0,"-6"0"0,0 0 0,1 5 0,5 1 0,0 5 0,0-5 0,0 7 0,-2-2 0,-4 12 0,2 5 0,-7 12 0,-3 4 0,-9 7 0,2 3 0,-7 3 0,5 4 0,-6 7 0,10-5 0,0-2 0,7 0 0,5 0 0,1-8 0,6-2 0,9-7 0,9-10 0,7-5 0,9-1 0,8-7 0,4 2 0,-2-12 0,2-5 0,0-5 0,5-1 0,1 0 0,0 0 0,-3 2 0,-3 3 0,-4-3 0,0 5 0,2-7 0</inkml:trace>
  <inkml:trace contextRef="#ctx0" brushRef="#br0" timeOffset="55">12545 12448 8912,'-11'17'0,"-1"-2"0,-1-3 0,7-5 0,6-7 0,8 0 0,11 0 0,4-1 0,5-5 0,7 4 0,5-4 0,12 2 0,13 0 0,7-3 0,9-3 0,8 5 0,3-7 0,-42 7 0,0 1 0,-2-3 0,1 0 0,2 1 0,0 1 0,0-2 0,1 0 0,-1 0 0,1-1 0,0 0 0,-1-1 0,1 0 0,0 1 0,0-1 0,-1 0 0,37-10-156,-8-4 0,-9 4 156,-8-4 0,-4 6 0,-11 4 0,-8 3 0,-11 3 0,-8 1 0,-12 8 0,-3 4 0,-4-3 0,-2 9 0,0 1 0,0 3 0,0 1 0,6 0 0,1-2 0,3-3 0,1-5 0,7-7 0</inkml:trace>
  <inkml:trace contextRef="#ctx0" brushRef="#br0" timeOffset="56">16865 14270 8912,'-8'10'0,"0"-1"0,-5-5 0,1 2 0,9 0 0,-3-8 0,12-2 0,5-2 0,4-5 0,3 5 0,-1 0 0,0-1 0,2 3 0,4-8 0,-4 9 0,4-3 0,-4-2 0,-2 2 0,1 1 0,-1 5 0,0 0 0,0 0 0,0 5 0,1 1 0,-3 9 0,-4 3 0,3 1 0,-8 9 0,-1 3 0,-5 9 0,0-2 0,0 8 0,-5-6 0,-1 6 0,-6-2 0,5 2 0,-3-6 0,-3-4 0,5-7 0,2 0 0,-1-8 0,1 2 0,-6-10 0,7-2 0,-9-7 0,3 2 0,-4-4 0,-3-2 0</inkml:trace>
  <inkml:trace contextRef="#ctx0" brushRef="#br0" timeOffset="57">16951 14631 8912,'0'10'0,"0"-2"0,0-8 0,7-8 0,5-4 0,5-5 0,6-6 0,4-1 0,7-5 0,0-2 0,1 8 0,-1 0 0,3 8 0,1 2 0,2 1 0,0 1 0,-5 1 0,-1 3 0</inkml:trace>
  <inkml:trace contextRef="#ctx0" brushRef="#br0" timeOffset="58">17587 14425 8912,'-17'17'0,"0"-5"0,0-1 0,-1 1 0,1 5 0,2 0 0,3 2 0,7 2 0,3 2 0,2 6 0,0-6 0,7 5 0,5-5 0,3-6 0,2-5 0,6-6 0,0 3 0,-2-1 0,-2-4 0,-1-10 0,-1-6 0,0-3 0,0-2 0,-7 0 0,-4 0 0,-4-1 0,-2-1 0,-2-2 0,-4-2 0,-4 0 0,-7 6 0,-6 0 0,0 0 0,-7 5 0,1 1 0,-4 1 0,-1-1 0,0-2 0,-1 7 0,1 0 0,-1-2 0,9-1 0,1-8 0</inkml:trace>
  <inkml:trace contextRef="#ctx0" brushRef="#br0" timeOffset="59">17123 14236 8912,'0'-17'0,"-2"1"0,-2 3 0,-4 2 0,-1-3 0,3 7 0,-6 1 0,7 4 0,-7 2 0,8 13 0,-3 6 0,1 8 0,0 9 0,-5 8 0,5 12 0,0 3 0,-1 2 0,5 8 0,-4 5 0,-2-5 0,3-6 0,1 0 0,2-2 0,4-9 0,4-12 0,-3-13 0,9-10 0,1-9 0,3-6 0,1-4 0,0-4 0,6-11 0,0-12 0,0-9 0,-6-4 0,0 0 0,0 0 0,-7-4 0,-4 6 0,-6 0 0,-6 5 0,-5 3 0,-12 3 0,2 6 0,-6 12 0,0 5 0,0 4 0,0 2 0,-1 0 0,3 8 0,8 3 0,1 10 0,5 4 0,5 2 0,4 3 0,10-5 0,3-2 0,12-6 0,6-5 0,11-4 0,6-8 0,11-16 0,5-3 0</inkml:trace>
  <inkml:trace contextRef="#ctx0" brushRef="#br0" timeOffset="60">17691 14270 8912,'-12'-17'0,"1"0"0,-3 2 0,-1 3 0,-4 5 0,-4 7 0,2 1 0,-8 5 0,6 6 0,-6 11 0,10-2 0,2 7 0,2-1 0,9 2 0,0 3 0,6-5 0,2 2 0,4-1 0,4-5 0,7 6 0,6-3 0,0 3 0,0 4 0,-6-5 0,6-1 0,0 2 0,0-3 0,-6 3 0,0-2 0,0-6 0,1 2 0,-1-2 0,-2-2 0,-4-2 0,-1 0 0,-4 0 0,-6 1 0,0-1 0,-8-2 0,-9-3 0,-8 1 0,-4-7 0,-9 5 0,-2-5 0,0 0 0,5-6 0,3-8 0,3-3 0,4-9 0,10-6 0,4-11 0,5-5 0,14-5 0,9-11 0,10-3 0,13-8 0,-2 1-196,8-1 0,0 6 196,5 0 0,-7 7 0,10-5 0,-8 8 0,-4 1 0,-4 4 0</inkml:trace>
  <inkml:trace contextRef="#ctx0" brushRef="#br0" timeOffset="61">12356 15439 8912,'-17'-7'0,"-1"-3"0,3-1 0,2-1 0,1-1 0,-1-2 0,5 5 0,2 2 0,14 10 0,7 4 0,6 6 0,10 9 0,0 2 0,7-1 0,8 3 0,17-8 0,10 3 0,9-9 0,11-3 0,-35-6 0,1-1 0,6-2 0,2-3 0,8-3 0,3-3 0,7-5 0,2-1 0,3-2 0,2-2-455,2-2 1,-1-2 0,-2-2 0,-2-2 454,-3 3 0,0-1 0,-3 0 0,-2 2 0,-8 9 0,-2 2 0,-5-2 0,-4 3-29,30 6 0,-24 0 29,-22 6 0,-15 8 0,-10 3 0,-8 5 0,-7 1 0,-6 8 0,-6 3 0,3 3 0,-9-2 0,6 9 0,-5-4 0,-1-3 0,-12-14 0,-3-9 0</inkml:trace>
  <inkml:trace contextRef="#ctx0" brushRef="#br0" timeOffset="62">12580 10505 8912,'-8'-32'0,"-2"3"0,1 6 0,3 4 0,4 2 0,2 9 0,4 8 0,6 10 0,11 5 0,9 4 0,12 4 0,16-4 0,14 4 0,20-6 0,-37-10 0,3-2 0,6-1 0,2-3 0,8-3 0,3-3 0,5-3 0,2-2 0,6-2 0,0-2 0,4-5 0,-1 0-101,-3-1 0,-2-1 0,-3 2 1,-3 0-1,-14 5 0,-3 1 1,-2 3-1,-1 1 101,-7 2 0,-1 1 0,37 2 0,-22-2 0,-11 4 0</inkml:trace>
  <inkml:trace contextRef="#ctx0" brushRef="#br0" timeOffset="63">16847 15525 8912,'-17'6'0,"2"-2"0,3-6 0,12-6 0,14-9 0,7 0 0,-2 0 0,6 0 0,0-2 0,3-4 0,5 4 0,1-4 0,2 3 0,3 5 0,1 2 0,-2 1 0,-2 9 0,-1-3 0,-3 12 0,-5 7 0,-10 8 0,-9 8 0,-6 5 0,-2 6 0,-2-4 0,-4 4 0,2 3 0,-7-3 0,1-6 0,-1-5 0,-4-1 0,5 7 0,1-3 0,3-3 0,-2-4 0,2-8 0,-1-2 0,1-3 0,2-5 0,-7-7 0,7 0 0,-19 0 0,4 0 0</inkml:trace>
  <inkml:trace contextRef="#ctx0" brushRef="#br0" timeOffset="64">17002 15766 8912,'-17'-17'0,"2"5"0,3 1 0,-3 7 0,13-11 0,-6 13 0,22-13 0,7 5 0,7-1 0,9-1 0,16 1 0,5-6 0,9-6 0,7 0 0,3-6-205,3 6 1,-4-13 204,-7 1-354,-8-3 1,-1-4-1,-9-2 1</inkml:trace>
  <inkml:trace contextRef="#ctx0" brushRef="#br0" timeOffset="65">17811 15353 8912,'-17'2'0,"0"4"0,-6-2 0,0 7 0,2 3 0,2 1 0,3 8 0,5 0 0,-3 7 0,9-1 0,-1 2 0,6-3 0,8-3 0,3-8 0,6-1 0,6-5 0,4-3 0,7-8 0,1-8 0,-1-3 0,-5-7 0,0-4 0,-3-3 0,3-6 0,-8 2 0,-8-1 0,-5 3 0,-8-1 0,0 1 0,0-2 0,-13 4 0,-5 8 0,-10 0 0,-1 0 0,-3 1 0,-3 5 0,-7-4 0,-2 5 0</inkml:trace>
  <inkml:trace contextRef="#ctx0" brushRef="#br0" timeOffset="66">16916 16110 8912,'-11'-15'0,"1"1"0,2 3 0,3-1 0,-3 3 0,6 1 0,-4 6 0,14-2 0,7-3 0,6-3 0,12-1 0,-1-6 0,7 1 0,-1 5 0,-2-4 0,-1 3 0,1 4 0,0 3 0,1 3 0,-5 2 0,-9 13 0,0 4 0,-10 12 0,-1 0 0,-8 3 0,1 3 0,-3-1 0,-2 0 0,-2 1 0,-1-1 0,-3-1 0,2-5 0,2 3 0,2-8 0,-6 5 0,1-5 0,-1 2 0,6-2 0,-2-4 0,-4 4 0,2-4 0,-7-2 0,1-5 0,-1-1 0,-12-7 0,4 4 0</inkml:trace>
  <inkml:trace contextRef="#ctx0" brushRef="#br0" timeOffset="67">17071 16385 8912,'-17'0'0,"0"-6"0,-1 1 0,7-7 0,-1 6 0,9 1 0,-5 5 0,12-2 0,7-4 0,12-4 0,8 1 0,13-6 0,7 3 0,1-9 0,5-2 0,5-7 0,-9 3 0,6-7 0</inkml:trace>
  <inkml:trace contextRef="#ctx0" brushRef="#br0" timeOffset="68">17708 15852 8912,'5'-19'0,"1"-4"0,9 2 0,3-8 0,1 6 0,10-5 0,-1 5 0,7-6 0,-1 8 0,0-2 0,-5 6 0,-2 6 0,-2 5 0,-4 8 0,-10 9 0,-3 3 0,-8 14 0,-4 3 0,-7 9 0,-1-2 0,-11 8 0,4 0 0,2 5 0,5-5 0,3-2 0,-1 0 0,1 0 0,5-6 0,-2 2 0,12-11 0,5-6 0,20-6 0,9-5 0,10-7 0,7-10 0,6-14 0,12-16 0,-4 1-154,3-6 0,-11-2 154,-5 2 0,-20-1 0,2 1 0,-11 0 0,3 0 0</inkml:trace>
  <inkml:trace contextRef="#ctx0" brushRef="#br0" timeOffset="69">12425 11485 8912,'-19'0'0,"-2"0"0,-2-2 0,2-2 0,1-1 0,9-1 0,1 4 0,3-4 0,9 2 0,11-5 0,8-1 0,8 1 0,11-3 0,6-3 0,5 2 0,7 1 0,-1 8 0,10-1 0,6 1 0,3-2 0,12 4 0,8-4 0,1 4 0,1 2 0,-6 0-264,5 0 1,-48 0 0,2 0 263,3 1 0,1-2 0,-4-2 0,1-1 0,-1-2 0,-1-2 0,38-11 0,-11-4 0,-16 1 0,-10 4 0,-14 9 0,-12 1 0,-18 10 0,-7 4 0,-2 3 0,-9 9 0,1 4 0,-1 3 0,3 2 0,0 4 0,7-1 395,-5-1 0,4 1-395,2-7 0,2-6 0,4-5 0,3-8 0,8 3 0</inkml:trace>
  <inkml:trace contextRef="#ctx0" brushRef="#br0" timeOffset="70">16710 16695 8912,'0'-18'0,"0"1"0,0 0 0,0 0 0,0 0 0,7 5 0,5 3 0,5 1 0,6 4 0,-2 2 0,6 2 0,-1 0 0,1 0 0,-4 2 0,4 4 0,0 5 0,-1 5 0,-3 1 0,6 0 0,-8 0 0,2 2 0,-4 4 0,-2 6 0,-5 3 0,-1 3 0,-7-1 0,2 0 0,-4 9 0,-2 0 0,0 3 0,0 0 0,0-8 0,0 2 0,0-3 0,0-3 0,0-7 0,0-4 0,0-4 0,0-10 0,0-9 0,-8-17 0,-1-9 0</inkml:trace>
  <inkml:trace contextRef="#ctx0" brushRef="#br0" timeOffset="71">16951 17038 8912,'0'-9'0,"0"-1"0,0 5 0,15 1 0,8-8 0,15-1 0,8-10 0,6 2 0,7-8 0,8-1 0,5-3 0,9-1 0,-7 0-374,-7-1 0,0-7 1,-6-2-1</inkml:trace>
  <inkml:trace contextRef="#ctx0" brushRef="#br0" timeOffset="72">18172 16471 8912,'-7'-10'0,"-3"-5"0,-7 13 0,0-3 0,0 10 0,-6 11 0,0 6 0,0 9 0,5 0 0,1 5 0,0 4 0,2 8 0,3-2 0,5-2 0,7 1 0,0-6 0,0 1 0,9-6 0,8-5 0,3-6 0,8-12 0,1-3 0,7-8 0,2-2 0,3-4 0,-1-3 0,-6-9 0,3-1 0,3-4 0,-10 4 0,5-4 0,-12 2 0,0-2 0,-12 4 0,4-13 0,-5 5 0</inkml:trace>
  <inkml:trace contextRef="#ctx0" brushRef="#br0" timeOffset="73">18138 16574 8912,'-8'15'0,"-3"-1"0,-4-3 0,3 3 0,1 9 0,7 3 0,-2 9 0,4 12 0,4 7 0,4 3 0,5 3 0,6-1 0,6-2 0,-2-3 0,8 3 0,-2-11 0,2-6 0,-12-4 0,-10-9 0,-7-2 0</inkml:trace>
  <inkml:trace contextRef="#ctx0" brushRef="#br0" timeOffset="74">12287 16299 8912,'-17'17'0,"0"-1"0,-1-3 0,1-2 0,10-7 0,7 2 0,11-4 0,10-2 0,13-8 0,12-3 0,6-3 0,5 3 0,4-2 0,12 5 0,9 0 0,-34 5 0,2-1 0,11-3 0,2 0 0,8 2 0,2-1 0,3-5 0,1-1 0,2-2 0,2-1 0,3-1 0,0 0-383,4-1 0,0-1 0,-3-1 0,-1-2 383,-3 1 0,-2 0 0,-6 1 0,-2 0 0,-13 4 0,-2 1 0,-4 2 0,-2 1 0,36 0 0,-16 5 0,-16 4 0,-21 4 0,-28 4 0,-3 9 0,-2 8 0,-2 13 0,-3-1 0,-3 9 0,-4-4 0,-5-2 0,0-9 0,7-4 0,-5-8 0</inkml:trace>
  <inkml:trace contextRef="#ctx0" brushRef="#br0" timeOffset="75">17364 17761 8912,'-27'0'0,"4"0"0,4 0 0,3-2 0,3-2 0,3-4 0,3-1 0,3 3 0,12-4 0,7 1 0,6-1 0,10 4 0,-3-5 0,10 1 0,3-3 0,-3 2 0,-2-3 0,-1 5 0,1-3 0,0 1 0,-1 1 0,1 3 0,-13 7 0,6 0 0,-6 3 0,-2 7 0,-2 7 0,-8 12 0,1-1 0,-8 7 0,1 5 0,-3 4 0,-2 0 0,0 6 0,0-5 0,-6-3 0,1-1 0,-3 1 0,2-2 0,4-6 0,-3-5 0,3-8 0,2 2 0,-8-12 0,-1-11 0,-9-9 0</inkml:trace>
  <inkml:trace contextRef="#ctx0" brushRef="#br0" timeOffset="76">17622 18036 8912,'-12'0'0,"1"0"0,-3 0 0,7 0 0,-1 0 0,18-8 0,7-3 0,10-5 0,13-1 0,11-8 0,12-3 0,6-5 0,6-1 0,1-1 0,5 1 0,1-6-214,-8 0 1,-7 0 0,-7 5 0</inkml:trace>
  <inkml:trace contextRef="#ctx0" brushRef="#br0" timeOffset="77">18826 17348 8912,'-19'2'0,"-2"2"0,-2 1 0,2-1 0,-4 4 0,2-2 0,-5 7 0,5-2 0,0 5 0,6 1 0,7 0 0,4 2 0,4 2 0,2 2 0,16 0 0,7-6 0,7 0 0,5 1 0,5-1 0,0 0 0,6-6 0,-6 1 0,-2-1 0,-9 7 0,1-1 0,-7 0 0,-2 0 0,-9 0 0,1 1 0,-7-1 0,-4 2 0,-6 4 0,-7-4 0,-12 4 0,2-4 0,-8-2 0,-2 0 0,-1 0 0,-1-1 0,5-5 0,-3 3 0,8-9 0,-2 1 0,2-6 0,4-8 0,-4-3 0,4-20 0,2-5 0</inkml:trace>
  <inkml:trace contextRef="#ctx0" brushRef="#br0" timeOffset="78">18689 17417 8912,'9'2'0,"-3"3"0,-4-3 0,0 6 0,3-8 0,7-8 0,11-3 0,13-6 0,16-6 0,1-12 0,10-11 0,6-1 0,6 1 0,-1 4 0,-7 9 0,-5 3 0,-11 1 0,-7 8 0,-9-4 0,-1 8 0</inkml:trace>
  <inkml:trace contextRef="#ctx0" brushRef="#br0" timeOffset="79">12752 14322 8912,'-8'-17'0,"-3"0"0,-3-1 0,1 1 0,1 0 0,-1 2 0,-2 3 0,-3-1 0,1 5 0,0-1 0,0 5 0,0-2 0,1 12 0,5 5 0,11 3 0,11-1 0,6-3 0,6-3 0,6-1 0,11-6 0,12 0 0,15 0 0,7 0 0,7 0 0,7-8 0,-8-3 0,4 1 0,6 1 0,4-1 0,-46 5 0,1 1 0,0-1 0,0 0-188,37-6 0,0 3 188,0 8 0,-10 0 0,-7 0 0,-15 0 0,-14 0 0,-4 0 0,-1 0 0,-3 0 0,-3 0 0,-10 0 0,-8 0 0,1 0 0,5 0 0</inkml:trace>
  <inkml:trace contextRef="#ctx0" brushRef="#br0" timeOffset="80">19618 17812 8912,'-35'15'0,"3"-3"0,3-6 0,-3-5 0,24-1 0,8 0 0,10-7 0,18-5 0,1 3 0,5-3 0,7 3 0,-1-3 0,-2-1 0,-7 7 0,-5 2 0,-1 3 0,4 2 0,-6 7 0,-2 7 0,-2 6 0,-4 10 0,-3-2 0,-5 11 0,-7 6 0,0 5 0,0 6 0,-7-1 0,-3 5 0,-1-2 0,-1-3 0,7-5 0,-7-5 0,8-4 0,-1-8 0,-3-7 0,2-4 0,0-4 0,6-9 0,-7-3 0,5-30 0,-6-5 0</inkml:trace>
  <inkml:trace contextRef="#ctx0" brushRef="#br0" timeOffset="81">19583 18242 8912,'-17'0'0,"0"0"0,6-2 0,-1-4 0,16-3 0,2-8 0,22-1 0,14-1 0,12-4 0,9-5 0,4 1 0,2-2 0,0 1-225,-1-7 0,1 1 225,0-1 0,0 9 0,0 1 0</inkml:trace>
  <inkml:trace contextRef="#ctx0" brushRef="#br0" timeOffset="82">20496 17864 8912,'0'-25'0,"-6"6"0,0-4 0,-7 9 0,1 3 0,3 7 0,-3-2 0,-5 12 0,-8 8 0,-2 7 0,-3 7 0,5 10 0,2 3 0,6 1 0,5-2 0,5-2 0,7 8 0,7-8 0,5 2 0,11-6 0,5-5 0,1 4 0,5-5 0,-9-3 0,10-2 0,-12-6 0,0-5 0,-4 3 0,-2-4 0,-2 5 0,-3 1 0,-7 0 0,-3 0 0,-9 6 0,-5 0 0,-5 2 0,-6-2 0,-4-4 0,-7 4 0,5 2 0,1-2 0,-3-4 0,-2-6 0,5-5 0,-1-8 0,8 0 0,-11-23 0,5-6 0</inkml:trace>
  <inkml:trace contextRef="#ctx0" brushRef="#br0" timeOffset="83">20031 17915 8912,'0'-17'0,"0"-6"0,0 0 0,8-5 0,3 5 0,12-2 0,9 2 0,14-6 0,17-3 0,-20 9 0,2-2 0,6 0 0,2-2 0,0-3 0,1-3-282,-3 2 1,1-1-1,0 2 1,-1 1 281,1 0 0,-1 1 0,2 1 0,0 2 0,-4 1 0,-1 2 0,42-12 0,-21 2 0,0 5 0</inkml:trace>
  <inkml:trace contextRef="#ctx0" brushRef="#br0" timeOffset="84">12356 9387 8912,'-35'0'0,"1"0"0,7-5 0,4-1 0,16 0 0,10 8 0,13 4 0,18-2 0,4 7 0,10 3 0,11 1 0,24-6 0,-35-5 0,3-2 0,7-1 0,3-2 0,5-1 0,3-2 0,10 0 0,3-3-147,6-3 1,2-3-1,3-3 1,1-2-1,-29 3 1,-1 0-1,0-1 1,1 0 0,-1 0-1,0 0 147,31-7 0,-2 0 0,-1 0 0,-2 0 0,-9 5 0,-2 2 0,-1 0 0,-3 3 0,-15 6 0,-3 3 0,-6 0 0,-3 2 0,31 0 0,-24 10 0,-11-6 0,-15 3 0,-8-3 0</inkml:trace>
  <inkml:trace contextRef="#ctx0" brushRef="#br0" timeOffset="85">12270 13634 8912,'11'-7'0,"1"-3"0,1-1 0,2 1 0,5 2 0,4 4 0,11 3 0,11 1 0,19 0 0,21 0 0,-32 0 0,3 0 0,6-1 0,4 0 0,11-2 0,2 0 0,3-3 0,1-1 0,4-4 0,2 1 0,-26 3 0,1 0 0,1 0 0,-1-2 0,0-1 0,0 0 0,28-5 0,-1-1-562,-3 0 1,0 0 0,0 1 0,0 1 561,0-1 0,0 2 0,-3 2 0,0 1 0,-8-1 0,-1 1 0,-8 1 0,-1 0 0,-4 0 0,-2 1 0,-2 4 0,-1-1 0,-1-6 0,-1-1 0,-2 0 0,1 1 0</inkml:trace>
  <inkml:trace contextRef="#ctx0" brushRef="#br0" timeOffset="86">22371 17829 8912,'-7'-9'0,"-5"3"0,3-2 0,-3 5 0,-1 4 0,-3 11 0,-1 9 0,0 8 0,6 5 0,1 6 0,2 6 0,5 4 0,1 1 0,5 3 0,7 1 0,7 2 0,6-5 0,-2-8 0,4-2 0,2-4 0,-6-9 0,2-6 0,-4-4 0,-2-4 0,0-3 0,-7-7 0,-4-10 0,-4-1 0,-2-11 0,-8 1 0,-4-12 0,-3 5 0,-2-6 0,-2-1 0,-4-3 0,9 1 0,-3 3 0,4 4 0,1 10 0,1 3 0,9 5 0,2 7 0,2 5 0,9 1 0,7 6 0,5-7 0,7 1 0,-3 2 0,7 1 0</inkml:trace>
  <inkml:trace contextRef="#ctx0" brushRef="#br0" timeOffset="87">22853 18087 8912,'-2'10'0,"-4"-5"0,5-3 0,-7-2 0,10-7 0,4-5 0,5-3 0,10 0 0,2 3 0,6 3 0,-6 3 0,7 4 0,-1-4 0,3 12 0,1 6 0,-4 5 0,-6 6 0,-4 5 0,-2 12 0,-8 4 0,-3 8 0,-6-2 0,-6-5 0,3 5 0,-9-4 0,1-6 0,-7-6 0,-4-9 0,-1-13 0,2-7 0,-6-3 0,0-2 0</inkml:trace>
  <inkml:trace contextRef="#ctx0" brushRef="#br0" timeOffset="88">22991 18276 8912,'-10'0'0,"4"0"0,12 0 0,8 0 0,14 0 0,5-9 0,18-8 0,3-1 0,11-6 0,-2-1 0,2-4 0,-6-3 0,-1-3 0,-7 3 0,-5 3 0,-11-3 0,-10 5 0</inkml:trace>
  <inkml:trace contextRef="#ctx0" brushRef="#br0" timeOffset="89">23610 17984 8912,'-17'0'0,"6"0"0,-1 0 0,6 0 0,-5 0 0,-1 0 0,1 2 0,0 4 0,7-3 0,-2 9 0,4 1 0,2 3 0,2 3 0,4 4 0,5 5 0,12 12 0,-4-3 0,4 3 0,-2 2 0,0-2 0,2-2 0,-2-2 0,-4-3 0,-5-4 0,1-5 0,-7-6 0,0-1 0,-6 0 0,-8-2 0,-3-3 0,-5 1 0,-1-7 0,-2 0 0,-4-6 0,2-8 0,-6-4 0,0-5 0,1-6 0,5-3 0,-2-9 0,2-7 0,-2-4 0,6-9 0,-1-2 0,3-1 0,9 7 0,1 7 0,5 4 0,0 11 0,0 6 0,7 6 0,5 5 0,3-3 0,4 6 0,6-3 0,9 1 0,8-3 0,10-9 0,7 2 0,4-7 0,12 1 0,5-2 0,4 10 0,1 10 0,-5-1 0,-6 1 0,-10 5 0,-5-4 0</inkml:trace>
  <inkml:trace contextRef="#ctx0" brushRef="#br0" timeOffset="90">17604 14683 8912,'-9'0'0,"1"-8"0,8-1 0,0-8 0,0-1 0,8-6 0,1-3 0</inkml:trace>
  <inkml:trace contextRef="#ctx0" brushRef="#br0" timeOffset="91">17639 15611 8912,'-10'-17'0,"3"0"0,7 0 0,7-8 0,3-2 0</inkml:trace>
  <inkml:trace contextRef="#ctx0" brushRef="#br0" timeOffset="92">17863 16265 8912,'-12'0'0,"1"0"0,-3 0 0,-1 0 0,4 0 0,-1 0 0,1 0 0,-7 0 0</inkml:trace>
  <inkml:trace contextRef="#ctx0" brushRef="#br0" timeOffset="93">17931 16884 8912,'0'11'0,"-1"-1"0,-5-3 0,-6-3 0,-3-2 0,4-2 0,-1 0 0,1 0 0,-7 0 0</inkml:trace>
  <inkml:trace contextRef="#ctx0" brushRef="#br0" timeOffset="94">19945 18500 8912,'0'11'0,"-2"-1"0,-4-3 0,2-1 0,-7-6 0,7 0 0,-4 0 0</inkml:trace>
  <inkml:trace contextRef="#ctx0" brushRef="#br0" timeOffset="95">17983 15766 8912,'17'-6'0,"0"1"0,1-1 0,-3-2 0,-4-3 0,-1 1 0,-4-1 0,-4 7 0,5-4 0,-14 8 0,5 2 0,-4 4 0,4-4 0,2 6 0,0-16 0,0 6 0,0-6 0,0 6 0,0-3 0,0 3 0,0-6 0,0 8 0,-2-2 0,-4-3 0,3 3 0,-9-4 0,6 4 0,-5 2 0,5 0 0,-5 0 0,-1 0 0,-5 0 0,0 0 0,0 0 0,-1 2 0,1 4 0,-6-3 0,0 9 0,-7-6 0,1 5 0,2 1 0,-1 5 0,-1-6 0,-5 1 0,1-3 0,4 3 0,-3 1 0,3-7 0,-1 5 0,1-5 0,-2 0 0,8-6 0,-2 5 0,3 1 0,-3 0 0,-4-6 0,-2 0 0,8 0 0,-5 6 0,5-1 0,-6 1 0,6-6 0,-2 0 0,2 0 0,4 6 0,-4 0 0,-2 1 0,3-1 0,-3-4 0,4 4 0,-2-3 0,2 3 0,2-2 0,1 7 0,-5-7 0,0 2 0,1 2 0,4-3 0,1 7 0,0-6 0,0-1 0,-1-5 0,-6 8 0,4-6 0,-2 4 0,2-3 0,3 3 0,0-4 0,0 4 0,0-2 0,-1 1 0,1-1 0,0 8 0,-6-7 0,0 7 0,0-1 0,6 6 0,0 1 0</inkml:trace>
  <inkml:trace contextRef="#ctx0" brushRef="#br0" timeOffset="96">16417 16127 8912,'-17'17'0,"0"1"0,7-9 0,-5 6 0,5-3 0,1 3 0,-5-3 0,7-1 0,-3 2 0,6 3 0,-9 1 0,7 0 0,-5 0 0,5 0 0,-6 3 0,7 3 0,-7-2 0,7 7 0,-1-5 0,6 6 0,-6-6 0,0 5 0,1-5 0,5 6 0,0-8 0,0 4 0,0-2 0,0 0 0,0 1 0,0-1 0,0-4 0,0 4 0,0-3 0,0-3 0</inkml:trace>
  <inkml:trace contextRef="#ctx0" brushRef="#br0" timeOffset="97">16228 16849 8912,'0'27'0,"0"6"0,0-14 0,0 13 0,0-3 0,0 1 0,2 1 0,2-4 0,1-3 0,3 5 0,-2-6 0,-3 6 0,9-6 0,-8 0 0,1-6 0,5 0 0,-2 0 0,3 0 0,-1-5 0,-5-1 0,-1-1 0,8 1 0,-6 5 0,5-5 0,-5-1 0,5 1 0,1-5 0,3 5 0,-2 1 0,-1-3 0,1 1 0,10-5 0,-4-1 0,4 8 0,2-8 0,-2 1 0,6-1 0,-6 2 0,1-4 0,-1 4 0,-2-3 0,8 3 0,-6-4 0,6 4 0,-6-4 0,3-2 0,1 2 0,0 3 0,-6-3 0,2 4 0,4-4 0,1-2 0,-3 0 0,-2 0 0,4 0 0,2 0 0,-3-2 0,3-4 0,0 4 0,5-3 0,1 1 0,-1 0 0,1-2 0,-1 2 0,0-3 0,1 1 0,-1 0 0,1 6 0,-1-5 0,0-1 0,-5 0 0,0 6 0,-6-6 0,5 1 0,-5-3 0,6 2 0,-8 2 0,2-7 0,2 5 0,-2-5 0,0 5 0,-6-5 0,6 5 0,0-4 0,-2 3 0,-2 3 0,-2-4 0,0 2 0,1-5 0,-1 5 0,0-1 0,0 1 0,2 2 0,4-7 0,-4 5 0,6-6 0,0 1 0,4 1 0,3-3 0,3 7 0,-7-7 0,1 1 0,-2-3 0,2-2 0,3 0 0,-3 0 0,-2 1 0,1 5 0,-5-8 0,6 7 0,-6-7 0,4 8 0,-3-5 0,-3-1 0,-1 0 0,-3 0 0,6 0 0,0-1 0,2 1 0,-3 0 0,0 0 0,6 0 0,-14-1 0,1 1 0</inkml:trace>
  <inkml:trace contextRef="#ctx0" brushRef="#br0" timeOffset="98">18861 16798 8912,'17'-17'0,"0"-1"0,0 1 0,-5-6 0,-1 0 0,-1 0 0,1 6 0,5-6 0,-5-2 0,2-1 0,-1-5 0,3-1 0,-3-3 0,1-1 0,-1-4 0,1 4 0,-7-5 0,-1 5 0,-5 2 0,0 1 0,0 3 0,0 3 0,0 2 0,-7 2 0,-3 6 0</inkml:trace>
  <inkml:trace contextRef="#ctx0" brushRef="#br0" timeOffset="99">19033 16076 8912,'-8'-18'0,"6"1"0,-7-2 0,3-2 0,-6-2 0,3-2 0,-3 2 0,3 2 0,-3-7 0,-3 7 0,4-2 0,-5-2 0,-1 2 0,0 2 0,0 2 0,-6 2 0,0 0 0,0-1 0,6 1 0,-1 6 0,1-1 0,0 6 0,0-5 0,-6 5 0,0-5 0,0 5 0,6-5 0,0 5 0,-1-6 0,1 3 0,0-3 0,-6 3 0,0 3 0,-2 2 0,4-5 0,-4 1 0,-1 4 0,3 0 0,-6-1 0,2 3 0,-2-4 0,-9 4 0,4 2 0,-12 8 0,0 3 0,-9 5 0,-3 1 0,-7 8 0,2 3 0,4-1 0,1 2 0,5 1 0,1 3 0,3-1 0,3-3 0,4 1 0,7-7 0,8 0 0,5-6 0,-3 3 0,2 2 0,0 1 0,6 12 0,-8-5 0,-10 5 0,-9-10 0</inkml:trace>
  <inkml:trace contextRef="#ctx0" brushRef="#br0" timeOffset="100">21408 12190 8912,'-10'-17'0,"2"5"0,8 1 0,0-3 0,0-1 0,8 4 0,4 1 0,5 1 0,6-1 0,11 4 0,12-5 0,6-3 0,5-1 0,-2 0 0,8 2 0,1 1 0,-3-1 0,-2 5 0,-7 2 0,-8 4 0,-4 2 0,-17 4 0,-6 6 0,-4 9 0,-3 6 0,-2 5 0,-8 10 0,-2-1 0,-4 6 0,2 1 0,-7 6 0,5 5 0,-6 1 0,7 5 0,-7-6 0,8 4 0,-1-8 0,3-5 0,2-4 0,0-6 0,0-9 0,-2 0 0,-4-12 0,4-4 0,-13-13 0,5 0 0</inkml:trace>
  <inkml:trace contextRef="#ctx0" brushRef="#br0" timeOffset="101">21752 12585 8912,'-21'-28'0,"4"-1"0,3 8 0,14-2 0,4 4 0,7 2 0,9 0 0,14-1 0,8 7 0,4 0 0,4-1 0,1-5 0,1 2 0,0 3 0,-7-1 0,-1 5 0,-2-1 0,-3-5 0,5-1 0,0-2 0</inkml:trace>
  <inkml:trace contextRef="#ctx0" brushRef="#br0" timeOffset="102">22578 12087 8912,'17'-27'0,"2"2"0,4 8 0,4 0 0,7 0 0,1-1 0,-1 1 0,-5 8 0,-1 3 0,-7 4 0,2 2 0,-3 0 0,-3 0 0,-8 2 0,-3 4 0,-4 5 0,-2 4 0,-2 5 0,-4 2 0,-3-1 0,-8 8 0,-6-6 0,0 6 0,0-8 0,5 2 0,1 1 0,0-1 0,6 0 0,-1-5 0,6-1 0,-3 0 0,1 0 0,4 0 0,2-5 0,2-1 0,8-1 0,4 1 0,11-1 0,5-4 0,5-5 0,1 5 0,6 2 0,0-2 0,8 1 0,-2-1 0,-4-2 0,-2 7 0,-7 3 0,-10 1 0,0-6 0,-14-1 0</inkml:trace>
  <inkml:trace contextRef="#ctx0" brushRef="#br0" timeOffset="103">23128 12534 8912,'-24'25'0,"-5"1"0,-4 1 0,-3 6 0,-4-5 0,2-1 0,-8 2 0,13-8 0,-1 2 0,13-4 0,4-2 0,9 0 0,8-9 0,6-8 0,3-16 0,8-10 0</inkml:trace>
  <inkml:trace contextRef="#ctx0" brushRef="#br0" timeOffset="104">23507 11846 8912,'6'-17'0,"0"0"0,-3-1 0,-1 1 0,-2 0 0,8 8 0,1 1 0</inkml:trace>
  <inkml:trace contextRef="#ctx0" brushRef="#br0" timeOffset="105">23541 11812 8912,'0'42'0,"0"4"0,0 11 0,0 12 0,0 11 0,0 4 0,0 4-698,0 4 0,-1 5 698,-2-43 0,0 1 0,1 42 0,-1-47 0,0-2 0,1 32 0,2-13 0,0-12 443,0-7-443,0-25 57,8 0 1,1-38-1,9-5 1</inkml:trace>
  <inkml:trace contextRef="#ctx0" brushRef="#br0" timeOffset="106">24006 12224 8912,'10'-44'0,"5"4"0,-4 12 0,-1-1 0,1 12 0,-14 3 0,-3 14 0,-23 8 0,-11 3 0,-8 12 0,-3 6 0,-9 11 0,-1 6 0,0 4 0,4 1 0,11 3 0,6 3 0,13-3 0,10 3 0,7 0 0,10-5 0,8 1 0,3-13 0,14-1 0,9-11 0,10-5 0,6-4 0,11-9 0,8-4 0,8-5-238,9-1 0,0-1 238,0-5 0,-2-4 0,-4-7 0,-9-2 0,-8-4 0,2-6 0,2-3 0</inkml:trace>
  <inkml:trace contextRef="#ctx0" brushRef="#br0" timeOffset="107">25641 12654 8912,'8'-17'0,"-5"7"0,9 5 0,-8 3 0,9 4 0,-7 3 0,7 5 0,-3 7 0,7 0 0</inkml:trace>
  <inkml:trace contextRef="#ctx0" brushRef="#br0" timeOffset="108">18757 5106 8912,'-7'-15'0,"-5"4"0,3-5 0,-3 7 0,-1-1 0,5 5 0,3 12 0,3 10 0,2 10 0,0 19 0,2 6 0,1 3 0,3 4 0,7-5 0,-1 3 0,3-4 0,2-1 0,-5-8 0,-1-4 0,-5-6 0,4-5 0,-3-6 0,-3-4 0,0-9 0,2-5 0,-4-3 0,5-4 0,-7-5 0,0-10 0,0-8 0,0-10 0,0-7 0,0-5 0,0-9 0,0-7 0,0-4 0,0-2 0,0 3 0,0 3 0,0 5 0,0 12 0,0 1 0,0 10 0,2 12 0,4 18 0,5 5 0,5 5 0,1 12 0,0 12 0,0 11 0,1 6 0,-1 4 0,0 1 0,0 1 0,0-1 0,1-7 0,-1-3 0,0-7 0,-2-5 0,-1-8 0,-3-8 0,-7 2 0,9-15 0,-7 0 0,2-9 0,-3-14 0,-3 0 0,4-12 0,-2 3 0,2-14 0,-4 0 0,3-3 0,-1 1 0,2 2 0,-4 8 0,4-2 0,-5 0 0,-1 5 0,6 5 0,0 12 0,0 9 0,-4 1 0,1 12 0,3 8 0,-2 10 0,4 11 0,-3 7 0,7 6 0,-6 11 0,7-3 0,-2 3 0,5-2 0,1 3 0,0-12 0,0-1 0,1-6 0,-1-5 0,8-7 0,1-4 0,3-6 0,0-6 0,-2-5 0,1-12 0,5-5 0,-5-12 0,3 2 0,-2-8 0,-4 1 0,-8-7 0,-8-5 0,-3 0 0,-4 2 0,-2 1 0,0 3 0,0 0 0,-8 7 0,-3 4 0,-4 4 0,-3 9 0,1 5 0,2 12 0,1 10 0,3 10 0,-2 6 0,5 7 0,2 0 0,-1 6 0,1-6 0,0 0 0,6-6 0,8 1 0,5-3 0,8-1 0,8-2 0,5-16 0,6-2 0,-1-7 0,7-4 0,-1-2 0,7-3 0,-8-13 0,-4-10 0,-4-5 0,-1-1 0,-1-2 0,1-5 0,-3 5 0,-3-4 0,-4 4 0,-8 1 0,-2 3 0,-3 3 0,-5 4 0,-14 10 0,-7 4 0,-7 5 0,-7 4 0,1 10 0,-2 3 0,1 12 0,-7 6 0,6 11 0,1 6 0,7-2 0,-2 1 0,4-6 0,1 1 0,9 2 0,3-2 0,4-2 0,2-2 0,0-7 0,0 0 0,8-10 0,3-2 0,1-7 0,5-10 0,-4-2 0,10-4 0,2-11 0,-2-12 0,6-5 0,-4-6 0,0-8 0,-1-8 0,5-5 0,-6-8 0,0 6 0,-6 0 0,-5 0 0,-1-5 0,-7 8 0,2 9 0,-4 7 0,-2 25 0,0 19 0,0 23 0,0 15 0,0 8 0,0 5 0,0 7 0,0-5 0,0 4 0,2-3 0,1-3 0,5-1 0,2-4 0,-5-4 0,7-8 0,-3-7 0,3-4 0,3-10 0,-3-1 0,3-8 0,2 1 0,0-10 0,0-9 0,3-5 0,3-4 0,-4-7 0,4 1 0,-4-3 0,-2-3 0,0 1 0,0-1 0,-5 3 0,-1 3 0,-5 4 0,6 8 0,1 0 0,-5 8 0,1 10 0,-3 17 0,-2 6 0,7 11 0,-7-1 0,2 1 0,-2-1 0,1 0 0,-1 5 0,6-3 0,-3-6 0,-3-3 0,0-4 0,2-6 0,-4 1 0,3-1 0,5-8 0,-8-1 0,5-8 0,-7-8 0,0-1 0</inkml:trace>
  <inkml:trace contextRef="#ctx0" brushRef="#br0" timeOffset="109">20702 5106 8912,'-8'10'0,"-1"-2"0,-1-8 0,-5 0 0,13 0 0,2 0 0,12 0 0,10 0 0,7 0 0,6 0 0,5 0 0,4 0 0,7 0 0</inkml:trace>
  <inkml:trace contextRef="#ctx0" brushRef="#br0" timeOffset="110">21408 5244 8912,'-35'0'0,"1"6"0,-1-1 0,7 9 0,-1-3 0,0 4 0,-5 3 0,5 5 0,1 0 0,6 5 0,0-5 0,4 0 0,7 2 0,3-6 0,8 4 0,0-4 0,0-2 0,8 0 0,1-1 0,9-5 0,-7-1 0,1-6 0,1 1 0,2-1 0,1-4 0,-5-6 0,4 3 0,-3-9 0,3 6 0,2-5 0,1-1 0,-1-5 0,0 0 0,0 0 0,0 0 0,1-1 0,-1 1 0,0 0 0,-2 6 0,-1-1 0,-3 1 0,3 1 0,-7 2 0,8 8 0,-13 2 0,4 4 0,2 6 0,-3 10 0,1-2 0,-6 3 0,0-4 0,0-2 0,0 0 0,0 0 0,0 0 0,0 1 0,0-7 0,0 1 0,0-9 0,0 3 0,0-12 0,0-5 0,2-10 0,4-2 0,-2-8 0,7 3 0,-5 1 0,5-2 0,-5 8 0,6-2 0,-7 4 0,7 4 0,1 4 0,2 5 0,10 4 0,4 2 0,4 8 0,1 3 0,6 6 0,0 6 0,8 2 0,-2 4 0,2-5 0,-2-6 0,3-1 0,-3-2 0,2-3 0,-2-7 0,-4-18 0,-8-6 0</inkml:trace>
  <inkml:trace contextRef="#ctx0" brushRef="#br0" timeOffset="111">21924 17846 8912,'-17'0'0,"9"2"0,8 2 0,10 2 0,7 7 0,6-1 0,-2 3 0,7 2 0,5 0 0,5 1 0,8-1 0,11 0 0,12 6 0,13 2 0,10 2 0,-41-13 0,2 2 0,1 3 0,0 0 0,4 2 0,-1 0 0,-1 0 0,-1 0-243,0 0 0,1 0 1,1 3-1,1-2 243,5-1 0,0-2 0,-4 1 0,0-1 0,-1-4 0,-1-2 0,-5 0 0,-2-1 0,30 5 0,-4-5 0,-7-3 0,-2-1 0,-4-4 0,-4 3 0,-7-1 0,-8 0 0,-4-6 0,-5 0 0,-7 0 0,-10 0 0,-3 0 485,-13 0 1,-2-6-486,-12 0 0,-11 1 0,-5 5 0,-11-2 0,-1-4 0,-15-4 0,1-7 0</inkml:trace>
  <inkml:trace contextRef="#ctx0" brushRef="#br0" timeOffset="112">23817 17159 8912,'9'-8'0,"-3"-3"0,-12 3 0,-11 6 0,-13 21 0,-9 23 0,-7 21 0,17-18 0,-1 4 0,-4 7 0,-1 3 0,-3 4 0,-2 1 0,-6 8 0,-2 0 0,-2 2 0,-1 1-601,-2 1 0,-1 1 0,-1 1 0,1 0 601,1 3 0,3-1 0,6-12 0,2-3 0,3-1 0,3-1 0,4-8 0,3-2-16,5-4 1,2 0 0,-3 0 0,0-1 15,2 1 0,0 0 0,6-14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20.85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9757 8665 8912,'-11'0'0,"-1"0"0,-1 0 0,-2 0 0,-1-2 0,3-1 0,2-3 0,-3 0 0,-1-1 0,-2 3 0,-1-6 0,1 2 0,0-3 0,0 5 0,0 1 0,-1 5 0,1 0 0,0 0 0,-6 0 0,0 0 0,-8 1 0,3 5 0,-5 4 0,-1 7 0,-1 8 0,1 3 0,-8 5 0,-2 3 0,0 4 0,4 6 0,4-2 0,1 2 0,6 2 0,1 9 0,9-5 0,1-1 0,3 1 0,9-6 0,1 3 0,5 3 0,0-8 0,0-4 0,2-6 0,3-5 0,5 3 0,7-3 0,2 4 0,2-1 0,4-1 0,2-3 0,2-7 0,5 2 0,2-4 0,4-1 0,3-3 0,2-4 0,11 3 0,-5-9 0,3 1 0,-8-6 0,4 0 0,-4 0 0,3-2 0,3-2 0,-2-3 0,-5-3 0,3-1 0,-8-6 0,8-1 0,-2 1 0,-4-8 0,-7 14 0,-11-4 0</inkml:trace>
  <inkml:trace contextRef="#ctx0" brushRef="#br0" timeOffset="1">10084 9594 8912,'35'-25'0,"-1"-4"0,1 3 0,-3-3 0,-1-2 0,-3-1 0,-7-3 0,2 1 0,-4 5 0,-1 1 0,-3-3 0,-4-1 0,3-3 0,-8 1 0,-1 0 0,-5-1 0,0-1 0,0-4 0,-13 2 0,-4-8 0,-12 6 0,0-6 0,-11 8 0,-6-3 0,-17 7 0,-8 5 0,-3 8 0,-3 8 0,-3 0 0,5 7 0,3 0 0,9 6 0,11 0 0,12 0 0,6 8 0,5 3 0,-2 5 0,8 1 0,0 0 0,6 0 0,2 0 0,3 1 0,-1 6 0,7 5 0,1-2 0,5 1 0,7 7 0,7 5 0,7-2 0,7-2 0,5-9 0,1-2 0</inkml:trace>
  <inkml:trace contextRef="#ctx0" brushRef="#br0" timeOffset="2">9895 12946 8912,'-10'-11'0,"3"1"0,-1 1 0,-1-1 0,-3-1 0,1-1 0,-1 1 0,3-2 0,-7 3 0,5-1 0,-4-1 0,-3 3 0,1-1 0,0 4 0,0 4 0,-1-3 0,-1 3 0,-4 2 0,4 2 0,-4 3 0,-3 5 0,-3 7 0,-4 2 0,-1 4 0,5 4 0,1 7 0,-1 3 0,-5 3 0,5-2 0,0 8 0,8 1 0,-2 11 0,10 3 0,1 8 0,8 5 0,-1 1 0,5-3 0,5-1 0,7-8 0,11 0 0,4-4 0,7-1 0,2-9 0,5-14 0,-3-3 0,8-3 0,0-6 0,5-12 0,3-5 0,3-14 0,6-9 0,4-10 0,8-15 0,-1-9 0,1-3-310,-6-9 0,-2 0 310,-4-6 0,-6 2 0,-11 3 0,-8 1-144,-7-2 1,-6-4 143,-8-6 0,-8 5 0,-3-5 0,-12 4 0,-5 3 0,-12-1 0,-6 0 0,-5 8 0,-6 4 0,-12 3 0,-11 3 0,-6 1 0,-3 6 0,-5 11 0,-1 14 0,7 10 0,2 9 0,2 9 0,10 9 0,9 6 0,14 11 0,1-1 0,10 1 0,0-1 0,8 0 0,3 1 0,7-1 0,3 1 0,2-1 0,2-2 0,3-3 0,5 3 0,7-5 0</inkml:trace>
  <inkml:trace contextRef="#ctx0" brushRef="#br1" timeOffset="3">10239 9972 8912,'12'0'0,"-1"0"0,1-2 0,-1-4 0,1-5 0,-1-4 0,4-3 0,-1 1 0,-3 0 0,-7 0 0,2 0 0,-2-1 0,1 1 0,-3 0 0,4 0 0,-4 0 0,-2 5 0,0 1 0,-2 7 0,-4-4 0,-5 1 0,-5 5 0,-7-6 0,1 8 0,-1 0 0,3 2 0,-1 2 0,-2 2 0,-7-1 0,1-5 0,-3 6 0,-3 0 0,1 0 0,-1-6 0,1 0 0,0 0 0,-7 0 0,1 0 0,2 1 0,2 5 0,-4-4 0,-1 4 0,1 1 0,6-1 0,-6 8 0,0-3 0,-6 10 0,6 2 0,-6 8 0,4-3 0,-2 3 0,-4-3 0,4 5 0,-2-4 0,10-3 0,1 3 0,3-2 0,9 1 0,2-3 0,2 0 0,3-4 0,5 8 0,-5-1 0,5 7 0,1 5 0,-1 0 0,5 2 0,-5-2 0,5-2 0,-4 6 0,3 0 0,3 0 0,2 0 0,2 2 0,2 2 0,4-8 0,-2 0 0,7-6 0,1 1 0,5-1 0,0 8 0,-8-21 0,-1 2 0</inkml:trace>
  <inkml:trace contextRef="#ctx0" brushRef="#br1" timeOffset="4">9052 11090 8912,'7'28'0,"5"1"0,11 0 0,-4-3 0,6-1 0,-8-8 0,6 1 0,0-1 0,11 0 0,-3-2 0,0-1 0,1-3 0,6-7 0,2 2 0,6 1 0,-6-1 0,1 0 0,-7-6 0,0 0 0,1 0 0,5 0 0,0 0 0,0 0 0,-3-2 0,1-2 0,2-2 0,8-5 0,-2 5 0,2-7 0,-3 1 0,5 3 0,-4-3 0,2 3 0,-2-3 0,-4-3 0,-8 3 0,1-3 0,-1-2 0,-1 0 0,-5 0 0,3 5 0,-8 1 0,0-1 0,-6-5 0,0 0 0,0 0 0,1-3 0,-1-2 0,0-5 0,0-8 0,0 1 0,1 0 0,-1-1 0,0 1 0,0-2 0,0-5 0,-5 3 0,-1-8 0,-7 2 0,2-1 0,-4-5 0,-2 4 0,0-9 0,-2-3 0,-2 1 0,-2-2 0,-7 5 0,2-3 0,-5 5 0,-1 7 0,0 5 0,0 11 0,-8-2 0,-4 8 0,2 0 0,-1 6 0,-7-4 0,-7 2 0,-2 4 0,-4 0 0,-3 1 0,-7 3 0,3 3 0,-8 8 0,7 0 0,-1 0 0,5 8 0,6 3 0,10 4 0,7 3 0,8 1 0,-2 2 0,4 2 0,2-2 0,8 4 0,3-3 0,4 9 0,2-2 0,8 3 0,3 3 0,12-3 0,6-3 0,3-4 0,3-8 0</inkml:trace>
  <inkml:trace contextRef="#ctx0" brushRef="#br1" timeOffset="5">21184 10041 8912,'-29'15'0,"1"-3"0,-3-7 0,-2-3 0,5-2 0,1 0 0,2 0 0,4 0 0,2 0 0,2 0 0,7 0 0,6-2 0,16-3 0,11-7 0,7-3 0,7-2 0,3-1 0,-2-5 0,6 1 0,-2 2 0,-4 7 0,4 4 0,-1 3 0,-1 4 0,-6-4 0,1 12 0,-3 5 0,-1 7 0,-3 4 0,-7 11 0,2 7 0,-5 14 0,-7-3 0,-3 14 0,-8 4 0,0 2-155,0 9 1,-8-8 154,-3 3 0,-5-4 0,-1-5 0,2-3 0,3-5 0,-3-7 0,4-5 0,1-11 0,-2-12 0,1-12 0,-6-5 0,0-4 0,-1-25 0,1-6 0</inkml:trace>
  <inkml:trace contextRef="#ctx0" brushRef="#br1" timeOffset="6">21356 10694 8912,'0'-11'0,"0"-1"0,0 6 0,0-5 0,8 0 0,3-7 0,12 1 0,6 0 0,5-2 0,6-2 0,6-4 0,4-2 0,9 4 0,4-5 0,2 5 0,-2-6-424,-3 0 1,-9-13-1,1-2 1</inkml:trace>
  <inkml:trace contextRef="#ctx0" brushRef="#br1" timeOffset="7">22647 9766 8912,'-25'-17'0,"-2"-1"0,-7 1 0,-1 8 0,1 3 0,-1 6 0,1 6 0,-8 5 0,-4 12 0,2-2 0,-2 8 0,8-1 0,-2 7 0,5-1 0,7 0 0,5-1 0,4-4 0,9 1 0,4-7 0,4 0 0,2-6 0,2 0 0,4 1 0,4-3 0,7-4 0,8 5 0,3-5 0,7 4 0,5 3 0,6-1 0,3 0 0,-1 2 0,4 4 0,-12-2 0,6 8 0,-8-1 0,-3 7 0,-11-5 0,-6 5 0,-9-5 0,-9 8 0,-4-5 0,-7-4 0,-2-10 0,-16-2 0,8-2 0,-2-9 0,-2-2 0,2-10 0,0-6 0,6-10 0,2-7 0,1-11 0,5-6 0,1-4 0,2-3 0,6-5 0,8 3 0,3-8 0,7 8 0,5-3 0,-2 5 0,7 1 0,3 8 0,7 6 0,4 8 0,2 7 0,-4 5 0,6 7 0,-2 3 0,2 8 0,-4 0 0,-7 0 0,-1 8 0,8-6 0,2 5 0</inkml:trace>
  <inkml:trace contextRef="#ctx0" brushRef="#br1" timeOffset="8">23541 10041 8912,'-11'6'0,"0"-1"0,7 1 0,-10-4 0,9 4 0,-1-3 0,6 9 0,-6 1 0,0 10 0,-5 0 0,3 12 0,1 7 0,-1 5 0,-4 7 0,7 3 0,-7 2 0,7 4 0,-1 2 0,6-7 0,7-3 0,5-9 0,1-6 0,-1-11 0,11-12 0,-4-10 0</inkml:trace>
  <inkml:trace contextRef="#ctx0" brushRef="#br1" timeOffset="9">24402 9663 8912,'0'-35'0,"0"1"0,0 1 0,0 5 0,-6-3 0,0 8 0,-7 8 0,2 7 0,-5 2 0,-1 1 0,-2 1 0,-4 10 0,-2 5 0,-4 12 0,-1 6 0,7 11 0,-6 4 0,6 7 0,2-1 0,2-4 0,10 2 0,3-8 0,4 4 0,2-10 0,0 2 0,0-13 0,8-2 0,3-9 0,10-5 0,2-7 0,6-2 0,-6-3 0,7-11 0,-1-8 0,2-3 0,-3-4 0,-1 5 0,-4-3 0,-4 8 0,4-2 0,-4 4 0,-2 2 0,1 0 0,-1 7 0,-2 16 0,-3 11 0,-5 17 0,-7 3 0,0 5 0,0 5 0,0 3 0,0 2 0,0-1 0,0 1 0,0-6 0,0-1 0,0-6 0,0 1 0,0-6 0,0-5 0,8-6 0,3-12 0,-1-5 0,1-12 0,1-11 0,5-10 0</inkml:trace>
  <inkml:trace contextRef="#ctx0" brushRef="#br1" timeOffset="10">25039 9594 8912,'-23'11'0,"-2"-1"0,0-1 0,0 1 0,8 9 0,5 10 0,9 3 0,-3 4 0,4 5 0,2 4 0,2-1 0,4 2 0,3-8 0,8 2 0,8-5 0,4-6 0,3-7 0,3-10 0,1 1 0,2-7 0,3-4 0,-3-6 0,-2-7 0,-1-12 0,-3-4 0,-3-7 0,-4-1 0,-8 1 0,-2-6 0,-3 0 0,-12-6 0,-14 6 0,-9 0 0,-11-3 0,-3 7 0,-8-4 0,-1 6 0,-6 5 0,0 6 0,1 12 0,1 5 0,4 12 0,4 17 0,8 11 0,-1 12 0,1-2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20.862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19153 10161 8912,'12'0'0,"-3"-2"0,-1-3 0,-2 1 0,-6-8 0,0 8 0,0-5 0,0 3 0,0 4 0,0-7 0,0 3 0,0 4 0,-8-13 0,6 13 0,-11-8 0,7 5 0,-7 3 0,1-4 0,-1 2 0,1-2 0,-3 4 0,4-3 0,-5 3 0,-1 2 0,0 0 0,0 0 0,-3 0 0,-1 0 0,-3 0 0,-3 0 0,4 7 0,-6 5 0,6 9 0,-5 2 0,7 7 0,-2-1 0,3-4 0,3 0 0</inkml:trace>
  <inkml:trace contextRef="#ctx0" brushRef="#br0" timeOffset="1">18723 10385 8912,'0'24'0,"0"3"0,0 8 0,0-9 0,2-3 0,4-4 0,3-3 0,8-5 0,3-3 0,3-8 0,-2-8 0,7-3 0,7-12 0,5-6 0,2-3 0,-4-5 0,0-1 0,-5-2 0,1 0 0,-5 5 0,-10 3 0,-2 3 0,-9-1 0,3 7 0,-7 0 0,2 6 0,-4 7 0,-2 3 0,-6 16 0,0 8 0,-1 8 0,1 10 0,4 1 0,-4 4 0,4-2 0,2 8 0,0 0 0,0 5 0,0-1 0,0-4 0,0 2 0,0-8 0,0 0 0,0-6 0,0 1 0,0-1 0,0-7 0,0-4 0,2-4 0,4-2 0,-4 0 0,6 0 0,-8-7 0,7 5 0,-3-13 0,8 4 0,-3-12 0,3-5 0,3-12 0,-5-4 0</inkml:trace>
  <inkml:trace contextRef="#ctx0" brushRef="#br0" timeOffset="2">19721 10350 8912,'0'-17'0,"0"0"0,-2 0 0,-4-1 0,5 9 0,-7-1 0,8 5 0,0 10 0,0 1 0,0 9 0,0 8 0,0 2 0,0 4 0,-2 3 0,-2-5 0,-2 2 0,3-1 0,1-5 0,2 6 0,0-8 0,0 2 0,0-4 0,0-2 0,2-7 0,3-5 0,7-3 0,3-2 0,4-2 0,4-3 0,-2-5 0,8-7 0,-2 0 0,1 0 0,5 5 0,-4 1 0,1 5 0,-1-6 0,1 9 0,-5-1 0,0 8 0,0 7 0,-4 10 0,-10 2 0,3 6 0,-8-6 0,-1 7 0,-5-1 0,-7 3 0,-5 3 0,-3-3 0,-2-3 0,-6 3 0,0-5 0,0 0 0,-2-4 0,12-4 0,-5-2 0,5-6 0,-4 1 0,0-8 0,-1-4 0,1-10 0</inkml:trace>
  <inkml:trace contextRef="#ctx0" brushRef="#br0" timeOffset="3">19721 10247 8912,'-27'0'0,"4"0"0,4 0 0,10 0 0,3 0 0,12 0 0,7-6 0,16-1 0,11-3 0,8-3 0,5-2 0,5-3 0,9-5 0,7 0 0,6-7 0,-5 1 0,-2 4 0,-12 4 0,-11 6 0,-14 4 0,-9-1 0,-10-5 0</inkml:trace>
  <inkml:trace contextRef="#ctx0" brushRef="#br0" timeOffset="4">19016 10075 8912,'0'-9'0,"-8"1"0,4 8 0,-7 0 0,-1 0 0,-5 0 0,0 2 0,0 4 0,-8 3 0,-4 8 0,-4 1 0,-1-1 0,5 2 0,1 4 0,-3 5 0,14-10 0,2-3 0</inkml:trace>
  <inkml:trace contextRef="#ctx0" brushRef="#br0" timeOffset="5">18654 10385 8912,'8'24'0,"3"5"0,5 4 0,8 9 0,3-12 0,10 3 0,3-7 0,6-5 0,3-1 0,11-3 0,1 0 0</inkml:trace>
  <inkml:trace contextRef="#ctx0" brushRef="#br0" timeOffset="6">18310 11949 8912,'-27'10'0,"4"-4"0,2-5 0,0-1 0,-2 0 0,2 0 0,2 0 0,8 0 0,-1 0 0,-1 0 0,5 0 0,1 0 0,20 0 0,4 0 0,2 0 0,2-1 0,2-5 0,-2-2 0,8-3 0,-2-5 0,3 5 0,-1-4 0,2-3 0,-5 1 0,3 0 0,-2 0 0,3 0 0,-3-1 0,-2 1 0,6 0 0,-3 0 0,-1 5 0,2 1 0,-6 1 0,5-1 0,-7 3 0,2 8 0,2 2 0,-2 6 0,-2 9 0,-2 10 0,-2 5 0,1 3 0,-9 12 0,-3 5 0,-4 11 0,-2 0 0,0-2 0,0 2 0,-8-2 0,-3 2 0,-3 2 0,3-7 0,-4-1 0,3-5 0,-1-8 0,-1-4 0,5-6 0,1-5 0,-3-4 0,5-8 0,0-6 0,6 1 0,0-9 0,0 5 0,-2-8 0,-3 0 0,-5-15 0,-7-4 0</inkml:trace>
  <inkml:trace contextRef="#ctx0" brushRef="#br0" timeOffset="7">18465 12465 8912,'-17'0'0,"7"-8"0,4 1 0,12-5 0,6-3 0,11 2 0,7-6 0,8-4 0,8-2 0,12 4 0,3-2 0,0 2 0,10-4 0,-8 2 0,6 6 0,-12 5 0,-1 1 0,-11-4 0,-4 3 0,-5-11 0,-2 4 0</inkml:trace>
  <inkml:trace contextRef="#ctx0" brushRef="#br0" timeOffset="8">19773 11537 8912,'-17'0'0,"-1"0"0,-1-2 0,-4-4 0,4 2 0,-4-5 0,4 1 0,2 4 0,5 2 0,1 2 0,-2 0 0,-3 0 0,5 10 0,1 7 0,1 10 0,-1 5 0,6 12 0,-1 8 0,-3 13 0,2 9 0,0 8 0,6-1 0,0 3 0,0 0 0,0-4 0,0-6 0,6-11 0,0-5 0,13-12 0,-2-6 0,6-12 0,0-5 0,-2-11 0,8-7 0,-2-5 0,1-5 0,3-11 0,-8-6 0,0-9 0,-6 2 0,-2-3 0,-3-3 0,-7 1 0,-3 0 0,-2-1 0,0 1 0,-9 5 0,-8 1 0,-8 12 0,-12 1 0,-3 5 0,-6 7 0,-3 10 0,-3 10 0,-1 10 0,-5 13 0,5 14 0,-5 15 0,12 1 0,6 11 0,8-1 0,9-2 0,2-3-97,15-12 1,0-4-1,6-8 1</inkml:trace>
  <inkml:trace contextRef="#ctx0" brushRef="#br0" timeOffset="9">20564 12224 8912,'-11'-7'0,"1"-5"0,5-1 0,7 1 0,5-1 0,12 7 0,4 2 0,6 3 0,9-5 0,4 0 0,2 2 0,4 2 0,0-3 0,0-1 0,-4 2 0,-2 2 0,-10 2 0,-9 0 0,-4 0 0,-2 0 0,-7 0 0,-4 0 0,-12 0 0,-5 0 0,-5 0 0,-1 0 0,0 6 0,0 0 0,-1-1 0,1-5 0</inkml:trace>
  <inkml:trace contextRef="#ctx0" brushRef="#br0" timeOffset="10">17931 13789 8912,'-23'25'0,"-1"-6"0,-1-8 0,0-3 0,4-4 0,2-2 0,2-2 0,5 0 0,1 0 0,9 0 0,2 0 0,19 0 0,21 0 0,17 0 0,14 0 0,21-8 0,-41 3 0,1-1 0,8-1 0,2 0 0,4 0 0,0 1 0,9 0 0,1 0-431,9 0 1,3-1 0,4 0-1,1 1 431,-1 0 0,0 0 0,-1-1 0,-1 1 0,-8 3 0,-3 0 0,-6 0 0,-3 0-133,-6 3 1,-2 0-1,-6 0 1,-3-2 132,33-3 0,-24 3 0,-28-4 0,-11-4 0,-8 9 0,-15-5 0,0 4 0,-9 2 1614,3 0-1614,4 0 0,-13 0 319,3 0 0,-3 0-319,-2 0 0,5 0 0,1 2 0,-2 2 0,-3 1 0,-1 9 0,0-3 0,2 5 0,3 1 0,-3-8 0,5-1 0</inkml:trace>
  <inkml:trace contextRef="#ctx0" brushRef="#br0" timeOffset="11">19084 14769 8912,'-17'-8'0,"0"-3"0,0-4 0,0-3 0,-1 1 0,1 2 0,0 3 0,0 7 0,0 3 0,-1 2 0,1 0 0,-2 2 0,-4 3 0,4 5 0,-4 9 0,4 4 0,2 6 0,-1 3 0,1 2 0,6 1 0,1-1 0,3 1 0,3-1 0,2-5 0,2-1 0,2-7 0,3 2 0,5-11 0,7-7 0,0-3 0,1-2 0,1-2 0,4-3 0,5-9 0,5-7 0,1 0 0,1-7 0,-1-1 0,1-5 0,-9 5 0,-3 0 0,2 8 0,-2-2 0,-6 4 0,-5 2 0,-6 2 0,5 3 0,-7 7 0,2 12 0,-5 10 0,-1 10 0,-1 15 0,-5 10 0,-2 9 0,-3 13 0,-5 1-245,5 11 1,-4-4 244,-3 10 0,7-8 0,1-8 0,3-9 0,3-6 0,2-13 0,2-14 0,0-7 0,0-10 0,0-5 0,0-1 0,0-7 0,0 2 0,2-10 0,4-2 0,-3 0 122,9 6 0,-8-7 1,3-3-1</inkml:trace>
  <inkml:trace contextRef="#ctx0" brushRef="#br0" timeOffset="12">17983 14545 8912,'0'-17'0,"0"0"0,0 0 0,0 0 0,0-1 0,0 7 0,0 0 0,6 11 0,0 7 0,-3 22 0,-1 19 0,4 24 0,0 18 0,-4-41 0,0 1 0,-1 5 0,-1 1 0,1-1 0,-2 1 0,1 1 0,0 1 0,0 1 0,0 2-58,0 2 0,0 0 0,1 2 0,0 0 1,1-6-1,0-2 58,0-5 0,2-2 0,9 37 0,-3-18 0</inkml:trace>
  <inkml:trace contextRef="#ctx0" brushRef="#br0" timeOffset="13">17295 16213 8912,'-17'17'0,"-1"1"0,3-1 0,4 0 0,5 2 0,13 2 0,14 4 0,18 2 0,14-6 0,22 0 0,9-8 0,12-7 0,-39-6 0,4 0 0,12-2 0,3-2 0,1-3 0,1-3 0,9-4 0,0-3 0,-3 0 0,-2-2-502,0 0 1,-1-2 0,0-3-1,-1-2 502,-2 0 0,-2 1 0,-9 3 0,-3 0 0,-6-1 0,-2 0 0,-9 3 0,-4 2 0,26-15 0,-12 6 230,-9 10 1,-8 8-231,-11 9 0,-6 3 0,-12 9 0,3 3 0,-9 20 0,-1 1 0,-9 10 0,-5 3 0,-7-5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20.876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13646 10539 8912,'0'-11'0,"0"-1"0,0 1 0,0-6 0,0 0 0,0-1 0,0 1 0,0 0 0,0 6 0,-1-1 0,-5-1 0,4 3 0,-4-1 0,-1 5 0,1-5 0,0-1 0,-2 3 0,5-1 0,-9 4 0,1 2 0,-7-7 0,1 7 0,0-2 0,0-1 0,-2 1 0,-2 0 0,-2-1 0,-6 5 0,6-4 0,-6 4 0,6 2 0,-7-6 0,1 1 0,-3 1 0,-3 2 0,1 2 0,-1 0 0,-5 0 0,0 0 0,-6 0 0,6 0 0,-6 6 0,6 1 0,0 1 0,-2 0 0,7-1 0,1-1 0,0-2 0,5 7 0,-4-1 0,-1 1 0,7 5 0,4-5 0,-2 4 0,2 2 0,0 3 0,-1 2 0,6-2 0,1 3 0,0-4 0,6-2 0,1 6 0,-1 0 0,5 2 0,-4-4 0,3 1 0,3-1 0,0 0 0,-2 2 0,4-4 0,-3 4 0,3-2 0,2 0 0,0 2 0,0-2 0,0 4 0,0-2 0,5 2 0,1-2 0,6 2 0,-7 3 0,9 5 0,-3-6 0,4 1 0,3 1 0,-1 0 0,0 5 0,2 0 0,4 1 0,-2-3 0,8-3 0,-6 3 0,5-5 0,1 0 0,-2-4 0,5-4 0,-3-2 0,9 4 0,3-4 0,6 4 0,-1-11 0,4 1 0,2 1 0,-1-7 0,1 7 0,-1-8 0,1 1 0,0-3 0,1 0 0,3 2 0,1 2 0,6 0 0,-6-6 0,3 0 0,-3 0 0,2 0 0,4 0 0,-1 0 0,-5 0 0,-5 0 0,-1 0 0,7 0 0,-9 0 0,1 0 0,-2 0 0,0 0 0,9 0 0,2 0 0,4 0 0,-3 0 0,-9 0 0,-5 0 0,0 0 0,-2 0 0,2 0 0,-6-2 0,-4-4 0,1-2 0,3-3 0,-4-4 0,4 3 0,-3 3 0,-3-3 0,1 1 0,-1-8 0,0-2 0,1-2 0,-3 0 0,-3 5 0,2-1 0,-8-4 0,5 2 0,-5-5 0,-4-1 0,-5 0 0,1-1 0,-4-7 0,3 1 0,-3-1 0,-3 1 0,-8 0 0,2-1 0,2 1 0,1 1 0,-1 5 0,-2-3 0,-2 8 0,-2 0 0,-3 6 0,3-6 0,-4 0 0,-2 0 0,1 6 0,-3-2 0,-3-4 0,3 4 0,-1-4 0,-1 4 0,-5 2 0,0-2 0,0-4 0,-3 4 0,-1-4 0,-3 4 0,-3 1 0,2 1 0,-10 0 0,5 0 0,-10 0 0,-2 1 0,1 5 0,-6-4 0,1 3 0,-4-3 0,-2-2 0,3 5 0,3 1 0,-4 5 0,4-4 0,-3 3 0,-3 3 0,0-4 0,1 3 0,-3-1 0,-3 6 0,3-2 0,-3-4 0,3 4 0,3-3 0,-1 3 0,0 2 0,7 0 0,-1 0 0,6 0 0,-6 0 0,5 2 0,-4 3 0,4-3 0,-3 6 0,2 0 0,4 3 0,8-1 0,1 1 0,2-5 0,-2 5 0,-1-1 0,7 1 0,0 3 0,6-7 0,0 3 0,1 1 0,5 6 0,-3-5 0,9-1 0,-7-5 0,6 6 0,1-7 0,3 7 0,-2 3 0,-2 6 0,0-2 0,6 6 0,0-8 0</inkml:trace>
  <inkml:trace contextRef="#ctx0" brushRef="#br0" timeOffset="1">17329 3232 8912,'-17'-7'0,"0"-5"0,0-3 0,1-2 0,3 1 0,3 3 0,3 2 0,1 7 0,8-4 0,4 8 0,5 0 0,10 0 0,4 0 0,2 0 0,3 0 0,3 0 0,1 0 0,3 6 0,1 2 0,2 1 0,-2 4 0,-3 3 0,-7 1 0,3 2 0,-8 4 0,0-4 0,-6 6 0,0-2 0,0 0 0,-7 5 0,-4-5 0,-4 8 0,-2-2 0,-10 1 0,-7-1 0,-2 3 0,-10-3 0,0-2 0,-3-1 0,1 1 0,3 0 0,6-12 0,0 2 0,2-11 0,3 0 0,8-4 0,1-18 0,16-10 0,1-18 0</inkml:trace>
  <inkml:trace contextRef="#ctx0" brushRef="#br0" timeOffset="2">17845 3095 8912,'18'0'0,"-11"0"0,-7 0 0,-7 0 0,-11 7 0,1 5 0,6 5 0,1 6 0,1 8 0,-1 7 0,6 4 0,-2 4 0,6 1 0,6-6 0,6 2 0,11-8 0,3 1 0,9-13 0,-1-2 0,3-9 0,1-7 0,2-3 0,6-11 0,-6-9 0,-7-6 0,-11-11 0,-2-7 0,-3-2 0</inkml:trace>
  <inkml:trace contextRef="#ctx0" brushRef="#br0" timeOffset="3">17088 2854 8912,'-32'6'0,"3"0"0,12-1 0,9-5 0,18-2 0,9-3 0,13-5 0,14-1 0,10-1 0,5 3 0,8-3 0,-2-1 0,-4 7 0,4-5 0,-6 5 0,0 0 0,-4-2 0,-5 7 0,-6-5 0,-6 2 0,-11-2 0,1 4 0,-7-3 0,0 3 0,-7 0 0,-5-4 0,-3-3 0,-8-9 0,0 1 0</inkml:trace>
  <inkml:trace contextRef="#ctx0" brushRef="#br0" timeOffset="4">18930 2837 8912,'-18'6'0,"1"-1"0,8 1 0,3-6 0,12 0 0,5 0 0,4 0 0,10 0 0,4-2 0,3-2 0,3-1 0,1-3 0,4 2 0,2-3 0,6-9 0,-2 1 0,2 0 0,2 2 0,1 3 0,-14-3 0,3 6 0,-14-9 0</inkml:trace>
  <inkml:trace contextRef="#ctx0" brushRef="#br0" timeOffset="5">19067 3198 8912,'-25'17'0,"12"-5"0,-4-1 0,13-7 0,6 2 0,13-4 0,10-4 0,9-4 0,8-6 0,4-11 0,10 2 0,1-7 0,10-1 0,2-5 0,6 5-176,5 0 0,-4-7 1,-7-8-1</inkml:trace>
  <inkml:trace contextRef="#ctx0" brushRef="#br0" timeOffset="6">21614 1857 8912,'35'-25'0,"-3"6"0,-5-4 0,-8 4 0,-6 2 0,1 0 0,1-1 0,-5 1 0,-7 9 0,-14 8 0,-14 10 0,-11 5 0,-8 10 0,-8 6 0,-1 5 0,-5 4 0,10 0 0,-3-5 0,3-1 0,4 0 0,-6 7 0,4-1 0,2 5 0,0-2 0,2-1 0,4 0 0,2 0 0,1-2 0,16-10 0,8 5 0,9-12 0,8 0 0,13-10 0,13-4 0,8-1 0,4-4 0,6-4 0,2-6 0,3 2 0,-9-7 0,2 5 0,-2-5 0,-4 7 0,-8-2 0,-5 4 0,-4 4 0,-6 4 0,-6 11 0,-13 12 0,-9 5 0,-9 6 0,-6-2 0,-11 8 0,1 0 0,-1 6 0,1-6 0,0-3 0,1-2 0,4-9 0,10 1 0,8-11 0,-1 1 0,3-5 0,9-9 0,11-3 0,6-6 0,6-6 0,6-5 0,4-5 0,3-7 0,4 1 0,4-7 0,8 6 0,-6-6 0,-1 6 0,1-5 0,6 5 0,7-8 0,-5 5 0,5-9 0</inkml:trace>
  <inkml:trace contextRef="#ctx0" brushRef="#br0" timeOffset="7">22440 2115 8912,'-27'-27'0,"-5"4"0,3 12 0,2 1 0,1 6 0,-1-1 0,0 1 0,0 9 0,-1 7 0,3 9 0,8 2 0,-1 7 0,1-1 0,0 4 0,2 1 0,3 0 0,6 1 0,5-1 0,1 0 0,0-5 0,0 0 0,7-8 0,3 2 0,7-12 0,0-3 0,0-10 0,2-6 0,4-9 0,-3-2 0,2-10 0,3 3 0,-2-3 0,0-4 0,-6 5 0,1 3 0,-1 2 0,0 0 0,0 4 0,-1 4 0,-5-1 0,2 7 0,-7-3 0,8 9 0,-13-3 0,5 12 0,-4 9 0,-2 8 0,2 7 0,2 1 0,2 5 0,-3 4 0,7-1 0,1-11 0,-1 5 0,1-5 0,1-3 0,5-2 0,0-10 0,1-1 0,-1-8 0,2 0 0,2-8 0,2-8 0,0-5 0,-6-6 0,0-4 0,8-7 0,2 0 0</inkml:trace>
  <inkml:trace contextRef="#ctx0" brushRef="#br0" timeOffset="8">22888 2218 8912,'0'17'0,"0"0"0,0 0 0,0 1 0,5-1 0,1 0 0,2 0 0,-5 0 0,3 1 0,8-1 0,-5 0 0,8-7 0,1-18 0,-1-11 0</inkml:trace>
  <inkml:trace contextRef="#ctx0" brushRef="#br0" timeOffset="9">23060 1719 8912,'-35'0'0,"7"0"0,-1 0 0,2 2 0,-2 4 0,5-2 0,6 7 0,3 3 0,4 1 0,3-4 0,8 1 0,0-6 0,0 5 0,2-7 0,4 2 0,-3-5 0,9-1 0,1-1 0,8-5 0,2-4 0,-2 1 0,-7-7 0,-3 5 0,-7 1 0,2-1 0,-4 7 0,-2-3 0,-8 7 0,-4 1 0,-3 7 0,-4 7 0,-4 6 0,-2 10 0,-3-2 0,-5 1 0,4-1 0,-11 11 0,-4-4 0</inkml:trace>
  <inkml:trace contextRef="#ctx0" brushRef="#br0" timeOffset="10">20685 3679 8912,'32'-9'0,"24"-8"0,36-1 0,-32 5 0,4-2 0,12-3 0,5-2 0,-16 2 0,4-1 0,1-2 0,6-2 0,0 0 0,2-1 0,0-1 0,2 0 0,-1 0-224,0 0 0,0-1 0,0 1 0,-2-2 1,1 0-1,-2 0 0,-1 2 0,-1 0 0,-1 1 1,-1 0-1,-1 0 0,0 1 224,-3 1 0,-1 0 0,-1 1 0,28-8 0,-3 1 0,-10 4 0,-3 2 0,-8 2 0,-2 2 0,-10 2 0,-3 1 0,34-8 806,-31 12-806,-16 3 0,-27 8 217,-15 0 1,-9 0-218,-14 0 0,2 0 0,-8 0 0,0 6 0,-5 0 0,-6 7 481,0-1 1,-8 5 0,0 4-482,-7 2 0,-14 0 0,-10-6 0</inkml:trace>
  <inkml:trace contextRef="#ctx0" brushRef="#br0" timeOffset="11">22130 4092 8912,'-2'-17'0,"-1"0"0,-5-1 0,-2 1 0,-3 0 0,5 9 0,3 8 0,3 10 0,2 13 0,0 5 0,0 5 0,0 1 0,0 1 0,0-1 0,0 1 0,0-1 0,0 0 0,0-1 0,0-5 0,0 3 0,0-6 0,0 2 0,-6-6 0,0 2 0,1-12 0,5-3 0,0-10 0,0-6 0,0-9 0,0-10 0,5-5 0,1-3 0,7-5 0,-1 0 0,3-6 0,2 6 0,2 0 0,4 6 0,-3 7 0,2 4 0,3 0 0,-2 6 0,6 3 0,-6 14 0,8 2 0,-3 6 0,3 7 0,-3 6 0,3 8 0,-8-6 0,6 5 0,-6-5 0,7 0 0,-1-5 0,-2-7 0,-1-1 0,1-3 0,0-3 0,2-2 0,5-2 0</inkml:trace>
  <inkml:trace contextRef="#ctx0" brushRef="#br0" timeOffset="12">21029 3404 8912,'-11'-5'0,"-1"-1"0,2-2 0,-3 4 0,2-1 0,7-1 0,-4 13 0,10 5 0,2 3 0,2 2 0,1 6 0,-3 0 0,4-4 0,1-5 0,-5 1 0,4-3 0,-1 3 0,-5 2 0,6-7 0,-8-3 0</inkml:trace>
  <inkml:trace contextRef="#ctx0" brushRef="#br0" timeOffset="13">20857 3301 8912,'11'0'0,"-1"-2"0,-2-4 0,-1 3 0,-1-9 0,-2 6 0,7-5 0,-5 5 0,5-5 0,1 5 0,7-4 0,2 1 0,2-1 0,8 5 0,-3-7 0,-1 8 0,2-1 0,-1 3 0,-1-6 0,-2-1 0</inkml:trace>
  <inkml:trace contextRef="#ctx0" brushRef="#br0" timeOffset="14">21201 3473 8912,'-17'11'0,"0"-1"0,1 0 0,5-1 0,3-5 0,10 4 0,4-8 0,3 0 0,9 0 0,1-2 0,4-4 0,-2 2 0,7-7 0,-7-1 0,2-5 0,4 7 0,-8-12 0,6 2 0</inkml:trace>
  <inkml:trace contextRef="#ctx0" brushRef="#br0" timeOffset="15">21821 3095 8912,'0'-17'0,"0"-1"0,0 1 0,0 10 0,0 7 0,0 9 0,0 14 0,0 4 0,0 7 0,0 2 0,0 5 0,0-5 0,0 4 0,0-4 0,0-1 0,2-3 0,3-3 0,-3 3 0,13-13 0,-5 6 0</inkml:trace>
  <inkml:trace contextRef="#ctx0" brushRef="#br0" timeOffset="16">21270 3284 8912,'-12'9'0,"1"-1"0,-2-2 0,-3 0 0,7-1 0,9-10 0,11-3 0,6-2 0,6-3 0,-2 3 0,8-1 0,2-2 0,1-3 0,-5-1 0,5-8 0,-5-1 0</inkml:trace>
  <inkml:trace contextRef="#ctx0" brushRef="#br0" timeOffset="17">20891 1358 8912,'10'-2'0,"-4"-3"0,-4 3 0,-2-6 0,0 12 0,0 5 0,0 11 0,0 4 0,1 5 0,3 5 0,2 3 0,-2 3 0,3-4 0,-1 4 0,-2-2 0,-2 3 0,-2-13 0,0 1 0,0-8 0,0-4 0,0-5 0,0-1 0,0-9 0,0-2 0,0-4 0,0-13 0,0-4 0,0-13 0,0-3 0,0-1 0,0-4 0,0-2 0,8 0 0,3-2 0,-1 4 0,1 8 0,1-1 0,5 1 0,0 3 0,0 9 0,0 1 0,1 15 0,5 0 0,0 6 0,5 10 0,-5 7 0,6 13 0,-6 11 0,7 8 0,-3-1 0,0 4 0,-4-3 0,2-3 0,-2 0 0,0 2 0,-6-8 0,-6-2 0,1-9 0,-8-10 0,1-8 0,-3-7 0,-2 4 0,-7-24 0,-3-3 0,-7-15 0</inkml:trace>
  <inkml:trace contextRef="#ctx0" brushRef="#br0" timeOffset="18">9912 9903 8912,'-2'-17'0,"-2"0"0,-1 0 0,1-1 0,2 1 0,2 0 0,0 0 0,0 0 0,0 0 0,0-1 0,0 1 0,0 6 0,0-1 0,0-1 0,0-2 0,0 5 0,-8-5 0,-1 5 0</inkml:trace>
  <inkml:trace contextRef="#ctx0" brushRef="#br0" timeOffset="19">9878 9611 8912,'-12'-15'0,"1"3"0,5 3 0,-5 5 0,-3-4 0,-1-1 0,3 5 0,1-2 0,-6 2 0,-6 0 0,0-1 0,-2 1 0,4 2 0,-8 2 0,1 2 0,-7 2 0,1 3 0,-1 3 0,16 1 0,4 7 0</inkml:trace>
  <inkml:trace contextRef="#ctx0" brushRef="#br0" timeOffset="20">9327 9645 8912,'-29'8'0,"1"3"0,-1 5 0,-5 3 0,-1 4 0,1 5 0,-1 5 0,1 1 0,0 1 0,7 1 0,4 4 0,-2-4 0,2 4 0,2 3 0,10-3 0,-3 5 0,7-2 0,-3 0 0,-2-12 0,-5 1 0</inkml:trace>
  <inkml:trace contextRef="#ctx0" brushRef="#br0" timeOffset="21">8845 10367 8912,'-2'52'0,"-3"0"0,3-1 0,-6 1 0,6-3 0,-4-3 0,4 4 0,-3-6 0,5 2 0,5 0 0,5-8 0,7 2 0,0-4 0,1-1 0,-1-16 0,0-4 0</inkml:trace>
  <inkml:trace contextRef="#ctx0" brushRef="#br0" timeOffset="22">8983 11107 8912,'17'34'0,"8"1"0,2-1 0,5 0 0,-3 1 0,9-9 0,-1-1 0,3-2 0,2 0 0,6-2 0,-3-9 0,-3 1 0,-1-7 0,1-1 0,-2-5 0,6 0 0,-6 0 0,0 0 0,-4 0 0,3-1 0,1-5 0,8-4 0,-3-7 0,-1 0 0,2 0 0,0-1 0,6 1 0,5-6 0,1 0 0,-7 1 0,-7 4 0,-2-1 0,-3-4 0,-3 4 0,-2-4 0,-7-2 0,-4 3 0,-4 6 0,-2 9 0</inkml:trace>
  <inkml:trace contextRef="#ctx0" brushRef="#br0" timeOffset="23">10514 11021 8912,'18'-27'0,"-1"-5"0,0 5 0,0-8 0,1 1 0,-1 0 0,0-1 0,0 1 0,0 0 0,-1-3 0,-5-3 0,3-4 0,-9-7 0,3 3 0,-2-4 0,-4 4 0,3-9 0,-3 0 0,-2 3 0,-2 7 0,-3 3 0,-5 2 0,-7 2 0,0 5 0,-1 1 0,1-1 0,0 7 0,-8 1 0,-4-2 0,-3 1 0,-3 1 0,-5 2 0,0 8 0,-8 0 0,2 0 0,4-1 0,2 1 0,-2 8 0,0 1 0,-2 2 0,-4 0 0,-1-1 0,-3 1 0,-2 4 0,-3-4 0,2 5 0,-8 1 0,-1 1 0,3 5 0,2-2 0,7 7 0,1-5 0,-1 6 0,10-9 0,6 3 0,9-2 0,8 2 0,-2-4 0,19 5 0,-6-5 0,8 4 0,-5 4 0,-3 9 0,0 4 0,1 5 0,-9 12 0,-1 6 0,-8-4 0,-9 0 0</inkml:trace>
  <inkml:trace contextRef="#ctx0" brushRef="#br0" timeOffset="24">2977 10900 8912,'-2'21'0,"-2"-3"0,-3-5 0,-1-2 0,0 1 0,5 1 0,-7 3 0,0 1 0</inkml:trace>
  <inkml:trace contextRef="#ctx0" brushRef="#br0" timeOffset="25">2925 11090 8912,'0'23'0,"0"-1"0,0 9 0,0-10 0,0 6 0,0-2 0,0-4 0,0-2 0,0-10 0,0-3 0,0-12 0,0-11 0,0-12 0,2-3 0,4-2 0,-2-7 0,7 1 0,1-6 0,5 6 0,-2 6 0,-3 5 0,3 6 0,-3-1 0,5 4 0,6 11 0,-2 7 0,8 8 0,1 13 0,10 15 0,4 22 0,8 12 0,-6 18-239,0 0 1,-24-41 0,2 0 238,1-1 0,1-2 0,18 36 0,-2-1 0</inkml:trace>
  <inkml:trace contextRef="#ctx0" brushRef="#br0" timeOffset="26">2943 11124 8912,'0'-11'0,"0"-1"0,0 6 0,0-5 0,0-3 0,0 5 0,-2-1 0,-4 3 0,4-1 0,-4 2 0,3 12 0,-1 0 0,-2 9 0,2 8 0,2-2 0,2 8 0,0 3 0,0 6 0,0-1 0,0 3 0,0-4 0,0-2 0,0-5 0,0 0 0,0-1 0,0 5 0,0-3 0,0-1 0,0-6 0,0 6 0,0-8 0,0 2 0,0-4 0,8-2 0,1-11 0,9-12 0,-1-11 0,0-18 0</inkml:trace>
  <inkml:trace contextRef="#ctx0" brushRef="#br0" timeOffset="27">3889 11210 8912,'-17'6'0,"0"-1"0,0 1 0,-1 2 0,11-6 0,7 3 0,9-3 0,12-4 0,6-1 0,4-5 0,5-2 0,2-1 0,-3-6 0,-1 0 0,0-1 0,5 3 0,-5 4 0,2-5 0,-11 7 0,0-3 0,0 1 0,-2 5 0,-6-5 0,-5 7 0,-1-2 0,-7-3 0,11 7 0,-13-14 0,13 7 0,-5-8 0</inkml:trace>
  <inkml:trace contextRef="#ctx0" brushRef="#br0" timeOffset="28">4491 10660 8912,'-1'11'0,"-5"1"0,2-7 0,-6 9 0,3 5 0,3 8 0,-4 7 0,3 6 0,-1 4 0,6 10 0,0-1 0,0-1 0,7 1 0,5-13 0,3 6 0,2-6 0,1-2 0,-1-9 0,0-6 0,0-4 0,-7-2 0,5 0 0,-5 1 0</inkml:trace>
  <inkml:trace contextRef="#ctx0" brushRef="#br0" timeOffset="29">4922 10918 8912,'0'9'0,"0"-1"0,0-8 0,2 0 0,3-2 0,7-2 0,3-2 0,8-1 0,2 3 0,0-4 0,0-1 0,3 3 0,-3-4 0,0 1 0,0-1 0,5 1 0,-1-3 0,-4-1 0,-2 7 0,-4 2 0,-2-5 0,-7 7 0,-3-6 0,-7 1 0,0-3 0,8-7 0,2 0 0</inkml:trace>
  <inkml:trace contextRef="#ctx0" brushRef="#br0" timeOffset="30">5283 10436 8912,'-6'-11'0,"1"-1"0,-7 7 0,6-7 0,1 6 0,5-5 0,0 5 0,0-5 0,2 7 0,3-2 0,7 12 0,11 5 0,3 5 0,9 1 0,-1 8 0,1 3 0,-1 5 0,1 1 0,5 2 0,0 5 0,-6-5 0,-5 4 0,-8 2 0,2-2 0,-12 6 0,-5-6 0,-4 8 0,-2-2 0,-13-2 0,-5 2 0,-10-3 0,-1 5 0,-3-4 0,-3-2 0,-15-2 0,-3-5 0</inkml:trace>
  <inkml:trace contextRef="#ctx0" brushRef="#br0" timeOffset="31">1772 12964 8912,'-17'0'0,"0"0"0,0 0 0,0 0 0,-1 0 0,9 7 0,3 7 0,4 7 0,4 0 0,4 5 0,5 1 0,5 0 0,1 2 0,0 5 0,0 0 0,0 1 0,1-3 0,-1-3 0,-6 1 0,1-7 0,-6 6 0,5-6 0,-7-6 0,2-5 0,-4-1 0,-10-3 0,-4-8 0,-3-10 0,-2-13 0,0-5 0,-1-5 0,1-7 0,0 0 0,2-8 0,1 4 0,5-2 0,1 0 0,2 8 0,6-2 0,0 6 0,0 5 0,2-3 0,4 3 0,4 2 0,7-1 0,8 7 0,3-2 0,-3 5 0,-2 7 0,-4 5 0,-1 4 0,-7 4 0,0 4 0,-7 5 0,2 10 0,-4 4 0,-2 2 0,-2 2 0,-4 5 0,4-1 0,-3-5 0,-3 5 0,2-5 0,1-1 0,5 2 0,0-6 0,0 5 0,0-7 0,1 2 0,5-4 0,6-1 0,3-7 0,2 0 0,2-7 0,2 2 0,4-6 0,2-6 0,0-3 0,1-8 0,3 1 0,-8 5 0,2-5 0,-2 5 0,-4-4 0,4-2 0,-10-3 0,-3-1 0,-3-1 0,7-9 0,-5 4 0</inkml:trace>
  <inkml:trace contextRef="#ctx0" brushRef="#br0" timeOffset="32">2237 12757 8912,'-6'-26'0,"1"3"0,-1 11 0,6 5 0,0 8 0,0 5 0,2 8 0,4 7 0,3 5 0,8 9 0,1-3 0,-1-3 0,0 3 0,0-3 0,0-2 0,1 1 0,-1-1 0,0 2 0,0-4 0,0-8 0,-5-2 0,-1-3 0,-5-5 0,6-7 0,-9-7 0,3-5 0,-4-5 0,-2-6 0,0-4 0,0-7 0,0-1 0,0 1 0,0 0 0,0-1 0,0-1 0,0-4 0,-6 4 0,1-5 0,1 5 0,9 2 0,-3 5 0,4 0 0,2 8 0,-2-1 0,7 10 0,-2 8 0,5 8 0,1 9 0,0 16 0,0 2 0,1 14 0,-7 1 0,0 6 0,-1 3 0,1-3 0,5 5 0,-5-9 0,3 4 0,-3-3 0,4-7 0,-3 4 0,-4-10 0,-3-1 0,-3-1 0,-2-7 0</inkml:trace>
  <inkml:trace contextRef="#ctx0" brushRef="#br0" timeOffset="33">2272 13101 8912,'0'10'0,"0"-3"0,7-7 0,8-7 0,8-5 0,10-3 0,3-4 0,14-4 0,11-6 0,6-3 0,2-3-705,7-7 0,-5-2 0,6-7 0</inkml:trace>
  <inkml:trace contextRef="#ctx0" brushRef="#br0" timeOffset="34">3270 12345 8912,'-33'0'0,"3"0"0,1 0 0,-2 0 0,1 7 0,1 5 0,-4 11 0,14-4 0,-5 6 0</inkml:trace>
  <inkml:trace contextRef="#ctx0" brushRef="#br0" timeOffset="35">2994 12534 8912,'6'17'0,"0"0"0,7 0 0,4 1 0,12-1 0,4 0 0,11-6 0,7-1 0,10 0 0,6-1 0,0-3 0,-4 5 0,-5 1 0,-12 5 0,-12 2 0,-11 4 0,-6-2 0,-5 8 0,-7-6 0,-10 5 0,-7 1 0,-11 5 0,-6 1 0,-3-1 0,-4 2 0,-4 4 0,-4 4 0,-8 8 0,-2-2-157,-3-5 1,3-3 0,-5-7-1</inkml:trace>
  <inkml:trace contextRef="#ctx0" brushRef="#br0" timeOffset="36">16589 8958 8912,'-11'-19'0,"-1"-2"0,-1-2 0,-1 2 0,1 3 0,2 7 0,-1-4 0,-5 5 0,0 1 0,-1 5 0,-1 17 0,-4 16 0,-5 13 0,1 15 0,0 6 0,2 6 0,4 5 0,4 5 0,4 11 0,3 3 0,6-45 0,1 2 0,-1 2 0,2 1 0,2 44 0,2-9 0,3-6 0,7-11 0,3-16 0,2-11 0,1-15 0,1-6 0,2-12 0,4-5 0,1-4 0,-3-18 0,6-6 0,0-17 0,5-5 0</inkml:trace>
  <inkml:trace contextRef="#ctx0" brushRef="#br0" timeOffset="37">16830 9370 8912,'-17'-11'0,"0"-1"0,-1 9 0,7-5 0,0 8 0,5 2 0,-6 4 0,8 5 0,-1 12 0,3 6 0,2 3 0,0 2 0,0 1 0,0 1 0,0 4 0,0-3 0,0 3 0,2-4 0,3-2 0,-1-7 0,8-4 0,-8-4 0,1-2 0,-3-7 0,-2-10 0,0-10 0</inkml:trace>
  <inkml:trace contextRef="#ctx0" brushRef="#br0" timeOffset="38">16761 9387 8912,'8'-9'0,"-6"-6"0,11 11 0,-7-8 0,7 3 0,-1-3 0,3-1 0,2 7 0,1-1 0,-1 1 0,0 4 0,0-6 0,0 8 0,-7 8 0,-4 5 0,-4 8 0,-2 8 0,0 3 0,0 3 0,0-1 0,0 1 0,0-1 0,0 0 0,0-1 0,0-4 0,0 1 0,0-7 0,0-2 0,0-2 0,1-9 0,5-5 0,6-3 0,9-4 0,4-3 0,1-7 0,-3-5 0,6-6 0,-8-6 0,2-11 0,4 4 0,-1-6 0</inkml:trace>
  <inkml:trace contextRef="#ctx0" brushRef="#br0" timeOffset="39">17260 9198 8912,'-15'-17'0,"4"0"0,-5 0 0,14 7 0,-5 10 0,7 14 0,0 7 0,0 7 0,7 5 0,5 1 0,1-5 0,-1-1 0,3 1 0,-4 5 0,3 1 0,-3-1 0,5-5 0,-5 0 0,-1-8 0,1 1 0,1-4 0,5-7 0,-6-3 0,1-8 0,-1-8 0,6-9 0,1-10 0</inkml:trace>
  <inkml:trace contextRef="#ctx0" brushRef="#br0" timeOffset="40">17518 9130 8912,'-5'-12'0,"-1"1"0,0 7 0,6-11 0,0 15 0,0 0 0,0 7 0,0 10 0,8 8 0,3 4 0,-1 3 0,-1 3 0,1-1 0,0 0 0,-5 1 0,7-1 0,-6 1 0,5-1 0,-7 0 0,2 1 0,-5-8 0,-1-5 0,0-2 0,-7-3 0,-3 0 0</inkml:trace>
  <inkml:trace contextRef="#ctx0" brushRef="#br0" timeOffset="41">17329 9422 8912,'8'-10'0,"-4"-3"0,7 7 0,-5-7 0,5 1 0,1 3 0,7-3 0,2 1 0,2 1 0,7-5 0,-1 4 0,4-5 0,9-9 0,2-1 0</inkml:trace>
  <inkml:trace contextRef="#ctx0" brushRef="#br0" timeOffset="42">17811 9112 8912,'-10'-7'0,"1"5"0,3-4 0,-3 4 0,-7 4 0,3 4 0,1 5 0,-1 5 0,5 3 0,3 4 0,1-2 0,-2 7 0,4-5 0,-4 6 0,6-2 0,6 1 0,-2 3 0,7-8 0,1 5 0,5-5 0,0 6 0,1-6 0,-1-2 0,0-8 0,-2-1 0,-3 1 0,1 2 0,-7 3 0,0-1 0,-6 0 0,-2 0 0,-6-2 0,-9-3 0,0 3 0,-6-3 0,-4 1 0,-2-2 0,4-3 0,2-8 0,-3-8 0,-1-1 0</inkml:trace>
  <inkml:trace contextRef="#ctx0" brushRef="#br0" timeOffset="43">17484 8528 8912,'8'-15'0,"3"3"0,12 4 0,6 8 0,11 8 0,6 4 0,-2 18 0,2 12 0,1 12 0,-20-24 0,-4 1 0</inkml:trace>
  <inkml:trace contextRef="#ctx0" brushRef="#br0" timeOffset="44">17931 9009 8912,'18'96'0,"-10"-45"0,1 1 0,-1-1 0,-1 1 0,0 4 0,-2 1 0,-2-1 0,-1 0 0,0 1 0,-2 1 0,-3 3 0,-1 0-1066,-1-3 1,-2-1 1065,-3-5 0,-3-1 0,-3 1 0,-2-3 0,-26 37 0</inkml:trace>
  <inkml:trace contextRef="#ctx0" brushRef="#br0" timeOffset="45">4509 12190 8912,'-18'-2'0,"1"-2"0,0-2 0,7 3 0,7 6 0,6 3 0,7 8 0,7-3 0,6 4 0,0 3 0,0-3 0,2-4 0,-4 5 0,6-7 0,0 1 0,-1-5 0,-3-3 0,6-2 0,-2 0 0,1 0 0,3-7 0,-8-5 0,0-3 0,-6-2 0,0-6 0,0-2 0,-1 0 0,-5 0 0,3 0 0,-9 3 0,1 2 0,-6-3 0,2 10 0,4 2 0,-4 7 0,13-10 0,-4 11 0,5 5 0,1 7 0,2 8 0,4 6 0,-2-2 0,8 8 0,-8 0 0,2 5 0,-6 0 0,-4 1 0,-3-3 0,-3-3 0,-1 1 0,-6-7 0,-2 6 0,-3-6 0,-7-2 0,-11-10 0,-9-5 0,-8-12 0,-16-11 0,3-10 0</inkml:trace>
  <inkml:trace contextRef="#ctx0" brushRef="#br0" timeOffset="46">4491 12035 8912,'-32'-25'0,"3"-3"0,12 3 0,11 0 0,4 2 0,2 0 0,2 0 0,4 6 0,6 0 0,10 0 0,7-1 0,13 1 0,8 2 0,5 4 0,10-5 0,-1 5 0,10-4 0,4-3 0</inkml:trace>
  <inkml:trace contextRef="#ctx0" brushRef="#br0" timeOffset="47">5627 11691 8912,'-7'-15'0,"-5"2"0,-5 1 0,-6-1 0,4-1 0,-4 3 0,2 3 0,-2 8 0,2 2 0,-6 6 0,2 9 0,4 10 0,4 7 0,6 6 0,3-1 0,8 6 0,0-6 0,0 1 0,2-4 0,4-2 0,3-7 0,8-4 0,1-6 0,-1-5 0,2-5 0,4-7 0,-4-2 0,4-3 0,2-5 0,-2-9 0,-2-2 0,-2-2 0,-2-7 0,0 1 0,-7 12 0,-3 1 0</inkml:trace>
  <inkml:trace contextRef="#ctx0" brushRef="#br0" timeOffset="48">5644 11760 8912,'0'-17'0,"2"5"0,4 1 0,-4 0 0,8 1 0,-5 4 0,-1 4 0,8 2 0,-7 2 0,7 2 0,1 4 0,2 1 0,3 3 0,-1 5 0,2 0 0,4 0 0,-4-5 0,4-1 0,-6-5 0,-5 5 0,1-5 0,-7 6 0,7-9 0,-9 5 0,8-8 0,-9 0 0,5 0 0,-8 0 0,0 0 0,-8 0 0,6 0 0,-5 0 0,7-8 0,0-1 0,0-8 0,6 5 0,-1 1 0,1-1 0,-6-5 0,6 0 0,-1 0 0,3 5 0,-2 1 0,1-1 0,5-5 0,3 6 0,-1 1 0,5 1 0,4-1 0,7 6 0,-1-2 0,11-3 0,6-3 0,4-10 0,1-5 0</inkml:trace>
  <inkml:trace contextRef="#ctx0" brushRef="#br0" timeOffset="49">1136 14563 8912,'-27'-18'0,"-4"-5"0,8 1 0,2-1 0,2 0 0,2 0 0,8 0 0,3 13 0,13 6 0,9 10 0,5 11 0,9 3 0,-3 8 0,2 3 0,0 1 0,-3 3 0,5-1 0,-2 0 0,1 1 0,-5-9 0,-2-3 0,2-3 0,-2-3 0,-2-2 0,-2-4 0,-2-5 0,0-12 0,1-7 0,-1-16 0,-6-7 0,-1-15 0,-1 1 0,1 4 0,-6-4 0,1 5 0,-3 2 0,-2 3 0,0 12 0,0 5 0,-7 4 0,3 9 0,-8 4 0,9 12 0,-3 6 0,4 11 0,2 5 0,2-1 0,4 0 0,5-1 0,4 1 0,-3-6 0,-1 2 0,3-4 0,1-9 0,2 3 0,0-7 0,1 0 0,-1-6 0,0 0 0,-5-8 0,-1-4 0,-5-10 0,5-7 0,-7 2 0,2-1 0,-4 1 0,-2-4 0,0 4 0,0 3 0,0-5 0,0 6 0,0 0 0,-2 12 0,-4-1 0,4 8 0,-6-3 0,8 9 0,0 3 0,2-1 0,4 8 0,-2-7 0,7 5 0,1-1 0,-3 1 0,7-6 0,-5 2 0,4 1 0,3-1 0,-7 0 0,1-6 0,-1 5 0,6 1 0,-5 0 0,-1-6 0,-5 0 0,5 0 0,1 0 0,5 0 0,-5 0 0,-1 0 0,1 0 0,-3 0 0,6 0 0,-11-6 0,8 0 0,-8-1 0,1 1 0,3 2 0,-2-7 0,5-1 0,-3-3 0,1 4 0,3-12 0,5 4 0</inkml:trace>
  <inkml:trace contextRef="#ctx0" brushRef="#br0" timeOffset="50">2065 13840 8912,'-25'0'0,"6"-1"0,-4-5 0,6 2 0,5-7 0,5 7 0,7-4 0,2 16 0,3 3 0,5 6 0,7 6 0,0 4 0,1 7 0,-1 3 0,-2 1 0,0 2 0,3-2 0,-11-1 0,10-3 0,-5-2 0,-1-3 0,-1-4 0,-4-8 0,-4 0 0,7-7 0,-3-4 0,-4-4 0,6-4 0,-8-4 0,0-6 0,0-5 0,0-6 0,0-5 0,0-5 0,0 4 0,0 1 0,0 1 0,0-2 0,0 3 0,0 3 0,0 4 0,0-4 0,1 9 0,5 3 0,4 5 0,7-5 0,0 7 0,0-2 0,1 6 0,-1 6 0,0 0 0,-2 9 0,-1 6 0,-3 4 0,-7-2 0,2 5 0,-6 1 0,-6 5 0,2-1 0,-7-4 0,-1 1 0,-5-7 0,2 0 0,3-6 0,-3-2 0,3-3 0,3-6 0,-3-12 0,9-11 0,-3-12 0,10-5 0,1-6 0,16-4 0,-1-8 0</inkml:trace>
  <inkml:trace contextRef="#ctx0" brushRef="#br0" timeOffset="51">2564 13772 8912,'2'9'0,"4"-3"0,-4-2 0,3 2 0,-3-5 0,-2 9 0,0-4 0,0-4 0,2 13 0,4-4 0,-4-1 0,4 1 0,3 1 0,-5 5 0,7 0 0,-5 0 0,6 1 0,-9-9 0,5 6 0,-8-5 0</inkml:trace>
  <inkml:trace contextRef="#ctx0" brushRef="#br0" timeOffset="52">2444 13755 8912,'15'-18'0,"-4"1"0,5 0 0,-5 0 0,6 0 0,6-1 0,-2 1 0,8 0 0,0 6 0,5-1 0,1 8 0,-1-2 0,2-1 0,4 1 0,-9 0 0,2 6 0,-7 0 0,-5 0 0,-9 0 0,3 8 0,-15 2 0,0 7 0,-2 0 0,-9 0 0,1 0 0,-1 1 0,-5 1 0,5 4 0,3-4 0,3 4 0,3 1 0,2-1 0,0 0 0,0-6 0,0 1 0,0-1 0,0 0 0,0 0 0,0 0 0,0-7 0,7-2 0,-5-16 0,4-3 0,2-7 0,-3-5 0,1 2 0,-6-7 0,0-1 0,0 2 0,0-3 0,0 7 0,2-6 0,4 6 0,-4 6 0,3 6 0,-3-1 0,0-3 0,4 3 0,5 7 0,5 3 0,1 2 0,0 7 0,0 5 0,1-3 0,-1 3 0,0-6 0,0 3 0,0 1 0,1-1 0,-1-5 0,0 2 0,-6-4 0,1-2 0,-1 0 0,1-2 0,-3-4 0,-1-5 0,-2-5 0,-6-1 0,0 0 0,0 0 0,-2 0 0,-4-1 0,4 1 0,-3 0 0,3 6 0,2-1 0,0 6 0,0-5 0,2 7 0,5-2 0,10 4 0,2 4 0,10 4 0,-6 4 0,6 7 0,-6 6 0,5 0 0,-7 5 0,2-5 0,-9 6 0,-3-6 0,-7 2 0,2-2 0,-4-4 0,-2 4 0,0-4 0,0-2 0,-8-8 0,-3-3 0,-5-4 0,-1-2 0,0 0 0,5-8 0,1-3 0,7-12 0,-2-6 0,4 3 0,2-3 0,0 0 0,0-5 0,0 0 0</inkml:trace>
  <inkml:trace contextRef="#ctx0" brushRef="#br0" timeOffset="53">3528 13462 8912,'-2'12'0,"-4"-1"0,4-7 0,-5 11 0,7-11 0,0 8 0,7-9 0,5 3 0,9-4 0,4-4 0,1-4 0,5-5 0,1-4 0,3-3 0,-1-4 0,1-1 0,-1-6 0,1 6 0,-7-2 0,1 2 0,-8 4 0,2-4 0,-6-2 0,-5 2 0,-5 6 0,-7 6 0,-2 1 0,-3-1 0,-7 5 0,4-4 0,1 1 0</inkml:trace>
  <inkml:trace contextRef="#ctx0" brushRef="#br0" timeOffset="54">3838 13239 8912,'-16'26'0,"5"-3"0,-3-4 0,9-1 0,-1-1 0,6 0 0,0 0 0,2-1 0,4-5 0,3 2 0,8-7 0,8 0 0,4-6 0,3 0 0,3 0 0,-3 0 0,-3 0 0,7-8 0,-7-3 0,5 1 0,-11-1 0,0-1 0,-6-5 0,1 0 0,-1 0 0,-6-1 0,1 1 0,-8 6 0,1-1 0,-10 9 0,-7-3 0,-3 12 0,-2 5 0,1 4 0,5 2 0,-4 1 0,5-1 0,1 0 0,3 0 0,4 0 0,2 1 0,0-1 0,0 0 0,2-6 0,4 1 0,3-8 0,8 2 0,0-5 0,1-1 0,5-7 0,0-5 0,1-5 0,-1-6 0,-9-4 0,3-7 0,-4 0 0,-3-1 0,3-5 0,-7 0 0,0-2 0,-6 2 0,-8 2 0,-3-8 0,-5 6 0,-1-6 0,0 10 0,0 1 0,1 8 0,5 10 0,-4 0 0,13 8 0,-6 3 0,8 12 0,0 5 0,2 12 0,4 6 0,5 3 0,5 4 0,1 4 0,0 4 0,0 8 0,0 0 0,1-1 0,1-5 0,4 0 0,-2-8 0,7 2 0,-5-11 0,6-6 0,-8-12 0,12 4 0,-7-5 0</inkml:trace>
  <inkml:trace contextRef="#ctx0" brushRef="#br0" timeOffset="55">4870 13084 8912,'-17'17'0,"0"-5"0,-1-1 0,1-5 0,0 5 0,7-7 0,3 4 0,20-8 0,4 0 0,6-8 0,0-3 0,-2-5 0,8-1 0,-6 0 0,4 0 0,-2 0 0,-4-1 0,-2 1 0,-2 0 0,-6 0 0,1 0 0,-8-1 0,3 1 0,-14 8 0,-5 3 0,-3 4 0,-2 4 0,0 4 0,-1 5 0,1 6 0,0 6 0,0 6 0,-1 11 0,9-4 0,3 4 0,4 2 0,2-1 0,0-1 0,0-6 0,14-7 0,3-4 0,6-6 0,0-6 0,-2-3 0,6-10 0,-3-4 0,-3-5 0,4-12 0,-2-6 0,0-3 0,-6-2 0,-1-7 0,-5 1 0,3 6 0,-9 5 0,3 3 0,-2-3 0,-4-2 0,3 8 0,-3 6 0,-2 6 0,0 7 0,8-2 0,3 12 0,5 5 0,1 12 0,6-2 0,0 8 0,5-2 0,-5 1 0,8 9 0,-2-9 0,-4 9 0,-3-9 0,-10 5 0,-6 1 0,1-5 0,-3-2 0,-8-3 0,-11-3 0,-4 4 0,-10-2 0,1-2 0,-7-9 0,3-5 0,3-7 0,4 0 0,8-15 0,0-4 0</inkml:trace>
  <inkml:trace contextRef="#ctx0" brushRef="#br0" timeOffset="56">5593 12654 8912,'-17'0'0,"-1"0"0,9 8 0,3 3 0,4 5 0,2 1 0,8 8 0,3 1 0,5 3 0,1 0 0,0-1 0,0 7 0,0-1 0,1 0 0,-3-1 0,-4-4 0,3 1 0,-8-5 0,-3 0 0,-1 0 0,-2-2 0,0-6 0,-9-2 0,-8-4 0,-3-3 0,-8-8 0,1 0 0,-2 0 0,-1-6 0,7 1 0,0-7 0,6 6 0,5-1 0,3 1 0,1-5 0,2 1 0,6-1 0,2 1 0,4-1 0,3-3 0,9 9 0,5-9 0,-1 3 0,9-7 0,-2-4 0,5 2 0,6-2 0,-3 1 0,3-2 0,-6 9 0,-5-3 0,3 6 0,-5-1 0,0 6 0,-4 4 0,-4 2 0,-2 0 0,-5 14 0,-1 3 0,-7 6 0,2 0 0,-4-2 0,-2 8 0,0-7 0,0 7 0,0-8 0,0 2 0,-8-6 0,-4-5 0,5-5 0,-1-7 0</inkml:trace>
  <inkml:trace contextRef="#ctx0" brushRef="#br0" timeOffset="57">5851 12723 8912,'-6'-27'0,"0"4"0,3 4 0,1 2 0,2 0 0,0 0 0,0 5 0,0 1 0,13 7 0,4-2 0,6 4 0,0 2 0,4 0 0,5 0 0,-1 0 0,-2 0 0,-6 2 0,5 4 0,-5-2 0,6 7 0,-8 6 0,2 6 0,-6 2 0,-5-2 0,-5 2 0,-7 3 0,0 3 0,0-8 0,0 0 0,0-6 0,-5 0 0,-1 0 0,-2-1 0,4-3 0,-1-1 0,-9-9 0,12 5 0,-5-8 0,-1 0 0,6-8 0,-6-1 0,8-8 0,0-1 0,0 1 0,-1 0 0,-5 0 0,4-6 0,-4 0 0,4-2 0,2 2 0,0 2 0,0-7 0,6 7 0,0-2 0,5-2 0,-5 2 0,7 2 0,-1 9 0,3-3 0,8 13 0,0-3 0,-2 3 0,-2 9 0,-2 3 0,1 7 0,-7-6 0,1 1 0,-7-8 0,7 1 0,-7 3 0,7-2 0,-1 0 0,7-6 0,-1 0 0,-6 0 0,1 0 0,-1 0 0,6-6 0,1 0 0,-1-7 0,0 3 0,0-7 0,-1 0 0,-5 0 0,4-6 0,-3 0 0,1 2 0,-1 2 0,1 1 0,-7 1 0,5 0 0,-5 0 0,0 5 0,-6 1 0,0 7 0,-8-4 0,-1 8 0,-9 0 0,3 2 0,4 4 0,-5 4 0,9 7 0,-5 0 0,6 0 0,5 0 0,-5-5 0,0-1 0,0 1 0,6 5 0,0-6 0,0 1 0,0-1 0,2 5 0,4-5 0,-2-3 0,7-8 0,1 0 0,5 0 0,2-8 0,2-3 0,2-6 0,-2-6 0,4-2 0,-2-4 0,0-3 0,-6 3 0,-2-2 0,-3 3 0,1-5 0,-7 5 0,0 1 0,-6-2 0,0 8 0,0-2 0,0 4 0,-2 4 0,-4 3 0,4 5 0,-6 7 0,8 0 0,2 7 0,4 7 0,6 7 0,1 0 0,-2 7 0,3-5 0,-8 6 0,7 0 0,-2 5 0,-3-1 0,-2-3 0,-4-3 0,-2-2 0,5 3 0,1-5 0,0 0 0,-6-6 0,0 1 0,0-9 0,-2-9 0,-4-11 0,-3-12 0,-9-4 0</inkml:trace>
  <inkml:trace contextRef="#ctx0" brushRef="#br0" timeOffset="58">6797 12345 8912,'0'9'0,"0"-3"0,0-12 0,2 2 0,4-7 0,6-1 0,10-5 0,5-2 0,8-4 0,-1 4 0,1-4 0,-1 4 0,0 2 0,-1 2 0,-4 3 0,-5-1 0,-6 7 0,-1 0 0,-8 6 0,-1 0 0,-8 2 0,0 4 0,0 4 0,0 7 0,0 0 0,0 0 0,0-7 0,6-1 0,-1-3 0,1-4 0,-4 6 0,4-8 0,-4 0 0,5 0 0,-7-8 0,6 4 0,0-7 0,7-1 0,-3-5 0,7 0 0,-5 0 0,-1-1 0,0 1 0,7 0 0</inkml:trace>
  <inkml:trace contextRef="#ctx0" brushRef="#br0" timeOffset="59">7348 12001 8912,'0'-10'0,"0"3"0,0 7 0,2 0 0,4 0 0,3 7 0,9 5 0,-1 5 0,0 6 0,0-2 0,0 8 0,1-7 0,-1 7 0,0-8 0,-2 2 0,-1-4 0,-3-2 0,-7 1 0,4-9 0,-8-3 0,0-12 0,0-11 0,0-12 0,2-5 0,3-6 0,5-12 0,9-11 0,6-4 0,9-2 0,3 3 0,8 3-437,-6-4 1,3 6 0,-8-8-1</inkml:trace>
  <inkml:trace contextRef="#ctx0" brushRef="#br0" timeOffset="60">1497 15835 8912,'-7'27'0,"-3"-4"0,-2-4 0,3-2 0,1 0 0,4 0 0,3 2 0,1 4 0,1-2 0,5 8 0,6 1 0,3 3 0,8-1 0,2-3 0,2-8 0,3-8 0,-3 1 0,2-10 0,-1-6 0,-1-8 0,-2-7 0,-8-6 0,-2-6 0,-3-3 0,-5-1 0,-7 5 0,-9-5 0,-6 7 0,-8-1 0,-4 4 0,-2 10 0,-5 1 0,5 6 0,0-5 0,8 7 0,-2-2 0,4 6 0,2 6 0,0 4 0,7 7 0,5 0 0,3 0 0,2 0 0</inkml:trace>
  <inkml:trace contextRef="#ctx0" brushRef="#br0" timeOffset="61">2392 15285 8912,'-42'-17'0,"11"-1"0,-3 1 0,9 8 0,-4 3 0,-1 4 0,11 4 0,1 4 0,13-3 0,-1 9 0,4 7 0,4 10 0,4 5 0,5 6 0,5 4 0,1 8 0,6-1 0,0 1 0,7 5 0,-1 0 0,3 1 0,3-7 0,-1 5 0,1-5 0,-7 5 0,1-10 0,-10-3 0,-2 1 0,-9-2 0,-6-3 0,-17-11 0,-5-3 0</inkml:trace>
  <inkml:trace contextRef="#ctx0" brushRef="#br0" timeOffset="62">2151 15869 8912,'0'-11'0,"0"-1"0,0 9 0,0-13 0,15 7 0,10-9 0,12 1 0,8 0 0,19-8 0,4-3-628,13-12 0,-3-12 0,-35 21 0,0 1 1</inkml:trace>
  <inkml:trace contextRef="#ctx0" brushRef="#br0" timeOffset="63">3425 15027 8912,'-35'0'0,"1"6"0,-1-1 0,1 9 0,-1-3 0,1 6 0,0 6 0,5 2 0,0 4 0,14 3 0,-2-3 0,11 1 0,0-1 0,12-2 0,5-4 0,12-4 0,4 4 0,2-4 0,0-2 0,5 6 0,6 0 0,0 0 0,-5-6 0,-1 0 0,1 0 0,-1 6 0,0 0 0,-5 0 0,0-6 0,-10 1 0,0 1 0,-8 2 0,-3 2 0,-4 3 0,-10 3 0,-5 0 0,-12 11 0,-6-4 0,-11-2 0,-4 8 0,-8 4 0,-1 2 0,-5-2 0,-3-4 0,-8-8 0</inkml:trace>
  <inkml:trace contextRef="#ctx0" brushRef="#br0" timeOffset="64">17966 4161 8912,'0'-12'0,"2"3"0,2-1 0,1 1 0,-1-5 0,-2-1 0,-2-2 0,-2 1 0,-2 3 0,-1 2 0,1-3 0,-4-1 0,2-2 0,3 0 0,-1-1 0,0 1 0,-2 0 0,0 0 0,6 0 0,0 7 0,0 12 0,0 15 0,0 10 0,0 13 0,6 10 0,0 7 0,7 8 0,-1-2 0,3 4 0,2 2 0,-1 7-158,-5 4 1,4-3 157,-3-3 0,-3-7 0,3-10 0,-6-1 0,5-16 0,-7-8 0,2-9 0,-4-4 0,-2-9 0,0-2 0,-2-10 0,-4-4 0,-4-4 0,-7-7 0,-8-15 0,-2-5 0</inkml:trace>
  <inkml:trace contextRef="#ctx0" brushRef="#br0" timeOffset="65">18086 3920 8912,'18'-17'0,"-9"0"0,-3-1 0,-4 1 0,-2 0 0,0 0 0,-8 7 0,-3 5 0,-5 3 0,-3 4 0,-4 3 0,-5 7 0,-5 11 0,-1 5 0,-3 5 0,-3 1 0,4 8 0,-4 4 0,1-2 0,-1 2 0,12-8 0,-1 2 0,4-5 0,6-5 0,6-3 0,3-2 0,4-10 0,6-7 0,2-10 0,4-4 0,3-11 0,9-12 0,-1-5 0,0-6 0,0 3 0,1-12 0,-1 5 0</inkml:trace>
  <inkml:trace contextRef="#ctx0" brushRef="#br0" timeOffset="66">17863 3851 8912,'17'-9'0,"0"-7"0,0 9 0,0-5 0,1 5 0,-1 7 0,0 0 0,0 0 0,0 0 0</inkml:trace>
  <inkml:trace contextRef="#ctx0" brushRef="#br0" timeOffset="67">18104 3886 8912,'32'13'0,"-3"4"0,3 4 0,-5-2 0,7 2 0,1 2 0,-1 0 0,-1-6 0,-5 1 0,-5-1 0,-4 0 0,-1 0 0,-3 0 0,-4 1 0,-5-1 0,-4 0 0,-2 0 0</inkml:trace>
  <inkml:trace contextRef="#ctx0" brushRef="#br0" timeOffset="68">17364 5381 8912,'5'-19'0,"1"-2"0,-2-2 0,-2 2 0,-2 2 0,0 2 0,0 0 0,-2 2 0,-2 1 0,-2 3 0,-1 7 0,1-2 0,4 14 0,-4 7 0,4 8 0,2 4 0,0 1 0,0 7 0,8-1 0,2 1 0,1-1 0,0 0 0,-5-1 0,6-4 0,-3 1 0,5-7 0,-3-2 0,3-2 0,-5-7 0,3-1 0,-1-7 0,6 2 0,0-8 0,1-10 0,-1-1 0,0-16 0,0 1 0,0-7 0,-1-1 0,-3-2 0,-1-2 0,1 1 0,-5 3 0,-3 2 0,-3 1 0,-2 5 0,6 3 0,0 8 0,0 9 0,-6 8 0,5 9 0,1 14 0,5-2 0,-5 8 0,6 0 0,-7 5 0,7 0 0,-6 1 0,5-1 0,-5 1 0,5-7 0,-5 1 0,0-6 0,-6 6 0,-2-8 0,-4 1 0,-5-2 0,-5-3 0,-7-2 0,0-4 0,-7 5 0,3-7 0</inkml:trace>
  <inkml:trace contextRef="#ctx0" brushRef="#br0" timeOffset="69">17312 4883 8912,'-19'-23'0,"0"0"0,0 4 0,3 6 0,11 3 0,-1 4 0,4 4 0,4-3 0,4 8 0,5 5 0,4 2 0,12-5 0,7 7 0,7-3 0,5 3 0,7-3 0,-7-3 0,7 4 0,-9 7 0</inkml:trace>
  <inkml:trace contextRef="#ctx0" brushRef="#br0" timeOffset="70">18362 5416 8912,'0'-17'0,"0"-1"0,0 1 0,0 0 0,0 0 0,0 0 0,0-1 0,0 1 0,0 0 0,0 0 0,0 7 0,5 10 0,3 14 0,0 7 0,-1 7 0,7 7 0,-3 3 0,3 4 0,-3 2 0,4-6 0,-3 2 0,3-3 0,2-5 0,1-1 0,-1-3 0,-6-9 0,1 0 0,1-5 0,2-10 0,1-6 0,-5-15 0,-3-10 0,-1-6 0,-5-3 0,4-4 0,-4-2 0,-2-4 0,0 4 0,0 8 0,0-1 0,0 1 0,0 13 0,0 4 0,8 15 0,3 7 0,-1 13 0,1 16 0,-1 0 0,1 1 0,8 5 0,-3-2 0,1-3 0,4-5 0,0-9 0,-4 2 0,0 0 0,0-6 0,6-3 0,0-14 0,0 0 0,-4-2 0,2-6 0,2-9 0,0-2 0,-5-10 0,-3-2 0,-4-9 0,3 4 0,-9-4 0,-1 4 0,-2 1 0,-2 7 0,0-1 0,0 8 0,0-2 0,0 12 0,-7 3 0,5 16 0,-4 3 0,10 12 0,1 6 0,9 3 0,-3 2 0,5 1 0,1-1 0,0-5 0,0 0 0,-1-3 0,-5 3 0,2 2 0,-5-9 0,0-1 0,-1-1 0,-3-1 0,-10 4 0,-3-4 0,-8 4 0,-2-6 0,-4-6 0,3 3 0,-2-9 0,2 1 0,3-6 0,0-8 0,0-9 0,0-9 0</inkml:trace>
  <inkml:trace contextRef="#ctx0" brushRef="#br0" timeOffset="71">19257 5433 8912,'0'10'0,"0"5"0,-2-11 0,-4 7 0,4-7 0,-6 11 0,8-13 0,2 6 0,4-8 0,0 0 0,9 0 0,4-2 0,0-4 0,6-1 0,-2-5 0,2-3 0,-2 3 0,-6 3 0,2-1 0,-5 3 0,-1 3 0,-5-6 0,-1 8 0,-20 8 0,-4 11 0,1-2 0,5-3 0,1-6 0,-1 5 0,-4-7 0,5 11 0,-7-5 0</inkml:trace>
  <inkml:trace contextRef="#ctx0" brushRef="#br0" timeOffset="72">18740 5485 8912,'8'-16'0,"1"3"0,1 1 0,-4-1 0,-4-2 0,-2-2 0,0-1 0,0 1 0,-6 0 0,-2 0 0,-1 0 0,-5-1 0,-1 3 0,-2 2 0,0 1 0,-1 9 0,1-1 0,2 8 0,3 7 0,-3 12 0,6 6 0,-1 5 0,4 6 0,4 4 0,2 8 0,0-1 0,0 1 0,8-3 0,3-3 0,5-6 0,1-3 0,8 1 0,5-4 0,7-9 0,3-10 0,8-7 0,0-10 0,3-5 0,1-11 0,3-7 0,-9-9 0,-4-6 0,-2 0 0,-5-6 0,-7 6 0,-5-6 0,-11 6 0,1 0 0,-7 5 0,-2 1 0,-2 7 0,-4 10 0,-4 11 0,4 8 0,-4 10 0,-1 1 0,1 16 0,-2-1 0,5 9 0,-3 1 0,2 2 0,2-2 0,2-9 0,0 1 0,0-7 0,6 0 0,1-7 0,3-5 0,3-5 0,3-4 0,1-2 0,0-4 0,0-8 0,1-1 0,-1-16 0,-2 1 0,-3-7 0,-5 1 0,-7 0 0,0 1 0,0 4 0,-2-1 0,-3 7 0,-11-4 0,-7 8 0,2 6 0,2 3 0,2-1 0,0 5 0,0 2 0,-1 10 0,9 0 0,3 11 0,4-4 0,2 10 0,0-4 0,2-2 0,4 1 0,11-1 0,10 0 0</inkml:trace>
  <inkml:trace contextRef="#ctx0" brushRef="#br0" timeOffset="73">19756 5467 8912,'9'0'0,"-1"0"0,-8-7 0,0 5 0,0-6 0,0 8 0,0 0 0,0 10 0,0 5 0,0 6 0,0 2 0,0-6 0,0 2 0,0 4 0,0-4 0,0 4 0,0-4 0,0-1 0,0-1 0,0 0 0,-2-6 0,-4 1 0,4-8 0,-5 3 0,7-16 0,0-8 0,0-3 0,0-8 0,0-3 0,0-1 0,0-3 0,0 1 0,5 0 0,1 1 0,0 4 0,1 7 0,-3 2 0,8 3 0,-7 8 0,7 3 0,-6 4 0,5 2 0,1 2 0,5 4 0,-6 3 0,1 8 0,-3 1 0,3-1 0,1 0 0,-7 0 0,5 0 0,-3-1 0,0-3 0,-1-1 0,5-7 0,-6 7 0,7-8 0,-4 3 0,9-7 0,-1 0 0,-6-2 0,-1-3 0,-1-5 0,1 0 0,-4-5 0,5 4 0,-7 1 0,2-1 0,3 7 0,-5-10 0,8 9 0,-7-1 0,7 6 0,1 0 0,-3 0 0,1 0 0,1 0 0,5 0 0,0 0 0,0 0 0,6 0 0,0 0 0,6 0 0,-6 0 0,2-8 0,-4-1 0,2-3 0,-2 1 0,-8-1 0,-1-5 0,-7 0 0,7 0 0,-8 0 0,3-1 0,-7 9 0,0 3 0,0 14 0,0 9 0,0 4 0,0 13 0,0 3 0,0 9 0,2 3 0,4-3 0,2 4 0,5 3 0,-2 3 0,3 1 0,-1 0 0,-1-5 0,1-6 0,-7 0 0,5-4 0,-5-2 0,0-2 0,-6-15 0,0 7 0,0-10 0,-8-19 0,-1-12 0</inkml:trace>
  <inkml:trace contextRef="#ctx0" brushRef="#br0" timeOffset="74">20358 5330 8912,'0'-17'0,"2"-1"0,4 1 0,3 0 0,8 0 0,0 2 0,1 3 0,1-1 0,4 7 0,-2 0 0,7 6 0,1 2 0,-2 4 0,4 4 0,-9 7 0,1 2 0,-5 4 0,-9 3 0,-3 9 0,2-1 0,-3 1 0,-1-1 0,-8 0 0,-3 1 0,-3-1 0,1 1 0,-3-1 0,-1-5 0,7-1 0,0-12 0,6 1 0,0-12 0,-7 3 0,-3-8 0</inkml:trace>
  <inkml:trace contextRef="#ctx0" brushRef="#br0" timeOffset="75">20754 5399 8912,'21'-2'0,"-4"-4"0,-9 4 0,3-4 0,-7 4 0,3 2 0,-7 0 0,0 8 0,0 4 0,0 3 0,0 8 0,0 2 0,0-1 0,0 1 0,8 4 0,4-6 0,-3 6 0,3-7 0,-1-4 0,6-7 0,1-1 0,-1 1 0,0-3 0,0-10 0,0-4 0,-5-9 0,-3-10 0,1-2 0,0-3 0,-7-5 0,3-5 0,-2 4 0,2-4 0,-4 5 0,3 7 0,-3-3 0,-2 8 0,2 2 0,4 10 0,-2 11 0,7 11 0,-7 12 0,2 6 0,1 3 0,-1 3 0,6 1 0,-7 4 0,7-4 0,-5 3 0,1-7 0,0-3 0,5-6 0,-1 5 0,-3-7 0,3 2 0,-7-11 0,7-7 0,-5-3 0,9-4 0,3-5 0,0-10 0,0-8 0,-2-10 0,1-14 0,-1-5 0</inkml:trace>
  <inkml:trace contextRef="#ctx0" brushRef="#br0" timeOffset="76">21408 5055 8912,'0'-12'0,"0"1"0,0 5 0,0-5 0,0 7 0,0-4 0,-2 8 0,-4 0 0,2 10 0,-7 7 0,7 4 0,-4 13 0,2 8 0,1 6 0,-1 4 0,6-1 0,0 1 0,0-1 0,0 1 0,0 0 0,8-8 0,3-4 0,4-6 0,3-7 0,1-10 0,4-9 0,3-6 0,9-2 0,1-4 0,4-8 0,2-1 0,4-16 0,8 1 0,-8-7 0,2 3 0,-8 3 0,-6-3 0,1 3 0,-3 4 0,-11 2 0,-6 4 0,-5 10 0,-10 1 0,-8 8 0,-3 0 0,-5 0 0,-1 2 0,0 2 0,0 3 0,0 3 0,-1 1 0,1 6 0,0-5 0,0-1 0,2 1 0,3 5 0,4 0 0,8 0 0,4 1 0,6-3 0,7-4 0,12-3 0,-1-8 0,11 0 0,1 0 0,8-8 0,-3-3 0,-3-4 0,-1-3 0,-5-5 0,-4 1 0,-3-1 0,-6-2 0,-11 6 0,-7-4 0,-5 4 0,-5 1 0,-5 7 0,-7 0 0,0 7 0,-1-2 0,1 4 0,0 2 0,0 2 0,0 4 0,1 3 0,5 8 0,1 1 0,4-1 0,5 0 0,-5 0 0,4 0 0,2 1 0,2-1 0,4 0 0,3-7 0,8-5 0,1-3 0,-1-2 0,0 0 0,0-4 0,0-5 0,1-8 0,-1-12 0,0 0 0,-2-9 0,-3-2 0,1-8 0,-7 2 0,0 1 0,-6-7 0,0 4 0,0-9 0,-2 5 0,-4 6 0,4 6 0,-4 12 0,3 5 0,-3 11 0,4 5 0,-6 16 0,8 8 0,0 10 0,0 13 0,0 8 0,0 7 0,0 7 0,0 6 0,6 3-138,0 4 1,5-5 137,-5 5 0,7-6 0,-3-5 0,1-2 0,1-3 0,-8-10 0,1-8 0,5-5 0,-16-9 0,12-3 0,-14-6 0</inkml:trace>
  <inkml:trace contextRef="#ctx0" brushRef="#br0" timeOffset="77">21442 5433 8912,'-8'-10'0,"6"-5"0,-3 11 0,10-7 0,15 5 0,14-5 0,12-1 0,17-5 0,12 0 0,7 0 0,-35 5 0,1-1 0,4-1 0,0-1-657,-4 0 0,-1-2 0,4-3 0,0-2 0,35-22 0</inkml:trace>
  <inkml:trace contextRef="#ctx0" brushRef="#br0" timeOffset="78">22870 5020 8912,'-11'10'0,"-1"-4"0,9 3 0,-11-5 0,8 8 0,1-1 0,5 6 0,0 0 0,0 1 0,0 1 0,0 4 0,5-4 0,1 4 0,8-4 0,-3-2 0,2 0 0,-1 0 0,3-5 0,-3-1 0,3-7 0,2 2 0,0-12 0,-1-5 0,-5-5 0,4-3 0,-3-4 0,1 2 0,-1-7 0,1 1 0,-7-2 0,5 4 0,-5 8 0,0 0 0,-4 2 0,3 3 0,-3 5 0,12 10 0,-8 9 0,5 1 0,-5 16 0,7 0 0,-1 5 0,3 0 0,2 1 0,6-3 0,0-3 0,2 0 0,-4-12 0,4-8 0,1-5 0,-3-6 0,6-4 0,-6-11 0,6-11 0,-8-7 0,2-5 0,-6-4 0,-4-7 0,-3-1 0,-2 0 0,3 8 0,-5 4 0,-1 6 0,-5 5 0,-1 1 0,-5 10 0,2 5 0,-6 17 0,3 7 0,1 8 0,6 16 0,0-1 0,0 1 0,2 1 0,4 4 0,3-4 0,8 4 0,1 2 0,-1-1 0,-2-3 0,0-8 0,-1-1 0,-1 2 0,4-7 0,-11-1 0,0-4 0,-6-1 0,-2-9 0,-4-3 0,-3-4 0,-10-2 0,-2 0 0,-2 0 0,0-8 0,5-1 0</inkml:trace>
  <inkml:trace contextRef="#ctx0" brushRef="#br0" timeOffset="79">23868 4969 8912,'-17'0'0,"8"0"0,1 7 0,8-3 0,0 8 0,2-1 0,4 6 0,5 1 0,4-1 0,3 0 0,-1 0 0,0 0 0,0 1 0,2-3 0,4-4 0,-4 3 0,4-9 0,-2-1 0,2-2 0,-2-8 0,8 1 0,-8-14 0,2 1 0,-4-10 0,-2-1 0,1 2 0,-1-1 0,-6 1 0,-1-2 0,-3 6 0,-3 4 0,0 4 0,2 3 0,-4-3 0,5 13 0,-7-3 0,0 10 0,0 7 0,0 3 0,0 4 0,0 2 0,0 2 0,0 0 0,0-6 0,2 0 0,4 1 0,4-9 0,7 1 0,0-5 0,0-3 0,2 2 0,2-8 0,2-7 0,2-4 0,-2-3 0,-4 1 0,4 0 0,-2 0 0,2 0 0,-4 1 0,4 5 0,-4 3 0,-1 8 0,-1 2 0,0 6 0,-2 11 0,-3 13 0,1 5 0,-7 9 0,0 5 0,-6 6 0,0 6 0,0-5 0,0 3 0,0-10 0,-2-7 0,-4-5 0,2-7 0,-7-3 0,-1-12 0,-5-11 0,-8-20 0,-2-5 0</inkml:trace>
  <inkml:trace contextRef="#ctx0" brushRef="#br0" timeOffset="80">23920 4642 8912,'-53'-7'0,"-5"-3"0,37-2 0,4 1 0,11 7 0,14-3 0,3 7 0,14 0 0,11 0 0,14 0 0,9-8 0,10-2 0</inkml:trace>
  <inkml:trace contextRef="#ctx0" brushRef="#br0" timeOffset="81">25899 4797 8912,'-25'-17'0,"-3"0"0,-5-1 0,-1 3 0,-1 4 0,3 5 0,-1 6 0,-1 6 0,9 5 0,-8 12 0,7 8 0,5 7 0,1 9 0,3 9 0,8-3 0,3 5 0,4-5 0,2-1 0,13-6 0,5-4 0,1-6 0,0-9 0,4-8 0,0-8 0,0-5 0,-6-14 0,0-9 0,0-10 0,1-7 0,-1-6 0,-6-6 0,1-11 0,-8 1 0,1-5 0,-3 0 0,-2 0 0,0 4 0,0-6 0,-7 7 0,-5-1 0,2 11 0,-1 6 0,5 17 0,-5 6 0,7 15 0,-2 10 0,4 18 0,8 16 0,0 16 0,9-3 0,2 8 0,1-2 0,4 2 0,-2 0 0,-3-11 0,2 3 0,2-11 0,4 0 0,2-4 0,-4-11 0,5-6 0,-1-6 0,2-6 0,3-7 0,-3-15 0,9-3 0,2-14 0,-5-1 0,-7-5 0,-7-1 0,0-1 0,-7-2 0,-8-2 0,-5 5 0,-1 7 0,-1 7 0,-5-2 0,-4 6 0,-7 5 0,-2 4 0,-2 8 0,-4 0 0,-2 0 0,6 8 0,-2 4 0,0 9 0,6 2 0,-4 1 0,10-1 0,-3-4 0,3 4 0,3-4 0,8-1 0,0-1 0,0 0 0,0 0 0,2-7 0,4-5 0,9-5 0,8-5 0,8-5 0,-3-7 0,-1-6 0,2 0 0,-6-6 0,3 7 0,-1 1 0,-4 1 0,-2 9 0,-1 0 0,-7 7 0,1-2 0,-7 4 0,7 2 0,-8 8 0,3 3 0,-1 4 0,0 3 0,5-1 0,-5 0 0,5 0 0,-5 0 0,8-5 0,-3-1 0,-1-5 0,1 6 0,1-9 0,5 1 0,0-8 0,0-7 0,0-6 0,1-6 0,-9 4 0,6-21 0,-5 3 0</inkml:trace>
  <inkml:trace contextRef="#ctx0" brushRef="#br0" timeOffset="82">26553 4419 8912,'0'-10'0,"0"1"0,0 3 0,-8 4 0,6-4 0,-3 12 0,-3 5 0,2 12 0,1 6 0,3 11 0,-2 6 0,-2 4 0,0 1 0,6 1 0,6-1 0,0 1 0,5-8 0,-5-4 0,6-9 0,-7-3 0,1-14 0,-6 16 0,0-11 0</inkml:trace>
  <inkml:trace contextRef="#ctx0" brushRef="#br0" timeOffset="83">26364 4917 8912,'-12'0'0,"1"0"0,7 0 0,-4 0 0,8-7 0,10-3 0,7-7 0,8 2 0,9 3 0,3-3 0,3 3 0,6-5 0,9-4 0,4-2 0,3 2 0,1-4 0,6 2 0,-8-5 0,-4 5 0,-13 0 0,-10 6 0,-9 0 0,-13-1 0,-6 7 0,-12 1 0,-6 3 0,-3 3 0,-10 4 0,-4 6 0,3 3 0,-3 8 0,2 2 0,-1 4 0,3-2 0,8 8 0,1 0 0,3 3 0,3-1 0,3-3 0,1-5 0,6 6 0,0-8 0,0 2 0,2-4 0,4-2 0,-3-5 0,9-1 0,5-7 0,6 2 0,0-10 0,-6-2 0,6-13 0,0 0 0,-2-6 0,-2-5 0,-2-3 0,1-1 0,-9-1 0,-3 1 0,2 0 0,-3-1 0,1 8 0,-6 4 0,0 4 0,0 2 0,0 15 0,0 8 0,6 15 0,1 10 0,3 5 0,3 4 0,-3 0 0,1-5 0,1-7 0,5 1 0,6-2 0,0 1 0,0-5 0,-6-11 0,0 1 0,1-7 0,-1-4 0,0-6 0,0-6 0,0-7 0,-5-8 0,-1-3 0,-5-5 0,6-1 0,-9-1 0,3 1 0,-4-6 0,-2-2 0,0 0 0,0 0 0,-6 9 0,1 10 0,-3 4 0,2 2 0,4 0 0,-5 7 0,8 5 0,5 12 0,6 10 0,5 2 0,6 10 0,6 2 0,3 1 0,-3 3 0,-1-1 0,1 6 0,6 0 0,-9 0 0,-3-5 0,-6-3 0,-5-3 0,-4 3 0,-10-5 0,-4 2 0,-6-1 0,-11-7 0,-5 2 0,-5-6 0,-1-5 0,-1 1 0,1-7 0,2-2 0,3-10 0,-4-3 0,14-16 0,-6-2 0</inkml:trace>
  <inkml:trace contextRef="#ctx0" brushRef="#br0" timeOffset="84">27844 4505 8912,'-12'0'0,"1"0"0,5 5 0,-6 1 0,9 0 0,-5-4 0,8 3 0,2-1 0,4 8 0,3-8 0,8 1 0,6-5 0,0-5 0,2-5 0,-4-7 0,2 0 0,-2-1 0,-4-1 0,-5-4 0,1 4 0,-7-4 0,0-3 0,-6-3 0,-2 4 0,-4 2 0,-3 6 0,-9 6 0,-5 3 0,0 8 0,-1 2 0,3 4 0,-2 7 0,2 8 0,1 8 0,3 11 0,8 4 0,3 7 0,4 1 0,2-1 0,8 7 0,3-1 0,4-7 0,3-10 0,6-12 0,5-5 0,-2-4 0,2-3 0,1-5 0,3-5 0,1-18 0,1-5 0,-1-13 0,0-5 0,1-1 0,-1-10 0,-1 0 0,-5-5 0,3-7 0,-6 1 0,-2 2 0,-4 1 0,0-3 0,-13 0 0,0-10 0,-6-2 0,0 2 0,0-2 0,-2 8 0,-4 10 0,4 22 0,-6 6 0</inkml:trace>
  <inkml:trace contextRef="#ctx0" brushRef="#br0" timeOffset="85">28377 3868 8912,'0'0'0</inkml:trace>
  <inkml:trace contextRef="#ctx0" brushRef="#br0" timeOffset="86">28050 4350 8912,'-21'32'0,"2"-3"0,6-6 0,3-4 0,14-9 0,13-5 0,12-3 0,9-2 0,8-7 0,11-7 0,6-7 0,4-7 0,10-5 0,3-1 0,-3-1 0,-5-1 0,-7-4 0,-6-4 0,-7-8 0</inkml:trace>
  <inkml:trace contextRef="#ctx0" brushRef="#br0" timeOffset="87">29719 4092 8912,'-34'-6'0,"1"-1"0,5-1 0,5 2 0,2 8 0,0 12 0,-2 12 0,0 11 0,8 14 0,3 3 0,6 3 0,4-2 0,2 5 0,2-5 0,4-5 0,4-26 0,7-1 0</inkml:trace>
  <inkml:trace contextRef="#ctx0" brushRef="#br0" timeOffset="88">29599 4573 8912,'32'0'0,"-11"-7"0,25-10 0,-11-12 0,1-4 0,0-9 0,-3-3 0,-4-5 0,-6-2 0,-6-5 0,-6 0 0,-11-3 0,-11 3 0,-18 11 0,-7 0 0,-4 10 0,-2 7 0,1 12 0,7 12 0,1 3 0,5 2 0,5 15 0,11 8 0,-1 7 0,7 5 0,2 5 0,10 0 0,6 0 0,11-5 0,11-9 0,12-3 0,19-11 0,6-5 0</inkml:trace>
  <inkml:trace contextRef="#ctx0" brushRef="#br0" timeOffset="89">30786 3559 8912,'-7'-52'0,"3"1"0,-8-1 0,9 8 0,-5 18 0,6 10 0,-4 16 0,2 16 0,-7 6 0,1 17 0,-3 8 0,2 11 0,-3 11 0,-1-1 0,5-14 0,3-14 0</inkml:trace>
  <inkml:trace contextRef="#ctx0" brushRef="#br0" timeOffset="90">30666 3937 8912,'17'48'0,"0"4"0,0 3 0,1-5 0,-1-3 0,-2-5 0,-1-3 0,-3-7 0,-7-9 0,-4 2 0,-10-8 0</inkml:trace>
  <inkml:trace contextRef="#ctx0" brushRef="#br0" timeOffset="91">30236 4075 8912,'11'0'0,"1"0"0,-7-2 0,7-4 0,7 2 0,10-7 0,5 5 0,10-5 0,11-3 0,12-1 0,14 0 0,-1 3 0,-4-3-185,-1 4 1,-6-11 184,-6 0 0,4-9 0,-6 4 0</inkml:trace>
  <inkml:trace contextRef="#ctx0" brushRef="#br0" timeOffset="92">31457 3868 8912,'-28'0'0,"-1"0"0,8 0 0,-2 2 0,12 4 0,-3 4 0,9 7 0,-3 8 0,2 3 0,4 5 0,-5 1 0,1-1 0,0-5 0,-2 5 0,3-5 0,3-1 0,-4 2 0,-2-8 0,3 2 0,-1-10 0,6-1 0,0-9 0,0-4 0,0-17 0,0-6 0,0-11 0,10-5 0,7 0 0,0 0 0,6 5 0,-2 1 0,2 0 0,-4 1 0,4 4 0,2 5 0,-2 8 0,0 3 0,2 2 0,-1 9 0,5 2 0,2 9 0,-8 14 0,5 11 0,-5 12 0,0 4 0,-6 2 0,-5-1 0,-1 1 0,-7 1 0,2 3 0,-6-1 0,-6-5 0,-11 1 0,-17-7 0,-10 8 0</inkml:trace>
  <inkml:trace contextRef="#ctx0" brushRef="#br0" timeOffset="93">29186 5485 8912,'2'19'0,"4"4"0,5 7 0,4 8 0,4 6 0,2 8 0,4 0 0,2-1 0,-4-7 0,6-4 0,-6-11 0,3-8 0,-1-8 0,-4-7 0,0-14 0,2-9 0,-4-15 0,4-14 0,-4-4 0,-1-1 0,-3-3 0,-4-3 0,3 3 0,-8-3 0,5 5 0,-3 6 0,-1 6 0,1 4 0,5 9 0,-3 10 0,7 17 0,0 12 0,8 5 0,4 6 0,3 3 0,3 9 0</inkml:trace>
  <inkml:trace contextRef="#ctx0" brushRef="#br0" timeOffset="94">30184 5502 8912,'-8'-17'0,"-1"1"0,-8 5 0,-1-3 0,1 9 0,0-1 0,0 6 0,-6 2 0,0 6 0,2 9 0,2 10 0,2 5 0,-1 2 0,3 1 0,4-1 0,3 1 0,8-1 0,0 0 0,0 1 0,0-9 0,0-3 0,8-11 0,3-6 0,4-5 0,3-1 0,-1-3 0,0-9 0,0-7 0,0-15 0,1-1 0,-1 1 0,-2 0 0,-3-1 0,3 7 0,-4-1 0,-1 8 0,1-2 0,-5 6 0,6 5 0,-3 7 0,3 10 0,-3 11 0,-3 6 0,-2 9 0,7-2 0,-5 3 0,5 3 0,-5-7 0,6 1 0,-1-8 0,6 2 0,0-6 0,1-6 0,-1-3 0,0-10 0,0-4 0,-5-5 0,-1-12 0,1-4 0,5-15 0,0-2 0</inkml:trace>
  <inkml:trace contextRef="#ctx0" brushRef="#br0" timeOffset="95">30442 5192 8912,'8'10'0,"-6"-2"0,5-1 0,-7 5 0,0 3 0,0 2 0,0 8 0,0 4 0,0 5 0,0 6 0,6 4 0,0 8 0,5-1 0,-5 1 0,7-3 0,-1-3 0,1-6 0,-1-11 0,1-4 0,-7-8 0,7-7 0,-1-5 0,3-5 0,2-5 0,0-7 0,1-11 0,-1-3 0,0-11 0,0-1 0,0-2 0,1-6 0,-1 6 0,-6 2 0,1 9 0,-6 0 0,5 12 0,-7-4 0,4 19 0,-8-3 0,0 10 0,0 11 0,0 6 0,5 9 0,1-2 0,0 1 0,-6-1 0,2 2 0,3-9 0,-1 1 0,6-5 0,-1-3 0,1-4 0,-4-3 0,5-8 0,1 0 0,5 0 0,0-13 0,0-5 0,0-8 0,1 3 0,-1-8 0,0 2 0,-2-1 0,-3 1 0,1 4 0,-5 8 0,-1 0 0,1 0 0,-2 7 0,-6 3 0,0 7 0,0 7 0,0 5 0,8 3 0,-5 2 0,9 0 0,-1-7 0,6-4 0,1-4 0,-1-2 0,2 0 0,4 0 0,-4-8 0,4-3 0,2-5 0,-2-1 0,0 0 0,-6 0 0,-7-1 0,-5 1 0,-3 0 0,-4 9 0,-3 8 0,-11 8 0,-7 9 0,0 8 0,6 4 0,0-3 0,0 3 0,1 0 0,5 5 0,-2-5 0,7 0 0,0-8 0,8 0 0,4-6 0,5-4 0,6-7 0,6 2 0,4-12 0,8-5 0,1-12 0,4-6 0,-4-5 0,5-5 0,-5-3 0,-2-2 0,-1 1 0,-5-3 0,-5-2 0,-11 8 0,1 7 0,-7 10 0,0 4 0,-6 2 0,0 8 0,-6 3 0,0 12 0,1 5 0,5 12 0,0 8 0,0 7 0,0 0 0,0 8 0,0-8 0,0 2 0,0 0 0,0-5 0,0 3 0,0-10 0,0-1 0,0 2 0,-2-10 0,-4-2 0,-6-2 0,-11-9 0,-7 0 0,-16-6 0,-15-8 0,-33-9 0,42 4 0,-1-1 0</inkml:trace>
  <inkml:trace contextRef="#ctx0" brushRef="#br0" timeOffset="96">28773 4350 8912,'-8'-17'0,"4"-1"0,-7 1 0,-2 2 0,-1 2 0,3 1 0,-5 3 0,5-5 0,-4 3 0,-3-3 0,1 3 0,0-2 0,2-3 0,3 3 0,-1 0 0,5-5 0,1 1 0,-1 0 0,2 0 0,6 0 0,0-1 0,0 11 0,0 7 0,0 9 0,0 14 0,0 10 0,0 7 0,0 9 0,0 5 0,0 11 0,0 8 0,0 9 0,0-2 0,6 4 0,0 2 0,7-8 0,0-5 0,8-10 0,8-12 0,6-14 0,5-14 0,4-12 0,9-7 0,5-10 0,5-11 0,9-8 0,3-9 0,7-16 0,-3-3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20.973"/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11754 7703 8912,'-6'-12'0,"-2"1"0,-1-3 0,-5-1 0,1-2 0,-1 1 0,5 3 0,1 2 0,-5-1 0,3-5 0,-1 2 0,-1 3 0,9-3 0,-3 3 0,-4 5 0,1-1 0</inkml:trace>
  <inkml:trace contextRef="#ctx0" brushRef="#br0" timeOffset="1">11616 7445 8912,'0'-18'0,"0"7"0,0 0 0,0 7 0,0-12 0,0 14 0,0-5 0,0 7 0,0 0 0</inkml:trace>
  <inkml:trace contextRef="#ctx0" brushRef="#br0" timeOffset="2">11908 7427 8912,'60'-7'0,"3"3"0,11-7 0,5-1 0,7-5 0,7 0-468,-44 8 0,0 0 0,47-8 468,-48 9 0,1-1 0,0 0 0,0 1 0,2-1 0,1 1 0,3-1 0,1 1 0,-1 0 0,1 0 0,-2 2 0,-1 1 0,-4 2 0,-1 0 0,44-5 0,0 3 0,-44 1 0,1 2 0,6 2 0,-1 0 0,-4 0 0,0 0 0,1 0 0,-1 0 0,46 0 0,-6 0 0,-1 0 0,3 0 0,4 0 0,-45 0 0,1 0 0,46 0 0,-1 0 0,-5 0 0,5 0 0,-12 2 0,1 4 0,-14 1 111,-3 5 0,-8 5 1,-13-2-1,-8 6-111,-11 0 0,-14-2 115,-3-2 1,-3 6-116,3 0 0,3 0 0,-5-6 0</inkml:trace>
  <inkml:trace contextRef="#ctx0" brushRef="#br0" timeOffset="3">15385 7496 8912,'0'17'0,"0"1"0,0 6 0,5-4 0,1 4 0,-2-1 0,-2 0 0,-2 6 0,0-6 0,5 5 0,1-5 0,0 10 0,-6 1 0,0 1 0,0 5 0,6 4 0,-1 2 0,9-12 0,-5-2 0</inkml:trace>
  <inkml:trace contextRef="#ctx0" brushRef="#br0" timeOffset="4">15453 8253 8912,'8'59'0,"-6"2"0,6 0 0,-6 4 0,3-8 0,-3-1 0,4-8 0,-4-4 0,-2-2 0,6 0 0,-1-2 0,1-12 0,-6 5 0</inkml:trace>
  <inkml:trace contextRef="#ctx0" brushRef="#br0" timeOffset="5">15505 8958 8912,'0'24'0,"0"3"0,0 8 0,0-3 0,0-1 0,0-5 0,0-1 0,0-2 0,0-6 0,0 1 0,0-1 0,0 0 0,0 0 0,0 0 0,0 0 0,0 1 0,-2-3 0,-4-4 0,4 5 0,-5-7 0,-1 1 0,6-3 0,-11-5 0,5 2 0,-1 2 0,-3 0 0,-11-6 0,0 0 0,-7 0 0,1 0 0,-3 2 0,-3 3 0,-13-3 0,-5 4 0,-7-2 0,-5 1 0,-7-1 0,-3 8 0,-9-7-238,-2 7 1,37-7-1,-1 0 238,-4 0 0,-1 1 0,-4 2 0,-1-1 0,0-1 0,0 0 0,-3 1 0,-1 1 0,-3 1 0,-1-1 0,1 1 0,0-1 0,0 1 0,0 0 0,0-3 0,0 1 0,4-1 0,0 1 0,-1 2 0,0 0 0,1 0 0</inkml:trace>
  <inkml:trace contextRef="#ctx0" brushRef="#br0" timeOffset="6">13216 9645 8912,'-88'8'0,"-3"3"0,-5-3 0,45-1 0,-1-1 0,0-1 0,0-2 0,2 1 0,-1 0 0,2-1 0,1 1 0,-48 8-529,4-6 0,41 0 1,-1 1 528,-5-1 0,-1-1 0,3 3 0,1 0 0,4 0 0,1 1 0,-32 6 249,22-3 1,15-3-250,16-3 261,3-4-261,15 5 0,2-7 0,8 0 826,0 0-826,0 8 0,-7-6 0,-3 6 0</inkml:trace>
  <inkml:trace contextRef="#ctx0" brushRef="#br0" timeOffset="7">20616 7651 8912,'10'-12'0,"-5"1"0,-3-2 0,-2-3 0,6-1 0,0 0 0,-1 0 0,-5 0 0</inkml:trace>
  <inkml:trace contextRef="#ctx0" brushRef="#br0" timeOffset="8">20668 7445 8912,'0'-18'0,"0"1"0,0 0 0,0 0 0,0 0 0,0 5 0,-2 1 0,-4-3 0,2 1 0,-7 2 0,-1-3 0,-5 8 0,-2 1 0,-4 5 0,-4 0 0,-7 0 0,-6 0 0,-2 0 0,-4 0 0,-8 0 0,1 7 0,-11 5 0,9-3 0,-2 3 0,5-6 0,6 5 0,-4 0 0,5 7 0,2-1 0,3 0 0,12-7 0,3-3 0</inkml:trace>
  <inkml:trace contextRef="#ctx0" brushRef="#br0" timeOffset="9">19704 7496 8912,'-50'35'0,"12"-1"0,-12-7 0,10 11 0,0-4 0,2 5 0,1 3 0,5-4 0,3 8 0,4-6 0,8 6 0,0-4 0,0 9 0,0-1 0,-1 13 0,7-6 0,1 6 0,1 2 0,-1 2 0,6-6 0,-1-3 0,3-5 0,2-1 0,0-7 0,0 1 0,2-2 0,3 2 0,-3-4 0,14-15 0,-7-2 0</inkml:trace>
  <inkml:trace contextRef="#ctx0" brushRef="#br0" timeOffset="10">19274 8958 8912,'17'24'0,"0"5"0,8 4 0,2 1 0,15 0 0,4 1 0,5-3 0,7-3 0,1-4 0,4-8 0,4-6 0,-4 1 0,2-8 0,0 1 0,-4-3 0,-1-2 0,7-2 0,1-3 0,1-3-217,6-3 1,-6-7 216,-33 8 0</inkml:trace>
  <inkml:trace contextRef="#ctx0" brushRef="#br0" timeOffset="11">21423 8217 8912,'0'-1'0,"2"-65"0,-2-1 0,0 4 0,-8-2 0,-3 7 0,-7 1 0,-4 5 0,-5 3 0,-8 3 0,-7 2 0,-4 4 0,-11 4 0,-6-4 0,19 18 0,4 7 0</inkml:trace>
  <inkml:trace contextRef="#ctx0" brushRef="#br0" timeOffset="12">20719 7427 8912,'-71'-11'0,"-3"0"0,-4 7-289,-1-4 1,3 8 288,7 0-334,0 8 1,31 1 0,7 8-1</inkml:trace>
  <inkml:trace contextRef="#ctx0" brushRef="#br0" timeOffset="13">19979 7496 8912,'-23'14'0,"0"3"0,-7 4 0,11-4 0,-6-6 0,8 1 0,5-1 0,1 7 0,5-1 0,-6 0 0,9 0 0,-3 0 0,4 1 0,2-1 0,2 0 0,4 0 0,3 0 0,8 0 0,1 1 0,-1-1 0,8-8 0,1-1 0</inkml:trace>
  <inkml:trace contextRef="#ctx0" brushRef="#br0" timeOffset="14">20444 9917 8912,'-10'-2'0,"-3"-4"0,1 0 0,-5 6 0,8 0 0,3 0 0,12 0 0,9 2 0,10 2 0,-4 2 0</inkml:trace>
  <inkml:trace contextRef="#ctx0" brushRef="#br0" timeOffset="15">15488 6929 8912,'-8'-17'0,"4"7"0,-5 2 0,-1 3 0,1-1 0,-5 2 0,-1 2 0,-2 2 0,0 2 0,-1 4 0,1 11 0,0 14 0,0 7 0,0 8 0,5 3 0,2 3 0,3 0 0,3-1 0,2 1 0,4-3 0,4-3 0,3-11 0,9-11 0</inkml:trace>
  <inkml:trace contextRef="#ctx0" brushRef="#br0" timeOffset="16">15385 7479 8912,'26'0'0,"-8"0"0,-11 0 0</inkml:trace>
  <inkml:trace contextRef="#ctx0" brushRef="#br0" timeOffset="17">15539 7187 8912,'-7'-10'0,"5"-1"0,-2 11 0,8 9 0,7 10 0,5 8 0,1 8 0,0-16 0,0-4 0</inkml:trace>
  <inkml:trace contextRef="#ctx0" brushRef="#br0" timeOffset="18">15729 7496 8912,'25'35'0,"3"-1"0,-3 0 0,6-7 0,-6-4 0,1-6 0,5-5 0,-6-5 0,-2-7 0,4-15 0,-1-4 0</inkml:trace>
  <inkml:trace contextRef="#ctx0" brushRef="#br0" timeOffset="19">16279 7032 8912,'16'-17'0,"-5"0"0,4-1 0,-13 9 0,6 5 0,-8 16 0,0 12 0,0 13 0,-2 8 0,-4 13 0,-3 5 0,-8 11 0,1 7 0,5 3 0,-3 7 0,9 1-496,2-42 1,0-1 0,-5 39 0,-1 6-1</inkml:trace>
  <inkml:trace contextRef="#ctx0" brushRef="#br0" timeOffset="20">23679 7368 8303,'-17'14'0,"-12"9"0,8-2 0</inkml:trace>
  <inkml:trace contextRef="#ctx0" brushRef="#br0" timeOffset="21">23507 7591 8912,'-19'20'0,"-4"8"0,-2 1 0,-3 4 0</inkml:trace>
  <inkml:trace contextRef="#ctx0" brushRef="#br0" timeOffset="22">23266 7845 8912,'-34'31'0,"-1"9"0,7-14 0</inkml:trace>
  <inkml:trace contextRef="#ctx0" brushRef="#br1" timeOffset="23">8880 13703 8912,'-18'-8'0,"1"-3"0,0-4 0,6-1 0,-1 5 0,16-3 0,4 9 0,11 1 0,2-4 0,7 3 0,5 1 0,5 2 0,-2 2 0,5 0 0,-5 6 0,-2 1 0,1 5 0,-1 7 0,-7 0 0,-4 9 0,-12 3 0,-5 9 0,-14 6 0,-9 11 0,-9-1 0,-15 7 0,-1-8 0,-6 2 0,5-3 0,0-2 0,-2-9 0,4-2 0,9-15 0,9-8 0,4-9 0,2-9 0,7-13 0,4-4 0,4-6 0,2 0 0,0-2 0,0-4 0,2-1 0,2 5 0,4 0 0,1 0 0,-3 2 0,6 6 0,-1 2 0,6 3 0,2-1 0,4 7 0,4 2 0,0 2 0,11 4 0,-3 4 0,10 6 0,1 10 0,4-1 0,2 8 0,-1-6 0,1 6 0,-2-6 0,-3 3 0,-3-1 0,-2-4 0,-1-9 0,-7-7 0,-7-3 0,-2-9 0,-8-3 0</inkml:trace>
  <inkml:trace contextRef="#ctx0" brushRef="#br1" timeOffset="24">9843 13393 8912,'10'-17'0,"-2"8"0,-7 3 0,5 12 0,-4 15 0,4 19 0,-4 8 0,0 18 0,2 7 0,1 3 0,3 5 0,-2 5 0,5 2-303,12 3 0,-2-12 303,8-5 0,-8-11 0,11-11 0,-5-1 0</inkml:trace>
  <inkml:trace contextRef="#ctx0" brushRef="#br1" timeOffset="25">10532 13858 8912,'0'34'0,"-8"10"0,-3 6 0,-5 7 0,-1 4 0,6 10 0,1 7 0,2-1 0,5-9 0,1-3 0,2-13 0,0-4 0,0-14 0,0 0 0,0 1 0</inkml:trace>
  <inkml:trace contextRef="#ctx0" brushRef="#br1" timeOffset="26">11100 13651 8912,'17'-7'0,"-2"-5"0,-2-9 0,-1-2 0,1 2 0,3-4 0,1 3 0,0 1 0,0 1 0,6 9 0,2 1 0,0 3 0,0 3 0,3 10 0,-3 5 0,0 8 0,0 10 0,-2 0 0,-6 13 0,-2-2 0,-3 0 0,-4 8 0,-8-3 0,0 9 0,-2-1 0,-4-3 0,-6 0 0,-10-1 0,-7 3 0,-4 3 0,-1-3 0,0-4 0,-1-14 0,1-1 0,-1-5 0,8-5 0,5-11 0,2-5 0,5-9 0,4-3 0,5-7 0,4-9 0,2-2 0,0-9 0,0-3 0,0 1 0,0-6 0,8 5 0,3 7 0,-1 1 0,1 4 0,1 6 0,5 0 0,6 1 0,0 11 0,5-1 0,-3 6 0,4 0 0,7 0 0,-1 2 0,5 4 0,-4 3 0,-1 8 0,-1 1 0,0-1 0,1 0 0,-1 0 0,-5-2 0,0-3 0,-6 1 0,5-7 0,-7 0 0,2-6 0,-4 0 0,-1-8 0,-1-1 0</inkml:trace>
  <inkml:trace contextRef="#ctx0" brushRef="#br1" timeOffset="27">12149 13583 8912,'6'-18'0,"0"1"0,-2 0 0,-2 0 0,-2 7 0,-2 12 0,-4 15 0,-6 10 0,-3 6 0,-2 3 0,0 4 0,-1-2 0,1 8 0,2-2 0,4 2 0,1 2 0,4-8 0,4 0 0,-3-6 0,8-1 0,3-5 0,13-3 0,0-10 0,6-3 0,6-6 0,9-4 0,6-2 0,2-14 0,-2-3 0,3-12 0,-3 1 0,0-5 0,-6-1 0,-2 1 0,-15 5 0,0 1 0,-5 4 0,-11 4 0,-7-4 0,-15 4 0,-12 2 0</inkml:trace>
  <inkml:trace contextRef="#ctx0" brushRef="#br1" timeOffset="28">12218 13411 8912,'-9'-8'0,"-7"6"0,14-4 0,-3 12 0,3 11 0,2 12 0,2 11 0,3 6 0,-1 5 0,8 7 0,-3 5 0,5 9 0,-3 3 0,2-2 0,3-9 0,1 0 0,0-9 0,0 2 0,-1-5 0,-5-6 0,4-12 0,-3-11 0,-2-4 0,1-2 0,0-7 0,7-3 0</inkml:trace>
  <inkml:trace contextRef="#ctx0" brushRef="#br1" timeOffset="29">13302 13892 8912,'0'-11'0,"0"-1"0,0-1 0,0-3 0,0-1 0,0 0 0,0 6 0,2 1 0,2 1 0,2-1 0,0 6 0,-6 4 0,0 14 0,0 7 0,0 7 0,0 12 0,0 6 0,-2 6 0,-2 3 0,-2 1 0,2-7 0,2 3 0,2-6 0,0 3 0,0 3 0,0-6 0,0-2 0,0-4 0,0-8 0,0 1 0,0-10 0,0-8 0,0-7 0,0-8 0</inkml:trace>
  <inkml:trace contextRef="#ctx0" brushRef="#br1" timeOffset="30">14077 13445 8912,'-6'-27'0,"0"2"0,2 3 0,2-1 0,2 2 0,0 7 0,2 5 0,4 1 0,6 4 0,3 2 0,2 2 0,2 0 0,4 0 0,-2 6 0,6 2 0,0 1 0,0 5 0,-6 7 0,1 2 0,-4 9 0,-7 2 0,-3 3 0,-10 9 0,-4 1 0,-5 3 0,-10-4 0,-2 0 0,0 1 0,-2 3 0,6 0 0,-4-4 0,4-4 0,2-8 0,5-7 0,2-2 0,3-1 0,3-12 0,10-1 0,7-9 0,8-7 0,14-5 0,10-7 0,13-8 0,5-6 0,4-7 0,2-6 0,0-7 0</inkml:trace>
  <inkml:trace contextRef="#ctx0" brushRef="#br1" timeOffset="31">15006 13342 8912,'-25'-10'0,"6"-3"0,-4 7 0,2-5 0,-2 5 0,-4 4 0,1 6 0,-7 7 0,4 12 0,4 4 0,3 7 0,-3 3 0,2 3 0,7-2 0,11 8 0,3 0 0,2 5 0,0-5 0,2-2 0,3 0 0,7 0 0,3-6 0,2 2 0,-5-3 0,-1-5 0,1-3 0,-3-6 0,5-4 0,-8-2 0,-1 0 0,-5 0 0,-2-1 0,-3-5 0,-5 2 0,-7-7 0,-2 0 0,-4-6 0,4 0 0,-4 0 0,5-2 0,7-4 0,-2-5 0,7-14 0,2-7 0,2-7 0,4-8 0,4 1 0,3-4 0,9-2 0,1 1 0,4-1 0,-2 1 0,7-1 0,1 6 0,5 2 0,1 4 0,-1 8 0,1-3 0,-1 7 0,1 3 0,7 0 0,2 8 0</inkml:trace>
  <inkml:trace contextRef="#ctx0" brushRef="#br1" timeOffset="32">15729 14047 8912,'7'-10'0,"-5"1"0,2 14 0,-8 15 0,-5 16 0,-8 10 0,-1 5 0,1 7 0,0 3 0,0 7 0,1 1-140,5 0 0,-2 0 140,7 0 0,2-8 0,8-6 0,3-7 34,3-8 1,1-13-35,7-10 0,-9-8 0,14-24 0,-4-4 0</inkml:trace>
  <inkml:trace contextRef="#ctx0" brushRef="#br1" timeOffset="33">16142 13737 8912,'0'-19'0,"0"-4"0,0-3 0,0-1 0,7-4 0,5 8 0,5-2 0,6 4 0,6-3 0,3-3 0,8 6 0,1-2 0,6 10 0,-3 3 0,-2 2 0,-7 5 0,-8 3 0,-10 5 0,-6 7 0,1 11 0,-8-2 0,1 7 0,-10-1 0,-7 2 0,-9 5 0,-2 1 0,-2-3 0,2 2 0,4 1 0,-4-7 0,10 5 0,1-1 0,1-1 0,1-2 0,3-8 0,7 2 0,0-2 0,0 1 0,3-8 0,9 3 0,9-5 0,19-1 0,4 2 0,8-7 0,5 6 0,0-7 0,1 9 0,-8-3 0,-5 4 0,-4 3 0,-13-1 0,-5 0 0,-11 6 0,-7 0 0,-10 7 0,-7-1 0,-13-2 0,-9 1 0,-2-1 0,-10 2 0,0-2 0,-6-5 0,8-10 0,6-1 0,7-7 0,8-4 0,12-7 0,-4-11 0,5-8 0</inkml:trace>
  <inkml:trace contextRef="#ctx0" brushRef="#br1" timeOffset="34">17037 13651 8912,'26'-26'0,"7"-5"0,-4 8 0,3-6 0,2 7 0,1 4 0,-1 9 0,-1 1 0,-5 4 0,-3 2 0,-7 2 0,-1 10 0,-2 5 0,-3 8 0,-7 4 0,-5 7 0,-5 6 0,-7 8 0,-11-2 0,2 4 0,-8 1 0,8-5 0,-2 0 0,4-2 0,2 2 0,6 2 0,-1-8 0,8-6 0,0-7 0,10-4 0,11-8 0,8 0 0,10-9 0,7-2 0,4-10 0,3-3 0,3-9 0,-2-1 0,-4-4 0,3-3 0,-5-9 0</inkml:trace>
  <inkml:trace contextRef="#ctx0" brushRef="#br1" timeOffset="35">17880 14081 8912,'-17'8'0,"7"7"0,4 8 0,2 6 0,-1-6 0,3 13 0,-4-2 0,4 3 0,2-1 0,0-2 0,0 1 0,0 5 0,0 0 0,0-2 0,0-9 0,0 1 0,0-7 0,0 0 0,8-13 0,1-3 0</inkml:trace>
  <inkml:trace contextRef="#ctx0" brushRef="#br1" timeOffset="36">18327 13514 8912,'8'-46'0,"3"2"0,7 2 0,5 4 0,3 9 0,9 6 0,-1 2 0,1 2 0,-3 2 0,-3 7 0,-4 7 0,-8 4 0,0 5 0,-7 6 0,-5 9 0,-5 3 0,-5 3 0,-5 4 0,-7 9 0,-2-4 0,-4 4 0,4-1 0,-4 1 0,4-4 0,1 4 0,1-4 0,0-1 0,7-7 0,5 1 0,-3-6 0,2 6 0,0-8 0,6 2 0,8-6 0,4-6 0,5 3 0,6-9 0,5 7 0,13-6 0,-1 5 0,11-5 0,-3 1 0,10-1 0,-5 4 0,-1-1 0,-8 6 0,-4-3 0,-11 3 0,-7 2 0,-10 1 0,-6-1 0,-14 2 0,-9 4 0,-10-4 0,-13 4 0,-10-4 0,-7-2 0,-6 0 0,5 1 0,1-1 0,-2 0 0,13-2 0,0-3 0,15-3 0,8-3 0,4-4 0,10-2 0,3-12 0,19-18 0,6-6 0</inkml:trace>
  <inkml:trace contextRef="#ctx0" brushRef="#br1" timeOffset="37">19549 13204 8912,'-17'-17'0,"0"2"0,-1 3 0,7 5 0,-1 9 0,-1 3 0,-2 7 0,0 9 0,3 2 0,4 7 0,8-1 0,0 9 0,2 4 0,4 2 0,6 4 0,10-4 0,7 2 0,4 0 0,1 5 0,0 1 0,1-1 0,-6-1 0,-1-4 0,-12 2 0,1-8 0,-12 6 0,-1-6 0,-9-4 0,-13-5 0,-8-1 0,-15-7 0,-1 0 0,-4-6 0,-3-2 0,3-3 0,4 1 0,2-7 0,0 0 0,5-6 0,-1-2 0,13-4 0,4-7 0,5-8 0,-1-14 0,5-16 0,-7-10 0</inkml:trace>
  <inkml:trace contextRef="#ctx0" brushRef="#br1" timeOffset="38">19084 13067 8912,'-24'17'0,"6"-6"0,1 1 0,11-8 0,18 1 0,15-5 0,19-5 0,19-5 0,11-7 0,14-2 0,-39 8 0,1-1 0,6 0 0,1-1 0,4-1 0,0-1 0,1-1 0,0 0-227,-1 1 0,0 1 0,-2 2 0,-1-1 227,0 2 0,0 0-337,1-2 1,-1-1-1,-11-2 1,-1-3-1,3-3 1,0 1 0</inkml:trace>
  <inkml:trace contextRef="#ctx0" brushRef="#br1" timeOffset="39">14386 14941 8912,'10'-17'0,"-2"-2"0,-3-2 0,1-4 0,-2 0 0,-2-2 0,-2 0 0,0 6 0,0-2 0,8 4 0,1 2 0</inkml:trace>
  <inkml:trace contextRef="#ctx0" brushRef="#br1" timeOffset="40">14421 14649 8912,'0'-20'0,"0"-2"0,0 2 0,0-4 0,0 6 0,0 1 0,0 0 0,0 0 0,0 7 0,0 6 0,0 16 0,2 11 0,4 23 0,-5 1 0,5 18 0,-4 4 0,-2 4 0,6 9 0,0-2 0,-1-2-139,-5 3 0,8-39 0,1-4 0</inkml:trace>
  <inkml:trace contextRef="#ctx0" brushRef="#br1" timeOffset="41">14455 15457 8912,'-7'59'0,"5"-6"0,-14-1 0,7-12 0,-8-11 0,-8-12 0,-2-2 0,-7-5 0</inkml:trace>
  <inkml:trace contextRef="#ctx0" brushRef="#br1" timeOffset="42">14059 15508 8912,'0'-17'0,"0"0"0,0 0 0,0-1 0,0 11 0,0 7 0,2 11 0,4 10 0,4 0 0,7 8 0,6-2 0,0 1 0,7 3 0,-1-8 0,9 5 0,2-5 0,10 6 0,2-6 0,-6 0 0,5-6 0,-3-2 0,-4-3 0,4-5 0,-8-7 0,0-7 0,-5-3 0</inkml:trace>
  <inkml:trace contextRef="#ctx0" brushRef="#br1" timeOffset="43">14868 15405 8912,'0'-25'0,"0"6"0,-2-4 0,-3 12 0,-11 18 0,-7 16 0,-13 21 0,2 8 0,-5 5 0,5 0 0,-6-1 0,0 9 0,1 4 0,3 3 0,0 5 0,-4-3 0,-4 10-910,19-38 0,-2 0 910,-2-3 0,-1-2 0,-31 20 0,-8-11 0</inkml:trace>
  <inkml:trace contextRef="#ctx0" brushRef="#br1" timeOffset="44">12924 16970 8912,'-17'-8'0,"-1"-9"0,1-12 0,0 4 0,0 2 0,5 6 0,1 6 0,7 5 0,-2 14 0,4 9 0,2 10 0,0 7 0,0 6 0,2 4 0,2 6 0,4-3 0,1-1 0,-5-7 0,2 1 0,1 2 0,-1-2 0,0-6 0,-6-5 0,0-8 0,0 2 0,0-4 0,0-10 0,0-1 0,0-12 0,0-7 0,0-3 0,0-14 0,2-3 0,4-9 0,9-2 0,8-6 0,0 2 0,2-1 0,1 3 0,9-2 0,-3 8 0,-3-2 0,3 3 0,-3 3 0,-2 7 0,2 4 0,-14 14 0,2 9 0,-5 9 0,-1 14 0,-5 8 0,-4 7 0,-2-2 0,0 4 0,0-3 0,0-3 0,0 0 0,0 1 0,0-3 0,0-3 0,5-4 0,1-8 0,0 0 0,-6 0 0,2-7 0,4-4 0,1-6 0,5-6 0,3-6 0,-4-11 0,7-1 0,5-5 0,-4-3 0,4 3 0,2 4 0,-3 2 0,1 6 0,2 5 0,-4-1 0,8 7 0,-2 1 0,1 5 0,5 0 0,-4 0 0,5 5 0,6 1 0,-2 0 0,8-6 0,-7 0 0,1 0 0,-2 0 0,-2-2 0,1-4 0,-5-5 0,-9 1 0,0-1 0,-12-1 0,-5-5 0,-4 6 0,-2-1 0,-9 8 0,-9-1 0,-7 3 0,-9 2 0,0 0 0,-1 0 0,1 7 0,-1 5 0,3 3 0,3 2 0,-1 6 0,7 0 0,2 0 0,9-6 0,5 2 0,7 2 0,0 2 0,0-2 0,15 4 0,8-2 0,15-2 0,8-10 0,4 3 0,1-8 0,7-1 0,-1-5 0,6 0 0,-6-2 0,1-3 0,1-7 0,-7-9 0,-1-2 0,-3-5 0,-13 5 0,-5-6 0,-13 6 0,-7-7 0,-4 1 0,-4-2 0,-4 3 0,-4 7 0,-6 7 0,-3 1 0,-2 7 0,-8 0 0,-4 6 0,3 8 0,-3 4 0,0 9 0,-5 1 0,5 9 0,0-2 0,8-3 0,-2 3 0,6 0 0,6-2 0,-4 3 0,3-7 0,4 0 0,3-6 0,5-2 0,5-3 0,-1-5 0,8-7 0,7 0 0,9-1 0,5-5 0,1-6 0,7-11 0,-1-5 0,0-1 0,-6-5 0,1 1 0,-1-13 0,-1 1 0,-5-7 0,-3 0 0,-8 1 0,-7 1 0,-2 4 0,-3 6 0,1 4 0,0 9 0,-8 10 0,-4 11 0,4 6 0,-4 6 0,3 11 0,-3 12 0,4 5 0,-4 6 0,4 4 0,2 6 0,0-2 0,0-2 0,6-6 0,0 6 0,7-8 0,-1 2 0,3-6 0,2-5 0,2-4 0,4-8 0,-4-6 0,4 1 0,-4-8 0,-1-1 0,-1-4 0,0-5 0,0-8 0,1 3 0,-7-4 0,0-2 0,-7-6 0,2 0 0,2 0 0,-3 6 0,1-1 0,-6 1 0,0 0 0,0 0 0,0 0 0,0 7 0,0 2 0,0 22 0,0 3 0,0 2 0,0 6 0,0-2 0,0 5 0,0-5 0,0 8 0,0-2 0,0-3 0,0 3 0,0-6 0,0 4 0,0-2 0,0-4 0,0-2 0,0-2 0,0-8 0,0-9 0,0-9 0</inkml:trace>
  <inkml:trace contextRef="#ctx0" brushRef="#br1" timeOffset="45">15109 16918 8912,'17'-17'0,"1"0"0,-1-1 0,2 9 0,4 3 0,-2 2 0,8-1 0,-1 3 0,7-6 0</inkml:trace>
  <inkml:trace contextRef="#ctx0" brushRef="#br1" timeOffset="46">15643 16970 8912,'17'9'0,"-6"-1"0,1-8 0,-8-2 0,1-4 0,-5 2 0,-5-7 0,-5 7 0,-7-2 0,-2-1 0,-4 1 0,2 0 0,-6 8 0,0 2 0,0 2 0,5 9 0,-7 2 0,8 0 0,-2 6 0,4 4 0,2 2 0,-1 1 0,1-1 0,8 3 0,3-3 0,4-4 0,2-2 0,2-4 0,4-2 0,3-7 0,8-5 0,1-3 0,-1-2 0,8-2 0,3-3 0,-1-5 0,2-7 0,-8-2 0,2-4 0,-4 2 0,-2-8 0,0 8 0,-1-4 0,-3 2 0,-2 1 0,-7-1 0,6 7 0,-4 5 0,-5-4 0,7 13 0,-8-6 0,2 10 0,2 4 0,3 3 0,3 1 0,-4 5 0,5-3 0,1 3 0,5 2 0,0 0 0,-5-5 0,-1-1 0,1-7 0,5 9 0,0-7 0,-6 5 0,1-5 0,-8 8 0,3-11 0,-7 9 0,0-1 0,0 7 0,0-1 0,0 0 0,0-8 0,0 7 0,2-16 0,4 0 0,4-2 0,7-10 0,6-7 0,0-9 0,7-3 0,-1-1 0,3-1 0,3-3 0,5-2 0,0 3 0,0 3 0,-5 3 0,-1 4 0,1 8 0,-3 8 0,-3 3 0,-4 8 0,-8 9 0,-6 3 0,-1 16 0,-2 4 0,-5 5 0,-1 3 0,-2-2 0,-2 4 0,-3 7 0,-5 1 0,-15-8 0,-2-2 0</inkml:trace>
  <inkml:trace contextRef="#ctx0" brushRef="#br1" timeOffset="47">9017 14012 8912,'-17'-23'0,"0"-1"0,-2-1 0,-2-2 0,-4 0 0,0-1 0,0-1 0,4 0 0,-4 8 0,2-2 0,2 4 0,2 2 0,2 0 0,0 2 0,0 1 0,-1 3 0,3-1 0,2-7 0,1-2 0,-1-2 0,-1-2 0,3 3 0,-4 1 0,5-6 0,-1 0 0,-1 0 0,6 4 0,-5-5 0,5 1 0,-5-2 0,7-3 0,-4 20 0,8-3 0</inkml:trace>
  <inkml:trace contextRef="#ctx0" brushRef="#br1" timeOffset="48">8553 13187 8912,'17'-17'0,"-8"-8"0,14 6 0,-7-12 0,18 9 0,4-9 0,14 2 0,7-3 0,4-3 0,14 3 0,9 1 0,-38 17 0,1 0 0,5-2 0,-1 1 0,-1 2 0,0 1-192,0 0 1,-1 1-1,43-6 192,-14 6 0,-7 3 0,-16 8 0,-2 8 35,-14 3 0,-1 10 1,-6 4-1,1 2-35,-1 3 0,0 5 0,1 5 0,-3 4 0,-3 7 0,9 3 0,-3 3 0,3 4 0</inkml:trace>
  <inkml:trace contextRef="#ctx0" brushRef="#br1" timeOffset="49">10188 13290 8912,'17'94'0,"-5"-47"0,1 1 0,-4 4 0,1 0-475,3 1 1,-1-3-1,-3 15 1,-1-10 0</inkml:trace>
  <inkml:trace contextRef="#ctx0" brushRef="#br1" timeOffset="50">10308 14098 8912,'4'61'0,"0"-1"0,1 0 0,1 0 0,-2-7 0,0-1 0,2 3 0,1-1 0,1 42 0,-1-1 0,1-3 0,-4-4 0,-2-18 0,-2-7 0,-8-15 0,-3-8 0,-6-3 0,-5-3 0,-4 2 0,-7 4 0,18-19 0,-8 2 0</inkml:trace>
  <inkml:trace contextRef="#ctx0" brushRef="#br1" timeOffset="51">10050 15439 8912,'-56'25'0,"1"0"0,-1-2 0,-1 0 0,-3 5 0,0 1 0,-5-1 0,0-2-177,-3 0 1,-2-1-1,-9 2 1,-3 0-1,-3 0 1,0-1-1,4 0 1,2 0 176,8-3 0,4-2 0,7-5 0,3-2 0,8-2 0,1-1 0,-46 8 0,8-1 0,15-7 223,8 1 1,15-9-224,8 3 77,12-12 1,10-3 0,13-8-78,3-1 0,11 1 0,8 0 0,8 6 0,10-1 0,-1 8 366,1-1 0,-7 1-366,1-2 0,-8-11 0,4-10 0</inkml:trace>
  <inkml:trace contextRef="#ctx0" brushRef="#br1" timeOffset="52">8622 15611 8912,'0'-42'0,"0"-4"0,0 20 0,0 3 0</inkml:trace>
  <inkml:trace contextRef="#ctx0" brushRef="#br1" timeOffset="53">8656 15353 8912,'0'-17'0,"0"0"0,-8 8 0,-3 3 0,-6 6 0,-6 6 0,-6 15 0,-11 19 0,-6 13 0,-9 24 0,25-36 0,0 2 0,-1 1 0,1 1 0,2 5 0,1 0-269,-3-2 1,2 1 0,4 4 0,0 1 268,1 1 0,1-1 0,0 0 0,0-1 0,-1-3 0,0-3 0,-19 38-17,7-17 0,-1-7 17,-4-9 0,5-10 0,1-8 0,9-9 0,6-6 0,9-1 0,5-1 0,1 6 0,-2 0 0,2-8 0,-7-9 0,-1-27 0,-5-8 0</inkml:trace>
  <inkml:trace contextRef="#ctx0" brushRef="#br1" timeOffset="54">7451 16196 8912,'0'-17'0,"0"7"0,0 3 0</inkml:trace>
  <inkml:trace contextRef="#ctx0" brushRef="#br1" timeOffset="55">7434 16093 8912,'0'0'0</inkml:trace>
  <inkml:trace contextRef="#ctx0" brushRef="#br1" timeOffset="56">7606 16832 8912,'19'0'0,"-3"0"0</inkml:trace>
  <inkml:trace contextRef="#ctx0" brushRef="#br1" timeOffset="57">8501 16454 8912,'-34'7'0,"-1"-5"0,-1 6 0,-4 2 0,-6 7 0,-6 17 0,-5 20 0,-4 13 0,30-29 0,1 2 0,-4 4 0,1 2 0,2-1 0,0 1 0,1-1 0,-1 0 0,2-1 0,1 0 0,-16 34 0,9-3 0,1-14 0,9-11 0,4-14 0,-2-25 0,14-13 0</inkml:trace>
  <inkml:trace contextRef="#ctx0" brushRef="#br1" timeOffset="58">7331 16402 8912,'0'-25'0,"0"-1"0,2 3 0,4 13 0,5 20 0,-1 22 0,-1 20 0,1 9 0,-1 6 0,-3 3 0,5 5 0,3 3 0,1 1 0,10 3 0,6-8 0,7-3 0,8-6 0,9-8 0,3-13 0,-5-11 0,-5-14 0,-6-10 0,-8-9 0</inkml:trace>
  <inkml:trace contextRef="#ctx0" brushRef="#br1" timeOffset="59">7279 17554 8912,'-17'-6'0,"2"-1"0,1-3 0,5-3 0,1-2 0,4-3 0,4 7 0,8 1 0,7 3 0,6 3 0,10 2 0,-4 2 0,1 0 0,1 0 0,-2 8 0,1 3 0,-3 6 0,-6 4 0,1 4 0,-3 2 0,2 2 0,-13 5 0,-1 0 0,-5 1 0,-2 5 0,-3 0 0,-5 6 0,-9-4 0,-2 2 0,-2 4 0,-8-6 0,3-2 0,3-10 0,2-1 0,4-14 0,2 2 0,5-11 0,1 0 0,7-6 0,-2-6 0,2-5 0,-1-5 0,3-7 0,-4 1 0,4-1 0,2 5 0,6 1 0,1 0 0,3 0 0,3 0 0,3 7 0,7 2 0,0 8 0,0 0 0,-6 0 0,6 2 0,0 4 0,5-2 0,-3 7 0,2 3 0,4 1 0,1 2 0,2 0 0,1-7 0,-1-4 0,1-4 0,7-2 0,2 0 0</inkml:trace>
  <inkml:trace contextRef="#ctx0" brushRef="#br1" timeOffset="60">8054 17537 8912,'-18'0'0,"1"-6"0,0 1 0,6-1 0,-1 6 0,8 7 0,-1 5 0,3 5 0,2 6 0,7-4 0,3 6 0,1 0 0,1 3 0,-1-1 0,6 2 0,1-6 0,-1 5 0,-2-7 0,-3 2 0,3 2 0,-6-2 0,1-2 0,-4-2 0,1-2 0,-1 1 0,0-1 0,-6 0 0,-2 0 0,-4 0 0,-3-5 0,-9-1 0,9-7 0,-14 4 0,4-8 0</inkml:trace>
  <inkml:trace contextRef="#ctx0" brushRef="#br1" timeOffset="61">7882 17554 8912,'0'-28'0,"1"1"0,3 2 0,2 4 0,9 2 0,3 2 0,1-1 0,9 1 0,3 2 0,9 4 0,-2-3 0,8 8 0,-8-7 0,3 2 0,3 1 0,0-1 0,0-3 0,5 7 0,-5-1 0</inkml:trace>
  <inkml:trace contextRef="#ctx0" brushRef="#br1" timeOffset="62">8484 17331 8912,'-17'26'0,"-1"-3"0,1-11 0,6-5 0,-1-7 0,1 6 0,-6 0 0,-1 7 0,1-3 0,8 7 0,3-2 0,12-3 0,5-6 0,4-5 0,3-1 0,-7 0 0,1 0 0,-3-1 0,3-5 0,-5 2 0,-7-7 0,8-1 0,-6-5 0,4 0 0,-12-1 0,-4 3 0,-5 2 0,3 1 0,5 9 0,-1-5 0,6 8 0,-5-8 0,7-1 0</inkml:trace>
  <inkml:trace contextRef="#ctx0" brushRef="#br1" timeOffset="63">8880 16987 8912,'-8'-10'0,"6"3"0,-13 10 0,3 9 0,3 17 0,-3 22 0,1 5 0,-6 12 0,-1 9 0,1 5 0,2 10 0,3-1 0,5-42 0,-1 0-272,-3 42 1,1 5 271,-1-10 0,7-12 0,-4-16 0,2-7 66,1-5 1,-1-4-67,6-7 0,0-16 0,0-4 0,8-23 0,1-1 0</inkml:trace>
  <inkml:trace contextRef="#ctx0" brushRef="#br1" timeOffset="64">8931 17692 8912,'-17'0'0,"6"0"0,-1 0 0,3 7 0,-5 5 0,5 3 0,1 2 0,2 1 0,6-1 0,0 0 0,0 0 0,2 0 0,4 0 0,3-1 0,9-5 0,-1-3 0,0-8 0,0 0 0,-1-2 0,-5-4 0,-1-3 0,-5-9 0,-3 1 0,4 0 0,-6 0 0,-6 0 0,2 5 0,-7 1 0,5 1 0,-5-1 0,5 3 0,-5 8 0,-3 0 0,1 8 0,1 3 0,-3 5 0,5 1 0</inkml:trace>
  <inkml:trace contextRef="#ctx0" brushRef="#br1" timeOffset="65">17553 13153 8912,'-17'9'0,"-1"-3"0,1-6 0,-2-4 0,-2-2 0,-2 1 0,2-3 0,2-3 0,-4 1 0,0 1 0,0-1 0,-2 0 0,6 1 0,-6-4 0,2 1 0,0-1 0,-7 3 0,1-1 0,2-1 0,-1-5 0,-7 6 0,-5 1 0,0 0 0,-2 1 0,4 5 0,-8-2 0,-6 4 0,-7 4 0,0 4 0,-1 6 0,-5 9 0,2 1 0,-4 15-221,-2-3 0,3 20 221,2 3 0,7 17 0,11 12 0,22-39 0,0 0 0,4 4 0,2 1 0,1 0 0,2-1 0,-1 2 0,3 1 0,3 1 0,1 1 0,0 1 0,1 1 0,1-1 0,0 0 0</inkml:trace>
  <inkml:trace contextRef="#ctx0" brushRef="#br1" timeOffset="66">15970 14064 8912,'3'58'0,"1"1"0,2-5 0,2-1 0,13 38 0,7-12 0,13-16 0,4-6 0,-18-19 0,-4-5 0</inkml:trace>
  <inkml:trace contextRef="#ctx0" brushRef="#br1" timeOffset="67">16297 14700 8912,'68'27'0,"3"-2"0,4-8 0,15-8-398,-42-5 1,1-2 0,49-2 397,-12-6 0,0-13 0,0-15 0,2-8 0,-43 16 0,0-2 0,1 0 0,-1-1 0,1-2 0,-2-1 0,0-1 0,-2-1 0,-1 0 0,-1-1 0,-3-1 0,-2-2 0,23-37 0,-5 1-46,-18 5 0,-7-1 46,-16-5 0,-7 6 0,-10 0 0,-14 8 69,-16 10 0,-9 1-69,-13 4 0,-4 0 0,-8 12 0,-6 5 0,-1 18 0,-1 5 0,1 4 0,-3 10 0,11 3 0,4 7 0,19 4 0,3 7 0,7 11 0,3 2 0,5 6 0,10-2 0,7-8 0,10 4 0,0-2 0,0 0 0,0 0 0</inkml:trace>
  <inkml:trace contextRef="#ctx0" brushRef="#br1" timeOffset="68">17518 14563 8912,'-17'9'0,"0"-1"0,0-8 0,7 2 0,5 3 0,3 7 0,2 11 0,2 5 0,3 5 0,7 9 0,11 4 0,-2 11 0,7 6 0,3 6 0,1 5 0,3 5 0,-1 7 0,-16-41 0,-1 1-167,0 0 1,0 0-1,16 46 167,-5-6 0,5-8 0,-4-3 0,1-14 0,-1-10 0,-4-12 0,-8-11 0,0-5 0,0 6 0,-5-8 0,-1 2 0,-7-2 0,0 2 0,-10 5 0,-11 5 0,0-14 0,-23-4 0,3-15 0</inkml:trace>
  <inkml:trace contextRef="#ctx0" brushRef="#br1" timeOffset="69">17639 15869 8912,'-12'10'0,"1"-4"0,7-3 0,-2 3 0,4-2 0,2 7 0,0-5 0,0 6 0,4-3 0,8 3 0,-1 3 0,14-4 0,0 5 0,4 1 0,5-6 0,6 1 0,-2-7 0,8 7 0,0-8 0,6 1 0,-1-3 0,1-2 0,0-2 0,-3-5 0,-3-10 0,-4-8 0,-7-10 0</inkml:trace>
  <inkml:trace contextRef="#ctx0" brushRef="#br1" timeOffset="70">18448 15646 8912,'-8'-10'0,"-2"4"0,-7 12 0,0 11 0,0 12 0,-6 9 0,0 2 0,-8 14 0,3-3 0,1 12 0,-2 1 0,6 8-160,-5 3 1,7 3 159,-2-9-189,4-4 1,1-14 0,1 1-1</inkml:trace>
  <inkml:trace contextRef="#ctx0" brushRef="#br1" timeOffset="71">17759 16901 8912,'-28'-23'0,"1"0"0,2 2 0,4 2 0,2 2 0,7 7 0,3 3 0,1-1 0,2 6 0,6-6 0,2 6 0,4-1 0,6-5 0,3-2 0,8 7 0,0-3 0,7-2 0,-1 2 0,-2 1 0,2 5 0,1 2 0,3 3 0,-5 11 0,1 7 0,-2 7 0,1-1 0,-3 5 0,-8 6 0,6 0 0,0 12 0,-7-10 0,-11 10 0,3-5 0,-2 5 0,-2 0 0,-10-1 0,-11 1 0,-12-1 0,0-7 0,-5-4 0,3-3 0,-9-3 0,-4-15 0,8 4 0,-6-13 0</inkml:trace>
  <inkml:trace contextRef="#ctx0" brushRef="#br1" timeOffset="72">17691 17313 8912,'0'-17'0,"0"-6"0,0 0 0,0 1 0,0 4 0,5 7 0,3-1 0,3-1 0,8-2 0,6-2 0,10-1 0,7 1 0,4 0 0,11 0 0,6 0 0,4-6 0,2 0 0,-2-2 0,-4 4 0,-6-4 0,-3-2 0,-12 6 0,-8-2 0,-7-1 0,-10 1 0,-7 0 0,-4 6 0,-4-1 0,-10 1 0,-2 8 0,-7 3 0,0 4 0,0 4 0,-1 2 0,1 1 0,6 14 0,-1-1 0,9 5 0,-3 0 0,4 1 0,2 5 0,0 4 0,0-5 0,0 3 0,0-3 0,6 3 0,1-6 0,1 0 0,0-1 0,3-1 0,-5-5 0,5 4 0,-5 1 0,0 0 0,-6-5 0,0-1 0,0 0 0,-8 0 0,-3 0 0,-5 0 0,-3-1 0,-2-5 0,-2-5 0,-5-4 0,5-2 0,-2-2 0,2-4 0,4-5 0,-4-12 0,9-2 0,3-4 0,7-3 0,-2 1 0,4-5 0,2-4 0,8 2 0,3 9 0,5-3 0,1 3 0,6 2 0,0-1 0,2 5 0,-4-6 0,4 0 0,1 3 0,-3 3 0,6 11 0,-2-1 0,1 7 0,5-5 0,-4 5 0,-4-8 0,15 5 0,-4-8 0</inkml:trace>
  <inkml:trace contextRef="#ctx0" brushRef="#br1" timeOffset="73">18912 16746 8912,'-26'10'0,"-5"-3"0,8-7 0,0 8 0,6 0 0,0 3 0,7 4 0,2-5 0,8 7 0,0-5 0,2-3 0,4-1 0,6-4 0,3-3 0,2-1 0,0-1 0,0-5 0,1-4 0,-1-7 0,0 4 0,0-4 0,-5 3 0,-1-9 0,-7 4 0,2 2 0,-4 0 0,-4 0 0,-4-1 0,0 9 0,-11 3 0,4 4 0,-10 2 0,2 0 0,-2 0 0,4 6 0,-4 0 0,11 7 0,5-11 0,14 6 0,3-8 0</inkml:trace>
  <inkml:trace contextRef="#ctx0" brushRef="#br1" timeOffset="74">19532 16316 8912,'0'-25'0,"0"1"0,0-5 0,0 4 0,0 16 0,-8 5 0,-3 15 0,-12 10 0,-6 19 0,-5 12 0,-5 13 0,-3 7 0,-2 9 0,4 3 0,-6 2 0,14 2-214,14-43 1,1 1 0,-7 42 213,-5 4 0,10-12 0,2-5 0,1-10 0,11-2 0,-1-14 0,6 3 0,0-14 0,0-4 0,0-7 0,0-10 0,7-7 0,5-8 0,3-12 0,2-1 0,1-14 0</inkml:trace>
  <inkml:trace contextRef="#ctx0" brushRef="#br1" timeOffset="75">19377 17107 8912,'-17'-6'0,"0"1"0,5-1 0,1 6 0,7 0 0,-12 0 0,15 2 0,-5 4 0,4-3 0,4 7 0,4-2 0,3-3 0,8-5 0,1 0 0,-7 0 0,0 0 0,-5-2 0,6-3 0,-8 3 0,3-13 0,-14 13 0,-5-4 0,-3 6 0,-2 6 0,-8 3 0,-4 8 0,-3 8 0,-3 2 0</inkml:trace>
  <inkml:trace contextRef="#ctx0" brushRef="#br1" timeOffset="76">17880 18053 8912,'0'-10'0,"0"1"0,0 3 0,0 4 0,0-6 0,0 16 0,0 5 0,0 7 0,0 2 0,0 11 0,0 1 0,0 1 0,0 7 0,0 0 0,0 4 0,0 3 0,0 3 0,0-6 0,0 0 0,0-1 0,0-1 0,-6-9 0,0-12 0,-15-4 0,2-2 0</inkml:trace>
  <inkml:trace contextRef="#ctx0" brushRef="#br1" timeOffset="77">17897 17967 8912,'0'-35'0,"0"9"0,0 3 0,6 4 0,-1 1 0,9 3 0,-3 4 0,5 3 0,1 0 0,0 7 0,0-5 0,2 4 0,4 2 0,-5 2 0,-1 4 0,-2-3 0,-7 9 0,-1 3 0,1 6 0,-2-2 0,-6 4 0,-8 2 0,-3-2 0,-10 9 0,-2 3 0,-2-7 0,2 7 0,4-5 0,-4 5 0,4-7 0,1 1 0,9-8 0,3 2 0,4-4 0,2-2 0,0-5 0,0-1 0,10-9 0,9-2 0,12-11 0,7-10 0,8 0 0,-6-8 0,6 0 0,-6-5 0,-2 5 0,-9 1 0,-2 7 0,-5-2 0,-8 4 0,3 1 0,-11 1 0,1 8 0,-8 1 0,-5 8 0,4 2 0,-4 4 0,4 3 0,2 8 0,0 1 0,0-7 0,0 1 0,0-7 0,0 7 0,8-8 0,1 3 0,9-7 0,-1 0 0,0 0 0,0 0 0,0 0 0,1-2 0,-1-3 0,6 1 0,0-8 0,2 8 0,-2-1 0,-4 1 0,4-2 0,-4 4 0,-2-3 0,0 3 0,0 2 0,1 0 0,-1 0 0,-2-2 0,-3-4 0,3 4 0,-4-4 0,-3-3 0,2 1 0,-5-3 0,-3-5 0,6 7 0,-8-3 0,0 1 0,-2 7 0,-4-2 0,-3 6 0,-9 6 0,1 4 0,0 7 0,0 2 0,0 4 0,1-4 0,5 4 0,-3 2 0,9-2 0,-1 1 0,6-1 0,0-3 0,0 2 0,0-8 0,0-3 0,4-1 0,7 1 0,3-3 0,14-8 0,3-2 0,9-4 0,4-5 0,0-4 0,6-3 0,-4 1 0,-4 0 0,-2 0 0,-6 0 0,-5-1 0,-6 1 0,-12 0 0,-3 0 0,-10 2 0,-6 3 0,-7 6 0,-6 4 0,-4 2 0,2 0 0,-2 2 0,-3 4 0,3 4 0,8 7 0,0 0 0,-1 0 0,9 0 0,3 1 0,4 1 0,2 4 0,2-4 0,4 4 0,5-4 0,12-2 0,-2-8 0,8-3 0,3-4 0,7-2 0,-3 0 0,4 0 0,-4-8 0,-1-3 0,-1-10 0,1-2 0,-3-2 0,-3 2 0,-4 4 0,-8-4 0,0 4 0,0 2 0,-7 0 0,-4 0 0,-4-1 0,-2 9 0,-2 1 0,-4 8 0,4 0 0,-11 8 0,7 3 0,-2 1 0,3 5 0,1-4 0,-8 10 0,8-2 0,-1 2 0,1-4 0,-2 4 0,4-4 0,-4-1 0,3-7 0,-1 0 0,-2 3 0,0-7 0,6 1 0,0-16 0,0-3 0,8-4 0,3-2 0,5-1 0,1 1 0,-6 0 0,1 0 0,-1 1 0,7 5 0,-1 1 0,0 5 0,0 3 0,0-4 0,-3 6 0,3 6 0,-4-2 0,10 7 0,-4-5 0,-1 5 0,-1-1 0,0 1 0,2-3 0,4 0 0,-4-6 0,4 3 0,-4-5 0,-1-5 0,-1-5 0,0-7 0,-6-8 0,1-4 0,-3-3 0,5-3 0,-5-1 0,-1-4 0,-2-2 0,-6-4 0,6 4 0,-1 8 0,1-1 0,-6 1 0,0 7 0,0 10 0,0 11 0,0 12 0,0 5 0,0 12 0,0 4 0,0 8 0,-6 5 0,1 0 0,1-2 0,2-2 0,2-1 0,0-1 0,0-5 0,0-1 0,0-7 0,0 2 0,0-4 0,2-3 0,3-5 0,7-5 0,3-6 0,2-6 0,1 2 0,-1-7 0,0 5 0,0-5 0,0 7 0,1-4 0,-1 8 0,-6 0 0,1 0 0,-8 8 0,3 1 0,-7 9 0,0-1 0,0-8 0,0 7 0,0-14 0,8 5 0,-6-14 0,13-11 0,-5-8 0</inkml:trace>
  <inkml:trace contextRef="#ctx0" brushRef="#br1" timeOffset="78">20134 17692 8912,'-27'-17'0,"4"-6"0,12 0 0,3 0 0,8 11 0,0 1 0,0 7 0,6 4 0,0 11 0,5 5 0,-5 1 0,0 8 0,-6 2 0</inkml:trace>
  <inkml:trace contextRef="#ctx0" brushRef="#br1" timeOffset="79">19721 18122 8912,'-27'-25'0,"4"-2"0,12-7 0,5 9 0,12 6 0,5 3 0,5-3 0,10 0 0,9-9 0,1 7 0,10-2 0,0-2 0,6 2 0,-6-6 0,-1 6 0,9-15 0,7 2 0</inkml:trace>
  <inkml:trace contextRef="#ctx0" brushRef="#br1" timeOffset="80">20427 17417 8912,'0'-35'0,"0"1"0,0 1 0,0 5 0,0 3 0,0 15 0,0 5 0,0 10 0,-2 13 0,-4 10 0,-4 14 0,-7 10 0,2 5 0,4 6 0,-3 2 0,8-8 0,3 1 0,1 1 0,2-7 0,0-1 0,7-7 0,5-10 0,5-5 0,6 0 0,-4-16 0,4-1 0,4-10 0,1-8 0,-1-6 0,2-11 0,-6-3 0,6-9 0,-8-1 0,0-2 0,-8-2 0,-7 1 0,-4 3 0,-2 2 0,0 1 0,0 5 0,-8 10 0,-4 13 0,-9 3 0,-1 2 0,-7 15 0,6 8 0,-6 15 0,6 8 0,2 4 0,2 1 0,8 3 0,-1 3 0,10 4 0,2 8 0,10-10 0,13-7 0,5-8 0,13-10 0,4-9 0,13-8 0,3-9 0,8-14 0,7-11 0,5-12 0,3-3 0,2-3 0,-8 1 0,-9-8 0,-10-2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21.054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3820 10333 8912,'0'-9'0,"0"-7"0,0 14 0,0-5 0,-2 1 0,-3 0 0,3 0 0,-6-1 0,8 5 0,0-6 0,0 8 0,0 0 0,0 0 0</inkml:trace>
  <inkml:trace contextRef="#ctx0" brushRef="#br0" timeOffset="1">4027 10350 8912,'32'0'0,"-3"8"0,21-6 0,-12 7 0,8-3 0,0-4 0,5 4 0,-5-4 0,0-2 0,-6 5 0,6 1 0,-4 0 0,8-6 0,4 0 0,-1 0 0,3 0 0,1 0 0,6 0 0,12 0 0,-7 2 0,1 3 0,0-3 0,-6 4 0,0 2 0,6-2 0,-4 1 0,12-3 0,-3 2 0,1-2 0,1-3 0,-1-1 0,-12 6 0,0 0 0,-6 0 0,1-6 0,-3 0 0,6 0 0,1 0 0,-1 0 0,0 0 0,2 0 0,2 0 0,-8 0 0,1 0 0,-7 0 0,-1 5 0,-4 1 0,6 0 0,-1-6 0,1 0 0,5 0 0,-1 0 0,1 0 0,-2 0 0,9 0 0,-15 0 0,3 0 0,-6 0 0,0 0 0,3-6 0,-3 0 0,2 1 0,0 5 0,-2 0 0,2 0 0,9-6 0,6 0 0,-4 0 0,-1 6 0,-5-5 0,-1-1 0,-4 0 0,3 6 0,-9-5 0,8-1 0,-4 2 0,-2 2 0,4-4 0,9 1 0,4-1 0,8 6 0,0 0 0,0 0 0,2-6 0,-1 0 0,-1 3 0,-8 1 0,0 2 0,-3 0 0,7 0 0,-2 0 0,-2 2 0,2 3 0,-5-3 0,5 4 0,-10-2 0,-1 1 0,-2-3 0,-10 4 0,-2-4 0,-2-2 0,-1 2 0,-1 4 0,2-4 0,5 3 0,-3-3 0,8-2 0,-6 0 0,4 0 0,-2 0 0,-4 0 0,-2 0 0,-1 0 0,-1 0 0,1 0 0,-7 0 0,1 0 0,-6-5 0,6-1 0,-2 0 0,1 6 0,5 0 0,-5 0 0,5 0 0,1 0 0,6 0 0,1 0 0,4 0 0,-4 0 0,6 0 0,-1 0 0,2 0 0,-2 0 0,-4 0 0,-7 0 0,-1 0 0,0 0 0,1 0 0,-1 0 0,-1 0 0,-5 0 0,5 0 0,-4 0 0,3-2 0,2-4 0,1 4 0,-1-3 0,1 3 0,-1 2 0,6 0 0,0 0 0,1 0 0,1 0 0,-6 0 0,4 0 0,2 0 0,-2 0 0,2 0 0,-1 0 0,-5-6 0,4 0 0,2 1 0,-2 5 0,-1 0 0,-3 0 0,0 0 0,4 0 0,2-2 0,4-4 0,-4 4 0,-7-4 0,5 4 0,0 2 0,-2 0 0,-1 0 0,-3 0 0,0 0 0,-1 0 0,-4 0 0,7 0 0,-7 0 0,7 0 0,-7 0 0,-3 0 0,3 0 0,0 0 0,5 0 0,1 0 0,-1 0 0,1 0 0,-1 0 0,0 0 0,1 0 0,-1 0 0,1 0 0,-1 0 0,-1 0 0,-5 0 0,-3-7 0,-8-3 0</inkml:trace>
  <inkml:trace contextRef="#ctx0" brushRef="#br0" timeOffset="2">13285 10350 8912,'23'0'0,"0"0"0,0 0 0,-4 0 0,2 0 0,2 0 0,-2 0 0,4 0 0,-2 0 0,0 0 0,-6 0 0,0 2 0,0 4 0,1-4 0,-1 4 0,0-5 0,0-1 0,0 0 0,1 0 0,-1 0 0,0 0 0,0 0 0,1 0 0,4 0 0,1 0 0,0 0 0,-5 0 0,-1 0 0,0 0 0,0 0 0,0 0 0,1 0 0,-1 0 0,0 0 0,0 0 0,-5 0 0,-1 0 0,1 0 0,5 0 0,0 0 0,0 0 0,-5 0 0,-1 0 0,3 0 0,1 0 0,2 0 0,0 0 0,1 0 0,-1 0 0,0 0 0,0 6 0,0 0 0,1 0 0,-1-6 0,0 0 0,0 0 0,-5 0 0,-1 0 0,-7 0 0,11 0 0,-13 0 0,6 0 0,-8 0 0,7 0 0,-5 0 0,6 0 0,0 0 0,-4 0 0,7 0 0,-7 0 0,5 0 0,-3 0 0,-4 0 0,6 0 0,-6 0 0,3 0 0,-3 0 0,6 0 0,-6 0 0,4 0 0,-5 0 0,15 0 0,-12 0 0,7 0 0,-5 0 0,5 0 0,-5 0 0,5 0 0,3 0 0,1 0 0,2 0 0,1 0 0,-1 0 0,0 0 0,0 0 0,6 0 0,0 0 0,0 0 0,2 0 0,-6 0 0,4 0 0,2 0 0,-2 0 0,-2-2 0,-10-4 0,5 4 0,-5-4 0,4 4 0,-5 2 0,5 0 0,-13 0 0,6 0 0,-10 0 0,-4 0 0,4 0 0,-5 0 0,7 0 0,0 0 0,7-15 0,3-4 0</inkml:trace>
  <inkml:trace contextRef="#ctx0" brushRef="#br0" timeOffset="3">17708 10660 8912,'-2'9'0,"-2"-1"0,-2 0 0,1-7 0,6 7 0,3-10 0,2-4 0,2 5 0,-3-5 0,7 4 0,-3 0 0,3-2 0,1-2 0,-3 1 0,1 5 0,1 0 0,5 0 0,0 0 0,-5 0 0,-1 0 0,1 0 0,5 0 0,0 0 0,0 0 0,2 0 0,4 0 0,-2 0 0,8 0 0,-2 0 0,1 0 0,7-6 0,-3 0 0,7 2 0,-1 3 0,0-1 0,2-4 0,-3 4 0,3-4 0,-4 2 0,-2 1 0,1-5 0,-1-2 0,1 7 0,-1-3 0,2-2 0,3 3 0,1-1 0,-2-2 0,0 4 0,3-7 0,2 7 0,9-2 0,0-1 0,-1 1 0,-5-6 0,0 7 0,-6-3 0,6 2 0,-8 4 0,3-3 0,-11 3 0,-1 2 0,0 0 0,5 0 0,0 0 0,1 0 0,1 0 0,4 0 0,4 0 0,8 0 0,0 0 0,-1 0 0,-5 0 0,0 0 0,-2 0 0,2 0 0,4 0 0,-5 0 0,-1 0 0,2 0 0,-2 0 0,4 0 0,-4 0 0,-2 0 0,4 0 0,-6 0 0,6-2 0,-6-4 0,0 4 0,-5-3 0,5 3 0,0 2 0,0 0 0,-5 0 0,1-6 0,4 0 0,-4 0 0,5 6 0,3-5 0,1-1 0,3 0 0,0 6 0,-2 0 0,2 0 0,0 0 0,-3 0 0,-2-5 0,-9-1 0,-5 0 0,-1 6 0,1 0 0,5 0 0,1-6 0,-1 1 0,1-3 0,-1 2 0,0 4 0,1-3 0,7-5 0,-21 8 0,2-6 0</inkml:trace>
  <inkml:trace contextRef="#ctx0" brushRef="#br0" timeOffset="4">21821 10333 8912,'28'-2'0,"1"-4"0,0 5 0,-1-13 0,1 7 0,0-1 0,-3 0 0,7-5 0,-4 1 0,3-1 0,4 0 0,5 1 0,5-1 0,5-2 0,7-3 0,-3 1 0,8 0 0,-2 0 0,2 0 0,-5-1 0,-12 1 0,1-2 0,-6-4 0,-1 4 0,-6-4 0,-5 2 0,-1-2 0,-6 4 0,2-6 0,-3 0 0,-3-3 0,3 3 0,-10 2 0,-1-4 0,1-1 0,3-5 0,-7 14 0,1 4 0</inkml:trace>
  <inkml:trace contextRef="#ctx0" brushRef="#br0" timeOffset="5">23060 9611 8912,'0'-34'0,"0"-1"0,0 1 0,-8-1 0,0 1 0,-5 0 0,0-1 0,-7 1 0,3 5 0,-6 1 0,2 1 0,-2-2 0,2-3 0,-5 5 0,-1-2 0,0 1 0,-4 1 0,-9-2 0,-6-3 0,-11 5 0,-6 0 0,27 2 0,5 8 0</inkml:trace>
  <inkml:trace contextRef="#ctx0" brushRef="#br0" timeOffset="6">22285 8889 8912,'-76'-23'0,"-5"0"0,13 0 0,-7 6 0,14 5 0,-10 1 0,-2 0 0,-1 1 0,-1-3 0,6 7 0,3-6 0,1 5 0,1-1 0,-1 0 0,-1-3 0,-3 5 0,-8-5-392,-3 5 1,-12-5 391,43 7 0,1 2 0,-46-4 0,2 6 0,4-6 0,2 1 0,-2-3 0,-4 2 0,14 4 0,2-3 0,10 1 95,7-2 0,8 4-95,5-4 0,7-1 0,-1 1 0,-2 0 0,2 6 0,-10 0 0,-1 0 0,-9 0 0,-8 0 0,-1 0 0,0 0 0,0 0 0,0 0 0,4 0 0,8 0 0,0 0 0,11 0 0,2 0 0,0 0 0,0 2 0,0 4 0,6-4 148,-3 4 0,5-3 1,2 1-1,-1 4-148,1 1 0,-1 1 0,1 2 0,-6 3 0,0-4 0,-1 5 0,7 1 0,0 0 0,-1 0 0,7 0 0,-1 1 0,6-1 0,-6 0 0,2 2 0,-1 4 0,3-12 0,8 5 0</inkml:trace>
  <inkml:trace contextRef="#ctx0" brushRef="#br0" timeOffset="7">18052 8940 8912,'-35'20'0,"1"2"0,0-2 0,1 12 0,4-3 0,-1 1 0,7-1 0,-2 3 0,2-3 0,4 4 0,-4 1 0,2 0 0,-2 1 0,4-1 0,-4 0 0,4 1 0,2-1 0,-1 1 0,1-1 0,6 0 0,-1 1 0,1 5 0,-4 0 0,1-2 0,3-1 0,1-1 0,-1 4 0,-5 2 0,5 4 0,-4-6 0,-3-4 0,9-1 0,3-1 0,-2 6 0,3 0 0,-1 0 0,6-5 0,0-1 0,0 0 0,2 1 0,4-1 0,1 1 0,5-1 0,3 0 0,-3 1 0,3-1 0,2 1 0,-2-3 0,-3-3 0,3 1 0,-3-7 0,5 6 0,4-6 0,2-4 0,-2-6 0,-2 3 0,-2-5 0,6 2 0,0-1 0,2 1 0,-2-7 0,-2 0 0,8-6 0,-1 5 0,7 1 0,-1 0 0,0-6 0,1 0 0,-1 0 0,1 0 0,-3 0 0,-3 0 0,-6 0 0,-4 0 0,-2 0 0,0 0 0,-7 0 0,-2 0 0,-8 0 0,0 2 0,0 4 0,-8 3 0,-4 8 0,-10 0 0,-5 1 0,-8-1 0</inkml:trace>
  <inkml:trace contextRef="#ctx0" brushRef="#br0" timeOffset="8">25469 10436 8912,'-12'0'0,"3"-2"0,1-3 0,1 3 0,1-4 0,4 4 0,-4-4 0,12 1 0,2 1 0,5 8 0,-2 3 0,3 3 0,3-1 0,6 3 0,-4 3 0,4-3 0,4 1 0,0 0 0,1-1 0,1 1 0,5-3 0,6 1 0,8-7 0,-2 2 0,6-4 0,5-2 0,6 0 0,12 0 0,-3 0-187,9 0 1,-3 0 186,2 0 0,3 0 0,-9 0 0,-5 5 0,-6 1 0,6 0 0,6-6 0,11 6 0,-6-1 0,0 1 0,-11-6 0,0 0 0,0 0 0,-2 2 0,-4 4 0,6-4 0,-2 3 0,7-3 0,4-2 0,-5 0 0,2 0 0,-6 6 0,-6 0 0,4-1 0,-4-5 0,6 0-192,5 0 0,4 0 192,9 0 0,0 0 0,5 0 0,-11 0 0,-1 0 0,-6 0 0,-1 0 0,4 0 0,1 0 0,0 0 0,3 0 0,-3 0 0,-3 0 0,-5 0 0,5 0 0,-2 0 0,1 0 0,7 0 0,3 0 0,9 0 0,5 0 0,-6 0 0,-6 0 0,-2-5 0,-10-1 0,10 0 0,3 6 0,-3-2 0,2-3 0,-10 3 0,-13-4 0,-3 2 0,-9-2 0,-1 4 0,-4-3 0,-6 3 0,-4 2 0,6 0 89,4 0 1,2 0-1,0 0 1,-4 0-90,-2 0 0,4 0 0,-6 0 0,-2 0 0,-9 0 0,-4 0 399,-8 0-399,0 0 0,-7 0 0,-3 0 0,-7 0 0,0 0 0,-7 0 0,-3 0 0,-7 0 0,-8-6 0,-4 0 0,-20-5 0,-14 5 0,-18 0 0,-11 6 0,43 0 0,-1 0 0,-46 0 0</inkml:trace>
  <inkml:trace contextRef="#ctx0" brushRef="#br0" timeOffset="9">17656 12929 8912,'12'0'0,"-1"0"0,-7 0 0,4-7 0,-10 5 0,-2-6 0,-2 0 0,-7 6 0,1-3 0,-3 3 0,-2 2 0,-1 0 0,-1 0 0,-4 0 0,4 0 0,-4 0 0,-3 2 0,-5 2 0,-7 3 0,-8 3 0,-6 1 0,-5 6 0,1 1 0,-7-1 0,-2 0 0,-2 0 0,6 6 0,4 0 0,11 0 0,6-6 0,3-5 0,3-1 0,7-1 0,4 1 0,4 2 0,2-7 0,0 0 0,0-6 0,-1 8 0,1-7 0,0 5 0,7-4 0,-5-2 0,6 2 0,-9 4 0,1-4 0,0 3 0,0-10 0,-1-5 0</inkml:trace>
  <inkml:trace contextRef="#ctx0" brushRef="#br0" timeOffset="10">16830 12706 8912,'-25'-17'0,"6"1"0,-4 5 0,4 5 0,2 4 0,-8 2 0,-4 4 0,-3 6 0,-3 7 0,-5 11 0,0 1 0,-6 4 0,6 1 0,2 2 0,1 4 0,3-1 0,0 6 0,7-5 0,4 6 0,4-6 0,3 4 0,5 0 0,5 0 0,4-6 0,2 3 0,2-5 0,4-2 0,4-1 0,7-5 0,6-1 0,0-4 0,13-4 0,-2 4 0,12-6 0,0-5 0,6 3 0,3-5 0,3 1 0,-3 1 0,2-1 0,-5 6 0,4-7 0,-20-3 0,6-7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21.06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1342 1066 8912,'-9'-50'0,"3"4"0,2 4 0,0 4 0,-1 4 0,1 7 0,2 6 0,2 4 0,0 7 0,0 5 0,2 10 0,2 9 0,1 7 0,7 5 0,-6 11 0,-1 1 0,3 2 0,-4 6 0,5-4 0,1 0 0,-1 0 0,-3-2 0,6-5 0,-7-7 0,5 1 0,-1-1 0,1-1 0,-4-4 0,5-11 0,1 3 0,5-15 0,0 0 0,-2-13 0,-3-10 0,3-8 0,-5 4 0,1-1 0,1-1 0,-8 8 0,1-2 0,3 4 0,-2 2 0,7 7 0,-3 3 0,7 8 0,-2 5 0,-1 6 0,-3 3 0,0-4 0,7 1 0,-1-3 0,0 3 0,0 1 0,0-7 0,6 0 0,0-8 0,0-4 0,2-5 0,-6-5 0,4-1 0,-11-8 0,-7-3 0,-3-12 0,-2-6 0,-2 2 0,-3 0 0,-7 2 0,-3 4 0,-2 1 0,0 3 0,-1 7 0,1 4 0,6 12 0,-1 5 0,8 4 0,-3 10 0,9 5 0,3 6 0,7 6 0,3 2 0,10 1 0,2 7 0</inkml:trace>
  <inkml:trace contextRef="#ctx0" brushRef="#br0" timeOffset="1">2392 928 8912,'-2'-22'0,"-4"-1"0,-5 2 0,-4 1 0,-8 11 0,0 3 0,0 4 0,6 2 0,-6 8 0,0 5 0,2 8 0,2 8 0,7 5 0,1 6 0,5-3 0,-6 3 0,9 2 0,-3-2 0,4-2 0,2-7 0,2-4 0,4-3 0,3-3 0,8-9 0,1-5 0,-1-7 0,2-1 0,4-5 0,-2-6 0,6-9 0,-1-3 0,1-3 0,-6-2 0,2-5 0,-4 1 0,-2 5 0,-1-3 0,-5 8 0,-1-6 0,-6 7 0,1 1 0,-1 1 0,-2 3 0,-2 8 0,0 1 0,0 23 0,0 6 0,0 4 0,0 0 0,0-8 0,8 0 0,3 1 0,3-7 0,-1-1 0,-2-1 0,3 1 0,1-6 0,2 1 0,1-3 0,-1-2 0,6-6 0,0 1 0,-8-9 0,-7 5 0</inkml:trace>
  <inkml:trace contextRef="#ctx0" brushRef="#br0" timeOffset="2">2736 963 8912,'8'-17'0,"1"7"0,1-5 0,-2 13 0,-1-6 0,-5 16 0,4 3 0,-4 10 0,-2 4 0,0 2 0,0 3 0,0-3 0,0 2 0,2-6 0,3 5 0,-3-7 0,4 2 0,-4-3 0,0-5 0,2-2 0,1-1 0,1-9 0,-6 5 0,0-16 0,0-1 0</inkml:trace>
  <inkml:trace contextRef="#ctx0" brushRef="#br0" timeOffset="3">2719 722 8912,'-12'0'0,"1"0"0,0 0 0,-7 0 0,1 0 0,8 0 0,1-2 0,8-4 0,2 5 0,4-5 0,5 4 0,12 2 0,6 0 0,-3 0 0,3 0 0,0 8 0,5 1 0</inkml:trace>
  <inkml:trace contextRef="#ctx0" brushRef="#br0" timeOffset="4">3166 567 8912,'10'-11'0,"-4"-1"0,-4 9 0,-2-3 0,0 12 0,-8 13 0,-4 15 0,3 8 0,-3 10 0,1 1 0,1 5 0,-3 3 0,7 7 0,1 1 0,5 0 0,7-8 0,5-4 0,3-11 0,2-6 0,0-5 0,1-7 0,-1-5 0,0-11 0,0-5 0</inkml:trace>
  <inkml:trace contextRef="#ctx0" brushRef="#br0" timeOffset="5">3080 911 8912,'-2'12'0,"-3"-3"0,-7-1 0,3 3 0,-3-5 0,8 0 0,1-6 0,14 0 0,8-2 0,16-4 0,1-1 0,4-5 0,6-3 0,11 3 0,3-3 0,5-2 0,-6 2 0,-6 3 0,3-11 0,-12 12 0,7-14 0</inkml:trace>
  <inkml:trace contextRef="#ctx0" brushRef="#br0" timeOffset="6">4147 567 8912,'10'-17'0,"-4"0"0,-5 0 0,-1 0 0,0-1 0,0 1 0,-1 10 0,-3 7 0,-2 9 0,-2 16 0,5 9 0,-5 10 0,-2 6 0,5 7 0,-7 1 0,8 5 0,-1-4 0,3 2 0,2 4 0,0-6 0,0-2 0,7-5 0,5-6 0,3-6 0,2-11 0,0-6 0,1-12 0,-1-5 0,0-4 0,2-6 0,4-8 0,-4-5 0,4-11 0,-4-7 0,-1 1 0,1-3 0,4-8 0,-10 6 0,4 1 0,-3 6 0,-5 3 0,1 8 0,-5-2 0,-3 12 0,6 3 0,-8 21 0,0 7 0,0 6 0,0 11 0,2-3 0,4 6 0,-4-4 0,3-1 0,-1-7 0,2 1 0,-2-8 0,7 2 0,-5-4 0,5-4 0,3-3 0,1-6 0,-3-5 0,-1-1 0,-7-15 0,4-4 0</inkml:trace>
  <inkml:trace contextRef="#ctx0" brushRef="#br0" timeOffset="7">4560 688 8912,'-17'-17'0,"2"5"0,3 1 0,5 7 0,7-4 0,2 8 0,3 0 0,5 8 0,7 3 0,0-1 0,1 1 0,-7-5 0,0 5 0,1 1 0,5 5 0</inkml:trace>
  <inkml:trace contextRef="#ctx0" brushRef="#br0" timeOffset="8">4044 1152 8912,'-17'0'0,"5"0"0,1 0 0,5 0 0,-5 0 0,7-8 0,0-3 0,8-4 0,7-3 0,20-6 0,9-5 0,10 2 0,7-2 0,-1 1 0,7-7 0,-2 9 0,2 3 0,2-2 0,-8 0 0,-1 0 0,-3 0 0,3 4 0,-5 10 0,3 3 0,-14 8 0,-2 4 0,-9 8 0,-12-7 0,-11 13 0,-4-5 0,-2 4 0,0 0 0,0 0 0,0 3 0,0 2 0,-6 0 0,0 6 0,1-5 0,5 6 0,0-3 0,0 3 0,0 4 0,0-5 0,0-1 0,0 2 0,0-6 0,0 5 0,0-7 0,-2 2 0,-2-4 0,-2-2 0,0-7 0,6 5 0,0-15 0,0 0 0,-1-7 0,-5-11 0,4-4 0,-4-5 0,4-4 0,2-5 0,2-10 0,4 0 0,3-3 0,9-3 0,-7 8 0,1 4 0,-1 6 0,6 5 0,1-2 0,-1 10 0,0 6 0,0 7 0,0 6 0,1 2 0,-1 2 0,0 4 0,-2 9 0,-3 8 0,3 2 0,-5-4 0,1 2 0,1-2 0,-7-2 0,7-2 0,-7-5 0,7-1 0,-6-5 0,5 6 0,-5-9 0,5 3 0,3-4 0,1-10 0,2-3 0,-1-6 0,-5-6 0,4-2 0,-3-4 0,3-1 0,2 7 0,-1 0 0,-5 6 0,-1 1 0,-5 5 0,-3 3 0,12 18 0,-9 7 0,1 2 0,-6 10 0,6-1 0,2 7 0,-1 1 0,1 4 0,5-9 0,-1 3 0,5-5 0,6 0 0,-2-5 0,8-6 0,-6-3 0,3-4 0,1-5 0,0-4 0,-6-10 0,2-3 0,0-4 0,-6-3 0,2-6 0,-13-5 0,5 2 0,-5-2 0,-2-1 0,-2-3 0,-10 1 0,-3 3 0,1-1 0,-1 7 0,-1 2 0,-5 9 0,0 5 0,-1 7 0,7 2 0,0 3 0,-3 11 0,-1 10 0,3 5 0,1 15 0,7 0 0,-2 5 0,4-5 0,2 0 0,0-2 0,0 2 0,8-2 0,4-6 0,5 0 0,6-5 0,-2-7 0,7-9 0,3-7 0,9-4 0,-3-12 0,3-5 0,-4-20 0,-2-5 0</inkml:trace>
  <inkml:trace contextRef="#ctx0" brushRef="#br0" timeOffset="9">6453 739 8912,'-27'8'0,"3"-6"0,6 4 0,3-6 0,4-6 0,3 4 0,8-6 0,8 8 0,3 0 0,12 0 0,6 0 0,3 8 0,3 1 0</inkml:trace>
  <inkml:trace contextRef="#ctx0" brushRef="#br0" timeOffset="10">6557 1358 8912,'-35'10'0,"8"3"0,4-7 0,4 0 0,10-6 0,3 0 0,12 0 0,5-2 0,12-4 0,6-5 0,11-20 0,4-5 0</inkml:trace>
  <inkml:trace contextRef="#ctx0" brushRef="#br0" timeOffset="11">8363 705 8912,'-7'-17'0,"-5"0"0,-3-1 0,-2 3 0,0 2 0,-1 3 0,1 2 0,0 3 0,-2 7 0,-2 5 0,-2 11 0,6 8 0,7 16 0,2 10 0,5 9 0,1 8 0,2 3 0,2 5 0,3 1 0,13-13 0,10-6 0,7-15 0,5-15 0,4-10 0,7-8 0,-5-12 0,-2-17 0,-2-10 0,-3-11 0,-3-6 0,-2-13 0,-15-5 0,-7-11 0,-8 5 0,-8-2 0,-9 8 0,-16 4 0,-11 11 0,-12 14 0,-5 15 0,-1 13 0,7 16 0,9 13 0,5 15 0,11 9 0,6 18 0,9 4 0,3 4-312,8-4 312,16-8 0,-9 7 0,16-10 0,0-5 0</inkml:trace>
  <inkml:trace contextRef="#ctx0" brushRef="#br0" timeOffset="12">9310 1186 8912,'0'-34'0,"-2"7"0,-4 4 0,-3 14 0,-9 9 0,-1 13 0,-4 14 0,-3 5 0,-9 20 0,1-4 0,-1 9 0,3 2 0,3-2 0,4 7 0,10-7 0,4-4 0,5-5 0,13 0 0,11-8 0,7-2 0,9-9 0,2-6 0,4-12 0,4-11 0,8-9 0</inkml:trace>
  <inkml:trace contextRef="#ctx0" brushRef="#br0" timeOffset="13">10256 671 8912,'0'-27'0,"-7"-6"0,3 26 0,-8 7 0,9 23 0,-3 22 0,4 7 0,2 5 0,0 6 0,0 4 0,0 8 0,0-1 0,8 1 0,3-6 0,6-3 0,6-3 0,-2 2 0,8-7 0,-8-11 0,2-12 0,-4-1 0,-2-7 0</inkml:trace>
  <inkml:trace contextRef="#ctx0" brushRef="#br0" timeOffset="14">10704 1307 8912,'-17'0'0,"5"2"0,1 3 0,1 14 0,-3 14 0,1 7 0,-1 4 0,5 9 0,2 10 0,5 1 0,1 4 0,3-10 0,9 5 0,7-14 0,15-3 0,3-13 0,3 1 0,-4-19 0,6 1 0,-7-16 0</inkml:trace>
  <inkml:trace contextRef="#ctx0" brushRef="#br0" timeOffset="15">11616 963 8912,'11'-33'0,"1"3"0,1 3 0,2 2 0,5 2 0,3 6 0,-2 2 0,5 3 0,-1 7 0,-4 3 0,0 2 0,2 0 0,-4 7 0,4 5 0,-6 5 0,-3 4 0,-3 4 0,3 2 0,-7 1 0,-1 7 0,2-1 0,-2 0 0,-1 1 0,-5-1 0,0 1 0,0-1 0,0 0 0,0 1 0,0-7 0,0 1 0,0-8 0,0 2 0,0-4 0,2-7 0,4-1 0,11-7 0,12 2 0,9-12 0,2-6 0,8-9 0,-2-2 0,4-15 0,1 2 0</inkml:trace>
  <inkml:trace contextRef="#ctx0" brushRef="#br0" timeOffset="16">12597 1169 8912,'0'19'0,"0"4"0,0 4 0,0 7 0,0 8 0,0 4 0,0 6 0,0 5 0,0-2 0,0 9 0,0 2 0,0 3 0,0-4 0,0-13 0,0-1 0,0 1 0,0-8 0,0-10 0,0-9 0</inkml:trace>
  <inkml:trace contextRef="#ctx0" brushRef="#br0" timeOffset="17">14232 791 8912,'0'-17'0,"-6"-1"0,2 3 0,6 2 0,7 1 0,14 9 0,8-3 0,5 6 0,5 6 0,4 3 0,-3 10 0,1 4 0,-1 6 0,-10 3 0,-9 3 0,-6 1 0,-5 4 0,-5-2 0,-7 8 0,-7-8 0,-5 2 0,-3-3 0,-2-3 0,0-1 0,-1-5 0,3-3 0,4-8 0,5-1 0,12-5 0,11-3 0,11-8 0,7-10 0,5-7 0,4-2 0,8-10 0,-6 6 0,-1-5 0,1-9 0,-2-7 0,-2-7 0</inkml:trace>
  <inkml:trace contextRef="#ctx0" brushRef="#br0" timeOffset="18">15144 636 8912,'-8'-9'0,"6"1"0,-6 8 0,8 8 0,0 3 0,0 8 0,0 10 0,0 1 0,0 18 0,0 4 0,0 3 0,2 10 0,4-2 0,9 2 0,8-2 0,10-6 0,1-11 0,1-4 0,14-15 0,-5-2 0</inkml:trace>
  <inkml:trace contextRef="#ctx0" brushRef="#br0" timeOffset="19">15763 1186 8912,'-17'0'0,"0"0"0,0 0 0,-1 0 0,7 10 0,1 7 0,1 10 0,-1 5 0,4 3 0,-5-1 0,7 0 0,-2 1 0,4 5 0,2 0 0,0 0 0,2-5 0,6-1 0,9 0 0,8-7 0,10-4 0,-1-4 0,8-9 0,2-3 0</inkml:trace>
  <inkml:trace contextRef="#ctx0" brushRef="#br0" timeOffset="20">16968 481 8912,'17'-34'0,"2"0"0,4 1 0,6 5 0,13 8 0,9 9 0,9-1 0,1 3 0,-4 1 0,-11 8 0,-4 2 0,-7 4 0,-3 3 0,-3 11 0,-8 1 0,-8 2 0,-5 1 0,-8-1 0,-15-2 0,-8 8 0,-21-6 0,-8 6 0,-5-7 0,-1 7 0,12-6 0,0 6 0,8-8 0,4 2 0,7 1 0,4-1 0,12 0 0,5-6 0,14 1 0,9-1 0,15 0 0,14 0 0,4-5 0,2-1 0,-1 1 0,1-3 0,-6 6 0,0-3 0,-16 3 0,-1 2 0,-8 3 0,-4 2 0,-7-1 0,-5 8 0,-3-8 0,-2 2 0,-9-2 0,-9 2 0,-6-4 0,-13 4 0,-1-2 0,-2 2 0,-6-4 0,6 4 0,-6-4 0,6-2 0,7-1 0,10-5 0,4 2 0,2-7 0,7 0 0,5-10 0,10-7 0,20-9 0,12-14 0</inkml:trace>
  <inkml:trace contextRef="#ctx0" brushRef="#br0" timeOffset="21">17845 653 8912,'10'-7'0,"-4"-5"0,-2-3 0,1-2 0,-1 7 0,8 4 0,-1 5 0,6 2 0,-1 5 0,-5 6 0,2 11 0,-7 5 0,-2 7 0,-2 5 0,4 4 0,-1 7 0,1 7 0,-6-1 0,0 0 0,0 2 0,0-11 0,0 4 0,0-12 0,-2 0 0,-4-6 0,-5-5 0,-4-4 0,-3-8 0,-6-7 0,-5-5 0,2-5 0,-2-5 0,3-7 0,-3-11 0,4-11 0,8-10 0</inkml:trace>
  <inkml:trace contextRef="#ctx0" brushRef="#br0" timeOffset="22">17708 464 8912,'-17'-25'0,"7"6"0,4-4 0,12 12 0,5 3 0,12 8 0,12 0 0,11 0 0,13 0 0,10 0 0,15 8 0,12 1 0,-1 3 0,-3-1 0,-14-7-292,-9 2 292,-8-4 0,-9 5 0,0 3 0</inkml:trace>
  <inkml:trace contextRef="#ctx0" brushRef="#br0" timeOffset="23">18637 860 8912,'-8'61'0,"1"-4"0,-5-11 0,-1 4 0,7-5 0,0 5 0,6 2 0,0-1 0,0 1 0,0-1 0,0 1 0,0-6 0,0 0 0,-9-2 0,-8 2 0,-3 5 0,-8-11 0,-1 4 0,-5-17 0</inkml:trace>
  <inkml:trace contextRef="#ctx0" brushRef="#br0" timeOffset="24">20031 705 8912,'0'-25'0,"0"6"0,2-4 0,4 4 0,7 2 0,6 0 0,4-1 0,8 3 0,-3 4 0,5 3 0,1 0 0,6 6 0,2-3 0,0 3 0,1 2 0,-9 0 0,-5 2 0,-1 3 0,-1 7 0,4 11 0,-8 5 0,-2 7 0,-2 5 0,-8 6 0,1 11 0,-8 4 0,1 8 0,-3 0 0,-2 0 0,0-1 0,0 1 0,-7-2 0,-7-4 0,-5-6 0,-4-3 0,-6-12 0,6-8 0,-7-9 0,1-13 0,-3-5 0,-3-7 0</inkml:trace>
  <inkml:trace contextRef="#ctx0" brushRef="#br0" timeOffset="25">20100 1186 8912,'-10'-17'0,"3"8"0,7-7 0,11 7 0,12-8 0,13-1 0,22 1 0,7 0 0,7 0 0,7-6 0,5-2 0,-4-2 0,-5-3 0,-5-3 0,7-9 0,1-2 0</inkml:trace>
  <inkml:trace contextRef="#ctx0" brushRef="#br0" timeOffset="26">21253 722 8912,'-40'0'0,"-1"0"0,3 2 0,2 4 0,9-2 0,4 7 0,4-1 0,4 5 0,3 0 0,6 4 0,5 10 0,1 0 0,9 5 0,8 6 0,10-2 0,11 8 0,3 0 0,-3-2 0,-2-4 0,-3-9 0,-3-3 0,-1 3 0,-10-1 0,-2-1 0,-7-4 0,-10-8 0,0 0 0,-2-1 0,-4-5 0,-5-5 0,-12-4 0,-6-2 0,-3 0 0,-5 0 0,-1-4 0,-2-8 0,-8 1 0,4-29 0,-8 3 0</inkml:trace>
  <inkml:trace contextRef="#ctx0" brushRef="#br0" timeOffset="27">20943 791 8912,'10'-17'0,"-1"1"0,-3 5 0,11-4 0,12 3 0,11 3 0,6-3 0,5 6 0,7-5 0,3 7 0,8-2 0,0 5 0,-1 2 0,1 5 0,0 6 0,8 3 0,1 2 0,8 0 0</inkml:trace>
  <inkml:trace contextRef="#ctx0" brushRef="#br0" timeOffset="28">22148 1204 8912,'-35'17'0,"3"0"0,3 2 0,6 4 0,-2 6 0,2 11 0,-5-2 0,5 8 0,2 0 0,1-2 0,9 5 0,1-3 0,3 4 0,3 1 0,2-9 0,2-7 0,8-5 0,3-13 0,-1 3 0,3-15 0,4-1 0,4-2 0,10-10 0,-4-16 0,7-13 0</inkml:trace>
  <inkml:trace contextRef="#ctx0" brushRef="#br0" timeOffset="29">24075 688 8912,'-33'-35'0,"3"1"0,1 3 0,-1 7 0,-3 8 0,-3 7 0,-4 5 0,3 10 0,-3 7 0,4 8 0,1 8 0,3 3 0,3 4 0,6 5 0,4 4 0,4-3 0,3-1 0,7-5 0,3-2 0,9-5 0,5 0 0,5-10 0,6-2 0,4-10 0,-1-5 0,9-4 0,-3-3 0,7-9 0,-1-7 0,-2 0 0,-1-7 0,-7 1 0,1-2 0,-2-1 0,3 7 0,-3 4 0,-2 5 0,-8-1 0,-5 4 0,-1 3 0,-1 16 0,-5 15 0,-5 17 0,-5 11 0,-7 10 0,-3 6 0,3 8 0,1-1 0,1 3 0,-1-3 0,-2-11 0,7 0 0,0-15 0,6-8 0,8-6 0,3-5 0,5-12 0,1-11 0,8-8 0,3-9 0,5-16 0,1-17 0</inkml:trace>
  <inkml:trace contextRef="#ctx0" brushRef="#br0" timeOffset="30">24712 688 8912,'-25'0'0,"-2"0"0,-2 0 0,1 0 0,-1 15 0,-5 8 0,1 9 0,4 9 0,5-20 0,6 1 0</inkml:trace>
  <inkml:trace contextRef="#ctx0" brushRef="#br0" timeOffset="31">24419 1032 8912,'0'51'0,"0"1"0,8-8 0,1 0 0,9-4 0,4-12 0,1 1 0,8-16 0,-2-7 0,3-4 0,3-2 0,-7-9 0,1-9 0,-6-5 0,6-5 0,-8-10 0,2 3 0,-12-3 0,-7 4 0,-10-3 0,-11-3 0,-8 4 0,-9-4 0,-6 9 0,-1 3 0,-5 12 0,6-1 0,2 11 0,9 1 0,-1 6 0,7 11 0,2 1 0,9 16 0,-3 7 0,5 8 0</inkml:trace>
  <inkml:trace contextRef="#ctx0" brushRef="#br0" timeOffset="32">25331 1427 8912,'6'-27'0,"0"4"0,-1 4 0,-5 10 0,-2 3 0,-3 12 0,-5 11 0,-7 12 0,-2 3 0,-4 2 0,4 8 0,-4 4 0,6 4 0,5 2 0,-1-1 0,7 1 0,0-3 0,6-3 0,0-6 0,0-11 0,10-6 0,7-12 0,16-3 0,11-8 0</inkml:trace>
  <inkml:trace contextRef="#ctx0" brushRef="#br0" timeOffset="33">26536 567 8912,'11'-5'0,"-1"-3"0,-1 0 0,1 1 0,-6 3 0,1 10 0,-3 5 0,-4 14 0,-3 9 0,-3 8 0,-3 10 0,-5 1 0,5 5 0,-4-3 0,-3 8 0,7-2 0,1 2 0,3-7 0,3-9 0,2 1 0,2-8 0,2-1 0,4-13 0,5-8 0,4-11 0,10-13 0,2-3 0</inkml:trace>
  <inkml:trace contextRef="#ctx0" brushRef="#br0" timeOffset="34">27224 739 8912,'-27'0'0,"-3"0"0,7 0 0,0 2 0,6 4 0,-6 11 0,0 12 0,2 5 0,2 6 0,3-1 0,5 6 0,3-6 0,8 1 0,8-4 0,3-2 0,12-7 0,6-4 0,-2-12 0,1-5 0,1-6 0,4-6 0,-5-5 0,-5-4 0,-4-10 0,-1-4 0,-7-5 0,0-6 0,-7 3 0,0-3 0,-8 4 0,-7 2 0,-4-1 0,-3 1 0,1 7 0,0 4 0,-6 12 0,0 5 0,0 4 0,8 4 0,3 4 0,5-4 0,14 13 0,3-6 0</inkml:trace>
  <inkml:trace contextRef="#ctx0" brushRef="#br0" timeOffset="35">28119 378 8912,'0'-17'0,"6"0"0,-1 0 0,1 7 0,-6 12 0,0 17 0,-2 16 0,-3 14 0,-13 12 0,-10 14 0,-5 9-49,16-39 1,0 2 0,-2 6 0,-1 1 0,2-1 0,0 1 0,3 0 0,1 0 48,3-2 0,1 0 0,-3 43 0,13-9 0,2-10 0,4-7 0,11-15 0,12-14 0,1-19 23,-1-10 1,11-14 0,-4-7 0</inkml:trace>
  <inkml:trace contextRef="#ctx0" brushRef="#br0" timeOffset="36">29220 1221 8912,'-17'0'0,"0"0"0,0 2 0,-1 3 0,7 7 0,0 11 0,-7 2 0,-5 5 0,2-1 0,2 1 0,2 3 0,0 1 0,2 1 0,3-1 0,4-5 0,8-1 0,4-7 0,8 0 0,13-7 0,11-9 0,16-3 0,9-17 0,8-4 0</inkml:trace>
  <inkml:trace contextRef="#ctx0" brushRef="#br0" timeOffset="37">30132 1083 8912,'0'-13'0,"0"-2"0,0-5 0,0 7 0,0 5 0,0 8 0,10 0 0,7 0 0,10 0 0,5 0 0,3 0 0,15 0 0,3 0 0</inkml:trace>
  <inkml:trace contextRef="#ctx0" brushRef="#br0" timeOffset="38">31027 1135 8912,'0'-17'0,"0"-1"0,0 9 0,0-6 0,0 13 0,2-6 0,4 8 0,3 0 0,11 0 0,3 0 0,5 0 0,12 0 0,12 0 0,9 0 0</inkml:trace>
  <inkml:trace contextRef="#ctx0" brushRef="#br0" timeOffset="39">14989 9095 8912,'-19'-9'0,"-2"-5"0,0-3 0,3 2 0,3-1 0,-2 3 0,-4 2 0,-2-3 0,6 7 0,-1-3 0,1-1 0,0 1 0,0-5 0,0 5 0</inkml:trace>
  <inkml:trace contextRef="#ctx0" brushRef="#br0" timeOffset="40">14662 8889 8912,'-25'-8'0,"2"1"0,-11-5 0,-1 3 0,-18 5 0,-12-2 0,28 8 0,-1 7 0</inkml:trace>
  <inkml:trace contextRef="#ctx0" brushRef="#br0" timeOffset="41">14111 8940 8912,'-69'25'0,"0"4"0,-7 3 0,13 3 0,-10-1 0,14 1 0,2 1 0,3 4 0,0-2 0,14 8 0,0 0 0,8 7 0,3 5 0,6 5 0,4 9 0,2 3 0,7-1-188,4-5 0,6 0 188,6 0 0,13-8 0,16-4 0,11-13 0,17-10 0,17-1 0,-30-21 0,3-1 0,3-1 0,1-1 0,2-2 0,1-1 0,1-1 0,0-2 0,2-3 0,0 0 0,5 0 0,0 0-282,3 0 0,1 0 0,6-3 0,-1-2 282,-2 0 0,-1-1 0,-1-4 0,-2-1 0,-5-1 0,0-1 0,0 1 0,0-1 0,-1 1 0,0-1 0,-2-2 0,-2 0-129,-6 1 0,-1-1 0,-3-1 0,-1 0 129,36-19 0,0 1 0,0-1 0,-3-12 0,-9-5 0,-7-5 0,-15-1 0,-10-8 0,-8-13 0,-11-1-146,-9-2 1,-11 2 145,-14 11 0,-10-2 0,-19-3 0,-8-1 0,18 37 0,-3 2 0,-5 1 0,-4 5-53,-8 4 0,-4 6 1,-8 2-1,-4 3 1,-9 5-1,-3 3 1,-8 4-1,-4 4 53,25 3 0,-2 1 0,0 2 0,-2 1 0,0 3 0,-1 2-159,-4 6 1,-1 3-1,0 0 1,0-1-1,0 0 1,0 2 158,-4 3 0,0 1 0,1 0 0,3-1 0,1 0 0,2 1 0,5-1 0,2 1 0,2 0 0,-23 10 0,7 0 0,20-5 0,5-1 0,8-1 0,3 0 0,-24 29 0,13-2 0,25 0 0,8-7 0</inkml:trace>
  <inkml:trace contextRef="#ctx0" brushRef="#br0" timeOffset="42">13440 9714 8912,'-8'71'0,"14"-12"0,-4-17 0</inkml:trace>
  <inkml:trace contextRef="#ctx0" brushRef="#br0" timeOffset="43">14903 12035 8912,'-37'-27'0,"-1"-3"0,15 7 0,0 2 0,0 4 0,0 5 0,2 7 0,2 1 0,2 0 0,0-4 0,0-1 0,-1-3 0,1-3 0,0 4 0,0-5 0,0 7 0</inkml:trace>
  <inkml:trace contextRef="#ctx0" brushRef="#br0" timeOffset="44">14472 11777 8912,'-34'-7'0,"-2"5"0,-4-4 0,1 4 0,-7 2 0,-1 0 0,12-8 0,3-1 0</inkml:trace>
  <inkml:trace contextRef="#ctx0" brushRef="#br0" timeOffset="45">14008 11812 8912,'-59'7'0,"5"3"0,-5 7 0,1 0 0,1 0 0,-6 6 0,6 0 0,1 0 0,3 2 0,7 2 0,0 7 0,0 2 0,-6 5 0,8 3 0,4 7 0,2-5 0,2 2 0,-1 3 0,5 5 0,11 7 0,4-6 0,7 8 0,10-2 0,4-4 0,7-1 0,3-7 0,14-5 0,1 2 0,5-8 0,3-2 0,3-2 0,4-7 0,8 0 0,7-8 0,4 2 0,13-4-291,10-2 0,2-2 291,-39-9 0,0 0 0,43 1 0,5-9 0,-46 0 0,1-1 0,5-2 0,-1-2 0,-1-1 0,-1-1 0,6-2 0,1-1 0,-4-1 0,0-1-208,1-3 0,-1 0 0,2 2 1,1 1 207,-3 0 0,0 0 0,0 0 0,-1-1 0,1-1 0,-1 0 0,0 0 0,-1 1 0,-1 0 0,-1 1 0,-4 3 0,-2-1-121,39-16 0,-8 7 121,-9-2 0,0-2 0,0 2 0,-3-6 0,-2 5 0,-9-1 0,-7 0 0,-6-6 0,-8 3 0,-3 1 0,-8-2 0,-8 1 0</inkml:trace>
  <inkml:trace contextRef="#ctx0" brushRef="#br0" timeOffset="46">16176 12465 8912,'17'-42'0,"1"6"0,-1-14 0,0 6 0,0-7 0,-7-1 0,-5-2 0,-6-1 0,-11-2 0,-9-12 0,-19 6 0,-21-6-336,23 39 1,-5 3-1,-6-2 1,-5 2 335,-7 3 0,-4 3 0,-8 2 0,-3 3 0,-6 3 0,-3 3 0,-5 3 0,-1 3 0,3 1 0,0 2 0,-2 3 0,0 2 0,1 3 0,0 3 0,3-1 0,0 3 0,3 5 0,0 0 0,0-3 0,1 1 0,2 7 0,0 2 0,-2 1 0</inkml:trace>
  <inkml:trace contextRef="#ctx0" brushRef="#br0" timeOffset="47">14025 11829 8912,'-47'25'0,"0"0"0,-8 0 0,-1 3 0,-1 12 0,0 4 0,-7 0 0,0 2-2102,2 7 1,3 3 2101,2 4 0,1 0 0,1-6 0,-1-1 0,5 2 0,-1-1 0</inkml:trace>
  <inkml:trace contextRef="#ctx0" brushRef="#br0" timeOffset="48">10377 17004 8912,'0'-29'0,"2"3"0,2 1 0,1 4 0,-1 2 0,0 3 0,0 3 0,2 2 0,-1 5 0,-5-6 0,0-1 0,0-2 0,-5-2 0,-1-1 0,-2-1 0,2-4 0,-3 4 0,-8-4 0,-1 10 0,1 1 0,-2-1 0,-4-2 0,-6 5 0,-11 4 0,0 5 0,-11 1 0,-11 1 0,-8 5 0,-9 6 0,-7 11 0,-8 3-228,46-9 1,-1 1 0,-4 2 0,-1 0 227,0 0 0,-1 0 0,-3 4 0,-1 0 0,2-2 0,0 2 0,1 1 0,1 1 0,0 2 0,1 1 0,2 2 0,2 0-126,4-1 1,1 1-1,2 1 1,3 1 125,-23 24 0,4 8 0,7-2 0,8 10 0,4 1 0,13 6 0,10-5 0,10-1 0,14-3 0,12-2-127,14-6 1,17-2 126,13-21 0,5 0 0,7-5 0,3-1-198,8 0 1,-38-20-1,0-3 198,3-1 0,1-3 0,7-1 0,1-2 0,5-3 0,2-2 0,0-3 0,0-2 0,-1-2 0,0-3 0,-1-3 0,0-4 0,2-3 0,-1-2 0,0-5 0,-2-1 0,5-2 0,0-1 0,-1-2 0,-2-1-55,-5-2 0,-2-1 1,1-1-1,-3-2 55,-4-4 0,-3-2 0,1-1 0,-2-1 0,-1-4 0,-3-1 0,-3 1 0,-3 1 0,-4 4 0,-3 0 0,8-40 80,-29 14 1,-22 3-81,-12-3 0,-31-3 0,22 39 0,-4 2 0,-10 1 0,-4 3 0,-4 2 0,-1 3 0,-3 1 0,-1 2 0,0 3 0,-2 2 0,-3 2 0,0 3-191,-2 6 1,0 5-1,-5 3 1,-2 4 190,-1 4 0,-1 7 0,1 7 0,1 7 0,-2 8 0,1 6 0,-3 8 0,1 5 0,24-15 0,1 1 0,1 1 0,2 2 0,1 2 0,2 1 0,2 2 0,2 2 0,1 1 0,3 1 0,3 1 0,0 2 0,-1 5 0,0 2 0,2 1 0,1-1 0,2 1 0</inkml:trace>
  <inkml:trace contextRef="#ctx0" brushRef="#br0" timeOffset="49">2151 13359 8912,'-15'-27'0,"1"4"0,3 4 0,-1 2 0,1 2 0,0 1 0,-3 3 0,-1 7 0,-2-2 0,1 3 0,5-3 0,-10 4 0,4-4 0,-4 6 0,-4 6 0,4-2 0,-8 7 0,6 1 0,-6 5 0,3 2 0,-3 4 0,-2-2 0,6 8 0,-1 1 0,-5 3 0,4 7 0,-1 0 0,7 0 0,-2-6 0,5 3 0,7 3 0,3-4 0,8 4 0,0-9 0,2-4 0,4-1 0,5 1 0,12-6 0,6 2 0,4-4 0,1-2 0,2 0 0,5 1 0,-3 3 0,8-4 0,-8 4 0,2-10 0,-11 5 0,-6 1 0,0 0 0,-6 0 0,-8 0 0,-7 1 0,-7-1 0,-7 0 0,-11 0 0,-4 0 0,-7 1 0,0-1 0,-1 0 0,1-2 0,-1-3 0,3-5 0,3-7 0,6 0 0,4 0 0,2 0 0,5-13 0,1-4 0,7-6 0,-2 0 0,4-2 0,2-4 0,8-3 0,2 5 0</inkml:trace>
  <inkml:trace contextRef="#ctx0" brushRef="#br0" timeOffset="50">2340 13669 8912,'10'-12'0,"-4"1"0,-4 5 0,-2-6 0,-8 9 0,-4-3 0,-3 4 0,-2 4 0,0 4 0,0 5 0,-1 6 0,1 6 0,2-2 0,3 8 0,3 0 0,3 5 0,4 0 0,-4 1 0,5-3 0,1-3 0,0-4 0,0-8 0,7-2 0,5-3 0,3-7 0,-4-5 0,1-5 0,-1-7 0,7-11 0,-7-4 0,0-7 0,-5 0 0,6-1 0,-3-5 0,5 0 0,-5 4 0,-1 5 0,3 6 0,-5 8 0,0 0 0,1 7 0,-3 5 0,8 10 0,-1 13 0,6 10 0,1 3 0,-1-1 0,0-1 0,0 2 0,2 1 0,4 2 0,-4-7 0,4-4 0,-2 2 0,2-2 0,-4-6 0,4-5 0,-3-9 0,-3 5 0,-2-10 0,-2-4 0,-1-5 0,-3-12 0,3-6 0,3-5 0,-3-6 0,-3-4 0,3-8 0,-8 1 0,1-1 0,3-5 0,-2-4 0,-2-4 0,-3-6 0,5 0 0,0 8 0,5 8 0,-5 15 0,7 0 0,-11 28 0,6 1 0,-8 20 0,0 9 0,0 16 0,0 0 0,0 5 0,0 3 0,-6 0 0,1 3 0,-1 5 0,6-4 0,0-4 0,0-2 0,0 2 0,0-2 0,7-2 0,3-7 0,2-4 0,-1-2 0,0-2 0,7-6 0,-1-8 0,0-3 0,0-4 0,1-2 0,-3-2 0,-4-4 0,8-5 0,-7-12 0,5 2 0,-9-6 0,-1 0 0,1 1 0,-2-1 0,-6-2 0,6 4 0,-1 8 0,1 0 0,-6 0 0,0 5 0,0 1 0,-2 7 0,-4-2 0,4 4 0,-5 4 0,7 4 0,0 4 0,0 7 0,0 0 0,2-6 0,3 1 0,7 1 0,-3-5 0,3-2 0,-1-4 0,7-2 0,-1 0 0,-2-2 0,-3-4 0,3 2 0,-4-5 0,5-1 0,1 0 0,-6 5 0,1-7 0,-1 8 0,6-1 0,-5 3 0,-1 2 0,1 0 0,5 2 0,-2 3 0,-1 5 0,-3 0 0,1 5 0,5-8 0,0 5 0,0-4 0,1-1 0,-1 3 0</inkml:trace>
  <inkml:trace contextRef="#ctx0" brushRef="#br0" timeOffset="51">3597 13411 8912,'0'11'0,"0"1"0,0 1 0,2 2 0,3 2 0,-3 6 0,4 0 0,-2 0 0,1 2 0,-3 0 0,4 4 0,-4-7 0,-2-2 0,6-3 0,0 0 0,-3 0 0,-1-7 0,0-5 0,2-12 0,2-10 0,5-8 0,-5-10 0,5-5 0,-5 0 0,8-6 0,-3 6 0,4 0 0,2 6 0,-1 1 0,-5 5 0,5 5 0,-5 11 0,4 4 0,3 8 0,-1 8 0,0 4 0,0-3 0,0 1 0,1-3 0,-1-1 0,0-6 0,-6 0 0,1 0 0,-6-8 0,5-3 0,-5-4 0,5-3 0,-5 3 0,4 2 0,-3 1 0,-3-1 0,-2 5 0,0 1 0,4 7 0,-4 2 0,3 3 0,-1 11 0,0 8 0,4 3 0,1 4 0,1 1 0,1 3 0,5-3 0,-5-3 0,-1-2 0,1-5 0,0-2 0,7 2 0,-1-8 0,0-3 0,-5-7 0,-1 2 0,2-4 0,3-2 0,-1-8 0,-3-3 0,1-7 0,-7-4 0,5 1 0,-5-8 0,0 8 0,-6-2 0,0 4 0,0 2 0,0 5 0,0 1 0,0 7 0,0-2 0,0 12 0,0 3 0,0 9 0,0-1 0,0 0 0,0 6 0,0 0 0,7 0 0,5-6 0,-3-6 0,3-1 0,1-2 0,2-5 0,-3-1 0,-1-2 0,1 0 0,5 0 0,-5-5 0,-1-1 0,0-7 0,7 1 0,-7-1 0,-1-1 0,-1 5 0,1 1 0,-4 2 0,5 6 0,-5 0 0,5 0 0,-1 8 0,1 4 0,-1 5 0,-4 6 0,-5 1 0,5 7 0,-4-2 0,-2 1 0,0 3 0,0 1 0,-2-7 0,-4-4 0,3 2 0,-9-2 0,6-6 0,-5-6 0,-2-7 0,-10 2 0,-4-12 0,-8-4 0</inkml:trace>
  <inkml:trace contextRef="#ctx0" brushRef="#br0" timeOffset="52">4010 12723 8912,'-27'0'0,"2"-6"0,8 0 0,1-1 0,5 1 0,3 4 0,18-5 0,7 7 0,16 0 0,11 0 0</inkml:trace>
  <inkml:trace contextRef="#ctx0" brushRef="#br0" timeOffset="53">482 12706 8912,'0'-17'0,"0"-1"0,0 1 0,0 0 0,2 2 0,3 3 0,5 5 0,7 7 0,0 1 0,1 3 0,-1 2 0,0 7 0,2-1 0,2 3 0,2 2 0,8-5 0,-3-1 0,5 1 0,3 3 0,4-2 0,6-1 0,14-8 0,8 1 0,9-3-50,9-2 1,10-7-1,-45 1 1,1-2 0,5-1-1,1-3 50,3-1 0,2-2 0,5-1 0,2-1-362,3 0 0,3 0 0,1 2 0,1 1 362,1 0 0,2-1 0,6 2 0,2 0 0,2-2 0,2 1 0,2 3 0,1 3 0,-5 1 0,1 2 0,-27 4 0,1 0 0,0 0 0,1-1 0,0 0 0,0 0 0,0 1 0,-1-1 0,0 1 0,28-1 0,-1-2 0,4 0 0,-1-1 0,-31 0 0,1-1 0,-2 0 0,32-4 0,0 1-299,-31 1 0,0 0 1,0 1-1,25-4 1,-1 1 298,4-4 0,-2-1 0,-6 2 0,-2-1 0,-2 0 0,-1 0 0,-2-3 0,1 1-194,-1 1 0,-1 1 0,-8 1 0,-1 0 194,-4-2 0,-2 1 0,-5 4 0,-3-1 0,40-14 0,-10 2 28,-5 0 0,-13 6-28,-8 6 0,-14 1 1072,-10-1-1072,-15 3 0,-13 8 391,-12 0 1,-19-6 0,-18 1 0,-19 1-392,-18 2 0,-14 8 0,40-4 0,-1 1 0,3 4 0,-1 0 0,-2-3 0,-1 1 0</inkml:trace>
  <inkml:trace contextRef="#ctx0" brushRef="#br0" timeOffset="54">585 12448 8912,'-15'2'0,"1"3"0,5 7 0,1 3 0,2-3 0,6-1 0,2 3 0,4 1 0,-2 2 0,7 0 0,3-2 0,1-3 0,2 3 0,1-3 0,-1 1 0,0-1 0,0-3 0,2-5 0,4 2 0,-4-1 0,6-5 0,-8 0 0,1-5 0,1-5 0,2-3 0,2-6 0,7-10 0,-1 0 0,-2-3 0,1-3 0,-1-5 0,2 0 0,3-6 0,-3 6 0,-2-8 0,2 3 0,-8-9 0,1 3 0,-2-7 0,-1 9 0,2-9 0,2-3 0,2-2 0,-2-6 0,-4 1-121,4-1 1,-4 0 120,-2 0 0,6-3 0,0 3 0,-6-2 0,-6 14 0,-5-8 0,6 2 0,-7 2 0,7-2 0,-6 7 0,5-1 0,1 3 0,-3 3 0,6-1 0,-3 1 0,3-3 0,2-3 0,6-4 0,0-8 0,8-7 0,-2-5 0,5-3 0,4 0 0,4 0 0,2-2 0,-5 14-174,1-3 1,-10 4 173,-1 8 0,-6 2 0,6-2 0,-8 14 0,2-3 0,-4 4 0,-2-3 0,6-1 0,0 1 0,0-1 0,2 0 0,1-7 0,3 4 0,0-8 0,1-6 0,3-9 0,1-10 0</inkml:trace>
  <inkml:trace contextRef="#ctx0" brushRef="#br0" timeOffset="55">2375 8820 8912,'42'-57'0,"4"-1"0,-4 1 0,6 6 0,-6-1 0,2 0 0,-14 14 0,-1 6 0,-8 5 0,-4 6 0,-5 2 0,-1 2 0,-7 5 0,2 1 0,1 5 0,-1-5 0,7 5 0,-1-6 0,-3 9 0,3-5 0,1 2 0,3 0 0,1 1 0,0 5 0,0 0 0,0 0 0,1 0 0,-1 0 0,2 7 0,2 5 0,2 3 0,-2 2 0,-2 2 0,-2 4 0,2-2 0,4 8 0,2 0 0,4 5 0,3-5 0,-3-1 0,0 1 0,5 5 0,-9 1 0,10-1 0,-5 1 0,5-1 0,-7 0 0,1 1 0,1 1 0,3 4 0,-4-4 0,-1 5 0,-5 1 0,6-2 0,-8 6 0,2-6 0,-2 2 0,0-4 0,4 4 0,2 2 0,-6 0 0,2 2 0,1-2 0,-1-4 0,8 2 0,-2 4 0,3 1 0,3-7 0,-1 6 0,0-6 0,1 6 0,-1-6 0,-5 6 0,0-6 0,-3 0 0,5-3 0,-2-1 0,1-2 0,-3 5 0,2-11 0,-6 5 0,5 1 0,-5 1 0,6-1 0,-6 0 0,4 1 0,-1-1 0,1 0 0,2 7 0,5-1 0,1 0 0,-1-6 0,1 1 0,-1-1 0,0 0 0,1 1 0,-1-3 0,1-3 0,-7 3 0,1-3 0,0-2 0,5 1 0,-7-1 0,-4 2 0,4 1 0,-1-5 0,3 2 0,0 4 0,-6-5 0,5 3 0,1-6 0,5 6 0,1-8 0,-1 1 0,3-2 0,3-3 0,-4 0 0,4 0 0,2 0 0,-1 1 0,1-7 0,-2 0 0,-4-5 0,4 6 0,-3-7 0,-3 5 0,0-2 0,1-5 0,-1-1 0,1-2 0,5 0 0,0 0 0,0 0 0,-6 0 0,-1-2 0,-4-3 0,3 3 0,-3-4 0,-2 4 0,1 2 0,-7-6 0,2 1 0,2-1 0,-2 6 0,0-2 0,-6-2 0,0-2 0,1 3 0,-1 1 0,0 2 0,-5-2 0,-1-4 0,1 4 0,5-5 0,0 7 0,-8 0 0,-1 0 0,-8 0 0,0 0 0,-8 0 0,7 0 0,-9 0 0,4 0 0,1 7 0,-13 5 0,-3 3 0,-28 10 0,-5 1 0</inkml:trace>
  <inkml:trace contextRef="#ctx0" brushRef="#br0" timeOffset="56">1652 10797 8912,'12'-2'0,"-3"-3"0,-1-7 0,-3-3 0,-5-2 0,0 7 0,0-5 0,0 15 0,0 0 0,2 13 0,2 12 0,2 2 0,7-6 0,-3 4 0</inkml:trace>
  <inkml:trace contextRef="#ctx0" brushRef="#br0" timeOffset="57">1790 11141 8912,'2'88'0,"3"4"0,-1-1 0,2-40 0,0 2 0,-3 1 0,-1 2 0,3 7 0,0 0 0,0 2 0,0-2 0,-1-1 0,1-1 0,-2-9 0,0-1 0,6 44 0,1-11 0,-1-9 0,-5-6 0,2-6 0,-4-10 0,0-9 0,2-2 0,1-4 0,1-9 0,-6-6 0,0-4 0,0-9 0,0-5 0,0-10 0,0-5 0,0-7 0,0-16 0,0-7 0,0-9 0,0-9 0,0-7 0,0-7 0,0-3 0,0-11 0,-2 4-286,-3-10 0,1 3 286,-8-3 0,3-4 0,3 45 0,0-1 0,-1 3 0,-1 1 0,2-1 0,0 0 0,-7-40 0,2-3 0,-5 6 0,5 6 0,-6-8 0,-3 8 0,-1 3 0,0 5 0,-2 3 0</inkml:trace>
  <inkml:trace contextRef="#ctx0" brushRef="#br0" timeOffset="58">1738 11021 8912,'0'-17'0,"-8"-1"0,-1-6 0,-1 4 0,3-2 0,1 2 0,0 3 0,0 6 0,6-1 0,-7 9 0,5-5 0,-6 8 0,8 0 0,8 15 0,3 12 0,5 15 0,3 19 0,2 21 0,2 10 0,-12-41 0,-1 1 0,0 7 0,-1 2 0,0 7 0,-1 2 0,1 5 0,-1 1-327,1 4 0,0 0 1,-2-3-1,1-1 327,-3-3 0,1-3 0,2-7 0,0-1 0,-3-4 0,1-2 0,7 40-41,-1-16 1,-4-19 40,-8-21 0,0-11 0,0-4 0,0-18 0,0-7 0,0-9 0,0-6 0,0-3 0,0-14 647,0-8 0,-6-12-647,0-11 0,0-2 0,6-15 0,-7 0-250,-5-6 1,3-8 249,3 46 0,0-1 0,0-5 0,-1-1-186,-4-2 0,-1-1 0,2 0 0,-1 0 186,-3 0 0,-1 1 0,4-1 0,-1 1 0,-1 3 0,-1 1 0,2 2 0,0 1 0,1 2 0,1 1 0,-8-34 0,7 24 0,-2 11 0,7 6 0,-8 4 0,11 11 0,-9 8 548,8 7-548,-3 10 394,7 0 1,2 8-395,3 3 0,5 20 0,-1-10 0,-1 11 0</inkml:trace>
  <inkml:trace contextRef="#ctx0" brushRef="#br0" timeOffset="59">1721 11176 8912,'8'56'0,"1"0"0,-1 4 0,1 1 0,3 6 0,1 1 0,1 6 0,1 1 0,0 1 0,0-1 0,1-2 0,-1-1 0,-1-6 0,1-2-319,0-7 0,0-3 1,10 40 318,-2-20 0,-11-22 0,-5-20 0</inkml:trace>
  <inkml:trace contextRef="#ctx0" brushRef="#br0" timeOffset="60">2013 12551 8912,'0'17'0,"0"8"0,0-14 0,0 12 0,0-23 0,0 0 0,0-17 0,-1-17 0,-3-10 0,-2-6 0,-2-9 0,3-4 0,3-6 0,-6-5 0,0-10 0,-3-12 0,3 44 0,1-1 0,-2-6 0,0-2 0,0-3 0,-1 0-285,-1-2 0,-1 0 1,0-2-1,-1 0 285,-1-1 0,0 1 0,-1 4 0,1 2 0,5 3 0,1 3 0,-11-40-11,13 22 1,-5 20 10,5 14 0,0 19 0,6 14 0,0 14 0,0 5 0,0 3 0,2 10 0,4 4 0,3 11 0,8-12 0,1 5 0</inkml:trace>
  <inkml:trace contextRef="#ctx0" brushRef="#br0" timeOffset="61">1841 11158 8912,'18'77'0,"-1"3"0,0 12 0,-2 1 0,-8-42 0,0 0 0,-1 0 0,-1 1 0,0-4 0,0 1 0,1 3 0,-1-1 0,3 43 0,-1-6 0,-5-19 0,4-12 0,-4-17 0,-2-11 0,0-8 0,0-4 0,0-10 0,0-7 0,0-9 0,-2-10 0,-4-14 0,3-9 0,-9-9 0,6-10 0,-3-8 0,-1-9 0,1-7 0,-3-6 0,-5-1 0,8 43 0,-1-1-150,-2 1 1,1 0 0,1 0 0,-1-1 149,-3 1 0,-1 1 0,4-2 0,-1 2 0,-13-38 0,2 4 0,2-2 0,-2-4 0</inkml:trace>
  <inkml:trace contextRef="#ctx0" brushRef="#br0" timeOffset="62">1704 11004 8912,'-8'-42'0,"-2"13"0,1-4 0,-4 16 0,7 0 0,0 8 0,6 9 0,0 13 0,0 12 0,0 15 0,8 13 0,3 22 0,4 3 0,3 8 0,1 10 0,-9-46 0,1 1 0,0 3 0,1 1-50,-2 1 1,1 0 0,-1 4 0,1 1-1,-1 2 1,1 0 0,0-1 0,1 0 49,-2 0 0,1-2 0,8 34 0,-2-20 0,-2-20 0,-1-27 0,-3-10 0,-7-9 0,2-14 0,-4-4 0,-4-5 0,-4 4 0,2 1 0,-7 4 0,-8-3 0,-8-16 0,-7-2 0</inkml:trace>
  <inkml:trace contextRef="#ctx0" brushRef="#br0" timeOffset="63">2237 12276 8912,'17'-2'0,"1"-4"0,-1-3 0,2-3 0,2 1 0,2-3 0,6 7 0,-7 1 0,0 4 0,-3 2 0,-2 0 0,-2 2 0,-3 6 0,-7 9 0,-3 2 0,-2 8 0,-2-1 0,-3 1 0,1 0 0,-8 2 0,3 1 0,-3-7 0,3 0 0,3-6 0,4 0 0,-6 1 0</inkml:trace>
  <inkml:trace contextRef="#ctx0" brushRef="#br0" timeOffset="64">2461 12499 8912,'17'-5'0,"0"-1"0,8-7 0,2 3 0,7-9 0,1-4 0,-1-6 0,1-3 0,7-10 0,2-2 0</inkml:trace>
  <inkml:trace contextRef="#ctx0" brushRef="#br0" timeOffset="65">2839 12052 8912,'-17'-2'0,"0"-3"0,2 1 0,1-6 0,3 3 0,-1 1 0,3 14 0,3 3 0,4 4 0,2 3 0,0-1 0,0 0 0,8 0 0,3 0 0,5 1 0,1-1 0,0 0 0,0 0 0,0 6 0,1 0 0,-1 0 0,0-6 0,-5 0 0,-1 0 0,-7 1 0,2-1 0,-5 0 0,-1 0 0,0 2 0,-1 2 0,-5 2 0,-4-7 0,-7-11 0,0-10 0,0-13 0,-1-8 0</inkml:trace>
  <inkml:trace contextRef="#ctx0" brushRef="#br0" timeOffset="66">2805 12052 8912,'-17'-7'0,"5"-3"0,1-7 0,7 6 0,-2-1 0,4 6 0,2-5 0,0 5 0,2-5 0,6-1 0,9 3 0,8-5 0,9 9 0,1-9 0,-1 3 0,6-5 0,1-1 0,6 0 0,-3 0 0</inkml:trace>
  <inkml:trace contextRef="#ctx0" brushRef="#br0" timeOffset="67">3304 11794 8912,'-17'18'0</inkml:trace>
  <inkml:trace contextRef="#ctx0" brushRef="#br0" timeOffset="68">3252 11777 8912,'-7'-9'0,"-3"-7"0,-7 15 0,7-7 0,7 8 0,14-2 0,12-4 0,8 4 0,3-3 0,8-13 0,2-1 0</inkml:trace>
  <inkml:trace contextRef="#ctx0" brushRef="#br0" timeOffset="69">3648 11519 8912,'-9'-24'0,"1"-1"0,8-4 0,-6 10 0,1 8 0,-1 7 0,-2 6 0,-3 15 0,-7 17 0,-4 18 0,-7 22 0,10-28 0,-2 2 0,-2 3 0,0 1 0,-2 2 0,0 1 0,2 3 0,0 0-255,0-1 0,0 1 1,4 4-1,0 0 255,-2 1 0,2 0 0,6-4 0,3-1 0,0-6 0,3-1 0,1 35 0,0-17 0,18-18 0,5-16 0,12-18 0,-1-17 0,13-8 0,2-9 0</inkml:trace>
  <inkml:trace contextRef="#ctx0" brushRef="#br0" timeOffset="70">3889 12104 8912,'-27'0'0,"1"0"0,3 0 0,-4 8 0,-6 3 0,5 4 0,5 3 0,4-1 0,1 0 0,7 0 0,0 0 0,7 1 0,-2-1 0,12-8 0,7-3 0,6-4 0,4-2 0,6 0 0,-6 0 0,0-2 0,-6-4 0,-6 4 0,1-3 0,-8-5 0,-4 8 0,-12-4 0,-11 5 0,-4 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21.13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26553 430 8912,'11'0'0,"1"-2"0,1-4 0,3-3 0,1-9 0,0 1 0,0 0 0,2 6 0,4-1 0,6-1 0,3-3 0,5-1 0,1 0 0,4 2 0,2 3 0,0-1 0,2 7 0,-10 1 0,-7 5 0,-2 1 0,-6 5 0,0 6 0,-15 11 0,-1-1 0,-5 13 0,-9-3 0,-8 12 0,-10 0 0,-6 0 0,-1 0 0,-1 2 0,1 2 0,0-8 0,1 0 0,4-6 0,5-5 0,6-2 0,3-2 0,4-4 0,3-8 0,8-2 0,0-7 0,9 4 0,9-8 0,1 0 0,9 0 0,9-8 0,7-5 0,2-6 0,0-4 0,-2 0 0,1 6 0,-1-6 0,-3 0 0,-5 0 0,4 6 0,-9 1 0,-5 3 0,-1 4 0,-4 1 0,-2 0 0,-1 3 0,-7 3 0,1-4 0,-9 4 0,5 10 0,-8 1 0</inkml:trace>
  <inkml:trace contextRef="#ctx0" brushRef="#br0" timeOffset="1">27947 361 8912,'0'-17'0,"0"0"0,0 5 0,0 1 0,-8 9 0,-3 2 0,-5 9 0,-6 9 0,-1 6 0,3 9 0,7 5 0,-2 8 0,5-4 0,1 0 0,3 0 0,4 4 0,2-6 0,2-2 0,4-2 0,5-9 0,10-4 0,4-6 0,2-5 0,-4-5 0,5-7 0,-1 0 0,4-3 0,-4-7 0,-3-7 0,5-12 0,-6 1 0,-2-5 0,-9-1 0,1-1 0,-7 1 0,-1 0 0,-7-3 0,-3-1 0,-7-2 0,-3 2 0,-2 9 0,-6-3 0,0 3 0,-2 4 0,2 2 0,-2 10 0,-3 1 0,1 9 0,6-1 0,-2 9 0,2 13 0,4 1 0,5 9 0,4 1 0,8 5 0,2 1 0,4-1 0,4-7 0,14-2 0,3-8 0</inkml:trace>
  <inkml:trace contextRef="#ctx0" brushRef="#br0" timeOffset="2">28670 344 8912,'-10'0'0,"2"2"0,8 4 0,0 3 0,0 8 0,0 2 0,0 4 0,0 10 0,0 9 0,0 2 0,0 3 0,0 3 0,0 0 0,0-2 0,0-3 0,2-6 0,2 3 0,2-4 0,-2-4 0,-2 3 0,-2-15 0,0 1 0,0-5 0,0-1 0,2-8 0,3-3 0,-1-6 0,8-6 0,-9-3 0,5-16 0,-8-2 0</inkml:trace>
  <inkml:trace contextRef="#ctx0" brushRef="#br0" timeOffset="3">29238 533 8912,'0'-17'0,"0"0"0,0-1 0,-2 1 0,-4 0 0,4 6 0,-6 1 0,3 0 0,-1 1 0,-8 5 0,3-2 0,-4 4 0,-3 2 0,1 2 0,0 4 0,0 6 0,3-1 0,-3 6 0,10-3 0,-11 8 0,5-2 0,3-3 0,-5 2 0,4 4 0,3-4 0,2 4 0,4-4 0,2-2 0,0 2 0,0 4 0,0-4 0,0 4 0,2-2 0,4 2 0,4-4 0,7 4 0,6 2 0,0-2 0,0 0 0,-6-6 0,0 0 0,0 0 0,-5-1 0,-1-5 0,-7 4 0,2-3 0,-4 3 0,-2 2 0,0 1 0,-14-3 0,-3-4 0,-4 3 0,4-9 0,-6 1 0,0-6 0,0 0 0,6 0 0,2-2 0,3-3 0,-1-5 0,7-7 0,0-6 0,6-2 0,0-2 0,0-3 0,8-3 0,3-1 0,7-2 0,4-5 0,0 5 0,6-4 0,1 9 0,5 3 0,-5 7 0,0-2 0,-3 6 0,3 5 0,2-1 0,-8 7 0,-2 2 0,-2 2 0,-2 10 0,-2 2 0,-3 7 0,-5-8 0,1 7 0,2-7 0</inkml:trace>
  <inkml:trace contextRef="#ctx0" brushRef="#br0" timeOffset="4">29737 327 8912,'0'-18'0,"0"1"0,0 0 0,0 0 0,2 2 0,1 1 0,5 3 0,2-3 0,7 5 0,8-3 0,-1 1 0,1 1 0,6-3 0,-2 5 0,3 1 0,3-1 0,-3 2 0,-3 6 0,-6 2 0,-4 4 0,-2 5 0,0 12 0,-7 4 0,-5 8 0,-5 1 0,-5 4 0,-5 4 0,-7 7 0,0-1 0,0-4 0,-6 2 0,0-8 0,0 6 0,6-6 0,-1-4 0,1-5 0,0 1 0,0-3 0,-1 1 0,1-1 0,0-2 0,0-4 0,0-10 0,-1 4 0,-6 4 0,-3 6 0</inkml:trace>
  <inkml:trace contextRef="#ctx0" brushRef="#br0" timeOffset="5">29857 1255 8912,'-10'0'0,"3"0"0,7 0 0,0 0 0,7-6 0,5 1 0,3-9 0,2-3 0,1-10 0</inkml:trace>
  <inkml:trace contextRef="#ctx0" brushRef="#br0" timeOffset="6">30356 17 8912,'0'-18'0</inkml:trace>
  <inkml:trace contextRef="#ctx0" brushRef="#br0" timeOffset="7">30696-1 8803,'4'49'-121,"-3"2"-108,-2 1-1,1 6 1,0 0 229,0 3 0,0-1 0,0-3 0,-2 0 0,0 4 0,-1-1 0,-1-2 0,-2 0 0,-3 2 0,-1-1 0,-1-1 0,-1 0-151,-2 0 0,-1-1 0,0-8 0,-2-1 151,0-1 0,-1-2 0,-24 35 0,-4-11 0,-11-6 0,-6 0 0,-4-15 0,4 13 0,-4-15 0,-9-4 0,-10-4 0</inkml:trace>
  <inkml:trace contextRef="#ctx0" brushRef="#br0" timeOffset="8">26226 86 8912,'-40'8'0,"0"5"0,3 8 0,7 10 0,7 9 0,4 13 0,2 14 0,7 11 0,4 14 0,5-43 0,0 1 0,0 3 0,2 1 0,5 7 0,4 1 0,1 7 0,2 1 0,5 4 0,3 1-179,3 2 0,3-1 1,2 0-1,2-1 1,2-7-1,2-1 1,0 0-1,1-2 179,1-1 0,1-2 0,0-6 0,2-3 0,3-5 0,2-4 0,1-7 0,2-5 0,2-4 0,3-5 0,5-4 0,3-3 0,4-3 0,2-3 0,0-4 0,1-1 0,1-1 0,0-2 0,0-1 0,0 0 0</inkml:trace>
  <inkml:trace contextRef="#ctx0" brushRef="#br0" timeOffset="9">29461 2132 8912,'-9'-2'0,"1"-2"0,0-2 0,8 1 0,0 5 0,0-8 0,23-1 0,-4-9 0</inkml:trace>
  <inkml:trace contextRef="#ctx0" brushRef="#br0" timeOffset="10">30408 2184 8912,'9'-2'0,"-3"-4"0,-4 4 0,0-6 0,4 8 0,5 0 0,4 0 0,18-2 0,7-3 0,23-5 0,8-7 0</inkml:trace>
  <inkml:trace contextRef="#ctx0" brushRef="#br0" timeOffset="11">31733 2184 8912,'7'9'0,"-5"-1"0,6-8 0,-6 0 0,4 0 0,-3 0 0,9 0 0,-1 0 0,7 0 0</inkml:trace>
  <inkml:trace contextRef="#ctx0" brushRef="#br0" timeOffset="12">32593 2579 8912,'12'0'0,"-1"0"0,3 0 0,-9 0 0,-5 0 0,-5 2 0,-9 2 0,3 1 0,-1 9 0,-3-5 0,2 7 0,1-5 0,8-3 0,-3-1 0,5-5 0,-2 6 0,-2 0 0,0-7 0,6 7 0,0 0 0,0-4 0,0 7 0,0 1 0,0 5 0,0 0 0,0 8 0,0 3 0,0 1 0,0 5 0,0 5 0,0 12 0,0 3 0,0 3 0,0 2 0,0 4 0,0-3 0,0-1 0,0-6 0,0 5 0,0-7 0,0-5 0,-2 4 0,-3-5 0,3 3 0,-4-2 0,4 4 0,2-4 0,0 9 0,0 4 0,0 2 0,0 4 0,0 2 0,0 2 0,0 0-932,0-1 932,0 9 0,6 5 0,3 8 0,3-4 0,1-2 0,-1-4 0</inkml:trace>
  <inkml:trace contextRef="#ctx0" brushRef="#br0" timeOffset="13">32542 4659 8912,'0'60'0,"0"1"0,0 7 0,0-6 0,0 3 0,0-8 0,-2 8 0,-4-2 0,4 9 0,-4 3 0,2-2 0,-1-3 0,3-1 0,-4 0 0,4 3 0,2-3 0,0-4 0,0-13 0,0 7 0,0 4 0,0 11 0,0 7 0,0 5 0,0 5 0,0-1 0,0 8 0,0-47 0,0 1-287,0 2 0,0 1 0,0-2 0,0 1 287,0 43 0,3-47 0,0-1 0,3 43 0,-3-4 0,-1-6 0,4-6 79,0-7 1,0-2-80,-6-4 0,0 4 0,0-4 0,0-4 0,0-1 0,-2-3 0,-2 2 79,-2 6 1,-2 4-1,5 2-79,-3 0 0,-2 0 0,3-1 0,3 5-95,-4-4 1,4 3 94,2-9 0,0-3 0,0-1 0,2-2 0,4 0 0,-3 3 0,9-3 0,-8-4 189,1 5 1,3 1 0,-2-2-190,-2-1 0,-2-3 0,-2 4 41,0 1 1,-6 10 0,-2-3-1,1 0-41,-1 2 0,-4-2 0,7-2 0,-7 0 0,7-11 0,-7 1 0,6-13 0,-1 8 0,3-2 0,-4 2 0,-1-2 0,5 3 102,-2-3 1,4 4-103,2 1 0,0 1 0,0 0 0,0-1 0,0 1 0,0-1 0,0-1 0,0-6 0,0-10 0,0 1 0,0-7 0,0-1 0,0 2 0,0-8 0,0 2 0,0-4 0,0-2 0,0 2 0,0 2 0,0 2 0,0-2 0,0-2 0,0-2 0,0-7 0,0-2 0,0-24 0,0-7 0,0-7 0,-8-12 0,-1-2 0</inkml:trace>
  <inkml:trace contextRef="#ctx0" brushRef="#br0" timeOffset="14">32163 10299 8912,'-17'0'0,"-2"0"0,-4 0 0,11 0 0,-3 0 0,23 9 0,1 7 0,3 8 0,-1 9 0,1-1 0,5 14 0,-6 6 0,1 7 0,1 2 0,2 2 0,-3 4 0,-1-4 0,3-8 0,1-7 0,-3-6 0,-1-7 0,2-1 0,3-15 0,-5 2 0,1-15 0,-1 0 0,6-6 0,1-2 0,1-4 0,2-6 0,2-3 0,5-10 0,-5-3 0,6 1 0,-6-2 0,6 3 0,-7-3 0,9-2 0,-4 8 0,2 0 0,-1-1 0,1 5 0,5-4 0,-7 2 0,-4-2 0,-4 4 0,-9-14 0,-3 6 0</inkml:trace>
  <inkml:trace contextRef="#ctx0" brushRef="#br0" timeOffset="15">4939 1840 8912,'0'-18'0,"0"1"0,0 0 0,0 0 0,0 0 0,0 0 0,-6-1 0,0 1 0,1 0 0,-3 0 0,-3 0 0,1 1 0,-1 3 0,-3 1 0,5 7 0,-3-5 0,-1 3 0,-3-5 0,-1 6 0,0 1 0,-2 5 0,-2 0 0,-2 0 0,-8 1 0,3 5 0,-5-4 0,-1 6 0,-1-1 0,1 5 0,-6-3 0,-2 3 0,-2-1 0,-4-1 0,-4 5 0,-5-3 0,1 3 0,-7 2 0,6 0 0,-6 1 0,2-1 0,-4 0 0,4 2 0,1 4 0,5-4 0,9 4 0,-2 2 0,8-2 0,0 5 0,5-5 0,1 2 0,0-2 0,1-2 0,4 8 0,-1-6 0,7 5 0,-2-5 0,6 4 0,0 0 0,3-1 0,9-5 0,-5 2 0,8 2 0,-1-2 0,3 6 0,2-6 0,0 0 0,0-6 0</inkml:trace>
  <inkml:trace contextRef="#ctx0" brushRef="#br0" timeOffset="16">3252 2459 8912,'8'24'0,"-6"3"0,13 8 0,-5-7 0,7 1 0,0-8 0,2 2 0,2-4 0,2-2 0,8 0 0,-2 1 0,3-7 0,3 0 0,-3-1 0,-3 1 0,3 3 0,-3-8 0,3 7 0,3-2 0,-1-1 0,1-1 0,-1-1 0,1-4 0,9-2 0,7-2 0,1 0 0,5 0 0,-1 0 0,-1 0 0,4 0 0,2 0 0,-11 0 0,2 0 0,-10 0 0,4 0 0,-8 0 0,4 0 0,-2 0 0,0 0 0,2 0 0,-1 0 0,-3 0 0,8 0 0,-2-6 0,4 0 0,-4 3 0,-2 1 0,0 2 0,-2 0 0,-6-2 0,1-4 0,-3 4 0,-9-4 0,8 4 0,-3 2 0,-1-1 0,2-5 0,-2 4 0,3-6 0,-1 3 0,1-1 0,3-8 0,1 3 0,-1 1 0,-4-1 0,3 1 0,-3-1 0,-4-2 0,-2 7 0,-4-8 0,-2 3 0,2-4 0,0-2 0,0-1 0,-3 1 0,-3 0 0,4 0 0,-2-8 0,-3-4 0,1 3 0,-7-3 0,0 0 0,-6-5 0,0-1 0,0 1 0,0 0 0,0-1 0,-8 1 0,-3 0 0,-10-7 0,-4 1 0,-2 2 0,-4 2 0,-1 1 0,-3 1 0,-7 0 0,-4-1 0,-3 3 0,-3 3 0,-1-1 0,-5 7 0,-3 0 0,-8 6 0,-2 7 0,-3 6 0,-6 8 0,-5 7 0,1 5 0,4 1 0,7 0 0,16 0 0,7 0 0,16 1 0,7-7 0,4 1 0,12-9 0,3 13 0,2-12 0,1 7 0,-1-7 0,8 9 0,3-7 0,-1 0 0,8-6 0,1 5 0,10 1 0,6 0 0,11-6 0,-2 0 0,8 0 0,0 0 0,13-15 0,2-5 0</inkml:trace>
  <inkml:trace contextRef="#ctx0" brushRef="#br0" timeOffset="17">5817 1840 8912,'-18'0'0,"1"0"0,0 0 0,0-2 0,-1-4 0,9-4 0,3-7 0,18 0 0,7 0 0,6-2 0,5-4 0,10-4 0,8-9 0,8-4 0,7-6 0,17 0 0,-36 22 0,0 0 0,2-1 0,0 1 0,1-1 0,-1 2 0,1 2 0,-2 2 0,41-21 0,-7 3 0,-5 3 0,-7 0 0,-9-1 0,-1 8 0,-11 4 0,-2 4 0,2 2 0,-16 2 0,-1 3 0,-8 7 0,-11 3 0,-3 2 0,-7 0 0,-6 2 0,1 3 0,-9 3 0,3 4 0,-4-5 0,-10-7 0,-2 0 0</inkml:trace>
  <inkml:trace contextRef="#ctx0" brushRef="#br0" timeOffset="18">7021 705 8912,'-15'-2'0,"3"-4"0,5 2 0,7-7 0,2 5 0,3-5 0,7-1 0,11-3 0,5 4 0,5 5 0,7-2 0,0 2 0,6 8 0,-6 10 0,0 13 0,-5 9 0,-3 10 0,-3 6 0,-4 11 0,-8 8 0,-7 7 0,-5 10 0,-3-2 0,-2-4 0,-2-9 0,-3-12 0,-5-9 0,-7-23 0,0-3 0</inkml:trace>
  <inkml:trace contextRef="#ctx0" brushRef="#br0" timeOffset="19">8604 671 8912,'-11'-2'0,"-1"-2"0,-1-2 0,3 0 0,-1 6 0,-2 0 0,-3 0 0,1-2 0,4-3 0,-5 3 0,5-4 0,-5-3 0,-1 5 0,0-8 0,6 8 0,-1-1 0,8-5 0,-5 8 0,3-4 0,4 5 0,-6 4 0,8 9 0,8 1 0,4 16 0,3 1 0,2 11 0,0 8 0,2 12 0,2 4 0,2 6 0,6 7 0,-6-3 0,-2-3 0,-10-9 0,5-3 0,-5-9 0,-3-9 0,-2-7 0,-4-12 0,-2-18 0,-8-7 0,-2-15 0</inkml:trace>
  <inkml:trace contextRef="#ctx0" brushRef="#br0" timeOffset="20">8363 636 8912,'0'-11'0,"0"-1"0,0-1 0,0-2 0,0-3 0,-5 7 0,-1-1 0,0 7 0,8-7 0,4-1 0,5-2 0,7-3 0,4 1 0,7 0 0,11 0 0,-1 2 0,6 3 0,-6 4 0,1 8 0,-6 4 0,-5 8 0,-8 13 0,-8 11 0,-5 14 0,-8 7 0,-8 10 0,-3 1 0,-10 1 0,-2 6 0,-6-10 0,6-4 0,2-2 0,2-4 0,2-9 0,0-11 0,0-10 0</inkml:trace>
  <inkml:trace contextRef="#ctx0" brushRef="#br0" timeOffset="21">9000 722 8912,'10'27'0,"-5"-4"0,-3-4 0,-4-10 0,-3-3 0,3 4 0,-6-8 0,8 5 0,2-12 0,4-3 0,5-2 0,5-1 0,-1-6 0,-2-1 0,-1 1 0,-8 0 0,1 0 0,3 5 0,-2 1 0,-3 7 0,-8-2 0,1 5 0,-8 1 0,1 0 0,-6 1 0,0 7 0,-1 9 0,3 8 0,4 9 0,-3 7 0,8-1 0,1 7 0,5-1 0,0 4 0,0 2 0,2-8 0,3-4 0,7-12 0,9-5 0,2-6 0,-2-5 0,0-4 0,2-8 0,-2-8 0,8-4 0,-3-12 0,3-11 0,2-1 0,-8-10 0,-1 0 0,-4-5 0,-1-1 0,0 0 0,-5 9 0,-1 2 0,-7 7 0,2 5 0,-4-1 0,-2 7 0,0 8 0,-6 9 0,0 12 0,0 3 0,6 8 0,2 2 0,4 4 0,-2-2 0,7 8 0,1-6 0,5 6 0,-2-8 0,1 2 0,-3-4 0,0-2 0,6-8 0,-7-3 0,3 4 0,2-8 0,1 3 0,-1-10 0,0-7 0,0-3 0,-1-2 0,-3-2 0,-2-4 0,-5 4 0,6-4 0,-9 3 0,3 3 0,-2-6 0,2 0 0,-4 6 0,3 6 0,-3-1 0,-2-5 0,-7 8 0,5 1 0,-6 8 0,0 0 0,7 2 0,-5 4 0,10-3 0,1 9 0,7-1 0,-6 7 0,7-1 0,-2 0 0,5 0 0,1 0 0,0 0 0,-2 3 0,-1 1 0,-3 2 0,1-1 0,5-4 0,-6-1 0,1 0 0,-8 0 0,1 0 0,-3 1 0,-4-1 0,-1 0 0,-3 0 0,-7 0 0,1 1 0,-5-7 0,-6 1 0,4-9 0,-4 3 0,4-4 0,3-4 0,3-4 0,2-5 0,7-4 0,-12-10 0,7-2 0</inkml:trace>
  <inkml:trace contextRef="#ctx0" brushRef="#br0" timeOffset="22">10084 688 8912,'-7'9'0,"-3"5"0,-7-7 0,-2 3 0,-4 3 0,9 8 0,-3 2 0,6 6 0,-1-4 0,7 1 0,3 5 0,4 0 0,3-3 0,5-3 0,7-8 0,2 0 0,4 1 0,-4-9 0,4-3 0,-4-6 0,-2-6 0,6-9 0,0-8 0,-5-8 0,-7 3 0,-1-5 0,1-1 0,-3-6 0,-8 0 0,0 5 0,0 7 0,-8 5 0,-3-4 0,-5 4 0,-1 8 0,-6-1 0,0 11 0,0 1 0,6 10 0,2 3 0,3 8 0,-1 2 0,7 2 0,2 2 0,2-2 0,2-2 0,0-1 0,8-1 0,9 0 0,10 0 0</inkml:trace>
  <inkml:trace contextRef="#ctx0" brushRef="#br0" timeOffset="23">10274 774 8912,'11'-2'0,"1"-4"0,-9 2 0,3-7 0,-4 7 0,-2-11 0,0 13 0,0-4 0,0 12 0,0 3 0,0 8 0,0 8 0,0-6 0,0 6 0</inkml:trace>
  <inkml:trace contextRef="#ctx0" brushRef="#br0" timeOffset="24">10325 1014 8912,'0'25'0,"0"4"0,0-4 0,0-2 0,2-4 0,4-2 0,-4 0 0,5-7 0,-7-5 0,0-12 0,0-10 0,0-8 0,0-10 0,0 1 0,0 0 0,0-8 0,0-4 0,6 4 0,0 2 0,2 3 0,-3 3 0,5-1 0,-1 1 0,7 7 0,-5 4 0,4 6 0,3 6 0,5 3 0,0 8 0,7 2 0,-1 4 0,3 5 0,3 12 0,-1-4 0,1 4 0,-1-4 0,0-2 0,1-1 0,-1-5 0,1 3 0,-1-9 0,-1-1 0,-5-10 0,-1-3 0,-4-8 0,-6-1 0,2 1 0,-7-2 0,-5-4 0,-1 4 0,-6-4 0,-7 4 0,-5 2 0,-3 2 0,-2 3 0,-3 3 0,-1 5 0,-2-2 0,2 2 0,0 4 0,-2 6 0,8-2 0,-8 7 0,14 1 0,-9 5 0,11 2 0,-5 4 0,8-4 0,-1 4 0,3-4 0,2-2 0,0 0 0,2 1 0,3-1 0,-1-8 0,8-3 0,-6-4 0,5-2 0,2 0 0,3-2 0,1-4 0,-6-3 0,1-8 0,-6-1 0,5 1 0,-7 0 0,4 0 0,-3 0 0,1 0 0,2 7 0,-3 4 0,-1 4 0,8 2 0,-7 0 0,7 2 0,1 4 0,3 5 0,1 12 0,0 6 0,0 3 0,0 3 0,3-1 0,1 1 0,1-3 0,0-3 0,-3-4 0,-2-8 0,0-2 0,0-3 0,0-5 0,1-7 0,-7-9 0,1-9 0,-3-6 0,5-11 0,-5-1 0,-1-4 0,-2-4 0,-6-8 0,0-1 0,0-4 0,-2 3 0,-4-3 0,-4 1 0,-7-1 0,6 4 0,-1-3 0,1 10 0,1 12 0,1 9 0,3 14 0,4 5 0,-4 12 0,4 13 0,2 15 0,6 10 0,0 13 0,5 10 0,-5 8 0,7-1 0,-1-5 0,3-2 0,2-4 0,6 8 0,0-8 0,6 2 0,-6-8 0,7-9 0,-1 3 0,9-7 0,2-4 0,-1-11 0,-3-16 0,-2-5 0</inkml:trace>
  <inkml:trace contextRef="#ctx0" brushRef="#br0" timeOffset="25">12287 533 8912,'-10'-10'0,"3"5"0,7 10 0,0 7 0,0 11 0,6 4 0,1 9 0,3 2 0,3 2 0,2 8 0,3-2 0,-7 3 0,1 3 0,-1 0 0,6-1 0,0 1 0,-1-3 0,-3-3 0,-1-6 0,-9-3 0,13-11 0,-7-1 0</inkml:trace>
  <inkml:trace contextRef="#ctx0" brushRef="#br0" timeOffset="26">12184 1186 8912,'-17'-9'0,"1"-7"0,5 5 0,-5-4 0,9-2 0,-5-1 0,9 1 0,14 0 0,2 0 0,16 0 0,2-1 0,9 1 0,-2-6 0,8 0 0,-8-7 0,2 1 0,-3 2 0,-3-1 0,-1 1 0,-5-4 0,-5 5 0,-4 1 0,-3 2 0,-5 6 0,-1 0 0,-5-1 0,-3 9 0,6 1 0,-10 10 0,-2 4 0,-2 5 0,1 6 0,5 6 0,0 6 0,0 3 0,0 11 0,0 2 0,5-1 0,1 0 0,-2 0 0,-2 0 0,0-6 0,4 2 0,-4-3 0,3-3 0,-3-7 0,-2-4 0,0-4 0,0-2 0,8-7 0,-6-10 0,3-12 0,-3-5 0,-2-6 0,6 4 0,0-4 0,5-2 0,-5 2 0,7 0 0,-1 6 0,3 6 0,2 1 0,1 3 0,-1 3 0,6 2 0,0 2 0,7 0 0,-1 0 0,5 0 0,5 0 0,1 2 0,-2 3 0,-2-3 0,-1 4 0,-7-4 0,1-2 0,-8-2 0,2-4 0,-4-5 0,-2-4 0,-5-3 0,-1 1 0,-7 0 0,2 0 0,-6 2 0,-6 1 0,-3 3 0,-1-3 0,-11 7 0,4 1 0,-4 4 0,4 10 0,-1 3 0,3 4 0,4 3 0,-3 6 0,9 5 0,-1-2 0,6 2 0,0 1 0,0 3 0,2-7 0,3-3 0,5 2 0,7-2 0,2-2 0,4-10 0,-2 3 0,8-8 0,0-3 0,5-8 0,1-5 0,-1-22 0,0-5 0</inkml:trace>
  <inkml:trace contextRef="#ctx0" brushRef="#br0" timeOffset="27">13715 499 8912,'-26'-16'0,"3"3"0,3 3 0,3 3 0,6 1 0,-1 6 0,7 2 0,-7 4 0,6 5 0,-5 12 0,7 4 0,-2 9 0,4 2 0,2 2 0,0 8 0,0-2 0,2 4 0,4 1 0,4 7 0,7-1 0,0 0 0,0-5 0,0-6 0,1-1 0,-3-6 0,-4 1 0,3-4 0,-8-3 0,-3-5 0,-1-5 0,-2-4 0,0-2 0,-7 1 0,-3-1 0</inkml:trace>
  <inkml:trace contextRef="#ctx0" brushRef="#br0" timeOffset="28">13354 1135 8912,'-10'0'0,"3"-2"0,7-4 0,0 2 0,2-7 0,3-3 0,7-1 0,11-4 0,5-4 0,13-4 0,5-7 0,3 0 0,3-1 0,-1 8 0,-1 6 0,-2 6 0,-2 4 0,-8-1 0,-3-13 0,-11-1 0</inkml:trace>
  <inkml:trace contextRef="#ctx0" brushRef="#br0" timeOffset="29">14008 516 8912,'-6'-17'0,"0"-1"0,1 3 0,-3 4 0,6 1 0,-4 4 0,4 6 0,2 0 0,0 10 0,0 19 0,0 5 0,0 14 0,0 3 0,0 1 0,0 5 0,0 4 0,0 2 0,2 0 0,4 6 0,-2-12 0,7 7 0,1-11 0,5-7 0,0-6 0,0-4 0,1-9 0,-1-4 0,6-12 0,0-5 0,0-4 0,-6-2 0,0-8 0,0-3 0,-7-4 0,5-10 0,-5-2 0</inkml:trace>
  <inkml:trace contextRef="#ctx0" brushRef="#br0" timeOffset="30">13956 842 8912,'-17'25'0,"7"-11"0,5 3 0,3-4 0,4 4 0,3 1 0,7-9 0,11-3 0,6-4 0,11-2 0,0-8 0,11-3 0,-3-10 0,10-2 0,3-8 0,2 3 0,-4-3 0,-1 2 0,-5-3 0,-1 5 0</inkml:trace>
  <inkml:trace contextRef="#ctx0" brushRef="#br0" timeOffset="31">14662 52 8912,'-10'1'0,"4"7"0,5 9 0,1 27 0,0 27 0,0 24 0,0-37 0,0 1 0,0 7 0,0 2 0,0 3 0,0 1 0,0 0 0,0-1-56,-1-2 1,2 0 0,1-4 0,1 0 0,1-3 0,0 0 0,0-5 0,2-1 55,0-7 0,1-1 0,8 38 0,2-17 0,6-10 0,0-7 0,2-3 36,-2-9 0,-2-5 1,6-10-37,-2-6 0,-10 2 0,-7-12 0</inkml:trace>
  <inkml:trace contextRef="#ctx0" brushRef="#br0" timeOffset="32">21270 2355 8912,'9'0'0,"-1"0"0,-8 0 0,0 0 0,0-7 0,0 5 0,0-6 0,0 6 0,0-3 0,2 3 0,4-4 0,-4 4 0,5 2 0,-7 0 0,0 0 0,8 0 0,-6 0 0,6 0 0,-8 0 0,0 0 0,0-8 0,1 7 0,5-5 0,-4 4 0,6 2 0,-8 0 0,0 0 0,0-8 0,0 6 0,0-5 0,0 7 0,2 0 0,3 0 0,-3 0 0,6 0 0,-8 0 0,0 0 0,0-8 0,0 6 0,0-6 0,0 8 0,0 0 0,0 8 0,0-4 0,0 7 0,0 1 0,0 5 0,0 8 0,0 4 0,0 3 0,0 2 0,0 8 0,0 4 0,0 4 0,0 2 0,0-7 0,0 1 0,0-2 0,0 2 0,6 2 0,-1-8 0,-1-2 0,-2-2 0,-2-3 0,0-4 0,0-5 0,0-6 0,0-1 0,0-8 0,0-1 0,0-8 0,0 0 0,0-8 0,0 4 0,0-7 0,0 7 0,0-11 0,0 3 0,0-3 0,0-2 0,0-6 0,0 0 0,0-7 0,0 1 0,-6-2 0,1 3 0,-1-5 0,6 5 0,0-3 0,0 2 0,0-3 0,0 3 0,-2-3 0,-4-3 0,4 7 0,-3-1 0,3 0 0,2 3 0,0-5 0,0 8 0,-8 0 0,6 6 0,-5 7 0,7 3 0,0 7 0,0 9 0,0 7 0,0 9 0,0 7 0,0-1 0,0 9 0,0 4 0,0 1 0,0 5 0,0 2 0,0-1 0,0 1 0,0 1 0,0 5 0,-2-5 0,-4 4 0,2 3 0,-5-3 0,1-2 0,4-1 0,0-12 0,-2-8 0,5-7 0,-5-10 0,4 0 0,2-7 0,0-10 0,0-10 0,0-7 0,0 0 0,0-8 0,0-3 0,0-5 0,0-1 0,6-1 0,-1 1 0,1-6 0,-6 0 0,0 0 0,0 5 0,0 1 0,0-1 0,0-5 0,0 0 0,0-2 0,0 2 0,6 4 0,0-4 0,-1 3 0,-5 3 0,0 1 0,0 3 0,0 3 0,0 2 0,0 2 0,0 6 0,0 6 0,0-1 0,0 8 0,0-3 0,0 9 0,0 3 0,0-3 0,0 14 0,0-5 0,0 12 0,0 6 0,0 13 0,0 9 0,2 3 0,2 9 0,2 2 0,-2 2 0,3 1 0,-1 1 0,5-2 0,-5-4 0,2-6 0,-2-11 0,-4-4 0,3-9 0,-3-5 0,-2-10 0,0-13 0,0-10 0,0 1 0,0-8 0,6-1 0,0-10 0,-1-4 0,-5-7 0,0-2 0,0-5 0,0 3 0,0-8 0,-2 1 0,-3-7 0,3 0 0,-4 1 0,-2-1 0,3 3 0,-1-1 0,-2-2 0,4 10 0,-7-9 0,7 11 0,-2-1 0,-1 5 0,1 2 0,0 7 0,6 10 0,0 9 0,0 16 0,0 3 0,0 1 0,0 5 0,0 0 0,0 18 0,0-3 0,0 14 0,0 2 0,0 1 0,6 3 0,0-1 0,0 1 0,-6 0 0,0 5 0,0 0 0,5 1 0,1-7 0,0 1 0,-6-3 0,0-3 0,0-6 0,0-5 0,0-7 0,2-5 0,3-11 0,-3-5 0,6-8 0,-8-5 0,0-6 0,0-5 0,0-6 0,0-5 0,0-13 0,2-2 0,4-9 0,-4-7 0,3-4 0,-3-2 0,-2 2 0,0 2 0,0 5 0,0 1 0,0 5 0,0 2 0,0 14 0,0-2 0,0 13 0,-6 0 0,1 6 0,-1 7 0,6 2 0,0 10 0,0 4 0,0 5 0,0-1 0,0 2 0,0 1 0,0 10 0,0 5 0,0 13 0,0 10 0,0 12 0,0 8 0,0 0 0,0-5 0,0 1 0,0-7 0,0-3 0,2-8 0,4-8 0,-4-1 0,13-21 0,-13-4 0,3-15 0,-3-4 0,-2-13 0,2-4 0,4-13 0,-4-6 0,4-2 0,-4-2 0,-2-4 0,0-2 0,0-1 0,-6-1 0,0 0 0,-5 7 0,3 1 0,-2 0 0,-3 0 0,3 6 0,-1-3 0,1 13 0,-1 5 0,1 11 0,5 7 0,3 7 0,-4 9 0,4 12 0,2 19 0,0 15 0,0 4 0,0 14 0,0-6 0,0-6 0,6-4 0,0-7 0,7-5 0,-2-7 0,-1-1 0,1-16 0,1 0 0,5-6 0,-5-2 0,-1-4 0,3-5 0,-7-4 0,-7-17 0,-9-4 0</inkml:trace>
  <inkml:trace contextRef="#ctx0" brushRef="#br0" timeOffset="33">11168 3937 8912,'18'0'0,"-1"0"0,-8 0 0,-1 2 0,-8 4 0,0-2 0,0 7 0,0 1 0,0 7 0,-2 4 0,-4 5 0,4 7 0,-3 5 0,3 6 0,2 3 0,0 9 0,0-1 0,0 16 0,0 1 0,0 8 0,0 4 0,0-2 0,0-2 0,0-5 0,0-7 0,0 1 0,0-14 0,0-7 0,0-10 0,2-3 0,3-3 0,-1-2 0,8-3 0,-3 2 0,5-7 0,-3 1 0,3 0 0,-1 4 0,-2-6 0,-3 0 0,-8-6 0,0 0 0,0 0 0,-6 2 0,-1 2 0,-1 4 0,0 2 0,-3 2 0,5 5 0,-5 0 0,5 1 0,0-1 0,4 2 0,-1 3 0,-3 1 0,-6 6 0,7-6 0,-9 7 0,5-3 0,-9 8 0</inkml:trace>
  <inkml:trace contextRef="#ctx0" brushRef="#br0" timeOffset="34">11168 6946 8912,'0'42'0,"0"2"0,-1 2 0,-5 0 0,2-8 0,-8 2 0,9 4 0,-3 2 0,4 3 0,2 3 0,0 0 0,0-1 0,0-5 0,0 0 0,0-2 0,0 2 0,6-4 0,-1-8 0,1-5 0,-6-1 0,0-1 0,0 4 0,0-5 0,0-1 0,0 6 0,0-2 0,0 5 0,0 6 0,0 4 0,0 8 0,6 1 0,0 4 0,-1-3 0,-3 3 0,2-3 0,2-3 0,5 3 0,-5 3 0,0-9 0,-6 3 0,0-9 0,0 4 0,-2 2 0,-4 9 0,4-3 0,-3 3 0,3-3 0,2-3 0,0 6 0,0 1 0,0-1 0,0-5 0,0-1 0,0 1 0,0 1 0,0 5 0,0-5 0,0 4 0,0 1 0,0-5 0,2-3 0,3 0 0,-3-14 0,4-2 0,2-5 0,-3 0 0,1 3 0,-6-3 0,0 5 0,0 6 0,-6 0 0,1 12 0,-7-1 0,6 18 0,-5-6 0,5 8 0,0-6 0,-1 0 0,5-6 0,-4-2 0,2-3 0,-1-3 0,3 1 0,-4 0 0,-2-5 0,3 5 0,-3-10 0,2 10 0,-1-10 0,-5 3 0,2-4 0,5 4 0,1-1 0,-6 2 0,3-6 0,3-3 0,2-1 0,2 4 0,0-4 0,0 4 0,0-3 0,0-3 0,0 1 0,0-1 0,0 0 0,0 1 0,0 5 0,0 0 0,0 8 0,0-2 0,0 3 0,0 10 0,0 3 0</inkml:trace>
  <inkml:trace contextRef="#ctx0" brushRef="#br0" timeOffset="35">11082 12654 8912,'0'52'0,"-5"-8"0,-1-4 0,-6-2 0,7 2 0,-3-2 0,2 8 0,4-6 0,-3 6 0,-3-8 0,2 2 0,1 8 0,3 0 0,-2 0 0,-2 1 0,-5 1 0,5 2 0,-2-3 0,2-3 0,-1 4 0,-5-4 0,3-2 0,3 1 0,-3 1 0,-9 6 0,1-1 0</inkml:trace>
  <inkml:trace contextRef="#ctx0" brushRef="#br0" timeOffset="36">10928 14906 8912,'-18'50'0,"1"-4"0,2-2 0,3-4 0,-1-2 0,7 8 0,-1 0 0,1 6 0,2-7 0,-6 1 0,1 2 0,-1 2 0,6 1 0,-1 1 0,3-8 0,2-4 0,2-4 0,3-1 0,-3-3 0,4-3 0,2-3 0,-2-3 0,1-2 0,-1 8 0,-4 5 0,4 7 0,-3 1 0,3-2 0,-4-2 0,4 8 0,-4 0 0,-2 5 0,0-5 0,0 0 0,0 2 0,0 1 0,0 1 0,0-4 0,-2 2 0,-4-8 0,-2 0 0,-3-6 0,-2 4 0,7-3 0,-6-5 0,7-12 0,-1-1 0,6 0 0,0 0 0,0-5 0,0-1 0,2-7 0,3 2 0,-1-3 0,8 3 0,-8 4 0,1 7 0,3 0 0,-2 0 0,1 2 0,-1 4 0,-4-4 0,4 4 0,-2 2 0,1-2 0,-3 0 0,4-6 0,-4 6 0,-2 0 0,0 0 0,0-6 0,0 0 0,0 1 0,0-1 0,8 0 0,-5 0 0,9 0 0,-8 0 0,1 1 0,-1-7 0,2 1 0,-4-1 0,6 6 0,-7-5 0,5-1 0,-4-7 0,6 4 0,-8-8 0,0 0 0,0-8 0,0 6 0,-8-6 0,6 16 0,-5 2 0,7 7 0,0 0 0,0-5 0,0-1 0,0-7 0,0 11 0,0-13 0,0 6 0,0-18 0,0-5 0,0-6 0,0 0 0,0-4 0,0 2 0,0 0 0,0 6 0,0 0 0,0-1 0,0 9 0,0 1 0,0 12 0,0 8 0,0 1 0,0 16 0,0-6 0,0 3 0,0-1 0,0-4 0,0-2 0,0-2 0,1-7 0,5-4 0,-4-12 0,4-5 0,-4-18 0,-2-7 0,2-6 0,3-6 0,-3 6 0,4 2 0,-4 5 0,-2 7 0,0 3 0,0 15 0,0 12 0,0 17 0,0 14 0,0 9 0,0 9 0,0-1 0,0-4 0,0-4 0,0-8 0,0-13 0,0-4 0,6-20 0,1-11 0,1-20 0,0-22 0,-10-20 0,-8-19 0</inkml:trace>
  <inkml:trace contextRef="#ctx0" brushRef="#br0" timeOffset="37">11857 16402 8912,'0'-17'0,"0"-2"0,0-2 0,0-2 0,0 2 0,0 2 0,0 7 0,0 1 0,-2 7 0,-2 0 0,-2 8 0,-1 8 0,3 11 0,-4 7 0,-1 8 0,3 6 0,-6 8 0,3 5 0,-5 4 0,5 4 0,1 6 0,-3 2 0,5-5 0,0 1 0,6 0 0,0-8 0,0-4 0,0-19 0,2-9 0,4-10 0,5-7 0,5-5 0,1-7 0,6-7 0,0-5 0,7-13 0,-1-9 0,4-6 0,1-6 0,0-2 0,1 8 0,-8 0 0,-4 6 0,-6-5 0,-6 5 0,-3 4 0,-16 5 0,-1-2 0</inkml:trace>
  <inkml:trace contextRef="#ctx0" brushRef="#br0" timeOffset="38">11857 16574 8912,'-10'8'0,"3"1"0,7 9 0,0 6 0,0 5 0,1 19 0,5 9 0,4 16 0,7 9 0,2 4 0,4 0 0,-2-6 0,8-17 0,-6-6 0,5-11 0,1-8 0,5-15 0,-7-7 0,-2-24 0,-15-9 0,-3-10 0</inkml:trace>
  <inkml:trace contextRef="#ctx0" brushRef="#br0" timeOffset="39">12356 16677 8912,'-29'35'0,"2"-1"0,3 2 0,2 5 0,11 2 0,5 9 0,4-2 0,2-4 0,14-4 0,3-8 0,6-7 0,0-4 0,4-12 0,7-5 0,-1-4 0,-5-2 0,5-10 0,-5-7 0,-3-8 0,-2-9 0,-6-6 0,-5 0 0,-4-2 0,-8 1 0,0 7 0,0 0 0,-8 1 0,-4 10 0,-9 0 0,-3 6 0,-3 2 0,-4 3 0,4 3 0,-1 3 0,7 4 0,-2-4 0,4 5 0,9 8 0,4 5 0,6-3 0,6 3 0,9-9 0,8 3 0,8-4 0,-2-2 0,1-8 0,1-3 0,-3-4 0,9-10 0,7-2 0</inkml:trace>
  <inkml:trace contextRef="#ctx0" brushRef="#br0" timeOffset="40">12838 16540 8912,'-18'0'0,"1"0"0,2 7 0,3 5 0,-3 5 0,4 6 0,3 6 0,2 11 0,4 4 0,2 7 0,2 7 0,4-3 0,7-5 0,8-8 0,6-8 0,8-5 0,-5-6 0,5-12 0,-10-5 0,9-12 0,-9-5 0,3-12 0,-6-12 0,0-10 0,-10-5 0,-6-2 0,-4 1 0,-2-1 0,-14 1 0,-3-1 0,-14 2 0,-3 4 0,-8 6 0,-10 12 0,-5-1 0,0 12 0,1 7 0,3 6 0,9 8 0,3 8 0,7 7 0,5 15 0,4 1 0,8-1 0,-8 0 0,-1 1 0</inkml:trace>
  <inkml:trace contextRef="#ctx0" brushRef="#br0" timeOffset="41">19893 2923 8912,'0'-12'0,"0"1"0,0-2 0,6 13 0,0 5 0,-2 9 0,-3 3 0,-1 8 0,0 3 0,0 5 0,0 1 0,0 14 0,2 5 0,2 7 0,2 5 0,0 7 0,-6 3 0,-8 14 0,-2-1 0</inkml:trace>
  <inkml:trace contextRef="#ctx0" brushRef="#br0" timeOffset="42">19996 5278 8912,'-24'25'0,"5"-6"0,-4 6 0,5-2 0,7 0 0,-4 7 0,3-1 0,-11 4 0,-4 1 0</inkml:trace>
  <inkml:trace contextRef="#ctx0" brushRef="#br0" timeOffset="43">21012 2201 8912,'0'-12'0,"0"1"0,0-3 0,2 7 0,3 1 0,7 4 0,1 4 0,1 4 0,-5 5 0,-1 5 0,-2 8 0,-6 7 0,0 5 0,0 4 0,-2 8 0,-4-2 0,2 4 0,-5-1 0,-1-1 0,0-2 0,1-2 0,-3 2 0,-1 1 0,7-6 0,1-9 0,5-9 0,0-4 0,1-4 0,5-3 0,4-5 0,9-7 0,2 0 0,2 0 0,6-7 0,-6-5 0,1-1 0,-1 2 0,-4-5 0,4 5 0,-9-3 0,-3 3 0,1-4 0,-3 5 0,7-7 0,-15 7 0,7 3 0,-8 7 0,-2 0 0,-4 0 0,5 2 0,-5 3 0,4 9 0,2 7 0,0 0 0,0 7 0,0 3 0,0 9 0,0-2 0,0 8 0,-6 0 0,0 6 0,-9-1 0,-2 1 0,-8-1 0,-9 1 0,-10-1 0,-8 1 0,-9-2 0,-6-4 0,-2-4 0,0-8 0,8-9 0,4-8 0,11-6 0,6-5 0,11-4 0,4-2 0,16-9 0,3-7 0,12 3 0,5 1 0,4 7 0,3-7 0,-1-7 0,0-8 0</inkml:trace>
  <inkml:trace contextRef="#ctx0" brushRef="#br0" timeOffset="44">17914 4350 8912,'-11'-12'0,"1"1"0,1-1 0,-1 3 0,6-6 0,-1 3 0,10 3 0,7-1 0,5 1 0,6-1 0,4 6 0,7-2 0,0 5 0,1 2 0,-1 5 0,1 6 0,3 9 0,-4 2 0,3 15 0,-14 2 0,0 8 0,-6 3 0,-8 7 0,-3-1 0,-4 8 0,-4-2 0,-6 4 0,-9 1 0,-2-6 0,-10-5 0,3-11 0,-3-6 0,2-11 0,4-7 0,4-2 0,-4-13 0,12-7 0,3-7 0,8-11 0,0-6 0,0-5 0,0-4 0,0-1 0,2-6 0,4 0 0,3 2 0,1 1 0,5 5 0,-3 3 0,3 2 0,2 4 0,2 10 0,4-4 0,-2 11 0,8 0 0,-6 5 0,6 1 0,-3 7 0,3 5 0,2 3 0,-8 2 0,-1 0 0,3 1 0,-6-1 0,4 0 0,-5 0 0,-7 0 0,4-5 0,-3-1 0,3-7 0,-5-4 0,-3-10 0</inkml:trace>
  <inkml:trace contextRef="#ctx0" brushRef="#br0" timeOffset="45">18792 4505 8912,'-17'0'0,"-1"0"0,1 0 0,0 0 0,2-2 0,3-4 0,5-4 0,16-7 0,8 0 0,3-2 0,8-4 0,1 4 0,5-4 0,1-2 0,-1 2 0,-5-2 0,-1 2 0,-6 4 0,0-4 0,1 4 0,-5 2 0,3 0 0,-10 0 0,-5 7 0,-6 4 0,-6 6 0,-5 6 0,-10 0 0,3 11 0,-3-4 0,4 10 0,2-3 0,3-3 0,-1 6 0,7 0 0,1-1 0,5-4 0,0-1 0,0 0 0,0-5 0,0-1 0,7-1 0,5 1 0,3 4 0,2-3 0,0-3 0,1 3 0,1-7 0,4 7 0,-4-1 0,4 7 0,-4-1 0,-2 0 0,0 2 0,-1 2 0,-5 4 0,-5 2 0,1-1 0,-1 5 0,-4-4 0,-6-2 0,0 3 0,-7-5 0,-1-6 0,-7-7 0,-2-4 0,-2-8 0,0-8 0,6-13 0,-8-11 0,-1-10 0</inkml:trace>
  <inkml:trace contextRef="#ctx0" brushRef="#br0" timeOffset="46">18964 4195 8912,'-8'-17'0,"6"0"0,-3 0 0,3-3 0,2-2 0,2 2 0,3-3 0,11-1 0,7 1 0,7-6 0,-3 4 0,2 0 0,-1 1 0,1 1 0,5 5 0,-7 9 0,-4 1 0,-4 1 0,-1 5 0,-1-6 0</inkml:trace>
  <inkml:trace contextRef="#ctx0" brushRef="#br0" timeOffset="47">19446 4144 8912,'-17'-6'0,"-1"0"0,9 0 0,1 4 0,8-3 0,4 3 0,6-4 0,7 4 0,11 12 0,1 5 0,4 8 0,1 4 0,6-4 0,0 5 0,2 1 0,-1 5 0,-5 1 0,4-1 0,-2-1 0,2-5 0,-5 3 0,-1-8 0,-1 0 0,-10-6 0,-8-10 0,-9-7 0,-4-15 0,-2-12 0</inkml:trace>
  <inkml:trace contextRef="#ctx0" brushRef="#br0" timeOffset="48">19824 3972 8912,'-17'0'0,"0"0"0,6 0 0,-1 0 0,2 3 0,-3 9 0,2 13 0,-3 11 0,-1 16 0,-2 11 0,0 11 0,-1 8 0,3 6 0,4 4 0,-5 1 0,5-1 0,3-19 0,2-4 0,6-14 0,6-9 0,-4-12 0,4-11 0,-4-11 0,5-20 0,3-11 0</inkml:trace>
  <inkml:trace contextRef="#ctx0" brushRef="#br0" timeOffset="49">17966 6207 8912,'-23'0'0,"0"0"0,2 0 0,2 0 0,2 0 0,-1 0 0,9 0 0,11-6 0,13-2 0,8-1 0,4-5 0,1-1 0,7-2 0,-1 0 0,1 0 0,3-1 0,-4 1 0,5 8 0,-13 3 0,1 4 0,-4 2 0,-4 0 0,-2 0 0,-7 13 0,-4 6 0,-4 4 0,-2 2 0,-2 12 0,-4-3 0,-4 2 0,-7-7 0,6 3 0,-1-3 0,3 2 0,-3-3 0,-1-3 0,7-8 0,0 0 0,8 1 0,4-3 0,5-4 0,7-3 0,5-8 0,-2 0 0,7 0 0,-5 0 0,6 0 0,-2 0 0,1 0 0,-3-6 0,-8 1 0,1-1 0,-1 6 0,-8 2 0,-3 3 0,-6 11 0,-6 7 0,-3 7 0,-8-1 0,-6 3 0,0 1 0,2-5 0,2-5 0,0-3 0,-4-3 0,9-8 0,-3-3 0,4-19 0,-12-6 0,-2-16 0</inkml:trace>
  <inkml:trace contextRef="#ctx0" brushRef="#br0" timeOffset="50">18396 6035 8912,'0'-35'0,"2"9"0,4 3 0,-4 4 0,5 1 0,-1 1 0,0 0 0,7 8 0,-1 3 0,5 2 0,6-2 0,4 4 0,7-3 0,-2 10 0,-3 7 0,4 3 0,-5 2 0,-1 8 0,2 4 0,-14-3 0,0 3 0,-5 2 0,-6 1 0,-2-3 0,-2-1 0,-2-6 0,-4 0 0,-4-2 0,-7-11 0,0-3 0,2-6 0,3-6 0,-1-11 0,7-12 0,0-7 0,6-10 0,2 2 0,4-7 0,9-3 0,10 6 0,4-3 0,7 1 0,-1 10 0,5 0 0,-4 9 0,-1 3 0,-3 9 0,-3 1 0,-4 7 0,-8 5 0,0 4 0,0-4 0,-7 5 0,-10 6 0,-12 1 0,-3 0 0,-2-6 0,0 6 0,-1-1 0,1 9 0,0-3 0,0 4 0,0 3 0,1 1 0,5 4 0,-3-2 0,9 7 0,-1-7 0,6 2 0,0 2 0,0-2 0,2 0 0,4-6 0,1 0 0,7-1 0,-3-5 0,2-5 0,3-4 0,1-2 0,0 0 0,0-14 0,1-7 0,-3-7 0,-4-9 0,3-7 0,-9 4 0,1-8 0,-6 3 0,0 1 0,0-2 0,0 0 0,-2-4 0,-2 6 0,-1 10 0,-9 0 0,5 15 0,-1 1 0,3 18 0,7 14 0,0 7 0,7 7 0,5 12 0,3 6 0,2 4 0,2-4 0,4 0 0,2-2 0,4 1 0,3-2 0,-3-9 0,4 0 0,1 1 0,6-9 0,0-3 0,-3-5 0,-7-7 0,3-3 0,-7-8 0</inkml:trace>
  <inkml:trace contextRef="#ctx0" brushRef="#br0" timeOffset="51">19773 5450 8912,'-6'-25'0,"0"-1"0,1-3 0,-1 2 0,0 2 0,2 4 0,0 4 0,-1 6 0,1-3 0,-8 9 0,7 8 0,-7 15 0,6 14 0,-5 14 0,7 4 0,-2 3 0,6 3 0,6 1 0,-2 0 0,7-5 0,3-1 0,1 1 0,2-1 0,1 1 0,5-8 0,-1-6 0,-1-7 0,-1-8 0,4-12 0,-4-13 0,3-15 0,-12-15 0,-3-12 0</inkml:trace>
  <inkml:trace contextRef="#ctx0" brushRef="#br0" timeOffset="52">19945 5433 8912,'-10'-8'0,"-5"6"0,13-5 0,-6 9 0,8 3 0,8 5 0,4 7 0,3-5 0,4-1 0,2 1 0,2-3 0,2 5 0,-2-9 0,-4 1 0,4-6 0,2 0 0,-2 0 0,0-2 0,-6-4 0,0-3 0,0-8 0,-5-1 0,-3 1 0,-1 0 0,-4 0 0,3-6 0,-1 0 0,2 0 0,-3 6 0,-1-6 0,8 0 0,-1-6 0,6 6 0,1-7 0,7 3 0,1-7 0</inkml:trace>
  <inkml:trace contextRef="#ctx0" brushRef="#br0" timeOffset="53">20564 5141 8912,'-19'0'0,"-4"0"0,4 5 0,-4 3 0,4 2 0,2 3 0,0-3 0,-1 1 0,7 2 0,0 10 0,7-4 0,-2 6 0,4-2 0,2 0 0,0 6 0,0-6 0,8 0 0,1-6 0,8 0 0,1-7 0,-1-5 0,-6-3 0,1-2 0,1-2 0,3-3 0,-1-11 0,-4-7 0,5-7 0,-5 1 0,2 2 0,-1-1 0,3 1 0,-3-2 0,1-1 0,0 7 0,-3 2 0,-2 2 0,3 2 0,-5-1 0,7 1 0,-9 8 0,8 3 0,-9 4 0,7 4 0,-6 4 0,2 5 0,-1-1 0,-5 1 0,0-5 0,0 5 0,6-5 0,0 5 0,-1-7 0,-5 12 0,2-15 0,4 5 0,-4-4 0,13-2 0,-7-2 0,3-4 0,5 3 0,-5-9 0,4 6 0,1-5 0,-1 0 0,2 1 0,-3-5 0,9 3 0,1-3 0,-1-2 0,6-4 0,-6 4 0,0-8 0,-6 13 0,-1-7 0,-5 8 0,2 1 0,-7-1 0,-2-3 0,-10 7 0,-5 1 0,-5 4 0,-1 2 0,-2 0 0,-4 0 0,4 2 0,-4 4 0,4 1 0,4 7 0,1-3 0,3 3 0,1 1 0,-1 2 0,1-6 0,4 1 0,5-1 0,-7 7 0,8-1 0,2-8 0,4-3 0,-3-4 0,9-2 0,-6-2 0,5-4 0,-7-9 0,2-8 0,1-7 0,-1 1 0,0-4 0,-6-3 0,0-2 0,0-2 0,-6-6 0,0 6 0,-5-4 0,5 10 0,-5-3 0,5 14 0,-2 2 0,2 10 0,5 3 0,-5 22 0,12 3 0,3 11 0,8 1 0,1 4 0,-1 1 0,6 0 0,0 1 0,5-9 0,-5-1 0,0-2 0,2 0 0,-6 0 0,4-6 0,2-7 0,-2-4 0,0 1 0,-6-1 0,0 0 0,1-6 0,-7-8 0,-1-3 0,-1-5 0,1-1 0,-7 0 0,3 0 0,-4 5 0,-2 1 0,-6-1 0,1-5 0,-7 6 0,6-1 0,-1 8 0,1-1 0,4-5 0,-5 8 0,7-5 0,0 14 0,0 5 0,1-3 0,5 3 0,-2-1 0,7 6 0,-5 0 0,4 1 0,-1-3 0,1-4 0,-4 5 0,5-5 0,-7-1 0,2 1 0,3-7 0,-7 4 0,13-8 0,-13-8 0,14-9 0,-7-10 0</inkml:trace>
  <inkml:trace contextRef="#ctx0" brushRef="#br0" timeOffset="54">21322 4384 8912,'-10'0'0,"-5"0"0,13 0 0,-6 0 0,8 0 0,0 8 0,2 3 0,4 5 0,1 7 0,7 1 0,-3 1 0,3 0 0,-5-2 0,3-6 0,-1 0 0,6 1 0,-5-1 0,-1 0 0,-5-6 0,6 1 0,-7-8 0,7 1 0,-3-10 0,3-7 0,1-9 0,-7-2 0,2-2 0,-3 3 0,-3 2 0,4-2 0,2 2 0,-1 3 0,3 0 0,-6 6 0,1-1 0,5 8 0,-6-3 0,7 7 0,-5 7 0,4 5 0,-3 3 0,5 2 0,-7 0 0,7-5 0,-6-1 0,7 1 0,-11 5 0,7-2 0,-3-3 0,-4 3 0,6-13 0,-8 6 0,0-8 0,0 0 0,-8 0 0,-1-2 0,-1-4 0,-5 2 0,3-7 0,-3-1 0,-2-5 0,-1 0 0,9 0 0,1 1 0,3 3 0,-1 1 0,0 1 0,6-6 0,0 5 0,0 1 0,2 5 0,4-3 0,5 1 0,4-3 0,3 5 0,-7 0 0,1 6 0,-3-2 0,5-2 0,-3-1 0,1-1 0,5 6 0,-8 0 0,7 0 0,-15 0 0,7 0 0,-8 0 0,0 0 0,8 0 0,-6 0 0,5 0 0,1 0 0,-4 0 0,7 0 0,-7 0 0,6-6 0,-5 0 0,5 1 0,1 3 0,1-4 0,-8 4 0,9-7 0,-7 3 0,2 2 0,-3-7 0,5-1 0,7-5 0</inkml:trace>
  <inkml:trace contextRef="#ctx0" brushRef="#br0" timeOffset="55">21511 3679 8912,'0'-11'0,"0"-1"0,0 9 0,2-3 0,3 12 0,13 7 0,10 16 0,5 7 0,3 19 0,4 8 0,6 12 0,-18-34 0,0 2 0,0 2 0,1 2 0,0 0 0,-1 1-198,-1 3 0,-2 1 0,0-2 0,0 0 198,-1 1 0,-2 1 0,-4-4 0,-2 1 0,-3 3 0,-3-1 0,-1 0 0,-1 0 0,4 40 0,-7-1 0,-10-2 0,-5-2 0</inkml:trace>
  <inkml:trace contextRef="#ctx0" brushRef="#br0" timeOffset="56">2220 13497 8912,'2'-18'0,"2"1"0,1 0 0,-1 0 0,-2 0 0,0-1 0,2 1 0,2 0 0,1 6 0,-3-1 0,2-1 0,5-3 0,-3-1 0,1 0 0,-5 0 0,4 7 0,-8-5 0,0 6 0</inkml:trace>
  <inkml:trace contextRef="#ctx0" brushRef="#br0" timeOffset="57">2203 13239 8912,'-19'5'0,"-4"1"0,4 8 0,-14-13 0,6 15 0,-7-5 0,-1-1 0,1 1 0,-8 1 0,-4 5 0,2 0 0,-2 0 0,0 0 0,-3 3 0,1 1 0,2 2 0,8-1 0,-3-4 0,13-1 0,5 0 0,4 0 0,2 0 0,-1 1 0,1-1 0,0 0 0,0 0 0,-1-5 0,1-1 0,6 1 0,-1 3 0,-1-2 0,-2-1 0,3-1 0,1 6 0,-1 1 0,-5-1 0,6 6 0,-1 0 0,3 1 0,-3-1 0,-3-11 0,5 3 0</inkml:trace>
  <inkml:trace contextRef="#ctx0" brushRef="#br0" timeOffset="58">1170 13978 8912,'0'23'0,"0"0"0,0 7 0,0-10 0,0 2 0,0-2 0,0-3 0,2-2 0,4-3 0,3 3 0,9-4 0,-1-1 0,0 1 0,2-5 0,2 4 0,2-1 0,-2 1 0,0-1 0,2 3 0,-2 3 0,8-4 0,-8-1 0,2 1 0,4-5 0,1 6 0,-1-7 0,2 7 0,-1-6 0,9 5 0,1 0 0,2-1 0,2-2 0,-2-8 0,-1 5 0,6 1 0,1 0 0,6-6 0,-2 0 0,-4 0 0,1-2 0,-6-4 0,4 4 0,-4-3 0,-1-3 0,-6 2 0,3 2 0,3 2 0,-2 2 0,8 0 0,-6 0 0,6 0 0,0 2 0,5 4 0,1-4 0,0 4 0,-1-2 0,1 1 0,-1-3 0,1 4 0,0-4 0,-1-2 0,1 0 0,0 0 0,-1-2 0,1-4 0,5 4 0,1-3 0,5 3 0,-6 2 0,0-6 0,-5 0 0,0-5 0,-1 3 0,1-1 0,0 3 0,1-6 0,4-1 0,5 0 0,6 1 0,-4-1 0,-1 7 0,-2-2 0,2 3 0,4 1 0,-4-8 0,-2 7 0,2-7 0,4 1 0,6 1 0,3-9 0,5 8 0,-5-10-146,-7 3 1,0 1 145,0-6 0,-4 4 0,-8 2 0,0 0 0,-11 0 0,4 5 0,2 1 0,-3-1 0,-3-5 0,2 7 0,-8 1 0,-2-4 0,-1-7 0</inkml:trace>
  <inkml:trace contextRef="#ctx0" brushRef="#br0" timeOffset="59">5713 13909 8912,'17'-9'0,"1"-14"0,-1 11 0,0-13 0,0 8 0,-1-8 0,-5-3 0,2 1 0,-7-2 0,6 1 0,-7-7 0,-1 1 0,-2 0 0,-9 1 0,-5 4 0,-11-3 0,-6 3 0,-5-1 0,-6 1 0,2-1 0,-8 7 0,-2-2 0,-8 4 0,-1-2 0,23 0 0,11 6 0</inkml:trace>
  <inkml:trace contextRef="#ctx0" brushRef="#br0" timeOffset="60">5266 13204 8912,'-54'-23'0,"-3"0"0,-6-5 0,-12 5 0,-13 0 0,38 14 0,-3 1 0,-4 0 0,-1 1-419,-4 1 0,0 0 1,2-2-1,0 1 419,-1 1 0,1 0 0,3 2 0,1-1 0,4-1 0,1 0 0,-1 1 0,-1 1 0,-2-2 0,1 0 0,-38-3-24,0 3 0,14 4 24,-2-4 0,-10 4 0,40 3 0,-2 0 0,-1 2 0,-1 2 0,1 3 0,-1 1 0,2 0 0,-1 1 0,2 4 0,-1 1 0,-5 0 0,-1 1 0,-4 3 0,-2 2 0,0-2 0,-2 2 0,-7 4 0,-1 1 0,-2 3 0,1 2 0</inkml:trace>
  <inkml:trace contextRef="#ctx0" brushRef="#br0" timeOffset="61">2289 13273 8912,'-52'25'0,"1"0"0,2-5 0,0 0 0,-1 5 0,2 1 0,-28 15-228,1-1 1,18-4 227,5-2 0,8 1 0,12-1 0,5 1 74,10-1 1,0 8-75,5 4 0,1 9 0,-6 3 0,-4-9 0,-14-7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21.19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14472 5072 8912,'18'11'0,"-1"-1"0,0-2 0,-2-6 0,-1-4 0,-3-4 0,-7-7 0,4 3 0,-1 0 0,-5-5 0,4 13 0,-10-5 0,-2-1 0,-7 6 0,2-4 0,-5 4 0,-3 2 0,-4 2 0,-5 4 0,-7-2 0,-5 7 0,2-5 0,-8 6 0,-2-1 0,-7 6 0,-5-2 0,-1-3 0,-2 7 0,-6-8 0,-9 10 0,-8-3 0,-2-1 0,39-6 0,0 1 0,0-2 0,-1-1 0,-2 0 0,3-1 0,-9 2 0,12-3 0</inkml:trace>
  <inkml:trace contextRef="#ctx0" brushRef="#br0" timeOffset="1">12993 5313 7385,'-86'11'0,"1"-1"0,5-3 0,19 7 0,11-10 366,16 7 1,-1-7-367,1 2 0,1 1 0,5 1 0,5-1 257,4 1-257,9-2 66,-5-6 0,13 2-66,-4 3 405,4-3-405,2 6 0,0-8 0,-2 0 0,-3 0 0,3 0 0,-6 0 0,0 8 0,6-6 0,-5 13 0,9-13 0,3 4 0,5-5 0,7-8 0,0-3 0</inkml:trace>
  <inkml:trace contextRef="#ctx0" brushRef="#br0" timeOffset="2">12734 4969 8912,'27'-2'0,"-6"-4"0,-7-5 0,-9-5 0,-3 5 0,-2 0 0,0 5 0,-2-4 0,-3 3 0,-7 3 0,-11 4 0,-5 5 0,-5 7 0,-1 11 0,-7 4 0,1 7 0,-13 8 0,1 4 0,20-19 0,9-4 0</inkml:trace>
  <inkml:trace contextRef="#ctx0" brushRef="#br0" timeOffset="3">12201 5364 8912,'-52'42'0,"3"0"0,3 4 0,9-6 0,9-11 0,7 2 0,-2-9 0,4 1 0,1-5 0,1-1 0,6-2 0,-1-4 0,8-3 0,-3-8 0,14 8 0,3-6 0,7 3 0,2 3 0,4-2 0,2 5 0,4-5 0,11 5 0,0-5 0,10 6 0,7-7 0,-1 7 0,7-5 0,2 1 0,2 0 0,-2-1 0,4-1 0,-12-4 0,6 4 0,-9-2 0,-9 1 0,3-3 0,-8 4 0,-1 2 0,-11-3 0,3 1 0,-8-6 0,-6 6 0,-6 0 0,1-1 0,-2-5 0,-3 2 0,-7 4 0,0-4 0,2 5 0,2-5 0,4 2 0,1 2 0,3 0 0,12-14 0,3-2 0</inkml:trace>
  <inkml:trace contextRef="#ctx0" brushRef="#br0" timeOffset="4">14232 8683 8912,'0'-18'0,"0"1"0,7 8 0,3-7 0,7 14 0,0-3 0,-5 3 0,-1 2 0,-5 0 0,5 0 0,-7 0 0,2 0 0,-12 2 0,-7 3 0,-8 7 0,-6-3 0,-7 3 0,-3 5 0,-3 6 0,0 2 0,-12-2 0,1 0 0,-18 11 0,-6-3 0,29-11 0,-3 2 0,-4-1 0,-1 0-284,-5 1 1,-1 2 0,-6 3 0,0 3 283,0 2 0,0-1 0,3-4 0,0-1 0,2 1 0,2-2 0,5-5 0,2 0-129,6 0 1,1 0 0,-36 16 128,7-1 0,18-8 0,10-4 0,16-6 0,7-6 0,2 4 0,0-5 0,-2 1 0,2 1 0,7-2 0,3 1 0,-1 4 543,-5-3 0,0-3-543,0 3 108,0-1 0,1 6 0,3-1 0,3-3-108,3-1 0,-5 1 0,7 10 0,-7-4 0,6 4 0,-7-12 0,3-11 0,-7-9 0</inkml:trace>
  <inkml:trace contextRef="#ctx0" brushRef="#br0" timeOffset="5">12614 9044 8912,'0'-35'0,"0"3"0,0 3 0,0 4 0,-2 10 0,-4 3 0,-5 7 0,-6 3 0,-6 2 0,-4 15 0,-8 8 0,-12 10 0,-5 7 0,-11 6 0,0 11 0,-12 4 0,36-27 0,0 1 0,0-1 0,1 0 0,-30 35 0,3 2-317,13 3 0,-2 5 317,14 7 0,10-4 0,12-8 0,9-7 0,9-15 0,9-8 0,9-4 0,7-11 0,11-8 0,6-6 0,10-4 0,9-1 0,13 1 0,7-3-278,10-8 1,3 0 277,4 0 0,-46 0 0,1 0 0,-3 0 0,-1 0 0,2 0 0,0 0 0,2 0 0,1 0 0,-3 0 0,1 0 0,2 0 0,1 0 0,-2 0 0,-1 0 0,0 0 0,-1 0 0,1 0 0,0 0 0,-1 0 0,1 0 0</inkml:trace>
  <inkml:trace contextRef="#ctx0" brushRef="#br0" timeOffset="6">11013 12414 7959,'-20'5'0,"-44"16"0,11 4 0</inkml:trace>
  <inkml:trace contextRef="#ctx0" brushRef="#br0" timeOffset="7">10583 12534 8912,'-50'11'0,"-1"1"0,2-1 0,0 1 0,-42 9 0,1 3 0,0-1 0,43-11 0,-2-1 0,-2 2 0,1-1 0,-32 2 0,1 3 0,18-6 0,18 1 0,10-5 0,12-7 0,12 0 0,3-2 0,8-3 0,0 1 0,0-8 0,8 9 0,3-3 0,4-2 0,3 2 0,-9 1 0,7-3 0,-7-1 0</inkml:trace>
  <inkml:trace contextRef="#ctx0" brushRef="#br0" timeOffset="8">10033 12156 8912,'-12'0'0,"1"0"0,-1 0 0,-11 7 0,-3 5 0,-5 5 0,-5 6 0,-12 5 0,-4 13 0,23-20 0,-1 1 0</inkml:trace>
  <inkml:trace contextRef="#ctx0" brushRef="#br0" timeOffset="9">9516 12551 8912,'-42'52'0,"6"-1"0,-12-7 0,8-4 0,2-3 0,1-3 0,3 0 0,2-7 0,3-4 0,6-4 0,10-2 0,3 0 0,2 1 0,-5-1 0,11 0 0,2 0 0,15 0 0,8 1 0,6-7 0,-6 1 0,7-9 0,-1 3 0,9 4 0,3 1 0,-1-1 0,-6 1 0,8 1 0,-21 5 0,2 0 0</inkml:trace>
  <inkml:trace contextRef="#ctx0" brushRef="#br0" timeOffset="10">9654 13256 8912,'33'17'0,"1"6"0,12 0 0,7 13 0,-5 1 0,0 5 0,2 5 0,-1 11 0,3 5 0,-10-6-100,-7-5 1,-16-8-1,-12-10 1</inkml:trace>
  <inkml:trace contextRef="#ctx0" brushRef="#br0" timeOffset="11">13406 11880 8912,'-8'-42'0,"-7"8"0,-6 0 0,1 11 0,1 9 0,6 7 0,-10 7 0,4 0 0,2 0 0</inkml:trace>
  <inkml:trace contextRef="#ctx0" brushRef="#br0" timeOffset="12">13165 11829 8912,'-25'32'0,"4"-1"0,-8 15 0,0 2 0,4 0 0</inkml:trace>
  <inkml:trace contextRef="#ctx0" brushRef="#br0" timeOffset="13">13628 12034 8912,'1'-16'0,"-1"-1"0,0 7 0,-7 3 0,-3 9 0,-7 5 0,2 10 0,4 7 0</inkml:trace>
  <inkml:trace contextRef="#ctx0" brushRef="#br0" timeOffset="14">13938 12151 8912,'9'-15'0,"6"-17"0,-9-2 0,-4 7 0,-14 4 0,-7-2 0,-17 4 0,-4 4 0,-6 4 0,2 9 0,-2-2 0,8 4 0,-3 2 0,13 0 0,5 0 0,11 0 0,8 0 0,16 0 0,17-2 0,22-4 0,1 1 0,5-13 0,-3 5 0,-3-19 0,1 5 0</inkml:trace>
  <inkml:trace contextRef="#ctx0" brushRef="#br0" timeOffset="15">14197 11502 8912,'0'-44'0,"0"4"0,6 4 0,0 3 0,-3 5 0,-1 5 0,-2 4 0,0 9 0,-2 4 0,-1 14 0,-3 9 0,-13 16 0,2 14 0,-3 9 0,1 7 0,2 11 0,0 7 0,2 1-157,3-2 0,4-4 157,8-7 0,8-8 0,4-3 0,16-1-22,7-5 0,13-12 22,3-17 0,1-12 0,5-5 0,12-12 0,2-3 0</inkml:trace>
  <inkml:trace contextRef="#ctx0" brushRef="#br0" timeOffset="16">14878 11657 8912,'0'2'0,"-8"30"0,-3 3 0,-3 5 0,7 0 0,-1-2 0,0-2 0,-5 5 0,2-1 0,1-2 0,-1-9 0,7 1 0,-2-7 0,2-2 0,-2-9 0,4-5 0,-5-7 0,7-9 0,0-9 0,2-14 0,3-14 0,5 19 0,7 4 0</inkml:trace>
  <inkml:trace contextRef="#ctx0" brushRef="#br0" timeOffset="17">14868 11743 8912,'18'-42'0,"-1"6"0,-12 28 0</inkml:trace>
  <inkml:trace contextRef="#ctx0" brushRef="#br0" timeOffset="18">15178 11657 8912,'25'17'0,"4"0"0,3-7 0,3-4 0,-1-4 0,0-2 0,1 0 0,-1 0 0,-5-6 0,0 0 0,-8-7 0,2 1 0,-12-3 0</inkml:trace>
  <inkml:trace contextRef="#ctx0" brushRef="#br0" timeOffset="19">15264 11657 8912,'0'6'0,"0"5"0,2 1 0,6-3 0,7-1 0,6-4 0,10-4 0,-3-6 0,7-4 0,5-7 0,-6 0 0</inkml:trace>
  <inkml:trace contextRef="#ctx0" brushRef="#br0" timeOffset="20">15798 11657 8912,'-18'11'0,"1"1"0,0-8 0,0 11 0,7-15 0,4 0 0,5-10 0,1-5 0,6-2 0</inkml:trace>
  <inkml:trace contextRef="#ctx0" brushRef="#br0" timeOffset="21">16871 11657 8912,'-26'34'0,"-6"6"0,-3 1 0,-5-1 0,0-6 0,-8 0 0,2 1 0,2-6 0,1-5 0,0-5 0,-4-5 0,3-14 0</inkml:trace>
  <inkml:trace contextRef="#ctx0" brushRef="#br0" timeOffset="22">4578 15182 8912,'0'11'0,"0"0"0,0-7 0,-2 4 0,-4-8 0,4 0 0,-6-8 0,1 6 0,3-7 0,-8 3 0,7 4 0,-7-4 0,6 5 0,-5 1 0,5-6 0,-5 0 0,-1 0 0,-5 4 0,0-3 0,5 3 0,1-4 0,-1 4 0,-5 2 0,0 0 0,-2 0 0,-2 0 0,-2 0 0,-6 0 0,6 0 0,-9 0 0,-3 0 0,1 0 0,-6 0 0,3 6 0,3 0 0,0-1 0,-1-5 0,1 2 0,-1 2 0,3 2 0,3-2 0,-3-2 0,3-2 0,2 1 0,-1 5 0,7-4 0,-2 4 0,3-2 0,3 1 0,0-3 0,0 4 0,5 2 0,1-3 0,5 3 0,-5-4 0,-3 2 0,-1 5 0,-2-5 0,3 7 0,-3-1 0,4 3 0,-10 2 0,11-7 0,5-3 0</inkml:trace>
  <inkml:trace contextRef="#ctx0" brushRef="#br0" timeOffset="23">3373 15422 8912,'-17'10'0,"7"5"0,-5-5 0,11 1 0,-7 1 0,5-3 0,-6 3 0,9 3 0,-5-4 0,2 5 0,0 1 0,1 2 0,5 4 0,0-4 0,0 4 0,-6-2 0,0 2 0,0-4 0,6 4 0,0-2 0,0 2 0,2-4 0,4 4 0,-2-10 0,5-1 0,1 1 0,0 2 0,1 2 0,6 1 0,0-7 0,1 1 0,-1-3 0,0 3 0,2 3 0,4-4 0,-4-1 0,4 1 0,2-5 0,0 6 0,0-1 0,0-1 0,3 3 0,-5-7 0,6 5 0,-6-5 0,8 5 0,-3-5 0,-1 0 0,0-6 0,0 0 0,-1 0 0,1 0 0,2 0 0,3 0 0,-3 0 0,2-2 0,-3-4 0,9 2 0,-9-7 0,9 5 0,-9-5 0,3 5 0,-1-4 0,-1 1 0,2-1 0,-6 5 0,-3-7 0,-2 3 0,-3-3 0,0-1 0,0 7 0,2-5 0,4 5 0,-7-6 0,7 7 0,-8-9 0,8 3 0,-4 1 0,-2-1 0,0-1 0,1 3 0,-1-5 0,0 9 0,-2-9 0,-3 3 0,3 1 0,-4-1 0,-1 1 0,1-1 0,-5-3 0,6 9 0,-7-9 0,7 5 0,-1-3 0,-1 1 0,5-1 0,-3-5 0,-3 6 0,3-1 0,-1 1 0,6-6 0,-5-1 0,-1 1 0,-5 6 0,6-1 0,-7 1 0,5-6 0,-2-1 0,-1 7 0,-1-1 0,-4 1 0,5-6 0,-7 0 0,0 5 0,0 1 0,0-1 0,8 3 0,2 1 0</inkml:trace>
  <inkml:trace contextRef="#ctx0" brushRef="#br0" timeOffset="24">4922 15353 8912,'0'-24'0,"7"5"0,-5-6 0,6 8 0,-6-1 0,4 1 0,-5 0 0,7 0 0,-10 5 0,-4 1 0,3 7 0,-9-2 0,6-1 0,-5 1 0,-1-2 0,-5 3 0,2 1 0,2-6 0,1 3 0,-1 3 0,-3-4 0,-1 2 0,0-1 0,0 1 0,-6 4 0,0-4 0,-2 4 0,2 2 0,2 0 0,-8 0 0,6 0 0,-5 0 0,1 0 0,-4 0 0,3 2 0,-3 4 0,6-2 0,2 7 0,-2-5 0,3 6 0,4-3 0,7 3 0,1 3 0,-1-4 0,1-1 0,5 1 0,3 8 0,-4 8 0,4 0 0,2 13 0,0-4 0</inkml:trace>
  <inkml:trace contextRef="#ctx0" brushRef="#br0" timeOffset="25">7038 15869 8912,'10'-2'0,"-4"-3"0,-4 1 0,-2-8 0,0 7 0,0-7 0,0 1 0,0-7 0,0 1 0,0 0 0,0 0 0,-2 5 0,-4 1 0,4 0 0,-6 1 0,8 0 0,0 5 0,-7 3 0,5-6 0,-6 8 0,8 0 0,0 8 0,0 3 0,6 5 0,0 1 0,7 8 0,-2 3 0,5 5 0,-7-7 0,-1-1 0</inkml:trace>
  <inkml:trace contextRef="#ctx0" brushRef="#br0" timeOffset="26">7193 16179 8912,'8'53'0,"3"5"0,5-5 0,1 4 0,-6-9 0,1-4 0,-1-4 0,-1-7 0,3-7 0,-5-8 0,0-1 0,-1 0 0,-1 0 0,-6-5 0,0-1 0,0-7 0,0 4 0,0-8 0,0-8 0,0 6 0,-2-6 0,-4 8 0,2-2 0,-7-3 0,5 3 0,-5-4 0,1 2 0,-1-1 0,-5 1 0,5-8 0,-12-7 0,-4-8 0</inkml:trace>
  <inkml:trace contextRef="#ctx0" brushRef="#br0" timeOffset="27">7038 15800 8912,'-2'-17'0,"-1"0"0,-5 0 0,-2 0 0,5 0 0,-7-1 0,6 3 0,-5 4 0,5 3 0,-7 10 0,-6 4 0,2 5 0,-6 12 0,-2-2 0,0 8 0,0 1 0,0 3 0,-5 1 0,1 0 0,4-1 0,2-4 0,6 1 0,5-7 0,-1 0 0,7-6 0,-7 0 0,13-7 0,0-4 0,2-4 0,9-2 0,6-8 0,8-4 0,0-5 0,0-6 0,-2-3 0,-6-9 0,6 3 0,0 3 0,2-3 0,-4 5 0,2 0 0,-2 4 0,-2 4 0,-2 2 0,2 5 0,4 1 0,-4 5 0,4-5 0,-5 5 0,-7-5 0,-3 7 0,-8-4 0,2 8 0,3 0 0,5 0 0,7 0 0,2 2 0,4 4 0,2-2 0,4 7 0,1-1 0,-7 1 0,8 4 0,-2-3 0,-3 3 0,1 2 0,0 0 0,0 1 0,-4-1 0,5 0 0,-7 2 0,2 2 0,-6 2 0,-5-2 0,-4-9 0,-1 3 0,3-6 0</inkml:trace>
  <inkml:trace contextRef="#ctx0" brushRef="#br0" timeOffset="28">11168 15835 8912,'-1'-12'0,"-3"1"0,-4-1 0,0 1 0,-1 1 0,-1 3 0,-3 3 0,-2-4 0,-3 3 0,-1 3 0,-4 6 0,-3 5 0,-11 10 0,-1 4 0,-2 6 0,-14 3 0,5 3 0,-1 1 0,2 4 0,17-19 0,-1 2 0</inkml:trace>
  <inkml:trace contextRef="#ctx0" brushRef="#br0" timeOffset="29">10566 16144 8912,'-8'18'0,"7"-1"0,-15 8 0,14-6 0,-3 4 0,3-4 0,2-10 0,7-9 0,3-9 0</inkml:trace>
  <inkml:trace contextRef="#ctx0" brushRef="#br0" timeOffset="30">10979 15904 8912,'-17'-8'0,"7"-2"0,-3-1 0,7 0 0,1 7 0,5-4 0,7 16 0,3 1 0,7 8 0,0 1 0,2-1 0,2 0 0,2 0 0,-2 0 0,6 3 0,2 2 0,-12-10 0,-2 3 0</inkml:trace>
  <inkml:trace contextRef="#ctx0" brushRef="#br0" timeOffset="31">11289 16144 8912,'19'10'0,"4"7"0,-4 0 0,6 8 0,-8-10 0,0-3 0,8 3 0,2-5 0</inkml:trace>
  <inkml:trace contextRef="#ctx0" brushRef="#br0" timeOffset="32">10962 15990 8912,'-17'0'0,"0"-2"0,-1-2 0,1-2 0,8 2 0,3 10 0,4 7 0,2 8 0,0 14 0,0 11 0,0 5 0,0 7 0,0 8 0,0 9 0,0 5 0,0-3 0,0-1 0,0 0 0,0-32 0,0-13 0</inkml:trace>
  <inkml:trace contextRef="#ctx0" brushRef="#br0" timeOffset="33">10859 16884 8912,'-8'51'0,"6"1"0,-13-1 0,11 1 0,-6-2 0,1-4 0,-1-6 0,6-12 0,-3-3 0,7-8 0</inkml:trace>
  <inkml:trace contextRef="#ctx0" brushRef="#br0" timeOffset="34">6797 15904 8912,'-9'-8'0,"-5"-2"0,7-5 0,-3 4 0,6 3 0,-3 10 0,7 4 0,0 5 0,6 4 0,1 5 0,1 1 0,-1 2 0,7-1 0,-5-4 0</inkml:trace>
  <inkml:trace contextRef="#ctx0" brushRef="#br0" timeOffset="35">6866 16144 8912,'17'25'0,"8"2"0,-4 7 0,8 1 0,2-1 0,7 6 0,2 0 0,2 2 0,-2-3 0,6 1 0,4-2 0,1-2 0,1-1 0,0 5 0,-1 0 0,3 0 0,3-6 0,12 1-354,11-1 0,5 0 354,1 1 0,-2-6 0,-4-1 0,12-1 0,0 2 0,-42-14 0,3 0 0,4-3 0,1-1 0,-1 0 0,2-1 0,7-3 0,0-1 0,-1 0 0,0 0 0,-3 1 0,0-1 0,5-1 0,0-2 0,-4 0 0,0 0 0,2-2 0,0 0-184,5-1 0,-2 0 1,-7 0-1,-1 0 184,3 0 0,0 0 0,-2 0 0,0 0 0,5 0 0,0 0 0,1-4 0,0 0 0,5-1 0,1-2 0,-3 0 0,0-1 0,4 0 0,1-1 0,-5-2 0,0-1 0,7 0 0,0 1 0,1 0 0,-1 1 0,5 0 0,-1 1 0,-5 0 0,1-1-299,3-1 0,0-1 1,-4 2-1,0-1 299,1-3 0,0-1 0,3 2 0,-1 0 0,-1-3 0,-1 1 0,2 1 0,1-1 0,-4 0 0,-1 0 0,-6-1 0,-1-1 0,-2 0 0,0 0 0,2-1 0,0 0 0,6-2 0,1 0 0,-3 1 0,0-1 0,5-2 0,1-2 0,-1 2 0,0-1 0,6-3 0,1 0 0,-1 0 0,0-1-307,6-2 0,0 0 0,-7 3 0,-2-1 307,1-1 0,-1-2 0,-2 0 0,1-1 0,1 0 0,0-1 0,-2 2 0,-3-1-126,-5-1 0,-2 1 0,1 4 1,0 1 125,0 0 0,-1 0 0,-3 1 0,-1 0 0,-3 4 0,0 0 0,-3 0 0,1-2 6,-1 0 1,0-1 0,-1-1 0,-1 0-7,1-1 0,1 0 0,-2 0 0,1-1 0,0-2 0,0 1 0,0 0 0,-1-2 0,-1-4 0,-1-1 0,-3 6 0,-1-1 0,5-4 0,-1-1 0,0 6 0,-1-1 0,5-1 0,-1-1 0,-3 1 0,-3-1 0,-1-1 0,-2-3 0,-9 2 0,-2 0 93,1-1 1,-1 1 0,0-1 0,0-1 0,3-1 0,1 0 0,1-2-1,2-1-93,2 1 0,0 0 0,-6 1 0,0 2 0,0 3 0,0 2 0,33-28 412,-4 8 0,1-1-412,5 1 0,-4-1 0,3 0 0,-3-1 0,-2-4 0,0 1 0,0-7 0,-6 13 0,0-1 0,2 3 0,9-3 0,-30 24 0,2 2 0,8-1 0,1 0 0,4 0 0,1 1 0,5 0 0,0 0 0,-4 2 0,-2 0 0,-3 3 0,-1 0 0,-2 2 0,-1 2 0,0 1 0,0 1 0,41-11 0,-7 8 0,-15 0 0,-27 7 0,-11 3 0</inkml:trace>
  <inkml:trace contextRef="#ctx0" brushRef="#br0" timeOffset="36">19824 13222 8912,'0'-10'0,"-2"2"0,-3 8 0,3 0 0,-8 0 0,5 0 0,3-7 0,-14-3 0,7-7 0</inkml:trace>
  <inkml:trace contextRef="#ctx0" brushRef="#br0" timeOffset="37">19687 12912 8912,'9'0'0,"-1"0"0,0-6 0,3 1 0,4-9 0,3 3 0,-1 1 0,0-1 0,6 5 0,2-4 0,2 3 0,3 3 0,-5 2 0,-2 2 0,2 10 0,-2 7 0,-6 8 0,-7 11 0,-3 4 0,-3 6 0,-2-19 0,-2-4 0</inkml:trace>
  <inkml:trace contextRef="#ctx0" brushRef="#br0" timeOffset="38">19962 13290 8912,'-15'60'0,"3"-7"0,-22 14 0,-1-4 0,-9 4 0,-15-6-490,-10-4 1,29-27 0,-4-1 489,-4 1 0,-1-2 0,-2-2 0,0-3 0,0-2 0,-1 0 0</inkml:trace>
  <inkml:trace contextRef="#ctx0" brushRef="#br0" timeOffset="39">11186 15663 8912,'9'-17'0,"5"0"0,-9-1 0,1 7 0,-6-1 0,-2 9 0,-4-3 0,3-2 0,-7 1 0,2-3 0,1 1 0,3-5 0,-2 3 0,2-3 0,2-1 0,2-2 0,0-2 0,0-4 0,2-6 0,4-3 0,6-10 0,10-4 0,5-6 0,8-5 0,9 2-194,-3 3 37</inkml:trace>
  <inkml:trace contextRef="#ctx0" brushRef="#br0" timeOffset="40">13722 12034 4765,'17'-19'0,"32"-36"0,1 0 0,2-1 0,1 0 0,0 0 0,2-1 0,-1 0 0,2 1 0,0 1 0,1 1 0,0-1 0,-2 1 0</inkml:trace>
  <inkml:trace contextRef="#ctx0" brushRef="#br0" timeOffset="41">26484 6826 8912,'25'86'0,"0"-2"0,4-4 0,1 4 0,-7-4 0,8-1 0,-1 1 0,7 2 0,3 2 0,-17-39 0,0 0-353,17 41 0,8-10 353,-3-13 0,-1-7 0,2 1 0,-7 4 0,-13-23 0,-10 2 0</inkml:trace>
  <inkml:trace contextRef="#ctx0" brushRef="#br0" timeOffset="42">11306 15697 8912,'0'-17'0,"6"0"0,0 0 0,-1 0 0,-5-1 0,0 9 0,-7 1 0,3 8 0,-8 0 0,9 0 0,-5 2 0,8 4 0,0 3 0,6 9 0,-1-1 0,9 2 0,-3 4 0,6-2 0,6 7 0,-2-5 0,8 6 0,0 0 0,7 5 0,4 2 0,6 4 0,-2-1 0,2 7 0,6 3-151,5 3 1,0 3 150,-5-9 0,7 2 0,4-2 0,4 7 0,2-7 0,2 0 0,2-10 0,1 2 0,-1 2 0,-3 6 0,-1-6 0,2 8-221,4-2 0,-34-19 0,2 1 221,2 1 0,2 0 0,5 2 0,1 1 0,-3-3 0,1-1 0,0 0 0,-1-1 0,0 0 0,0 0 0,-1-1 0,1 0 0,4 0 0,1-1 0,4-1 0,1-2-225,3 1 1,0 0-1,-1-4 1,0 0 224,-4 2 0,-1-2 0,3-3 0,0-1 0,0-1 0,1 0 0,5 0 0,2-1 0,3 2 0,1-1 0,-3-1 0,-2-1 0,-4-3 0,0-1 0,3 0 0,0 1 0,3 0 0,0-1 0,-3 0 0,0-1 0,1 1 0,0-2 0,-4-1 0,0-1 0,-4 0 0,0 0 0,4-1 0,0 0 0,6-3 0,0 0 0,-1 0 0,0 0 0,1 0 0,0 0 0,-4-1 0,0 0 0,-5-2 0,0 0 0,4 2 0,2 0 0,3-2 0,0 0 0,-2 2 0,0 1 0,-1-1 0,0 2 0,-7-1 0,0 0 0,-2-1 0,-1 2 0,0 2 0,1 1-158,3 1 0,0 2 1,-4 0-1,-1 1 158,-3 0 0,-1 1 0,45 8 0,-10 1 0,2-1-5,4 0 0,3-6 0,-44-6 0,0 0 5,-2-1 0,-1 0 0,46 9 0,-14-5 0,0 3 0,-7 2 0,4-5 0,-1 0 0,4-1 0,4 1 0,3-2 0,-11-4 0,-7 3 0,0-3 0,-6-2 0,0 0 0,6 0 0,-2 0 0,13 0 0,2 0 0,2 0 0,-3 0 0,-1 0 0,-7 0 0,1 0 0,-1 2 0,1 4 0,7-4 0,10 4 0,-3-5 0,4-1 0,-6 0 0,-5 0 0,5 0 0,0 0 0,2 0-13,9 0 0,1 0 13,-47 0 0,1 0 0,43 0 0,-3 0 0,-6 2 206,-5 4 0,3-4 1,-6 4-1,2-4-206,1-2 0,-12 0 0,-6 0 0,-4 0 0,-13 0 0,-4 0 347,-2 0 0,-6 0-347,-5 0 0,-4 0 152,-8 0 0,0 0-152,1 0 716,-9 0-716,-1 0 0,-8 0 0,0 0 0,-8 0 0,6 0 0,-7 0 0,3 0 0,2-8 0,-7-3 0,5 1 0,-6-1 0,7-7 0,-5-5 0,3 1 0,3-3 0,2-8 0,2-7 0,0-15 0,0 1 0</inkml:trace>
  <inkml:trace contextRef="#ctx0" brushRef="#br0" timeOffset="43">22199 17228 8912,'8'-10'0,"-6"-5"0,11 5 0,-7-7 0,7 5 0,-1 1 0,-3 7 0,3-2 0,3 5 0,6 1 0,0 0 0,8 0 0,-1 9 0,7 8 0,-6 8 0,-1 10 0,-7 8 0,0 11 0,-7 11 0,-9 8 0,-6 16 0,-11 3 0,0-42 0,-5-1-238,-6 3 1,-5-1-1,-5 2 1,-3-2 237,-6 0 0,-2 1 0,0 2 0,0 1-290,-4-1 1,-2 1 0,-1 1 0,-3-2 289,-2-4 0,-2-2 0,-5 2 0,-1-3 0,3-7 0,-2-3 0,-2 2 0,-2-2 0,1-4 0,-2-3 0</inkml:trace>
  <inkml:trace contextRef="#ctx0" brushRef="#br0" timeOffset="44">5231 13737 8912,'18'8'0,"-7"0"0,1 3 0,1-5 0,-5-4 0,-3-4 0,-10-4 0,3-3 0,-14-9 0,7 1 0,-8 0 0,-1 2 0,1 3 0,0 5 0,0 7 0,0 0 0,-1 0 0,-1 5 0,-2 5 0,-2 3 0,2 6 0,2 10 0,2 0 0,2 5 0,3 6 0,-1-2 0,7 8 0,0-8 0,6 3 0,0-13 0,2-5 0,4-6 0,5-5 0,5-5 0,1-7 0,0-3 0,2-7 0,2-11 0,2-10 0,2 1 0,-2-10 0,-10-4 0,5-2 0,-5-2 0,4 2 0,-7-3 0,-4 3 0,-5-4 0,-1-1 0,-1 1 0,-5 4 0,2 4 0,-8 8 0,7 1 0,-7 5 0,8 8 0,-3 11 0,-1 1 0,6 4 0,-3 10 0,3 6 0,2 11 0,0 5 0,0 12 0,2 0 0,3 12 0,-1-4 0,8 9 0,-3-3 0,3-3 0,3-5 0,-4 0 0,7 0 0,5 5 0,-4-5 0,4 0 0,-4-8 0,-2 2 0,0-3 0,8-11 0,2-1 0</inkml:trace>
  <inkml:trace contextRef="#ctx0" brushRef="#br0" timeOffset="45">5937 13376 8912,'6'-36'0,"-1"0"0,-1-1 0,-2 5 0,-2 9 0,0 0 0,-6 4 0,-1 2 0,-3 1 0,-3 5 0,-2 3 0,-3 8 0,-1 0 0,-4 0 0,2 10 0,-6 5 0,3 10 0,3 8 0,1-1 0,3 14 0,0 0 0,0 5 0,7 3 0,5 1 0,3 4 0,2 3 0,0-5 0,0 6 0,0-8 0,0 3 0,7-5 0,5-1 0,-3-3 0,3-3 0,-1-6 0,-1-3 0,3-9 0,-7 1 0,0-8 0,-6 4 0,0-8 0</inkml:trace>
  <inkml:trace contextRef="#ctx0" brushRef="#br0" timeOffset="46">5524 13944 8912,'27'-8'0,"-2"-3"0,-2-3 0,-1 3 0,7-3 0,-6 9 0,8-9 0,-3 5 0,7-3 0,5 1 0,-4 5 0,4-5 0,-11-1 0,11-5 0,-3 0 0</inkml:trace>
  <inkml:trace contextRef="#ctx0" brushRef="#br0" timeOffset="47">6264 13909 8912,'10'17'0,"-3"1"0,-7-9 0,0 6 0,-2-7 0,-3 4 0,3 3 0,-8-13 0,4 4 0,4-3 0,-3 3 0,3-4 0,2 6 0,0-8 0,0-2 0,0-4 0,0 2 0,0-7 0,0 5 0,0-6 0,0 7 0,0-7 0,0 8 0,-8-11 0,-1 6 0</inkml:trace>
  <inkml:trace contextRef="#ctx0" brushRef="#br0" timeOffset="48">6230 13961 8912,'0'17'0,"0"0"0,0 0 0,0 1 0,0-1 0,0 0 0,0 0 0,0 0 0,7-7 0,3-2 0,7-8 0,2 0 0,4 0 0,-4-8 0,6-9 0,-8-10 0</inkml:trace>
  <inkml:trace contextRef="#ctx0" brushRef="#br0" timeOffset="49">6883 13892 8912,'18'-15'0,"-1"1"0,0 1 0,0-4 0,1-4 0,1 0 0,2 2 0,2 2 0,-6-1 0,-8 1 0,-1 0 0,-4 0 0,-2-2 0,-2-4 0,0 4 0,0-4 0,0 4 0,0 1 0,-6 1 0,0 0 0,-7 2 0,1 3 0,-1-3 0,0 5 0,1 1 0,-1 3 0,-2 4 0,-3 2 0,1 0 0,0 0 0,-6 8 0,0 3 0,0 7 0,6 4 0,0-1 0,-1 8 0,7 2 0,-1 9 0,9-4 0,-3 4 0,4-3 0,2-3 0,8 0 0,3 1 0,6-1 0,6 0 0,-2-5 0,8 0 0,0-8 0,5 2 0,-1-6 0,-5-6 0,3 3 0,-8-9 0,-2 3 0,-10-2 0,-3-2 0,-8 7 0,-2-5 0,-6 5 0,-9 3 0,-10 1 0,-5 2 0,-2 0 0,-1 1 0,1-1 0,1-2 0,4-4 0,-1 3 0,7-8 0,0-1 0,13-7 0,5-3 0,-5-13 0,1-8 0</inkml:trace>
  <inkml:trace contextRef="#ctx0" brushRef="#br0" timeOffset="50">7262 13720 8912,'-6'12'0,"1"-1"0,-7-5 0,6 5 0,-5 1 0,5 5 0,2 0 0,2 0 0,-3 8 0,-1 4 0,0 1 0,8 1 0,2-4 0,2-3 0,7 5 0,-1-6 0,3-2 0,2-9 0,0-5 0,0-7 0,1 0 0,-1-7 0,0-5 0,-7-5 0,-5-6 0,-3 2 0,-2-8 0,0 1 0,0-7 0,-2 7 0,-3-1 0,1 8 0,-6-2 0,1 4 0,-1 2 0,4 1 0,-5 5 0,7-4 0,-11 5 0,5-7 0</inkml:trace>
  <inkml:trace contextRef="#ctx0" brushRef="#br0" timeOffset="51">7383 13789 8912,'9'9'0,"-1"-1"0,-1-8 0,-3 0 0,8 0 0,-7 0 0,7 0 0,-6 0 0,5 0 0,1 0 0,5 0 0,0 0 0,-6 2 0,1 4 0,-3 3 0,3 8 0,-4 1 0,-6 1 0,1 2 0,3 2 0,0 0 0,-6-6 0,0 0 0,-8 0 0,4-7 0,-7-6 0,-3-8 0,7-8 0,1-11 0,4 2 0,2-7 0,0 5 0,0-6 0,2 0 0,4-5 0,3 5 0,9 1 0,-1-1 0,8-5 0,1-1 0</inkml:trace>
  <inkml:trace contextRef="#ctx0" brushRef="#br0" timeOffset="52">7847 13445 8912,'0'-11'0,"0"-1"0,0 8 0,-7-11 0,5 13 0,-6-6 0,8 10 0,0 4 0,0 11 0,0 12 0,0 3 0,0 3 0,0 7 0,0 4 0,0 1 0,0-1 0,8 10 0,3-5 0,-1-1 0,1-4 0,-7-8 0,2 2 0,1-5 0,-1-7 0,0-3 0,-6-8 0</inkml:trace>
  <inkml:trace contextRef="#ctx0" brushRef="#br0" timeOffset="53">7709 13840 8912,'2'-11'0,"4"0"0,11-1 0,12-5 0,11-2 0,6-4 0,4-4 0,1 0 0,1-13 0,0 4 0</inkml:trace>
  <inkml:trace contextRef="#ctx0" brushRef="#br0" timeOffset="54">8260 13428 8912,'0'17'0,"0"0"0,0 0 0,0 1 0,0-1 0,0 2 0,0 2 0,2 2 0,4-2 0,1 4 0,5-2 0,1 0 0,-7-6 0,6 6 0,-5 0 0,3-2 0,-6-2 0,1-2 0,-3-6 0,-2 1 0,0-8 0,0 3 0,0-7 0,0-7 0,0-5 0,0-3 0,0-2 0,8 0 0,3-1 0,7 3 0,4 4 0,0-3 0,6 8 0,1 3 0,-2 1 0,5 2 0,-5 0 0,2 0 0,-1 0 0,-7 2 0,2 3 0,-6 5 0,-5 7 0,-4 0 0,-8 1 0,0-1 0,0 0 0,-10 0 0,-7 0 0,-2 6 0,-10 0 0,-2 6 0,-7-6 0,-2-2 0,2-2 0,1-2 0,3 0 0</inkml:trace>
  <inkml:trace contextRef="#ctx0" brushRef="#br0" timeOffset="55">8036 14064 8912,'-11'0'0,"0"0"0,-1 0 0,2 0 0,5-6 0,10 1 0,11-9 0,7 3 0,15-12 0,-2-4 0</inkml:trace>
  <inkml:trace contextRef="#ctx0" brushRef="#br0" timeOffset="56">8845 13772 8912,'0'17'0,"0"0"0,0 0 0,0-5 0,0-1 0,0-7 0,0 4 0,0-10 0,0-4 0,2 4 0,4-4 0,-2-1 0,7 1 0,1-7 0,5 3 0,0 1 0,-5-5 0,-1 8 0,-7-1 0,2 1 0,3 4 0,-5-5 0,7 7 0,-7 13 0,2 4 0,2 14 0,-3 3 0,1 8 0,-6 10 0,0-1 0,0 1 0,0-1 0,0 1 0,0-2 0,0-5 0,0-4 0,0-5 0,0-9 0,-2-6 0,-2-6 0,-1-4 0,-9-7 0,5 4 0,-8-8 0,5-8 0,1-3 0,-1-12 0,-5-4 0</inkml:trace>
  <inkml:trace contextRef="#ctx0" brushRef="#br0" timeOffset="57">9499 14116 8912,'0'-10'0,"0"0"0,0 5 0,0 3 0,8-6 0,3 8 0,5 0 0,1 0 0,0-7 0,0-3 0</inkml:trace>
  <inkml:trace contextRef="#ctx0" brushRef="#br0" timeOffset="58">9929 14133 8912,'18'9'0,"-7"5"0,1-9 0,-9 1 0,13-6 0,-12 0 0,7 0 0,-5 0 0,5-2 0,4-2 0,7-1 0,4-9 0,9 3 0,-9 3 0,15-15 0,-5 4 0</inkml:trace>
  <inkml:trace contextRef="#ctx0" brushRef="#br0" timeOffset="59">10566 14133 8912,'-9'0'0,"1"0"0,8 0 0,0 0 0,8-2 0,3-4 0,12 2 0,6-7 0,11-8 0,11-8 0,11-7 0</inkml:trace>
  <inkml:trace contextRef="#ctx0" brushRef="#br0" timeOffset="60">12425 13600 8912,'-12'0'0,"1"0"0,-3 0 0,-1 0 0,4 0 0,-1 0 0,1 2 0,-7 3 0,-14 13 0,-4 8 0</inkml:trace>
  <inkml:trace contextRef="#ctx0" brushRef="#br0" timeOffset="61">8381 13755 8912,'17'-8'0,"0"-4"0,-7 3 0,-5-3 0,-3 9 0,-2-7 0,-2 6 0,-3-2 0,3 1 0,-8 3 0,4-4 0,3-2 0,-7-5 0,2 2 0,1 5 0,1-6 0,2 9 0,-5-5 0,-1 2 0,0 1 0,5-3 0,-7 2 0,8 4 0,-11-5 0,13 7 0,-5 0 0,8 7 0,5 5 0,4 5 0,7 6 0,6 4 0,0 7 0,7 0 0,-3 1 0,0-1 0,-2-15 0,-8-4 0</inkml:trace>
  <inkml:trace contextRef="#ctx0" brushRef="#br0" timeOffset="62">8587 13961 8912,'8'17'0,"-6"-6"0,3 1 0,5-8 0,-6 3 0,7-7 0,-5-1 0,5-5 0,-5-8 0,4-12 0,-1-11 0,1-5 0,-1 2 0,3-6 0,1 6 0,-7-6 0,2 6 0,-3-6 0,-1 14 0,8-2 0,-7 11 0,7 0 0,-1 9 0,7 3 0,-1 7 0,0-2 0,8 20 0,2 5 0</inkml:trace>
  <inkml:trace contextRef="#ctx0" brushRef="#br0" timeOffset="63">9293 13720 8912,'-23'0'0,"-2"0"0,-2 0 0,-3 0 0,-3 8 0,-1 3 0,-1 5 0,1 3 0,-1 4 0,1 5 0,1 5 0,5 1 0,5 0 0,11 1 0,-1-3 0,7-3 0,0-4 0,6-8 0,0 0 0,8-7 0,4-5 0,3-10 0,2-7 0,0-5 0,1-6 0,-1-4 0,0-7 0,0 2 0,0 1 0,1 4 0,-1 2 0,0-3 0,0 5 0,0 0 0,1 6 0,-1 7 0,-2 4 0,-3 12 0,-3 6 0,-5 11 0,4 5 0,1 5 0,3-1 0,5-3 0,-4 1 0,4-7 0,-3 6 0,9-6 0,-4-6 0,-2-5 0,0-9 0,1 3 0,-1-4 0,0-2 0,0-8 0,0-1 0</inkml:trace>
  <inkml:trace contextRef="#ctx0" brushRef="#br0" timeOffset="64">9482 13531 8912,'-2'-19'0,"-4"-2"0,-3-2 0,-1 2 0,1 8 0,3 1 0,4 8 0,-6 12 0,8 15 0,0 9 0,0 8 0,0 6 0,0 12 0,6-7 0,0 1 0,7-1 0,-11-22 0,6 3 0</inkml:trace>
  <inkml:trace contextRef="#ctx0" brushRef="#br0" timeOffset="65">9516 13978 8912,'8'23'0,"4"0"0,-5 0 0,8-6 0,-11-6 0,8-1 0,1-2 0,2-5 0,3-8 0,-7-11 0,1-6 0,-3-9 0,3 2 0,1-3 0,-5-1 0,-1 3 0,1 1 0,-2 2 0,-6-1 0,0 3 0,0 8 0,0 0 0,0 9 0,0 8 0,0 9 0,0 14 0,5 2 0,1 4 0,6 3 0,-5-3 0,3 2 0,3-3 0,3 3 0,1-8 0,2-2 0,4-10 0,-2 3 0,8-9 0,-7 1 0,7-6 0,-6-8 0,4-3 0,0-4 0,-1-3 0,-5-6 0,2-5 0,-5 2 0,-7-1 0,2 5 0,-7-6 0,0 8 0,-6-2 0,0 10 0,0 1 0,0 10 0,0 2 0,0 8 0,0 9 0,0 2 0,0 4 0,0-4 0,0 4 0,0 2 0,0-2 0,2 0 0,4-6 0,5 0 0,4-1 0,3-5 0,-7-3 0,0-8 0,1 0 0,5 0 0,-5-2 0,-1-4 0,-5 2 0,3-7 0,-1-3 0,-2-1 0,-6-2 0,0 5 0,0 1 0,0 5 0,0-5 0,-8 7 0,4-4 0,-7 8 0,7 2 0,-2 4 0,-1 3 0,1 9 0,2-1 0,2 0 0,2 0 0,0 0 0,2 1 0,4-1 0,-2-2 0,7-3 0,2 1 0,10-7 0,-2-1 0,8-5 0,0-7 0,5-7 0,1-5 0,-1-4 0,-1-7 0,-5 1 0,3-3 0,-8-3 0,0 3 0,-6 3 0,-7-1 0,-5 7 0,-3 0 0,-2 6 0,0-1 0,0 9 0,-7 1 0,5 8 0,-6 8 0,8 3 0,2 10 0,4 2 0,7 0 0,8 2 0,0-4 0,8 8 0,-2-3 0,1 3 0,3 3 0,-8-3 0,0-2 0,-6 2 0,-2-7 0,-3 7 0,-5-6 0,-7 6 0,-4-6 0,-7 3 0,-12 1 0,-8 0 0,-5-6 0,-4 2 0,2-4 0,-8-2 0,8-7 0,-4 5 0,7-6 0</inkml:trace>
  <inkml:trace contextRef="#ctx0" brushRef="#br0" timeOffset="66">11306 13273 8912,'-25'0'0,"4"0"0,-7 0 0,6 0 0,-2 4 0,1 7 0,0 12 0,-2 17 0,2 12 0,10 7 0,-5 10 0,13 7 0,-1 5 0,4 5 0,2 5 0,2-9 0,4 4 0,5-19 0,12-4 0,-4-7 0,4-5 0,-2-9 0,2-7 0,-4-10 0,4-14 0,4 2 0,2-7 0,3 0 0,3-8 0,-1-6 0,0-9 0,8-8 0,2-9 0</inkml:trace>
  <inkml:trace contextRef="#ctx0" brushRef="#br0" timeOffset="67">12012 14064 8912,'17'0'0,"0"0"0</inkml:trace>
  <inkml:trace contextRef="#ctx0" brushRef="#br0" timeOffset="68">12063 13651 8912,'-17'-17'0,"2"0"0,1 0 0,3 0 0,-2-1 0,-3 5 0,-1 7 0,7 16 0,3 20 0,1 9 0,0 6 0,1 13 0,3 5 0,-2 4 0,-2 1 0,-2 1 0,5-2 0,-3-4 0,2-6 0,2-3 0,2-2 0,6-10 0,2-8 0,1-9 0,3-14 0,5-5 0,0-14 0,0-9 0,6-2 0,0-12 0,-2-3 0,-2-4 0,4-2 0,0 5 0,6 7 0,-6-1 0,2 8 0,-2-2 0,-2 6 0,7 5 0,-7-1 0,2 7 0,-4 3 0,-3 10 0,-5 10 0,3 2 0,-9 10 0,-1-2 0,-10 2 0,-3 1 0,-8-7 0,5 6 0,1-6 0,1 0 0,-1-6 0,-1-2 0,12-4 0,4-11 0,13-9 0</inkml:trace>
  <inkml:trace contextRef="#ctx0" brushRef="#br0" timeOffset="69">12597 13961 8912,'-2'9'0,"-4"-3"0,4 4 0,-5-8 0,7 13 0,0-6 0,7 7 0,5-5 0,11-1 0,5-5 0,-1-3 0,2 4 0,1-4 0,3-2 0,3 6 0,4-1 0,-9 3 0,3-2 0,-11 3 0,0 9 0,-6 6 0,-5 5 0,-4 4 0,-8 1 0,-2 2 0,-4 2 0,-6 4 0,-3 2 0,-2-5 0,0 1 0,1-4 0,5-2 0,-2-7 0,7-4 0,0-4 0,6-2 0,0-7 0,2-6 0,4-16 0,11-7 0,10-15 0</inkml:trace>
  <inkml:trace contextRef="#ctx0" brushRef="#br0" timeOffset="70">13698 14184 8912,'17'0'0,"-1"-2"0,-5-3 0,4 3 0,-5-6 0,1 8 0,1 0 0,-8 0 0,11 0 0,-4-2 0,5-2 0,1-1 0,8-1 0,2-9 0,7-4 0</inkml:trace>
  <inkml:trace contextRef="#ctx0" brushRef="#br0" timeOffset="71">14524 14098 8912,'0'10'0,"0"5"0,2-11 0,4 7 0,-4-7 0,5 4 0,-7-8 0,8 0 0,3 0 0,7-8 0,5-3 0,3-12 0,9-4 0</inkml:trace>
  <inkml:trace contextRef="#ctx0" brushRef="#br0" timeOffset="72">15625 12860 8912,'0'-17'0,"0"0"0,2 0 0,4 0 0,6 7 0,11 4 0,-2 8 0,7 10 0,3 13 0,1 11 0,-5 25 0,-4 19 0,-16-30 0,-2 2-384,-1 6 0,-3 4 1,-6 8-1,-3 1 384,-2 6 0,-3 1 0,-7 6 0,-4 0 0,-1 2 0,-2 0 0,0-1 0,-1 0 0,1 2 0,0 0 0,1-4 0,-1-2 0,1-2 0,0-1 0,-4 1 0,-1 0 0,5-4 0,0-1 0,-4-1 0,-3 0 0,1 2 0,-3 1 0,-1-4 0,-2-1 0,1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3T16:37:21.27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3992 10660 8912,'-17'-17'0,"10"7"0,7 4 0,9 4 0,6 2 0,3 0 0,-1 0 0,0 0 0,2 6 0,4 0 0,6 0 0,3 1 0,3-5 0,-1 4 0,8-2 0,4-1 0,4 3 0,1-2 0,9-2 0,3-2 0,19-2-233,10-4 0,-43 2 1,1-1 232,2-3 0,-1-1 0,1 0 0,0 0 0,-1 1 0,1-1 0,0 0 0,1-1 0,2-2 0,-1 1 0,-1 2 0,-1 1 0,3-1 0,-1 1 0,-1-1 0,-1 1 0,-1 2 0,0 2 0,-1-2 0,-1 1 0,0-2 0,0 2 0,41 1 0,1-1 0,-1 3 0,2 2 0,-2 0 0,7 0 0,-7 0 0,2 0 0,6-2 0,-47-1 0,1 0 0,6-2 0,2-1-691,6-5 0,0-1 691,-5 3 0,-1-2 0,5-4 0,0-2 0,-6 3 0,0-1 0,2-1 0,1 0 0,1-1 0</inkml:trace>
  <inkml:trace contextRef="#ctx0" brushRef="#br0" timeOffset="1">7572 10316 8825,'61'-12'0,"0"1"0,3 0 0,-2-1 0,-4 0 0,-1 1-396,6 2 0,0 1 1,-9-1-1,-1 1 396,4-1 0,1 1 0,3-1 0,0 2 0,5 1 0,0 1 0,-5 0 0,-1 2 0,-2 3 0,-1 0 0,-4 0 0,1 0 0,-2 0 0,1 0 0,3 0 0,1 0 0,5 0 0,2 0 0,-4 0 0,0 0 0,4 0 0,-1 0 0,-5 0 0,0 0 0,-3 1 0,-1 0 0,5 1 0,1 0 0,5 0 0,0 2 0,-7 1 0,0 1 0,3-3 0,-1 0 0,-4 0 0,-1 0 0,-1-3 0,1 0 0,-1 0 0,1 1 0,5 2 0,0 0 0,-4-1 0,-1 0 0,6 4 0,-2-1 0,-7-2 0,-2 0-46,-1 3 0,-1 0 0,46 5 46,-45-3 0,0 1 0,42 7 0,-39-9 0,0-1 0,-2 0 0,1-1 0,0 2 0,-1 0 0,2 1 0,0 1 0,-1 2 0,1 1 0,-1-3 0,1 1 0,-1 2 0,1-1 0,3-1 0,1-1-65,1 0 0,1-1 0,-2 1 0,1-1 65,0 1 0,0 0 0,-5-1 0,0 1 0,2-1 0,1 1 0,-4 0 0,1-1 0,5 1 0,1-1 0,-2 1 0,0 0 0,1-2 0,-1 1 0,-3-1 0,-2-1-218,42 6 1,3-1 217,-48-2 0,1-1 0,3 0 0,0 0 0,2-3 0,1 1 0,36 7 0,1-7 0,-13 6 0,1-7 0,0 1 0,6-6 0,2 0 0,4 0 0,-4 0 0,4-2 0,-6-2 0,-6-1 0,-2-9 0,-3 3 0,5 1 0,12-1 0,0-1 0,0-5 0,-8 2 0,-15 3 0,-1-1 244,1 7 0,6-5-244,-1 5 0,16-2 0,2 3 0,-43 3 0,1 0 0,3-2 0,0-2 0,-1 2 0,1-1 0,-2 0 0,1 0 0,5 3 0,1-1 0,-4-3 0,1 0 0,3 3 0,0 0 0,3-2 0,1-1 0,0 0 0,0 0 0,1 2 0,0-1 0,2-3 0,0 1-104,1 1 1,0 0-1,-1-1 1,0-1 103,4-1 0,0 1 0,2-1 0,-1 0 0,-4 1 0,0-1 0,4 3 0,0 1 0,-4-1 0,0 0 0,-2 1 0,0-1 0,-1-2 0,0-1 0,2 0 0,0 0 0,1 1 0,0-1 0,2 1 0,0 1 29,1 1 1,0 1-1,-4-2 1,0 0-1,0 3 1,0 1-1,0-1 1,0 0-30,0 0 0,2 0 0,2-2 0,-1 1 0,-4 2 0,-2 0 0,-1-3 0,-1 1-69,-3 2 0,1 0 1,1-3-1,2 0 69,2 4 0,0-1 0,0-3 0,-1 0 0,-5 2 0,0 1 0,-2-1 0,-1 0 0,-1 0 0,-1 0 0,3-2 0,-1 1 0,1 2 0,-1 0 0,4-3 0,-1 1 0,-2 2 0,-1 0 0,3-1 0,-1 0-69,-4 1 0,-1 1 0,5-2 0,-1 0 69,-6-2 0,0 0 0,6-1 0,0 1 0,-3 3 0,0 0 0,3-2 0,1-1 0,-3 2 0,-1 0 0,-3 0 0,-1-1 0,42-9 0,-8 5 214,-13-3 0,0 7 1,0-7-1,-4 1-214,-8 1 0,-9-3 215,-19 7 0,-12-2-215,-11 3 0,-14 1 421,-9-8 0,-19 9-421,-22-3 0,-11 12 0,-24-12 0,-3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1" name="Google Shape;1651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2" name="Google Shape;1652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9" name="Google Shape;1659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0" name="Google Shape;1660;p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p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1" name="Google Shape;1671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2" name="Google Shape;1672;p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3" name="Google Shape;1683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4" name="Google Shape;1684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6" name="Google Shape;1696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7" name="Google Shape;1697;p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p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9" name="Google Shape;1709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0" name="Google Shape;1710;p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3" name="Google Shape;1723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4" name="Google Shape;1724;p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5" name="Google Shape;1735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6" name="Google Shape;1736;p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9" name="Google Shape;1749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0" name="Google Shape;1750;p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75" tIns="45325" rIns="92275" bIns="45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p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6" name="Google Shape;1756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p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5" name="Google Shape;1765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5" name="Google Shape;1775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2" name="Google Shape;1782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p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5" name="Google Shape;1795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4" name="Google Shape;1804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2" name="Google Shape;1812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8" name="Google Shape;1818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0" name="Google Shape;1130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544079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7" name="Google Shape;1137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8" name="Google Shape;1138;p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00645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0" name="Google Shape;1160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1" name="Google Shape;1161;p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09837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7" name="Google Shape;1187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376751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0" name="Google Shape;1230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283788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6" name="Google Shape;1246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89714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eecc7781e4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g1eecc7781e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John Tukey, Princeton mathematician and statistician, inventor of the Fast Fourier Transform and father of Exploratory Data Analysis.  Also coined the word “bit”.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Emphasis courtesy Jeff Heer, U. Washington</a:t>
            </a:r>
            <a:endParaRPr dirty="0"/>
          </a:p>
        </p:txBody>
      </p:sp>
      <p:sp>
        <p:nvSpPr>
          <p:cNvPr id="217" name="Google Shape;21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224" name="Google Shape;22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0" name="Google Shape;28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3" name="Google Shape;32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" name="Google Shape;329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30" name="Google Shape;330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39" name="Google Shape;339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49" name="Google Shape;349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57" name="Google Shape;357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4" name="Google Shape;36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3" name="Google Shape;37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74" name="Google Shape;374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2" name="Google Shape;38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0" name="Google Shape;390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1" name="Google Shape;391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7" name="Google Shape;397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98" name="Google Shape;398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7" name="Google Shape;407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8" name="Google Shape;408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2" name="Google Shape;2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Larceny=theft of personal property</a:t>
            </a:r>
            <a:endParaRPr/>
          </a:p>
        </p:txBody>
      </p:sp>
      <p:sp>
        <p:nvSpPr>
          <p:cNvPr id="229" name="Google Shape;22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7" name="Google Shape;2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3" name="Google Shape;2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6" name="Google Shape;596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7" name="Google Shape;597;p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27680" y="1183257"/>
            <a:ext cx="82296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042421" y="3429000"/>
            <a:ext cx="82296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3828" y="1110597"/>
            <a:ext cx="2286000" cy="5080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5959" y="4117661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4" name="Rectangle 13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9" name="Rectangle 18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1215180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7" name="Rectangle 26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1" name="Oval 20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Oval 22"/>
          <p:cNvSpPr/>
          <p:nvPr/>
        </p:nvSpPr>
        <p:spPr bwMode="auto">
          <a:xfrm>
            <a:off x="1746176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4" name="Oval 23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6" name="Oval 25"/>
          <p:cNvSpPr/>
          <p:nvPr/>
        </p:nvSpPr>
        <p:spPr bwMode="auto">
          <a:xfrm>
            <a:off x="2218944" y="5788152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5" name="Oval 24"/>
          <p:cNvSpPr/>
          <p:nvPr/>
        </p:nvSpPr>
        <p:spPr>
          <a:xfrm>
            <a:off x="2540000" y="4495800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767392" y="4928702"/>
            <a:ext cx="812800" cy="5175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9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39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1590" y="494193"/>
            <a:ext cx="82296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51616" y="3280744"/>
            <a:ext cx="82296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2008" y="1106932"/>
            <a:ext cx="2286000" cy="508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6208" y="4114800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0" name="Rectangle 9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Rectangle 10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8" name="Rectangle 17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19" name="Oval 18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0" name="Oval 19"/>
          <p:cNvSpPr/>
          <p:nvPr/>
        </p:nvSpPr>
        <p:spPr bwMode="auto">
          <a:xfrm>
            <a:off x="1766272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1" name="Oval 20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2" name="Oval 21"/>
          <p:cNvSpPr/>
          <p:nvPr/>
        </p:nvSpPr>
        <p:spPr bwMode="auto">
          <a:xfrm>
            <a:off x="2218944" y="5791200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Oval 22"/>
          <p:cNvSpPr/>
          <p:nvPr/>
        </p:nvSpPr>
        <p:spPr bwMode="auto">
          <a:xfrm>
            <a:off x="2505387" y="4479888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12130592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787488" y="4928702"/>
            <a:ext cx="812800" cy="5175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509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5693664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7923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058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58293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6096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57912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5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41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638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47360" y="3124200"/>
            <a:ext cx="6309360" cy="6096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083040" y="274320"/>
            <a:ext cx="2036064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4" name="Oval 13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406400" y="274320"/>
            <a:ext cx="75184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19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3" name="Oval 12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18404" y="3124200"/>
            <a:ext cx="6309360" cy="6096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2296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21064" y="264795"/>
            <a:ext cx="2032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1" name="Rectangle 10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74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8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235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692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69415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6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6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6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116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1361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Body" type="tx">
  <p:cSld name="1_Title and Bod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4517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99568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10454640" y="1017843"/>
            <a:ext cx="2011680" cy="512064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9853648" y="3676280"/>
            <a:ext cx="3200400" cy="48768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016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0" name="Rectangle 9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2" name="Oval 11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38688" y="5734050"/>
            <a:ext cx="8128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25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qlfiddle.com/#!17/54a88/2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sqlfiddle.com/#!17/a7b2f/1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8.xml"/><Relationship Id="rId4" Type="http://schemas.openxmlformats.org/officeDocument/2006/relationships/image" Target="../media/image5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sqlfiddle.com/#!17/e1f3a/3/0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sqlfiddle.com/#!17/36ca9/2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sqlfiddle.com/#!17/f35aa/6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1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sqlfiddle.com/#!17/f35aa/4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sqlfiddle.com/#!17/f35aa/2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customXml" Target="../ink/ink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sqlfiddle.com/#!17/f35aa/7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customXml" Target="../ink/ink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sqlfiddle.com/#!17/f35aa/7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customXml" Target="../ink/ink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customXml" Target="../ink/ink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32.png"/><Relationship Id="rId3" Type="http://schemas.openxmlformats.org/officeDocument/2006/relationships/image" Target="../media/image26.png"/><Relationship Id="rId7" Type="http://schemas.openxmlformats.org/officeDocument/2006/relationships/image" Target="../media/image23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30.png"/><Relationship Id="rId5" Type="http://schemas.openxmlformats.org/officeDocument/2006/relationships/image" Target="../media/image28.png"/><Relationship Id="rId10" Type="http://schemas.openxmlformats.org/officeDocument/2006/relationships/image" Target="../media/image29.jpg"/><Relationship Id="rId4" Type="http://schemas.openxmlformats.org/officeDocument/2006/relationships/image" Target="../media/image27.png"/><Relationship Id="rId9" Type="http://schemas.openxmlformats.org/officeDocument/2006/relationships/image" Target="../media/image25.png"/><Relationship Id="rId1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jpg"/><Relationship Id="rId5" Type="http://schemas.openxmlformats.org/officeDocument/2006/relationships/image" Target="../media/image38.jp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customXml" Target="../ink/ink21.xml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customXml" Target="../ink/ink2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customXml" Target="../ink/ink2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customXml" Target="../ink/ink2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customXml" Target="../ink/ink2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customXml" Target="../ink/ink26.xml"/><Relationship Id="rId4" Type="http://schemas.openxmlformats.org/officeDocument/2006/relationships/image" Target="../media/image6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customXml" Target="../ink/ink2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customXml" Target="../ink/ink2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customXml" Target="../ink/ink30.xml"/><Relationship Id="rId4" Type="http://schemas.openxmlformats.org/officeDocument/2006/relationships/image" Target="../media/image7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customXml" Target="../ink/ink31.xml"/><Relationship Id="rId4" Type="http://schemas.openxmlformats.org/officeDocument/2006/relationships/image" Target="../media/image7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>
            <a:spLocks noGrp="1"/>
          </p:cNvSpPr>
          <p:nvPr>
            <p:ph type="ctrTitle"/>
          </p:nvPr>
        </p:nvSpPr>
        <p:spPr>
          <a:xfrm>
            <a:off x="3027680" y="1183257"/>
            <a:ext cx="8565230" cy="1894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 dirty="0"/>
              <a:t>Exploratory Data Analysis</a:t>
            </a:r>
            <a:endParaRPr lang="en-US" dirty="0"/>
          </a:p>
        </p:txBody>
      </p:sp>
      <p:sp>
        <p:nvSpPr>
          <p:cNvPr id="110" name="Google Shape;110;p1"/>
          <p:cNvSpPr txBox="1">
            <a:spLocks noGrp="1"/>
          </p:cNvSpPr>
          <p:nvPr>
            <p:ph type="subTitle" idx="1"/>
          </p:nvPr>
        </p:nvSpPr>
        <p:spPr>
          <a:xfrm>
            <a:off x="3027680" y="3429000"/>
            <a:ext cx="7891272" cy="1056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rPr lang="en-US" dirty="0"/>
              <a:t>CS 418 Introduction to Data Science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dirty="0"/>
              <a:t>Prof. Sathya Ravi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dirty="0"/>
              <a:t>September 19, 2024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85E3D85-8CF6-9743-0C8D-05B66DCEAA0B}"/>
                  </a:ext>
                </a:extLst>
              </p14:cNvPr>
              <p14:cNvContentPartPr/>
              <p14:nvPr/>
            </p14:nvContentPartPr>
            <p14:xfrm>
              <a:off x="3673800" y="4637160"/>
              <a:ext cx="7743600" cy="2027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85E3D85-8CF6-9743-0C8D-05B66DCEAA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64440" y="4627800"/>
                <a:ext cx="7762320" cy="2046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82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JOIN VARIANTS</a:t>
            </a:r>
            <a:endParaRPr/>
          </a:p>
        </p:txBody>
      </p:sp>
      <p:sp>
        <p:nvSpPr>
          <p:cNvPr id="1655" name="Google Shape;1655;p82"/>
          <p:cNvSpPr txBox="1">
            <a:spLocks noGrp="1"/>
          </p:cNvSpPr>
          <p:nvPr>
            <p:ph type="body" idx="1"/>
          </p:nvPr>
        </p:nvSpPr>
        <p:spPr>
          <a:xfrm>
            <a:off x="1303867" y="4045231"/>
            <a:ext cx="10297583" cy="231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INNER is default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Inner join is akin to what we have seen so far.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FULL OUTER is the equivalent of join=‘outer’ in pandas.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“OUTER” is optional, but recommended for clarity.</a:t>
            </a:r>
            <a:endParaRPr/>
          </a:p>
        </p:txBody>
      </p:sp>
      <p:sp>
        <p:nvSpPr>
          <p:cNvPr id="1656" name="Google Shape;1656;p82"/>
          <p:cNvSpPr/>
          <p:nvPr/>
        </p:nvSpPr>
        <p:spPr>
          <a:xfrm>
            <a:off x="876300" y="1646238"/>
            <a:ext cx="10725150" cy="1939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2"/>
                </a:solidFill>
                <a:latin typeface="Rockwell"/>
                <a:ea typeface="Rockwell"/>
                <a:cs typeface="Rockwell"/>
                <a:sym typeface="Rockwell"/>
              </a:rPr>
              <a:t>SELECT (column_list)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2"/>
                </a:solidFill>
                <a:latin typeface="Rockwell"/>
                <a:ea typeface="Rockwell"/>
                <a:cs typeface="Rockwell"/>
                <a:sym typeface="Rockwell"/>
              </a:rPr>
              <a:t>FROM  </a:t>
            </a:r>
            <a:r>
              <a:rPr lang="en-US" sz="2400" b="0" i="1" u="none" strike="noStrike" cap="none">
                <a:solidFill>
                  <a:srgbClr val="6600CC"/>
                </a:solidFill>
                <a:latin typeface="Rockwell"/>
                <a:ea typeface="Rockwell"/>
                <a:cs typeface="Rockwell"/>
                <a:sym typeface="Rockwell"/>
              </a:rPr>
              <a:t>table_name</a:t>
            </a:r>
            <a:endParaRPr sz="2400" b="0" i="1" u="none" strike="noStrike" cap="none">
              <a:solidFill>
                <a:srgbClr val="6600CC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6600CC"/>
                </a:solidFill>
                <a:latin typeface="Rockwell"/>
                <a:ea typeface="Rockwell"/>
                <a:cs typeface="Rockwell"/>
                <a:sym typeface="Rockwell"/>
              </a:rPr>
              <a:t> 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Rockwell"/>
                <a:ea typeface="Rockwell"/>
                <a:cs typeface="Rockwell"/>
                <a:sym typeface="Rockwell"/>
              </a:rPr>
              <a:t>[INNER | LEFT OUTER |RIGHT OUTER | FULL OUTER] JOIN</a:t>
            </a:r>
            <a:r>
              <a:rPr lang="en-US" sz="2400" b="0" i="1" u="none" strike="noStrike" cap="none">
                <a:solidFill>
                  <a:srgbClr val="6600CC"/>
                </a:solidFill>
                <a:latin typeface="Rockwell"/>
                <a:ea typeface="Rockwell"/>
                <a:cs typeface="Rockwell"/>
                <a:sym typeface="Rockwell"/>
              </a:rPr>
              <a:t> table_name</a:t>
            </a:r>
            <a:endParaRPr sz="2400" b="0" i="1" u="none" strike="noStrike" cap="none">
              <a:solidFill>
                <a:srgbClr val="6600CC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6600CC"/>
                </a:solidFill>
                <a:latin typeface="Rockwell"/>
                <a:ea typeface="Rockwell"/>
                <a:cs typeface="Rockwell"/>
                <a:sym typeface="Rockwell"/>
              </a:rPr>
              <a:t>    ON</a:t>
            </a:r>
            <a:r>
              <a:rPr lang="en-US" sz="2400" b="0" i="1" u="none" strike="noStrike" cap="none">
                <a:solidFill>
                  <a:srgbClr val="6600CC"/>
                </a:solidFill>
                <a:latin typeface="Rockwell"/>
                <a:ea typeface="Rockwell"/>
                <a:cs typeface="Rockwell"/>
                <a:sym typeface="Rockwell"/>
              </a:rPr>
              <a:t> qualification_list</a:t>
            </a:r>
            <a:endParaRPr sz="2400" b="0" i="1" u="none" strike="noStrike" cap="none">
              <a:solidFill>
                <a:srgbClr val="6600CC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2"/>
                </a:solidFill>
                <a:latin typeface="Rockwell"/>
                <a:ea typeface="Rockwell"/>
                <a:cs typeface="Rockwell"/>
                <a:sym typeface="Rockwell"/>
              </a:rPr>
              <a:t>WHERE …</a:t>
            </a:r>
            <a:endParaRPr sz="2400" b="0" i="1" u="none" strike="noStrike" cap="none">
              <a:solidFill>
                <a:schemeClr val="accent2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A733527-68EF-DEC6-7969-CFA30A2BB790}"/>
                  </a:ext>
                </a:extLst>
              </p14:cNvPr>
              <p14:cNvContentPartPr/>
              <p14:nvPr/>
            </p14:nvContentPartPr>
            <p14:xfrm>
              <a:off x="2633040" y="637560"/>
              <a:ext cx="9100800" cy="3429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A733527-68EF-DEC6-7969-CFA30A2BB7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3680" y="628200"/>
                <a:ext cx="9119520" cy="3448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p83"/>
          <p:cNvSpPr txBox="1">
            <a:spLocks noGrp="1"/>
          </p:cNvSpPr>
          <p:nvPr>
            <p:ph type="body" idx="1"/>
          </p:nvPr>
        </p:nvSpPr>
        <p:spPr>
          <a:xfrm>
            <a:off x="940570" y="1646238"/>
            <a:ext cx="10309322" cy="4563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82880" lvl="0" indent="-18288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5000"/>
              <a:buFont typeface="Rockwell"/>
              <a:buNone/>
            </a:pPr>
            <a:r>
              <a:rPr lang="en-US" sz="2400">
                <a:latin typeface="Rockwell"/>
                <a:ea typeface="Rockwell"/>
                <a:cs typeface="Rockwell"/>
                <a:sym typeface="Rockwell"/>
              </a:rPr>
              <a:t>Returns all matched rows, </a:t>
            </a:r>
            <a:r>
              <a:rPr lang="en-US" sz="2400" u="sng">
                <a:latin typeface="Rockwell"/>
                <a:ea typeface="Rockwell"/>
                <a:cs typeface="Rockwell"/>
                <a:sym typeface="Rockwell"/>
              </a:rPr>
              <a:t>and </a:t>
            </a:r>
            <a:r>
              <a:rPr lang="en-US" sz="2400" i="1" u="sng">
                <a:latin typeface="Rockwell"/>
                <a:ea typeface="Rockwell"/>
                <a:cs typeface="Rockwell"/>
                <a:sym typeface="Rockwell"/>
              </a:rPr>
              <a:t>preserves</a:t>
            </a:r>
            <a:r>
              <a:rPr lang="en-US" sz="2400"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lang="en-US" sz="2400" u="sng">
                <a:latin typeface="Rockwell"/>
                <a:ea typeface="Rockwell"/>
                <a:cs typeface="Rockwell"/>
                <a:sym typeface="Rockwell"/>
              </a:rPr>
              <a:t>all unmatched rows from the table on the left</a:t>
            </a:r>
            <a:r>
              <a:rPr lang="en-US" sz="2400">
                <a:latin typeface="Rockwell"/>
                <a:ea typeface="Rockwell"/>
                <a:cs typeface="Rockwell"/>
                <a:sym typeface="Rockwell"/>
              </a:rPr>
              <a:t> of the join clause</a:t>
            </a:r>
            <a:endParaRPr/>
          </a:p>
          <a:p>
            <a:pPr marL="182880" lvl="0" indent="-18288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ct val="85000"/>
              <a:buFont typeface="Rockwell"/>
              <a:buNone/>
            </a:pPr>
            <a:r>
              <a:rPr lang="en-US" sz="2400">
                <a:latin typeface="Rockwell"/>
                <a:ea typeface="Rockwell"/>
                <a:cs typeface="Rockwell"/>
                <a:sym typeface="Rockwell"/>
              </a:rPr>
              <a:t>(use nulls in fields of non-matching tuples)</a:t>
            </a:r>
            <a:endParaRPr/>
          </a:p>
          <a:p>
            <a:pPr marL="182880" lvl="0" indent="-18288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ct val="85000"/>
              <a:buFont typeface="Rockwell"/>
              <a:buNone/>
            </a:pPr>
            <a:endParaRPr sz="2400">
              <a:latin typeface="Rockwell"/>
              <a:ea typeface="Rockwell"/>
              <a:cs typeface="Rockwell"/>
              <a:sym typeface="Rockwell"/>
            </a:endParaRPr>
          </a:p>
          <a:p>
            <a:pPr marL="182880" lvl="0" indent="-18288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ct val="85000"/>
              <a:buFont typeface="Oi"/>
              <a:buNone/>
            </a:pPr>
            <a:r>
              <a:rPr lang="en-US" sz="3000">
                <a:solidFill>
                  <a:srgbClr val="0033CC"/>
                </a:solidFill>
                <a:latin typeface="Oi"/>
                <a:ea typeface="Oi"/>
                <a:cs typeface="Oi"/>
                <a:sym typeface="Oi"/>
              </a:rPr>
              <a:t>SELECT s.sid, s.sname, r.bid </a:t>
            </a:r>
            <a:endParaRPr/>
          </a:p>
          <a:p>
            <a:pPr marL="182880" lvl="0" indent="-18288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ct val="85000"/>
              <a:buFont typeface="Oi"/>
              <a:buNone/>
            </a:pPr>
            <a:r>
              <a:rPr lang="en-US" sz="3000">
                <a:solidFill>
                  <a:srgbClr val="0033CC"/>
                </a:solidFill>
                <a:latin typeface="Oi"/>
                <a:ea typeface="Oi"/>
                <a:cs typeface="Oi"/>
                <a:sym typeface="Oi"/>
              </a:rPr>
              <a:t>FROM Sailors2 s LEFT OUTER JOIN Reserves2 r </a:t>
            </a:r>
            <a:endParaRPr/>
          </a:p>
          <a:p>
            <a:pPr marL="182880" lvl="0" indent="-18288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ct val="85000"/>
              <a:buFont typeface="Oi"/>
              <a:buNone/>
            </a:pPr>
            <a:r>
              <a:rPr lang="en-US" sz="3000">
                <a:solidFill>
                  <a:srgbClr val="0033CC"/>
                </a:solidFill>
                <a:latin typeface="Oi"/>
                <a:ea typeface="Oi"/>
                <a:cs typeface="Oi"/>
                <a:sym typeface="Oi"/>
              </a:rPr>
              <a:t>ON s.sid = r.sid;</a:t>
            </a:r>
            <a:endParaRPr sz="3000">
              <a:latin typeface="Oi"/>
              <a:ea typeface="Oi"/>
              <a:cs typeface="Oi"/>
              <a:sym typeface="Oi"/>
            </a:endParaRPr>
          </a:p>
          <a:p>
            <a:pPr marL="182880" lvl="0" indent="-18288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ct val="85000"/>
              <a:buFont typeface="Rockwell"/>
              <a:buNone/>
            </a:pP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marL="182880" lvl="0" indent="-18288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ct val="85000"/>
              <a:buFont typeface="Rockwell"/>
              <a:buNone/>
            </a:pPr>
            <a:r>
              <a:rPr lang="en-US" sz="2400">
                <a:latin typeface="Rockwell"/>
                <a:ea typeface="Rockwell"/>
                <a:cs typeface="Rockwell"/>
                <a:sym typeface="Rockwell"/>
              </a:rPr>
              <a:t>Returns all sailors &amp; bid for boat in any of their reservations</a:t>
            </a:r>
            <a:endParaRPr/>
          </a:p>
          <a:p>
            <a:pPr marL="182880" lvl="0" indent="-18288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ct val="85000"/>
              <a:buFont typeface="Rockwell"/>
              <a:buNone/>
            </a:pPr>
            <a:r>
              <a:rPr lang="en-US" sz="2400" b="1">
                <a:latin typeface="Rockwell"/>
                <a:ea typeface="Rockwell"/>
                <a:cs typeface="Rockwell"/>
                <a:sym typeface="Rockwell"/>
              </a:rPr>
              <a:t>Note: If there is a sailor without a boat reservation then the sailor is matched with the NULL bid.</a:t>
            </a:r>
            <a:endParaRPr/>
          </a:p>
        </p:txBody>
      </p:sp>
      <p:sp>
        <p:nvSpPr>
          <p:cNvPr id="1663" name="Google Shape;1663;p83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LEFT JOIN</a:t>
            </a:r>
            <a:endParaRPr/>
          </a:p>
        </p:txBody>
      </p:sp>
      <p:grpSp>
        <p:nvGrpSpPr>
          <p:cNvPr id="1664" name="Google Shape;1664;p83"/>
          <p:cNvGrpSpPr/>
          <p:nvPr/>
        </p:nvGrpSpPr>
        <p:grpSpPr>
          <a:xfrm>
            <a:off x="3466175" y="200417"/>
            <a:ext cx="2016303" cy="1270242"/>
            <a:chOff x="4944973" y="348335"/>
            <a:chExt cx="2016303" cy="1270242"/>
          </a:xfrm>
        </p:grpSpPr>
        <p:grpSp>
          <p:nvGrpSpPr>
            <p:cNvPr id="1665" name="Google Shape;1665;p83"/>
            <p:cNvGrpSpPr/>
            <p:nvPr/>
          </p:nvGrpSpPr>
          <p:grpSpPr>
            <a:xfrm>
              <a:off x="4944973" y="348335"/>
              <a:ext cx="2016303" cy="1270242"/>
              <a:chOff x="8858215" y="5182947"/>
              <a:chExt cx="2016303" cy="1270242"/>
            </a:xfrm>
          </p:grpSpPr>
          <p:sp>
            <p:nvSpPr>
              <p:cNvPr id="1666" name="Google Shape;1666;p83"/>
              <p:cNvSpPr/>
              <p:nvPr/>
            </p:nvSpPr>
            <p:spPr>
              <a:xfrm>
                <a:off x="8858215" y="5182947"/>
                <a:ext cx="1270242" cy="1270242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rgbClr val="99341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sp>
            <p:nvSpPr>
              <p:cNvPr id="1667" name="Google Shape;1667;p83"/>
              <p:cNvSpPr/>
              <p:nvPr/>
            </p:nvSpPr>
            <p:spPr>
              <a:xfrm>
                <a:off x="9604276" y="5182947"/>
                <a:ext cx="1270242" cy="1270242"/>
              </a:xfrm>
              <a:prstGeom prst="ellipse">
                <a:avLst/>
              </a:prstGeom>
              <a:noFill/>
              <a:ln w="12700" cap="flat" cmpd="sng">
                <a:solidFill>
                  <a:srgbClr val="6C47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</p:grpSp>
        <p:sp>
          <p:nvSpPr>
            <p:cNvPr id="1668" name="Google Shape;1668;p83"/>
            <p:cNvSpPr/>
            <p:nvPr/>
          </p:nvSpPr>
          <p:spPr>
            <a:xfrm>
              <a:off x="5691035" y="471597"/>
              <a:ext cx="524181" cy="1023721"/>
            </a:xfrm>
            <a:custGeom>
              <a:avLst/>
              <a:gdLst/>
              <a:ahLst/>
              <a:cxnLst/>
              <a:rect l="l" t="t" r="r" b="b"/>
              <a:pathLst>
                <a:path w="524181" h="1023721" extrusionOk="0">
                  <a:moveTo>
                    <a:pt x="262091" y="0"/>
                  </a:moveTo>
                  <a:lnTo>
                    <a:pt x="338159" y="62762"/>
                  </a:lnTo>
                  <a:cubicBezTo>
                    <a:pt x="453093" y="177696"/>
                    <a:pt x="524181" y="336476"/>
                    <a:pt x="524181" y="511860"/>
                  </a:cubicBezTo>
                  <a:cubicBezTo>
                    <a:pt x="524181" y="687244"/>
                    <a:pt x="453093" y="846024"/>
                    <a:pt x="338159" y="960959"/>
                  </a:cubicBezTo>
                  <a:lnTo>
                    <a:pt x="262091" y="1023721"/>
                  </a:lnTo>
                  <a:lnTo>
                    <a:pt x="186023" y="960959"/>
                  </a:lnTo>
                  <a:cubicBezTo>
                    <a:pt x="71088" y="846024"/>
                    <a:pt x="0" y="687244"/>
                    <a:pt x="0" y="511860"/>
                  </a:cubicBezTo>
                  <a:cubicBezTo>
                    <a:pt x="0" y="336476"/>
                    <a:pt x="71088" y="177696"/>
                    <a:pt x="186023" y="62762"/>
                  </a:cubicBezTo>
                  <a:close/>
                </a:path>
              </a:pathLst>
            </a:custGeom>
            <a:solidFill>
              <a:srgbClr val="7030A0"/>
            </a:solidFill>
            <a:ln w="127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58D3114-9676-D39B-5691-23EEE3142244}"/>
                  </a:ext>
                </a:extLst>
              </p14:cNvPr>
              <p14:cNvContentPartPr/>
              <p14:nvPr/>
            </p14:nvContentPartPr>
            <p14:xfrm>
              <a:off x="179640" y="-360"/>
              <a:ext cx="10519560" cy="5082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58D3114-9676-D39B-5691-23EEE31422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0280" y="-9720"/>
                <a:ext cx="10538280" cy="5101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p84"/>
          <p:cNvSpPr txBox="1">
            <a:spLocks noGrp="1"/>
          </p:cNvSpPr>
          <p:nvPr>
            <p:ph type="title"/>
          </p:nvPr>
        </p:nvSpPr>
        <p:spPr>
          <a:xfrm>
            <a:off x="1122217" y="609600"/>
            <a:ext cx="1012767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Oi"/>
              <a:buNone/>
            </a:pPr>
            <a:r>
              <a:rPr lang="en-US" sz="2800">
                <a:solidFill>
                  <a:srgbClr val="0033CC"/>
                </a:solidFill>
                <a:latin typeface="Oi"/>
                <a:ea typeface="Oi"/>
                <a:cs typeface="Oi"/>
                <a:sym typeface="Oi"/>
              </a:rPr>
              <a:t>SELECT S.SID, S.SNAME, R.BID </a:t>
            </a:r>
            <a:br>
              <a:rPr lang="en-US" sz="2800">
                <a:solidFill>
                  <a:srgbClr val="0033CC"/>
                </a:solidFill>
                <a:latin typeface="Oi"/>
                <a:ea typeface="Oi"/>
                <a:cs typeface="Oi"/>
                <a:sym typeface="Oi"/>
              </a:rPr>
            </a:br>
            <a:r>
              <a:rPr lang="en-US" sz="2800">
                <a:solidFill>
                  <a:srgbClr val="0033CC"/>
                </a:solidFill>
                <a:latin typeface="Oi"/>
                <a:ea typeface="Oi"/>
                <a:cs typeface="Oi"/>
                <a:sym typeface="Oi"/>
              </a:rPr>
              <a:t>FROM SAILORS2 S LEFT OUTER JOIN RESERVES2 R </a:t>
            </a:r>
            <a:br>
              <a:rPr lang="en-US" sz="2800">
                <a:solidFill>
                  <a:srgbClr val="0033CC"/>
                </a:solidFill>
                <a:latin typeface="Oi"/>
                <a:ea typeface="Oi"/>
                <a:cs typeface="Oi"/>
                <a:sym typeface="Oi"/>
              </a:rPr>
            </a:br>
            <a:r>
              <a:rPr lang="en-US" sz="2800">
                <a:solidFill>
                  <a:srgbClr val="0033CC"/>
                </a:solidFill>
                <a:latin typeface="Oi"/>
                <a:ea typeface="Oi"/>
                <a:cs typeface="Oi"/>
                <a:sym typeface="Oi"/>
              </a:rPr>
              <a:t>ON S.SID = R.SID;</a:t>
            </a:r>
            <a:endParaRPr sz="4800">
              <a:solidFill>
                <a:srgbClr val="0033CC"/>
              </a:solidFill>
              <a:latin typeface="Oi"/>
              <a:ea typeface="Oi"/>
              <a:cs typeface="Oi"/>
              <a:sym typeface="Oi"/>
            </a:endParaRPr>
          </a:p>
        </p:txBody>
      </p:sp>
      <p:sp>
        <p:nvSpPr>
          <p:cNvPr id="1675" name="Google Shape;1675;p84"/>
          <p:cNvSpPr/>
          <p:nvPr/>
        </p:nvSpPr>
        <p:spPr>
          <a:xfrm>
            <a:off x="207818" y="6336579"/>
            <a:ext cx="45720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sng" strike="noStrike" cap="none">
                <a:solidFill>
                  <a:srgbClr val="7F7F7F"/>
                </a:solidFill>
                <a:latin typeface="Rockwell"/>
                <a:ea typeface="Rockwell"/>
                <a:cs typeface="Rockwell"/>
                <a:sym typeface="Rockwel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http://sqlfiddle.com/#!17/54a88/2</a:t>
            </a:r>
            <a:r>
              <a:rPr lang="en-US" sz="2000" b="0" i="1" u="none" strike="noStrike" cap="none">
                <a:solidFill>
                  <a:srgbClr val="7F7F7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76" name="Google Shape;1676;p84"/>
          <p:cNvGraphicFramePr/>
          <p:nvPr/>
        </p:nvGraphicFramePr>
        <p:xfrm>
          <a:off x="5754328" y="4467139"/>
          <a:ext cx="5301600" cy="186944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/>
                        <a:t>sid</a:t>
                      </a:r>
                      <a:endParaRPr sz="2400" b="1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/>
                        <a:t>sname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/>
                        <a:t>bid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22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Dustin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101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95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Bob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103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31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Lubber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sng" strike="noStrike" cap="none"/>
                        <a:t>(null)</a:t>
                      </a:r>
                      <a:endParaRPr sz="1400" u="none" strike="noStrike" cap="none"/>
                    </a:p>
                  </a:txBody>
                  <a:tcPr marL="50800" marR="50800" marT="50800" marB="50800">
                    <a:solidFill>
                      <a:srgbClr val="C39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77" name="Google Shape;1677;p84"/>
          <p:cNvGraphicFramePr/>
          <p:nvPr/>
        </p:nvGraphicFramePr>
        <p:xfrm>
          <a:off x="560515" y="2385350"/>
          <a:ext cx="4433500" cy="16256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10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sid</a:t>
                      </a:r>
                      <a:endParaRPr sz="2000" b="1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sname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rating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age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22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Dustin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7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45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31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Lubber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8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55.5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95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Bob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63.5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78" name="Google Shape;1678;p84"/>
          <p:cNvGraphicFramePr/>
          <p:nvPr/>
        </p:nvGraphicFramePr>
        <p:xfrm>
          <a:off x="5335781" y="2385350"/>
          <a:ext cx="3927775" cy="12229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4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sid</a:t>
                      </a:r>
                      <a:endParaRPr sz="2000" b="1" u="none" strike="noStrike" cap="none">
                        <a:latin typeface="Rockwell"/>
                        <a:ea typeface="Rockwell"/>
                        <a:cs typeface="Rockwell"/>
                        <a:sym typeface="Rockwell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bid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day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22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101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1996-10-10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95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103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1996-11-12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79" name="Google Shape;1679;p84"/>
          <p:cNvSpPr txBox="1"/>
          <p:nvPr/>
        </p:nvSpPr>
        <p:spPr>
          <a:xfrm>
            <a:off x="5224944" y="1979706"/>
            <a:ext cx="188456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Reserves2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0" name="Google Shape;1680;p84"/>
          <p:cNvSpPr txBox="1"/>
          <p:nvPr/>
        </p:nvSpPr>
        <p:spPr>
          <a:xfrm>
            <a:off x="454823" y="2091047"/>
            <a:ext cx="158713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Sailors2</a:t>
            </a:r>
            <a:endParaRPr sz="18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FAB6DEF-EC04-A9A5-71F3-696827E1599E}"/>
                  </a:ext>
                </a:extLst>
              </p14:cNvPr>
              <p14:cNvContentPartPr/>
              <p14:nvPr/>
            </p14:nvContentPartPr>
            <p14:xfrm>
              <a:off x="291240" y="371880"/>
              <a:ext cx="8884080" cy="6114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FAB6DEF-EC04-A9A5-71F3-696827E159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1880" y="362520"/>
                <a:ext cx="8902800" cy="6133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85"/>
          <p:cNvSpPr txBox="1">
            <a:spLocks noGrp="1"/>
          </p:cNvSpPr>
          <p:nvPr>
            <p:ph type="body" idx="1"/>
          </p:nvPr>
        </p:nvSpPr>
        <p:spPr>
          <a:xfrm>
            <a:off x="940570" y="1646238"/>
            <a:ext cx="10309322" cy="4563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40"/>
              <a:buFont typeface="Oi"/>
              <a:buNone/>
            </a:pPr>
            <a:r>
              <a:rPr lang="en-US" sz="2400">
                <a:solidFill>
                  <a:srgbClr val="0033CC"/>
                </a:solidFill>
                <a:latin typeface="Oi"/>
                <a:ea typeface="Oi"/>
                <a:cs typeface="Oi"/>
                <a:sym typeface="Oi"/>
              </a:rPr>
              <a:t>SELECT s.sid, s.sname, r.bid </a:t>
            </a:r>
            <a:endParaRPr/>
          </a:p>
          <a:p>
            <a:pPr marL="182880" lvl="0" indent="-18288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40"/>
              <a:buFont typeface="Oi"/>
              <a:buNone/>
            </a:pPr>
            <a:r>
              <a:rPr lang="en-US" sz="2400">
                <a:solidFill>
                  <a:srgbClr val="0033CC"/>
                </a:solidFill>
                <a:latin typeface="Oi"/>
                <a:ea typeface="Oi"/>
                <a:cs typeface="Oi"/>
                <a:sym typeface="Oi"/>
              </a:rPr>
              <a:t>FROM Sailors2 s LEFT OUTER JOIN Reserves2 r </a:t>
            </a:r>
            <a:endParaRPr/>
          </a:p>
          <a:p>
            <a:pPr marL="182880" lvl="0" indent="-18288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40"/>
              <a:buFont typeface="Oi"/>
              <a:buNone/>
            </a:pPr>
            <a:r>
              <a:rPr lang="en-US" sz="2400">
                <a:solidFill>
                  <a:srgbClr val="0033CC"/>
                </a:solidFill>
                <a:latin typeface="Oi"/>
                <a:ea typeface="Oi"/>
                <a:cs typeface="Oi"/>
                <a:sym typeface="Oi"/>
              </a:rPr>
              <a:t>ON s.sid = r.sid;</a:t>
            </a:r>
            <a:endParaRPr sz="2400">
              <a:latin typeface="Oi"/>
              <a:ea typeface="Oi"/>
              <a:cs typeface="Oi"/>
              <a:sym typeface="Oi"/>
            </a:endParaRPr>
          </a:p>
          <a:p>
            <a:pPr marL="182880" lvl="0" indent="-18288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40"/>
              <a:buFont typeface="Rockwell"/>
              <a:buNone/>
            </a:pP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marL="182880" lvl="0" indent="-18288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40"/>
              <a:buFont typeface="Tahoma"/>
              <a:buNone/>
            </a:pPr>
            <a:r>
              <a:rPr lang="en-US" sz="2400">
                <a:latin typeface="Tahoma"/>
                <a:ea typeface="Tahoma"/>
                <a:cs typeface="Tahoma"/>
                <a:sym typeface="Tahoma"/>
              </a:rPr>
              <a:t>is the exact same as:</a:t>
            </a:r>
            <a:endParaRPr/>
          </a:p>
          <a:p>
            <a:pPr marL="182880" lvl="0" indent="-18288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40"/>
              <a:buFont typeface="Rockwell"/>
              <a:buNone/>
            </a:pP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marL="182880" lvl="0" indent="-18288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40"/>
              <a:buFont typeface="Oi"/>
              <a:buNone/>
            </a:pPr>
            <a:r>
              <a:rPr lang="en-US" sz="2400">
                <a:solidFill>
                  <a:srgbClr val="0033CC"/>
                </a:solidFill>
                <a:latin typeface="Oi"/>
                <a:ea typeface="Oi"/>
                <a:cs typeface="Oi"/>
                <a:sym typeface="Oi"/>
              </a:rPr>
              <a:t>SELECT s.sid, s.sname, r.bid </a:t>
            </a:r>
            <a:endParaRPr/>
          </a:p>
          <a:p>
            <a:pPr marL="182880" lvl="0" indent="-18288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40"/>
              <a:buFont typeface="Oi"/>
              <a:buNone/>
            </a:pPr>
            <a:r>
              <a:rPr lang="en-US" sz="2400">
                <a:solidFill>
                  <a:srgbClr val="0033CC"/>
                </a:solidFill>
                <a:latin typeface="Oi"/>
                <a:ea typeface="Oi"/>
                <a:cs typeface="Oi"/>
                <a:sym typeface="Oi"/>
              </a:rPr>
              <a:t>FROM Sailors2 s LEFT JOIN Reserves2 r </a:t>
            </a:r>
            <a:endParaRPr/>
          </a:p>
          <a:p>
            <a:pPr marL="182880" lvl="0" indent="-18288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40"/>
              <a:buFont typeface="Oi"/>
              <a:buNone/>
            </a:pPr>
            <a:r>
              <a:rPr lang="en-US" sz="2400">
                <a:solidFill>
                  <a:srgbClr val="0033CC"/>
                </a:solidFill>
                <a:latin typeface="Oi"/>
                <a:ea typeface="Oi"/>
                <a:cs typeface="Oi"/>
                <a:sym typeface="Oi"/>
              </a:rPr>
              <a:t>ON s.sid = r.sid;</a:t>
            </a:r>
            <a:endParaRPr sz="2400">
              <a:latin typeface="Oi"/>
              <a:ea typeface="Oi"/>
              <a:cs typeface="Oi"/>
              <a:sym typeface="Oi"/>
            </a:endParaRPr>
          </a:p>
        </p:txBody>
      </p:sp>
      <p:sp>
        <p:nvSpPr>
          <p:cNvPr id="1687" name="Google Shape;1687;p85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LEFT JOIN                    VS. LEFT OUTER JOIN</a:t>
            </a:r>
            <a:endParaRPr/>
          </a:p>
        </p:txBody>
      </p:sp>
      <p:grpSp>
        <p:nvGrpSpPr>
          <p:cNvPr id="1688" name="Google Shape;1688;p85"/>
          <p:cNvGrpSpPr/>
          <p:nvPr/>
        </p:nvGrpSpPr>
        <p:grpSpPr>
          <a:xfrm>
            <a:off x="3466175" y="200417"/>
            <a:ext cx="2016303" cy="1270242"/>
            <a:chOff x="4944973" y="348335"/>
            <a:chExt cx="2016303" cy="1270242"/>
          </a:xfrm>
        </p:grpSpPr>
        <p:grpSp>
          <p:nvGrpSpPr>
            <p:cNvPr id="1689" name="Google Shape;1689;p85"/>
            <p:cNvGrpSpPr/>
            <p:nvPr/>
          </p:nvGrpSpPr>
          <p:grpSpPr>
            <a:xfrm>
              <a:off x="4944973" y="348335"/>
              <a:ext cx="2016303" cy="1270242"/>
              <a:chOff x="8858215" y="5182947"/>
              <a:chExt cx="2016303" cy="1270242"/>
            </a:xfrm>
          </p:grpSpPr>
          <p:sp>
            <p:nvSpPr>
              <p:cNvPr id="1690" name="Google Shape;1690;p85"/>
              <p:cNvSpPr/>
              <p:nvPr/>
            </p:nvSpPr>
            <p:spPr>
              <a:xfrm>
                <a:off x="8858215" y="5182947"/>
                <a:ext cx="1270242" cy="1270242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rgbClr val="99341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sp>
            <p:nvSpPr>
              <p:cNvPr id="1691" name="Google Shape;1691;p85"/>
              <p:cNvSpPr/>
              <p:nvPr/>
            </p:nvSpPr>
            <p:spPr>
              <a:xfrm>
                <a:off x="9604276" y="5182947"/>
                <a:ext cx="1270242" cy="1270242"/>
              </a:xfrm>
              <a:prstGeom prst="ellipse">
                <a:avLst/>
              </a:prstGeom>
              <a:noFill/>
              <a:ln w="12700" cap="flat" cmpd="sng">
                <a:solidFill>
                  <a:srgbClr val="6C47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</p:grpSp>
        <p:sp>
          <p:nvSpPr>
            <p:cNvPr id="1692" name="Google Shape;1692;p85"/>
            <p:cNvSpPr/>
            <p:nvPr/>
          </p:nvSpPr>
          <p:spPr>
            <a:xfrm>
              <a:off x="5691035" y="471597"/>
              <a:ext cx="524181" cy="1023721"/>
            </a:xfrm>
            <a:custGeom>
              <a:avLst/>
              <a:gdLst/>
              <a:ahLst/>
              <a:cxnLst/>
              <a:rect l="l" t="t" r="r" b="b"/>
              <a:pathLst>
                <a:path w="524181" h="1023721" extrusionOk="0">
                  <a:moveTo>
                    <a:pt x="262091" y="0"/>
                  </a:moveTo>
                  <a:lnTo>
                    <a:pt x="338159" y="62762"/>
                  </a:lnTo>
                  <a:cubicBezTo>
                    <a:pt x="453093" y="177696"/>
                    <a:pt x="524181" y="336476"/>
                    <a:pt x="524181" y="511860"/>
                  </a:cubicBezTo>
                  <a:cubicBezTo>
                    <a:pt x="524181" y="687244"/>
                    <a:pt x="453093" y="846024"/>
                    <a:pt x="338159" y="960959"/>
                  </a:cubicBezTo>
                  <a:lnTo>
                    <a:pt x="262091" y="1023721"/>
                  </a:lnTo>
                  <a:lnTo>
                    <a:pt x="186023" y="960959"/>
                  </a:lnTo>
                  <a:cubicBezTo>
                    <a:pt x="71088" y="846024"/>
                    <a:pt x="0" y="687244"/>
                    <a:pt x="0" y="511860"/>
                  </a:cubicBezTo>
                  <a:cubicBezTo>
                    <a:pt x="0" y="336476"/>
                    <a:pt x="71088" y="177696"/>
                    <a:pt x="186023" y="62762"/>
                  </a:cubicBezTo>
                  <a:close/>
                </a:path>
              </a:pathLst>
            </a:custGeom>
            <a:solidFill>
              <a:srgbClr val="7030A0"/>
            </a:solidFill>
            <a:ln w="127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sp>
        <p:nvSpPr>
          <p:cNvPr id="1693" name="Google Shape;1693;p85"/>
          <p:cNvSpPr txBox="1"/>
          <p:nvPr/>
        </p:nvSpPr>
        <p:spPr>
          <a:xfrm>
            <a:off x="6095231" y="6038170"/>
            <a:ext cx="47625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Also called a Left Outer Join (note that there is no such thing as a Left Inner Join)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5A187FA-DBC5-982D-6EDA-BEEBAB6F25F2}"/>
                  </a:ext>
                </a:extLst>
              </p14:cNvPr>
              <p14:cNvContentPartPr/>
              <p14:nvPr/>
            </p14:nvContentPartPr>
            <p14:xfrm>
              <a:off x="3438360" y="86760"/>
              <a:ext cx="2180880" cy="1541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5A187FA-DBC5-982D-6EDA-BEEBAB6F25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29000" y="77400"/>
                <a:ext cx="2199600" cy="1560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p86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RIGHT JOIN</a:t>
            </a:r>
            <a:endParaRPr/>
          </a:p>
        </p:txBody>
      </p:sp>
      <p:sp>
        <p:nvSpPr>
          <p:cNvPr id="1700" name="Google Shape;1700;p86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Char char="▪"/>
            </a:pPr>
            <a:r>
              <a:rPr lang="en-US" sz="2400"/>
              <a:t>Right join returns all matched rows</a:t>
            </a:r>
            <a:r>
              <a:rPr lang="en-US" sz="2400" b="1"/>
              <a:t>, </a:t>
            </a:r>
            <a:r>
              <a:rPr lang="en-US" sz="2400" b="1"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lang="en-US" sz="2400" b="1" i="1">
                <a:latin typeface="Helvetica Neue"/>
                <a:ea typeface="Helvetica Neue"/>
                <a:cs typeface="Helvetica Neue"/>
                <a:sym typeface="Helvetica Neue"/>
              </a:rPr>
              <a:t>preserves</a:t>
            </a:r>
            <a:r>
              <a:rPr lang="en-US" sz="2400" b="1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/>
              <a:t>all unmatched rows from the table on the right </a:t>
            </a:r>
            <a:r>
              <a:rPr lang="en-US" sz="2400"/>
              <a:t>of the join clause</a:t>
            </a:r>
            <a:endParaRPr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/>
          </a:p>
          <a:p>
            <a:pPr marL="400050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380"/>
              <a:buNone/>
            </a:pPr>
            <a:r>
              <a:rPr lang="en-US" sz="2800">
                <a:latin typeface="Oi"/>
                <a:ea typeface="Oi"/>
                <a:cs typeface="Oi"/>
                <a:sym typeface="Oi"/>
              </a:rPr>
              <a:t>SELECT r.sid, b.bid, b.bname</a:t>
            </a:r>
            <a:endParaRPr sz="2800">
              <a:latin typeface="Oi"/>
              <a:ea typeface="Oi"/>
              <a:cs typeface="Oi"/>
              <a:sym typeface="Oi"/>
            </a:endParaRPr>
          </a:p>
          <a:p>
            <a:pPr marL="40005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80"/>
              <a:buNone/>
            </a:pPr>
            <a:r>
              <a:rPr lang="en-US" sz="2800">
                <a:latin typeface="Oi"/>
                <a:ea typeface="Oi"/>
                <a:cs typeface="Oi"/>
                <a:sym typeface="Oi"/>
              </a:rPr>
              <a:t>FROM Reserves2 r </a:t>
            </a:r>
            <a:r>
              <a:rPr lang="en-US" sz="2800" b="1">
                <a:latin typeface="Oi"/>
                <a:ea typeface="Oi"/>
                <a:cs typeface="Oi"/>
                <a:sym typeface="Oi"/>
              </a:rPr>
              <a:t>RIGHT OUTER JOIN </a:t>
            </a:r>
            <a:r>
              <a:rPr lang="en-US" sz="2800">
                <a:latin typeface="Oi"/>
                <a:ea typeface="Oi"/>
                <a:cs typeface="Oi"/>
                <a:sym typeface="Oi"/>
              </a:rPr>
              <a:t>Boats2 b</a:t>
            </a:r>
            <a:endParaRPr/>
          </a:p>
          <a:p>
            <a:pPr marL="40005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80"/>
              <a:buNone/>
            </a:pPr>
            <a:r>
              <a:rPr lang="en-US" sz="2800">
                <a:latin typeface="Oi"/>
                <a:ea typeface="Oi"/>
                <a:cs typeface="Oi"/>
                <a:sym typeface="Oi"/>
              </a:rPr>
              <a:t>ON r.bid = b.bid;</a:t>
            </a:r>
            <a:endParaRPr/>
          </a:p>
          <a:p>
            <a:pPr marL="40005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40"/>
              <a:buNone/>
            </a:pPr>
            <a:endParaRPr sz="2400"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40"/>
              <a:buChar char="▪"/>
            </a:pPr>
            <a:r>
              <a:rPr lang="en-US" sz="2400"/>
              <a:t>Returns all boats &amp; information on which ones are  reserved.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Char char="▪"/>
            </a:pPr>
            <a:r>
              <a:rPr lang="en-US" sz="2400"/>
              <a:t>No match for b.bid?  r.sid IS NULL!</a:t>
            </a:r>
            <a:endParaRPr/>
          </a:p>
        </p:txBody>
      </p:sp>
      <p:grpSp>
        <p:nvGrpSpPr>
          <p:cNvPr id="1701" name="Google Shape;1701;p86"/>
          <p:cNvGrpSpPr/>
          <p:nvPr/>
        </p:nvGrpSpPr>
        <p:grpSpPr>
          <a:xfrm>
            <a:off x="3842693" y="320675"/>
            <a:ext cx="2016303" cy="1270242"/>
            <a:chOff x="4944973" y="348335"/>
            <a:chExt cx="2016303" cy="1270242"/>
          </a:xfrm>
        </p:grpSpPr>
        <p:grpSp>
          <p:nvGrpSpPr>
            <p:cNvPr id="1702" name="Google Shape;1702;p86"/>
            <p:cNvGrpSpPr/>
            <p:nvPr/>
          </p:nvGrpSpPr>
          <p:grpSpPr>
            <a:xfrm>
              <a:off x="4944973" y="348335"/>
              <a:ext cx="2016303" cy="1270242"/>
              <a:chOff x="8858215" y="5182947"/>
              <a:chExt cx="2016303" cy="1270242"/>
            </a:xfrm>
          </p:grpSpPr>
          <p:sp>
            <p:nvSpPr>
              <p:cNvPr id="1703" name="Google Shape;1703;p86"/>
              <p:cNvSpPr/>
              <p:nvPr/>
            </p:nvSpPr>
            <p:spPr>
              <a:xfrm>
                <a:off x="8858215" y="5182947"/>
                <a:ext cx="1270242" cy="1270242"/>
              </a:xfrm>
              <a:prstGeom prst="ellipse">
                <a:avLst/>
              </a:prstGeom>
              <a:noFill/>
              <a:ln w="12700" cap="flat" cmpd="sng">
                <a:solidFill>
                  <a:srgbClr val="99341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sp>
            <p:nvSpPr>
              <p:cNvPr id="1704" name="Google Shape;1704;p86"/>
              <p:cNvSpPr/>
              <p:nvPr/>
            </p:nvSpPr>
            <p:spPr>
              <a:xfrm>
                <a:off x="9604276" y="5182947"/>
                <a:ext cx="1270242" cy="1270242"/>
              </a:xfrm>
              <a:prstGeom prst="ellipse">
                <a:avLst/>
              </a:prstGeom>
              <a:solidFill>
                <a:schemeClr val="accent4"/>
              </a:solidFill>
              <a:ln w="12700" cap="flat" cmpd="sng">
                <a:solidFill>
                  <a:srgbClr val="6C47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</p:grpSp>
        <p:sp>
          <p:nvSpPr>
            <p:cNvPr id="1705" name="Google Shape;1705;p86"/>
            <p:cNvSpPr/>
            <p:nvPr/>
          </p:nvSpPr>
          <p:spPr>
            <a:xfrm>
              <a:off x="5691035" y="471597"/>
              <a:ext cx="524181" cy="1023721"/>
            </a:xfrm>
            <a:custGeom>
              <a:avLst/>
              <a:gdLst/>
              <a:ahLst/>
              <a:cxnLst/>
              <a:rect l="l" t="t" r="r" b="b"/>
              <a:pathLst>
                <a:path w="524181" h="1023721" extrusionOk="0">
                  <a:moveTo>
                    <a:pt x="262091" y="0"/>
                  </a:moveTo>
                  <a:lnTo>
                    <a:pt x="338159" y="62762"/>
                  </a:lnTo>
                  <a:cubicBezTo>
                    <a:pt x="453093" y="177696"/>
                    <a:pt x="524181" y="336476"/>
                    <a:pt x="524181" y="511860"/>
                  </a:cubicBezTo>
                  <a:cubicBezTo>
                    <a:pt x="524181" y="687244"/>
                    <a:pt x="453093" y="846024"/>
                    <a:pt x="338159" y="960959"/>
                  </a:cubicBezTo>
                  <a:lnTo>
                    <a:pt x="262091" y="1023721"/>
                  </a:lnTo>
                  <a:lnTo>
                    <a:pt x="186023" y="960959"/>
                  </a:lnTo>
                  <a:cubicBezTo>
                    <a:pt x="71088" y="846024"/>
                    <a:pt x="0" y="687244"/>
                    <a:pt x="0" y="511860"/>
                  </a:cubicBezTo>
                  <a:cubicBezTo>
                    <a:pt x="0" y="336476"/>
                    <a:pt x="71088" y="177696"/>
                    <a:pt x="186023" y="62762"/>
                  </a:cubicBezTo>
                  <a:close/>
                </a:path>
              </a:pathLst>
            </a:custGeom>
            <a:solidFill>
              <a:srgbClr val="7030A0"/>
            </a:solidFill>
            <a:ln w="127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sp>
        <p:nvSpPr>
          <p:cNvPr id="1706" name="Google Shape;1706;p86"/>
          <p:cNvSpPr txBox="1"/>
          <p:nvPr/>
        </p:nvSpPr>
        <p:spPr>
          <a:xfrm>
            <a:off x="6359652" y="6050202"/>
            <a:ext cx="47625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As before, there is no such thing as a right inner join!</a:t>
            </a:r>
            <a:endParaRPr sz="1800" b="0" i="0" u="none" strike="noStrike" cap="none" dirty="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1712;p87"/>
          <p:cNvSpPr txBox="1">
            <a:spLocks noGrp="1"/>
          </p:cNvSpPr>
          <p:nvPr>
            <p:ph type="title"/>
          </p:nvPr>
        </p:nvSpPr>
        <p:spPr>
          <a:xfrm>
            <a:off x="791819" y="478087"/>
            <a:ext cx="956656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i"/>
              <a:buNone/>
            </a:pPr>
            <a:r>
              <a:rPr lang="en-US" sz="2800">
                <a:latin typeface="Oi"/>
                <a:ea typeface="Oi"/>
                <a:cs typeface="Oi"/>
                <a:sym typeface="Oi"/>
              </a:rPr>
              <a:t>SELECT R.SID, B.BID, B.BNAME </a:t>
            </a:r>
            <a:br>
              <a:rPr lang="en-US" sz="2800">
                <a:latin typeface="Oi"/>
                <a:ea typeface="Oi"/>
                <a:cs typeface="Oi"/>
                <a:sym typeface="Oi"/>
              </a:rPr>
            </a:br>
            <a:r>
              <a:rPr lang="en-US" sz="2800">
                <a:latin typeface="Oi"/>
                <a:ea typeface="Oi"/>
                <a:cs typeface="Oi"/>
                <a:sym typeface="Oi"/>
              </a:rPr>
              <a:t>FROM RESERVES2 R </a:t>
            </a:r>
            <a:r>
              <a:rPr lang="en-US" sz="2800" b="1">
                <a:latin typeface="Oi"/>
                <a:ea typeface="Oi"/>
                <a:cs typeface="Oi"/>
                <a:sym typeface="Oi"/>
              </a:rPr>
              <a:t>RIGHT OUTER </a:t>
            </a:r>
            <a:r>
              <a:rPr lang="en-US" sz="2800">
                <a:latin typeface="Oi"/>
                <a:ea typeface="Oi"/>
                <a:cs typeface="Oi"/>
                <a:sym typeface="Oi"/>
              </a:rPr>
              <a:t>JOIN BOATS2 B </a:t>
            </a:r>
            <a:br>
              <a:rPr lang="en-US" sz="2800">
                <a:latin typeface="Oi"/>
                <a:ea typeface="Oi"/>
                <a:cs typeface="Oi"/>
                <a:sym typeface="Oi"/>
              </a:rPr>
            </a:br>
            <a:r>
              <a:rPr lang="en-US" sz="2800">
                <a:latin typeface="Oi"/>
                <a:ea typeface="Oi"/>
                <a:cs typeface="Oi"/>
                <a:sym typeface="Oi"/>
              </a:rPr>
              <a:t>ON R.BID = B.BID;</a:t>
            </a:r>
            <a:endParaRPr sz="4800">
              <a:latin typeface="Oi"/>
              <a:ea typeface="Oi"/>
              <a:cs typeface="Oi"/>
              <a:sym typeface="Oi"/>
            </a:endParaRPr>
          </a:p>
        </p:txBody>
      </p:sp>
      <p:sp>
        <p:nvSpPr>
          <p:cNvPr id="1713" name="Google Shape;1713;p87"/>
          <p:cNvSpPr txBox="1">
            <a:spLocks noGrp="1"/>
          </p:cNvSpPr>
          <p:nvPr>
            <p:ph type="ftr" idx="4294967295"/>
          </p:nvPr>
        </p:nvSpPr>
        <p:spPr>
          <a:xfrm>
            <a:off x="1524000" y="6453189"/>
            <a:ext cx="2895600" cy="40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4" name="Google Shape;1714;p87"/>
          <p:cNvSpPr/>
          <p:nvPr/>
        </p:nvSpPr>
        <p:spPr>
          <a:xfrm>
            <a:off x="1003101" y="6254691"/>
            <a:ext cx="45720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sng" strike="noStrike" cap="none">
                <a:solidFill>
                  <a:srgbClr val="7F7F7F"/>
                </a:solidFill>
                <a:latin typeface="Rockwell"/>
                <a:ea typeface="Rockwell"/>
                <a:cs typeface="Rockwell"/>
                <a:sym typeface="Rockwel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http://sqlfiddle.com/#!17/a7b2f/1</a:t>
            </a:r>
            <a:r>
              <a:rPr lang="en-US" sz="2000" b="0" i="1" u="none" strike="noStrike" cap="none">
                <a:solidFill>
                  <a:srgbClr val="7F7F7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15" name="Google Shape;1715;p87"/>
          <p:cNvGraphicFramePr/>
          <p:nvPr/>
        </p:nvGraphicFramePr>
        <p:xfrm>
          <a:off x="907472" y="2222224"/>
          <a:ext cx="3927775" cy="13674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4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sid</a:t>
                      </a:r>
                      <a:endParaRPr sz="2000" b="1" u="none" strike="noStrike" cap="none">
                        <a:latin typeface="Rockwell"/>
                        <a:ea typeface="Rockwell"/>
                        <a:cs typeface="Rockwell"/>
                        <a:sym typeface="Rockwell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bid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day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22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101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1996-10-10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95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103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1996-11-12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16" name="Google Shape;1716;p87"/>
          <p:cNvGraphicFramePr/>
          <p:nvPr/>
        </p:nvGraphicFramePr>
        <p:xfrm>
          <a:off x="5745019" y="1927921"/>
          <a:ext cx="4313400" cy="20320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3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bid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bname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color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101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Interlake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blue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102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Interlake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red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103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Clipper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green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104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Marine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red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17" name="Google Shape;1717;p87"/>
          <p:cNvSpPr txBox="1"/>
          <p:nvPr/>
        </p:nvSpPr>
        <p:spPr>
          <a:xfrm>
            <a:off x="796636" y="1927921"/>
            <a:ext cx="12811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Reserves2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8" name="Google Shape;1718;p87"/>
          <p:cNvSpPr txBox="1"/>
          <p:nvPr/>
        </p:nvSpPr>
        <p:spPr>
          <a:xfrm>
            <a:off x="5745019" y="1579333"/>
            <a:ext cx="9220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Boats2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19" name="Google Shape;1719;p87"/>
          <p:cNvGraphicFramePr/>
          <p:nvPr/>
        </p:nvGraphicFramePr>
        <p:xfrm>
          <a:off x="5842001" y="4361154"/>
          <a:ext cx="5338650" cy="23368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7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9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/>
                        <a:t>sid</a:t>
                      </a:r>
                      <a:endParaRPr sz="2400" b="1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/>
                        <a:t>bid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/>
                        <a:t>bname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22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101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Interlake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95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103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Clipper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/>
                        <a:t>(null)</a:t>
                      </a:r>
                      <a:endParaRPr sz="1400" u="none" strike="noStrike" cap="none"/>
                    </a:p>
                  </a:txBody>
                  <a:tcPr marL="50800" marR="50800" marT="50800" marB="50800">
                    <a:solidFill>
                      <a:srgbClr val="C39D9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104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Marine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/>
                        <a:t>(null)</a:t>
                      </a:r>
                      <a:endParaRPr sz="1400" u="none" strike="noStrike" cap="none"/>
                    </a:p>
                  </a:txBody>
                  <a:tcPr marL="50800" marR="50800" marT="50800" marB="50800">
                    <a:solidFill>
                      <a:srgbClr val="C39D9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102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Interlake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20" name="Google Shape;1720;p87"/>
          <p:cNvSpPr txBox="1"/>
          <p:nvPr/>
        </p:nvSpPr>
        <p:spPr>
          <a:xfrm>
            <a:off x="4850222" y="4573589"/>
            <a:ext cx="8947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Result: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963B4B3-5FDA-1889-040C-8B5F546C1A23}"/>
                  </a:ext>
                </a:extLst>
              </p14:cNvPr>
              <p14:cNvContentPartPr/>
              <p14:nvPr/>
            </p14:nvContentPartPr>
            <p14:xfrm>
              <a:off x="855000" y="2438640"/>
              <a:ext cx="5272200" cy="4401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963B4B3-5FDA-1889-040C-8B5F546C1A2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5640" y="2429280"/>
                <a:ext cx="5290920" cy="4419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p88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FULL OUTER JOIN</a:t>
            </a:r>
            <a:endParaRPr dirty="0"/>
          </a:p>
        </p:txBody>
      </p:sp>
      <p:sp>
        <p:nvSpPr>
          <p:cNvPr id="1727" name="Google Shape;1727;p88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Full Outer Join returns all (matched or unmatched) rows from the tables on both sides of the join clause </a:t>
            </a:r>
            <a:endParaRPr dirty="0"/>
          </a:p>
          <a:p>
            <a:pPr marL="731520" lvl="2" indent="-9651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</a:pPr>
            <a:endParaRPr dirty="0"/>
          </a:p>
          <a:p>
            <a:pPr marL="40005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None/>
            </a:pPr>
            <a:r>
              <a:rPr lang="en-US" sz="2000" dirty="0">
                <a:latin typeface="Oi"/>
                <a:ea typeface="Oi"/>
                <a:cs typeface="Oi"/>
                <a:sym typeface="Oi"/>
              </a:rPr>
              <a:t>	</a:t>
            </a:r>
            <a:r>
              <a:rPr lang="en-US" sz="2800" dirty="0">
                <a:latin typeface="Oi"/>
                <a:ea typeface="Oi"/>
                <a:cs typeface="Oi"/>
                <a:sym typeface="Oi"/>
              </a:rPr>
              <a:t>SELECT </a:t>
            </a:r>
            <a:r>
              <a:rPr lang="en-US" sz="2800" dirty="0" err="1">
                <a:latin typeface="Oi"/>
                <a:ea typeface="Oi"/>
                <a:cs typeface="Oi"/>
                <a:sym typeface="Oi"/>
              </a:rPr>
              <a:t>r.sid</a:t>
            </a:r>
            <a:r>
              <a:rPr lang="en-US" sz="2800" dirty="0">
                <a:latin typeface="Oi"/>
                <a:ea typeface="Oi"/>
                <a:cs typeface="Oi"/>
                <a:sym typeface="Oi"/>
              </a:rPr>
              <a:t>, </a:t>
            </a:r>
            <a:r>
              <a:rPr lang="en-US" sz="2800" dirty="0" err="1">
                <a:latin typeface="Oi"/>
                <a:ea typeface="Oi"/>
                <a:cs typeface="Oi"/>
                <a:sym typeface="Oi"/>
              </a:rPr>
              <a:t>b.bid</a:t>
            </a:r>
            <a:r>
              <a:rPr lang="en-US" sz="2800" dirty="0">
                <a:latin typeface="Oi"/>
                <a:ea typeface="Oi"/>
                <a:cs typeface="Oi"/>
                <a:sym typeface="Oi"/>
              </a:rPr>
              <a:t>, </a:t>
            </a:r>
            <a:r>
              <a:rPr lang="en-US" sz="2800" dirty="0" err="1">
                <a:latin typeface="Oi"/>
                <a:ea typeface="Oi"/>
                <a:cs typeface="Oi"/>
                <a:sym typeface="Oi"/>
              </a:rPr>
              <a:t>b.bname</a:t>
            </a:r>
            <a:endParaRPr sz="2800" dirty="0">
              <a:latin typeface="Oi"/>
              <a:ea typeface="Oi"/>
              <a:cs typeface="Oi"/>
              <a:sym typeface="Oi"/>
            </a:endParaRPr>
          </a:p>
          <a:p>
            <a:pPr marL="40005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80"/>
              <a:buNone/>
            </a:pPr>
            <a:r>
              <a:rPr lang="en-US" sz="2800" dirty="0">
                <a:latin typeface="Oi"/>
                <a:ea typeface="Oi"/>
                <a:cs typeface="Oi"/>
                <a:sym typeface="Oi"/>
              </a:rPr>
              <a:t>	FROM Reserves2 r FULL OUTER JOIN Boats2 b</a:t>
            </a:r>
            <a:endParaRPr dirty="0"/>
          </a:p>
          <a:p>
            <a:pPr marL="40005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80"/>
              <a:buNone/>
            </a:pPr>
            <a:r>
              <a:rPr lang="en-US" sz="2800" dirty="0">
                <a:latin typeface="Oi"/>
                <a:ea typeface="Oi"/>
                <a:cs typeface="Oi"/>
                <a:sym typeface="Oi"/>
              </a:rPr>
              <a:t>	ON </a:t>
            </a:r>
            <a:r>
              <a:rPr lang="en-US" sz="2800" dirty="0" err="1">
                <a:latin typeface="Oi"/>
                <a:ea typeface="Oi"/>
                <a:cs typeface="Oi"/>
                <a:sym typeface="Oi"/>
              </a:rPr>
              <a:t>r.bid</a:t>
            </a:r>
            <a:r>
              <a:rPr lang="en-US" sz="2800" dirty="0">
                <a:latin typeface="Oi"/>
                <a:ea typeface="Oi"/>
                <a:cs typeface="Oi"/>
                <a:sym typeface="Oi"/>
              </a:rPr>
              <a:t> = </a:t>
            </a:r>
            <a:r>
              <a:rPr lang="en-US" sz="2800" dirty="0" err="1">
                <a:latin typeface="Oi"/>
                <a:ea typeface="Oi"/>
                <a:cs typeface="Oi"/>
                <a:sym typeface="Oi"/>
              </a:rPr>
              <a:t>b.bid</a:t>
            </a:r>
            <a:endParaRPr sz="3200" dirty="0"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If no boat for a sailor? 🡪 </a:t>
            </a:r>
            <a:r>
              <a:rPr lang="en-US" dirty="0" err="1"/>
              <a:t>b.bid</a:t>
            </a:r>
            <a:r>
              <a:rPr lang="en-US" dirty="0"/>
              <a:t> IS NULL AND </a:t>
            </a:r>
            <a:r>
              <a:rPr lang="en-US" dirty="0" err="1"/>
              <a:t>b.bname</a:t>
            </a:r>
            <a:r>
              <a:rPr lang="en-US" dirty="0"/>
              <a:t> IS NULL!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If no sailor for a boat? 🡪  </a:t>
            </a:r>
            <a:r>
              <a:rPr lang="en-US" dirty="0" err="1"/>
              <a:t>r.sid</a:t>
            </a:r>
            <a:r>
              <a:rPr lang="en-US" dirty="0"/>
              <a:t> IS NULL!</a:t>
            </a:r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Is this the same as Cartesian Product?</a:t>
            </a: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</p:txBody>
      </p:sp>
      <p:grpSp>
        <p:nvGrpSpPr>
          <p:cNvPr id="1728" name="Google Shape;1728;p88"/>
          <p:cNvGrpSpPr/>
          <p:nvPr/>
        </p:nvGrpSpPr>
        <p:grpSpPr>
          <a:xfrm>
            <a:off x="4689858" y="320675"/>
            <a:ext cx="2016303" cy="1270242"/>
            <a:chOff x="4944973" y="348335"/>
            <a:chExt cx="2016303" cy="1270242"/>
          </a:xfrm>
        </p:grpSpPr>
        <p:grpSp>
          <p:nvGrpSpPr>
            <p:cNvPr id="1729" name="Google Shape;1729;p88"/>
            <p:cNvGrpSpPr/>
            <p:nvPr/>
          </p:nvGrpSpPr>
          <p:grpSpPr>
            <a:xfrm>
              <a:off x="4944973" y="348335"/>
              <a:ext cx="2016303" cy="1270242"/>
              <a:chOff x="8858215" y="5182947"/>
              <a:chExt cx="2016303" cy="1270242"/>
            </a:xfrm>
          </p:grpSpPr>
          <p:sp>
            <p:nvSpPr>
              <p:cNvPr id="1730" name="Google Shape;1730;p88"/>
              <p:cNvSpPr/>
              <p:nvPr/>
            </p:nvSpPr>
            <p:spPr>
              <a:xfrm>
                <a:off x="8858215" y="5182947"/>
                <a:ext cx="1270242" cy="1270242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rgbClr val="99341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sp>
            <p:nvSpPr>
              <p:cNvPr id="1731" name="Google Shape;1731;p88"/>
              <p:cNvSpPr/>
              <p:nvPr/>
            </p:nvSpPr>
            <p:spPr>
              <a:xfrm>
                <a:off x="9604276" y="5182947"/>
                <a:ext cx="1270242" cy="1270242"/>
              </a:xfrm>
              <a:prstGeom prst="ellipse">
                <a:avLst/>
              </a:prstGeom>
              <a:solidFill>
                <a:schemeClr val="accent4"/>
              </a:solidFill>
              <a:ln w="12700" cap="flat" cmpd="sng">
                <a:solidFill>
                  <a:srgbClr val="6C47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</p:grpSp>
        <p:sp>
          <p:nvSpPr>
            <p:cNvPr id="1732" name="Google Shape;1732;p88"/>
            <p:cNvSpPr/>
            <p:nvPr/>
          </p:nvSpPr>
          <p:spPr>
            <a:xfrm>
              <a:off x="5691035" y="471597"/>
              <a:ext cx="524181" cy="1023721"/>
            </a:xfrm>
            <a:custGeom>
              <a:avLst/>
              <a:gdLst/>
              <a:ahLst/>
              <a:cxnLst/>
              <a:rect l="l" t="t" r="r" b="b"/>
              <a:pathLst>
                <a:path w="524181" h="1023721" extrusionOk="0">
                  <a:moveTo>
                    <a:pt x="262091" y="0"/>
                  </a:moveTo>
                  <a:lnTo>
                    <a:pt x="338159" y="62762"/>
                  </a:lnTo>
                  <a:cubicBezTo>
                    <a:pt x="453093" y="177696"/>
                    <a:pt x="524181" y="336476"/>
                    <a:pt x="524181" y="511860"/>
                  </a:cubicBezTo>
                  <a:cubicBezTo>
                    <a:pt x="524181" y="687244"/>
                    <a:pt x="453093" y="846024"/>
                    <a:pt x="338159" y="960959"/>
                  </a:cubicBezTo>
                  <a:lnTo>
                    <a:pt x="262091" y="1023721"/>
                  </a:lnTo>
                  <a:lnTo>
                    <a:pt x="186023" y="960959"/>
                  </a:lnTo>
                  <a:cubicBezTo>
                    <a:pt x="71088" y="846024"/>
                    <a:pt x="0" y="687244"/>
                    <a:pt x="0" y="511860"/>
                  </a:cubicBezTo>
                  <a:cubicBezTo>
                    <a:pt x="0" y="336476"/>
                    <a:pt x="71088" y="177696"/>
                    <a:pt x="186023" y="62762"/>
                  </a:cubicBezTo>
                  <a:close/>
                </a:path>
              </a:pathLst>
            </a:custGeom>
            <a:solidFill>
              <a:srgbClr val="7030A0"/>
            </a:solidFill>
            <a:ln w="127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F9CC636-B36D-D7BC-3143-63683FF45B92}"/>
                  </a:ext>
                </a:extLst>
              </p14:cNvPr>
              <p14:cNvContentPartPr/>
              <p14:nvPr/>
            </p14:nvContentPartPr>
            <p14:xfrm>
              <a:off x="1208160" y="5972760"/>
              <a:ext cx="4919040" cy="241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F9CC636-B36D-D7BC-3143-63683FF45B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98800" y="5963400"/>
                <a:ext cx="493776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920461D-351A-A7B6-C3D3-F5B9DFCB16FF}"/>
                  </a:ext>
                </a:extLst>
              </p14:cNvPr>
              <p14:cNvContentPartPr/>
              <p14:nvPr/>
            </p14:nvContentPartPr>
            <p14:xfrm>
              <a:off x="4473000" y="4103640"/>
              <a:ext cx="5464440" cy="1887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920461D-351A-A7B6-C3D3-F5B9DFCB16F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63640" y="4094280"/>
                <a:ext cx="5483160" cy="1906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p89"/>
          <p:cNvSpPr txBox="1">
            <a:spLocks noGrp="1"/>
          </p:cNvSpPr>
          <p:nvPr>
            <p:ph type="title"/>
          </p:nvPr>
        </p:nvSpPr>
        <p:spPr>
          <a:xfrm>
            <a:off x="1019728" y="572469"/>
            <a:ext cx="953370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i"/>
              <a:buNone/>
            </a:pPr>
            <a:r>
              <a:rPr lang="en-US" sz="2800">
                <a:latin typeface="Oi"/>
                <a:ea typeface="Oi"/>
                <a:cs typeface="Oi"/>
                <a:sym typeface="Oi"/>
              </a:rPr>
              <a:t>SELECT R.SID, B.BID, B.BNAME </a:t>
            </a:r>
            <a:br>
              <a:rPr lang="en-US" sz="2800">
                <a:latin typeface="Oi"/>
                <a:ea typeface="Oi"/>
                <a:cs typeface="Oi"/>
                <a:sym typeface="Oi"/>
              </a:rPr>
            </a:br>
            <a:r>
              <a:rPr lang="en-US" sz="2800">
                <a:latin typeface="Oi"/>
                <a:ea typeface="Oi"/>
                <a:cs typeface="Oi"/>
                <a:sym typeface="Oi"/>
              </a:rPr>
              <a:t>FROM RESERVES3 R FULL JOIN BOATS2 B </a:t>
            </a:r>
            <a:br>
              <a:rPr lang="en-US" sz="2800">
                <a:latin typeface="Oi"/>
                <a:ea typeface="Oi"/>
                <a:cs typeface="Oi"/>
                <a:sym typeface="Oi"/>
              </a:rPr>
            </a:br>
            <a:r>
              <a:rPr lang="en-US" sz="2800">
                <a:latin typeface="Oi"/>
                <a:ea typeface="Oi"/>
                <a:cs typeface="Oi"/>
                <a:sym typeface="Oi"/>
              </a:rPr>
              <a:t>ON R.BID = B.BID</a:t>
            </a:r>
            <a:endParaRPr sz="4800">
              <a:latin typeface="Oi"/>
              <a:ea typeface="Oi"/>
              <a:cs typeface="Oi"/>
              <a:sym typeface="Oi"/>
            </a:endParaRPr>
          </a:p>
        </p:txBody>
      </p:sp>
      <p:sp>
        <p:nvSpPr>
          <p:cNvPr id="1739" name="Google Shape;1739;p89"/>
          <p:cNvSpPr txBox="1">
            <a:spLocks noGrp="1"/>
          </p:cNvSpPr>
          <p:nvPr>
            <p:ph type="ftr" idx="4294967295"/>
          </p:nvPr>
        </p:nvSpPr>
        <p:spPr>
          <a:xfrm>
            <a:off x="1524000" y="6453189"/>
            <a:ext cx="2895600" cy="40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0" name="Google Shape;1740;p89"/>
          <p:cNvSpPr/>
          <p:nvPr/>
        </p:nvSpPr>
        <p:spPr>
          <a:xfrm>
            <a:off x="191587" y="6325323"/>
            <a:ext cx="49703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sng" strike="noStrike" cap="none">
                <a:solidFill>
                  <a:srgbClr val="7F7F7F"/>
                </a:solidFill>
                <a:latin typeface="Rockwell"/>
                <a:ea typeface="Rockwell"/>
                <a:cs typeface="Rockwell"/>
                <a:sym typeface="Rockwel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http://sqlfiddle.com/#!17/e1f3a/3/0</a:t>
            </a:r>
            <a:r>
              <a:rPr lang="en-US" sz="2000" b="0" i="1" u="none" strike="noStrike" cap="none">
                <a:solidFill>
                  <a:srgbClr val="7F7F7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41" name="Google Shape;1741;p89"/>
          <p:cNvGraphicFramePr/>
          <p:nvPr/>
        </p:nvGraphicFramePr>
        <p:xfrm>
          <a:off x="5786583" y="1984432"/>
          <a:ext cx="4313400" cy="20320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3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bid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bname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color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101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Interlake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blue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102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Interlake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red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103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Clipper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green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104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Marine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red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42" name="Google Shape;1742;p89"/>
          <p:cNvSpPr txBox="1"/>
          <p:nvPr/>
        </p:nvSpPr>
        <p:spPr>
          <a:xfrm>
            <a:off x="5786582" y="1684576"/>
            <a:ext cx="9220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Boats2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43" name="Google Shape;1743;p89"/>
          <p:cNvGraphicFramePr/>
          <p:nvPr/>
        </p:nvGraphicFramePr>
        <p:xfrm>
          <a:off x="907472" y="2209827"/>
          <a:ext cx="3927775" cy="1773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4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sid</a:t>
                      </a:r>
                      <a:endParaRPr sz="2000" b="1" u="none" strike="noStrike" cap="none">
                        <a:latin typeface="Rockwell"/>
                        <a:ea typeface="Rockwell"/>
                        <a:cs typeface="Rockwell"/>
                        <a:sym typeface="Rockwell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bid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day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22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101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1996-10-10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95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103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1996-11-12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38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42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2010-08-21</a:t>
                      </a:r>
                      <a:endParaRPr sz="2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44" name="Google Shape;1744;p89"/>
          <p:cNvSpPr txBox="1"/>
          <p:nvPr/>
        </p:nvSpPr>
        <p:spPr>
          <a:xfrm>
            <a:off x="796636" y="1915524"/>
            <a:ext cx="12811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Reserves3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45" name="Google Shape;1745;p89"/>
          <p:cNvGraphicFramePr/>
          <p:nvPr/>
        </p:nvGraphicFramePr>
        <p:xfrm>
          <a:off x="5421085" y="4347594"/>
          <a:ext cx="6149700" cy="225552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4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9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sid</a:t>
                      </a:r>
                      <a:endParaRPr sz="1800" b="1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bid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bname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22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101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Interlake 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95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103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Clipper 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38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(null)</a:t>
                      </a:r>
                      <a:endParaRPr sz="1400" u="none" strike="noStrike" cap="none"/>
                    </a:p>
                  </a:txBody>
                  <a:tcPr marL="50800" marR="50800" marT="50800" marB="50800">
                    <a:solidFill>
                      <a:srgbClr val="C39D9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(null)</a:t>
                      </a:r>
                      <a:endParaRPr sz="1400" u="none" strike="noStrike" cap="none"/>
                    </a:p>
                  </a:txBody>
                  <a:tcPr marL="50800" marR="50800" marT="50800" marB="50800">
                    <a:solidFill>
                      <a:srgbClr val="C39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(null)</a:t>
                      </a:r>
                      <a:endParaRPr sz="1400" u="none" strike="noStrike" cap="none"/>
                    </a:p>
                  </a:txBody>
                  <a:tcPr marL="50800" marR="50800" marT="50800" marB="50800">
                    <a:solidFill>
                      <a:srgbClr val="C39D9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104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Marine 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(null)</a:t>
                      </a:r>
                      <a:endParaRPr sz="1400" u="none" strike="noStrike" cap="none"/>
                    </a:p>
                  </a:txBody>
                  <a:tcPr marL="50800" marR="50800" marT="50800" marB="50800">
                    <a:solidFill>
                      <a:srgbClr val="C39D9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102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Interlake 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46" name="Google Shape;1746;p89"/>
          <p:cNvSpPr txBox="1"/>
          <p:nvPr/>
        </p:nvSpPr>
        <p:spPr>
          <a:xfrm>
            <a:off x="4449986" y="4457231"/>
            <a:ext cx="8947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Result: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34D11D2-68DF-CFB4-13E1-22BE14FF2B1B}"/>
                  </a:ext>
                </a:extLst>
              </p14:cNvPr>
              <p14:cNvContentPartPr/>
              <p14:nvPr/>
            </p14:nvContentPartPr>
            <p14:xfrm>
              <a:off x="37080" y="180360"/>
              <a:ext cx="11263320" cy="6467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34D11D2-68DF-CFB4-13E1-22BE14FF2B1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720" y="171000"/>
                <a:ext cx="11282040" cy="6486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90"/>
          <p:cNvSpPr txBox="1">
            <a:spLocks noGrp="1"/>
          </p:cNvSpPr>
          <p:nvPr>
            <p:ph type="title"/>
          </p:nvPr>
        </p:nvSpPr>
        <p:spPr>
          <a:xfrm>
            <a:off x="552450" y="385989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NULL VALUES</a:t>
            </a:r>
            <a:endParaRPr dirty="0"/>
          </a:p>
        </p:txBody>
      </p:sp>
      <p:sp>
        <p:nvSpPr>
          <p:cNvPr id="1753" name="Google Shape;1753;p90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Field values are sometimes </a:t>
            </a:r>
            <a:r>
              <a:rPr lang="en-US" dirty="0">
                <a:solidFill>
                  <a:srgbClr val="FF0000"/>
                </a:solidFill>
              </a:rPr>
              <a:t>unknown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SQL provides a special value </a:t>
            </a:r>
            <a:r>
              <a:rPr lang="en-US" dirty="0">
                <a:solidFill>
                  <a:srgbClr val="FF0000"/>
                </a:solidFill>
              </a:rPr>
              <a:t>NULL </a:t>
            </a:r>
            <a:r>
              <a:rPr lang="en-US" dirty="0"/>
              <a:t>for such situations.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Every data type can be NULL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The presence of null complicates many issues. E.g.: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Selection predicates (WHERE)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Aggregation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But NULLs are common after outer joins</a:t>
            </a:r>
            <a:endParaRPr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p91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NULL IN THE WHERE CLAUSE</a:t>
            </a:r>
            <a:endParaRPr/>
          </a:p>
        </p:txBody>
      </p:sp>
      <p:sp>
        <p:nvSpPr>
          <p:cNvPr id="1759" name="Google Shape;1759;p91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548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/>
              <a:t>Consider a tuple where </a:t>
            </a:r>
            <a:r>
              <a:rPr lang="en-US" sz="2000" dirty="0">
                <a:latin typeface="Oi"/>
                <a:ea typeface="Oi"/>
                <a:cs typeface="Oi"/>
                <a:sym typeface="Oi"/>
              </a:rPr>
              <a:t>rating </a:t>
            </a:r>
            <a:r>
              <a:rPr lang="en-US" sz="2400" dirty="0"/>
              <a:t>IS NULL. </a:t>
            </a:r>
            <a:endParaRPr dirty="0"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 dirty="0"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/>
              <a:t>If we run the following query</a:t>
            </a:r>
            <a:endParaRPr dirty="0"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 dirty="0"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/>
              <a:t>Jack Sparrow will not be included in the output.</a:t>
            </a:r>
            <a:endParaRPr dirty="0"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 dirty="0"/>
          </a:p>
        </p:txBody>
      </p:sp>
      <p:sp>
        <p:nvSpPr>
          <p:cNvPr id="1760" name="Google Shape;1760;p91"/>
          <p:cNvSpPr/>
          <p:nvPr/>
        </p:nvSpPr>
        <p:spPr>
          <a:xfrm>
            <a:off x="2324100" y="2353475"/>
            <a:ext cx="807720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rPr>
              <a:t>INSERT INTO sailors VALUES</a:t>
            </a:r>
            <a:br>
              <a:rPr lang="en-US" sz="2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rPr>
            </a:br>
            <a:r>
              <a:rPr lang="en-US" sz="2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rPr>
              <a:t> (11, 'Jack Sparrow', NULL, 35);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1" name="Google Shape;1761;p91"/>
          <p:cNvSpPr/>
          <p:nvPr/>
        </p:nvSpPr>
        <p:spPr>
          <a:xfrm>
            <a:off x="267788" y="6373904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sng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http://sqlfiddle.com/#!17/36ca9/2</a:t>
            </a: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2" name="Google Shape;1762;p91"/>
          <p:cNvSpPr/>
          <p:nvPr/>
        </p:nvSpPr>
        <p:spPr>
          <a:xfrm>
            <a:off x="2553788" y="3756886"/>
            <a:ext cx="609600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rPr>
              <a:t>SELECT * FROM sailors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rPr>
              <a:t>WHERE rating &gt; 8;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11E57DE-EE65-6E4D-63E6-22794B5FAF4F}"/>
                  </a:ext>
                </a:extLst>
              </p14:cNvPr>
              <p14:cNvContentPartPr/>
              <p14:nvPr/>
            </p14:nvContentPartPr>
            <p14:xfrm>
              <a:off x="607680" y="849240"/>
              <a:ext cx="8443800" cy="2908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11E57DE-EE65-6E4D-63E6-22794B5FAF4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8320" y="839880"/>
                <a:ext cx="8462520" cy="2926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p92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NULL IN COMPARATORS</a:t>
            </a:r>
            <a:endParaRPr/>
          </a:p>
        </p:txBody>
      </p:sp>
      <p:sp>
        <p:nvSpPr>
          <p:cNvPr id="1768" name="Google Shape;1768;p92"/>
          <p:cNvSpPr txBox="1">
            <a:spLocks noGrp="1"/>
          </p:cNvSpPr>
          <p:nvPr>
            <p:ph type="body" idx="1"/>
          </p:nvPr>
        </p:nvSpPr>
        <p:spPr>
          <a:xfrm>
            <a:off x="1044949" y="2164962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rPr lang="en-US" sz="2400">
                <a:latin typeface="Oi"/>
                <a:ea typeface="Oi"/>
                <a:cs typeface="Oi"/>
                <a:sym typeface="Oi"/>
              </a:rPr>
              <a:t>SELECT rating = NULL FROM sailors;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r>
              <a:rPr lang="en-US" sz="2400">
                <a:latin typeface="Oi"/>
                <a:ea typeface="Oi"/>
                <a:cs typeface="Oi"/>
                <a:sym typeface="Oi"/>
              </a:rPr>
              <a:t>SELECT rating &lt; NULL FROM sailors;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r>
              <a:rPr lang="en-US" sz="2400">
                <a:latin typeface="Oi"/>
                <a:ea typeface="Oi"/>
                <a:cs typeface="Oi"/>
                <a:sym typeface="Oi"/>
              </a:rPr>
              <a:t>SELECT rating &gt;= NULL FROM sailors;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>
              <a:latin typeface="Oi"/>
              <a:ea typeface="Oi"/>
              <a:cs typeface="Oi"/>
              <a:sym typeface="O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r>
              <a:rPr lang="en-US" sz="2400">
                <a:latin typeface="Oi"/>
                <a:ea typeface="Oi"/>
                <a:cs typeface="Oi"/>
                <a:sym typeface="Oi"/>
              </a:rPr>
              <a:t>SELECT * FROM sailors WHERE </a:t>
            </a:r>
            <a:r>
              <a:rPr lang="en-US" sz="2400" b="1">
                <a:latin typeface="Oi"/>
                <a:ea typeface="Oi"/>
                <a:cs typeface="Oi"/>
                <a:sym typeface="Oi"/>
              </a:rPr>
              <a:t>rating = NULL</a:t>
            </a:r>
            <a:r>
              <a:rPr lang="en-US" sz="2400">
                <a:latin typeface="Oi"/>
                <a:ea typeface="Oi"/>
                <a:cs typeface="Oi"/>
                <a:sym typeface="Oi"/>
              </a:rPr>
              <a:t>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r>
              <a:rPr lang="en-US" sz="2400" b="1">
                <a:latin typeface="Helvetica Neue"/>
                <a:ea typeface="Helvetica Neue"/>
                <a:cs typeface="Helvetica Neue"/>
                <a:sym typeface="Helvetica Neue"/>
              </a:rPr>
              <a:t>Rule</a:t>
            </a: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: (x </a:t>
            </a:r>
            <a:r>
              <a:rPr lang="en-US" sz="2400" i="1">
                <a:latin typeface="Helvetica Neue"/>
                <a:ea typeface="Helvetica Neue"/>
                <a:cs typeface="Helvetica Neue"/>
                <a:sym typeface="Helvetica Neue"/>
              </a:rPr>
              <a:t>op </a:t>
            </a: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NULL) evaluates to … NULL!</a:t>
            </a:r>
            <a:endParaRPr sz="2400">
              <a:latin typeface="Oi"/>
              <a:ea typeface="Oi"/>
              <a:cs typeface="Oi"/>
              <a:sym typeface="O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>
              <a:latin typeface="Oi"/>
              <a:ea typeface="Oi"/>
              <a:cs typeface="Oi"/>
              <a:sym typeface="O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>
              <a:latin typeface="Oi"/>
              <a:ea typeface="Oi"/>
              <a:cs typeface="Oi"/>
              <a:sym typeface="Oi"/>
            </a:endParaRPr>
          </a:p>
        </p:txBody>
      </p:sp>
      <p:sp>
        <p:nvSpPr>
          <p:cNvPr id="1769" name="Google Shape;1769;p92"/>
          <p:cNvSpPr/>
          <p:nvPr/>
        </p:nvSpPr>
        <p:spPr>
          <a:xfrm>
            <a:off x="6225045" y="5953125"/>
            <a:ext cx="45720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sng" strike="noStrike" cap="none">
                <a:solidFill>
                  <a:srgbClr val="7F7F7F"/>
                </a:solidFill>
                <a:latin typeface="Rockwell"/>
                <a:ea typeface="Rockwell"/>
                <a:cs typeface="Rockwell"/>
                <a:sym typeface="Rockwel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http://sqlfiddle.com/#!17/f35aa/6</a:t>
            </a:r>
            <a:r>
              <a:rPr lang="en-US" sz="2000" b="0" i="1" u="none" strike="noStrike" cap="none">
                <a:solidFill>
                  <a:srgbClr val="7F7F7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0" name="Google Shape;1770;p92"/>
          <p:cNvSpPr txBox="1"/>
          <p:nvPr/>
        </p:nvSpPr>
        <p:spPr>
          <a:xfrm>
            <a:off x="7928788" y="2194571"/>
            <a:ext cx="3154680" cy="830997"/>
          </a:xfrm>
          <a:prstGeom prst="rect">
            <a:avLst/>
          </a:prstGeom>
          <a:blipFill rotWithShape="1">
            <a:blip r:embed="rId4">
              <a:alphaModFix/>
            </a:blip>
            <a:tile tx="0" ty="0" sx="60000" sy="58999" flip="none" algn="tl"/>
          </a:blipFill>
          <a:ln>
            <a:noFill/>
          </a:ln>
          <a:effectLst>
            <a:outerShdw blurRad="50800" dist="19050" dir="5400000" algn="t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All of these queries evaluate to null!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1" name="Google Shape;1771;p92"/>
          <p:cNvSpPr/>
          <p:nvPr/>
        </p:nvSpPr>
        <p:spPr>
          <a:xfrm>
            <a:off x="7928788" y="3544292"/>
            <a:ext cx="2651760" cy="510778"/>
          </a:xfrm>
          <a:prstGeom prst="wedgeRoundRectCallout">
            <a:avLst>
              <a:gd name="adj1" fmla="val -48994"/>
              <a:gd name="adj2" fmla="val 116206"/>
              <a:gd name="adj3" fmla="val 16667"/>
            </a:avLst>
          </a:prstGeom>
          <a:blipFill rotWithShape="1">
            <a:blip r:embed="rId4">
              <a:alphaModFix/>
            </a:blip>
            <a:tile tx="0" ty="0" sx="60000" sy="58999" flip="none" algn="tl"/>
          </a:blipFill>
          <a:ln>
            <a:noFill/>
          </a:ln>
          <a:effectLst>
            <a:outerShdw blurRad="50800" dist="19050" dir="5400000" algn="t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Even this one!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2" name="Google Shape;1772;p92"/>
          <p:cNvSpPr txBox="1"/>
          <p:nvPr/>
        </p:nvSpPr>
        <p:spPr>
          <a:xfrm>
            <a:off x="674111" y="1509019"/>
            <a:ext cx="890179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What entries are in the output of all these queries?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F6354C9-1832-4C71-CAF0-66070CACF654}"/>
                  </a:ext>
                </a:extLst>
              </p14:cNvPr>
              <p14:cNvContentPartPr/>
              <p14:nvPr/>
            </p14:nvContentPartPr>
            <p14:xfrm>
              <a:off x="1895760" y="4493520"/>
              <a:ext cx="1772280" cy="693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F6354C9-1832-4C71-CAF0-66070CACF65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86400" y="4484160"/>
                <a:ext cx="1791000" cy="712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p93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EXPLICIT NULL CHECKS</a:t>
            </a:r>
            <a:endParaRPr/>
          </a:p>
        </p:txBody>
      </p:sp>
      <p:sp>
        <p:nvSpPr>
          <p:cNvPr id="1778" name="Google Shape;1778;p93"/>
          <p:cNvSpPr txBox="1">
            <a:spLocks noGrp="1"/>
          </p:cNvSpPr>
          <p:nvPr>
            <p:ph type="body" idx="1"/>
          </p:nvPr>
        </p:nvSpPr>
        <p:spPr>
          <a:xfrm>
            <a:off x="838200" y="1950720"/>
            <a:ext cx="10515600" cy="4226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To check if a value is NULL you must use explicit NULL checks</a:t>
            </a:r>
            <a:endParaRPr/>
          </a:p>
          <a:p>
            <a:pPr marL="457200" lvl="1" indent="-9651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</a:pPr>
            <a:endParaRPr sz="1600">
              <a:latin typeface="Oi"/>
              <a:ea typeface="Oi"/>
              <a:cs typeface="Oi"/>
              <a:sym typeface="Oi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40"/>
              <a:buNone/>
            </a:pPr>
            <a:r>
              <a:rPr lang="en-US" sz="2400">
                <a:latin typeface="Oi"/>
                <a:ea typeface="Oi"/>
                <a:cs typeface="Oi"/>
                <a:sym typeface="Oi"/>
              </a:rPr>
              <a:t>SELECT * FROM sailors WHERE rating IS NULL;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>
              <a:latin typeface="Oi"/>
              <a:ea typeface="Oi"/>
              <a:cs typeface="Oi"/>
              <a:sym typeface="O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r>
              <a:rPr lang="en-US" sz="2400">
                <a:latin typeface="Oi"/>
                <a:ea typeface="Oi"/>
                <a:cs typeface="Oi"/>
                <a:sym typeface="Oi"/>
              </a:rPr>
              <a:t>SELECT * FROM sailors WHERE rating IS NOT NULL;</a:t>
            </a:r>
            <a:endParaRPr/>
          </a:p>
        </p:txBody>
      </p:sp>
      <p:sp>
        <p:nvSpPr>
          <p:cNvPr id="1779" name="Google Shape;1779;p93"/>
          <p:cNvSpPr/>
          <p:nvPr/>
        </p:nvSpPr>
        <p:spPr>
          <a:xfrm>
            <a:off x="7247021" y="6281391"/>
            <a:ext cx="45720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sng" strike="noStrike" cap="none">
                <a:solidFill>
                  <a:srgbClr val="7F7F7F"/>
                </a:solidFill>
                <a:latin typeface="Rockwell"/>
                <a:ea typeface="Rockwell"/>
                <a:cs typeface="Rockwell"/>
                <a:sym typeface="Rockwel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http://sqlfiddle.com/#!17/f35aa/4</a:t>
            </a:r>
            <a:r>
              <a:rPr lang="en-US" sz="2000" b="0" i="1" u="none" strike="noStrike" cap="none">
                <a:solidFill>
                  <a:srgbClr val="7F7F7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9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NULL IN BOOLEAN LOGIC</a:t>
            </a:r>
            <a:endParaRPr/>
          </a:p>
        </p:txBody>
      </p:sp>
      <p:sp>
        <p:nvSpPr>
          <p:cNvPr id="1785" name="Google Shape;1785;p94"/>
          <p:cNvSpPr txBox="1">
            <a:spLocks noGrp="1"/>
          </p:cNvSpPr>
          <p:nvPr>
            <p:ph type="body" idx="1"/>
          </p:nvPr>
        </p:nvSpPr>
        <p:spPr>
          <a:xfrm>
            <a:off x="1069848" y="2013120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dirty="0"/>
              <a:t>Three-valued logic: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sz="2000" dirty="0">
              <a:latin typeface="Oi"/>
              <a:ea typeface="Oi"/>
              <a:cs typeface="Oi"/>
              <a:sym typeface="O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sz="2000" dirty="0">
              <a:latin typeface="Oi"/>
              <a:ea typeface="Oi"/>
              <a:cs typeface="Oi"/>
              <a:sym typeface="O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sz="2000" dirty="0">
              <a:latin typeface="Oi"/>
              <a:ea typeface="Oi"/>
              <a:cs typeface="Oi"/>
              <a:sym typeface="O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sz="2000" dirty="0">
              <a:latin typeface="Oi"/>
              <a:ea typeface="Oi"/>
              <a:cs typeface="Oi"/>
              <a:sym typeface="O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US" sz="2000" dirty="0">
                <a:latin typeface="Oi"/>
                <a:ea typeface="Oi"/>
                <a:cs typeface="Oi"/>
                <a:sym typeface="Oi"/>
              </a:rPr>
              <a:t>SELECT * FROM sailors WHERE rating &gt; 8 AND TRUE;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US" sz="2000" dirty="0">
                <a:latin typeface="Oi"/>
                <a:ea typeface="Oi"/>
                <a:cs typeface="Oi"/>
                <a:sym typeface="Oi"/>
              </a:rPr>
              <a:t>SELECT * FROM sailors WHERE rating &gt; 8 OR TRUE;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US" sz="2000" dirty="0">
                <a:latin typeface="Oi"/>
                <a:ea typeface="Oi"/>
                <a:cs typeface="Oi"/>
                <a:sym typeface="Oi"/>
              </a:rPr>
              <a:t>SELECT * FROM sailors WHERE NOT (rating &gt; 8);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sz="2000" dirty="0">
              <a:latin typeface="Oi"/>
              <a:ea typeface="Oi"/>
              <a:cs typeface="Oi"/>
              <a:sym typeface="Oi"/>
            </a:endParaRPr>
          </a:p>
        </p:txBody>
      </p:sp>
      <p:sp>
        <p:nvSpPr>
          <p:cNvPr id="1786" name="Google Shape;1786;p94"/>
          <p:cNvSpPr/>
          <p:nvPr/>
        </p:nvSpPr>
        <p:spPr>
          <a:xfrm>
            <a:off x="7393978" y="6176964"/>
            <a:ext cx="45720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sng" strike="noStrike" cap="none">
                <a:solidFill>
                  <a:srgbClr val="7F7F7F"/>
                </a:solidFill>
                <a:latin typeface="Rockwell"/>
                <a:ea typeface="Rockwell"/>
                <a:cs typeface="Rockwell"/>
                <a:sym typeface="Rockwel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http://sqlfiddle.com/#!17/f35aa/2</a:t>
            </a:r>
            <a:r>
              <a:rPr lang="en-US" sz="2000" b="0" i="1" u="none" strike="noStrike" cap="none">
                <a:solidFill>
                  <a:srgbClr val="7F7F7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87" name="Google Shape;1787;p94"/>
          <p:cNvGraphicFramePr/>
          <p:nvPr/>
        </p:nvGraphicFramePr>
        <p:xfrm>
          <a:off x="5501640" y="1627505"/>
          <a:ext cx="2401400" cy="241846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60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0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6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endParaRPr sz="3200" u="none" strike="noStrike" cap="none"/>
                    </a:p>
                  </a:txBody>
                  <a:tcPr marL="84725" marR="84725" marT="42350" marB="423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T</a:t>
                      </a:r>
                      <a:endParaRPr sz="1400" u="none" strike="noStrike" cap="none"/>
                    </a:p>
                  </a:txBody>
                  <a:tcPr marL="84725" marR="84725" marT="42350" marB="423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F</a:t>
                      </a:r>
                      <a:endParaRPr sz="1400" u="none" strike="noStrike" cap="none"/>
                    </a:p>
                  </a:txBody>
                  <a:tcPr marL="84725" marR="84725" marT="42350" marB="423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N</a:t>
                      </a:r>
                      <a:endParaRPr sz="1400" u="none" strike="noStrike" cap="none"/>
                    </a:p>
                  </a:txBody>
                  <a:tcPr marL="84725" marR="84725" marT="42350" marB="423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T</a:t>
                      </a:r>
                      <a:endParaRPr sz="1400" u="none" strike="noStrike" cap="none"/>
                    </a:p>
                  </a:txBody>
                  <a:tcPr marL="84725" marR="84725" marT="42350" marB="423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T</a:t>
                      </a:r>
                      <a:endParaRPr sz="1400" u="none" strike="noStrike" cap="none"/>
                    </a:p>
                  </a:txBody>
                  <a:tcPr marL="84725" marR="84725" marT="42350" marB="423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F</a:t>
                      </a:r>
                      <a:endParaRPr sz="1400" u="none" strike="noStrike" cap="none"/>
                    </a:p>
                  </a:txBody>
                  <a:tcPr marL="84725" marR="84725" marT="42350" marB="423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>
                          <a:solidFill>
                            <a:schemeClr val="lt1"/>
                          </a:solidFill>
                        </a:rPr>
                        <a:t>N</a:t>
                      </a:r>
                      <a:endParaRPr sz="1400" u="none" strike="noStrike" cap="none"/>
                    </a:p>
                  </a:txBody>
                  <a:tcPr marL="84725" marR="84725" marT="42350" marB="4235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F</a:t>
                      </a:r>
                      <a:endParaRPr sz="1400" u="none" strike="noStrike" cap="none"/>
                    </a:p>
                  </a:txBody>
                  <a:tcPr marL="84725" marR="84725" marT="42350" marB="423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F</a:t>
                      </a:r>
                      <a:endParaRPr sz="1400" u="none" strike="noStrike" cap="none"/>
                    </a:p>
                  </a:txBody>
                  <a:tcPr marL="84725" marR="84725" marT="42350" marB="423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F</a:t>
                      </a:r>
                      <a:endParaRPr sz="1400" u="none" strike="noStrike" cap="none"/>
                    </a:p>
                  </a:txBody>
                  <a:tcPr marL="84725" marR="84725" marT="42350" marB="423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solidFill>
                            <a:schemeClr val="lt1"/>
                          </a:solidFill>
                        </a:rPr>
                        <a:t>F</a:t>
                      </a:r>
                      <a:endParaRPr sz="1400" u="none" strike="noStrike" cap="none"/>
                    </a:p>
                  </a:txBody>
                  <a:tcPr marL="84725" marR="84725" marT="42350" marB="42350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6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N</a:t>
                      </a:r>
                      <a:endParaRPr sz="1400" u="none" strike="noStrike" cap="none"/>
                    </a:p>
                  </a:txBody>
                  <a:tcPr marL="84725" marR="84725" marT="42350" marB="423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>
                          <a:solidFill>
                            <a:schemeClr val="lt1"/>
                          </a:solidFill>
                        </a:rPr>
                        <a:t>N</a:t>
                      </a:r>
                      <a:endParaRPr sz="1400" u="none" strike="noStrike" cap="none"/>
                    </a:p>
                  </a:txBody>
                  <a:tcPr marL="84725" marR="84725" marT="42350" marB="423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solidFill>
                            <a:schemeClr val="lt1"/>
                          </a:solidFill>
                        </a:rPr>
                        <a:t>F</a:t>
                      </a:r>
                      <a:endParaRPr sz="1400" u="none" strike="noStrike" cap="none"/>
                    </a:p>
                  </a:txBody>
                  <a:tcPr marL="84725" marR="84725" marT="42350" marB="4235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>
                          <a:solidFill>
                            <a:schemeClr val="lt1"/>
                          </a:solidFill>
                        </a:rPr>
                        <a:t>N</a:t>
                      </a:r>
                      <a:endParaRPr sz="1400" u="none" strike="noStrike" cap="none"/>
                    </a:p>
                  </a:txBody>
                  <a:tcPr marL="84725" marR="84725" marT="42350" marB="4235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88" name="Google Shape;1788;p94"/>
          <p:cNvGraphicFramePr/>
          <p:nvPr/>
        </p:nvGraphicFramePr>
        <p:xfrm>
          <a:off x="8684427" y="1646238"/>
          <a:ext cx="2324300" cy="241846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58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6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endParaRPr sz="3200" u="none" strike="noStrike" cap="none"/>
                    </a:p>
                  </a:txBody>
                  <a:tcPr marL="84725" marR="84725" marT="42350" marB="423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T</a:t>
                      </a:r>
                      <a:endParaRPr sz="1400" u="none" strike="noStrike" cap="none"/>
                    </a:p>
                  </a:txBody>
                  <a:tcPr marL="84725" marR="84725" marT="42350" marB="423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F</a:t>
                      </a:r>
                      <a:endParaRPr sz="1400" u="none" strike="noStrike" cap="none"/>
                    </a:p>
                  </a:txBody>
                  <a:tcPr marL="84725" marR="84725" marT="42350" marB="423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N</a:t>
                      </a:r>
                      <a:endParaRPr sz="1400" u="none" strike="noStrike" cap="none"/>
                    </a:p>
                  </a:txBody>
                  <a:tcPr marL="84725" marR="84725" marT="42350" marB="423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T</a:t>
                      </a:r>
                      <a:endParaRPr sz="1400" u="none" strike="noStrike" cap="none"/>
                    </a:p>
                  </a:txBody>
                  <a:tcPr marL="84725" marR="84725" marT="42350" marB="423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T</a:t>
                      </a:r>
                      <a:endParaRPr sz="1400" u="none" strike="noStrike" cap="none"/>
                    </a:p>
                  </a:txBody>
                  <a:tcPr marL="84725" marR="84725" marT="42350" marB="423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T</a:t>
                      </a:r>
                      <a:endParaRPr sz="1400" u="none" strike="noStrike" cap="none"/>
                    </a:p>
                  </a:txBody>
                  <a:tcPr marL="84725" marR="84725" marT="42350" marB="423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solidFill>
                            <a:schemeClr val="lt1"/>
                          </a:solidFill>
                        </a:rPr>
                        <a:t>T</a:t>
                      </a:r>
                      <a:endParaRPr sz="1400" u="none" strike="noStrike" cap="none"/>
                    </a:p>
                  </a:txBody>
                  <a:tcPr marL="84725" marR="84725" marT="42350" marB="42350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F</a:t>
                      </a:r>
                      <a:endParaRPr sz="1400" u="none" strike="noStrike" cap="none"/>
                    </a:p>
                  </a:txBody>
                  <a:tcPr marL="84725" marR="84725" marT="42350" marB="423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T</a:t>
                      </a:r>
                      <a:endParaRPr sz="1400" u="none" strike="noStrike" cap="none"/>
                    </a:p>
                  </a:txBody>
                  <a:tcPr marL="84725" marR="84725" marT="42350" marB="423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F</a:t>
                      </a:r>
                      <a:endParaRPr sz="1400" u="none" strike="noStrike" cap="none"/>
                    </a:p>
                  </a:txBody>
                  <a:tcPr marL="84725" marR="84725" marT="42350" marB="423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>
                          <a:solidFill>
                            <a:schemeClr val="lt1"/>
                          </a:solidFill>
                        </a:rPr>
                        <a:t>N</a:t>
                      </a:r>
                      <a:endParaRPr sz="1400" u="none" strike="noStrike" cap="none"/>
                    </a:p>
                  </a:txBody>
                  <a:tcPr marL="84725" marR="84725" marT="42350" marB="4235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6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N</a:t>
                      </a:r>
                      <a:endParaRPr sz="1400" u="none" strike="noStrike" cap="none"/>
                    </a:p>
                  </a:txBody>
                  <a:tcPr marL="84725" marR="84725" marT="42350" marB="423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solidFill>
                            <a:schemeClr val="lt1"/>
                          </a:solidFill>
                        </a:rPr>
                        <a:t>T</a:t>
                      </a:r>
                      <a:endParaRPr sz="1400" u="none" strike="noStrike" cap="none"/>
                    </a:p>
                  </a:txBody>
                  <a:tcPr marL="84725" marR="84725" marT="42350" marB="4235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>
                          <a:solidFill>
                            <a:schemeClr val="lt1"/>
                          </a:solidFill>
                        </a:rPr>
                        <a:t>N</a:t>
                      </a:r>
                      <a:endParaRPr sz="1400" u="none" strike="noStrike" cap="none"/>
                    </a:p>
                  </a:txBody>
                  <a:tcPr marL="84725" marR="84725" marT="42350" marB="423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>
                          <a:solidFill>
                            <a:schemeClr val="lt1"/>
                          </a:solidFill>
                        </a:rPr>
                        <a:t>N</a:t>
                      </a:r>
                      <a:endParaRPr sz="1400" u="none" strike="noStrike" cap="none"/>
                    </a:p>
                  </a:txBody>
                  <a:tcPr marL="84725" marR="84725" marT="42350" marB="4235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89" name="Google Shape;1789;p94"/>
          <p:cNvGraphicFramePr/>
          <p:nvPr/>
        </p:nvGraphicFramePr>
        <p:xfrm>
          <a:off x="2560319" y="2732405"/>
          <a:ext cx="1857075" cy="11049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61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3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T</a:t>
                      </a:r>
                      <a:endParaRPr sz="1400" u="none" strike="noStrike" cap="none"/>
                    </a:p>
                  </a:txBody>
                  <a:tcPr marL="84725" marR="84725" marT="42350" marB="423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F</a:t>
                      </a:r>
                      <a:endParaRPr sz="1400" u="none" strike="noStrike" cap="none"/>
                    </a:p>
                  </a:txBody>
                  <a:tcPr marL="84725" marR="84725" marT="42350" marB="423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N</a:t>
                      </a:r>
                      <a:endParaRPr sz="1400" u="none" strike="noStrike" cap="none"/>
                    </a:p>
                  </a:txBody>
                  <a:tcPr marL="84725" marR="84725" marT="42350" marB="423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F</a:t>
                      </a:r>
                      <a:endParaRPr sz="1400" u="none" strike="noStrike" cap="none"/>
                    </a:p>
                  </a:txBody>
                  <a:tcPr marL="84725" marR="84725" marT="42350" marB="423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/>
                        <a:t>T</a:t>
                      </a:r>
                      <a:endParaRPr sz="1400" u="none" strike="noStrike" cap="none"/>
                    </a:p>
                  </a:txBody>
                  <a:tcPr marL="84725" marR="84725" marT="42350" marB="423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chemeClr val="lt1"/>
                          </a:solidFill>
                        </a:rPr>
                        <a:t>N</a:t>
                      </a:r>
                      <a:endParaRPr sz="1400" u="none" strike="noStrike" cap="none"/>
                    </a:p>
                  </a:txBody>
                  <a:tcPr marL="84725" marR="84725" marT="42350" marB="4235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90" name="Google Shape;1790;p94"/>
          <p:cNvSpPr txBox="1"/>
          <p:nvPr/>
        </p:nvSpPr>
        <p:spPr>
          <a:xfrm>
            <a:off x="3018056" y="2266078"/>
            <a:ext cx="122772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accent4"/>
                </a:solidFill>
                <a:latin typeface="Rockwell"/>
                <a:ea typeface="Rockwell"/>
                <a:cs typeface="Rockwell"/>
                <a:sym typeface="Rockwell"/>
              </a:rPr>
              <a:t>Not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1" name="Google Shape;1791;p94"/>
          <p:cNvSpPr txBox="1"/>
          <p:nvPr/>
        </p:nvSpPr>
        <p:spPr>
          <a:xfrm>
            <a:off x="6302230" y="1058472"/>
            <a:ext cx="125551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accent4"/>
                </a:solidFill>
                <a:latin typeface="Rockwell"/>
                <a:ea typeface="Rockwell"/>
                <a:cs typeface="Rockwell"/>
                <a:sym typeface="Rockwell"/>
              </a:rPr>
              <a:t>And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2" name="Google Shape;1792;p94"/>
          <p:cNvSpPr txBox="1"/>
          <p:nvPr/>
        </p:nvSpPr>
        <p:spPr>
          <a:xfrm>
            <a:off x="9522911" y="1058471"/>
            <a:ext cx="64733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accent4"/>
                </a:solidFill>
                <a:latin typeface="Rockwell"/>
                <a:ea typeface="Rockwell"/>
                <a:cs typeface="Rockwell"/>
                <a:sym typeface="Rockwell"/>
              </a:rPr>
              <a:t>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066C48C-7D7A-EF9F-4385-1AAD05D3E6D1}"/>
                  </a:ext>
                </a:extLst>
              </p14:cNvPr>
              <p14:cNvContentPartPr/>
              <p14:nvPr/>
            </p14:nvContentPartPr>
            <p14:xfrm>
              <a:off x="3537360" y="145800"/>
              <a:ext cx="7124760" cy="2639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066C48C-7D7A-EF9F-4385-1AAD05D3E6D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28000" y="136440"/>
                <a:ext cx="7143480" cy="2658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p95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NULL AND AGGREGATION</a:t>
            </a:r>
            <a:endParaRPr/>
          </a:p>
        </p:txBody>
      </p:sp>
      <p:sp>
        <p:nvSpPr>
          <p:cNvPr id="1798" name="Google Shape;1798;p95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rPr lang="en-US" sz="2400">
                <a:latin typeface="Oi"/>
                <a:ea typeface="Oi"/>
                <a:cs typeface="Oi"/>
                <a:sym typeface="Oi"/>
              </a:rPr>
              <a:t>SELECT count(rating) FROM sailors;</a:t>
            </a:r>
            <a:endParaRPr/>
          </a:p>
          <a:p>
            <a:pPr marL="80010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380"/>
              <a:buChar char="▪"/>
            </a:pPr>
            <a:r>
              <a:rPr lang="en-US" sz="2800">
                <a:latin typeface="Oi"/>
                <a:ea typeface="Oi"/>
                <a:cs typeface="Oi"/>
                <a:sym typeface="Oi"/>
              </a:rPr>
              <a:t>4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40"/>
              <a:buNone/>
            </a:pPr>
            <a:r>
              <a:rPr lang="en-US" sz="2400">
                <a:latin typeface="Oi"/>
                <a:ea typeface="Oi"/>
                <a:cs typeface="Oi"/>
                <a:sym typeface="Oi"/>
              </a:rPr>
              <a:t>SELECT sum(rating) FROM sailors;</a:t>
            </a:r>
            <a:endParaRPr/>
          </a:p>
          <a:p>
            <a:pPr marL="80010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380"/>
              <a:buChar char="▪"/>
            </a:pPr>
            <a:r>
              <a:rPr lang="en-US" sz="2800">
                <a:solidFill>
                  <a:srgbClr val="000000"/>
                </a:solidFill>
                <a:latin typeface="Oi"/>
                <a:ea typeface="Oi"/>
                <a:cs typeface="Oi"/>
                <a:sym typeface="Oi"/>
              </a:rPr>
              <a:t>27</a:t>
            </a:r>
            <a:endParaRPr>
              <a:latin typeface="Oi"/>
              <a:ea typeface="Oi"/>
              <a:cs typeface="Oi"/>
              <a:sym typeface="Oi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40"/>
              <a:buNone/>
            </a:pPr>
            <a:r>
              <a:rPr lang="en-US" sz="2400">
                <a:latin typeface="Oi"/>
                <a:ea typeface="Oi"/>
                <a:cs typeface="Oi"/>
                <a:sym typeface="Oi"/>
              </a:rPr>
              <a:t>SELECT avg(rating) FROM sailors;</a:t>
            </a:r>
            <a:endParaRPr/>
          </a:p>
          <a:p>
            <a:pPr marL="80010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380"/>
              <a:buChar char="▪"/>
            </a:pPr>
            <a:r>
              <a:rPr lang="en-US" sz="2800">
                <a:solidFill>
                  <a:srgbClr val="000000"/>
                </a:solidFill>
                <a:latin typeface="Oi"/>
                <a:ea typeface="Oi"/>
                <a:cs typeface="Oi"/>
                <a:sym typeface="Oi"/>
              </a:rPr>
              <a:t>??</a:t>
            </a:r>
            <a:endParaRPr>
              <a:latin typeface="Oi"/>
              <a:ea typeface="Oi"/>
              <a:cs typeface="Oi"/>
              <a:sym typeface="Oi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40"/>
              <a:buNone/>
            </a:pPr>
            <a:r>
              <a:rPr lang="en-US" sz="2400">
                <a:latin typeface="Oi"/>
                <a:ea typeface="Oi"/>
                <a:cs typeface="Oi"/>
                <a:sym typeface="Oi"/>
              </a:rPr>
              <a:t>SELECT count(*) FROM sailors;</a:t>
            </a:r>
            <a:endParaRPr/>
          </a:p>
          <a:p>
            <a:pPr marL="80010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380"/>
              <a:buChar char="▪"/>
            </a:pPr>
            <a:r>
              <a:rPr lang="en-US" sz="2800">
                <a:solidFill>
                  <a:srgbClr val="000000"/>
                </a:solidFill>
                <a:latin typeface="Oi"/>
                <a:ea typeface="Oi"/>
                <a:cs typeface="Oi"/>
                <a:sym typeface="Oi"/>
              </a:rPr>
              <a:t>??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40"/>
              <a:buNone/>
            </a:pPr>
            <a:endParaRPr sz="2400">
              <a:latin typeface="Oi"/>
              <a:ea typeface="Oi"/>
              <a:cs typeface="Oi"/>
              <a:sym typeface="Oi"/>
            </a:endParaRPr>
          </a:p>
        </p:txBody>
      </p:sp>
      <p:sp>
        <p:nvSpPr>
          <p:cNvPr id="1799" name="Google Shape;1799;p95"/>
          <p:cNvSpPr/>
          <p:nvPr/>
        </p:nvSpPr>
        <p:spPr>
          <a:xfrm>
            <a:off x="7802193" y="6356351"/>
            <a:ext cx="45720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sng" strike="noStrike" cap="none">
                <a:solidFill>
                  <a:srgbClr val="7F7F7F"/>
                </a:solidFill>
                <a:latin typeface="Rockwell"/>
                <a:ea typeface="Rockwell"/>
                <a:cs typeface="Rockwell"/>
                <a:sym typeface="Rockwel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http://sqlfiddle.com/#!17/f35aa/7</a:t>
            </a:r>
            <a:r>
              <a:rPr lang="en-US" sz="2000" b="0" i="1" u="none" strike="noStrike" cap="none">
                <a:solidFill>
                  <a:srgbClr val="7F7F7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00" name="Google Shape;1800;p95"/>
          <p:cNvGraphicFramePr/>
          <p:nvPr/>
        </p:nvGraphicFramePr>
        <p:xfrm>
          <a:off x="7282543" y="3462866"/>
          <a:ext cx="4645350" cy="24384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4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6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sid</a:t>
                      </a:r>
                      <a:endParaRPr sz="2000" b="1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sname</a:t>
                      </a:r>
                      <a:endParaRPr sz="2000" b="1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rating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age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Popeye 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22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OliveOyl 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11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39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Garfield 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27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Bob 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19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11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Jack Sparrow 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lt1"/>
                          </a:solidFill>
                        </a:rPr>
                        <a:t>(null)</a:t>
                      </a:r>
                      <a:endParaRPr sz="1400" u="none" strike="noStrike" cap="none"/>
                    </a:p>
                  </a:txBody>
                  <a:tcPr marL="50800" marR="50800" marT="50800" marB="508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35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2B5FF86-8106-683B-275E-80801A2D3D46}"/>
                  </a:ext>
                </a:extLst>
              </p14:cNvPr>
              <p14:cNvContentPartPr/>
              <p14:nvPr/>
            </p14:nvContentPartPr>
            <p14:xfrm>
              <a:off x="2193120" y="897480"/>
              <a:ext cx="7551360" cy="5861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2B5FF86-8106-683B-275E-80801A2D3D4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83760" y="888120"/>
                <a:ext cx="7570080" cy="5880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1806;p96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NULL AND AGGREGATION</a:t>
            </a:r>
            <a:endParaRPr/>
          </a:p>
        </p:txBody>
      </p:sp>
      <p:sp>
        <p:nvSpPr>
          <p:cNvPr id="1807" name="Google Shape;1807;p96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rPr lang="en-US" sz="2400">
                <a:latin typeface="Oi"/>
                <a:ea typeface="Oi"/>
                <a:cs typeface="Oi"/>
                <a:sym typeface="Oi"/>
              </a:rPr>
              <a:t>SELECT count(rating) FROM sailors;</a:t>
            </a:r>
            <a:endParaRPr/>
          </a:p>
          <a:p>
            <a:pPr marL="80010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380"/>
              <a:buChar char="▪"/>
            </a:pPr>
            <a:r>
              <a:rPr lang="en-US" sz="2800">
                <a:latin typeface="Oi"/>
                <a:ea typeface="Oi"/>
                <a:cs typeface="Oi"/>
                <a:sym typeface="Oi"/>
              </a:rPr>
              <a:t>4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40"/>
              <a:buNone/>
            </a:pPr>
            <a:r>
              <a:rPr lang="en-US" sz="2400">
                <a:latin typeface="Oi"/>
                <a:ea typeface="Oi"/>
                <a:cs typeface="Oi"/>
                <a:sym typeface="Oi"/>
              </a:rPr>
              <a:t>SELECT sum(rating) FROM sailors;</a:t>
            </a:r>
            <a:endParaRPr/>
          </a:p>
          <a:p>
            <a:pPr marL="80010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380"/>
              <a:buChar char="▪"/>
            </a:pPr>
            <a:r>
              <a:rPr lang="en-US" sz="2800">
                <a:solidFill>
                  <a:srgbClr val="000000"/>
                </a:solidFill>
                <a:latin typeface="Oi"/>
                <a:ea typeface="Oi"/>
                <a:cs typeface="Oi"/>
                <a:sym typeface="Oi"/>
              </a:rPr>
              <a:t>27</a:t>
            </a:r>
            <a:endParaRPr>
              <a:latin typeface="Oi"/>
              <a:ea typeface="Oi"/>
              <a:cs typeface="Oi"/>
              <a:sym typeface="Oi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40"/>
              <a:buNone/>
            </a:pPr>
            <a:r>
              <a:rPr lang="en-US" sz="2400">
                <a:latin typeface="Oi"/>
                <a:ea typeface="Oi"/>
                <a:cs typeface="Oi"/>
                <a:sym typeface="Oi"/>
              </a:rPr>
              <a:t>SELECT avg(rating) FROM sailors;</a:t>
            </a:r>
            <a:endParaRPr/>
          </a:p>
          <a:p>
            <a:pPr marL="80010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380"/>
              <a:buChar char="▪"/>
            </a:pPr>
            <a:r>
              <a:rPr lang="en-US" sz="2800">
                <a:solidFill>
                  <a:srgbClr val="000000"/>
                </a:solidFill>
                <a:latin typeface="Oi"/>
                <a:ea typeface="Oi"/>
                <a:cs typeface="Oi"/>
                <a:sym typeface="Oi"/>
              </a:rPr>
              <a:t>(10+11+1+5) / </a:t>
            </a:r>
            <a:r>
              <a:rPr lang="en-US" sz="2800" b="1" i="1" u="sng">
                <a:solidFill>
                  <a:srgbClr val="000000"/>
                </a:solidFill>
                <a:latin typeface="Oi"/>
                <a:ea typeface="Oi"/>
                <a:cs typeface="Oi"/>
                <a:sym typeface="Oi"/>
              </a:rPr>
              <a:t>4</a:t>
            </a:r>
            <a:r>
              <a:rPr lang="en-US" sz="2800">
                <a:solidFill>
                  <a:srgbClr val="000000"/>
                </a:solidFill>
                <a:latin typeface="Oi"/>
                <a:ea typeface="Oi"/>
                <a:cs typeface="Oi"/>
                <a:sym typeface="Oi"/>
              </a:rPr>
              <a:t> = 6.75</a:t>
            </a:r>
            <a:endParaRPr>
              <a:latin typeface="Oi"/>
              <a:ea typeface="Oi"/>
              <a:cs typeface="Oi"/>
              <a:sym typeface="Oi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40"/>
              <a:buNone/>
            </a:pPr>
            <a:r>
              <a:rPr lang="en-US" sz="2400">
                <a:latin typeface="Oi"/>
                <a:ea typeface="Oi"/>
                <a:cs typeface="Oi"/>
                <a:sym typeface="Oi"/>
              </a:rPr>
              <a:t>SELECT count(*) FROM sailors;</a:t>
            </a:r>
            <a:endParaRPr/>
          </a:p>
          <a:p>
            <a:pPr marL="80010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380"/>
              <a:buChar char="▪"/>
            </a:pPr>
            <a:r>
              <a:rPr lang="en-US" sz="2800">
                <a:solidFill>
                  <a:srgbClr val="000000"/>
                </a:solidFill>
                <a:latin typeface="Oi"/>
                <a:ea typeface="Oi"/>
                <a:cs typeface="Oi"/>
                <a:sym typeface="Oi"/>
              </a:rPr>
              <a:t>5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40"/>
              <a:buNone/>
            </a:pPr>
            <a:endParaRPr sz="2400">
              <a:latin typeface="Oi"/>
              <a:ea typeface="Oi"/>
              <a:cs typeface="Oi"/>
              <a:sym typeface="Oi"/>
            </a:endParaRPr>
          </a:p>
        </p:txBody>
      </p:sp>
      <p:sp>
        <p:nvSpPr>
          <p:cNvPr id="1808" name="Google Shape;1808;p96"/>
          <p:cNvSpPr/>
          <p:nvPr/>
        </p:nvSpPr>
        <p:spPr>
          <a:xfrm>
            <a:off x="7802193" y="6356351"/>
            <a:ext cx="45720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sng" strike="noStrike" cap="none">
                <a:solidFill>
                  <a:srgbClr val="7F7F7F"/>
                </a:solidFill>
                <a:latin typeface="Rockwell"/>
                <a:ea typeface="Rockwell"/>
                <a:cs typeface="Rockwell"/>
                <a:sym typeface="Rockwel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http://sqlfiddle.com/#!17/f35aa/7</a:t>
            </a:r>
            <a:r>
              <a:rPr lang="en-US" sz="2000" b="0" i="1" u="none" strike="noStrike" cap="none">
                <a:solidFill>
                  <a:srgbClr val="7F7F7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09" name="Google Shape;1809;p96"/>
          <p:cNvGraphicFramePr/>
          <p:nvPr/>
        </p:nvGraphicFramePr>
        <p:xfrm>
          <a:off x="7282543" y="3462866"/>
          <a:ext cx="4645350" cy="24384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4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6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sid</a:t>
                      </a:r>
                      <a:endParaRPr sz="2000" b="1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sname</a:t>
                      </a:r>
                      <a:endParaRPr sz="2000" b="1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rating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age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Popeye 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22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OliveOyl 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11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39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Garfield 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27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Bob 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19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11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Jack Sparrow 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lt1"/>
                          </a:solidFill>
                        </a:rPr>
                        <a:t>(null)</a:t>
                      </a:r>
                      <a:endParaRPr sz="1400" u="none" strike="noStrike" cap="none"/>
                    </a:p>
                  </a:txBody>
                  <a:tcPr marL="50800" marR="50800" marT="50800" marB="508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35</a:t>
                      </a:r>
                      <a:endParaRPr sz="1400" u="none" strike="noStrike" cap="none"/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4A1C01A-B550-44D7-6695-8D0499773D48}"/>
                  </a:ext>
                </a:extLst>
              </p14:cNvPr>
              <p14:cNvContentPartPr/>
              <p14:nvPr/>
            </p14:nvContentPartPr>
            <p14:xfrm>
              <a:off x="2336400" y="5384880"/>
              <a:ext cx="988560" cy="847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4A1C01A-B550-44D7-6695-8D0499773D4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27040" y="5375520"/>
                <a:ext cx="1007280" cy="866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p97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NULLS: SUMMARY</a:t>
            </a:r>
            <a:endParaRPr/>
          </a:p>
        </p:txBody>
      </p:sp>
      <p:sp>
        <p:nvSpPr>
          <p:cNvPr id="1815" name="Google Shape;1815;p97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NULL </a:t>
            </a:r>
            <a:r>
              <a:rPr lang="en-US" i="1"/>
              <a:t>op </a:t>
            </a:r>
            <a:r>
              <a:rPr lang="en-US"/>
              <a:t>NULL is NULL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WHERE NULL: do not send to output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Boolean connectives: 3-valued logic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Aggregates ignore NULL-valued inputs</a:t>
            </a:r>
            <a:endParaRPr/>
          </a:p>
          <a:p>
            <a:pPr marL="457200" lvl="1" indent="-8572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</a:pP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E164F73-6375-7009-7B76-87833896E10E}"/>
                  </a:ext>
                </a:extLst>
              </p14:cNvPr>
              <p14:cNvContentPartPr/>
              <p14:nvPr/>
            </p14:nvContentPartPr>
            <p14:xfrm>
              <a:off x="2137320" y="2143080"/>
              <a:ext cx="7019280" cy="4219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E164F73-6375-7009-7B76-87833896E10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27960" y="2133720"/>
                <a:ext cx="7038000" cy="4238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0" name="Google Shape;1820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7560" y="-30980"/>
            <a:ext cx="8716879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DF6AF80-C84C-30FB-118C-F6CAC908CDD8}"/>
                  </a:ext>
                </a:extLst>
              </p14:cNvPr>
              <p14:cNvContentPartPr/>
              <p14:nvPr/>
            </p14:nvContentPartPr>
            <p14:xfrm>
              <a:off x="241560" y="600480"/>
              <a:ext cx="11950560" cy="5942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DF6AF80-C84C-30FB-118C-F6CAC908CDD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2200" y="591120"/>
                <a:ext cx="11969280" cy="5960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58"/>
          <p:cNvSpPr txBox="1">
            <a:spLocks noGrp="1"/>
          </p:cNvSpPr>
          <p:nvPr>
            <p:ph type="title"/>
          </p:nvPr>
        </p:nvSpPr>
        <p:spPr>
          <a:xfrm>
            <a:off x="2305808" y="1930946"/>
            <a:ext cx="11519373" cy="2013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/>
              <a:t>HOW DO YOU INTERACT </a:t>
            </a:r>
            <a:br>
              <a:rPr lang="en-US" sz="6000"/>
            </a:br>
            <a:r>
              <a:rPr lang="en-US" sz="6000"/>
              <a:t>WITH A DATABASE?</a:t>
            </a:r>
            <a:endParaRPr/>
          </a:p>
        </p:txBody>
      </p:sp>
      <p:sp>
        <p:nvSpPr>
          <p:cNvPr id="1133" name="Google Shape;1133;p58"/>
          <p:cNvSpPr txBox="1">
            <a:spLocks noGrp="1"/>
          </p:cNvSpPr>
          <p:nvPr>
            <p:ph type="body" idx="1"/>
          </p:nvPr>
        </p:nvSpPr>
        <p:spPr>
          <a:xfrm>
            <a:off x="4778209" y="4213678"/>
            <a:ext cx="10515600" cy="264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dirty="0"/>
              <a:t>What is the DBMS?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Noto Sans Symbols"/>
              <a:buChar char="⮚"/>
            </a:pPr>
            <a:r>
              <a:rPr lang="en-US" dirty="0"/>
              <a:t>Server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Noto Sans Symbols"/>
              <a:buChar char="⮚"/>
            </a:pPr>
            <a:r>
              <a:rPr lang="en-US" dirty="0"/>
              <a:t>Software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Noto Sans Symbols"/>
              <a:buChar char="⮚"/>
            </a:pPr>
            <a:r>
              <a:rPr lang="en-US" dirty="0"/>
              <a:t>A library</a:t>
            </a:r>
            <a:endParaRPr dirty="0"/>
          </a:p>
        </p:txBody>
      </p:sp>
      <p:sp>
        <p:nvSpPr>
          <p:cNvPr id="1134" name="Google Shape;1134;p58"/>
          <p:cNvSpPr txBox="1"/>
          <p:nvPr/>
        </p:nvSpPr>
        <p:spPr>
          <a:xfrm>
            <a:off x="3428093" y="5797657"/>
            <a:ext cx="603562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entury Gothic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Answer:</a:t>
            </a:r>
            <a:r>
              <a:rPr lang="en-US" sz="32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It can be all of these.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2056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0" name="Google Shape;1140;p59"/>
          <p:cNvGraphicFramePr/>
          <p:nvPr/>
        </p:nvGraphicFramePr>
        <p:xfrm>
          <a:off x="6339844" y="5118388"/>
          <a:ext cx="3243600" cy="77727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8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Date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Purchase ID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Name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Price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9/20/2012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1234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Sue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$200.00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8/21/2012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3453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Joe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$333.99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41" name="Google Shape;1141;p59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INTERACTING WITH A DBMS</a:t>
            </a:r>
            <a:endParaRPr/>
          </a:p>
        </p:txBody>
      </p:sp>
      <p:sp>
        <p:nvSpPr>
          <p:cNvPr id="1142" name="Google Shape;1142;p59"/>
          <p:cNvSpPr/>
          <p:nvPr/>
        </p:nvSpPr>
        <p:spPr>
          <a:xfrm rot="-1800000">
            <a:off x="4853041" y="3458366"/>
            <a:ext cx="1828800" cy="49594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ckwel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3" name="Google Shape;1143;p59"/>
          <p:cNvSpPr/>
          <p:nvPr/>
        </p:nvSpPr>
        <p:spPr>
          <a:xfrm rot="9000000">
            <a:off x="5110595" y="4106776"/>
            <a:ext cx="1779024" cy="49594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ckwel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7" name="Google Shape;1147;p59"/>
          <p:cNvSpPr txBox="1"/>
          <p:nvPr/>
        </p:nvSpPr>
        <p:spPr>
          <a:xfrm>
            <a:off x="6247959" y="4618243"/>
            <a:ext cx="208262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entury Gothic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Response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9" name="Google Shape;1149;p59"/>
          <p:cNvGrpSpPr/>
          <p:nvPr/>
        </p:nvGrpSpPr>
        <p:grpSpPr>
          <a:xfrm>
            <a:off x="815885" y="3264132"/>
            <a:ext cx="4289895" cy="4289895"/>
            <a:chOff x="554035" y="4130066"/>
            <a:chExt cx="6858000" cy="6858000"/>
          </a:xfrm>
        </p:grpSpPr>
        <p:pic>
          <p:nvPicPr>
            <p:cNvPr id="1150" name="Google Shape;1150;p5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54035" y="4130066"/>
              <a:ext cx="6858000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1" name="Google Shape;1151;p5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08730" y="5523213"/>
              <a:ext cx="4743148" cy="27048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2" name="Google Shape;1152;p5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641122" y="7112727"/>
              <a:ext cx="2650321" cy="895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3" name="Google Shape;1153;p59"/>
          <p:cNvSpPr txBox="1"/>
          <p:nvPr/>
        </p:nvSpPr>
        <p:spPr>
          <a:xfrm>
            <a:off x="1475630" y="3692423"/>
            <a:ext cx="188545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Python 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4" name="Google Shape;1154;p59"/>
          <p:cNvGrpSpPr/>
          <p:nvPr/>
        </p:nvGrpSpPr>
        <p:grpSpPr>
          <a:xfrm>
            <a:off x="8089815" y="-336803"/>
            <a:ext cx="3528157" cy="3528157"/>
            <a:chOff x="554035" y="4130066"/>
            <a:chExt cx="6858000" cy="6858000"/>
          </a:xfrm>
        </p:grpSpPr>
        <p:pic>
          <p:nvPicPr>
            <p:cNvPr id="1155" name="Google Shape;1155;p5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54035" y="4130066"/>
              <a:ext cx="6858000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6" name="Google Shape;1156;p5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08730" y="5523213"/>
              <a:ext cx="4743148" cy="27048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7" name="Google Shape;1157;p5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641122" y="7112727"/>
              <a:ext cx="2650321" cy="895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44" name="Google Shape;1144;p59"/>
          <p:cNvGrpSpPr/>
          <p:nvPr/>
        </p:nvGrpSpPr>
        <p:grpSpPr>
          <a:xfrm>
            <a:off x="3408560" y="2215960"/>
            <a:ext cx="2463775" cy="1109728"/>
            <a:chOff x="1931285" y="2024013"/>
            <a:chExt cx="2463775" cy="1109728"/>
          </a:xfrm>
        </p:grpSpPr>
        <p:sp>
          <p:nvSpPr>
            <p:cNvPr id="1145" name="Google Shape;1145;p59"/>
            <p:cNvSpPr txBox="1"/>
            <p:nvPr/>
          </p:nvSpPr>
          <p:spPr>
            <a:xfrm>
              <a:off x="1931285" y="2024013"/>
              <a:ext cx="1401346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entury Gothic"/>
                <a:buNone/>
              </a:pPr>
              <a:r>
                <a:rPr lang="en-US" sz="32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Query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59"/>
            <p:cNvSpPr txBox="1"/>
            <p:nvPr/>
          </p:nvSpPr>
          <p:spPr>
            <a:xfrm>
              <a:off x="1967792" y="2487410"/>
              <a:ext cx="2427268" cy="64633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</a:pPr>
              <a:r>
                <a:rPr lang="en-US" sz="1800" b="0" i="0" u="none" strike="noStrike" cap="none" dirty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SELECT * FROM sales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</a:pPr>
              <a:r>
                <a:rPr lang="en-US" sz="1800" b="0" i="0" u="none" strike="noStrike" cap="none" dirty="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WHERE price &gt; 100.0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8" name="Google Shape;1148;p59"/>
          <p:cNvSpPr txBox="1"/>
          <p:nvPr/>
        </p:nvSpPr>
        <p:spPr>
          <a:xfrm rot="337541">
            <a:off x="6839787" y="2818160"/>
            <a:ext cx="298190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DBMS Server 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your own machine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8837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3" name="Google Shape;1163;p60"/>
          <p:cNvGraphicFramePr/>
          <p:nvPr/>
        </p:nvGraphicFramePr>
        <p:xfrm>
          <a:off x="6339844" y="5118388"/>
          <a:ext cx="3243600" cy="77727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8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Date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Purchase ID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Name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Price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9/20/2012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1234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Sue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$200.00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8/21/2012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3453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Joe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$333.99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164" name="Google Shape;1164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28036" y="961173"/>
            <a:ext cx="5095801" cy="2333877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60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INTERACTING WITH A DBMS</a:t>
            </a:r>
            <a:endParaRPr/>
          </a:p>
        </p:txBody>
      </p:sp>
      <p:grpSp>
        <p:nvGrpSpPr>
          <p:cNvPr id="1166" name="Google Shape;1166;p60"/>
          <p:cNvGrpSpPr/>
          <p:nvPr/>
        </p:nvGrpSpPr>
        <p:grpSpPr>
          <a:xfrm>
            <a:off x="8558064" y="465557"/>
            <a:ext cx="2330375" cy="1736057"/>
            <a:chOff x="7729263" y="4995019"/>
            <a:chExt cx="2930988" cy="2183496"/>
          </a:xfrm>
        </p:grpSpPr>
        <p:pic>
          <p:nvPicPr>
            <p:cNvPr id="1167" name="Google Shape;1167;p6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729263" y="4995019"/>
              <a:ext cx="1136366" cy="1259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8" name="Google Shape;1168;p6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288434" y="5101080"/>
              <a:ext cx="1371817" cy="15200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9" name="Google Shape;1169;p6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181104" y="5477331"/>
              <a:ext cx="1535318" cy="17011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70" name="Google Shape;1170;p60"/>
          <p:cNvSpPr/>
          <p:nvPr/>
        </p:nvSpPr>
        <p:spPr>
          <a:xfrm rot="-1800000">
            <a:off x="4853041" y="3458366"/>
            <a:ext cx="1828800" cy="49594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ckwel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71" name="Google Shape;1171;p60"/>
          <p:cNvSpPr/>
          <p:nvPr/>
        </p:nvSpPr>
        <p:spPr>
          <a:xfrm rot="9000000">
            <a:off x="5110595" y="4106776"/>
            <a:ext cx="1779024" cy="49594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ckwel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72" name="Google Shape;1172;p60"/>
          <p:cNvSpPr txBox="1"/>
          <p:nvPr/>
        </p:nvSpPr>
        <p:spPr>
          <a:xfrm>
            <a:off x="8647670" y="392661"/>
            <a:ext cx="61908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Cust.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60"/>
          <p:cNvSpPr txBox="1"/>
          <p:nvPr/>
        </p:nvSpPr>
        <p:spPr>
          <a:xfrm>
            <a:off x="9993336" y="492251"/>
            <a:ext cx="70083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Prod.</a:t>
            </a:r>
            <a:endParaRPr sz="16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74" name="Google Shape;1174;p60"/>
          <p:cNvSpPr txBox="1"/>
          <p:nvPr/>
        </p:nvSpPr>
        <p:spPr>
          <a:xfrm>
            <a:off x="9154309" y="843456"/>
            <a:ext cx="7441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60"/>
          <p:cNvSpPr txBox="1"/>
          <p:nvPr/>
        </p:nvSpPr>
        <p:spPr>
          <a:xfrm>
            <a:off x="6247959" y="4618243"/>
            <a:ext cx="208262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entury Gothic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Response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60"/>
          <p:cNvSpPr txBox="1"/>
          <p:nvPr/>
        </p:nvSpPr>
        <p:spPr>
          <a:xfrm rot="337541">
            <a:off x="7319883" y="3002826"/>
            <a:ext cx="202170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DBMS Server</a:t>
            </a:r>
            <a:endParaRPr sz="2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180" name="Google Shape;1180;p60"/>
          <p:cNvGrpSpPr/>
          <p:nvPr/>
        </p:nvGrpSpPr>
        <p:grpSpPr>
          <a:xfrm>
            <a:off x="815885" y="3264132"/>
            <a:ext cx="4289895" cy="4289895"/>
            <a:chOff x="554035" y="4130066"/>
            <a:chExt cx="6858000" cy="6858000"/>
          </a:xfrm>
        </p:grpSpPr>
        <p:pic>
          <p:nvPicPr>
            <p:cNvPr id="1181" name="Google Shape;1181;p6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54035" y="4130066"/>
              <a:ext cx="6858000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2" name="Google Shape;1182;p6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608730" y="5523213"/>
              <a:ext cx="4743148" cy="27048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3" name="Google Shape;1183;p60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641122" y="7112727"/>
              <a:ext cx="2650321" cy="895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84" name="Google Shape;1184;p60"/>
          <p:cNvSpPr txBox="1"/>
          <p:nvPr/>
        </p:nvSpPr>
        <p:spPr>
          <a:xfrm>
            <a:off x="1475630" y="3692423"/>
            <a:ext cx="188545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Python 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5" name="Google Shape;1175;p60"/>
          <p:cNvGrpSpPr/>
          <p:nvPr/>
        </p:nvGrpSpPr>
        <p:grpSpPr>
          <a:xfrm>
            <a:off x="3408560" y="2215960"/>
            <a:ext cx="2463775" cy="1109728"/>
            <a:chOff x="1931285" y="2024013"/>
            <a:chExt cx="2463775" cy="1109728"/>
          </a:xfrm>
        </p:grpSpPr>
        <p:sp>
          <p:nvSpPr>
            <p:cNvPr id="1176" name="Google Shape;1176;p60"/>
            <p:cNvSpPr txBox="1"/>
            <p:nvPr/>
          </p:nvSpPr>
          <p:spPr>
            <a:xfrm>
              <a:off x="1931285" y="2024013"/>
              <a:ext cx="1401346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entury Gothic"/>
                <a:buNone/>
              </a:pPr>
              <a:r>
                <a:rPr lang="en-US" sz="32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Query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60"/>
            <p:cNvSpPr txBox="1"/>
            <p:nvPr/>
          </p:nvSpPr>
          <p:spPr>
            <a:xfrm>
              <a:off x="1967792" y="2487410"/>
              <a:ext cx="2427268" cy="64633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SELECT * FROM sales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WHERE price &gt; 100.0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2609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9" name="Google Shape;1189;p61"/>
          <p:cNvGrpSpPr/>
          <p:nvPr/>
        </p:nvGrpSpPr>
        <p:grpSpPr>
          <a:xfrm>
            <a:off x="4013546" y="4288227"/>
            <a:ext cx="2853749" cy="2853749"/>
            <a:chOff x="554035" y="4130066"/>
            <a:chExt cx="6858000" cy="6858000"/>
          </a:xfrm>
        </p:grpSpPr>
        <p:pic>
          <p:nvPicPr>
            <p:cNvPr id="1190" name="Google Shape;1190;p6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54035" y="4130066"/>
              <a:ext cx="6858000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1" name="Google Shape;1191;p6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08730" y="5523213"/>
              <a:ext cx="4743148" cy="27048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2" name="Google Shape;1192;p6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641122" y="7112727"/>
              <a:ext cx="2650321" cy="8952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93" name="Google Shape;1193;p6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8036" y="961173"/>
            <a:ext cx="5095801" cy="2333877"/>
          </a:xfrm>
          <a:prstGeom prst="rect">
            <a:avLst/>
          </a:prstGeom>
          <a:noFill/>
          <a:ln>
            <a:noFill/>
          </a:ln>
        </p:spPr>
      </p:pic>
      <p:sp>
        <p:nvSpPr>
          <p:cNvPr id="1194" name="Google Shape;1194;p61"/>
          <p:cNvSpPr txBox="1">
            <a:spLocks noGrp="1"/>
          </p:cNvSpPr>
          <p:nvPr>
            <p:ph type="title"/>
          </p:nvPr>
        </p:nvSpPr>
        <p:spPr>
          <a:xfrm>
            <a:off x="481700" y="74508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INTERACTING WITH A DBMS</a:t>
            </a:r>
            <a:endParaRPr/>
          </a:p>
        </p:txBody>
      </p:sp>
      <p:grpSp>
        <p:nvGrpSpPr>
          <p:cNvPr id="1195" name="Google Shape;1195;p61"/>
          <p:cNvGrpSpPr/>
          <p:nvPr/>
        </p:nvGrpSpPr>
        <p:grpSpPr>
          <a:xfrm>
            <a:off x="8558064" y="465557"/>
            <a:ext cx="2330375" cy="1736057"/>
            <a:chOff x="7729263" y="4995019"/>
            <a:chExt cx="2930988" cy="2183496"/>
          </a:xfrm>
        </p:grpSpPr>
        <p:pic>
          <p:nvPicPr>
            <p:cNvPr id="1196" name="Google Shape;1196;p6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729263" y="4995019"/>
              <a:ext cx="1136366" cy="1259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7" name="Google Shape;1197;p6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288434" y="5101080"/>
              <a:ext cx="1371817" cy="15200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8" name="Google Shape;1198;p61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8181104" y="5477331"/>
              <a:ext cx="1535318" cy="17011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99" name="Google Shape;1199;p61"/>
          <p:cNvSpPr txBox="1"/>
          <p:nvPr/>
        </p:nvSpPr>
        <p:spPr>
          <a:xfrm rot="337541">
            <a:off x="7319883" y="3002826"/>
            <a:ext cx="202170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DBMS Server</a:t>
            </a:r>
            <a:endParaRPr sz="2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0" name="Google Shape;1200;p61"/>
          <p:cNvSpPr/>
          <p:nvPr/>
        </p:nvSpPr>
        <p:spPr>
          <a:xfrm rot="-3576369">
            <a:off x="5934525" y="3666010"/>
            <a:ext cx="1366747" cy="49594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ckwel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1" name="Google Shape;1201;p61"/>
          <p:cNvSpPr/>
          <p:nvPr/>
        </p:nvSpPr>
        <p:spPr>
          <a:xfrm rot="7223631">
            <a:off x="6424642" y="4143861"/>
            <a:ext cx="1329547" cy="49594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ckwel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2" name="Google Shape;1202;p61"/>
          <p:cNvSpPr txBox="1"/>
          <p:nvPr/>
        </p:nvSpPr>
        <p:spPr>
          <a:xfrm>
            <a:off x="8647670" y="392661"/>
            <a:ext cx="61908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Cust.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61"/>
          <p:cNvSpPr txBox="1"/>
          <p:nvPr/>
        </p:nvSpPr>
        <p:spPr>
          <a:xfrm>
            <a:off x="9993336" y="492251"/>
            <a:ext cx="70083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Prod.</a:t>
            </a:r>
            <a:endParaRPr sz="16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4" name="Google Shape;1204;p61"/>
          <p:cNvSpPr txBox="1"/>
          <p:nvPr/>
        </p:nvSpPr>
        <p:spPr>
          <a:xfrm>
            <a:off x="9154309" y="843456"/>
            <a:ext cx="7441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5" name="Google Shape;1205;p61"/>
          <p:cNvGrpSpPr/>
          <p:nvPr/>
        </p:nvGrpSpPr>
        <p:grpSpPr>
          <a:xfrm>
            <a:off x="4572854" y="1817704"/>
            <a:ext cx="1852446" cy="991892"/>
            <a:chOff x="8377238" y="5713644"/>
            <a:chExt cx="1852446" cy="991892"/>
          </a:xfrm>
        </p:grpSpPr>
        <p:sp>
          <p:nvSpPr>
            <p:cNvPr id="1206" name="Google Shape;1206;p61"/>
            <p:cNvSpPr/>
            <p:nvPr/>
          </p:nvSpPr>
          <p:spPr>
            <a:xfrm>
              <a:off x="8400884" y="5713644"/>
              <a:ext cx="1828800" cy="49594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ckwel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07" name="Google Shape;1207;p61"/>
            <p:cNvSpPr/>
            <p:nvPr/>
          </p:nvSpPr>
          <p:spPr>
            <a:xfrm rot="10800000">
              <a:off x="8377238" y="6209590"/>
              <a:ext cx="1779024" cy="49594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ckwel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208" name="Google Shape;1208;p61"/>
          <p:cNvGrpSpPr/>
          <p:nvPr/>
        </p:nvGrpSpPr>
        <p:grpSpPr>
          <a:xfrm>
            <a:off x="397072" y="1516798"/>
            <a:ext cx="3737924" cy="1755266"/>
            <a:chOff x="397072" y="1516798"/>
            <a:chExt cx="3737924" cy="1755266"/>
          </a:xfrm>
        </p:grpSpPr>
        <p:pic>
          <p:nvPicPr>
            <p:cNvPr id="1209" name="Google Shape;1209;p61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397072" y="2458081"/>
              <a:ext cx="3737924" cy="81398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10" name="Google Shape;1210;p61"/>
            <p:cNvGrpSpPr/>
            <p:nvPr/>
          </p:nvGrpSpPr>
          <p:grpSpPr>
            <a:xfrm>
              <a:off x="1221361" y="1516798"/>
              <a:ext cx="2332605" cy="1299626"/>
              <a:chOff x="1221361" y="1554375"/>
              <a:chExt cx="2883098" cy="1606337"/>
            </a:xfrm>
          </p:grpSpPr>
          <p:pic>
            <p:nvPicPr>
              <p:cNvPr id="1211" name="Google Shape;1211;p61"/>
              <p:cNvPicPr preferRelativeResize="0"/>
              <p:nvPr/>
            </p:nvPicPr>
            <p:blipFill rotWithShape="1">
              <a:blip r:embed="rId11">
                <a:alphaModFix/>
              </a:blip>
              <a:srcRect/>
              <a:stretch/>
            </p:blipFill>
            <p:spPr>
              <a:xfrm>
                <a:off x="1221361" y="1554375"/>
                <a:ext cx="2871737" cy="160633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12" name="Google Shape;1212;p61"/>
              <p:cNvSpPr txBox="1"/>
              <p:nvPr/>
            </p:nvSpPr>
            <p:spPr>
              <a:xfrm>
                <a:off x="2554035" y="2496034"/>
                <a:ext cx="1550424" cy="369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entury Gothic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Web Servers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13" name="Google Shape;1213;p6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65560" y="4250916"/>
            <a:ext cx="3909006" cy="21501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4" name="Google Shape;1214;p61"/>
          <p:cNvGrpSpPr/>
          <p:nvPr/>
        </p:nvGrpSpPr>
        <p:grpSpPr>
          <a:xfrm rot="-4452674">
            <a:off x="2546297" y="3209869"/>
            <a:ext cx="848339" cy="991892"/>
            <a:chOff x="8377238" y="5713644"/>
            <a:chExt cx="1852446" cy="991892"/>
          </a:xfrm>
        </p:grpSpPr>
        <p:sp>
          <p:nvSpPr>
            <p:cNvPr id="1215" name="Google Shape;1215;p61"/>
            <p:cNvSpPr/>
            <p:nvPr/>
          </p:nvSpPr>
          <p:spPr>
            <a:xfrm>
              <a:off x="8400884" y="5713644"/>
              <a:ext cx="1828800" cy="49594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ckwel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16" name="Google Shape;1216;p61"/>
            <p:cNvSpPr/>
            <p:nvPr/>
          </p:nvSpPr>
          <p:spPr>
            <a:xfrm rot="10800000">
              <a:off x="8377238" y="6209590"/>
              <a:ext cx="1779024" cy="49594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ckwel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217" name="Google Shape;1217;p61"/>
          <p:cNvSpPr txBox="1"/>
          <p:nvPr/>
        </p:nvSpPr>
        <p:spPr>
          <a:xfrm>
            <a:off x="397072" y="3918895"/>
            <a:ext cx="21691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Web Applications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8" name="Google Shape;1218;p61"/>
          <p:cNvGrpSpPr/>
          <p:nvPr/>
        </p:nvGrpSpPr>
        <p:grpSpPr>
          <a:xfrm rot="-4452674">
            <a:off x="8711887" y="3598084"/>
            <a:ext cx="848339" cy="991892"/>
            <a:chOff x="8377238" y="5713644"/>
            <a:chExt cx="1852446" cy="991892"/>
          </a:xfrm>
        </p:grpSpPr>
        <p:sp>
          <p:nvSpPr>
            <p:cNvPr id="1219" name="Google Shape;1219;p61"/>
            <p:cNvSpPr/>
            <p:nvPr/>
          </p:nvSpPr>
          <p:spPr>
            <a:xfrm>
              <a:off x="8400884" y="5713644"/>
              <a:ext cx="1828800" cy="49594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ckwel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20" name="Google Shape;1220;p61"/>
            <p:cNvSpPr/>
            <p:nvPr/>
          </p:nvSpPr>
          <p:spPr>
            <a:xfrm rot="10800000">
              <a:off x="8377238" y="6209590"/>
              <a:ext cx="1779024" cy="49594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ckwel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221" name="Google Shape;1221;p61"/>
          <p:cNvGrpSpPr/>
          <p:nvPr/>
        </p:nvGrpSpPr>
        <p:grpSpPr>
          <a:xfrm>
            <a:off x="7377128" y="4553656"/>
            <a:ext cx="2288259" cy="2288259"/>
            <a:chOff x="7670583" y="4867943"/>
            <a:chExt cx="2853749" cy="2853749"/>
          </a:xfrm>
        </p:grpSpPr>
        <p:pic>
          <p:nvPicPr>
            <p:cNvPr id="1222" name="Google Shape;1222;p61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7670583" y="4867943"/>
              <a:ext cx="2853749" cy="2853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3" name="Google Shape;1223;p61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8120572" y="5450405"/>
              <a:ext cx="1946065" cy="11156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24" name="Google Shape;1224;p61"/>
          <p:cNvSpPr txBox="1"/>
          <p:nvPr/>
        </p:nvSpPr>
        <p:spPr>
          <a:xfrm>
            <a:off x="7499301" y="4602512"/>
            <a:ext cx="15456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Visualization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61"/>
          <p:cNvSpPr txBox="1"/>
          <p:nvPr/>
        </p:nvSpPr>
        <p:spPr>
          <a:xfrm>
            <a:off x="4303953" y="4393419"/>
            <a:ext cx="188545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Python 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p61"/>
          <p:cNvSpPr txBox="1"/>
          <p:nvPr/>
        </p:nvSpPr>
        <p:spPr>
          <a:xfrm>
            <a:off x="9739929" y="4002348"/>
            <a:ext cx="229702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Often many systems will connect to a DBMS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concurrently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61"/>
          <p:cNvSpPr txBox="1"/>
          <p:nvPr/>
        </p:nvSpPr>
        <p:spPr>
          <a:xfrm>
            <a:off x="1769515" y="3363901"/>
            <a:ext cx="6735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HTTP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04049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62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WHY ARE DATABASES DRAWN AS “CANS”</a:t>
            </a:r>
            <a:endParaRPr/>
          </a:p>
        </p:txBody>
      </p:sp>
      <p:pic>
        <p:nvPicPr>
          <p:cNvPr id="1233" name="Google Shape;1233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62989" y="2699055"/>
            <a:ext cx="1989092" cy="2203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4" name="Google Shape;1234;p6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17237" y="3130718"/>
            <a:ext cx="1625600" cy="16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62"/>
          <p:cNvSpPr/>
          <p:nvPr/>
        </p:nvSpPr>
        <p:spPr>
          <a:xfrm>
            <a:off x="2782747" y="3147997"/>
            <a:ext cx="1512277" cy="1591042"/>
          </a:xfrm>
          <a:prstGeom prst="can">
            <a:avLst>
              <a:gd name="adj" fmla="val 25000"/>
            </a:avLst>
          </a:prstGeom>
          <a:blipFill rotWithShape="1">
            <a:blip r:embed="rId5">
              <a:alphaModFix/>
            </a:blip>
            <a:tile tx="0" ty="0" sx="60000" sy="58999" flip="none" algn="tl"/>
          </a:blip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ckwel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93548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8" name="Google Shape;1248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8244" y="1459452"/>
            <a:ext cx="2855163" cy="3163615"/>
          </a:xfrm>
          <a:prstGeom prst="rect">
            <a:avLst/>
          </a:prstGeom>
          <a:noFill/>
          <a:ln>
            <a:noFill/>
          </a:ln>
        </p:spPr>
      </p:pic>
      <p:sp>
        <p:nvSpPr>
          <p:cNvPr id="1249" name="Google Shape;1249;p64"/>
          <p:cNvSpPr/>
          <p:nvPr/>
        </p:nvSpPr>
        <p:spPr>
          <a:xfrm rot="755868">
            <a:off x="4446599" y="3048563"/>
            <a:ext cx="2018338" cy="1374451"/>
          </a:xfrm>
          <a:prstGeom prst="rightArrow">
            <a:avLst>
              <a:gd name="adj1" fmla="val 50000"/>
              <a:gd name="adj2" fmla="val 50000"/>
            </a:avLst>
          </a:prstGeom>
          <a:blipFill rotWithShape="1">
            <a:blip r:embed="rId4">
              <a:alphaModFix/>
            </a:blip>
            <a:tile tx="0" ty="0" sx="60000" sy="58999" flip="none" algn="tl"/>
          </a:blipFill>
          <a:ln>
            <a:noFill/>
          </a:ln>
          <a:effectLst>
            <a:outerShdw blurRad="50800" dist="19050" dir="5400000" algn="t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entury Gothic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Looks Like?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64"/>
          <p:cNvSpPr txBox="1"/>
          <p:nvPr/>
        </p:nvSpPr>
        <p:spPr>
          <a:xfrm>
            <a:off x="6740539" y="155014"/>
            <a:ext cx="46313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entury Gothic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Platters on a Disk Drive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1" name="Google Shape;1251;p64"/>
          <p:cNvGrpSpPr/>
          <p:nvPr/>
        </p:nvGrpSpPr>
        <p:grpSpPr>
          <a:xfrm>
            <a:off x="3235449" y="2198201"/>
            <a:ext cx="8105523" cy="4443326"/>
            <a:chOff x="2879643" y="1720798"/>
            <a:chExt cx="6174714" cy="3384887"/>
          </a:xfrm>
        </p:grpSpPr>
        <p:pic>
          <p:nvPicPr>
            <p:cNvPr id="1252" name="Google Shape;1252;p6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262481" y="1720798"/>
              <a:ext cx="2791876" cy="33848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3" name="Google Shape;1253;p64"/>
            <p:cNvSpPr txBox="1"/>
            <p:nvPr/>
          </p:nvSpPr>
          <p:spPr>
            <a:xfrm>
              <a:off x="2879643" y="4063439"/>
              <a:ext cx="3382838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Helvetica Neue Light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1956: IBM MODEL 350 RAMAC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Helvetica Neue Light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First Commercial Disk Drive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Helvetica Neue Light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5MB  @ 1 ton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54" name="Google Shape;1254;p6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7373" y="790138"/>
            <a:ext cx="2406282" cy="16025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27288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6"/>
          <p:cNvCxnSpPr/>
          <p:nvPr/>
        </p:nvCxnSpPr>
        <p:spPr>
          <a:xfrm>
            <a:off x="-1624513" y="1321191"/>
            <a:ext cx="1497629" cy="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3" name="Google Shape;173;p6"/>
          <p:cNvCxnSpPr/>
          <p:nvPr/>
        </p:nvCxnSpPr>
        <p:spPr>
          <a:xfrm>
            <a:off x="1058367" y="2327113"/>
            <a:ext cx="0" cy="1497629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4" name="Google Shape;174;p6"/>
          <p:cNvCxnSpPr/>
          <p:nvPr/>
        </p:nvCxnSpPr>
        <p:spPr>
          <a:xfrm rot="10800000">
            <a:off x="-1624513" y="4842362"/>
            <a:ext cx="1497629" cy="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5" name="Google Shape;175;p6"/>
          <p:cNvCxnSpPr/>
          <p:nvPr/>
        </p:nvCxnSpPr>
        <p:spPr>
          <a:xfrm rot="10800000">
            <a:off x="-2694011" y="2327113"/>
            <a:ext cx="0" cy="1497629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6" name="Google Shape;176;p6"/>
          <p:cNvSpPr txBox="1"/>
          <p:nvPr/>
        </p:nvSpPr>
        <p:spPr>
          <a:xfrm>
            <a:off x="-3056308" y="435033"/>
            <a:ext cx="724594" cy="177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167" y="4207168"/>
            <a:ext cx="1840399" cy="1270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3367480" y="4176768"/>
            <a:ext cx="1346938" cy="1331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4307" y="571539"/>
            <a:ext cx="1353123" cy="149930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"/>
          <p:cNvSpPr/>
          <p:nvPr/>
        </p:nvSpPr>
        <p:spPr>
          <a:xfrm>
            <a:off x="-5885984" y="436941"/>
            <a:ext cx="2513244" cy="177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Question &amp;</a:t>
            </a:r>
            <a:b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</a:br>
            <a: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Problem</a:t>
            </a:r>
            <a:b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</a:br>
            <a: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Formulation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2141880" y="3956204"/>
            <a:ext cx="2529347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Exploratory </a:t>
            </a:r>
            <a:b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</a:br>
            <a: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 </a:t>
            </a:r>
            <a:b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</a:br>
            <a: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-5587351" y="3956204"/>
            <a:ext cx="2130110" cy="177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Prediction</a:t>
            </a:r>
            <a:b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</a:br>
            <a: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and</a:t>
            </a:r>
            <a:b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</a:br>
            <a: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Inference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5472236" y="518378"/>
            <a:ext cx="600525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Now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5472236" y="2518348"/>
            <a:ext cx="6444944" cy="3721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44291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Exploratory Data Analysis (EDA)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65113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457200" marR="0" lvl="0" indent="-442913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Descriptive statistics</a:t>
            </a:r>
            <a:endParaRPr sz="2400" b="0" i="0" u="none" strike="noStrike" cap="none" dirty="0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457200" marR="0" lvl="0" indent="-265113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185" name="Google Shape;185;p6"/>
          <p:cNvCxnSpPr/>
          <p:nvPr/>
        </p:nvCxnSpPr>
        <p:spPr>
          <a:xfrm>
            <a:off x="5243413" y="-344774"/>
            <a:ext cx="0" cy="7914806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6" name="Google Shape;186;p6"/>
          <p:cNvSpPr/>
          <p:nvPr/>
        </p:nvSpPr>
        <p:spPr>
          <a:xfrm>
            <a:off x="1811976" y="764599"/>
            <a:ext cx="3376245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 Acquisition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&amp; Wrangling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6"/>
          <p:cNvCxnSpPr/>
          <p:nvPr/>
        </p:nvCxnSpPr>
        <p:spPr>
          <a:xfrm rot="-5400000">
            <a:off x="573355" y="2949187"/>
            <a:ext cx="2150100" cy="9300"/>
          </a:xfrm>
          <a:prstGeom prst="curvedConnector3">
            <a:avLst>
              <a:gd name="adj1" fmla="val 0"/>
            </a:avLst>
          </a:prstGeom>
          <a:noFill/>
          <a:ln w="50800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5B362C9-620E-A97C-3F6D-67B8105FBB94}"/>
                  </a:ext>
                </a:extLst>
              </p14:cNvPr>
              <p14:cNvContentPartPr/>
              <p14:nvPr/>
            </p14:nvContentPartPr>
            <p14:xfrm>
              <a:off x="2571120" y="148680"/>
              <a:ext cx="1728720" cy="3737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5B362C9-620E-A97C-3F6D-67B8105FBB9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61760" y="139320"/>
                <a:ext cx="1747440" cy="3756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g1eecc7781e4_0_6" descr="Screen Shot 2014-10-29 at 7.02.51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22600" y="2300525"/>
            <a:ext cx="6473776" cy="234287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1eecc7781e4_0_6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DATA WRANGLING</a:t>
            </a:r>
            <a:endParaRPr/>
          </a:p>
        </p:txBody>
      </p:sp>
      <p:sp>
        <p:nvSpPr>
          <p:cNvPr id="200" name="Google Shape;200;g1eecc7781e4_0_6"/>
          <p:cNvSpPr txBox="1">
            <a:spLocks noGrp="1"/>
          </p:cNvSpPr>
          <p:nvPr>
            <p:ph type="body" idx="1"/>
          </p:nvPr>
        </p:nvSpPr>
        <p:spPr>
          <a:xfrm>
            <a:off x="765048" y="2121408"/>
            <a:ext cx="10058400" cy="40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The process of transforming raw data to facilitate meaningful subsequent analysis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Data wrangling often addresses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structure / formatting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missing or corrupted values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unit conversion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encoding text as numbers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… 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Sadly data wrangling is a big part of data science…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"/>
          <p:cNvSpPr txBox="1">
            <a:spLocks noGrp="1"/>
          </p:cNvSpPr>
          <p:nvPr>
            <p:ph type="title"/>
          </p:nvPr>
        </p:nvSpPr>
        <p:spPr>
          <a:xfrm>
            <a:off x="1069850" y="484625"/>
            <a:ext cx="9940800" cy="16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EXPLORATORY DATA ANALYSIS (EDA)</a:t>
            </a:r>
            <a:endParaRPr/>
          </a:p>
        </p:txBody>
      </p:sp>
      <p:sp>
        <p:nvSpPr>
          <p:cNvPr id="213" name="Google Shape;213;p11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The process of </a:t>
            </a:r>
            <a:r>
              <a:rPr lang="en-US" b="1" dirty="0"/>
              <a:t>transforming</a:t>
            </a:r>
            <a:r>
              <a:rPr lang="en-US" dirty="0"/>
              <a:t>, </a:t>
            </a:r>
            <a:r>
              <a:rPr lang="en-US" b="1" dirty="0"/>
              <a:t>visualizing</a:t>
            </a:r>
            <a:r>
              <a:rPr lang="en-US" dirty="0"/>
              <a:t>, and </a:t>
            </a:r>
            <a:r>
              <a:rPr lang="en-US" b="1" dirty="0"/>
              <a:t>summarizing</a:t>
            </a:r>
            <a:r>
              <a:rPr lang="en-US" dirty="0"/>
              <a:t> data to:</a:t>
            </a:r>
            <a:endParaRPr dirty="0"/>
          </a:p>
          <a:p>
            <a:pPr marL="457200" lvl="1" indent="-8572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</a:pP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Build/confirm understanding of the data and its provenance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Identify and address potential issues in the data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Inform the subsequent analysis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Discover </a:t>
            </a:r>
            <a:r>
              <a:rPr lang="en-US" i="1" dirty="0"/>
              <a:t>potential</a:t>
            </a:r>
            <a:r>
              <a:rPr lang="en-US" dirty="0"/>
              <a:t> hypothesis … (be careful)</a:t>
            </a:r>
            <a:endParaRPr b="1" dirty="0"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 b="1" dirty="0"/>
              <a:t>EDA is an open-ended analysis (vs. starting with a hypothesis)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Be willing to find something surprising</a:t>
            </a:r>
            <a:endParaRPr dirty="0"/>
          </a:p>
        </p:txBody>
      </p:sp>
      <p:sp>
        <p:nvSpPr>
          <p:cNvPr id="214" name="Google Shape;214;p11"/>
          <p:cNvSpPr txBox="1"/>
          <p:nvPr/>
        </p:nvSpPr>
        <p:spPr>
          <a:xfrm>
            <a:off x="3216167" y="2015821"/>
            <a:ext cx="498245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1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“Getting to know the data”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6F90CC4-4C28-D129-BD2C-67AAF11714C2}"/>
                  </a:ext>
                </a:extLst>
              </p14:cNvPr>
              <p14:cNvContentPartPr/>
              <p14:nvPr/>
            </p14:nvContentPartPr>
            <p14:xfrm>
              <a:off x="1332000" y="4512240"/>
              <a:ext cx="5278680" cy="817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6F90CC4-4C28-D129-BD2C-67AAF11714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2640" y="4502880"/>
                <a:ext cx="5297400" cy="835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2229999" cy="7984273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2"/>
          <p:cNvSpPr txBox="1"/>
          <p:nvPr/>
        </p:nvSpPr>
        <p:spPr>
          <a:xfrm>
            <a:off x="7092176" y="5754030"/>
            <a:ext cx="5099824" cy="880946"/>
          </a:xfrm>
          <a:prstGeom prst="rect">
            <a:avLst/>
          </a:prstGeom>
          <a:solidFill>
            <a:schemeClr val="dk1">
              <a:alpha val="74509"/>
            </a:schemeClr>
          </a:solidFill>
          <a:ln>
            <a:noFill/>
          </a:ln>
        </p:spPr>
        <p:txBody>
          <a:bodyPr spcFirstLastPara="1" wrap="square" lIns="0" tIns="0" rIns="274300" bIns="0" anchor="ctr" anchorCtr="0">
            <a:noAutofit/>
          </a:bodyPr>
          <a:lstStyle/>
          <a:p>
            <a:pPr marL="39687" marR="0" lvl="0" indent="-158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 Analysis &amp; Statistics, Tukey 1965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9687" marR="0" lvl="0" indent="-158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Image from LIFE Magazine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2"/>
          <p:cNvSpPr txBox="1"/>
          <p:nvPr/>
        </p:nvSpPr>
        <p:spPr>
          <a:xfrm>
            <a:off x="5812971" y="462232"/>
            <a:ext cx="6379029" cy="4795567"/>
          </a:xfrm>
          <a:prstGeom prst="rect">
            <a:avLst/>
          </a:prstGeom>
          <a:solidFill>
            <a:schemeClr val="dk1">
              <a:alpha val="84313"/>
            </a:schemeClr>
          </a:solidFill>
          <a:ln>
            <a:noFill/>
          </a:ln>
        </p:spPr>
        <p:txBody>
          <a:bodyPr spcFirstLastPara="1" wrap="square" lIns="182875" tIns="0" rIns="274300" bIns="0" anchor="ctr" anchorCtr="0">
            <a:noAutofit/>
          </a:bodyPr>
          <a:lstStyle/>
          <a:p>
            <a:pPr marL="39687" marR="0" lvl="0" indent="-158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John Tukey</a:t>
            </a: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9687" marR="0" lvl="0" indent="-158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Princeton Mathematician &amp; Statistician</a:t>
            </a:r>
            <a:endParaRPr sz="2400" b="0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9687" marR="0" lvl="0" indent="-158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9687" marR="0" lvl="0" indent="-158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Introduced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Fast Fourier Transform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“Bit” : </a:t>
            </a:r>
            <a:r>
              <a:rPr lang="en-US" sz="2800" b="0" i="1" u="sng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</a:t>
            </a:r>
            <a:r>
              <a:rPr lang="en-US" sz="2800" b="0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nary dig</a:t>
            </a:r>
            <a:r>
              <a:rPr lang="en-US" sz="2800" b="0" i="1" u="sng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Exploratory Data Analysis</a:t>
            </a:r>
            <a:endParaRPr sz="2800" b="0" i="1" u="sng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55245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None/>
            </a:pPr>
            <a:endParaRPr sz="2800" b="0" i="1" u="sng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1" u="sng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Early Data Scientist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2229999" cy="798427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3"/>
          <p:cNvSpPr txBox="1"/>
          <p:nvPr/>
        </p:nvSpPr>
        <p:spPr>
          <a:xfrm>
            <a:off x="7092176" y="5754030"/>
            <a:ext cx="5099824" cy="880946"/>
          </a:xfrm>
          <a:prstGeom prst="rect">
            <a:avLst/>
          </a:prstGeom>
          <a:solidFill>
            <a:schemeClr val="dk1">
              <a:alpha val="74509"/>
            </a:schemeClr>
          </a:solidFill>
          <a:ln>
            <a:noFill/>
          </a:ln>
        </p:spPr>
        <p:txBody>
          <a:bodyPr spcFirstLastPara="1" wrap="square" lIns="0" tIns="0" rIns="274300" bIns="0" anchor="ctr" anchorCtr="0">
            <a:noAutofit/>
          </a:bodyPr>
          <a:lstStyle/>
          <a:p>
            <a:pPr marL="39687" marR="0" lvl="0" indent="-158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 Analysis &amp; Statistics, Tukey 1965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9687" marR="0" lvl="0" indent="-158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Image from LIFE Magazine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3"/>
          <p:cNvSpPr txBox="1"/>
          <p:nvPr/>
        </p:nvSpPr>
        <p:spPr>
          <a:xfrm>
            <a:off x="5812971" y="446049"/>
            <a:ext cx="6379029" cy="4259766"/>
          </a:xfrm>
          <a:prstGeom prst="rect">
            <a:avLst/>
          </a:prstGeom>
          <a:solidFill>
            <a:schemeClr val="dk1">
              <a:alpha val="84313"/>
            </a:schemeClr>
          </a:solidFill>
          <a:ln>
            <a:noFill/>
          </a:ln>
        </p:spPr>
        <p:txBody>
          <a:bodyPr spcFirstLastPara="1" wrap="square" lIns="182875" tIns="0" rIns="274300" bIns="0" anchor="ctr" anchorCtr="0">
            <a:noAutofit/>
          </a:bodyPr>
          <a:lstStyle/>
          <a:p>
            <a:pPr marL="39687" marR="0" lvl="0" indent="-158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EDA is like detective work </a:t>
            </a:r>
            <a:br>
              <a:rPr lang="en-US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9687" marR="0" lvl="0" indent="-158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1" u="none" strike="noStrike" cap="none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“Exploratory data analysis is an attitude, a state of flexibility, a willingness to look for those things that we believe are not there, as well as those that we believe to be there.”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INSIGHT</a:t>
            </a:r>
            <a:endParaRPr/>
          </a:p>
        </p:txBody>
      </p:sp>
      <p:sp>
        <p:nvSpPr>
          <p:cNvPr id="283" name="Google Shape;283;p18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dirty="0"/>
              <a:t>Good Data Analysis is not: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Simple Application of a Statistics Recipe.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Simple Application of Statistical Software.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US" dirty="0"/>
              <a:t>There are many tools out there for data science, but they are merely tools.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They don’t do any of the important thinking!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US" dirty="0"/>
              <a:t>“The purpose of computing is insight, not numbers.” - R. Hamming. Numerical Methods for Scientists and Engineers (1962).</a:t>
            </a: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</p:txBody>
      </p:sp>
      <p:pic>
        <p:nvPicPr>
          <p:cNvPr id="284" name="Google Shape;28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2734" y="823176"/>
            <a:ext cx="5251501" cy="254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3"/>
          <p:cNvSpPr txBox="1"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Rockwell"/>
              <a:buNone/>
            </a:pPr>
            <a:r>
              <a:rPr lang="en-US"/>
              <a:t>DESCRIPTIVE STATISTICS</a:t>
            </a:r>
            <a:endParaRPr/>
          </a:p>
        </p:txBody>
      </p:sp>
      <p:sp>
        <p:nvSpPr>
          <p:cNvPr id="320" name="Google Shape;320;p23"/>
          <p:cNvSpPr txBox="1"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209733D-7996-E0FD-3800-9905473D8C8A}"/>
                  </a:ext>
                </a:extLst>
              </p14:cNvPr>
              <p14:cNvContentPartPr/>
              <p14:nvPr/>
            </p14:nvContentPartPr>
            <p14:xfrm>
              <a:off x="4422600" y="3162960"/>
              <a:ext cx="4415040" cy="1275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209733D-7996-E0FD-3800-9905473D8C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13240" y="3153600"/>
                <a:ext cx="4433760" cy="1293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DESCRIPTIVE VS. INFERENTIAL STATISTICS</a:t>
            </a:r>
            <a:endParaRPr dirty="0"/>
          </a:p>
        </p:txBody>
      </p:sp>
      <p:sp>
        <p:nvSpPr>
          <p:cNvPr id="326" name="Google Shape;326;p24"/>
          <p:cNvSpPr txBox="1">
            <a:spLocks noGrp="1"/>
          </p:cNvSpPr>
          <p:nvPr>
            <p:ph type="body" idx="1"/>
          </p:nvPr>
        </p:nvSpPr>
        <p:spPr>
          <a:xfrm>
            <a:off x="1069847" y="2121408"/>
            <a:ext cx="10404397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b="1" dirty="0"/>
              <a:t>Statistics </a:t>
            </a:r>
            <a:r>
              <a:rPr lang="en-US" dirty="0"/>
              <a:t>deals with the collection, analysis, interpretation, and presentation of data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There are two types of statistical analysis: </a:t>
            </a:r>
            <a:r>
              <a:rPr lang="en-US" b="1" dirty="0"/>
              <a:t>descriptive statistics </a:t>
            </a:r>
            <a:r>
              <a:rPr lang="en-US" dirty="0"/>
              <a:t>and </a:t>
            </a:r>
            <a:r>
              <a:rPr lang="en-US" b="1" dirty="0"/>
              <a:t>inferential statistics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b="1" dirty="0"/>
              <a:t>Descriptive statistics </a:t>
            </a:r>
            <a:r>
              <a:rPr lang="en-US" dirty="0"/>
              <a:t>focuses on </a:t>
            </a:r>
            <a:r>
              <a:rPr lang="en-US" b="1" dirty="0"/>
              <a:t>summarizing data </a:t>
            </a:r>
            <a:r>
              <a:rPr lang="en-US" dirty="0"/>
              <a:t>about a sample drawn from a population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 b="1" dirty="0"/>
              <a:t>Measures of central tendency</a:t>
            </a:r>
            <a:r>
              <a:rPr lang="en-US" dirty="0"/>
              <a:t> (mean, median, mode)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 b="1" dirty="0"/>
              <a:t>Measures of dispersion or spread</a:t>
            </a:r>
            <a:r>
              <a:rPr lang="en-US" dirty="0"/>
              <a:t> (range, standard deviation, variance)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 b="1" dirty="0"/>
              <a:t>Inferential statistics </a:t>
            </a:r>
            <a:r>
              <a:rPr lang="en-US" dirty="0"/>
              <a:t>focuses on using information from the sample to </a:t>
            </a:r>
            <a:r>
              <a:rPr lang="en-US" b="1" dirty="0"/>
              <a:t>make conclusions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BACC2FB-A1CA-BE6C-BC6C-579794B4C2C5}"/>
                  </a:ext>
                </a:extLst>
              </p14:cNvPr>
              <p14:cNvContentPartPr/>
              <p14:nvPr/>
            </p14:nvContentPartPr>
            <p14:xfrm>
              <a:off x="160920" y="3107160"/>
              <a:ext cx="1350360" cy="655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BACC2FB-A1CA-BE6C-BC6C-579794B4C2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1560" y="3097800"/>
                <a:ext cx="1369080" cy="674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5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MEASURES OF CENTER:</a:t>
            </a:r>
            <a:br>
              <a:rPr lang="en-US" dirty="0"/>
            </a:br>
            <a:r>
              <a:rPr lang="en-US" dirty="0"/>
              <a:t>MEAN</a:t>
            </a:r>
            <a:endParaRPr dirty="0"/>
          </a:p>
        </p:txBody>
      </p:sp>
      <p:sp>
        <p:nvSpPr>
          <p:cNvPr id="333" name="Google Shape;333;p25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The </a:t>
            </a:r>
            <a:r>
              <a:rPr lang="en-US" b="1" dirty="0"/>
              <a:t>arithmetic mean </a:t>
            </a:r>
            <a:r>
              <a:rPr lang="en-US" dirty="0"/>
              <a:t>(or </a:t>
            </a:r>
            <a:r>
              <a:rPr lang="en-US" b="1" dirty="0"/>
              <a:t>average</a:t>
            </a:r>
            <a:r>
              <a:rPr lang="en-US" dirty="0"/>
              <a:t>) of a dataset is the </a:t>
            </a:r>
            <a:r>
              <a:rPr lang="en-US" b="1" dirty="0"/>
              <a:t>sum of the values </a:t>
            </a:r>
            <a:r>
              <a:rPr lang="en-US" dirty="0"/>
              <a:t>in the dataset </a:t>
            </a:r>
            <a:r>
              <a:rPr lang="en-US" b="1" dirty="0"/>
              <a:t>divided by the number of values</a:t>
            </a: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b="1"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b="1"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b="1"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b="1"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b="1" dirty="0"/>
              <a:t>Example</a:t>
            </a: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</p:txBody>
      </p:sp>
      <p:pic>
        <p:nvPicPr>
          <p:cNvPr id="334" name="Google Shape;33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74491" y="2829630"/>
            <a:ext cx="7941187" cy="1562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97546" y="4639659"/>
            <a:ext cx="7618132" cy="199749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1F654DF-F305-6F59-0605-718EEAAA1B92}"/>
                  </a:ext>
                </a:extLst>
              </p14:cNvPr>
              <p14:cNvContentPartPr/>
              <p14:nvPr/>
            </p14:nvContentPartPr>
            <p14:xfrm>
              <a:off x="2415600" y="542520"/>
              <a:ext cx="8880480" cy="6099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1F654DF-F305-6F59-0605-718EEAAA1B9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06240" y="533160"/>
                <a:ext cx="8899200" cy="6117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6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MEASURES OF CENTER:</a:t>
            </a:r>
            <a:br>
              <a:rPr lang="en-US"/>
            </a:br>
            <a:r>
              <a:rPr lang="en-US"/>
              <a:t>MEDIAN</a:t>
            </a:r>
            <a:endParaRPr/>
          </a:p>
        </p:txBody>
      </p:sp>
      <p:sp>
        <p:nvSpPr>
          <p:cNvPr id="342" name="Google Shape;342;p26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The </a:t>
            </a:r>
            <a:r>
              <a:rPr lang="en-US" b="1"/>
              <a:t>median </a:t>
            </a:r>
            <a:r>
              <a:rPr lang="en-US"/>
              <a:t>of a dataset is the </a:t>
            </a:r>
            <a:r>
              <a:rPr lang="en-US" b="1"/>
              <a:t>middle value </a:t>
            </a:r>
            <a:r>
              <a:rPr lang="en-US"/>
              <a:t>(if the number of values is odd) or the </a:t>
            </a:r>
            <a:r>
              <a:rPr lang="en-US" b="1"/>
              <a:t>mean of the two middle values </a:t>
            </a:r>
            <a:r>
              <a:rPr lang="en-US"/>
              <a:t>(if the number of values is even) in the sorted dataset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Example</a:t>
            </a: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p:pic>
        <p:nvPicPr>
          <p:cNvPr id="343" name="Google Shape;343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28452" y="3094142"/>
            <a:ext cx="7644581" cy="362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6"/>
          <p:cNvSpPr/>
          <p:nvPr/>
        </p:nvSpPr>
        <p:spPr>
          <a:xfrm>
            <a:off x="9999406" y="5722374"/>
            <a:ext cx="589936" cy="135685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9460500" y="6400800"/>
            <a:ext cx="742336" cy="51937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2399E69-D729-6798-2BAE-8C1021EBE185}"/>
                  </a:ext>
                </a:extLst>
              </p14:cNvPr>
              <p14:cNvContentPartPr/>
              <p14:nvPr/>
            </p14:nvContentPartPr>
            <p14:xfrm>
              <a:off x="1320120" y="133560"/>
              <a:ext cx="9859320" cy="6661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2399E69-D729-6798-2BAE-8C1021EBE18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10760" y="124200"/>
                <a:ext cx="9878040" cy="6680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7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EXERCISE</a:t>
            </a:r>
            <a:endParaRPr/>
          </a:p>
        </p:txBody>
      </p:sp>
      <p:pic>
        <p:nvPicPr>
          <p:cNvPr id="352" name="Google Shape;352;p2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298114" y="1772332"/>
            <a:ext cx="7606787" cy="4628468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7"/>
          <p:cNvSpPr/>
          <p:nvPr/>
        </p:nvSpPr>
        <p:spPr>
          <a:xfrm>
            <a:off x="6099048" y="3901900"/>
            <a:ext cx="13901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Rockwell"/>
              <a:buAutoNum type="alphaUcPeriod"/>
            </a:pPr>
            <a:r>
              <a:rPr lang="en-US" sz="1800" b="0" i="0" u="none" strike="noStrike" cap="none">
                <a:solidFill>
                  <a:srgbClr val="7030A0"/>
                </a:solidFill>
                <a:latin typeface="Rockwell"/>
                <a:ea typeface="Rockwell"/>
                <a:cs typeface="Rockwell"/>
                <a:sym typeface="Rockwell"/>
              </a:rPr>
              <a:t>Mean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Rockwell"/>
              <a:buAutoNum type="alphaUcPeriod"/>
            </a:pPr>
            <a:r>
              <a:rPr lang="en-US" sz="1800" b="0" i="0" u="none" strike="noStrike" cap="none">
                <a:solidFill>
                  <a:srgbClr val="7030A0"/>
                </a:solidFill>
                <a:latin typeface="Rockwell"/>
                <a:ea typeface="Rockwell"/>
                <a:cs typeface="Rockwell"/>
                <a:sym typeface="Rockwell"/>
              </a:rPr>
              <a:t>Median </a:t>
            </a:r>
            <a:endParaRPr sz="18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A88E1E3-0DE3-2604-75C9-C92AF81DEFAC}"/>
                  </a:ext>
                </a:extLst>
              </p14:cNvPr>
              <p14:cNvContentPartPr/>
              <p14:nvPr/>
            </p14:nvContentPartPr>
            <p14:xfrm>
              <a:off x="3612960" y="1770120"/>
              <a:ext cx="8300520" cy="5087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A88E1E3-0DE3-2604-75C9-C92AF81DEFA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03600" y="1760760"/>
                <a:ext cx="8319240" cy="5106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8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MEASURES OF CENTER:</a:t>
            </a:r>
            <a:br>
              <a:rPr lang="en-US"/>
            </a:br>
            <a:r>
              <a:rPr lang="en-US"/>
              <a:t>MODE</a:t>
            </a:r>
            <a:endParaRPr/>
          </a:p>
        </p:txBody>
      </p:sp>
      <p:sp>
        <p:nvSpPr>
          <p:cNvPr id="360" name="Google Shape;360;p28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The mode of a dataset is the most frequent value in the dataset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Example</a:t>
            </a:r>
            <a:endParaRPr dirty="0"/>
          </a:p>
        </p:txBody>
      </p:sp>
      <p:pic>
        <p:nvPicPr>
          <p:cNvPr id="361" name="Google Shape;36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84948" y="2578827"/>
            <a:ext cx="7394678" cy="390882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0B42043-AA74-A1C7-2AE8-A2FF17157F8A}"/>
                  </a:ext>
                </a:extLst>
              </p14:cNvPr>
              <p14:cNvContentPartPr/>
              <p14:nvPr/>
            </p14:nvContentPartPr>
            <p14:xfrm>
              <a:off x="3196800" y="3094920"/>
              <a:ext cx="5951160" cy="1961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0B42043-AA74-A1C7-2AE8-A2FF17157F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87440" y="3085560"/>
                <a:ext cx="5969880" cy="1980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9"/>
          <p:cNvSpPr txBox="1">
            <a:spLocks noGrp="1"/>
          </p:cNvSpPr>
          <p:nvPr>
            <p:ph type="title"/>
          </p:nvPr>
        </p:nvSpPr>
        <p:spPr>
          <a:xfrm>
            <a:off x="1069850" y="484625"/>
            <a:ext cx="10560900" cy="16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ckwell"/>
              <a:buNone/>
            </a:pPr>
            <a:r>
              <a:rPr lang="en-US"/>
              <a:t>MEASURES OF SPREAD:</a:t>
            </a:r>
            <a:br>
              <a:rPr lang="en-US"/>
            </a:br>
            <a:r>
              <a:rPr lang="en-US"/>
              <a:t>MAXIMUM, MINIMUM AND RANGE</a:t>
            </a:r>
            <a:endParaRPr/>
          </a:p>
        </p:txBody>
      </p:sp>
      <p:sp>
        <p:nvSpPr>
          <p:cNvPr id="367" name="Google Shape;367;p29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The </a:t>
            </a:r>
            <a:r>
              <a:rPr lang="en-US" b="1"/>
              <a:t>maximum </a:t>
            </a:r>
            <a:r>
              <a:rPr lang="en-US"/>
              <a:t>of a dataset is the </a:t>
            </a:r>
            <a:r>
              <a:rPr lang="en-US" b="1"/>
              <a:t>largest value </a:t>
            </a:r>
            <a:r>
              <a:rPr lang="en-US"/>
              <a:t>in the dataset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The </a:t>
            </a:r>
            <a:r>
              <a:rPr lang="en-US" b="1"/>
              <a:t>minimum </a:t>
            </a:r>
            <a:r>
              <a:rPr lang="en-US"/>
              <a:t>of a dataset is the </a:t>
            </a:r>
            <a:r>
              <a:rPr lang="en-US" b="1"/>
              <a:t>smallest value </a:t>
            </a:r>
            <a:r>
              <a:rPr lang="en-US"/>
              <a:t>in the dataset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•The </a:t>
            </a:r>
            <a:r>
              <a:rPr lang="en-US" b="1"/>
              <a:t>range </a:t>
            </a:r>
            <a:r>
              <a:rPr lang="en-US"/>
              <a:t>of a dataset is the </a:t>
            </a:r>
            <a:r>
              <a:rPr lang="en-US" b="1"/>
              <a:t>difference between the maximum and minimum </a:t>
            </a:r>
            <a:r>
              <a:rPr lang="en-US"/>
              <a:t>of the dataset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Example</a:t>
            </a: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p:pic>
        <p:nvPicPr>
          <p:cNvPr id="368" name="Google Shape;36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1914" y="3429565"/>
            <a:ext cx="6843253" cy="3294622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9"/>
          <p:cNvSpPr/>
          <p:nvPr/>
        </p:nvSpPr>
        <p:spPr>
          <a:xfrm>
            <a:off x="9513293" y="6204811"/>
            <a:ext cx="742336" cy="51937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70" name="Google Shape;370;p29"/>
          <p:cNvSpPr/>
          <p:nvPr/>
        </p:nvSpPr>
        <p:spPr>
          <a:xfrm>
            <a:off x="5356711" y="6204811"/>
            <a:ext cx="2282953" cy="51937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9CD60C8-1F09-E9AA-0599-3652F9E099E8}"/>
                  </a:ext>
                </a:extLst>
              </p14:cNvPr>
              <p14:cNvContentPartPr/>
              <p14:nvPr/>
            </p14:nvContentPartPr>
            <p14:xfrm>
              <a:off x="6202080" y="3589920"/>
              <a:ext cx="1386720" cy="2327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9CD60C8-1F09-E9AA-0599-3652F9E099E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92720" y="3580560"/>
                <a:ext cx="1405440" cy="2345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0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MEASURES OF SPREAD:</a:t>
            </a:r>
            <a:br>
              <a:rPr lang="en-US"/>
            </a:br>
            <a:r>
              <a:rPr lang="en-US"/>
              <a:t>STANDARD DEVIATION</a:t>
            </a:r>
            <a:endParaRPr/>
          </a:p>
        </p:txBody>
      </p:sp>
      <p:sp>
        <p:nvSpPr>
          <p:cNvPr id="377" name="Google Shape;377;p30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The </a:t>
            </a:r>
            <a:r>
              <a:rPr lang="en-US" b="1"/>
              <a:t>standard deviation </a:t>
            </a:r>
            <a:r>
              <a:rPr lang="en-US"/>
              <a:t>of a dataset is a </a:t>
            </a:r>
            <a:r>
              <a:rPr lang="en-US" b="1"/>
              <a:t>measure of the distance between the values </a:t>
            </a:r>
            <a:r>
              <a:rPr lang="en-US"/>
              <a:t>in the dataset </a:t>
            </a:r>
            <a:r>
              <a:rPr lang="en-US" b="1"/>
              <a:t>and the mean of the values</a:t>
            </a: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Example</a:t>
            </a: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p:pic>
        <p:nvPicPr>
          <p:cNvPr id="378" name="Google Shape;37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48232" y="2840736"/>
            <a:ext cx="7061528" cy="1468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84669" y="4484223"/>
            <a:ext cx="8643579" cy="219932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C7FE00B-A4E0-CCEF-103C-EE7BB7DE3356}"/>
                  </a:ext>
                </a:extLst>
              </p14:cNvPr>
              <p14:cNvContentPartPr/>
              <p14:nvPr/>
            </p14:nvContentPartPr>
            <p14:xfrm>
              <a:off x="353880" y="451800"/>
              <a:ext cx="11069640" cy="5388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C7FE00B-A4E0-CCEF-103C-EE7BB7DE335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4520" y="442440"/>
                <a:ext cx="11088360" cy="5407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1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MEASURES OF SPREAD:</a:t>
            </a:r>
            <a:br>
              <a:rPr lang="en-US" dirty="0"/>
            </a:br>
            <a:r>
              <a:rPr lang="en-US" dirty="0"/>
              <a:t>VARIANCE</a:t>
            </a:r>
            <a:endParaRPr dirty="0"/>
          </a:p>
        </p:txBody>
      </p:sp>
      <p:sp>
        <p:nvSpPr>
          <p:cNvPr id="385" name="Google Shape;385;p31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The </a:t>
            </a:r>
            <a:r>
              <a:rPr lang="en-US" b="1"/>
              <a:t>variance </a:t>
            </a:r>
            <a:r>
              <a:rPr lang="en-US"/>
              <a:t>of a dataset is </a:t>
            </a:r>
            <a:r>
              <a:rPr lang="en-US" b="1"/>
              <a:t>the square of the standard deviation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Example</a:t>
            </a:r>
            <a:endParaRPr/>
          </a:p>
        </p:txBody>
      </p:sp>
      <p:pic>
        <p:nvPicPr>
          <p:cNvPr id="386" name="Google Shape;38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0464" y="2655872"/>
            <a:ext cx="8597598" cy="4050791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1"/>
          <p:cNvSpPr/>
          <p:nvPr/>
        </p:nvSpPr>
        <p:spPr>
          <a:xfrm>
            <a:off x="10909702" y="5423144"/>
            <a:ext cx="490801" cy="12835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CB20A85-DA17-DE52-2C27-01E337D7C2C0}"/>
                  </a:ext>
                </a:extLst>
              </p14:cNvPr>
              <p14:cNvContentPartPr/>
              <p14:nvPr/>
            </p14:nvContentPartPr>
            <p14:xfrm>
              <a:off x="2596320" y="2475720"/>
              <a:ext cx="5928480" cy="4252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CB20A85-DA17-DE52-2C27-01E337D7C2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86960" y="2466360"/>
                <a:ext cx="5947200" cy="4271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2"/>
          <p:cNvSpPr txBox="1">
            <a:spLocks noGrp="1"/>
          </p:cNvSpPr>
          <p:nvPr>
            <p:ph type="title"/>
          </p:nvPr>
        </p:nvSpPr>
        <p:spPr>
          <a:xfrm>
            <a:off x="1069850" y="484625"/>
            <a:ext cx="10191000" cy="16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MEASURES OF SPREAD:</a:t>
            </a:r>
            <a:br>
              <a:rPr lang="en-US" dirty="0"/>
            </a:br>
            <a:r>
              <a:rPr lang="en-US" dirty="0"/>
              <a:t>PERCENTILES AND QUARTILES</a:t>
            </a:r>
            <a:endParaRPr dirty="0"/>
          </a:p>
        </p:txBody>
      </p:sp>
      <p:sp>
        <p:nvSpPr>
          <p:cNvPr id="394" name="Google Shape;394;p32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28641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b="1" dirty="0"/>
              <a:t>Percentiles </a:t>
            </a:r>
            <a:r>
              <a:rPr lang="en-US" dirty="0"/>
              <a:t>divide a dataset into </a:t>
            </a:r>
            <a:r>
              <a:rPr lang="en-US" b="1" dirty="0"/>
              <a:t>100 equal parts </a:t>
            </a:r>
            <a:r>
              <a:rPr lang="en-US" dirty="0"/>
              <a:t>such that </a:t>
            </a:r>
            <a:r>
              <a:rPr lang="en-US" b="1" dirty="0"/>
              <a:t>% of the data </a:t>
            </a:r>
            <a:r>
              <a:rPr lang="en-US" dirty="0"/>
              <a:t>is less than or equal to the 𝒏</a:t>
            </a:r>
            <a:r>
              <a:rPr lang="en-US" b="1" dirty="0" err="1"/>
              <a:t>th</a:t>
            </a:r>
            <a:r>
              <a:rPr lang="en-US" b="1" dirty="0"/>
              <a:t> percentile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b="1" dirty="0"/>
              <a:t>Quartiles </a:t>
            </a:r>
            <a:r>
              <a:rPr lang="en-US" dirty="0"/>
              <a:t>divide a dataset into </a:t>
            </a:r>
            <a:r>
              <a:rPr lang="en-US" b="1" dirty="0"/>
              <a:t>quarters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b="1" dirty="0"/>
              <a:t>25% of the data </a:t>
            </a:r>
            <a:r>
              <a:rPr lang="en-US" dirty="0"/>
              <a:t>is less than or equal to the </a:t>
            </a:r>
            <a:r>
              <a:rPr lang="en-US" b="1" dirty="0"/>
              <a:t>first quartile </a:t>
            </a:r>
            <a:r>
              <a:rPr lang="en-US" dirty="0"/>
              <a:t>(𝑄1) or </a:t>
            </a:r>
            <a:r>
              <a:rPr lang="en-US" b="1" dirty="0"/>
              <a:t>25</a:t>
            </a:r>
            <a:r>
              <a:rPr lang="en-US" b="1" baseline="30000" dirty="0"/>
              <a:t>th</a:t>
            </a:r>
            <a:r>
              <a:rPr lang="en-US" b="1" dirty="0"/>
              <a:t> percentile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b="1" dirty="0"/>
              <a:t>50% of the data </a:t>
            </a:r>
            <a:r>
              <a:rPr lang="en-US" dirty="0"/>
              <a:t>is less than or equal to the </a:t>
            </a:r>
            <a:r>
              <a:rPr lang="en-US" b="1" dirty="0"/>
              <a:t>second quartile </a:t>
            </a:r>
            <a:r>
              <a:rPr lang="en-US" dirty="0"/>
              <a:t>(𝑄2) or </a:t>
            </a:r>
            <a:r>
              <a:rPr lang="en-US" b="1" dirty="0"/>
              <a:t>50</a:t>
            </a:r>
            <a:r>
              <a:rPr lang="en-US" b="1" baseline="30000" dirty="0"/>
              <a:t>th</a:t>
            </a:r>
            <a:r>
              <a:rPr lang="en-US" b="1" dirty="0"/>
              <a:t> percentile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𝑄2 is also the </a:t>
            </a:r>
            <a:r>
              <a:rPr lang="en-US" b="1" dirty="0"/>
              <a:t>median </a:t>
            </a:r>
            <a:r>
              <a:rPr lang="en-US" dirty="0"/>
              <a:t>of the dataset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b="1" dirty="0"/>
              <a:t>75% of the data </a:t>
            </a:r>
            <a:r>
              <a:rPr lang="en-US" dirty="0"/>
              <a:t>is less than or equal to the </a:t>
            </a:r>
            <a:r>
              <a:rPr lang="en-US" b="1" dirty="0"/>
              <a:t>third quartile </a:t>
            </a:r>
            <a:r>
              <a:rPr lang="en-US" dirty="0"/>
              <a:t>(𝑄3) or </a:t>
            </a:r>
            <a:r>
              <a:rPr lang="en-US" b="1" dirty="0"/>
              <a:t>75</a:t>
            </a:r>
            <a:r>
              <a:rPr lang="en-US" b="1" baseline="30000" dirty="0"/>
              <a:t>th</a:t>
            </a:r>
            <a:r>
              <a:rPr lang="en-US" b="1" dirty="0"/>
              <a:t> percentile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The </a:t>
            </a:r>
            <a:r>
              <a:rPr lang="en-US" b="1" dirty="0"/>
              <a:t>minimum </a:t>
            </a:r>
            <a:r>
              <a:rPr lang="en-US" dirty="0"/>
              <a:t>and </a:t>
            </a:r>
            <a:r>
              <a:rPr lang="en-US" b="1" dirty="0"/>
              <a:t>maximum </a:t>
            </a:r>
            <a:r>
              <a:rPr lang="en-US" dirty="0"/>
              <a:t>values, 𝑸𝟏,the </a:t>
            </a:r>
            <a:r>
              <a:rPr lang="en-US" b="1" dirty="0"/>
              <a:t>median</a:t>
            </a:r>
            <a:r>
              <a:rPr lang="en-US" dirty="0"/>
              <a:t>, and 𝑸𝟑 form a set of descriptive statistics called the </a:t>
            </a:r>
            <a:r>
              <a:rPr lang="en-US" b="1" dirty="0"/>
              <a:t>five-number summary</a:t>
            </a: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2B4F8A2-A7D3-19B3-1D94-29D3D0021972}"/>
                  </a:ext>
                </a:extLst>
              </p14:cNvPr>
              <p14:cNvContentPartPr/>
              <p14:nvPr/>
            </p14:nvContentPartPr>
            <p14:xfrm>
              <a:off x="1369080" y="3088440"/>
              <a:ext cx="10011600" cy="1826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2B4F8A2-A7D3-19B3-1D94-29D3D00219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59720" y="3079080"/>
                <a:ext cx="10030320" cy="1845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3"/>
          <p:cNvSpPr txBox="1">
            <a:spLocks noGrp="1"/>
          </p:cNvSpPr>
          <p:nvPr>
            <p:ph type="title"/>
          </p:nvPr>
        </p:nvSpPr>
        <p:spPr>
          <a:xfrm>
            <a:off x="182225" y="484625"/>
            <a:ext cx="10337700" cy="16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MEASURES OF SPREAD:</a:t>
            </a:r>
            <a:br>
              <a:rPr lang="en-US"/>
            </a:br>
            <a:r>
              <a:rPr lang="en-US"/>
              <a:t>PERCENTILES AND QUARTILES</a:t>
            </a:r>
            <a:endParaRPr/>
          </a:p>
        </p:txBody>
      </p:sp>
      <p:sp>
        <p:nvSpPr>
          <p:cNvPr id="401" name="Google Shape;401;p33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Example</a:t>
            </a:r>
            <a:endParaRPr/>
          </a:p>
        </p:txBody>
      </p:sp>
      <p:pic>
        <p:nvPicPr>
          <p:cNvPr id="402" name="Google Shape;402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36721" y="2121408"/>
            <a:ext cx="7971503" cy="4366903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3"/>
          <p:cNvSpPr/>
          <p:nvPr/>
        </p:nvSpPr>
        <p:spPr>
          <a:xfrm>
            <a:off x="10163740" y="5423144"/>
            <a:ext cx="490801" cy="12835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04" name="Google Shape;404;p33"/>
          <p:cNvSpPr/>
          <p:nvPr/>
        </p:nvSpPr>
        <p:spPr>
          <a:xfrm>
            <a:off x="7353255" y="428347"/>
            <a:ext cx="4362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Percentiles </a:t>
            </a: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divide a dataset into </a:t>
            </a:r>
            <a:r>
              <a:rPr lang="en-US" sz="18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100 equal parts </a:t>
            </a: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such that </a:t>
            </a:r>
            <a:r>
              <a:rPr lang="en-US" sz="18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% of the data </a:t>
            </a: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is less than or equal to the 𝒏</a:t>
            </a:r>
            <a:r>
              <a:rPr lang="en-US" sz="18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th percentile</a:t>
            </a:r>
            <a:endParaRPr sz="18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EXERCISE</a:t>
            </a:r>
            <a:endParaRPr/>
          </a:p>
        </p:txBody>
      </p:sp>
      <p:pic>
        <p:nvPicPr>
          <p:cNvPr id="411" name="Google Shape;411;p3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932629" y="1678971"/>
            <a:ext cx="8332838" cy="5010454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4"/>
          <p:cNvSpPr/>
          <p:nvPr/>
        </p:nvSpPr>
        <p:spPr>
          <a:xfrm>
            <a:off x="3051048" y="3288315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Rockwell"/>
              <a:buAutoNum type="alphaUcPeriod"/>
            </a:pPr>
            <a:r>
              <a:rPr lang="en-US" sz="1800" b="0" i="0" u="none" strike="noStrike" cap="none">
                <a:solidFill>
                  <a:srgbClr val="7030A0"/>
                </a:solidFill>
                <a:latin typeface="Rockwell"/>
                <a:ea typeface="Rockwell"/>
                <a:cs typeface="Rockwell"/>
                <a:sym typeface="Rockwell"/>
              </a:rPr>
              <a:t>Good.             B. Bad.</a:t>
            </a:r>
            <a:endParaRPr sz="18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13" name="Google Shape;413;p34"/>
          <p:cNvSpPr/>
          <p:nvPr/>
        </p:nvSpPr>
        <p:spPr>
          <a:xfrm>
            <a:off x="3051048" y="4369863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Rockwell"/>
              <a:buAutoNum type="alphaUcPeriod"/>
            </a:pPr>
            <a:r>
              <a:rPr lang="en-US" sz="1800" b="0" i="0" u="none" strike="noStrike" cap="none">
                <a:solidFill>
                  <a:srgbClr val="7030A0"/>
                </a:solidFill>
                <a:latin typeface="Rockwell"/>
                <a:ea typeface="Rockwell"/>
                <a:cs typeface="Rockwell"/>
                <a:sym typeface="Rockwell"/>
              </a:rPr>
              <a:t>Good.             B. Bad.</a:t>
            </a:r>
            <a:endParaRPr sz="18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14" name="Google Shape;414;p34"/>
          <p:cNvSpPr/>
          <p:nvPr/>
        </p:nvSpPr>
        <p:spPr>
          <a:xfrm>
            <a:off x="3051048" y="6110173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Rockwell"/>
              <a:buAutoNum type="alphaUcPeriod"/>
            </a:pPr>
            <a:r>
              <a:rPr lang="en-US" sz="1800" b="0" i="0" u="none" strike="noStrike" cap="none">
                <a:solidFill>
                  <a:srgbClr val="7030A0"/>
                </a:solidFill>
                <a:latin typeface="Rockwell"/>
                <a:ea typeface="Rockwell"/>
                <a:cs typeface="Rockwell"/>
                <a:sym typeface="Rockwell"/>
              </a:rPr>
              <a:t>34%.             B. 66%</a:t>
            </a:r>
            <a:endParaRPr sz="18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15" name="Google Shape;415;p34"/>
          <p:cNvSpPr/>
          <p:nvPr/>
        </p:nvSpPr>
        <p:spPr>
          <a:xfrm>
            <a:off x="5023094" y="892441"/>
            <a:ext cx="71277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Reminder: Percentiles </a:t>
            </a: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divide a dataset into </a:t>
            </a:r>
            <a:r>
              <a:rPr lang="en-US" sz="18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100 equal parts </a:t>
            </a: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such that </a:t>
            </a:r>
            <a:r>
              <a:rPr lang="en-US" sz="18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% of the data </a:t>
            </a: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is less than or equal to the 𝒏</a:t>
            </a:r>
            <a:r>
              <a:rPr lang="en-US" sz="18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th percentile</a:t>
            </a:r>
            <a:endParaRPr sz="18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1596D30-EEBB-C91A-093D-9FEA8E3516FC}"/>
                  </a:ext>
                </a:extLst>
              </p14:cNvPr>
              <p14:cNvContentPartPr/>
              <p14:nvPr/>
            </p14:nvContentPartPr>
            <p14:xfrm>
              <a:off x="173520" y="105120"/>
              <a:ext cx="11083320" cy="6462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1596D30-EEBB-C91A-093D-9FEA8E3516F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4160" y="95760"/>
                <a:ext cx="11102040" cy="6481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"/>
          <p:cNvSpPr txBox="1"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Rockwell"/>
              <a:buNone/>
            </a:pPr>
            <a:r>
              <a:rPr lang="en-US" dirty="0"/>
              <a:t>VISUALIZATION AND EDA</a:t>
            </a:r>
            <a:endParaRPr dirty="0"/>
          </a:p>
        </p:txBody>
      </p:sp>
      <p:sp>
        <p:nvSpPr>
          <p:cNvPr id="225" name="Google Shape;225;p7"/>
          <p:cNvSpPr txBox="1"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44278" y="780288"/>
            <a:ext cx="3780107" cy="5444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349" y="561573"/>
            <a:ext cx="7801929" cy="6065287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8"/>
          <p:cNvSpPr txBox="1"/>
          <p:nvPr/>
        </p:nvSpPr>
        <p:spPr>
          <a:xfrm>
            <a:off x="3438144" y="3040741"/>
            <a:ext cx="420624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Which helps identify key patterns in the data?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8"/>
          <p:cNvSpPr txBox="1"/>
          <p:nvPr/>
        </p:nvSpPr>
        <p:spPr>
          <a:xfrm>
            <a:off x="451104" y="192241"/>
            <a:ext cx="24865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Berkeley Crime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68A9B78-E656-E8E7-AE8D-F2208C568780}"/>
                  </a:ext>
                </a:extLst>
              </p14:cNvPr>
              <p14:cNvContentPartPr/>
              <p14:nvPr/>
            </p14:nvContentPartPr>
            <p14:xfrm>
              <a:off x="421200" y="-360"/>
              <a:ext cx="11405520" cy="6302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68A9B78-E656-E8E7-AE8D-F2208C56878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1840" y="-9720"/>
                <a:ext cx="11424240" cy="6321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D8CD3-FFD8-BADF-656B-F98EF32B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Implementation in Python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77933E-CEBA-4968-A07F-65FC2331B6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49" r="20478"/>
          <a:stretch/>
        </p:blipFill>
        <p:spPr>
          <a:xfrm>
            <a:off x="792511" y="1417638"/>
            <a:ext cx="7415733" cy="3702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D4BCDA-AE42-92D3-BA40-0A8BB12611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89"/>
          <a:stretch/>
        </p:blipFill>
        <p:spPr>
          <a:xfrm>
            <a:off x="792510" y="5098028"/>
            <a:ext cx="7415733" cy="147218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49DB4A7-2FAC-567C-E8D2-BAFAB0E54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854" y="2979973"/>
            <a:ext cx="4452937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D2E50E6-35B5-739A-92F2-A72C40228215}"/>
                  </a:ext>
                </a:extLst>
              </p14:cNvPr>
              <p14:cNvContentPartPr/>
              <p14:nvPr/>
            </p14:nvContentPartPr>
            <p14:xfrm>
              <a:off x="1170720" y="1758600"/>
              <a:ext cx="8587080" cy="5006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D2E50E6-35B5-739A-92F2-A72C4022821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61360" y="1749240"/>
                <a:ext cx="8605800" cy="502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94071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TWO TYPES OF VISUALIZATION</a:t>
            </a:r>
            <a:endParaRPr/>
          </a:p>
        </p:txBody>
      </p:sp>
      <p:sp>
        <p:nvSpPr>
          <p:cNvPr id="240" name="Google Shape;240;p9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700" b="1" dirty="0"/>
              <a:t>Data exploration visualization</a:t>
            </a:r>
            <a:r>
              <a:rPr lang="en-US" sz="2700" dirty="0"/>
              <a:t>: figuring out what is true </a:t>
            </a:r>
            <a:endParaRPr sz="2700"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▪"/>
            </a:pPr>
            <a:r>
              <a:rPr lang="en-US" sz="2700" b="1" dirty="0"/>
              <a:t>Data presentation visualization</a:t>
            </a:r>
            <a:r>
              <a:rPr lang="en-US" sz="2700" dirty="0"/>
              <a:t>: convincing other people it is true (usually they are related)</a:t>
            </a:r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▪"/>
            </a:pPr>
            <a:r>
              <a:rPr lang="en-US" sz="2700" dirty="0"/>
              <a:t>This lecture will mostly be focused on the first</a:t>
            </a:r>
            <a:endParaRPr sz="2700"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▪"/>
            </a:pPr>
            <a:r>
              <a:rPr lang="en-US" sz="2700" dirty="0"/>
              <a:t>“Data exploration” (or EDA) is much broader than just visualization</a:t>
            </a:r>
            <a:endParaRPr sz="27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A01AEE6-C1CA-C084-D173-843D9306B095}"/>
                  </a:ext>
                </a:extLst>
              </p14:cNvPr>
              <p14:cNvContentPartPr/>
              <p14:nvPr/>
            </p14:nvContentPartPr>
            <p14:xfrm>
              <a:off x="1428480" y="3552840"/>
              <a:ext cx="6724080" cy="297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A01AEE6-C1CA-C084-D173-843D9306B0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19120" y="3543480"/>
                <a:ext cx="6742800" cy="316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IMPORTANCE OF VISUALIZATION</a:t>
            </a:r>
            <a:endParaRPr/>
          </a:p>
        </p:txBody>
      </p:sp>
      <p:sp>
        <p:nvSpPr>
          <p:cNvPr id="246" name="Google Shape;246;p10"/>
          <p:cNvSpPr txBox="1">
            <a:spLocks noGrp="1"/>
          </p:cNvSpPr>
          <p:nvPr>
            <p:ph type="body" idx="1"/>
          </p:nvPr>
        </p:nvSpPr>
        <p:spPr>
          <a:xfrm>
            <a:off x="1069850" y="2121400"/>
            <a:ext cx="10510200" cy="40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en-US" sz="2200" dirty="0"/>
              <a:t>Before you run any analysis, build any machine learning system, etc., </a:t>
            </a:r>
            <a:r>
              <a:rPr lang="en-US" sz="2200" b="1" u="sng" dirty="0"/>
              <a:t>always understand your data</a:t>
            </a:r>
            <a:r>
              <a:rPr lang="en-US" sz="2200" dirty="0"/>
              <a:t> </a:t>
            </a:r>
            <a:endParaRPr sz="2200"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900"/>
              <a:buChar char="▪"/>
            </a:pPr>
            <a:r>
              <a:rPr lang="en-US" sz="2200" dirty="0"/>
              <a:t>If you can’t identify a trend or make a prediction for your dataset, neither will an automated algorithm (without </a:t>
            </a:r>
            <a:r>
              <a:rPr lang="en-US" sz="2200" u="sng" dirty="0"/>
              <a:t>huge</a:t>
            </a:r>
            <a:r>
              <a:rPr lang="en-US" sz="2200" dirty="0"/>
              <a:t> amounts of data)</a:t>
            </a:r>
            <a:endParaRPr sz="2200"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900"/>
              <a:buChar char="▪"/>
            </a:pPr>
            <a:r>
              <a:rPr lang="en-US" sz="2200" dirty="0"/>
              <a:t>This is especially important to keep in mind as you hear stories of “superhuman” performance of AI methods (it is possible, but takes a lot of time/data, and is not the norm)</a:t>
            </a:r>
            <a:endParaRPr sz="2300"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900"/>
              <a:buChar char="▪"/>
            </a:pPr>
            <a:r>
              <a:rPr lang="en-US" sz="2200" dirty="0"/>
              <a:t>Visualization can also give you ideas how to represent/clean your data better</a:t>
            </a:r>
            <a:endParaRPr sz="2200"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900"/>
              <a:buChar char="▪"/>
            </a:pPr>
            <a:r>
              <a:rPr lang="en-US" sz="2200" dirty="0"/>
              <a:t>For the performance of ML algorithms, the right pre-processing and cleaning can be </a:t>
            </a:r>
            <a:r>
              <a:rPr lang="en-US" sz="2200" u="sng" dirty="0"/>
              <a:t>more important</a:t>
            </a:r>
            <a:r>
              <a:rPr lang="en-US" sz="2200" dirty="0"/>
              <a:t> than which specific algorithm you choose</a:t>
            </a:r>
            <a:endParaRPr sz="2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ACKNOWLEDGMENTS</a:t>
            </a:r>
            <a:endParaRPr/>
          </a:p>
        </p:txBody>
      </p:sp>
      <p:sp>
        <p:nvSpPr>
          <p:cNvPr id="600" name="Google Shape;600;p54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These slides use materials by Berkeley’s DS 100 team, Isabel Cruz, Jiawei Han, Micheline </a:t>
            </a:r>
            <a:r>
              <a:rPr lang="en-US" dirty="0" err="1"/>
              <a:t>Kamber</a:t>
            </a:r>
            <a:r>
              <a:rPr lang="en-US" dirty="0"/>
              <a:t>, Jian Pei, and Elena </a:t>
            </a:r>
            <a:r>
              <a:rPr lang="en-US" dirty="0" err="1"/>
              <a:t>Zheleva</a:t>
            </a: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4162</TotalTime>
  <Words>2483</Words>
  <Application>Microsoft Macintosh PowerPoint</Application>
  <PresentationFormat>宽屏</PresentationFormat>
  <Paragraphs>569</Paragraphs>
  <Slides>48</Slides>
  <Notes>47</Notes>
  <HiddenSlides>6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63" baseType="lpstr">
      <vt:lpstr>Noto Sans Symbols</vt:lpstr>
      <vt:lpstr>Oi</vt:lpstr>
      <vt:lpstr>Arial</vt:lpstr>
      <vt:lpstr>Calibri</vt:lpstr>
      <vt:lpstr>Century Gothic</vt:lpstr>
      <vt:lpstr>Gill Sans MT</vt:lpstr>
      <vt:lpstr>Helvetica Neue</vt:lpstr>
      <vt:lpstr>Helvetica Neue Light</vt:lpstr>
      <vt:lpstr>Rockwell</vt:lpstr>
      <vt:lpstr>Tahoma</vt:lpstr>
      <vt:lpstr>Times</vt:lpstr>
      <vt:lpstr>Times New Roman</vt:lpstr>
      <vt:lpstr>Wingdings</vt:lpstr>
      <vt:lpstr>Wingdings 2</vt:lpstr>
      <vt:lpstr>Oriel</vt:lpstr>
      <vt:lpstr>Exploratory Data Analysis</vt:lpstr>
      <vt:lpstr>JOIN VARIANTS</vt:lpstr>
      <vt:lpstr>LEFT JOIN</vt:lpstr>
      <vt:lpstr>SELECT S.SID, S.SNAME, R.BID  FROM SAILORS2 S LEFT OUTER JOIN RESERVES2 R  ON S.SID = R.SID;</vt:lpstr>
      <vt:lpstr>LEFT JOIN                    VS. LEFT OUTER JOIN</vt:lpstr>
      <vt:lpstr>RIGHT JOIN</vt:lpstr>
      <vt:lpstr>SELECT R.SID, B.BID, B.BNAME  FROM RESERVES2 R RIGHT OUTER JOIN BOATS2 B  ON R.BID = B.BID;</vt:lpstr>
      <vt:lpstr>FULL OUTER JOIN</vt:lpstr>
      <vt:lpstr>SELECT R.SID, B.BID, B.BNAME  FROM RESERVES3 R FULL JOIN BOATS2 B  ON R.BID = B.BID</vt:lpstr>
      <vt:lpstr>NULL VALUES</vt:lpstr>
      <vt:lpstr>NULL IN THE WHERE CLAUSE</vt:lpstr>
      <vt:lpstr>NULL IN COMPARATORS</vt:lpstr>
      <vt:lpstr>EXPLICIT NULL CHECKS</vt:lpstr>
      <vt:lpstr>NULL IN BOOLEAN LOGIC</vt:lpstr>
      <vt:lpstr>NULL AND AGGREGATION</vt:lpstr>
      <vt:lpstr>NULL AND AGGREGATION</vt:lpstr>
      <vt:lpstr>NULLS: SUMMARY</vt:lpstr>
      <vt:lpstr>PowerPoint 演示文稿</vt:lpstr>
      <vt:lpstr>HOW DO YOU INTERACT  WITH A DATABASE?</vt:lpstr>
      <vt:lpstr>INTERACTING WITH A DBMS</vt:lpstr>
      <vt:lpstr>INTERACTING WITH A DBMS</vt:lpstr>
      <vt:lpstr>INTERACTING WITH A DBMS</vt:lpstr>
      <vt:lpstr>WHY ARE DATABASES DRAWN AS “CANS”</vt:lpstr>
      <vt:lpstr>PowerPoint 演示文稿</vt:lpstr>
      <vt:lpstr>PowerPoint 演示文稿</vt:lpstr>
      <vt:lpstr>DATA WRANGLING</vt:lpstr>
      <vt:lpstr>EXPLORATORY DATA ANALYSIS (EDA)</vt:lpstr>
      <vt:lpstr>PowerPoint 演示文稿</vt:lpstr>
      <vt:lpstr>PowerPoint 演示文稿</vt:lpstr>
      <vt:lpstr>INSIGHT</vt:lpstr>
      <vt:lpstr>DESCRIPTIVE STATISTICS</vt:lpstr>
      <vt:lpstr>DESCRIPTIVE VS. INFERENTIAL STATISTICS</vt:lpstr>
      <vt:lpstr>MEASURES OF CENTER: MEAN</vt:lpstr>
      <vt:lpstr>MEASURES OF CENTER: MEDIAN</vt:lpstr>
      <vt:lpstr>EXERCISE</vt:lpstr>
      <vt:lpstr>MEASURES OF CENTER: MODE</vt:lpstr>
      <vt:lpstr>MEASURES OF SPREAD: MAXIMUM, MINIMUM AND RANGE</vt:lpstr>
      <vt:lpstr>MEASURES OF SPREAD: STANDARD DEVIATION</vt:lpstr>
      <vt:lpstr>MEASURES OF SPREAD: VARIANCE</vt:lpstr>
      <vt:lpstr>MEASURES OF SPREAD: PERCENTILES AND QUARTILES</vt:lpstr>
      <vt:lpstr>MEASURES OF SPREAD: PERCENTILES AND QUARTILES</vt:lpstr>
      <vt:lpstr>EXERCISE</vt:lpstr>
      <vt:lpstr>VISUALIZATION AND EDA</vt:lpstr>
      <vt:lpstr>PowerPoint 演示文稿</vt:lpstr>
      <vt:lpstr>Basic Implementation in Python</vt:lpstr>
      <vt:lpstr>TWO TYPES OF VISUALIZATION</vt:lpstr>
      <vt:lpstr>IMPORTANCE OF VISUALIZATION</vt:lpstr>
      <vt:lpstr>ACKNOWLEDGMENTS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DATA SCIENCE</dc:title>
  <dc:subject/>
  <dc:creator>sathya@uic.edu</dc:creator>
  <cp:keywords/>
  <dc:description/>
  <cp:lastModifiedBy>yuting lu</cp:lastModifiedBy>
  <cp:revision>228</cp:revision>
  <dcterms:created xsi:type="dcterms:W3CDTF">2017-08-21T17:08:06Z</dcterms:created>
  <dcterms:modified xsi:type="dcterms:W3CDTF">2024-10-29T17:50:54Z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">
    <vt:lpwstr>Sathya Ravi</vt:lpwstr>
  </property>
</Properties>
</file>