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4.xml" ContentType="application/vnd.openxmlformats-officedocument.presentationml.notesSlide+xml"/>
  <Override PartName="/ppt/ink/ink5.xml" ContentType="application/inkml+xml"/>
  <Override PartName="/ppt/notesSlides/notesSlide5.xml" ContentType="application/vnd.openxmlformats-officedocument.presentationml.notesSlide+xml"/>
  <Override PartName="/ppt/ink/ink6.xml" ContentType="application/inkml+xml"/>
  <Override PartName="/ppt/notesSlides/notesSlide6.xml" ContentType="application/vnd.openxmlformats-officedocument.presentationml.notesSlide+xml"/>
  <Override PartName="/ppt/ink/ink7.xml" ContentType="application/inkml+xml"/>
  <Override PartName="/ppt/notesSlides/notesSlide7.xml" ContentType="application/vnd.openxmlformats-officedocument.presentationml.notesSlide+xml"/>
  <Override PartName="/ppt/ink/ink8.xml" ContentType="application/inkml+xml"/>
  <Override PartName="/ppt/notesSlides/notesSlide8.xml" ContentType="application/vnd.openxmlformats-officedocument.presentationml.notesSlide+xml"/>
  <Override PartName="/ppt/ink/ink9.xml" ContentType="application/inkml+xml"/>
  <Override PartName="/ppt/notesSlides/notesSlide9.xml" ContentType="application/vnd.openxmlformats-officedocument.presentationml.notesSlide+xml"/>
  <Override PartName="/ppt/ink/ink10.xml" ContentType="application/inkml+xml"/>
  <Override PartName="/ppt/notesSlides/notesSlide10.xml" ContentType="application/vnd.openxmlformats-officedocument.presentationml.notesSlide+xml"/>
  <Override PartName="/ppt/ink/ink11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13.xml" ContentType="application/vnd.openxmlformats-officedocument.presentationml.notesSlide+xml"/>
  <Override PartName="/ppt/ink/ink15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6.xml" ContentType="application/inkml+xml"/>
  <Override PartName="/ppt/notesSlides/notesSlide16.xml" ContentType="application/vnd.openxmlformats-officedocument.presentationml.notesSlide+xml"/>
  <Override PartName="/ppt/ink/ink17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20.xml" ContentType="application/vnd.openxmlformats-officedocument.presentationml.notesSlide+xml"/>
  <Override PartName="/ppt/ink/ink21.xml" ContentType="application/inkml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0" r:id="rId1"/>
  </p:sldMasterIdLst>
  <p:notesMasterIdLst>
    <p:notesMasterId r:id="rId30"/>
  </p:notesMasterIdLst>
  <p:sldIdLst>
    <p:sldId id="438" r:id="rId2"/>
    <p:sldId id="454" r:id="rId3"/>
    <p:sldId id="261" r:id="rId4"/>
    <p:sldId id="375" r:id="rId5"/>
    <p:sldId id="271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67" r:id="rId15"/>
    <p:sldId id="262" r:id="rId16"/>
    <p:sldId id="455" r:id="rId17"/>
    <p:sldId id="268" r:id="rId18"/>
    <p:sldId id="269" r:id="rId19"/>
    <p:sldId id="281" r:id="rId20"/>
    <p:sldId id="282" r:id="rId21"/>
    <p:sldId id="283" r:id="rId22"/>
    <p:sldId id="284" r:id="rId23"/>
    <p:sldId id="285" r:id="rId24"/>
    <p:sldId id="450" r:id="rId25"/>
    <p:sldId id="451" r:id="rId26"/>
    <p:sldId id="452" r:id="rId27"/>
    <p:sldId id="453" r:id="rId28"/>
    <p:sldId id="286" r:id="rId29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6" roundtripDataSignature="AMtx7mgjr6sOdHEeufIgXygRCCpSkdg5S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E43D9A-B9CC-D204-4563-8196A434CD32}" name="Ravi, Sathya" initials="" userId="S::sathya@uic.edu::617e2e82-06a6-4137-a700-b460764285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8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9F83C-5B16-4E0F-93E5-201A7CBD518D}">
  <a:tblStyle styleId="{CA29F83C-5B16-4E0F-93E5-201A7CBD518D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7E8E7"/>
          </a:solidFill>
        </a:fill>
      </a:tcStyle>
    </a:wholeTbl>
    <a:band1H>
      <a:tcTxStyle b="off" i="off"/>
      <a:tcStyle>
        <a:tcBdr/>
        <a:fill>
          <a:solidFill>
            <a:srgbClr val="EFCE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FCE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94"/>
    <p:restoredTop sz="75701"/>
  </p:normalViewPr>
  <p:slideViewPr>
    <p:cSldViewPr snapToGrid="0">
      <p:cViewPr varScale="1">
        <p:scale>
          <a:sx n="82" d="100"/>
          <a:sy n="82" d="100"/>
        </p:scale>
        <p:origin x="6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138" Type="http://schemas.openxmlformats.org/officeDocument/2006/relationships/viewProps" Target="viewProps.xml"/><Relationship Id="rId14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13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4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13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139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21:51:50.711"/>
    </inkml:context>
    <inkml:brush xml:id="br0">
      <inkml:brushProperty name="height" value="0.053" units="cm"/>
      <inkml:brushProperty name="color" value="#FF0000"/>
    </inkml:brush>
  </inkml:definitions>
  <inkml:trace contextRef="#ctx0" brushRef="#br0">10910 1530 8912,'-17'10'0,"0"-3"0,5-5 0,1 4 0,7-2 0,-2 9 0,4 4 0,2 4 0,0 16 0,0-1 0,0 6 0,0 6 0,8-4 0,4 4 0,3 1 0,2 1 0,-2-2 0,-3-14 0,1 0 0,-5 1 0,0-3 0,-1-3 0,1-6 0,-2-12 0,-5 5 0,7-15 0,-10-2 0,-4-17 0,-11-6 0,-9-11 0</inkml:trace>
  <inkml:trace contextRef="#ctx0" brushRef="#br0" timeOffset="1">10549 1633 8912,'0'12'0,"0"-1"0,-2-7 0,-4 2 0,2-4 0,-7-2 0,7 0 0,0-8 0,16-3 0,9-10 0,19-2 0,6-8 0,11 2 0,4-1 0,6-1 0,-2 5 0,-2 1 0,-1 2 0,1 6 0,-10 1 0,-7 5 0,-8 3 0,3 8 0,-7 0 0,-5 0 0,-6 0 0,-12 8 0,-3 1 0,-8 9 0</inkml:trace>
  <inkml:trace contextRef="#ctx0" brushRef="#br0" timeOffset="2">11650 2046 8912,'0'-17'0,"0"0"0,0-1 0,0 1 0,-5 0 0,-1 0 0,-2 0 0,4-1 0,-3 1 0,-3 0 0,-1 0 0,-7 0 0,1-1 0,0 11 0,0 7 0,0 15 0,-1 14 0,7 5 0,1 4 0,1 4 0,-1 2 0,6 2 0,-1 6 0,3-8 0,2-4 0,0-6 0,0-5 0,7 1 0,7-9 0,5-5 0,4-9 0,6-7 0,-7-5 0,9-5 0,-2-7 0,-4-8 0,-2-4 0,-4-3 0,-2-2 0,-8-3 0,-3 1 0,-4 0 0,-2 3 0,-2 5 0,-4-1 0,3 4 0,-9 8 0,1 7 0,-7 5 0,3 5 0,4 5 0,3-1 0,8 8 0,0-1 0,15 6 0,4 0 0</inkml:trace>
  <inkml:trace contextRef="#ctx0" brushRef="#br0" timeOffset="3">12235 1977 8912,'-17'0'0,"0"0"0,-2 0 0,-4 0 0,2 0 0,-8 0 0,2 0 0,-1 0 0,-3 0 0,6 2 0,0 4 0,1 5 0,6 5 0,7 1 0,7 6 0,-2 0 0,4 5 0,2-3 0,2 0 0,4 0 0,-2-2 0,7-6 0,1 0 0,5-7 0,0-5 0,0-3 0,1-4 0,1-5 0,4-10 0,-4-10 0,4-13 0,2 1 0,-2-6 0,0-1 0,-6-6 0,0-7 0,0-4 0,-5-4 0,-3-2 0,1 2 0,-1 4 0,-5 6 0,2 11 0,-4 4 0,-2 23 0,0 11 0,0 20 0,-2 13 0,-4 9 0,4 14 0,-5 11 0,1 2 0,0 4 0,0 2 0,6 2 0,0-8 0,0-4 0,8-5 0,3-6 0,5 1 0,1-8 0,2-7 0,4-7 0,-2-14 0,8-5 0,-1-6 0,7-6 0,-3-11 0,-3-11 0,4-5 0,-7-1 0</inkml:trace>
  <inkml:trace contextRef="#ctx0" brushRef="#br0" timeOffset="4">12752 1840 8912,'-18'0'0,"1"0"0,0 0 0,0 0 0,0 0 0,-1 0 0,1 0 0,0 0 0,0 7 0,0 5 0,-1 5 0,1 4 0,0 4 0,0 2 0,5 5 0,1 2 0,7 5 0,-2-11 0,4 3 0,2-2 0,2-5 0,4-8 0,5-5 0,-1-3 0,1-8 0,1-2 0,5-4 0,0-3 0,1-9 0,-1-5 0,0 0 0,0-1 0,0 1 0,1 6 0,-3-3 0,-2 7 0,-1 0 0,-1 5 0,6-7 0,-5 13 0,-3-2 0,-1 8 0,0 5 0,-3 9 0,-1-1 0,8 0 0,-6-2 0,5-3 0,0 3 0,7-13 0,-1 4 0,0-4 0,8-2 0,2 0 0</inkml:trace>
  <inkml:trace contextRef="#ctx0" brushRef="#br0" timeOffset="5">13113 1874 8912,'0'-11'0,"0"-1"0,0 6 0,0-5 0,-2 7 0,-4-2 0,-1 12 0,-5 6 0,-1 5 0,5 4 0,1 4 0,-1 1 0,2 3 0,6 5 0,0-5 0,0 0 0,2-8 0,4 2 0,3-6 0,9-6 0,-1-3 0,0 0 0,6-6 0,0 3 0,6-12 0,-6-11 0,5-1 0,-5-9 0,0-1 0,-6-5 0,1-3 0,-1-3 0,-6 4 0,1-4 0,-7 9 0,5 4 0,-2 3 0,-3 1 0,-5 15 0,0 8 0,-2 15 0,-3 14 0,3 11 0,-4 6 0,2 6 0,-2 5 0,5-2 0,-5 6 0,4 1 0,2-1 0,-6-6 0,0 2 0,1-3 0,5-3 0,-6-7 0,-2-4 0,1-5 0,-1-6 0,-5 1 0,1-7 0,-5-2 0,-6-10 0,4-3 0,-4-8 0,-2 0 0,0-2 0,0-4 0,1-5 0,1-4 0,5-2 0,1-1 0,0-6 0,0-3 0</inkml:trace>
  <inkml:trace contextRef="#ctx0" brushRef="#br0" timeOffset="6">8776 13806 8912,'-17'10'0,"0"-5"0,0-5 0,0-3 0,-1-3 0,9-2 0,3 2 0,6 5 0,6-5 0,-2 4 0,7 2 0,-5 0 0,5 0 0,3 0 0,1 0 0,8 0 0,0 0 0,7 0 0,-1 0 0,6 0 0,5 0 0,11 0 0,12 0 0,14 0 0,9 0 0,10 0 0,-43 0 0,3 0 0,1 0 0,2 0-287,3 0 0,1 0 1,5-1-1,1 0 287,6-1 0,-1-2 0,-1 0 0,0-3 0,-2-4 0,1-1 0,-1 2 0,0-1 0,1-3 0,1-1 0,3 0 0,1 0 0,2-1 0,1-1 0,-1 0 0,0 0 0,-4-1 0,-1 1 0,5 3 0,1 2 0,-3 0 0,1 1 0,6 1 0,0 1 0,-3 0 0,-1 0 0,-3 1 0,1-1 0,-1 0 0,1 1 0,-4 2 0,1 1 0,5-2 0,0 2 0,-2 3 0,-1 0 0,-2-1 0,-1 1 0,3 0 0,-1 0 0,-2 0 0,0 0 0,-1-1 0,1 0 0,-2 1 0,-1 0 0,2 2 0,0 0 0,-2 3 0,1 0 0,-1 2 0,-1 2 0,-3 3 0,-2 2 0,-1-1 0,-1 0 0,-6 2 0,0 2 0,5-2 0,1 1 0,-3 1 0,0 0 0,1-1 0,0-1-175,1-1 1,-1 1 0,-5 2 0,-1 1 174,-4-2 0,1 0 0,2-1 0,1-1 0,-4 0 0,1-1 0,3-1 0,1-1 0,1 0 0,1-1 0,-1-2 0,2-2 0,8-1 0,0-2 0,2-2 0,0-2 0,2-2 0,-1-2 0,2-2 0,0-3 0,-3 1 0,-1-1 0,1 1 0,0 0 0,0 2 0,0 0 0,6-2 0,1-2 0,1-1 0,1-1 0,-1-2 0,1-1 0,-3-1 0,1-2 0,3 3 0,0-2 0,-1-2 0,-1-2 0,5 2 0,-1 0-277,-3-1 1,-1 1 0,-1 0-1,-1 1 277,-6 4 0,-1 0 0,5 1 0,0 0 0,1 0 0,1 1 0,0 1 0,1 1 0,-1 1 0,-1-1 0,-3 2 0,0 1 0,-2 4 0,-1 1 0,-2-3 0,0 1-159,3 1 1,0 0 0,-5 0-1,-2-1 159,-7 1 0,-1 0 0,1-1 0,-1 1 112,-5 3 1,0 0-1,1-1 1,1 1-1,0 1 1,-1 0-1,46-4-112,-10 2 0,-10 2 0,-13 2 0,2-5 0,-7-1 0,5 0 0,-6 6 0,-5 0 0,-8-2 0,-4-2 309,-7-1 0,-1-1-309,-9 6 1223,-8 0-1223,-7 0 294,-8 0 1,-10-6 0,-7-1-295,-10-3 0,-7 4 18,-6-5 0,-4 5 0,-8-3 0,1 1-18,-1 4 0,0 2 0,-7 2 0,-2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21:51:50.718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14094 6533 8912,'11'-5'0,"1"-3"0,-1-2 0,-1-3 0,-2 5 0,-8 1 0,0 7 0,-2 0 0,-4 0 0,2 0 0,-9 0 0,-6 0 0,-1 0 0,-8 0 0,-3 6 0,-9-1 0,-4 9 0,-8-3 0,-7 6 0,-4 6 0,-4-2 0,-4 8 0,1 1 0,1 3 0,4 7 0,13 0 0,10 2 0,8-2 0,3-3 0,14 3 0,-2-4 0,13-2 0,0 3 0,6 3 0,0 4 0,0 0 0,0 5 0,0-3 0,0 6 0,0 5 0,6 10 0,0 7 0,5 9-233,-5-3 0,5 4 233,-5 2 0,8 7 0,-5 3 0,1 0 0,-5-5 0,3 3 0,-2-2 0,5-3 0,-5-8 0,5-7 0,-5-11 0,8-6 0,-1-9 0,6-4 0,4-2 0,8-4 0,-3-9 0,12-4 0,6-8 0,17-2 0,6-3 0,10-7 0,-5-10 0,10-7 0,2-11 0,-39 10 0,0-2 0,1-2 0,0 1 0,2 2 0,1 0-144,-2-1 1,0 1-1,0 2 1,1 1 143,-1-3 0,0-1 0,42-6 0,-10-2 0,-14 6 0,-16 6 0,-7-3 0,-9 9 0,-3-7 438,-3 6-438,-12 1 0,-9 5 0,-16 0 0,4 0 150,-7 0 1,5 0-1,-6 0 1,-1 0-151,-2 0 0,-10 0 0,-2 0 0</inkml:trace>
  <inkml:trace contextRef="#ctx0" brushRef="#br0" timeOffset="1">18017 7668 8912,'-11'6'0,"0"0"0,5-1 0,-6-5 0,-1 0 0,5 0 0,8 0 0,12 0 0,5 0 0,6 0 0,-2-5 0,8-1 0,1 0 0,3-1 0,1 5 0,-1-6 0,-3 2 0,-1 0 0,-2 1 0,1 5 0,-3-6 0,-8 0 0,1 1 0,-1 5 0,0 0 0,-2 7 0,-3 5 0,-5 3 0,-7 2 0,-7 8 0,-5 4 0,-5 5 0,-6 4 0,-5 4 0,-5 2 0,-1-4 0,-1 6 0,1-2 0,-1 2 0,1 2 0,0-8 0,1 0 0,4-6 0,-1-5 0,7 0 0,2-14 0,9 2 0,5-11 0,7 1 0,0-7 0,2-7 0,3-5 0,7-3 0,9 4 0,2-1 0,2 1 0,-2-6 0,-2 5 0,7 1 0,1 1 0,5-3 0,-1 3 0,-4 2 0,3-3 0,-3 5 0,-2-1 0,1 1 0,-5 4 0,6-4 0,-8 4 0,2 2 0,-4-2 0,-2-1 0,0-3 0,-7 0 0,-1 6 0,-3 0 0,-4 0 0,6 0 0,-16-7 0,-1-3 0,-9-7 0</inkml:trace>
  <inkml:trace contextRef="#ctx0" brushRef="#br0" timeOffset="2">17966 8064 8912,'-10'17'0,"3"-2"0,-1-3 0,6-5 0,-4-7 0,12 0 0,6 0 0,12-7 0,11-5 0,7-3 0,10-2 0,-1-1 0,3-1 0,1-2 0,3-2 0,-3 6 0,-9 6 0,2-1 0,-8-5 0,0-8 0,-6-2 0</inkml:trace>
  <inkml:trace contextRef="#ctx0" brushRef="#br0" timeOffset="3">19480 7960 8912,'17'0'0,"-5"-1"0,-1-5 0,-7 2 0,2-7 0,-4-1 0,-2-5 0,-2 7 0,-4 5 0,2 3 0,-7 4 0,-2 3 0,-3 5 0,-1 7 0,0 2 0,0 4 0,-3-2 0,-1 6 0,-2 0 0,2-1 0,-3 3 0,1 5 0,-2-1 0,2-5 0,4 5 0,-4-4 0,-2-5 0,2-1 0,2-4 0,2-1 0,2-3 0,-1-4 0,1-1 0,0-4 0,0-4 0,0 1 0,-1-6 0,7-7 0,-1-7 0,9 0 0,-3-1 0,4-4 0,2-3 0,0-2 0,0-4 0,2 5 0,4-3 0,-3 8 0,9-2 0,-6 10 0,5 3 0,2 3 0,3 3 0,7 2 0,0 2 0,5 2 0,-5 3 0,6 7 0,-4 11 0,2 4 0,3-1 0,-3 9 0,2-1 0,-1-5 0,7 5 0,-3-5 0,-3-1 0,3 3 0,-5-8 0,2-4 0,0-6 0,-8 3 0,3-14 0,-14 5 0,-2-9 0,-10-2 0,-4-1 0,-11-16 0,-10 2 0</inkml:trace>
  <inkml:trace contextRef="#ctx0" brushRef="#br0" timeOffset="4">17880 8098 8912,'-17'11'0,"-3"-1"0,-1-2 0,-3-5 0,-1-1 0,0-2 0,-6 0 0,5 0 0,-3 0 0,0 0 0,2-2 0,-3-1 0,3-3 0,2 2 0,-4 2 0,7 2 0,-7 0 0,4-2 0,0-2 0,0-1 0,-5-1 0,1 6 0,-3 0 0,-3 0 0,1 0 0,-1 0 0,-1 0 0,-4 0 0,-4 0 0,-8 0 0,1 0 0,-1 0 0,-7 0 0,-4 0 0,-12 0-217,-5 0 0,-4 0 217,-3 0 0,7 0 0,0 0 0,-6-2 0,-6-4 0,0 4 0,6-3 0,-6 3 0,-1 2 0,-1-2 0,0-4 0,3 4 0,5-4 0,-6 5 0,-4 1 0,-1-2 0,47-1 0,0 0 0,-47 1 0,11-4 0,5 4 0,1 2 0,0 0 0,-6 0 0,0 2 0,0 4 0,0 2 0,0 3 0,1 3 0,5-9 0,4 7 0,7-7 0,0 9 0,0-3 0,-5-3 0,-1-2 0,6 1 0,8-1 0,2 0 0,3 1 0,5-5 0,5 4 0,6-4 0,3-2 0,1 6 0,-4-1 0,1 1 0,-6-6 0,1 6 0,-4 2 0,2-1 0,-2 1 0,-2 3 0,-1-5 0,7 5 108,4-5 1,1 2-1,3-4 1,0 3-109,3 3 0,10-4 0,-2 3 0,3 1 0,-1-1 0,-6-3 0,6 5 0,0 1 0,6 5 0,-6 0 0,0 0 0,0 1 0,-2-1 0,6 6 0,-4 0 0,10 0 0,1-6 0,3 0 0,-3 0 0,-1 6 0,5 0 0,0-2 0,1-2 0,1 4 0,6 0 0,-6 6 0,1-6 0,-1 7 0,6-1 0,0 3 0,0 3 0,0 5 0,0 2 0,0 2 0,0 4 0,0-5 0,0 3 0,0 0 0,0 6 0,0 1 0,0 5 0,0-5 0,0 4 0,0-3 0,0-3 0,-6 3 0,0 3 0,1-3 0,5 3 0,-2-5 0,-4-7 0,4 7 0,-4-4 0,4 3 0,2-1 0,-5-8 0,-1 4 0,-5 0 0,5 5 0,-6 1 0,9-19 0</inkml:trace>
  <inkml:trace contextRef="#ctx0" brushRef="#br1" timeOffset="5">12046 10230 8912,'17'0'0,"0"0"0,1 0 0,-7 0 0,1 0 0,1 0 0,-5 0 0,-3 0 0,-10 0 0,1 0 0,-8 0 0,9 0 0,-13 0 0,14 0 0,-5 0 0,7 0 0,-8 0 0,4 0 0,-7 0 0,7 0 0,-11 0 0,11 0 0,-8 0 0,7 2 0,-7 4 0,6-5 0,-5 5 0,5-4 0,-5-2 0,-3 0 0,-1 6 0,-2 0 0,5-1 0,1-5 0,-1 0 0,-5 0 0,0 6 0,0 0 0,0 1 0,-1-1 0,1-2 0,0 7 0,-6-5 0,0 6 0,0-1 0,6 4 0,0-1 0,-1-3 0,1 1 0,0 5 0,2-6 0,3 1 0,-3-1 0,4 6 0,1 1 0,-2-1 0,7 0 0,-5 0 0,1 0 0,-1 1 0,1 5 0,-3-1 0,-3 9 0,3-2 0,-1-3 0,1 3 0,-3 0 0,4 5 0,-3-5 0,3-1 0,3 3 0,0 1 0,5 3 0,-9-1 0,6 1 0,-5-1 0,5 6 0,-5 0 0,-1 8 0,-5-2 0,6-2 0,-1 0 0,-1 0 0,-3 0 0,-1-4 0,0 6 0,0-6 0,0 6 0,5-6 0,1 5 0,-1-4 0,-5 4 0,0 1 0,2 4 0,1-2 0,3-2 0,1-6 0,-1 6 0,-5-3 0,5 3 0,1-4 0,-1-7 0,5-1 0,-5 1 0,1-1 0,-1 0 0,-3 1 0,7-1 0,-3 2 0,-3 4 0,3-3 0,-1 3 0,-1-2 0,-5 2 0,5-2 0,1 8 0,-2-6 0,-10 6 0,3-6 0,-2 6 0,-5 0 0,-2 6 0,2-1 0,-1 1 0,5-1 0,-4 1 0,2 1 0,4 5 0,2-5 0,2 5 0,1-11 0,5-1 0,-4 0 0,3 6 0,-1-3 0,1-3 0,-3 2 0,4-8 0,-5 13 0,-1-1 0,6 3 0,-1-3 0,1 0 0,1-1 0,-3 1 0,7-1 0,-6-5 0,7 0 0,-3-6 0,2 6 0,3-2 0,-9 2 0,8 3 0,-3-3 0,-1 4 0,-4 2 0,3-1 0,-3 1 0,3-1 0,-3 1 0,-1-1 0,7 1 0,-5-2 0,5-4 0,-7 1 0,1-7 0,5 6 0,1-6 0,-2 12 0,1-4 0,-1-2 0,0-2 0,1-2 0,1-2 0,4-4 0,-4 4 0,4-11 0,2-6 0,0-4 0,0-2 0,0 6 0,0 0 0,0-2 0,0-2 0,0-2 0,0 6 0,0 0 0,0 2 0,0-2 0,0-2 0,0 7 0,0-7 0,0 4 0,0 0 0,-5-6 0,-1 4 0,0-11 0,6-5 0,0-7 0,0 0 0,0-7 0,0 5 0,0-14 0,0 7 0,0-8 0,-8-1 0,-1 1 0</inkml:trace>
  <inkml:trace contextRef="#ctx0" brushRef="#br1" timeOffset="6">9602 15818 8912,'-7'9'0,"-5"-3"0,5-4 0,-1-2 0,10 2 0,4 4 0,5 5 0,6 4 0,6 2 0,4 3 0,7 2 0,7 0 0,1 4 0,0-1 0,0-4 0,-2-2 0,-6-2 0,1-1 0,-1-5 0,-7-3 0,-4-8 0,-6-2 0,-5-4 0,-5-3 0,1-24 0,1-3 0</inkml:trace>
  <inkml:trace contextRef="#ctx0" brushRef="#br1" timeOffset="7">10274 15680 8912,'0'12'0,"0"-1"0,-2 2 0,-4 3 0,-2 7 0,-3 0 0,-6 1 0,-1-1 0,-1 4 0,-7 9 0,1 3 0,4 1 0,-4 2 0,2-2 0,0-2 0,6 8 0,5-10 0,1-1 0,7-9 0,-2-8 0,-3-9 0,-1-1 0</inkml:trace>
  <inkml:trace contextRef="#ctx0" brushRef="#br1" timeOffset="8">9809 14855 8912,'0'-17'0,"0"-1"0,0 1 0,0 0 0,0 0 0,0 5 0,0 1 0,-8 7 0,6 4 0,-3 14 0,5 7 0,5 7 0,-3 12 0,4 6 0,2 6 0,-3 5 0,3 4 0,-4 10 0,2 3 0,-3 7 0,5 8 0,-2 3 0,-3-43 0,0 0 0,-3 42 0,0-1 0,0-2 0,0-4-138,0-4 0,0-3 138,0-9 0,-6-7 0,0-3 0,0-12 0,6-6 0,0-6 0,0-5 0,0-4 0,0-8 0,2 0 0,4 0 0,-4-7 0,6-3 138,-8-14 0,0 3-138,0-8 0,0 1 0,0-6 0,0-2 0,0-4 0,0 4 0,0-4 0,0 4 0,0 1 0,0 1 0,0 0 0,0 6 0,0-1 0,0 1 0,0-6 0,0-1 0,0 1 0,0 0 0,0 0 0,0 0 0,0-1 0,0 1 0,0 0 0,5-8 0,1-4 0,0-11 0,-6-5 0,0-7 0,0-5 0,0-8 0,0-8 0,-8-7 0,-3-12 0,-5 4-265,-1-3 1,2 3 264,3 2 0,-3 9 0,4 9 0,3 14 0,2 16 0,4 7 0,2 14 0,0 9 0,0 16 0,0 2 0,0-1 0,2 6 132,4-3 0,-2 3 1,7 2-1,1 4-132,-3 8 0,7 4 0,-5 18 0,-1 6 0,1 18 0,-1 5-228,1 12 0,-4-44 0,0 1 228,-4 5 0,-1 1 0,4 1 0,0 1 0,-3 3 0,-1 0 0,2 0 0,-2-1 0,-1-2 0,-2 0 0,1-3 0,0-1 0,0-2 0,0-2 0,2 29 0,4-15 0,-4-23 0,3-11 0,-3-8 0,-2-12 0,0-9 0,0-9 342,0-8 0,0-1-342,0 1 0,0 0 0,0 0 0,0 0 0,-5-1 0,-1 1 0,0 6 0,6-1 0,0 7 0,0-7 0,0 8 0,0-3 0,0-1 0,0 4 0,0-7 0,0 7 0,0-11 0,0-3 0,0-8 0</inkml:trace>
  <inkml:trace contextRef="#ctx0" brushRef="#br2" timeOffset="9">12734 12621 8912,'-5'8'0,"-16"40"0,-2-6 0,4 0 0,1 0 0,1 0 0,0-2 0,5-3 0,1 3 0,1-4 0,-1-2 0,-4 7 0,3-1 0,-1 5 0,-1-2 0,3 0 0,-2 5 0,-3 2 0,-1 1 0,6-1 0,-1-4 0,1 4 0,-7-5 0,3 3 0,4-2 0,-5 2 0,7-8 0,-3 0 0,1 2 0,1 2 0,-1 8 0,-4-1 0,3 1 0,-3-1 0,-2 1 0,-1 7 0,1 4 0,0-4 0,0-1 0,0-5 0,-1-1 0,1-1 0,0 1 0,0 0 0,-1-1 0,1 1 0,0-1 0,0 1 0,0-1 0,-1-7 0,1-3 0,0 1 0,0-2 0,5-2 0,1-9 0,1 3 0,-3-5 0,3 1 0,3 1 0,-5-2 0,7 1 0,-3 5 0,2-4 0,4-3 0,-4 3 0,-1-2 0,1 1 0,0-3 0,4-8 0,-1 1 0,-3-1 0,0-6 0,6 1 0,0-1 0,0-1 0,0-1 0,0-3 0,0-2 0,0 7 0,0-7 0,0 11 0,0-3 0,0-3 0,0 3 0,0-1 0,0 7 0,0-1 0,0 0 0,0 0 0,0 0 0,0-5 0,0-1 0,0-5 0,0 5 0,-7-7 0,5 4 0,-6-8 0,8 0 0,0 0 0,8 0 0,-5-6 0,9 0 0,-3-1 0,3 1 0,3-4 0,-5-7 0</inkml:trace>
  <inkml:trace contextRef="#ctx0" brushRef="#br2" timeOffset="10">11719 15371 8912,'-11'0'0,"-1"0"0,1 0 0,-7 0 0,1-8 0,8 6 0,1-13 0,10 21 0,4-1 0,-2 16 0,7 8 0,0 5 0,5 6 0,-3 6 0,-1 4 0,-1 5 0,6-3 0,-1 3 0,-5-9 0,2-4 0,-7-2 0,6-11 0,-7-6 0,9-6 0,-3-5 0,-1-7 0,1-10 0,1-5 0,5-7 0,2-6 0,4 0 0,2-8 0,6 3 0,-3-3 0,3 3 0,-4-3 0,1 8 0,1-6 0,5 6 0,-7 1 0,-4 4 0,2 3 0,-2 4 0,0-3 0,-6 7 0,0-1 0,0 0 0,-7-5 0,-2 3 0</inkml:trace>
  <inkml:trace contextRef="#ctx0" brushRef="#br2" timeOffset="11">11702 16058 8912,'0'-11'0,"0"-1"0,0 1 0,0 0 0,0-1 0,0 6 0,0-5 0,0 5 0,0-5 0,0 5 0,0-5 0,0 5 0,0-6 0,0 1 0,2 1 0,4 5 0,-5-5 0,7 6 0,-8-7 0,0 7 0,0-4 0,0 16 0,0 3 0,0 12 0,0 6 0,0 5 0,0 6 0,0 4 0,0 8 0,0 5 0,0 1 0,0-1 0,0-6 0,0 1 0,0 0 0,0-3 0,0-3 0,0-6 0,0-11 0,0 3 0,0-3 0,0-4 0,0-2 0,0-4 0,0-2 0,-6-5 0,1-1 0,-1-7 0,6-4 0,0-4 0,0-7 0,0-3 0,-2-3 0,-4-6 0,4 2 0,-3-8 0,1-3 0,-2-6 0,4 1 0,-4-3 0,-1-4 0,1-1 0,-2 1 0,3-2 0,3 0 0,-4-6 0,4 1 0,2 1 0,0 4 0,0 6 0,0 6 0,0 5 0,0-3 0,0 20 0,0-3 0,0 15 0,0 2 0,0 3 0,0 7 0,0-4 0,0 1 0,0-3 0,2-2 0,2 7 0,2 3 0,-1 3 0,-5 6 0,6 3 0,0 9 0,-1 1 0,-5 4 0,6 4 0,0 8 0,-2-1 0,-2 1 0,-2-1 0,0 1 0,5-2 0,1-4 0,0-1 0,-6-10 0,0 1 0,0-13 0,0-8 0,0-7 0,0-16 0,0-3 0,0-1 0,0-5 0,0 2 0,0-14 0,0 1 0,-2-7 0,-2-1 0,-2-4 0,-1 2 0,1-8 0,2 0 0,-7-6 0,7-1 0,-2-5 0,4 7 0,2-1 0,-5 3 0,-1 10 0,2 5 0,2 4 0,2 14 0,0-1 0,0 11 0,0 1 0,0 10 0,0 5 0,0 7 0,2 0 0,4 0 0,-4 8 0,3 4 0,3 5 0,-2 6 0,5-1 0,-5 6 0,2-1 0,-3 2 0,-3 4 0,6-6 0,-2 2 0,-1 0 0,3-6 0,-2 6 0,-4-8 0,3 2 0,-3-10 0,-2-3 0,0-2 0,0-8 0,0-5 0,0-9 0,0 5 0,0-16 0,0-3 0,0-4 0,0-4 0,0-4 0,0 2 0,0-8 0,-5 0 0,-1-5 0,0-6 0,4-2 0,-2 0 0,-1 0 0,-1-4 0,6 6 0,-2-2 0,-4 2 0,4 3 0,-3-3 0,3 10 0,2 3 0,0 2 0,0 4 0,0 8 0,0 1 0,0 8 0,0-3 0,0 9 0,0 3 0,0 7 0,0 9 0,0 2 0,2 7 0,3-1 0,-3 9 0,4 2 0,2 6 0,-3-4 0,1 0 0,2 0 0,-6-2 0,3-5 0,-1-3 0,2-3 0,-4 2 0,4-9 0,-4 1 0,-2-5 0,0-9 0,0-1 0,0-24 0,0 5 0,0-14 0,0 0 0,0-3 0,0-5 0,0-1 0,-6-2 0,0-5 0,-2-3 0,3-7 0,3-1 0,-6 3 0,2 1 0,1 2 0,-1 10 0,6 1 0,0 9 0,0 8 0,0 9 0,0 3 0,0 14 0,0 9 0,0 15 0,0 14 0,8 4 0,3 2 0,-3 5 0,-1 0 0,-1-1 0,0-3 0,5-1 0,-5-1 0,0-7 0,-6-4 0,2-5 0,3-7 0,-3 5 0,6-22 0,-8 5 0,0-24 0,0-4 0,0-9 0,0-3 0,0-5 0,0-7 0,0-1 0,0-9 0,-8 1 0,-1-7 0</inkml:trace>
  <inkml:trace contextRef="#ctx0" brushRef="#br2" timeOffset="12">12046 16333 8912,'12'0'0,"-3"-1"0,-1-5 0,-1 2 0,-1-7 0,-4-1 0,4-5 0,-4 7 0,-2 1 0,0 3 0,0 4 0,0-13 0,0 13 0,0-6 0,0 8 0,0-2 0,0-3 0,0 5 0,0 0 0,-8 7 0,-3 11 0,-7 1 0,-5 4 0,-1 3 0,-5 9 0,-4 1 0,5 4 0,-3-4 0,2 5 0,6-7 0,4-5 0,4-5 0,4-6 0,3-1 0,10-8 0,4-3 0,11-8 0,11-9 0,7-1 0,3-13 0,4 2 0,2 1 0,2-7 0,6 6 0,-3-8 0,-3 3 0,12-5 0,-5-1 0</inkml:trace>
  <inkml:trace contextRef="#ctx0" brushRef="#br2" timeOffset="13">12511 16282 8912,'-12'-6'0,"1"0"0,5 1 0,-5 5 0,-1 0 0,-5 0 0,0 0 0,-2 0 0,-4 0 0,3 7 0,-2 5 0,-5 5 0,-2 6 0,-3 4 0,-3-1 0,1 7 0,-1-4 0,1 1 0,-1-1 0,1 3 0,0-3 0,5-2 0,0 1 0,8-7 0,-2 0 0,6-5 0,6-5 0,3-7 0,16 4 0,1-8 0</inkml:trace>
  <inkml:trace contextRef="#ctx0" brushRef="#br2" timeOffset="14">11926 16643 8912,'9'-17'0,"6"0"0,3-8 0,8-2 0</inkml:trace>
  <inkml:trace contextRef="#ctx0" brushRef="#br2" timeOffset="15">12476 16437 8912,'0'9'0,"-7"-1"0,-3-2 0,-7-1 0,-6 7 0,0-7 0,-6 9 0,4-3 0,1 5 0,-1 1 0,2-2 0,6-3 0,-1 3 0,1-4 0,6-1 0,-1 1 0,16-7 0,4 4 0,15-8 0,7-8 0,-3-1 0,7-9 0</inkml:trace>
  <inkml:trace contextRef="#ctx0" brushRef="#br2" timeOffset="16">12648 16454 8912,'-17'0'0,"0"0"0,-2 0 0,-4 0 0,-4 9 0,-7 9 0,-8 1 0,-4 9 0,-4 1 0,-2 5 0,1 8 0,-1 4 0,1 4 0,-1 2 0,10-9 0,7-2 0,9-7 0,8-5 0,1-5 0,0-6 0,0-1 0</inkml:trace>
  <inkml:trace contextRef="#ctx0" brushRef="#br2" timeOffset="17">12648 12843 8912,'10'0'0,"5"0"0,-13 0 0,8-5 0,-5-1 0,-3-2 0,4 2 0,-4 3 0,-2-9 0,0 8 0,0-11 0,0 13 0,0-13 0,0 13 0,0-6 0,0 8 0,0 0 0,0-7 0,0 5 0,0-6 0,0 6 0,0-4 0,0 5 0,0-7 0,0 8 0,0-2 0,0-4 0,0 4 0,0-5 0,0 7 0,0-8 0,0 4 0,0-7 0,0 7 0,0-6 0,0 5 0,0 3 0,0-8 0,0 5 0,0 1 0,0-8 0,0 8 0,0-5 0,0 3 0,0 4 0,0-13 0,0 5 0,0-1 0,0-1 0,0 7 0,2-5 0,4 3 0,-4-7 0,5 10 0,-7-7 0,0 7 0,8-11 0,-6 5 0,4-7 0,-3 2 0,3 3 0,-4-3 0,8 5 0,-5-7 0,-3 6 0,4-1 0,-2 1 0,1-6 0,-3-1 0,6 1 0,0 0 0,-1 0 0,5 0 0,1-2 0,-7-4 0,7 4 0,-1-4 0,1-2 0,-1 2 0,3-8 0,-4 3 0,5-5 0,1-1 0,0-1 0,0 1 0,2-6 0,4 0 0,-3 0 0,2 5 0,3-5 0,-2 0 0,0 0 0,-4 6 0,2-1 0,2 1 0,6-1 0,-6 1 0,2 0 0,-2-1 0,-2 7 0,7-1 0,-7 0 0,2-5 0,2 5 0,0 2 0,2 1 0,4-1 0,1-2 0,2-5 0,1 5 0,-1 1 0,3-1 0,3-5 0,-2 5 0,6 0 0,-2-1 0,-4-3 0,4-1 0,-2-1 0,1 7 0,-7-1 0,0 2 0,1-1 0,-1 3 0,1 0 0,-1 0 0,1-3 0,5-5 0,0 4 0,8 3 0,-2-3 0,-4 0 0,-2-5 0,2 5 0,-2 1 0,0 5 0,-5-6 0,-1 8 0,0-4 0,1 2 0,-1 0 0,3-5 0,3 5 0,-2-6 0,8 6 0,-8 6 0,2 6 0,-1-1 0,1-5 0,-4 6 0,4-1 0,-2 1 0,3 1 0,-3-3 0,8 7 0,-8-7 0,2 1 0,-2 3 0,2-3 0,6-3 0,4-6 0,2 2 0,-1-4 0,3 4 0,3 1 0,4-1 0,8-4 0,-8 4 0,-3-4 0,-5 6 0,-1 6 0,-6-5 0,-2 7 0,-2-1 0,-4 5 0,-2-3 0,-1 2 0,1-1 0,4 1 0,-1 4 0,6-4 0,-4-1 0,5 1 0,-6-6 0,4 5 0,-2-3 0,-4-3 0,0 3 0,2-1 0,-3 5 0,3-5 0,-10 7 0,-1-2 0,-6-2 0,6 3 0,-1-1 0,7 6 0,-3 0 0,-1 0 0,-2 0 0,1 0 0,3 0 0,1 0 0,-1 0 0,-5 0 0,-1 0 0,-4 0 0,-4-2 0,4-4 0,2 4 0,-2-3 0,0 3 0,-4 0 0,2-2 0,2-2 0,0 1 0,-6 5 0,0-2 0,1-4 0,4 4 0,1-4 0,0 4 0,-5 2 0,-1-5 0,0-1 0,2 2 0,4 2 0,-4 0 0,4-3 0,2 3 0,-2-4 0,6 4 0,-6 2 0,5-6 0,-5 1 0,6-1 0,-4 6 0,0 0 0,-1 0 0,-1 0 0,-5 0 0,5 0 0,-1 0 0,1 0 0,-5 0 0,-1 0 0,0 0 0,0 0 0,0 0 0,1 0 0,-1 0 0,-6 0 0,1 0 0,-1 0 0,6 0 0,-5 0 0,-1 0 0,-5 0 0,6 0 0,-7 0 0,7 0 0,-6 0 0,5 0 0,-7 0 0,4 0 0,-8 0 0,0 0 0,0-8 0,0 6 0,0-21 0,0 4 0</inkml:trace>
  <inkml:trace contextRef="#ctx0" brushRef="#br1" timeOffset="18">10841 15113 8912,'0'9'0,"-7"-1"0,3-8 0,-7 0 0,5 0 0,-6 0 0,-3 2 0,-6 4 0,0 5 0,-10 12 0,-3 8 0,-4 7 0,-8 8 0,4 11 0,-2 8 0,-4 7 0,-2 5 0,-1 5 0,-1-4 0,0-1 0,1-3 0,-1-3 0,2 0 0,5-3 0,2-3 0,9-13 0,7-14 0,4-3 0,4-13 0,17-4 0,8-13 0,15-12 0,8-10 0,9-3 0,2-8 0,0-9 0,2-6 0,2-9 0</inkml:trace>
  <inkml:trace contextRef="#ctx0" brushRef="#br1" timeOffset="19">10996 15525 8912,'10'-11'0,"-4"-1"0,-4-1 0,-2-2 0,-2-2 0,-4-1 0,-4 9 0,-1 1 0,-1 8 0,9 0 0,-13 10 0,5 7 0,-4 10 0,-3 13 0,-1 6 0,-4 3 0,-5 11 0,-13 3 0,-1 11-252,-4 6 0,19-35 0,-1 0 252,2 1 0,0 0 0,-1 0 0,1 0 0,-20 40 0,4-14 0,9-7 0,5-11 0,5-16 0,11-10 0,7-18 0,10-4 0,5-6 0,7-6 0,8-5 0,4-12 0,3-6 0,2-11 0,1 4 0,5-18 0,0 8 0,0 0 0</inkml:trace>
  <inkml:trace contextRef="#ctx0" brushRef="#br1" timeOffset="20">11323 15611 8912,'19'-26'0,"-7"3"0,-8 4 0,-4 1 0,-8 9 0,-3 3 0,1 4 0,-1 4 0,-5 4 0,-5 5 0,2 7 0,-4 4 0,2 5 0,-2 8 0,4 7 0,-4 3 0,-2 13 0,2 5 0,2 6 0,2 5 0,-4-1 0,0 7 0,0-2-187,6 2 1,-2-3 186,-4-8 0,6-10 0,0-8 0,1-14 0,9-14 0,-3-4 0,6-10 0,4-9 0,12-11 0,11-12 0,5-6 0,-3-11 0,8-4 0,-6-7 0</inkml:trace>
  <inkml:trace contextRef="#ctx0" brushRef="#br1" timeOffset="21">11478 15766 8912,'8'-25'0,"-6"6"0,3-4 0,-3 12 0,-11 5 0,-8 12 0,-8 11 0,-10 12 0,-1 5 0,-4 6 0,4 6 0,-5 11 0,-1 4-192,2 8 1,6 2 191,5 3 0,8-3 0,-2 4 0,10-1 0,3-3 0,2-6 0,5-4 0,1-11 0,2-8 0,0-8 0</inkml:trace>
  <inkml:trace contextRef="#ctx0" brushRef="#br1" timeOffset="22">14886 14717 8912,'0'-11'0,"0"-1"0,-2-1 0,-4-2 0,-4-2 0,-7-1 0,0 1 0,2 6 0,1 1 0,3 3 0,7 3 0,-2 9 0,4 11 0,2 10 0,0 5 0,0 15 0,0 5 0,2 7 0,2-1 0,2 2 0,5-5 0,-5 3 0,2-5 0,-5-6 0,3-6 0,-2-4 0,-2-9 0,-2-4 0,0-12 0,0-3 0,-8-31 0,6-4 0,-3-21 0,1 1 0,-2-7 0,4-5 0,-4-10 0,4-2-139,2-3 0,-1 3 139,-5-3 0,4 5 0,-4 6 0,4 13 0,2 16 0,8 7 0,1 19 0,9 8 0,1 14 0,4 13 0,4 11 0,7 19 0,0-2 0,1 8 0,-7 1-103,1 4 1,-6-5 102,6 0 0,-8-7 0,2 1 0,-6-5 136,-6-6 0,3 1-136,-8-7 0,-1 1 0,-5-7 0,0-7 0,0-4 0,-7-12 0,-5-5 0,-9-6 0,-2-6 0,-7-4 0,3-7 0</inkml:trace>
  <inkml:trace contextRef="#ctx0" brushRef="#br1" timeOffset="23">14696 15010 8912,'-17'-8'0,"0"4"0,0-7 0,-1-1 0,9 1 0,3-1 0,8 3 0,9-3 0,9-3 0,14 4 0,2-3 0,4 1 0,6 1 0,4-1 0,2-10 0,-1-4 0</inkml:trace>
  <inkml:trace contextRef="#ctx0" brushRef="#br1" timeOffset="24">15230 14820 8912,'17'8'0,"6"2"0,0 7 0,2 0 0,-4 0 0,2 2 0,-2 4 0,-2-2 0,-2 8 0,0-8 0,0 2 0,-7 2 0,-4-2 0,1-6 0,-1-6 0,0 1 0,-6-5 0,-2-5 0,-2-9 0,-2-9 0,-5-5 0,5-13 0,0-6 0,6 0 0,0-8 0,0 2 0,8 4 0,2 2 0,1 6 0,1 5 0,1 4 0,10 8 0,-4 2 0,4 3 0,-4 5 0,-2 7 0,0 9 0,1 8 0,1 2 0,4 10 0,-4-6 0,4 6 0,-6-6 0,-6 3 0,-3-3 0,0-7 0,-6 1 0,5-8 0,-7 1 0,2-3 0,4-7 0,-2-5 0,7-1 0,1-13 0,5 2 0,0-6 0,2 2 0,0-4 0,-1-2 0,3 6 0,-10-2 0,-3 4 0,-2 2 0,-5 0 0,-1 0 0,-1 1 0,-5 5 0,-6 3 0,-11 8 0,2 2 0,-7 4 0,5 3 0,-4 10 0,2 2 0,4 2 0,4 8 0,5-2 0,-1 3 0,7 2 0,2 1 0,10-1 0,6 1 0,11-1 0,5-5 0,12-1 0,-1-9 0,7-1 0,5-3 0,5-9 0,-5-4 0,-3-6 0,-10-8 0,2-11 0,-5 2 0,-6-7 0,-5 5 0,-6-6 0,-9 6 0,-3-5 0,2 1 0,-3-2 0,-1-1 0,-10 7 0,-1-6 0,-9 6 0,3 2 0,0 2 0,-6 4 0,7 3 0,-3-3 0,-2 13 0,-1-4 0,9 12 0,3 5 0,-2 7 0,3 5 0,-1-2 0,6 7 0,0-5 0,0 4 0,2-2 0,4-4 0,-3-2 0,9-2 0,-1 0 0,7-1 0,-1-5 0,0-3 0,0-8 0,0 0 0,1 0 0,-1-2 0,0-4 0,0 2 0,0-5 0,3 1 0,3 4 0,-4 2 0,4 2 0,-2 0 0,2 0 0,-2 0 0,7 0 0,-5 0 0,6 0 0,0 2 0,5 4 0,0-4 0,1 4 0,7-5 0,2-1 0</inkml:trace>
  <inkml:trace contextRef="#ctx0" brushRef="#br1" timeOffset="25">17656 14459 8912,'-36'12'0,"-1"-3"0,1 1 0,4 0 0,3-5 0,0 7 0,-3 1 0,3 10 0,4-2 0,2 8 0,6 1 0,6 3 0,3 1 0,8 1 0,4-9 0,7-3 0,3-4 0,14-2 0,1-1 0,5-5 0,-1-3 0,-4-8 0,1-2 0,-7-4 0,0-3 0,-8-10 0,-3-2 0,-6-2 0,1-8 0,-1 2 0,-2-3 0,-10-2 0,2 1 0,-7 4 0,-6-3 0,-6 3 0,0 3 0,5-3 0,-5 10 0,1 2 0,-1 1 0,5 11 0,9-9 0,1 12 0,8-5 0</inkml:trace>
  <inkml:trace contextRef="#ctx0" brushRef="#br1" timeOffset="26">18603 14116 8912,'0'-35'0,"-2"1"0,-4-1 0,-4-3 0,-7 4 0,-2 9 0,-4 10 0,-2 1 0,-3 9 0,-3 3 0,8 13 0,0 4 0,8 20 0,1 7 0,3 6 0,7 9 0,-2 0 0,4 8 0,2-2 0,0 2 0,0-2 0,6 10 0,0-4 0,5 1 0,-5-7 0,8 4 0,-3-4 0,2 2 0,-1-2 0,1-5 0,-7-13 0,0-5 0,-6-11 0,0-6 0,0-11 0,0-5 0</inkml:trace>
  <inkml:trace contextRef="#ctx0" brushRef="#br1" timeOffset="27">18190 14683 8912,'-8'9'0,"-2"-1"0,-7-8 0,8 0 0,5 0 0,15 0 0,12 0 0,14-2 0,3-4 0,9-3 0,3-8 0,2-6 0,9 0-305,-8-8 0,4 5 1,-7-9-1</inkml:trace>
  <inkml:trace contextRef="#ctx0" brushRef="#br1" timeOffset="28">19377 13978 8912,'-8'-34'0,"-1"1"0,-3 5 0,3 5 0,1 3 0,-3 15 0,5 10 0,2 18 0,2 14 0,8 16 0,0 16 0,7 5 0,-2 7 0,3 1 0,-1-8 0,-1 1 0,1 1 0,-3 3 0,1 7 0,-7-10 0,2-7 0,-4-10 0,-2-6 0,-2-11 0,-4-7 0,4-16 0,-6-11 0,8-18 0,0-7 0,0-10 0,0-5 0,8-10 0,4-4 0,5-10 0,6-1 0,-4 2 0,6 9 0,-2 6 0,0 3 0,7 3 0,-1 0 0,-2 13 0,1 3 0,-7 15 0,4 3 0,-2 11 0,0 10 0,-6 12 0,-5 7 0,-8 6 0,1-6 0,-3 7 0,-2-3 0,-4 0 0,-7-4 0,-2-3 0,-16-3 0,0 0 0,-5-1 0,-1-4 0,1-6 0,-1-4 0,1-2 0,2-2 0,3-3 0,4-5 0,8-7 0,7-15 0,5-8 0,-5-15 0,0-6 0</inkml:trace>
  <inkml:trace contextRef="#ctx0" brushRef="#br1" timeOffset="29">20014 13926 8912,'17'0'0,"-6"0"0,1 0 0,-8-7 0,3 13 0,-7-1 0,-5 16 0,-1 8 0,0 11 0,6 6 0,0 5 0,0 7 0,0 1 0,0 4 0,8 2 0,3-8 0,-1 3 0,1-3 0,-1-6 0,1 1 0,3-10 0,-7-11 0,1-5 0,0-1 0,-1-10 0,-1-9 0,-2-4 0,7-2 0,1-13 0,5-4 0,0-14 0,0-3 0,6-3 0,0-9 0,2 3 0,-2-3 0,-10 0 0,5 11 0,-7-1 0,3 13 0,-5 0 0,-1-2 0,-3 14 0,-5-4 0,0 22 0,0 7 0,0 5 0,0 4 0,0 7 0,0-1 0,6 3 0,2 1 0,0-4 0,-1-7 0,7-2 0,-3-3 0,-1 0 0,1 0 0,1-7 0,5-5 0,-6-3 0,1-2 0,-1-7 0,6-5 0,-1-3 0,-5-2 0,4-8 0,-5-2 0,1-1 0,1-1 0,-8 0 0,1-5 0,3 7 0,-2 4 0,0 4 0,-6 2 0,0 7 0,2 3 0,3 7 0,-3 9 0,4 8 0,2 3 0,-3 8 0,9 1 0,-3 5 0,4 1 0,3-1 0,5-2 0,0-3 0,7-4 0,-1-8 0,3-2 0,3-3 0,1-6 0,4-4 0,-5-12 0,-1-7 0,0-2 0,-7-8 0,0 0 0,-4 0 0,-10 5 0,-1-7 0,-8 0 0,1-5 0,-3 5 0,-2 1 0,-9 7 0,-8-2 0,-1 4 0,-5 1 0,4 9 0,2 3 0,0 4 0,0 15 0,1 9 0,3 6 0,1 8 0,9 10 0,-3 0 0,4 2 0,4 0 0,4-4 0,5-2 0,12-2 0,6-6 0,9-9 0,2-8 0,14-7 0,-3-10 0,5-12 0,-5-11 0,1-3 0,-8-32 0,-2 5 0</inkml:trace>
  <inkml:trace contextRef="#ctx0" brushRef="#br1" timeOffset="30">22526 13565 8912,'0'-11'0,"0"-1"0,0-1 0,-2 5 0,-3 5 0,-7 6 0,-5 9 0,-6 11 0,-6 11 0,-11 14 0,-6 7 0,-4 8 0,-3 4 0,-4 2 0,3 4 0,-3-5 0,13 1 0,9-17 0,10-8 0,6-6 0,10-11 0,1-10 0,10-9 0,4-8 0,5-2 0,12-4 0,-2 4 0,8-4 0,0 4 0,5 2 0,2 2 0,4 4 0,-1-4 0,5 6 0,0-3 0,0 1 0,0 5 0,1-5 0,-2 6 0,-9-5 0,0 1 0,1 0 0,-1 3 0,1-5 0,1-1 0,4-5 0,-4 0 0,6 0 0,-7 0 0</inkml:trace>
  <inkml:trace contextRef="#ctx0" brushRef="#br1" timeOffset="31">24299 13789 8912,'0'-34'0,"-6"5"0,0 0 0,-1 8 0,1 0 0,-6 8 0,3 7 0,-1 12 0,3 5 0,1 12 0,6 6 0,0 11 0,0 6 0,0 2 0,0-1 0,0-1 0,0 2 0,0-6 0,0-2 0,2-6 0,2-3 0,1-4 0,-1-2 0,-2-10 0,-2-7 0,0-10 0,0-4 0,0-7 0,0-16 0,6-7 0,-1-16 0,3-5 0,-2-1 0,-2-7 0,7 2 0,-5-3 0,3-3 0,1 0 0,0 0 0,-1 8 0,3 4 0,3 11 0,-4 10 0,5 11 0,1 13 0,0 24 0,2 9 0,4 19 0,-2 10 0,8 7 0,-6 8 0,6-2 0,-7 0 0,7 6 0,-6-12 0,6 6 0,-2-9 0,1-9 0,3-1 0,-8-7 0,-2-3 0,-2-7 0,-8-6 0,1-4 0,-8-7 0,1-3 0,-10-7 0,-5-15 0,-7-4 0</inkml:trace>
  <inkml:trace contextRef="#ctx0" brushRef="#br1" timeOffset="32">24367 13840 8912,'-7'-17'0,"5"8"0,-4-1 0,12 4 0,7 3 0,14-7 0,11 1 0,10-1 0,8 0 0,12-1 0,1-2 0,0 7 0,-2-8 0,-4 5 0,-7-1 0,-9 5 0,-5-5 0,-7 1 0</inkml:trace>
  <inkml:trace contextRef="#ctx0" brushRef="#br1" timeOffset="33">25039 13703 8912,'0'17'0,"0"0"0,0-5 0,0-1 0,5-5 0,1 5 0,0-5 0,-6 6 0,6-7 0,-1 7 0,9-6 0,-3 5 0,4-5 0,1 5 0,-3 1 0,-1-3 0,-3 7 0,3-5 0,3 4 0,-6 2 0,1 1 0,-2-9 0,-8-1 0,0-8 0,0-10 0,0-5 0,0-8 0,0-4 0,2-1 0,3-7 0,5 1 0,9 1 0,4 3 0,6 1 0,5 2 0,6-1 0,-2-3 0,8 8 0,-2 2 0,2 10 0,2 3 0,-8 8 0,6 6 0,-6 0 0,-5 7 0,-7-2 0,1 5 0,5 1 0</inkml:trace>
  <inkml:trace contextRef="#ctx0" brushRef="#br1" timeOffset="34">25968 13720 8912,'9'17'0,"-3"1"0,-4-9 0,-10-1 0,-3-8 0,-4 0 0,-3 0 0,1-2 0,0-4 0,0 2 0,0-7 0,-1-1 0,1-5 0,6 6 0,-1-1 0,8 6 0,-3-3 0,-1 1 0,6 3 0,-11 12 0,7 5 0,-5 3 0,5 2 0,-6 8 0,7 4 0,-7 3 0,6 2 0,1 7 0,5-1 0,0 0 0,0-6 0,2-7 0,3-4 0,9-6 0,7-5 0,8-5 0,11-7 0,-2-2 0,8-3 0,0-7 0,5-11 0,7 2 0,-3-8 0,-3-1 0,-4-3 0,-10 1 0,2 3 0,-13-1 0,-10 7 0,-2 0 0,-9 6 0,0 7 0,-8-3 0,-4 7 0,-4 0 0,-7 6 0,-6 2 0,0 4 0,0-2 0,6 5 0,2 1 0,3-1 0,-1-3 0,7 6 0,-5-7 0,5 7 0,2 1 0,2-5 0,8 1 0,0-3 0,7-4 0,-1 4 0,9-2 0,2 1 0,2-3 0,-2 4 0,-2 2 0,7-3 0,-5 3 0,4-4 0,-2 3 0,-4 3 0,0-6 0,2 2 0,-4 1 0,4-1 0,-2 0 0,2-6 0,-2 0 0,8 0 0,-7 0 0,7 0 0,0-2 0,5-4 0,16-4 0,4-7 0</inkml:trace>
  <inkml:trace contextRef="#ctx0" brushRef="#br1" timeOffset="35">27482 13686 8912,'-15'-25'0,"5"6"0,-7-4 0,0 10 0,6 1 0,-7 8 0,-3-2 0,-2 5 0,2 1 0,2 3 0,2 9 0,0 1 0,0 16 0,7-6 0,4 5 0,4-1 0,2 2 0,0 3 0,0-3 0,8-4 0,3-2 0,7-6 0,5-6 0,-4 3 0,4-8 0,-2-3 0,2-1 0,-4-9 0,4-5 0,-6-5 0,-6-6 0,3 2 0,-8-8 0,-1 1 0,-5-5 0,0 3 0,0 1 0,-2 2 0,-3-1 0,-3-3 0,-4 8 0,-10 0 0,10 8 0,-11 3 0,10 7 0,1 10 0,8-1 0,-1 8 0,10-1 0,5 6 0</inkml:trace>
  <inkml:trace contextRef="#ctx0" brushRef="#br1" timeOffset="36">28687 13032 8912,'-19'-24'0,"-2"-5"0,-4-2 0,-2 3 0,4 5 0,-6 11 0,1-1 0,-7 7 0,3 2 0,3 2 0,-1 16 0,7 3 0,2 10 0,9-4 0,-3 13 0,3-2 0,5 14 0,1 4 0,4 7 0,2 10 0,0-1 0,0 1 0,-6 0 0,1 0 0,1-2 0,2-4 0,2 2 0,0-8 0,2 0 0,4-5 0,-5-8 0,5-4 0,-4-6 0,-2-5 0,0-10 0,0-7 0,0-9 0,0 3 0,0-12 0,-8-11 0,-1-10 0</inkml:trace>
  <inkml:trace contextRef="#ctx0" brushRef="#br1" timeOffset="37">28085 13393 8912,'-18'8'0,"7"0"0,-1 3 0,9-1 0,-3-5 0,8-3 0,9 4 0,12-4 0,15-2 0,8 0 0,19-8 0,10-3 0,7-4-189,4-3 0,-7 1 189,-5 0 0,-9 0 0,-2 0 0,-17-1 0,-6 1 0,-11 2 0,-12 4 0,-7-5 0,-10 14 0,-12-3 0,1 3 0,-6 2 0,3 7 0,-9 5 0,4-1 378,2 6-378,0-3 0,-1 11 0,1-8 0</inkml:trace>
  <inkml:trace contextRef="#ctx0" brushRef="#br1" timeOffset="38">24006 15353 8912,'0'-24'0,"0"-3"0,0 0 0,0 4 0,0 4 0,0 2 0,0 0 0,8 7 0,3 4 0,6 6 0,6 8 0,4 9 0,0 10 0,5 13 0,-3 6 0,4 4 0,-1 3 0,-3 3 0,-6 1 0,-4-6 0,-2-5 0,-7-7 0,-5 1 0,-3-6 0,-2-5 0,-2-5 0,-3-8 0,-7-5 0,3-5 0,-3-12 0,6-13 0,-5-15 0,7-10 0,-2-13 0,4 1 0,2-7 0,6 0 0,2-4 0,1 2 0,5 2 0,3 10 0,6 1 0,2 8 0,3 10 0,5 11 0,-4 0 0,3 15 0,3-7 0</inkml:trace>
  <inkml:trace contextRef="#ctx0" brushRef="#br1" timeOffset="39">24953 15629 8912,'-18'0'0,"7"0"0,-1 0 0,1 7 0,1-5 0,3 4 0,7-12 0,7-5 0,5-12 0,9 2 0,2-8 0,0-2 0,2-1 0,-6-8 0,4 0 0,-12 0 0,-5 5 0,2 1 0,-3 0 0,-7 1 0,-9 4 0,-6 12 0,-6 11 0,-6 5 0,-9 2 0,-4 7 0,-2 9 0,6 10 0,-3 13 0,13 6 0,5 11 0,6 3 0,5 3 0,14-4 0,15-8 0,12 1 0,15-4 0,9-8 0,7-12 0,10-8 0,11-9 0,3-5-254,2-12 0,0-5 254,0-12 0,-2-6 0,-4-11 0,-5 2 0,-16-6 0,-13 4 0,-15 7 0,-18-1 0,-7 5 0,-6-3 0,-6-3 0,-5 3 0,-12 3 0,-2-1 0,-4 7 0,-3 0 0,3 7 0,-3 5 0,-3 5 0,3 6 254,3 6 0,-4 9-254,5 8 0,1 10 0,-2 1 0,10 0 0,2 7 0,2 1 0,7-2 0,0 0 0,1 2 0,3-12 0,10 5 0,3-7 0,8 1 0,6-12 0,0-11 0,8-4 0,-2-2 0,9-10 0,2-7 0,-2-10 0,-1-5 0,-5-10 0,-3-4 0,1-9 0,-7-3 0,0-7 0,-6 2 0,-5-9 0,-1-3 0,-7-11 0,2 6 0,-4 6 0,-2 7 0,0 11 0,0 16 0,-8 8 0,6 32 0,-3 11 0,-3 16 0,2 19 0,-2 13 0,5 17 0,-3 1 0,2-1 0,4 4 0,6-5 0,-2 5-115,7-5 0,1-3 115,5-9 0,8-3 0,3-11 0,5-5 0,1-9 0,1-5 0,-1-13 0,4-7 0,8-6 0,8-4 0</inkml:trace>
  <inkml:trace contextRef="#ctx0" brushRef="#br1" timeOffset="40">27018 15422 8912,'-2'-11'0,"-2"-1"0,-4 1 0,-1 1 0,3 3 0,-4 10 0,1 9 0,-1 11 0,-1 15 0,-6 8 0,-1 11 0,1 6 0,0 4 0,0 2 0,5 0 0,1-1 0,7-4 0,-2-5 0,6-10 0,6-16 0,11-14 0,10-27 0,7-1 0</inkml:trace>
  <inkml:trace contextRef="#ctx0" brushRef="#br1" timeOffset="41">27723 14855 8912,'0'-27'0,"-2"4"0,-2 4 0,-1 2 0,-1 7 0,6 3 0,0 9 0,0 5 0,0 12 0,0 12 0,0 7 0,2 10 0,4-2 0,-3 3 0,9 3 0,-1 0 0,7-1 0,-1 1 0,0-1 0,0 1 0,0-1 0,1 1 0,-3-2 0,-4-4 0,5-4 0,-7-8 0</inkml:trace>
  <inkml:trace contextRef="#ctx0" brushRef="#br1" timeOffset="42">27551 15457 8912,'0'-18'0,"0"1"0,0 0 0,6 0 0,0 0 0,9-6 0,2 0 0,8-8 0,9 1 0,3-7 0,3-3 0,2 0 0,4 6 0,2-6 0,-8 0 0,-2 1 0,-9 11 0,-6 3 0,-12 8 0,4 7 0,-13 2 0,6 24 0,-8 7 0,0 9 0,0 8 0,0-2 0,0 8 0,0-2 0,0 2 0,0 4 0,0-4 0,0-2 0,0 1 0,0-6 0,0 1 0,-2-6 0,-4-5 0,4-4 0,-5-8 0,7-8 0,0-9 0,0-13 0,0-6 0,0-6 0,0-2 0,5 1 0,1-3 0,2 4 0,-2 8 0,3 0 0,8-1 0,-5 3 0,-1 4 0,7-3 0,6 9 0,3 1 0,4 2 0,7 2 0,2 0 0,8-6 0,-2 0 0,5-1 0,7 1 0,-7 2 0,1-7 0,-10-3 0,-6-1 0,-3-4 0,-4-4 0,-6 4 0,-12-4 0,-3 4 0,-8 2 0,0 0 0,-10 1 0,-5 5 0,-6 5 0,0 4 0,-4 4 0,2 4 0,-6 3 0,6 9 0,0 6 0,6 5 0,0 4 0,0 1 0,7-5 0,4-1 0,5-1 0,1 2 0,0-3 0,0-5 0,1 0 0,5-5 0,6-1 0,11-9 0,-2-1 0,7-5 0,1-1 0,5-5 0,-5-4 0,0-9 0,1-2 0,3-2 0,-4 0 0,-1 6 0,-7 6 0,2-1 0,-4 6 0,-1-5 0,-7 7 0,1-2 0,-9 5 0,5 1 0,-8 1 0,0 5 0,0-4 0,0 6 0,0-8 0,0-8 0,0-3 0,0-5 0,0-1 0,2 0 0,4 0 0,-3-4 0,9 4 0,-1-4 0,7 9 0,-5-1 0,2 1 0,4 6 0,1 5 0,4 1 0,-1 0 0,8 7 0,-2 5 0,1 3 0,-1 2 0,3 0 0,-3 2 0,4 1 0,1-3 0,0-4 0,1-21 0,-1-1 0</inkml:trace>
  <inkml:trace contextRef="#ctx0" brushRef="#br1" timeOffset="43">29823 14631 8912,'-18'0'0,"1"0"0,17 2 0,12 4 0,13 5 0,7 5 0,-3 9 0,1 1 0,3 3 0,-1 0 0,7-1 0,-13 7 0,1-3 0,-4-3 0,-6 1 0,-5-7 0,-7-2 0,-3-2 0,-4-7 0,-3-3 0,-7-1 0,-3-4 0,-4-4 0,-4-6 0,4-3 0,-4-9 0,6-1 0,5-4 0,5-5 0,7-12 0,1 3 0,7-3 0,7 4 0,6 2 0,10-1 0,-2 1 0,3 7 0,3 4 0,-1 6 0,0 5 0,1 5 0,-3 7 0,-5 2 0,-10 3 0,-1-1 0,-11 8 0,1-1 0,-6 6 0,8-7 0,3-4 0,5-6 0,1-6 0,2-4 0,4-7 0,2-6 0,3 0 0,3-2 0,-8 4 0,-2-1 0,-2 1 0,-4 1 0,-3 3 0,-5 0 0,-8 2 0,-5 3 0,-11 7 0,-12 10 0,-4 7 0,-1 11 0,0 5 0,-1 5 0,6 3 0,1 4 0,9-3 0,1 3 0,3-4 0,9-2 0,1 1 0,7-3 0,3-3 0,7-6 0,11-12 0,5-5 0,5-4 0,1-2 0,7-8 0,-1-3 0,0-12 0,-6-6 0,1-3 0,-1-3 0,-5 3 0,-1 3 0,-7 2 0,2 5 0,-3 8 0,-3-3 0,-6 11 0,-1 2 0,-1 10 0,1 11 0,-1 8 0,3 10 0,-3 7 0,-3 3 0,-4 7 0,4 5 0,2-3 0,-3 3 0,-1-5 0,-2-6 0,-2-4 0,0-8 0,-8-2 0,-3-3 0,-4-10 0,-3-7 0,-6-9 0,-5 3 0,-6-4 0,-5-2 0,2-8 0,-6-5 0,0-8 0,0-8 0,6-9 0,-2-2 0,3-15 0,3-6 0,0-18 0</inkml:trace>
  <inkml:trace contextRef="#ctx0" brushRef="#br1" timeOffset="44">30494 14322 8912,'-8'-10'0,"6"-5"0,-4 4 0,5 3 0,1-7 0,15 13 0,8-4 0,9 4 0,8 2 0,10 6 0,8 0 0,14 7 0,-1-3 0</inkml:trace>
  <inkml:trace contextRef="#ctx0" brushRef="#br1" timeOffset="45">31062 14580 8912,'-6'17'0,"0"0"0,-7-7 0,9-3 0,-7-7 0,7 0 0,-4 0 0,16-2 0,5-1 0,6-5 0,4-2 0,8 5 0,-3-7 0,5 7 0,1-7 0,-7 1 0,-4-7 0,-4 1 0,-2 0 0,-1 6 0,-5-1 0,-3 1 0,-10-5 0,-4 5 0,-3-2 0,-9 7 0,1 0 0,0 6 0,0 8 0,0 3 0,-1 6 0,3 6 0,4 6 0,5 3 0,4 3 0,2-1 0,4 2 0,7 5 0,8-11 0,16 5 0,7-13 0,4 1 0,3-5 0,3-7 0,0-3 0,-1-8 0</inkml:trace>
  <inkml:trace contextRef="#ctx0" brushRef="#br1" timeOffset="46">31664 14614 8912,'0'-28'0,"0"-1"0,-2 6 0,-4-6 0,4 8 0,-3-2 0,-3 4 0,2 2 0,-7 7 0,9 3 0,-7 7 0,5 7 0,-4 7 0,3 7 0,3 8 0,2 5 0,2 6 0,0 2 0,0 4 0,0 2 0,0-8 0,8-2 0,3-9 0,2 3 0,1-7 0,-3-2 0,3-6 0,7-11 0,2 0 0,1-14 0,-1-9 0,4-16 0,8-13 0,-1-5 0,0-7 0,1-3 0,-3-7 0,-1-1 0,-2 0 0,-8-2 0,2-3 0,-4-1-184,-2-11 1,-7 12 183,-5-6 0,-3 22 0,-2 12 0,0 24 0,-6 10 0,1 24 0,-9 14 0,3 22 0,-3 9 0,3 12 0,-4 0 0,3 5 0,3 3-169,-3-3 1,6 7 168,-5-7 0,7-1 0,-2-10 0,6 0 0,6-10 0,6-5 0,3-4 0,10-12 0,3-9 0,3-11 177,-2-6 1,3-8-178,-3-10 0,-4 1 0,7-29 0,-5 3 0</inkml:trace>
  <inkml:trace contextRef="#ctx0" brushRef="#br1" timeOffset="47">32025 14339 8912,'-26'0'0,"-5"0"0,8 0 0,-8 0 0,12 0 0,4 2 0,15 4 0,17-4 0,18 3 0,14-3 0,16-2 0,6-2 0,4-3 0,-1-5 0,-5-7 0,-8 5 0,-3 1-107,-12 0 0,-4 1 1,-8 2-1</inkml:trace>
  <inkml:trace contextRef="#ctx0" brushRef="#br1" timeOffset="48">28394 16609 8912,'0'-18'0,"0"7"0,0-1 0,0-1 0,0-2 0,2 0 0,2 1 0,4 5 0,1 1 0,1 4 0,3 10 0,-1 7 0,1 8 0,-3 16 0,-1 14 0,-1 10 0,-4 6 0,3 4 0,-1 1 0,0 3 0,1-3 0,-3-5 0,8-9 0,-7-11 0,7-18 0,1-8 0,3-8 0,1-13 0,0-9 0</inkml:trace>
  <inkml:trace contextRef="#ctx0" brushRef="#br1" timeOffset="49">28790 16402 8912,'0'-9'0,"8"1"0,-6 12 0,3 7 0,-3 8 0,-2 16 0,0 15 0,0 7 0,0 12 0,0 11 0,2 0 0,2 12 0,4-6 0,1-6 0,3-4 0,5-7 0,0-15 0,0-9 0,-7-8 0,-4-9 0,-4-3 0,-18-15 0,-3-3 0</inkml:trace>
  <inkml:trace contextRef="#ctx0" brushRef="#br1" timeOffset="50">28549 17073 8912,'-27'0'0,"3"-8"0,6 6 0,9-13 0,5 13 0,15-4 0,10 2 0,20-1 0,10-5 0,12-7 0,4 0 0,2 0 0,2-8 0,3-4 0,9-1-817,3 1 817,-4 4 0,-6 0 0,3-1 0</inkml:trace>
  <inkml:trace contextRef="#ctx0" brushRef="#br1" timeOffset="51">29410 16901 8912,'-27'8'0,"2"-1"0,8 5 0,0 3 0,-1-4 0,1 10 0,0 2 0,2 8 0,3-2 0,-1 1 0,7-1 0,0 1 0,6-5 0,2-2 0,4-4 0,4 0 0,7-13 0,6 0 0,0-6 0,5-2 0,-5-4 0,6-9 0,-6-8 0,0-8 0,-6 5 0,-2-3 0,-3 0 0,-5 1 0,-7-7 0,-1 1 0,-5-1 0,-4 7 0,-7-1 0,0 8 0,0-2 0,-6 12 0,0 5 0,-8 4 0,4 2 0</inkml:trace>
  <inkml:trace contextRef="#ctx0" brushRef="#br1" timeOffset="52">2186 5158 8912,'-16'-17'0,"5"0"0,3 1 0,2 3 0,1 1 0,-9 1 0,14 11 0,0 11 0,2 14 0,8 17 0,-1 10 0,1 9 0,-4 6 0,5 2 0,-7-1 0,2 1 0,1-8 0,-1-3 0,0-14 0,-4-10 0,3-9 0,-3-14 0,6-5 0,-8-14 0,0-9 0,-6-15 0,0-14 0,1-6 0,-3-5 0,6 2 0,-4-9 0,5 9 0,1-2 0,0 3 0,0 5 0,0 5 0,0 9 0,0 9 0,0 8 0,7 9 0,5 3 0,9 10 0,2 5 0,-2 7 0,3-3 0,-1 10 0,6-4 0,-6-2 0,8 1 0,-3-1 0,-1-6 0,2 1 0,-6-9 0,3 3 0,-1-4 0,-4-2 0,-1-2 0,-3-4 0,-6-5 0,1-12 0,-9 2 0,3-8 0,-6-1 0,-6-3 0,-3-1 0,-8 0 0,5 1 0,1 4 0,-1 5 0,-5 6 0,8 1 0,9 8 0,11 3 0,4 12 0,3 5 0,6 4 0,3 3 0</inkml:trace>
  <inkml:trace contextRef="#ctx0" brushRef="#br1" timeOffset="53">3012 5141 8912,'0'17'0,"0"-8"0,-2-1 0,-4-8 0,2-2 0,-7-4 0,5 5 0,-6-5 0,9 4 0,-7 4 0,4 4 0,4 3 0,-3 8 0,3 1 0,2-1 0,5 0 0,3 0 0,2 0 0,3 0 0,-3-7 0,1-4 0,1 3 0,5-7 0,0 2 0,-2-8 0,-3-7 0,3-5 0,-4-1 0,-1-8 0,2-3 0,-9 1 0,3-2 0,-2 8 0,2-2 0,-4-1 0,3 1 0,-3 6 0,-2 5 0,2 3 0,4-3 0,-4 12 0,3 12 0,5 3 0,2 2 0,-3 6 0,3 0 0,1-2 0,2-2 0,8-2 0,0 0 0,0-1 0,-6-5 0,6 2 0,0-7 0,0-2 0,-4-8 0,0-3 0,-1-3 0,3-7 0,-10-6 0,2-6 0,-1 6 0,-3-7 0,-3 1 0,-4-3 0,4-3 0,-6 1 0,-6-1 0,2 3 0,-7 3 0,5 4 0,-5 8 0,7 8 0,-4 1 0,10 18 0,4 5 0,5 8 0,5 4 0,1 1 0,0 7 0,0-3 0,0-3 0,6 1 0,2-7 0,0-2 0,0-2 0,0-9 0,-2-4 0,-2-4 0,7-2 0,-5-10 0,6-7 0,-8-2 0,0-10 0,-6-3 0,-3-7 0,-3 3 0,3-4 0,-4-2 0,-8 2 0,-8-10 0,-4-1 0,-3-3 0,-2-7 0,-2 0 0,-4 0 0,4 5 0,-4-1 0,6 13 0,5 10 0,4 16 0,8 18 0,0 18 0,0 16 0,2 10 0,4 13 0,4 6 0,5 10 0,0 0 0,3-7 0,-5 1 0,10-9 0,4 1 0,1-2 0,5-11 0,1 0 0,1-8 0,-1-4 0,-3-7 0,-8-4 0,0-4 0,-14-2 0</inkml:trace>
  <inkml:trace contextRef="#ctx0" brushRef="#br1" timeOffset="54">2581 6172 8912,'-17'0'0,"-8"-7"0,-2-5 0,-1-3 0,-1-2 0,8-6 0,-2 0 0,6 2 0,5 2 0,-3 2 0,15 9 0,0 8 0,8 17 0,9 18 0,0 7 0,2 11 0,2 2 0,2 3 0,0 5 0,-6-6 0,6 2 0,0-1 0,0-5 0,-5 4 0,-3-5 0,-2-6 0,-3-6 0,-3-4 0,7-9 0,-12-2 0,5-23 0,-7-10 0,0-13 0,0-13 0,0-3 0,0-8 0,0-7 0,0-5 0,0 1 0,0 10 0,0-1 0,0 7 0,0 3 0,0 7 0,6-1 0,0 8 0,7 2 0,-1 10 0,3 5 0,2 12 0,6 3 0,0 8 0,6 8 0,-6 4 0,0-2 0,-4-1 0,2 1 0,2 0 0,0-8 0,-6-2 0,0 0 0,0-9 0,1 4 0,-1-7 0,-6-10 0,1-7 0,-7-5 0,7-6 0,-8 2 0,1-8 0,-1 1 0,0-7 0,2 1 0,-2-1 0,-2 3 0,-2 3 0,0 5 0,0 6 0,0 9 0,0 3 0,1 12 0,5 5 0,2 5 0,3 1 0,5 2 0,-5 4 0,2-10 0,-1 4 0,3-5 0,-3 1 0,3-3 0,2-3 0,0-1 0,1-6 0,-1-2 0,0-4 0,0-3 0,0-8 0,1-6 0,-3 0 0,-4 2 0,-5 2 0,-4-4 0,-2 0 0,0-2 0,0 2 0,0 4 0,0-4 0,0 4 0,-8 2 0,7 7 0,-5 5 0,12 10 0,3 7 0,8 11 0,6 3 0,2 9 0,0 1 0,0 4 0,4-2 0,-7 8 0,7-8 0,-6 3 0,2 2 0,-2 3 0,-10-4 0,4-2 0,-11-3 0,0-3 0,-6 1 0,-6-1 0,-3 0 0,-9 1 0,-4-9 0,-1-3 0,-2-4 0,2-1 0,4-9 0,-4-5 0,5-8 0,7-7 0,1-14 0,5-9 0,3-3 0,-4-9 0,12 1 0,3-7 0</inkml:trace>
  <inkml:trace contextRef="#ctx0" brushRef="#br1" timeOffset="55">3769 5880 8912,'17'0'0,"-8"-8"0,-1-1 0,-8 1 0,0 8 0,6 10 0,2 11 0,1 2 0,-3 7 0,5-1 0,1 9 0,5 2 0,0 0 0,0-5 0,1 5 0,1 0 0,0-2 0,-2-2 0,4-1 0,-9-1 0,-5-1 0,-1-5 0,-12-10 0,-3-3 0,-9-6 0</inkml:trace>
  <inkml:trace contextRef="#ctx0" brushRef="#br1" timeOffset="56">3734 5914 8912,'0'-17'0,"-5"-6"0,-1 0 0,0-5 0,6 5 0,0-6 0,0 6 0,0 2 0,0 2 0,8-4 0,3 0 0,4 2 0,3 10 0,5-3 0,0 9 0,1-1 0,-3 6 0,2 2 0,-2 4 0,-3 5 0,-7 12 0,3-2 0,-9 8 0,1-6 0,-6 5 0,0 1 0,0 7 0,0 2 0,0 3 0,-6-1 0,1-6 0,-1-2 0,6-3 0,0-4 0,0-8 0,0-7 0,0 5 0,0-5 0</inkml:trace>
  <inkml:trace contextRef="#ctx0" brushRef="#br1" timeOffset="57">4233 5777 8912,'10'0'0,"5"0"0,-13 0 0,4 2 0,-12 4 0,2 3 0,-7 8 0,7 0 0,-2 1 0,4-1 0,2 0 0,0 0 0,0 0 0,0-5 0,0-1 0,2-7 0,4 2 0,-2-4 0,7-2 0,-5-2 0,4-4 0,-3-5 0,-1-10 0,-6-2 0,0 0 0,0 6 0,-8-1 0,-3 1 0,1 0 0,-1 0 0,1 5 0,-3 3 0,1 1 0,9-5 0,-5 11 0,8-13 0,0 3 0,8 5 0,9-16 0,10 4 0</inkml:trace>
  <inkml:trace contextRef="#ctx0" brushRef="#br1" timeOffset="58">4440 5261 8912,'9'-17'0,"-1"5"0,-8 1 0,0 5 0,0-5 0,0 7 0,0 0 0,0 16 0,0 9 0,0 19 0,8-2 0,3 8 0,-1 2 0,1 9 0,1-4 0,5 3 0,0-7 0,0-3 0,6-2 0,0 2 0,-2-6 0,-9-11 0,-5-4 0,-7-8 0</inkml:trace>
  <inkml:trace contextRef="#ctx0" brushRef="#br1" timeOffset="59">4440 5657 8912,'-17'-8'0,"-1"-2"0,3-7 0,2 0 0,1 0 0,8 5 0,-1 1 0,3-3 0,2-8 0,2 1 0,3-8 0,11 2 0,9-5 0,1-1 0,5-3 0,0-2 0,-3 3 0,3 1 0,-8 0 0,0 5 0,-6 2 0,0 2 0,-7 2 0,-3 14 0,-7 3 0,0 12 0,0 5 0,0 5 0,6 3 0,0 4 0,5 3 0,-5 9 0,5-1 0,-3 2 0,2 3 0,3 1 0,-3 0 0,1-6 0,-5-1 0,5-5 0,-7 3 0,4-8 0,-2-2 0,-1-2 0,3-8 0,-2 1 0,-4-10 0,5-4 0,1-13 0,-4-6 0,7-14 0,-7-3 0,2-14 0,3 1 0,3-1 0,-3 3 0,3 3 0,-3-2 0,5 10 0,-5 5 0,-1 8 0,5 14 0,-3 3 0,7 10 0,0 4 0,-5 5 0,-1 12 0,-5-2 0,5 6 0,1 0 0,-3 0 0,7-6 0,-5 2 0,-1-4 0,1-2 0,-5-6 0,6 1 0,-7-8 0,7 1 0,1-3 0,-5-4 0,-3-3 0,-3 1 0,-2-8 0,0 1 0,0-6 0,0-1 0,0 1 0,0 0 0,0 6 0,0-1 0,0 8 0,-2-3 0,-3 7 0,3 0 0,-6 2 0,8 3 0,0-1 0,0 8 0,0 1 0,2-5 0,4-3 0,-4 5 0,7-8 0,-3 4 0,-2-5 0,7-1 0,-7-1 0,2-5 0,3-4 0,1-7 0,0 0 0,3 0 0,-7 0 0,1 5 0,-1 1 0,-4-1 0,6 1 0,-8-1 0,7 8 0,5-1 0,3 3 0,2 2 0,-5 7 0,-1 5 0,1 3 0,5 2 0,-6 2 0,1 4 0,-3-4 0,5 4 0,-5-4 0,-1-1 0,-2 5 0,-6 0 0,0-1 0,0-4 0,-6-1 0,0 0 0,-1-7 0,1-5 0,-6-3 0,5-9 0,-9-11 0,7-8 0</inkml:trace>
  <inkml:trace contextRef="#ctx0" brushRef="#br1" timeOffset="60">5404 4969 8912,'0'-17'0,"-2"7"0,-4 4 0,4-3 0,-8 7 0,5-4 0,3 4 0,-6 4 0,8 4 0,2 5 0,4 5 0,-2 1 0,7 0 0,-1 2 0,1 4 0,4-4 0,-3 4 0,3-6 0,2-5 0,1 1 0,-1-7 0,0 0 0,0-6 0,0 0 0,1 0 0,-1 0 0,0 0 0,0-8 0,0-4 0,1-9 0,-1-1 0,-2-7 0,-3 6 0,3-6 0,-6 6 0,3 2 0,-1 2 0,-7 2 0,2 0 0,4 7 0,-1 3 0,3 14 0,-1 5 0,-7 5 0,2 4 0,-3 4 0,3 2 0,-4-1 0,4 3 0,-4-2 0,-2-4 0,0-4 0,0 4 0,0-4 0,0-2 0,0 0 0,-8-7 0,-1-3 0</inkml:trace>
  <inkml:trace contextRef="#ctx0" brushRef="#br1" timeOffset="61">5472 4848 8912,'-23'-17'0,"0"0"0,2 0 0,2 0 0,2 0 0,8-1 0,1 1 0,17 2 0,9 3 0,8-1 0,15 5 0,6 1 0,9-1 0,5 0 0,8 3-848,-8-5 0,6-7 0,-6 0 0</inkml:trace>
  <inkml:trace contextRef="#ctx0" brushRef="#br1" timeOffset="62">6143 4625 8912,'0'-17'0,"0"5"0,0 1 0,0 5 0,0-5 0,0 5 0,0-6 0,2 11 0,4 1 0,-2 7 0,7 10 0,1 1 0,5 6 0,0 3 0</inkml:trace>
  <inkml:trace contextRef="#ctx0" brushRef="#br1" timeOffset="63">6281 4917 8912,'0'27'0,"-6"-2"0,-1-10 0,-1-2 0,0-1 0,-5-8 0,2 1 0,3-3 0,0-2 0,1-7 0,5-3 0,-2-5 0,8 2 0,7 1 0,12-7 0,4-8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0T17:42:29.89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21046 17193 8912,'-51'0'0,"7"0"0,3 0 0,11 2 0,1 4 0,10 5 0,2 12 0,7-4 0,10 4 0,0 2 0,2-2 0,6-2 0,9-2 0,2-4 0,10-3 0,1 1 0,9-7 0,1-2 0,-2-2 0,-2-4 0,-1-4 0,-1-4 0,1-7 0,-9 0 0,-3 0 0,-9 0 0,-3-1 0,-7-1 0,2-4 0,-20 4 0,-10-5 0,-13 1 0,-9 0 0,-11 5 0,-6 7 0,2 7 0,0-2 0,3 6 0,8 6 0,1 4 0,9 7 0,13 6 0,10 0 0,13-2 0,4-10 0,23 5 0,13-7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21:51:50.7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15178 7771 8912,'-15'17'0,"1"1"0,3-3 0,-2-4 0,5-3 0,8-8 0,9 0 0,1 0 0,-2 0 0,-8 0 0,0 0 0,0-8 0,0 7 0,0-9 0,0 4 0,2 4 0,3-3 0,-3 3 0,8 2 0,-6-2 0,1-4 0,9 4 0,-3-4 0,-1 4 0,1 2 0,1-5 0,5-1 0,6 0 0,0 6 0,7 0 0,-1 0 0,4 0 0,1 0 0,2 0 0,4 0 0,-1 0 0,7 0 0,-2 0 0,1 0 0,5 0 0,-4 0 0,2 0 0,0 0 0,-2 0 0,1 0 0,-3 0 0,2 0 0,-2 0 0,2 0 0,2 0 0,-8 0 0,2 0 0,-2 0 0,-3 0 0,5 0 0,0 0 0,4 0 0,3 0 0,3 0 0,0 0 0,-1 0 0,7 0 0,-1 0 0,0 0 0,-5 0 0,-6 0 0,0 0 0,0 0 0,3 0 0,-1 0 0,-2 0 0,6 0 0,5 0 0,6 0 0,-6 0 0,1 0 0,-7 0 0,1 0 0,0 0 0,-3 0 0,-3 0 0,2 0 0,-8 0 0,8 0 0,-2 0 0,2 0 0,0 0 0,-3 0 0,3 0 0,0 0 0,-2 0 0,7 0 0,-7 0 0,6 0 0,-12 0 0,0 2 0,-5 2 0,-1 2 0,1-2 0,-1-1 0,0 3 0,7-4 0,-1 4 0,6 1 0,-6-1 0,8 2 0,-3-4 0,5 1 0,2-1 0,-6 0 0,0 2 0,-2-4 0,1 3 0,-1-3 0,-3-2 0,1 0 0,5 0 0,-1 2 0,2 4 0,4-4 0,5 4 0,-3-3 0,3 3 0,2-4 0,-1 4 0,-1-2 0,2 1 0,-5-1 0,3 8 0,-3-9 0,-3 3 0,3 4 0,1-1 0,3 3 0,-3-1 0,1-5 0,1 5 0,-4-5 0,5 6 0,-12-9 0,-6 3 0,-4-4 0,1-2 0,1 0 0,2 0 0,6 0 0,-6 0 0,6 0 0,-6 0 0,10 6 0,1-1 0,1 1 0,5-6 0,-3 2 0,-2 2 0,1 2 0,4-3 0,-3-1 0,3-2 0,4 0 0,3 0 0,3 0 0,1 0 0,-1-2 0,-2-1 0,-4-5 0,-1-2 0,-3 5 0,-5-7 0,-6 8 0,0-1 0,-8-3 0,2 2 0,-4-5 0,-1 5 0,-1 0 0,0 6 0,1 0 0,-1 0 0,1 0 0,-1 0 0,6 0 0,0 0 0,1 0 0,-7 0 0,0 0 0,1 0 0,-1 0 0,1 0 0,-3 0 0,-3 0 0,9 6 0,-3 0 0,3 0 0,-2-6 0,4 2 0,6 3 0,2-3 0,-2 4 0,4-4 0,-5-2 0,-1 0 0,2 0 0,-2 0 0,2 0 0,2 6 0,-8-1 0,-4-1 0,-5-2 0,5-2 0,-7 0 0,7 0 0,-7 0 0,4 0 0,1 0 0,0 0 0,1 0 0,-1 0 0,1 0 0,1 0 0,4 0 0,-4 0 0,5 0 0,-5 0 0,-2 0 0,-1 0 0,-3 2 0,-1 2 0,2 1 0,-4 1 0,1-6 0,-5 0 0,6 0 0,0 0 0,5 0 0,0 0 0,1 0 0,1 0 0,4 0 0,-3 0 0,3 0 0,-4 0 0,-2 0 0,1 0 0,-1 0 0,1-2 0,-1-3 0,-7 3 0,-2-4 0,-2 2 0,0-2 0,0 4 0,-6-3 0,6 3 0,0 2 0,2 0 0,-4 0 0,3 0 0,3 0 0,-4 0 0,6 0 0,-6-6 0,5 0 0,-1 1 0,2 5 0,-4 0 0,-8 0 0,6 0 0,0 0 0,-2 0 0,-2 0 0,-2 0 0,0 0 0,-5 0 0,-1 0 0,1-6 0,5 0 0,0 2 0,1 2 0,-1 2 0,0 0 0,0 0 0,-5 0 0,-1 0 0,2 0 0,-3-1 0,1-5 0,-5 4 0,6-4 0,-8 4 0,11 2 0,-4 0 0,-1 0 0,1 0 0,-5 0 0,6 0 0,-7 0 0,7 0 0,-1 0 0,6 0 0,1 0 0,-1 0 0,0 0 0,-2-2 0,-1-1 0,-3-3 0,-5 0 0,5 6 0,-7 0 0,12 0 0,-15 0 0,7 0 0,-8 0 0,-2 0 0,-4 0 0,-5 0 0,-4 0 0,-10 0 0,-4 0 0,-11 8 0,-4 1 0</inkml:trace>
  <inkml:trace contextRef="#ctx0" brushRef="#br0" timeOffset="1">23610 13840 8912,'0'-17'0,"0"0"0,0 0 0,0 7 0,0 3 0,0 9 0,2 1 0,4 3 0,-2 6 0,7-7 0,-7 3 0,2-2 0,3-4 0,3 5 0,3 1 0,8-6 0,0 4 0,6-3 0,-6 3 0,9-4 0,3 4 0,-1-4 0,6-2 0,2 5 0,-2 1 0,6 0 0,-4-6 0,0 0 0,0 0 0,1 6 0,-3-1 0,-4 1 0,4-6 0,2 0 0,-2 0 0,2 0 0,-1 0 0,-5 0 0,4 0 0,-2 2 0,2 4 0,-1-4 0,5 3 0,-2-1 0,-4 2 0,-2-4 0,-1 4 0,5-3 0,0 3 0,0-4 0,-5 4 0,-1-4 0,0-2 0,3 0 0,3 0 0,-4 0 0,4 0 0,-1 0 0,1 0 0,2 0 0,6 0 0,-4-2 0,-2-4 0,4 4 0,-6-4 0,6-1 0,-6 1 0,0 0 0,-6 6 0,1-2 0,-1-3 0,6 3 0,1-4 0,-3 4 0,-2 2 0,4 0 0,0 0 0,6 0 0,-6 0 0,3 0 0,-5 0 0,2-2 0,-2-4 0,4 5 0,-2-5 0,-1 4 0,-11 2 0,3 0 0,-8 0 0,7-6 0,-1 0 0,-4 1 0,0 5 0,-2 0 0,0 0 0,5-6 0,-5 0 0,6 0 0,-6 6 0,8 0 0,-3 0 0,3 0 0,-2 0 0,3-5 0,-3-1 0,3 2 0,3 2 0,-1 2 0,0 0 0,1 0 0,-1 0 0,-5 0 0,0 0 0,-6 0 0,5 0 0,-5-2 0,6-1 0,0-3 0,-3 2 0,13 2 0,-5 2 0,6-2 0,0-4 0,-1 5 0,6-5 0,-4-2 0,3 2 0,-2 3 0,-4 1 0,-8 2 0,-1 0 0,-2-6 0,2 0 0,1 1 0,-7 5 0,0 0 0,-6 0 0,6-6 0,0 0 0,0 0 0,-6 6 0,2 0 0,4 0 0,2 0 0,6 0 0,-2 0 0,1 0 0,3-2 0,1-3 0,6 3 0,0-4 0,1 4 0,-7 2 0,-5 0 0,-1 0 0,1 0 0,3 0 0,-3 0 0,-6 0 0,2 0 0,-2 0 0,6 0 0,-6 0 0,1 0 0,-1 0 0,-2 0 0,8 0 0,-2-6 0,2 1 0,3-1 0,-3 6 0,5 0 0,4 0 0,3 0 0,-3 0 0,4 0 0,-2 0 0,0 0 0,-5 0 0,-1 0 0,0 0 0,-1 0 0,-4 0 0,3-6 0,-5 0 0,2 3 0,-1 1 0,1 2 0,5 0 0,1 0 0,-1 0 0,-1-2 0,-3-2 0,-1-2 0,2 2 0,1 3 0,2 1 0,-5 0 0,0 0 0,-8 0 0,2 0 0,2-2 0,-2-4 0,0 4 0,-6-4 0,0 4 0,0 2 0,0 0 0,-7 0 0,-2 0 0,-8 0 0,0 0 0,7 0 0,3 0 0,7 0 0,0 0 0,0 0 0,1 0 0,-1 0 0,0-7 0,0 5 0,0-4 0,6 4 0,0 2 0,0 0 0,2 0 0,-4 0 0,8 0 0,-6 0 0,5 0 0,-5-6 0,6 1 0,-6-1 0,6 6 0,-8 0 0,2 0 0,-4 0 0,-2 0 0,-6-2 0,1-4 0,-6 4 0,5-3 0,-5 3 0,5 2 0,-7 0 0,4 0 0,-8 0 0,0 0 0,8 0 0,-7 0 0,15 0 0,-14 0 0,13 0 0,-13 0 0,5 0 0,-5-6 0,4 0 0,-4 1 0,6 5 0,-8 0 0,0 0 0,7 0 0,-5 0 0,6 0 0,-8 0 0,0 0 0,-15 0 0,-5-8 0,-14-2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21:51:50.7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23473 12620 8912,'-10'0'0,"2"-2"0,8-4 0,0 2 0,0-7 0,0 5 0,2-3 0,4 1 0,-4 0 0,4 3 0,-4 3 0,-2-6 0,0 0 0,-8 6 0,-3-3 0,-7 3 0,-5 2 0,0 2 0,-11 3 0,1 5 0,-12 7 0,-3 0 0,-2 1 0,-9-1 0,-4 0 0,2 6 0,-3 0 0,9 0 0,-2-6 0,-5 0 0,-1 0 0,-4 1 0,-1-1 0,-7 0 0,-1-2 0,-3-1 0,-3-3 0,5-7 0,3 2 0,3-5-108,2-1 1,0 6 107,1 0 0,6 0 0,5-6 0,5 2 0,7 1 0,4 3 0,5-2 0,9-2 0,4-2 0,4 0 0,8 0 0,-1 0 0,8 0 0,-3 0 215,14 0-215,-5 0 0,6 0 0,-8 0 0,0 2 0,0 3 0,0 5 0,0 0 0,-8 5 0,-1-6 0</inkml:trace>
  <inkml:trace contextRef="#ctx0" brushRef="#br0" timeOffset="1">21889 12413 8912,'-17'6'0,"0"0"0,0-2 0,7-4 0,5-6 0,1 2 0,-2-7 0,2 7 0,-7-2 0,5 4 0,-6 2 0,-1 0 0,-2 0 0,-2 2 0,-1 4 0,-5 3 0,0 9 0,-9 1 0,-1 4 0,-7 5 0,-4 5 0,0 1 0,-2 1 0,-3-1 0,3 0 0,-4 1 0,-1-1 0,7-1 0,3-5 0,5 3 0,2-8 0,1-4 0,4-6 0,10 1 0,8-9 0,7 1 0,-4 2 0,8-6 0,2 5 0,4-5 0,5 4 0,7 2 0,5 3 0,-4 2 0,4-7 0,3 7 0,3-1 0,4 1 0,1 1 0,1-3 0,-1 3 0,0-5 0,1 3 0,-7-3 0,1 3 0,0 1 0,5-7 0,1 7 0,-1-2 0,-5-3 0,-1-2 0,-7-2 0,4-1 0,0 3 0,-6 0 0,-2 2 0,-9 1 0,-8 8 0,-15 1 0,-12 6 0,-17 3 0</inkml:trace>
  <inkml:trace contextRef="#ctx0" brushRef="#br0" timeOffset="2">5025 12293 8912,'-10'0'0,"-3"-2"0,7-4 0,-1-1 0,3-7 0,-2 3 0,-2 1 0,3-1 0,3-4 0,-14 13 0,5-4 0,-4 4 0,3 2 0,1 0 0,-1 0 0,-5 0 0,-8 2 0,-3 4 0,-5 11 0,-3 12 0,-3 5 0,-1 6 0,-11 10 0,5 7 0,-6 14-207,12-2 1,0 3 206,5-3 0,9-2 0,5-4 0,7-6 0,8-3 0,12-5 0,6-3 0,3 4 0,2-4 0,8 3 0,4 3 0,3-1 0,6-5 0,6-2 0,8-2 0,5-9 0,1-10 0,3-10 0,8-1 0,5-3 0,1 3 0,-8-3 0,-10-3 0,-5 7 0,-6 8 0,-8 14 0,-15 10 0,-15 5 0,-18 2 0</inkml:trace>
  <inkml:trace contextRef="#ctx0" brushRef="#br0" timeOffset="3">20341 11760 8912,'9'17'0,"-1"-7"0,0 3 0,3-7 0,4-2 0,2-2 0,1 0 0,-1 1 0,0 3 0,6 8 0,4-3 0,3 6 0,7 6 0,3 0 0,0 10 0,8 5 0,7 4 0,-1 11 0,3 10 0,-3 6 0,-3 6 0,-28-33 0,-2 3 0,1 6 0,-3 2 0,-4 1 0,-4 2 0,-1 4 0,-4 1 0,-4-1 0,-3 0-243,-2 0 0,-3 0 0,-5 2 0,-3-1 243,-2 2 0,-2 0 0,-2-3 0,-2 0 0,-3 0 0,-2-1 0,2-7 0,-2-1 0,2-6 0,-1-2 0,-32 35-192,1-9 1,22-33 0,-1-2 191,-33 29 0,33-28 0,0-3 0,-33 14 0,0 0 0</inkml:trace>
  <inkml:trace contextRef="#ctx0" brushRef="#br0" timeOffset="4">24161 12173 8912,'-11'0'0,"-1"0"0,-1 0 0,-3 0 0,7 0 0,1 2 0,8 5 0,2 9 0,4 5 0,-2 17 0,5 2 0,1 8 0,-1 3 0,-3 8 0,4 3 0,-1 1 0,1 0 0,-1-14 0,3 3 0,1-14 0,-7-3 0,-2-9 0,-2-1 0,-2-13 0,0 3 0,0-30 0,0-5 0</inkml:trace>
  <inkml:trace contextRef="#ctx0" brushRef="#br0" timeOffset="5">24006 12276 8912,'2'-17'0,"4"0"0,5-6 0,12 0 0,4-6 0,9 4 0,3-2 0,1-3 0,7 3 0,-1-2 0,2 14 0,-2 0 0,-6 7 0,-3 10 0,-13 8 0,-6 13 0,-9-4 0,-24 21 0,-4-4 0</inkml:trace>
  <inkml:trace contextRef="#ctx0" brushRef="#br0" timeOffset="6">24109 12654 8912,'-7'10'0,"5"5"0,-6-13 0,8 6 0,8-8 0,3-8 0,12-4 0,6-3 0,9-10 0,2-3 0,8-5 0,-2-1 0,4-8 0,1-2 0</inkml:trace>
  <inkml:trace contextRef="#ctx0" brushRef="#br0" timeOffset="7">24643 12448 8912,'-25'34'0,"-4"-1"0,-1-3 0,1-1 0,-2-6 0,8 5 0,6 1 0,6 6 0,7-3 0,-2-3 0,4 1 0,2-7 0,8 0 0,5-6 0,6-1 0,4-5 0,8-3 0,-2-8 0,1-2 0,-1-4 0,3-4 0,-3-7 0,-4-8 0,-2-3 0,-6 1 0,-5-2 0,1 1 0,-7-7 0,-2 7 0,-10-1 0,0 2 0,-9-3 0,-4 3 0,0 2 0,-1 2 0,3 6 0,8 0 0,-7 0 0,7-1 0</inkml:trace>
  <inkml:trace contextRef="#ctx0" brushRef="#br0" timeOffset="8">24643 12448 8912,'17'0'0,"8"-8"0,2-1 0</inkml:trace>
  <inkml:trace contextRef="#ctx0" brushRef="#br0" timeOffset="9">25004 12379 8912,'-11'10'0,"-1"-5"0,7-1 0,-7 2 0,1-2 0,-7 7 0,-5 1 0,0 5 0,2 2 0,2 4 0,4 4 0,4 7 0,-3 6 0,8 0 0,1 6 0,5-6 0,7-2 0,5-9 0,11-4 0,5-8 0,5-5 0,1-3 0,-1-3 0,-4-8 0,3-6 0,-3-9 0,-2-10 0,1-7 0,-13 0 0,3-8 0,-5 1 0,-3 1 0,-3-7 0,-7 1 0,6 4 0,0 2 0,-2 5 0,-3 7 0,-1 1 0,0 4 0,-5 9 0,-1-3 0,0 12 0,1-1 0,-1 12 0,0 5 0,6 12 0,0-2 0,0 8 0,6-1 0,1 7 0,1-1 0,0 0 0,5-1 0,-1-4 0,3-5 0,2-6 0,0-1 0,1 0 0,-7-7 0,0-5 0,1-3 0,5-2 0,-2-2 0,-3-3 0,3-5 0,-5-9 0,1-2 0,1-2 0,-8-6 0,1 6 0,-3-5 0,-2 5 0,6 0 0,0 6 0,-1-1 0,-5 1 0,0 8 0,0 1 0,0 8 0,0 10 0,0 7 0,6 6 0,0 7 0,0-3 0,1-2 0,1-2 0,3-6 0,5 0 0,-5 0 0,6-7 0,6-4 0,-4-4 0,4-2 0,2-2 0,-2-4 0,0-9 0,-6-8 0,1-2 0,-1 2 0,-2-4 0,-3 0 0,1-3 0,-7 7 0,-1-6 0,-5 6 0,0 0 0,0 6 0,0 0 0,0 0 0,0 7 0,0 3 0,0 9 0,0 3 0,0 11 0,2 8 0,2 1 0,2 0 0,5 4 0,-3-4 0,0 1 0,-1 5 0,5-6 0,-7-2 0,1 2 0,-6-1 0,-2 1 0,-3 0 0,-5 4 0,-7-6 0,-8 1 0,-4-3 0,-3 2 0,-3-2 0,1-1 0,0-3 0,-1-8 0,1-1 0,-1-8 0</inkml:trace>
  <inkml:trace contextRef="#ctx0" brushRef="#br0" timeOffset="10">26536 12224 8912,'-12'-15'0,"3"2"0,-1 3 0,1 2 0,5 5 0,-2 8 0,4 7 0,2 5 0,0 6 0,0-2 0,0 8 0,6-3 0,2 5 0,-1-2 0,1 1 0,3-5 0,-5-2 0,2-4 0,-4-2 0,1 0 0,9-7 0,-5-2 0</inkml:trace>
  <inkml:trace contextRef="#ctx0" brushRef="#br0" timeOffset="11">26484 12104 8912,'-15'-17'0,"1"0"0,3-1 0,-2 1 0,5 6 0,2-1 0,-1 7 0,1-7 0,2 8 0,10-1 0,5 5 0,12 5 0,2-1 0,4 8 0,3-7 0,-3 7 0,3-1 0,3 6 0</inkml:trace>
  <inkml:trace contextRef="#ctx0" brushRef="#br0" timeOffset="12">26863 12224 8912,'0'25'0,"-6"-6"0,0 4 0,-5-9 0,5-3 0,0 0 0,6 7 0,0-1 0,-7 0 0,5 0 0,-4 0 0,4 1 0,2-9 0,2-1 0,4-8 0,-4-2 0,3-4 0,-1 0 0,0-9 0,2-4 0,-2 0 0,-1-2 0,3-2 0,-4-2 0,4-3 0,1-3 0,-1 8 0,6 0 0,-7 6 0,9-6 0,-3 2 0,3 4 0,-3 3 0,4 11 0,-3-3 0,9-2 0,2 3 0,6 1 0,-6 9 0,7 7 0,-1 11 0,-2-4 0,1 4 0,1 2 0,5-2 0,-5 0 0,-2-8 0,-2-4 0,5 5 0,-3-7 0</inkml:trace>
  <inkml:trace contextRef="#ctx0" brushRef="#br0" timeOffset="13">27603 11812 8912,'0'-27'0,"0"-4"0,0 8 0,0 1 0,0 14 0,0 8 0,0 15 0,0 16 0,2 7 0,3 8 0,-3 3 0,4 3 0,2 0 0,-3-1 0,9-5 0,-3 0 0,10-8 0,2 2 0,8-3 0,-2-3 0,3-9 0,2-8 0,8 0 0,2-7 0</inkml:trace>
  <inkml:trace contextRef="#ctx0" brushRef="#br0" timeOffset="14">28033 12104 8912,'0'-17'0,"0"5"0,0 1 0,0-1 0,-8 3 0,-3 3 0,-4 6 0,-3 6 0,1 3 0,0 9 0,0-1 0,-1 0 0,7 6 0,0 0 0,7 0 0,-2-6 0,4 0 0,2 0 0,0 1 0,0-1 0,2-8 0,4-3 0,-2-4 0,7-2 0,0-6 0,7 0 0,-1-7 0,0 2 0,-5 1 0,-1-1 0,1 1 0,5-3 0,0 1 0,0 8 0,0-1 0,-5 3 0,-1 2 0,1 0 0,5 0 0,-6 5 0,1 1 0,-1 2 0,7-2 0,-7 1 0,1 5 0,1-5 0,2 1 0,2-6 0,1 6 0,-1-8 0,-8 0 0,14 0 0,-4 0 0</inkml:trace>
  <inkml:trace contextRef="#ctx0" brushRef="#br0" timeOffset="15">28515 11743 8912,'-17'0'0,"-1"0"0,1 0 0,2 2 0,3 4 0,3-3 0,5 11 0,-2 5 0,1 0 0,5 10 0,0-1 0,0 7 0,0-1 0,0 0 0,5 7 0,1-1 0,7-2 0,-1-9 0,3 1 0,2-7 0,1 4 0,-1-10 0,0 2 0,0-11 0,0-1 0,1 1 0,-7-2 0,1-6 0,-1-8 0,6-1 0,0-9 0,-5 1 0,-3 0 0,1-2 0,0-4 0,-7 4 0,3-4 0,-2 6 0,2 5 0,-4-3 0,5 5 0,-7 1 0,0 3 0,0 12 0,0 3 0,0 9 0,8-1 0,1-6 0,9 1 0,-1-8 0,0 1 0,0-3 0,1-2 0,-1 0 0,0 0 0,0 0 0,0 0 0,1 0 0,-1 0 0,0 0 0,0 0 0,-5 0 0,-1 0 0,-5 2 0,5 4 0,1-2 0,5 7 0,-7 1 0,5 5 0,-13-8 0,5-1 0,-7-8 0,-7 8 0,-3 1 0</inkml:trace>
  <inkml:trace contextRef="#ctx0" brushRef="#br0" timeOffset="16">28429 12018 8912,'-56'0'0,"5"0"0,9 0 0,9 0 0,16 0 0,9 0 0,20 0 0,11 0 0,13-2 0,21-4 0,12 1 0,11-11 0,5-5 0,1-3 0,0 2 0,-40 3 0,1-2 0,1 3 0,0 0 0</inkml:trace>
  <inkml:trace contextRef="#ctx0" brushRef="#br0" timeOffset="17">29719 11777 8912,'12'0'0,"-1"0"0,-7 2 0,2 4 0,-4 9 0,-2 10 0,0 4 0,0 7 0,0 0 0,0 8 0,0 0 0,0 0 0,2-6 0,2 4 0,3-2 0,3 1 0,-6-7 0,1-5 0,-3-8 0,-2 2 0,-2-4 0,-3-2 0,-5-8 0,-7-9 0,0-11 0,-1-4 0,1-3 0,0-4 0,0-3 0,0-2 0,-1-4 0,7-7 0,-1-2 0,9-2 0,-3 2 0,2-2 0,-2-4 0,4-4 0,-3 5 0,3 3 0,2 1 0,2 13 0,3 3 0,9 4 0,7 4 0,6 1 0,7 11 0,8 3 0,4-4 0,4 4 0,1 2 0,1 2 0,0 4 0,-9-2 0,-4 9 0,-9 4 0,-7 4 0,-11 10 0,-7-3 0,-18 11 0,-10 1 0,-9 6 0,-9-6 0,3 6 0,-8-6 0,8 6 0,-2-6 0,11-8 0,6-9 0,-3-4 0,-1-2 0</inkml:trace>
  <inkml:trace contextRef="#ctx0" brushRef="#br0" timeOffset="18">30236 11794 8912,'7'-26'0,"-5"-7"0,4 5 0,-4 3 0,-2 8 0,0 11 0,0 12 0,0 5 0,-6 12 0,0 6 0,1 3 0,5 2 0,0 1 0,0-1 0,0-1 0,0-5 0,0-1 0,0-4 0,0-4 0,0 4 0,0-4 0,5-7 0,1-1 0,7-7 0,-1 2 0,3-18 0,2-5 0,1-6 0,-1 0 0,0-4 0,0-7 0,-1 0 0,-5-1 0,4 7 0,-5 1 0,1 2 0,1 4 0,-8 2 0,11 9 0,-11 3 0,7 7 0,-7 0 0,10 7 0,-7 5 0,3 3 0,1-5 0,6 3 0,1-7 0,1-1 0,4-5 0,-4-1 0,4-5 0,-4 2 0,-2-7 0,0-3 0,0-1 0,1-2 0,-7 1 0,1 5 0,-7-4 0,7 3 0,-8 3 0,1-3 0,-3 6 0,-2-5 0,0 7 0,0 4 0,0 12 0,2-3 0,4 3 0,-2 1 0,7 10 0,-5-10 0,5 5 0,3-3 0,1 0 0,2-5 0,1-5 0,5-3 0,-1-2 0,3-2 0,-2-3 0,-4-5 0,4-7 0,-2-8 0,2-4 0,-4-3 0,4-2 0,-5-3 0,-7-3 0,4-2 0,-3-4 0,-5-3 0,-1 3 0,-4 2 0,-2-2 0,6 8 0,0-2 0,-1 11 0,-5 16 0,0 18 0,0 14 0,0 22 0,-5-3 0,-1 8 0,0 5 0,6 7 0,0-7 0,0-5 0,2-8 0,2 4 0,4-2 0,1 0 0,3-5 0,5-7 0,2-7 0,4 2 0,-4-11 0,13-12 0,-5-10 0</inkml:trace>
  <inkml:trace contextRef="#ctx0" brushRef="#br0" timeOffset="19">31148 11451 8912,'-25'0'0,"6"0"0,-4 0 0,4 0 0,9-8 0,8-2 0,12 1 0,17-6 0,18 3 0,15-3 0,9-2 0,-1 1 0,7 5 0,-10-2 0,-2 7 0,-13-6 0,-2 7 0,-12 3 0,-15 6 0,-10 5 0,-11 8 0</inkml:trace>
  <inkml:trace contextRef="#ctx0" brushRef="#br0" timeOffset="20">27792 12912 8912,'-34'23'0,"1"0"0,2 0 0,3 0 0,-1 2 0,2 3 0,6 7 0,8 3 0,5 8 0,8-6 0,4-2 0,8-2 0,1-9 0,16-4 0,1-6 0,3-5 0,-1-5 0,-1-9 0,-4-3 0,-3-7 0,5-11 0,-8-5 0,-4-5 0,-3-1 0,-8-6 0,5-1 0,-7-4 0,2 5 0,-8 1 0,-10 3 0,1 4 0,-12 3 0,-4 0 0,-2 12 0,3-2 0,-3 13 0,-2 2 0,-1 2 0,5 12 0,4 7 0,6 2 0,5 10 0,5-8 0,7 2 0,0-12 0,15 5 0,4-7 0</inkml:trace>
  <inkml:trace contextRef="#ctx0" brushRef="#br0" timeOffset="21">28205 12723 8912,'6'-17'0,"-1"0"0,-1-1 0,-2 1 0,-4 6 0,-3-1 0,3 10 0,-4 2 0,6 16 0,6 12 0,-3 7 0,9 5 0,-1 4 0,7 7 0,-1-5 0,0 0 0,0 0 0,0-2 0,-1 5 0,-5-3 0,-3-4 0,-8-2 0,-8-3 0,-1-3 0</inkml:trace>
  <inkml:trace contextRef="#ctx0" brushRef="#br0" timeOffset="22">28033 13067 8912,'17'6'0,"0"-1"0,1-1 0,-1-4 0,0-6 0,0 4 0,0-3 0,8-5 0,4 1 0,3-3 0,3 1 0,7-1 0,4-5 0,4-2 0,1-4 0,1-4 0,-1-7 0</inkml:trace>
  <inkml:trace contextRef="#ctx0" brushRef="#br0" timeOffset="23">28790 12585 8912,'17'-17'0,"-7"0"0,-4 0 0,-4 5 0,-2 1 0,0 7 0,0 12 0,0 15 0,0 9 0,0 8 0,0 4 0,0 8 0,0-1 0,0 1 0,1-4 0,5 3 0,-2-11 0,7 6 0,1-8 0,5-5 0,0-4 0,1-7 0,-1-4 0,0-7 0,0-3 0,0-8 0,3-14 0,2-3 0,0-11 0,6-1 0,-7-4 0,2 1 0,-4 1 0,-2 3 0,-7 1 0,-4-2 0,-4-3 0,-10 15 0,-3-1 0,-5 9 0,-1 9 0,0 4 0,0 5 0,-1 10 0,1 6 0,2 4 0,3 5 0,-1 1 0,7-1 0,3-5 0,8-1 0,1-7 0,11 2 0,4-4 0,16-3 0,3-5 0,6-5 0,3-6 0,3-6 0,0-11 0,-1-10 0,1-7 0</inkml:trace>
  <inkml:trace contextRef="#ctx0" brushRef="#br0" timeOffset="24">29582 12809 8912,'0'-10'0,"0"1"0,0 3 0,-8 4 0,-1-5 0,-9 7 0,3 7 0,4 5 0,-3 3 0,6 2 0,1 2 0,-1 4 0,2-4 0,6 4 0,0-4 0,0-2 0,6 1 0,0-1 0,7 0 0,-1 0 0,9-7 0,2-5 0,0-3 0,2-2 0,-4 0 0,7 0 0,1-15 0,5 4 0,1-14 0</inkml:trace>
  <inkml:trace contextRef="#ctx0" brushRef="#br0" timeOffset="25">29926 12551 8912,'0'-29'0,"0"1"0,0 1 0,0-2 0,0 6 0,0 12 0,0 5 0,0 12 0,0 11 0,0 12 0,2 5 0,4 6 0,-5 4 0,5 8 0,-2-3 0,2-3 0,-4 2 0,3-8 0,3 6 0,-2-6 0,0 0 0,-6-5 0,0-3 0,0-3 0,0 1 0,0-7 0,-2-2 0,-4-9 0,-4-5 0,-7-7 0,0 0 0</inkml:trace>
  <inkml:trace contextRef="#ctx0" brushRef="#br0" timeOffset="26">29857 12723 8912,'-17'0'0,"0"0"0,-1 0 0,1 0 0,0 0 0,7 0 0,12 0 0,14-2 0,7-4 0,3-5 0,3 1 0,5-1 0,3 5 0,-1-3 0,0 1 0,-3 4 0,-2-4 0,3 3 0,-5-1 0,-1 6 0,-7-6 0,2 0 0,4 1 0,0 5 0</inkml:trace>
  <inkml:trace contextRef="#ctx0" brushRef="#br0" timeOffset="27">30304 12637 8912,'0'19'0,"0"4"0,0-2 0,0 8 0,0-3 0,0 3 0,2 4 0,2-5 0,4 3 0,1-3 0,-3-3 0,6-8 0,-7-5 0,7-1 0,-1-7 0,7 2 0,-1-12 0,0-5 0,0-5 0,-5-8 0,-1-5 0,-1 2 0,1-1 0,3 1 0,-9-2 0,7-1 0,-7 7 0,9 0 0,-10 6 0,7-1 0,-5 9 0,5 3 0,-5 12 0,6 5 0,-7 3 0,7-3 0,-7 4 0,7-3 0,-8 3 0,11 2 0,-5-7 0,1 3 0,1-7 0,1-2 0,-3-2 0,1-2 0,0-8 0,7 0 0,-1-3 0,-6-2 0,1 7 0,-6-6 0,5 7 0,-1-9 0,3 5 0,-3-3 0,-3 1 0,7 7 0,-12-4 0,13 8 0,-11 0 0,7 0 0,-5 2 0,5 4 0,-5 4 0,4 7 0,-1 0 0,1 0 0,1 0 0,6 1 0,1-3 0,-1-4 0,0 5 0,0-5 0,6-3 0,0-3 0,6-3 0,-6-2 0,11-7 0,-3-5 0,-1-5 0,3-6 0,-3 2 0,-1-8 0,2 3 0,-8-3 0,-2-3 0,-10 3 0,-3 4 0,-8 2 0,-2 4 0,-4 4 0,-5 3 0,-5 7 0,-3 5 0,-4 5 0,4 11 0,-4 6 0,6 7 0,6-6 0,-3 6 0,8-6 0,1 5 0,7-5 0,5-4 0,11-5 0,3-1 0,13-7 0,4 0 0,14-6 0,-1 0 0,1 0 0,0 0 0,-8-16 0,-2-3 0</inkml:trace>
  <inkml:trace contextRef="#ctx0" brushRef="#br0" timeOffset="28">28360 12637 8912,'17'0'0,"0"0"0,-1-2 0,-5-4 0,-1-1 0,-7-7 0,3 3 0,0-1 0,-6-5 0,2 0 0,4 0 0,-5 0 0,5-1 0,-4 1 0,-2 0 0,-2 7 0,-4 5 0,-5 7 0,-4 9 0,-8 2 0,0 16 0,-8 0 0,3 5 0,3 1 0,2-1 0,6 0 0,5 1 0,-3-1 0,5 1 0,-7-1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21:51:50.8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10687 9989 8912,'-35'-2'0,"3"-2"0,3-1 0,6-1 0,4 0 0,2 1 0,9-3 0,8 2 0,8-1 0,9-7 0,0 5 0,0 1 0,6-5 0,2 1 0,2-1 0,3 1 0,3-3 0,1 5 0,1-1 0,-1 0 0,1 5 0,-1-6 0,6 9 0,0-3 0,10 2 0,2 0 0,9-2 0,6 3 0,9 1 0,5 2 0,3 2-293,2 3 0,6 5 293,-1 7 0,3-5 0,-2-1 0,-44-5 0,1-1 0,6 3 0,1 0 0,2-1 0,1-1 0,0 0 0,0 0 0,-2-4 0,-3-1 0,-4 2 0,-2 0 0,44-1 0,5-2 0,-46 0 0,-1 0 0,2 0 0,0 0 0,-2 0 0,-1 0 0,35-2 0,-3-2-99,-7-1 1,-5-3 98,-6 2 0,-9 4 0,-8-3 0,-6 3 0,6 2 0,-8 0 0,2 0 0,-6 0 0,-5 0 0,-4 2 0,-8 3 287,0-3 0,-5 6-287,-1-8 104,-7 0 1,2 0-105,-12 0 0,4 0 0,-5 0 0,7 0 0,0 0 0,7-15 0,3-5 0</inkml:trace>
  <inkml:trace contextRef="#ctx0" brushRef="#br0" timeOffset="1">10428 8803 8912,'10'36'0,"-2"-3"0,-8-14 0,0 2 0,-2 4 0,-2-1 0,-2 1 0,0 4 0,6-6 0,0-2 0,0-2 0,2-2 0,2 0 0,4-1 0,1-5 0,-3-3 0,6-8 0,-9 0 0,5 0 0</inkml:trace>
  <inkml:trace contextRef="#ctx0" brushRef="#br0" timeOffset="2">10411 8648 8912,'-9'-7'0,"-7"-3"0,14-2 0,-3 1 0,3 5 0,2-5 0,0-3 0,7 7 0,5 1 0,3 4 0,2 2 0,6-6 0,0 1 0,0-1 0,-6 6 0</inkml:trace>
  <inkml:trace contextRef="#ctx0" brushRef="#br0" timeOffset="3">10876 8751 8912,'-8'10'0,"6"-1"0,-3-3 0,3-2 0,2 7 0,0 3 0,0 1 0,0 2 0,0 0 0,0 1 0,2-1 0,3 0 0,-3-7 0,8 3 0,-6-9 0,1-6 0,7-2 0,-6-13 0,-1 3 0,-5-8 0,6 2 0,0 3 0,0-2 0,1-4 0,-5 4 0,4-4 0,1 10 0,-1 1 0,8 1 0,-5 1 0,8 5 0,-5 3 0,-1 2 0,-1 7 0,3 5 0,-1 5 0,1 6 0,0-2 0,-1 8 0,3-8 0,-3 2 0,3-4 0,2-2 0</inkml:trace>
  <inkml:trace contextRef="#ctx0" brushRef="#br0" timeOffset="4">11427 8597 8912,'-18'9'0,"-1"4"0,-4-7 0,2 2 0,-6-4 0,3 3 0,3 3 0,1-4 0,3 5 0,2-5 0,3 5 0,5 1 0,7 5 0,0 0 0,2-2 0,3-3 0,-1 1 0,8-7 0,-1 2 0,6-3 0,-5-3 0,-1 4 0,1-6 0,3-6 0,-3-5 0,3-4 0,-4-3 0,-1-7 0,1-3 0,-5 1 0,6-2 0,-9-5 0,3-6 0,2 0 0,-2 5 0,-1 1 0,3 0 0,-6 1 0,4 5 0,-4 3 0,-2 7 0,0 7 0,0 0 0,0 9 0,0 2 0,0 9 0,0 14 0,1 8 0,5 7 0,-4 0 0,4 8 0,3-6 0,3 6 0,-3-8 0,3 2 0,-1-5 0,7-5 0,-3-3 0,-4-2 0,5-4 0,-5-10 0,4 3 0,3-9 0,-1-1 0,0-10 0,0 1 0,0-12 0,-1 3 0,-5-9 0,-1-2 0,-6 2 0,1 2 0,-1 2 0,-2 2 0,-2 0 0,0 0 0,0 0 0,-8 5 0,-3 1 0,1 5 0,-1-4 0,-2 3 0,-1 9 0,3 9 0,1 6 0,4 6 0,5-2 0,-5 8 0,6-6 0,6 5 0,-1-7 0,11 2 0,3-5 0,0-7 0,6 2 0,-2-7 0,7 0 0,-1-6 0,-2-8 0,1-3 0,-1-10 0,2-2 0,-4-2 0,-8 2 0,0 2 0,-2-6 0,-3 1 0,-6-1 0,-5 6 0,-1-2 0,0 4 0,0 2 0,-1 5 0,-5 1 0,2 7 0,-7-2 0,7 6 0,-2 6 0,4 3 0,2 9 0,8 6 0,3 5 0,-1 4 0,1 1 0,-1 2 0,1 4 0,5-3 0,-5 3 0,2-2 0,-1 2 0,1-4 0,-7 5 0,5-11 0,-5-1 0,0-8 0,-6 2 0,0-4 0,-2-10 0,-4-5 0,-5-8 0,1-7 0,-1-12 0,-1-11 0,-5-10 0</inkml:trace>
  <inkml:trace contextRef="#ctx0" brushRef="#br0" timeOffset="5">12012 8493 8912,'0'-28'0,"0"-1"0,0 8 0,0-2 0,0 4 0,0 2 0,7 0 0,5-1 0,-1 1 0,6 0 0,-3 8 0,9 3 0,-4 4 0,-2 2 0,6 2 0,0 4 0,0 3 0,-6 8 0,-5 2 0,-1 4 0,-7-2 0,2 6 0,-4 0 0,-2 0 0,0-1 0,0 3 0,-2 2 0,-4-9 0,4 7 0,-4-6 0,-3 0 0,-1-6 0,-7 0 0</inkml:trace>
  <inkml:trace contextRef="#ctx0" brushRef="#br0" timeOffset="6">12287 8648 8912,'0'17'0,"0"1"0,-8-1 0,6-8 0,-5-1 0,7-16 0,7 4 0,7-7 0,7-2 0,-2-5 0,6-3 0,-2-2 0,0 2 0,2 2 0,-2 2 0,-4-6 0,4 0 0,-6 0 0,-6 6 0,5 0 0,-16 2 0,0 3 0,-8 7 0,-9 10 0,-6 5 0,0 7 0,-2 6 0,2 0 0,4 6 0,-4-7 0,10 7 0,1-6 0,1-2 0,1-2 0,2-2 0,8 1 0,2-3 0,4-4 0,4 3 0,7-9 0,2 1 0,2-8 0,4-2 0,2-1 0,-4-9 0,5 3 0,-7-4 0,2-3 0,2 7 0,-2-1 0,0 3 0,-6-5 0,0 3 0,1 7 0,-7-2 0,1 12 0,-9-2 0,3 7 0,-6 1 0,-6 5 0,3-2 0,-9-3 0,6 3 0,-3-3 0,1 3 0,-5-6 0,3-1 0,1-10 0,3-4 0,4-3 0,2-8 0,0 0 0,0-1 0,0 1 0,0 0 0,8 0 0,-1 0 0,5-1 0,1 7 0,-7-1 0,7 9 0,-3-5 0,1 2 0,1 1 0,-1-1 0,6 6 0,1 7 0,-1 5 0,0-3 0,0 3 0,0-1 0,1 7 0,-1-1 0,0 0 0,0 0 0,1-2 0,-1-1 0,0-3 0,0-7 0,0 2 0,1-4 0,-1-2 0</inkml:trace>
  <inkml:trace contextRef="#ctx0" brushRef="#br0" timeOffset="7">13182 8442 8912,'-17'0'0,"-1"0"0,1 0 0,0 0 0,0 6 0,0-1 0,-3 9 0,-2-3 0,2 4 0,-3 3 0,10 5 0,4 1 0,1 3 0,4 4 0,2-5 0,2 3 0,0-2 0,0 1 0,8-3 0,3-7 0,-1-3 0,1-4 0,1-3 0,5-8 0,2-2 0,2-4 0,2-5 0,-2-4 0,-2-10 0,-2-4 0,1-3 0,-1-3 0,2 1 0,4-1 0,-10-5 0,5 0 0,-5 0 0,-4-2 0,5-2 0,-8-8 0,-1 9 0,-5 2 0,0 7 0,0 5 0,0 5 0,0 6 0,0 9 0,-5 3 0,-3 14 0,-2 9 0,-3 10 0,3 5 0,-1 3 0,5 7 0,-5 3 0,5 3 0,-4 0 0,3-4 0,3-2 0,2-2 0,2-6 0,0-1 0,0-4 0,6-5 0,1-6 0,3-3 0,3-4 0,5 3 0,5-9 0,-4-1 0,4-10 0,1-3 0,-1-8 0,8-6 0,-4-2 0,0 0 0,-5 0 0,-2-3 0,-3 5 0,-8-6 0,-3 6 0,-4 6 0,-2 5 0,-2 9 0,-4-3 0,-3-2 0,-8 3 0,-1 6 0,1 11 0,0 3 0,0 2 0,0 1 0,-1-1 0,7-6 0,-1 1 0,9-1 0,-3 6 0,4 1 0,10-7 0,3 0 0,6-7 0,6 2 0,4-6 0,9-6 0,3-5 0,1-4 0,0-3 0,-6 1 0,5-6 0,-5 0 0,2 6 0,-13 6 0,0 1 0,-6-1 0,1 5 0,-1 4 0,-8 2 0,-1 8 0,-8 3 0,0 4 0,0 3 0,0-7 0,-2 1 0,-2 1 0,-1 2 0,-3 0 0,2-3 0,4 3 0,-5-13 0,7 6 0,0-8 0,5-8 0,1-3 0,7-10 0,-1-2 0,1 0 0,-1-2 0,3 6 0,-3-4 0,3 4 0,2 2 0,-6 1 0,1 5 0,-1-4 0,1 13 0,-1-4 0,-5 6 0,6 6 0,-9 3 0,3 8 0,-2 1 0,2-1 0,-4 0 0,3 0 0,-3 0 0,-2 1 0,8-1 0,-6 0 0,13-7 0,-5-3 0,7-7 0</inkml:trace>
  <inkml:trace contextRef="#ctx0" brushRef="#br0" timeOffset="8">14300 8098 8912,'0'11'0,"0"1"0,0-6 0,0 5 0,-5-5 0,-1 5 0,-2-3 0,4 7 0,-3 4 0,-3 0 0,5 8 0,-7 2 0,2 3 0,-1 3 0,-2-1 0,7 0 0,0-1 0,6-4 0,0-3 0,0-3 0,8-9 0,3 3 0,5-11 0,1-1 0,2-5 0,4-5 0,-2-7 0,8-11 0,-3 2 0,3-8 0,2 1 0,-8-7 0,-1 1 0,-4 0 0,-1-1 0,0 1 0,-7 5 0,-5 3 0,-3 1 0,-2 2 0,-2 13 0,-3 4 0,-5 12 0,-7 6 0,0 11 0,-1 3 0,1 3 0,0 0 0,2-1 0,3 7 0,-1-3 0,7-3 0,0 1 0,6-7 0,2 0 0,4-6 0,6-1 0,11-5 0,-2-3 0,7-8 0,9 0 0,7 0 0</inkml:trace>
  <inkml:trace contextRef="#ctx0" brushRef="#br0" timeOffset="9">14903 8390 8912,'2'17'0,"1"1"0,3-1 0,0 0 0,-6 0 0,0 0 0,0 1 0,0 1 0,0 4 0,-8-4 0,-3 4 0,1 3 0,-1 3 0,-3-2 0,-9 1 0,4 1 0,-4 6 0,4-9 0,2-1 0</inkml:trace>
  <inkml:trace contextRef="#ctx0" brushRef="#br0" timeOffset="10">15643 8390 8912,'11'0'0,"1"0"0,1 0 0,2 0 0,-3 0 0,-1 0 0,-7 0 0,4 0 0,-8-7 0,0-5 0,0 5 0,-2-7 0,-4 8 0,4-1 0,-4 1 0,5 2 0,1-7 0,-2 7 0,-4-2 0,-6 4 0,3 4 0,-3 4 0,7-4 0,-7 4 0,1 1 0,-5 1 0,3 1 0,2 5 0,-1-5 0,-5 3 0,5-1 0,3 6 0,-1 1 0,1-1 0,3 6 0,-6 0 0,9 5 0,-3-5 0,4 6 0,2-6 0,0 0 0,0-6 0,8 0 0,3-7 0,12-5 0,-2-5 0,6-5 0,0-9 0,-1-7 0,1-7 0,2-12 0,-4 1 0,-8-7 0,-2 1 0,-3-7 0,-5 0 0,-7 1 0,0-6 0,0-1 0,-7 1 0,-5 5 0,-3 8 0,0 6 0,1 8 0,3 7 0,7 11 0,-6 20 0,5 15 0,3 9 0,-4 8 0,4 12 0,2 11 0,6 2 0,0-2 0,7 4 0,-3-6 0,1 0 0,0-3 0,1-13 0,5-5 0,0-3 0,1-3 0,-7-7 0,1-4 0,-1-6 0,6-6 0,-2-11 0,-3-11 0,3-6 0,-3-6 0,3 2 0,2-8 0,-1 1 0,-5-7 0,2 1 0,-5-1 0,0 1 0,-1 0 0,-1 7 0,-6 4 0,0 4 0,0 2 0,2 7 0,4 4 0,-4 4 0,5 4 0,-7 6 0,0 9 0,0 8 0,0 9 0,2 1 0,4-1 0,-4 1 0,5-1 0,-1 0 0,0 1 0,2-8 0,-3-5 0,-3-2 0,6-5 0,0-4 0,-7-3 0,7-10 0,-8-4 0,0-3 0,8-16 0,1-2 0</inkml:trace>
  <inkml:trace contextRef="#ctx0" brushRef="#br0" timeOffset="11">16107 7978 8912,'0'17'0,"-2"0"0,-3-2 0,-5-1 0,-1-5 0,-1-1 0,6-1 0,-5-1 0,7-4 0,-2 4 0,12-12 0,-4 2 0,4-7 0,1 5 0,-1-5 0,0 5 0,-8-4 0,-4 3 0,2 1 0,-7 6 0,-2 0 0,-3 8 0,-1 1 0,8 8 0,1 1 0,8-1 0</inkml:trace>
  <inkml:trace contextRef="#ctx0" brushRef="#br0" timeOffset="12">16606 8236 8912,'-11'0'0,"-1"0"0,-1 0 0,-10 0 0,-2 0 0,-5 1 0,1 5 0,-2 6 0,-1 3 0,-3 2 0,9 6 0,3 0 0,6 0 0,5 2 0,-1-6 0,7 4 0,2-4 0,10-2 0,5 0 0,12 0 0,2-1 0,4-5 0,3 3 0,-3-9 0,3 7 0,3-7 0,-3 9 0,-3-3 0,-4-1 0,-8 1 0,0 1 0,1-3 0,-3 7 0,-4-5 0,-3 4 0,-8 3 0,-10-1 0,-5 0 0,-8 0 0,-4 0 0,4-5 0,-5-1 0,7-1 0,-2 1 0,4-3 0,1-10 0,1-4 0,0-11 0,0-10 0</inkml:trace>
  <inkml:trace contextRef="#ctx0" brushRef="#br0" timeOffset="13">16830 8046 8912,'0'18'0,"0"6"0,0 5 0,6 5 0,1 7 0,1 4 0,0 5 0,-1 2 0,-1-1 0,2 5 0,3-5 0,5 3 0,-5-14 0,-1 0 0,-1-8 0,-1-3 0,-4-6 0,-2-4 0,-2-2 0</inkml:trace>
  <inkml:trace contextRef="#ctx0" brushRef="#br0" timeOffset="14">16744 8562 8912,'-10'0'0,"3"0"0,7-7 0,15-3 0,8-7 0,8-6 0,3 0 0,6 0 0,0 6 0,8-6 0,-2 0 0,-2 6 0,2 5 0,0 1 0,-2 1 0,-8-3 0,-7 7 0,-8 0 0,2 6 0,-4 2 0,-2 4 0,-5 4 0,-1 7 0,-7-6 0,2 1 0,1-1 0,-1 6 0,0 1 0,-6 1 0,0 2 0,0 2 0,0 0 0,0-6 0,0 0 0,0 0 0,0-5 0,0-1 0,0 2 0,-8-5 0,6 0 0,-5-8 0,7-8 0,0-3 0,5-10 0,1-2 0,7 0 0,-1 6 0,3-6 0,0 0 0,-1 2 0,-3 2 0,1 3 0,5 5 0,0-2 0,0 7 0,1 0 0,-1 6 0,-6 0 0,1 0 0,-6 8 0,5 3 0,-7 6 0,2 6 0,-3-4 0,1 6 0,2-2 0,-2 0 0,-2 0 0,-2-6 0,0 0 0,0 1 0,0-1 0,0-8 0,0-1 0,-8-8 0,-2 0 0</inkml:trace>
  <inkml:trace contextRef="#ctx0" brushRef="#br0" timeOffset="15">17518 7995 8912,'-17'0'0,"0"0"0,0 0 0,0 0 0,7-8 0,2 6 0,18-5 0,7 7 0,2 0 0,10 0 0,-8 0 0,11 7 0,-5 3 0</inkml:trace>
  <inkml:trace contextRef="#ctx0" brushRef="#br0" timeOffset="16">17794 8150 8912,'-2'11'0,"-4"0"0,4-7 0,-5 6 0,7-4 0,0 3 0,0 10 0,0 4 0,0-4 0,0 4 0,0 4 0,0 2 0,0 1 0,0-1 0,0 3 0,0-3 0,0 2 0,0-3 0,5-3 0,1-8 0,0-5 0,-6-1 0,2-7 0,2 0 0,1-8 0,9-6 0,-3-7 0,4-2 0,3-4 0,-1 2 0,0-8 0,0 8 0,2-1 0,2 2 0,2 3 0,0 2 0,-6 4 0,6 3 0,0 8 0,0 0 0,-5 0 0,-3 8 0,-4 3 0,-3 4 0,-8 2 0,-2 8 0,-4 4 0,-11 3 0,-12 3 0,-3-3 0,-3-3 0,3 1 0,3-7 0,-1 0 0,7-5 0,0-3 0,6-4 0,-1 5 0,1-22 0,8-4 0,1-16 0</inkml:trace>
  <inkml:trace contextRef="#ctx0" brushRef="#br0" timeOffset="17">18344 8321 8912,'0'10'0,"0"5"0,0-13 0,-7 14 0,3-9 0,-6 7 0,3-3 0,1-5 0,6 5 0,0-5 0,0 5 0,0-5 0,0 6 0,0-7 0,0 7 0,2-8 0,4 1 0,3-3 0,8-2 0,-5 0 0,-1 0 0,-5 0 0,6 0 0,-7-7 0,7-5 0,-6-1 0,3-1 0,-1 3 0,-4-2 0,3 3 0,-1-1 0,0 7 0,-4-6 0,3 4 0,-3 5 0,6-5 0,-6 10 0,2 3 0,1 3 0,3-4 0,-2 5 0,-2-1 0,7 1 0,-5-1 0,5-5 0,1-3 0,5 4 0,0-4 0,0-2 0,1-2 0,-1-4 0,2 0 0,4-11 0,-4 4 0,4-10 0,-4-4 0,-2-1 0,0-5 0,-1-1 0,-3-3 0,-1-3 0,-9 4 0,3-4 0,-2 4 0,2 1 0,-4 8 0,5 3 0,-7 14 0,0 10 0,0 13 0,0 10 0,0 12 0,0 7 0,0 9 0,0 1 0,0 0 0,0-3 0,0-3 0,0 4 0,2-6 0,2 0 0,2-4 0,1-10 0,-1-1 0,-2-8 0,7 2 0,-7-4 0,6-9 0,-4-5 0,-5-5 0,5-5 0,-4-5 0,-2-15 0,0-2 0</inkml:trace>
  <inkml:trace contextRef="#ctx0" brushRef="#br0" timeOffset="18">18654 8287 8912,'-17'0'0,"6"0"0,-1 0 0,6 0 0,-5 0 0,7 0 0,6 0 0,15 0 0,16-6 0,13 1 0,3-9 0,3 3 0,7-4 0,2-3 0</inkml:trace>
  <inkml:trace contextRef="#ctx0" brushRef="#br0" timeOffset="19">19205 8236 8912,'0'17'0,"0"0"0,0 0 0,0-5 0,0-1 0,0 0 0,0 7 0,-2-1 0,-2 0 0,-2 0 0,3 0 0,-1 1 0,-2-1 0,4 0 0,-4 0 0,4 0 0,2 1 0,0-1 0,0 0 0,0 0 0,-7 0 0,5-7 0,-6-10 0,1-17 0,-3-10 0</inkml:trace>
  <inkml:trace contextRef="#ctx0" brushRef="#br0" timeOffset="20">19153 8150 8912,'0'-35'0,"0"1"0,0-1 0,0 7 0,0-1 0,0 8 0,2-2 0,4 12 0,-2-3 0,7 9 0,1-1 0,5 6 0,0 2 0,0 3 0,1-1 0,-1 8 0,0-1 0,0 6 0,0 1 0,1-1 0,-1 0 0</inkml:trace>
  <inkml:trace contextRef="#ctx0" brushRef="#br0" timeOffset="21">19566 8304 8912,'-17'17'0,"-2"-7"0,-4-4 0,10 1 0,-5-1 0,5 2 0,-4-2 0,0-3 0,-1 9 0,1 1 0,6 2 0,-1 3 0,8-1 0,-1 0 0,3 0 0,2 0 0,7-5 0,5-1 0,3-7 0,2 2 0,6-4 0,0-2 0,-2-2 0,-2-4 0,-1 2 0,-1-7 0,0-1 0,0-5 0,-1 0 0,-5 0 0,-1-6 0,-5 0 0,-3 0 0,4 6 0,-4 0 0,-2 5 0,0 1 0,-8 7 0,4-4 0,-7 8 0,7 8 0,-4 1 0</inkml:trace>
  <inkml:trace contextRef="#ctx0" brushRef="#br0" timeOffset="22">19807 8425 8912,'-7'9'0,"5"1"0,-4-5 0,4-3 0,2 6 0,0-8 0,0 8 0,0 3 0,0-1 0,0 1 0,0-5 0,0 5 0,0-5 0,0 6 0,0-9 0,0 7 0,0-4 0,0-4 0,2 3 0,2-10 0,1-7 0,9-3 0,-3-2 0,5-1 0,1 1 0,-2-6 0,-3 0 0,3 0 0,-4 8 0,5 2 0,1 1 0,2 9 0,4-3 0,-4 4 0,4 2 0,-4 0 0,-2 0 0,6 8 0,0 3 0,2-1 0,-2 1 0,4 0 0,0-1 0,5 3 0,-3-7 0,1 0 0,-1-6 0,4-2 0,-5-4 0,-3 2 0,-2-7 0,-4-1 0,-2-5 0,-1 0 0,-5-2 0,-5-2 0,-4-2 0,-4 0 0,-4 6 0,-3 0 0,-9 0 0,1 1 0,0 5 0,0-3 0,-1 9 0,1-1 0,0 6 0,0 0 0,0 0 0,5 2 0,1 4 0,1 3 0,-1 8 0,-3 1 0,9-1 0,-7 0 0,6 0 0,1 0 0,5 0 0,0-5 0,0-1 0,0 3 0,0-7 0,7 1 0,5-8 0,11 0 0,-4-6 0,4 1 0,-4-9 0,-2 3 0,0-3 0,0 1 0,1 3 0,-1 3 0,-6 1 0,1 6 0,-6 0 0,5 0 0,-5 0 0,5 0 0,-7 8 0,2 3 0,-2 4 0,-1 3 0,3-1 0,8 0 0,-5 0 0,8-1 0,1-5 0,-1-5 0,0-12 0,-4 2 0,3-9 0,3-4 0,0-4 0,-6-10 0,-1 2 0,-1-11 0,6-6 0,-7-3 0,-4-3 0,-4-1 0,-2-5 0,0 3 0,0-4 0,-2 5 0,-4 10 0,4 8 0,-4 7 0,-3 12 0,1 13 0,-3 16 0,-3 9 0,9 19 0,-7 12 0,4 11 0,1 5 0,-1 7 0,2-3 0,6 9 0,0-9 0,0 3 0,0-6 0,0-6 0,0-4 0,0-8 0,2-1 0,2-6 0,2-10 0,0-7 0,-6-10 0</inkml:trace>
  <inkml:trace contextRef="#ctx0" brushRef="#br0" timeOffset="23">21545 8253 8912,'17'-8'0,"-7"4"0,-4-7 0,-4-3 0,-4-3 0,-2-4 0,-2-2 0,-5 0 0,3 8 0,-1 2 0,-5 3 0,-1 3 0,-2 1 0,-1 8 0,1 3 0,0 7 0,0 13 0,0 7 0,-1 6 0,1 1 0,0-3 0,0-2 0,5-5 0,3-2 0,1-2 0,4-4 0,2-2 0,4-10 0,4-3 0,5-4 0,5-10 0,1-3 0,2-5 0,4-1 0,-6 0 0,0 0 0,1 2 0,-7 3 0,4-1 0,3 7 0,-1 2 0,-6 2 0,1 2 0,-6 8 0,5 3 0,-5 5 0,5 1 0,-5 6 0,5 0 0,3 0 0,1 1 0,0-4 0,-3 3 0,9-6 0,-4-6 0,6 3 0,0-9 0,-4 1 0,4-6 0,-4-2 0,-2-4 0,1-7 0,-1-8 0,-2 0 0,-3-8 0,-3 6 0,-3-5 0,-4 5 0,4-6 0,-5 8 0,-2-2 0,-3 4 0,-2 2 0,-2 2 0,3 3 0,3 5 0,-14 7 0,14 7 0,-3 5 0,5 3 0,5 2 0,1 6 0,11 0 0,-3 8 0,9-3 0,-4 3 0,-2-3 0,0 3 0,0-6 0,1 0 0,-1-1 0,-8 5 0,-3-6 0,-4 0 0,-2-6 0,-2 0 0,-4 1 0,-9-1 0,-10-2 0,0-4 0,1-5 0,1-4 0,5-2 0,9-8 0,-6-9 0,5-9 0</inkml:trace>
  <inkml:trace contextRef="#ctx0" brushRef="#br0" timeOffset="24">22182 8132 8912,'17'18'0,"-7"-9"0,-3-1 0,-12-6 0,-1 3 0,-6-1 0,7 8 0,-7 1 0,5 8 0,-1 4 0,0 2 0,3-6 0,5 2 0,0 1 0,0-1 0,0 6 0,0-6 0,7 0 0,5-6 0,3 0 0,2 0 0,0 1 0,1-1 0,-1-6 0,0-1 0,2-1 0,4 1 0,-4-1 0,4 3 0,-4 3 0,-7-7 0,-1 3 0,-7 5 0,2-5 0,-12 2 0,-7 1 0,-6-3 0,-4 3 0,-8 7 0,2 2 0,-3-6 0,-3-6 0,7-1 0,-1 1 0,8-3 0,-2-8 0,6-2 0,5-4 0,5-5 0,7-12 0,-8-4 0,-1-7 0</inkml:trace>
  <inkml:trace contextRef="#ctx0" brushRef="#br0" timeOffset="25">22388 8356 8912,'20'-17'0,"3"-1"0,-14 1 0,1 8 0,-3 1 0,-7 18 0,0 7 0,6 0 0,0 6 0,1 2 0,-3 0 0,4-1 0,1 1 0,-3-2 0,6-6 0,-1 1 0,6-1 0,1-2 0,-1-3 0,0-5 0,0-7 0,0 0 0,1 0 0,-1 0 0,0 0 0,-5-7 0,-1-5 0,-1 3 0,1-3 0,2 1 0,-7-7 0,0 1 0,-6 0 0,0 0 0,0 0 0,0 7 0,0 2 0,2 22 0,4 3 0,-3 2 0,9-7 0,-6 1 0,5-7 0,0 7 0,7-5 0,-1 3 0,0-3 0,0-10 0,1-2 0,-3-4 0,-4-1 0,3-3 0,-9-5 0,7 6 0,-6-1 0,-1 1 0,-3-4 0,4 3 0,-4 4 0,7 10 0,-3 4 0,-4 4 0,4 7 0,2 6 0,-3 0 0,1 0 0,-6-6 0,0 0 0,0 0 0,0-5 0,0-1 0,0 1 0,0-1 0,0 0 0,0-7 0,0 4 0,0-16 0,0-3 0,0-4 0,0-3 0,0-1 0,0-4 0,6 2 0,-1-7 0,3 7 0,-2-2 0,-2 4 0,5 1 0,1 1 0,-1 0 0,3 8 0,5 3 0,-5 4 0,-1 2 0,0 2 0,7 4 0,-3 3 0,-2 8 0,-3 0 0,-2 1 0,3-1 0,-5 0 0,5 0 0,-5 0 0,0 1 0,-6-1 0,7-8 0,1-3 0,3-12 0,-1 3 0,-4-9 0,-4-1 0,3-10 0,3 4 0,-2-4 0,5 4 0,-3 1 0,1 1 0,-5 6 0,2-1 0,4 9 0,-7-5 0,9 8 0,-6 0 0,5 0 0,3 0 0,1 2 0,2 4 0,0-5 0,0 5 0,1-4 0,-1-2 0,0 0 0,0-2 0,0-2 0,1-1 0,-7-9 0,1 3 0,-7 1 0,7-1 0,-8-1 0,1-5 0,-3 8 0,-2-7 0,0 14 0,0-1 0,0 12 0,0 12 0,0 10 0,0 1 0,0 14 0,0 2 0,0 9 0,0-2 0,0 8 0,6 1 0,0 4 0,1-1 0,-3-4 0,2-5 0,-2-5 0,0-3 0,1-4 0,-3-6 0,4-12 0,-4-11 0,-10-9 0,6-31 0,-5-5 0</inkml:trace>
  <inkml:trace contextRef="#ctx0" brushRef="#br0" timeOffset="26">23507 8150 8912,'-10'-18'0,"1"7"0,3-1 0,4 7 0,-3-7 0,5 8 0,5-1 0,5 5 0,7 5 0,2 5 0,4 7 0,-2 2 0,6 2 0,-2 4 0,-4 2 0,4 0 0,-2 1 0,0 5 0,-6-5 0,-2 3 0,-3-2 0,-5 1 0,-7-5 0,0 2 0,0 3 0,-2-5 0,-3-2 0,-13-4 0,-1-2 0,-6 1 0</inkml:trace>
  <inkml:trace contextRef="#ctx0" brushRef="#br0" timeOffset="27">24023 8046 8912,'0'18'0,"6"-7"0,0 1 0,0-9 0,-6 7 0,0-4 0,0 3 0,1 10 0,3 4 0,2 6 0,7 3 0,-1 3 0,-3 1 0,3 4 0,-3-4 0,3 5 0,3-3 0,-5-2 0,-1 0 0,-3-3 0,-4-10 0,-2 0 0,0-4 0,0-2 0,-8-7 0,-3-5 0,1-10 0,-1-7 0,-3-3 0,-1-2 0,4-6 0,-1 0 0,6-8 0,-5 3 0,7-5 0,-2-1 0,5 1 0,1 5 0,7-5 0,5 4 0,5-1 0,4 1 0,4 4 0,2 0 0,1 8 0,7 0 0,-7 2 0,1 9 0,-2 0 0,1 6 0,3 8 0,-8 3 0,0 7 0,-6 3 0,-2 4 0,-3 1 0,1 3 0,-7 5 0,0-7 0,-6-4 0,0 2 0,0-2 0,0 0 0,0-6 0,0 0 0,0 0 0,-6-5 0,-2-3 0,-1-1 0,-3-4 0,-5-10 0,6-4 0,-1-7 0,6-6 0,-5 0 0,7-9 0,-4-2 0,3-9 0,-1 0 0,0-7 0,6 4 0,0 2 0,0-2 0,0 10 0,0 2 0,0 1 0,2 10 0,4 2 0,3 10 0,9 5 0,5 4 0,0 2 0,1 0 0,-1 0 0,-2 0 0,8 0 0,0 0 0,5 8 0,1 1 0</inkml:trace>
  <inkml:trace contextRef="#ctx0" brushRef="#br0" timeOffset="28">24849 7926 8912,'-7'17'0,"-3"-7"0,-7-4 0,5 1 0,1-1 0,5 2 0,-5-3 0,5-1 0,-5 8 0,5-7 0,-4 7 0,3 1 0,3 2 0,2 3 0,2-1 0,0 0 0,0 0 0,8-2 0,3-3 0,4 1 0,2-7 0,3-2 0,3-2 0,-4-2 0,4 0 0,-4 0 0,-2 0 0,0-6 0,0 0 0,-7-7 0,5 3 0,-13-7 0,-2 2 0,-11 3 0,-5 5 0,-1 7 0,0 0 0,0 0 0,5 0 0,1 0 0,-3 0 0,-1 0 0,6 0 0,1 0 0,23 0 0,-3 0 0,13 0 0,-1 0 0,5 0 0,0 0 0,5 0 0,-9 7 0,9 5 0,-3 3 0,3 2 0,1 2 0,-1 4 0,-7-4 0,-6 6 0,-8-2 0,-7 0 0,2 2 0,-2-2 0,-3-10 0,-8 4 0,-5-5 0,-7-1 0,5-3 0,1-8 0,-1 0 0,-3-2 0,2-4 0,1-5 0,7-12 0,-7-6 0,8-5 0,-1-6 0,3 0 0,2-12 0,7 4 0,5-9 0,5 4 0,4 3 0,4 2 0,2 2 0,1 16 0,7 1 0,-7 16 0,1 7 0,6 14 0,5 9 0,2 15 0,-2 14 0,-4 11 0,4 7 0,-3 2 0,-3 3 0,1-6 0,-1 0 0,-2-4 0,-3-1 0,4-3 0,-5-15 0,-3-7 0,8-8 0,-7-8 0</inkml:trace>
  <inkml:trace contextRef="#ctx0" brushRef="#br0" timeOffset="29">4440 11571 8912,'9'17'0,"-1"-2"0,0-3 0,3-6 0,4-4 0,3-2 0,-1 0 0,0-2 0,0-2 0,1-2 0,-1 2 0,6 0 0,2 1 0,1-5 0,5-2 0,7 5 0,2-7 0,0 7 0,-3-7 0,1 1 0,2 1 0,6-5 0,-6 3 0,6 3 0,-6-3 0,0 7 0,-5-7 0,-1 8 0,1-1 0,-1 3 0,0 2 0,3 0 0,3 0 0,2 0 0,4 0 0,4 0 0,-4 0 0,3 0 0,3 0 0,5 0 0,1 0 0,-1 0 0,-4 0 0,5-2 0,5-4 0,4-4 0,2-7 0,0 0 0,-1 0 0,-1 2 0,-4 3 0,2-3 0,-7 3 0,-7 5 0,-7-1 0,-2 2 0,-3 1 0,-3-1 0,-2 6 0,7 6 0,-1-1 0,9 9 0,3-3 0,2-1 0,9 1 0,-6-7 0,6 2 0,-5 1 0,1-1 0,-4 0 0,-5 2 0,-2-7 0,3 5 0,9-2 0,3 2 0,2-4 0,-2 3 0,2-3 0,-8-2 0,6 0 0,-5 0 0,-1 0 0,2 0 0,-5 0 0,3 0 0,6 0 0,6 0 0,-2 2 0,2 4 0,-2-4 0,-8 5 0,0-1 0,1 0 0,-5 5 0,-9-5 0,4 6 0,-4-7 0,0 7 0,5-7 0,-3 3 0,9-2 0,3-4 0,-3 3 0,0 3 0,-5-2 0,-2-2 0,-4-2 0,-4-2 0,-8 0 0,2 5 0,5 1 0,-3 2 0,8-3 0,1 5 0,11 7 0,3 0 0,8 1 0,5-1 0,1 0 0,-2 0 0,-3 0 0,-1 1 0,0-1 0,0 0-175,0-8 0,7 5 175,4-8 0,7-1 0,4-5 0,-5 0 0,0 0 0,-7-2 0,-10-3 0,9-3 0,6-5 0,6 1 0,0-1 0,-2 3 0,-2-1 0,2 1-280,4-1 0,-8-3 280,8 9 0,-8-7 0,7 6 0,3 1 0,-4 5 0,-4-2 0,-4-4 0,-7 4 0,5-4 0,0 5 0,7 1 0,-1 0 0,0 0 0,-2 0 0,-4 0 0,4-6 0,-4 0 0,-1-5 0,1 5 0,0-6 0,7 5 0,-3-3-172,-4-3 1,-4 3 171,-7-1 0,0 7 0,0-2 0,7 2 0,5-1 0,-5 3 0,-1-4 0,-6 6 0,-4 4 0,-4 2-29,-2-3 1,0 5 28,-1-2 0,5 2 0,11-3 0,3-3 21,3 4 0,-3-4-21,-8-2 0,-1 0 0,1 0 0,0 0 0,0 0 0,-6-2 0,0-4 0,2 4 0,10-3 0,-1-3 0,1 2 0,-1-5 0,-11 5 0,-3 0 0,-1 6 0,-2 0 254,1 0 1,1 0-255,-2 0 0,5 0 0,6 0 0,1 0 0,0 0 0,-2 0 0,-2 0 0,-4 0 0,-2 0 0,12 0 0,-2 0 0,6 0 24,-1 0 1,-1 0-25,7 0 0,-1-6 0,1 1 0,-6-1 0,-3-2 0,0 5 0,3-9 0,5 8 0,7-1 0,-2-3 0,-4 2 0,3 0 0,-9 6 0,1-5 0,-6-1 0,-1 0 0,3 6 0,2 0 0,1 0 0,12 0 0,-5 0 0,-1 0 0,-11 0 0,5 0 0,1 0 0,11-5 0,-4-1 0,2 2 0,6 2 0,-6 0 0,2-4 0,4 5 0,-9-5 0,1-2 0,-8 2 0,7-5 0,10 5 0,-3-1 0,4 1 0,-10 4 0,-3-4 0,1 4 0,4 2 0,-2-5 0,10-1 0,-2 0-235,2 6 1,-4 0 234,4 0 0,-6 0 0,-4 0 0,-2 2 0,2 4 0,4-4 0,6 3 0,-4-3 0,4-2 0,-10 0 0,-1 0 0,3 0 0,13 0 0,-5 0 0,-41 0 0,1 0 0,-1 0 0,0-2 0,-1 0 0,1-1 0,-1 2 0,-1 0 0,3-2 0,0 0 0,-3 2 0,1 0 0,4 1 0,1 0 0,0 0 0,1 0 0,-2 0 0,1 0 0,0 0 0,1 0 0,-2 0 0,1 0 0,-3 0 0,1 0 0,2 0 0,1 0 0,-2 0 0,1 0 0,-1 0 0,1 0 0,2 0 0,1 0 0,-4 0 0,0 0 0,1 3 0,-1 0 0,-2 0 0,0 0 0,3 0 0,1-1 0,1-1 0,0-2 0,2 1 0,1 0-116,0 0 0,0 0 0,-2 0 0,-1 0 116,0 0 0,1 0 0,-1 0 0,1 0 0,2 0 0,2 0 0,0 0 0,0 0 0,1 0 0,0 0 0,-3 0 0,-1-2 0,-4 0 0,-1-1 0,2 2 0,1 0 0,0-2 0,0 0 0,5-1 0,1 0 0,-1 1 0,0-1 0,-1 0 0,-1 0 0,-2 0 0,0 0 0,-1 0 0,1 1 0,2 0 0,0 0 0,1 2 0,1 0 0,1-1 0,0-2 0,-5 1 0,-1-1 0,0 1 0,0 0 0,1 0 0,-1 0 0,0 3 0,1 0 0,2 0 0,0-2 0,3 0 0,0-1 0,-4 2 0,-1 0 0,2-2 0,1 0 0,-3 2 0,0 0 0,2 1 0,1 0 0,2 0 0,2 0 0,1 0 0,0 0 0,-6 0 0,0 0 0,-2 0 0,-1 0 0,-3 0 0,-1 0 0,-1 0 0,-1 0 0,2 0 0,-1 0 0,3 0 0,-1 0 0,-2 0 0,0 0-107,0 0 1,-1 0 0,39 0 106,-10 0 0,2 2 0,10 4 0,-4-2 0,2 5 0,-6-1 0,-4-4 0,-13 3 0,2-1 0,-12 0 135,1-6 1,-10 5-136,-3 1 0,-6 0 0,1-6 0,-6 0 250,-5 0 0,-4 6-250,-8-1 780,0 1-780,0-6 411,-7 0-411,-2 0 0,-29 0 0,-8 0 0,-11 0 0,-6 0 0,-15 8 0,-18 1 0,-7 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21:51:50.84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3924 9130 8912,'-2'-18'0,"-2"1"0,-2 0 0,0 2 0,1-1 0,-1 1 0,0-2 0,-1 4 0,-1-5 0,-6 7 0,5-4 0,-1-3 0,3 1 0,-3 2 0,3 2 0,-1 1 0,0 6 0,2-5 0,3 7 0,-9-2 0,8 4 0,-3 2 0,7 0 0,0 8 0,0-4 0,0 7 0,0-7 0,0 11 0,0-13 0,7 6 0,-5-16 0,4-3 0,-4 1 0,-2-1 0,0 7 0,0-11 0,0 13 0,0-13 0,0 11 0,0-8 0,0 9 0,0-5 0,0 0 0,8-1 0,1-8 0</inkml:trace>
  <inkml:trace contextRef="#ctx0" brushRef="#br1" timeOffset="1">3545 9319 8912,'-17'0'0,"0"0"0,-1 0 0,1 0 0,6 0 0,-1 0 0,8 0 0,-1 0 0,10 0 0,-1 0 0,8 0 0,1 0 0,2 0 0,4 0 0,4 0 0,-2 2 0,8 3 0,-2-1 0,4 6 0,-3-3 0,3-3 0,1 4 0,3-2 0,7-1 0,4-5 0,3 0 0,3 0 0,2 0 0,3 0 0,4 0 0,8 0 0,-8 0 0,-4 0 0,-3 0 0,-4 0 0,-2 0 0,-3 0 0,-4 6 0,4 0 0,-4 1 0,4-1 0,-2-2 0,8 7 0,-3-7 0,9 2 0,-3-4 0,-2-2 0,1 0 0,4 0 0,-9 0 0,2 0 0,-4 0 0,-2 0 0,0 0 0,2 0 0,1 0 0,-6 0 0,6 0 0,-1 0 0,-2-2 0,2-4 0,-2 4 0,2-3 0,-2 3 0,-4 2 0,-3 0 0,3 0 0,-6 0 0,-5 0 0,3 0 0,-3 0 0,5 0 0,7 0 0,-3 0 0,8 0 0,0 0 0,5 0 0,7 0 0,-1 0 0,0 0 0,-5 0 0,-6-6 0,0 0 0,-6-5 0,4 3 0,0 0 0,0 1 0,-6 1 0,2 6 0,-2 0 0,3 0 0,-5 0 0,4 0 0,2 0 0,-2 0 0,2 0 0,-2 0 0,-3 0 0,5 0 0,-2 0 0,0 0 0,2 0 0,-2 0 0,-1 2 0,7 4 0,-1-4 0,7 3 0,3-3 0,9-2 0,-7 0 0,12 0 0,-6 0 0,0 0 0,4 0 0,-6 0 0,0 0 0,-3 0 0,-5 0 0,-1 0 0,1 0 0,5 0 0,-5 0 0,5 0 0,-5 0 0,-1 0 0,3 2 0,-3 4 0,1-4 0,-12 4 0,-1-5 0,-6 1 0,2 2 0,5 2 0,-5 0 0,4-6 0,4 2 0,2 3 0,2-3 0,-2 4 0,1-4 0,-6-2 0,4 6 0,-4-1 0,-1 7 0,-6-7 0,1 3 0,-1-4 0,0 2 0,1-2 0,7-1 0,4 3 0,5-4 0,7 4 0,-3-4 0,8-2 0,6-2 0,6-4 0,-6 4 0,-6-4 0,-8-1 0,3 1 0,1-2 0,-4 4 0,-3-1 0,-4 1 0,-2-4 0,5 3 0,7-1 0,-1 6 0,-7 0 0,-10 0 0,2-6 0,-2 0 0,-2 1 0,-9 5 0,-2 0 0,-4 0 0,-4 0 0,4 0 0,2 0 0,-1 0 0,3 0 0,4 0 0,1 0 0,3 0 0,5 0 0,0 0 0,0-2 0,-5-4 0,-1 4 0,0-4 0,-1 4 0,-4 2 0,-5 0 0,-6 0 0,-1 0 0,-8 0 0,-1 0 0,-8 0 0,0 0 0,-8 0 0,7 0 0,-7 0 0,0 0 0,-9 0 0,-10 0 0</inkml:trace>
  <inkml:trace contextRef="#ctx0" brushRef="#br1" timeOffset="2">22010 9525 8912,'-10'-17'0,"3"5"0,9 3 0,3 1 0,5 2 0,7 6 0,0 0 0,1 0 0,-1 0 0,0 0 0,0 0 0,0 2 0,2 2 0,4 2 0,-2 0 0,8-6 0,0 0 0,7 0 0,4 0 0,6 0 0,4 0 0,2 0 0,11 0 0,0 0 0,7-2 0,-6-4 0,2 2 0,3-7 0,6 7 0,-1-2 0,1 2 0,2-1 0,-1 3 0,4-4 0,3 4-156,-9 2 0,1-6 156,-6 1 0,-3-1 0,-2 6 0,8-6 0,-1-2 0,4-1 0,1-4 0,-1 3 0,-7-1 0,-1 5 0,-4-6 0,-1 3-20,-5-3 1,-2 5 19,9 7 0,-1-6 0,5 0 0,-6 0 0,-5 6 0,-3 0 0,-3 0 0,-1 0 0,-4 0 0,2 0 0,-8 0 0,8 0 0,-3 0 0,7 0 0,5 0 0,-1 0 0,7 0 0,0-5 0,6-3 0,-2 0 0,-4 1 0,-4-5 0,-7 7 0,-2-1 155,-5 6 1,9 0-156,-8 0 0,7 0 10,-7 0 0,2 0 0,2 0 0,-2 0-10,-1 0 0,1 0 0,-8 0 0,-1 0 0,6 0 0,-6 2 0,1 4 0,2-5 0,-2 5 0,2-4 0,-2-2 0,4 0 0,8 2 0,0 2 0,-1 2 0,1-1 0,-1-5 0,1 0 0,0 0 0,-8 0 0,-4 0 0,2 0 0,-2 0 0,0 0 0,-5 0 0,-1 0 0,0 0 0,1 0 0,-1 0 0,3 0 0,3 0 0,-2 0 0,8 0 0,0 0 0,5 0 0,1 0 0,0 0 0,-3-2 0,-1-1 0,-2-3 0,2 2 0,-6 2 0,-2 2 0,-4-6 0,-1 1 0,1-1 0,4 6 0,-1 0 0,6 0 0,-6 0 0,1 0 0,-2 0 0,0 0 0,1 2 0,-7 4 0,2-5 0,-5 5 0,4-4 0,1-2 0,-7 2 0,-4 4 0,2-4 0,-2 3 0,1 3 0,-3-2 0,4-2 0,2-3 0,-4 5 0,6 0 0,-6 0 0,5-6 0,1 2 0,5 3 0,-1-3 0,-4 4 0,5-4 0,0-2 0,-5 0 0,6 0 0,-3 2 0,1 4 0,1-5 0,0 5 0,-5-4 0,0-2 0,-6 0 0,5 0 0,-5 0 0,6 0 0,-8 0 0,2 0 0,-2 0 0,0 0 0,4 0 0,2 0 0,-6 0 0,2 0 0,3 0 0,3 0 0,-2 0 0,2 0 0,-3 0 0,3 0 0,-4 0 0,-8 0 0,2 0 0,2 0 0,2 0 0,0 0 0,-6 0 0,-5 0 0,-1 0 0,-5 0 0,5 0 0,-7 0 0,12 0 0,-14 0 0,13 0 0,-13 0 0,5 0 0,-7 0 0,-2 0 0,-5 0 0,-10 0 0,-16 10 0,-13 7 0,-25 15 0,-9 14-346,29-14 1,-1 1-1,3-2 1,0 1-1,-6 6 1,0 1-1</inkml:trace>
  <inkml:trace contextRef="#ctx0" brushRef="#br1" timeOffset="3">25830 7909 8912,'12'6'0,"-1"-1"0,-7 1 0,4-6 0,-8 0 0,0-2 0,0-4 0,0-3 0,0-8 0,0-1 0,5 1 0,1 0 0,0 0 0,-6-2 0,0-4 0,0-6 0,6-3 0,-1-3 0,3-14 0,-2-9 0,-4-16 0,3-12 0,0 38 0,0-2 0,0-7 0,1-4 0,2-7 0,0-2-402,0-7 1,1-2 0,0-10 0,-1-2 401,0 0 0,1-1 0,4-4 0,1 1-380,2 3 1,2 0 0,3 3 0,2 1 379,5 1 0,2 2 0,1 4 0,3 3 0,0 8 0,1 3 0,-2 3 0,1 4-111,-5 10 1,-1 2-1,-4 1 1,0 1 110,2 2 0,-1 2 0,16-33 0,-3 12 0,-8 15 0,-7 10 0,-4 11 0,-1 4 0,-3 4 620,-4 2 1,3 6-621,-8-1 0,1 6 1688,-1-5-1688,-4 7 0,11-5 317,-7 3 1,2 4-318,-3-4 0,-3 4 0,6 2 0,-8-2 0,0-3 0,2 3 0,4-4 0,-5 4 0,7 2 0,-16-8 0,-1-1 0</inkml:trace>
  <inkml:trace contextRef="#ctx0" brushRef="#br1" timeOffset="4">26553 4608 8912,'-8'9'0,"5"-1"0,-9-8 0,-1 0 0,3-8 0,1-3 0,1-4 0,2 5 0,8-3 0,6 5 0,7 0 0,6 1 0,12 1 0,1 6 0,2 0 0,12 2 0,4 4 0,3 5 0,3 6 0,-7 6 0,1 4 0,-1 7 0,-9 1 0,-7-1 0,-8 8 0,-10 4 0,-8 4 0,-3 1 0,-6 1 0,-6-1 0,-9 1 0,-8 0 0,-7-9 0,3-8 0,-8-10 0</inkml:trace>
  <inkml:trace contextRef="#ctx0" brushRef="#br1" timeOffset="5">27362 3868 8912,'9'18'0,"-3"-1"0,-4-8 0,-2-3 0,2-12 0,4-5 0,3-12 0,8-4 0,1-1 0,-1-1 0,2 0 0,0-5 0,0 0 0,-4-1 0,-3 3 0,-1 1 0,-5 4 0,-4 3 0,-4 1 0,-4 5 0,-7 3 0,-8 4 0,0 3 0,-8 8 0,1 8 0,-5 3 0,4 6 0,6 6 0,4 12 0,2 10 0,2 7 0,3 5 0,5-3 0,7 5 0,2-2 0,3 1 0,7-1 0,11-5 0,4-16 0,7-7 0,2-16 0,4-7 0,8-6 0,8-6 0,-3-19 0,5-15 0,-5-10 0,-1-7 0,-2-4 0,-7-8 0,-8 2 0,-10 4 0,-8 10 0,-6 7 0,-5-2 0,-4-2 0,-4 6 0,-4 4 0,-3 6 0,-8 5 0,1 4 0,5 8 0,-4 8 0,5 5 0,0 8 0,1 7 0,3 12 0,4-2 0,-3 8 0,8-1 0,3 7 0,7-1 0,-1 1 0,9-3 0,2-3 0,0-4 0,2-1 0,-4-5 0,7 4 0,-7-3 0,2-3 0,2-6 0,-2 1 0,-2-1 0,-9 6 0,3 0 0,-13 3 0,4 3 0,-12-4 0,-6 4 0,-3-4 0,-2-2 0,-6-2 0,0-3 0,-2 1 0,2-7 0,4-4 0,-4-14 0,-4-7 0,1-15 0</inkml:trace>
  <inkml:trace contextRef="#ctx0" brushRef="#br1" timeOffset="6">28188 2906 8912,'0'-18'0,"0"1"0,0 0 0,0 8 0,2 3 0,3 13 0,7 11 0,3 1 0,2 9 0,3 1 0,2 5 0,-2 1 0,3-1 0,-4 1 0,-2-1 0,0 2 0,0 4 0,1-3 0,-3 3 0,-4-4 0,-5-2 0,-4 1 0,-2-1 0,0-7 0,-2-6 0,-4-8 0,-5-7 0,-4-4 0,-3-2 0,1-8 0,0-3 0,2-4 0,3-3 0,-1-1 0,7-4 0,0 4 0,6-4 0,0 2 0,0-2 0,2 4 0,4-5 0,3 1 0,1 0 0,7 0 0,0 6 0,1-6 0,5 0 0,-4 0 0,-2 6 0,0 7 0,0 4 0,1-1 0,-1 1 0,6 2 0,0 10 0,0 3 0,-6 10 0,0 2 0,0 2 0,0 6 0,1-6 0,-3 8 0,-4-3 0,3 3 0,-8-3 0,5 3 0,-5-8 0,-1 2 0,-5-2 0,0-4 0,0 6 0,-7-16 0,-3-1 0</inkml:trace>
  <inkml:trace contextRef="#ctx0" brushRef="#br1" timeOffset="7">28566 2888 8912,'-9'-17'0,"-5"6"0,9-1 0,-1 9 0,6-13 0,2 14 0,4-3 0,3 3 0,8 2 0,6 0 0,2 0 0,0 0 0,0 0 0,4 2 0,-6 3 0,5-1 0,-5 8 0,2-1 0,-2 6 0,-4 0 0,4 1 0,-6 1 0,-5 4 0,3-4 0,-4 4 0,-3-4 0,0-2 0,-2 0 0,-1 0 0,1-5 0,-6-1 0,0 1 0,0 5 0,0-6 0,0 1 0,0-8 0,0 3 0,0-9 0,-2-3 0,-4-7 0,4-3 0,-3-2 0,-3 0 0,2-1 0,1-5 0,5 1 0,-2-7 0,-4 6 0,4-2 0,-4 2 0,4 4 0,2-4 0,0 4 0,6 8 0,2 1 0,1 2 0,3 3 0,5 5 0,-6 5 0,1 3 0,-1 2 0,-1 3 0,3 2 0,-7 2 0,6-5 0,-7-1 0,9 1 0,-10 3 0,7-3 0,-5-5 0,5-7 0,-5 0 0,5 0 0,-1-2 0,3-3 0,-1-7 0,1-3 0,2-2 0,3-1 0,-1 1 0,0 0 0,0 0 0,1 0 0,-7 5 0,0 1 0,1 1 0,5-1 0,6-3 0,0 9 0,0-3 0,-6 4 0,0-3 0,1-3 0,-1 4 0,0-5 0,0 5 0,0-5 0,6-1 0,0-5 0,0 0 0,-6 0 0,-7-6 0,-4 0 0,1 0 0,-1 6 0,-2-1 0,-4 3 0,-6 4 0,-5 5 0,-4 4 0,-3 2 0,1 8 0,0 3 0,2 4 0,3 3 0,-3-1 0,3 0 0,3 0 0,-3 0 0,7-1 0,-7-5 0,8 4 0,-1-3 0,3-3 0,2 3 0,0-8 0,2 3 0,3-7 0,7 0 0,3-5 0,2-1 0,0-6 0,1 5 0,-1-1 0,0 0 0,0 3 0,0 5 0,1 0 0,-1 0 0,6 0 0,0 0 0,0 2 0,-6 3 0,0-1 0,0 8 0,3-3 0,1 5 0,1-3 0,0 2 0,-3-3 0,-2 1 0,0-7 0,0 2 0,0-4 0,1-10 0,-1-9 0,0-10 0</inkml:trace>
  <inkml:trace contextRef="#ctx0" brushRef="#br1" timeOffset="8">29857 2046 8912,'0'-23'0,"0"0"0,0 2 0,0 8 0,0 1 0,-2 10 0,-2 4 0,-1 14 0,1 10 0,2 7 0,2 1 0,6 8 0,1 4 0,3 4 0,3 1 0,2 1 0,3-1 0,1 1 0,4 0 0,-2-8 0,7-4 0,-5-4 0,6-2 0,0-9 0,5-8 0,-1-7 0,-5-10 0,3-2 0,-8-4 0,7-9 0,-3-12 0,0-3 0,-4-7 0,-4-3 0,-2 2 0,-1-4 0,-5-2 0,2 6 0,-7-2 0,-2 3 0,-2 3 0,-10 7 0,-3 4 0,-4 12 0,-3 5 0,1 4 0,0 2 0,0 2 0,-1 4 0,7 4 0,1 7 0,1 0 0,-1 0 0,6 2 0,-1 4 0,3-9 0,2 3 0,7-4 0,5 4 0,11-7 0,6-4 0,5-5 0,6-1 0,4-1 0,8-5 0,1-6 0,5-11 0,-7 2 0,1-7 0,-8 1 0,-10-2 0,-7-1 0,-4 7 0,-11-2 0,-7 2 0,-5 4 0,-5-4 0,-7 6 0,-3 5 0,-4-1 0,-4 7 0,9 1 0,-3 5 0,4 0 0,-5 0 0,9 2 0,3 3 0,-1 5 0,1 7 0,2 0 0,2 0 0,2 2 0,0 4 0,8-3 0,3 2 0,4-2 0,3-3 0,-5-6 0,4 1 0,-3-9 0,9 3 0,-4-4 0,-2-2 0,2-2 0,2-4 0,2-7 0,-2-8 0,-8-6 0,-1-7 0,-6-6 0,5 0 0,-7-8 0,2 2 0,-4-9 0,-2-3 0,-8-7 0,-4 2 0,-9-9 0,-1-5 0,0 1 0,3 0 0,2 9 0,0 9 0,7 14 0,5 10 0,3 9 0,2 21 0,0 10 0,2 17 0,3 11 0,-1 8 0,8 10 0,-3 2 0,3 3 0,3-2 0,-4 8 0,11-2 0,0 2 0,1 2 0,-5-7 0,-1-1 0,2-5 0,2-3 0,2-3 0,-2-4 0,-8-9 0,-3-3 0,-2-1 0,-3-8 0,-5 2 0,-9-12 0,-8-5 0,-16 4 0,-11-1 0</inkml:trace>
  <inkml:trace contextRef="#ctx0" brushRef="#br1" timeOffset="9">29754 2407 8912,'-59'0'0,"20"0"0,5 0 0,20-2 0,14-4 0,12-5 0,17-12 0,13-6 0,11-3 0,18-10 0,13-4 0,-39 21 0,0 0 0,0 0 0,0-1 0,35-24 0,-5 4 0,-5 4 0,-3 10 0,-7 5 0,-14 10 0,-12 0 0,-17 7 0</inkml:trace>
  <inkml:trace contextRef="#ctx0" brushRef="#br1" timeOffset="10">28085 4333 8912,'-18'-18'0,"1"1"0,0 0 0,7 15 0,7 8 0,6 9 0,9 8 0,3 2 0,2 4 0,1 3 0,-1-3 0,2-3 0,4 3 0,-2-8 0,6 2 0,-1-4 0,1-2 0,-6-5 0,2-1 0,-2-7 0,2 2 0,-4-4 0,2-6 0,-5-6 0,-5-7 0,-7-11 0,2-1 0,-4-4 0,-2-1 0,0-6 0,0 0 0,0 5 0,0 7 0,0 7 0,0-2 0,0 4 0,0 9 0,0 4 0,0 12 0,1 4 0,5 7 0,2 6 0,3 0 0,5 0 0,-5-6 0,-1 0 0,1 0 0,1-1 0,5-3 0,0-2 0,0-7 0,0 2 0,-5-4 0,-1-2 0,-1-8 0,1-3 0,3-5 0,-9-1 0,1-6 0,-6 0 0,0-5 0,0 5 0,2 0 0,2 6 0,2 0 0,1 1 0,-1 5 0,-2 3 0,7 8 0,1 0 0,5 0 0,0 8 0,0 3 0,1 5 0,-1 1 0,-6 2 0,1 4 0,-3-4 0,5 6 0,-5-2 0,-1 0 0,-2 5 0,-6-5 0,-8 8 0,-3-3 0,-7 5 0,-5 1 0,2 1 0,-7-1 0,1-7 0,-2-4 0,-1-6 0,7-6 0,2-5 0,-6-19 0,0-6 0</inkml:trace>
  <inkml:trace contextRef="#ctx0" brushRef="#br1" timeOffset="11">28893 4058 8912,'18'0'0,"-9"0"0,-1 0 0,-1 0 0,-5 0 0,6 0 0,-8 1 0,0 5 0,2-4 0,4 4 0,3-2 0,1 1 0,5-3 0,-3 4 0,3 2 0,2-3 0,0 1 0,0-6 0,3 0 0,1 0 0,2 0 0,-2 0 0,-2-7 0,-2-5 0,0-3 0,0-1 0,1 3 0,-1 2 0,-2-1 0,-3-5 0,3 0 0,-4 0 0,-3-1 0,1 3 0,-3 4 0,-4 1 0,4 4 0,-2 4 0,1-3 0,-1 3 0,8 2 0,1 2 0,2 3 0,3-1 0,-1 8 0,0-3 0,0 3 0,6 3 0,0-3 0,6 3 0,-6 2 0,5 0 0,-5 0 0,6 6 0,-6 0 0,0 6 0,-6-4 0,0 0 0,1-1 0,-9 7 0,-3-2 0,-4-3 0,-2 3 0,-2-6 0,-4 6 0,-5-1 0,-12 7 0,-4-11 0,-7-6 0,-1-9 0,1-9 0</inkml:trace>
  <inkml:trace contextRef="#ctx0" brushRef="#br1" timeOffset="12">28911 3765 8912,'-8'-17'0,"6"0"0,-4 0 0,-1 5 0,1 1 0,10 7 0,13-2 0,10-1 0,13 1 0,6-2 0,11 2 0,4 5 0,8-22 0,0 4 0</inkml:trace>
  <inkml:trace contextRef="#ctx0" brushRef="#br1" timeOffset="13">30253 3318 8912,'0'-17'0,"0"0"0,0 0 0,-2 0 0,-4 1 0,-5 5 0,-6-3 0,-6 9 0,3 1 0,-2 10 0,-3 5 0,2 12 0,2 4 0,9 7 0,-1 2 0,7 4 0,0-3 0,6 1 0,0-6 0,0-3 0,0-2 0,0 2 0,0-5 0,0-6 0,8-9 0,3-3 0,-1-4 0,1-2 0,3-2 0,1-4 0,2-5 0,1-12 0,-3-4 0,-4-7 0,5-1 0,-5 1 0,-1-6 0,1 0 0,-7-8 0,2 2 0,-4-4 0,-2-1 0,0 5 0,0 0 0,-6 8 0,0-2 0,-1 17 0,1 6 0,4 11 0,-6 2 0,8 16 0,2 7 0,4 15 0,3 2 0,7 4 0,-1 4 0,2 0 0,-3 4 0,9-8 0,3 0 0,3-5 0,4-1 0,1 0 0,2-9 0,4-8 0,4-1 0,8-11 0,-8 1 0,-4-6 0,-4-7 0,-3-7 0,-4-5 0,-6-4 0,-6-2 0,-6 2 0,-3 2 0,-8-7 0,0 7 0,0-2 0,-8-2 0,-3 2 0,-4 0 0,-3 6 0,-1 2 0,-2 3 0,0 5 0,6-1 0,-2 6 0,5-4 0,3 4 0,-3 2 0,3 8 0,-3 3 0,3-1 0,5 1 0,-2 3 0,-7-7 0,11 9 0,-6-14 0,8 5 0,0-9 0,0-3 0,6 1 0,-1-8 0,9 9 0,-5-5 0,9 8 0,-1 0 0,0 0 0,0 0 0,0 0 0,3 0 0,3 0 0,-4 0 0,4 0 0,-4 6 0,-2-1 0,0 3 0,0-2 0,-5-4 0,-1 3 0,3-3 0,1-2 0,2 0 0,0-2 0,1-3 0,-3-5 0,-2-9 0,-3-4 0,-2-6 0,-3-3 0,-5-2 0,0-3 0,0-3 0,0 4 0,0-4 0,-5 5 0,-3 5 0,-2 3 0,-3 2 0,5 2 0,-1 12 0,3-1 0,4 9 0,-6-3 0,10 12 0,4 5 0,-4 6 0,6 4 0,-1 4 0,5 2 0,-3 0 0,3 1 0,-6 5 0,5-5 0,-1 3 0,1-2 0,2 3 0,-7-3 0,8-3 0,-5 1 0,3 0 0,-1 0 0,-7-14 0,11 10 0,-5-13 0</inkml:trace>
  <inkml:trace contextRef="#ctx0" brushRef="#br1" timeOffset="14">31010 3060 8912,'-10'0'0,"3"0"0,7-7 0,0-5 0,9-3 0,9-2 0,8-2 0,16-4 0,8-4 0,6 0 0,9-5 0,-2 3 0,-2-1 0,2 1 0,-9-2 0,-3 8 0,-9 2 0,-5 2 0,-18 2 0,-8 0 0,-7 7 0,-8-3 0,-7 7 0,-1 1 0,-11 5 0,-2 7 0,1 5 0,-3 3 0,-4 2 0,6 8 0,2 4 0,4-3 0,2 3 0,2-2 0,3 1 0,-3-1 0,3-4 0,5-4 0,1 4 0,4-4 0,2-2 0,8-7 0,3-4 0,5-4 0,1-2 0,6-10 0,0-7 0,7-2 0,-3-10 0,2-1 0,-1-3 0,-5-1 0,6-1 0,-6 7 0,6-1 0,-6 8 0,5-2 0,-5 6 0,6 5 0,-4-1 0,7 7 0,7 4 0,3 6 0,4 0 0,5 7 0,3 1 0,3 5 0,-3-5 0,3-1 0,4-7 0,0 4 0</inkml:trace>
  <inkml:trace contextRef="#ctx0" brushRef="#br1" timeOffset="15">16228 12242 8912,'0'-12'0,"0"1"0,0-3 0,0 7 0,-6-3 0,0 4 0,-1 4 0,1-3 0,4 3 0,-13 2 0,11-6 0,-8 0 0,1 1 0,1 3 0,5-4 0,1 4 0,-2-4 0,4-3 0,-4-3 0,5 5 0,-7-9 0,6 7 0,-6-3 0,8 1 0,0 7 0,0-6 0,0 5 0,0 3 0,0-8 0,0 5 0,0 3 0,2-6 0,4 8 0,-2 0 0,7 0 0,-5 0 0,5 0 0,1 0 0,5 0 0,-5 0 0,-1 0 0,1 0 0,11 0 0,-1 0 0,1 2 0,-5 4 0,6-4 0,5 3 0,4-3 0,1-2 0,2 0 0,5 0 0,-3 0 0,8 0 0,-8 0 0,2 0 0,2 0 0,-2 0 0,-1 0 0,-9 0 0,-1 0 0,1 0 0,3 0 0,1 0 0,1 6 0,-1 0 0,-5-1 0,0-5 0,5 0 0,6 0 0,0 0 0,-3 0 0,1 0 0,2 0 0,0 0 0,-5 0 0,-1 0 0,0 0 0,-5 0 0,0 0 0,-8 0 0,0-2 0,-6-1 0,-3-3 0,-9 0 0,5 6 0,-8 0 0,0 0 0,-8 0 0,-1 0 0,-8 0 0,5 0 0,1 0 0,-1 0 0,-5 0 0,-6 6 0,0 0 0,-7 1 0,1-1 0,-6-4 0,-3 6 0,-4-3 0,-2 1 0,4 6 0,-6-7 0,6 7 0,-6-7 0,0 3 0,-5-2 0,-1-4 0,0 3 0,1-3 0,-1-2 0,0 0 0,1 0 0,-7 0 0,1 0 0,0 0 0,5 0 0,6 0 0,0 0 0,0 0 0,-5 0 0,7 2 0,6 2 0,5 2 0,4-2 0,8-2 0,-2-2 0,12 7 0,3-5 0,8 6 0,0-8 0,0 0 0,8 0 0,-6 0 0,13 0 0,-5 0 0,7 0 0,2 0 0,4 0 0,-2-2 0,8-4 0,1 4 0,10-4 0,4-1 0,8 1 0,5-2 0,3 5 0,1-3 0,4 2 0,4 2 0,5 2 0,-9-6 0,4 1 0,-12-1 0,1 6 0,1 0 0,-2 0 0,-1 0 0,-3 0 0,-1 0 0,0 0 0,-1 0 0,1 0 0,-6 0 0,0 0 0,-10 0 0,0 0 0,-7 0 0,-4 0 0,-2-2 0,-6-4 0,-7 4 0,-3-5 0,-7 7 0,-2 0 0,-3 0 0,3 0 0,-8 0 0,4 0 0,3 0 0,-9 0 0,6 0 0,-5 0 0,-1 0 0,-5 0 0,-2 0 0,-2 0 0,-4 0 0,-2 0 0,-7 0 0,-6 0 0,-10 2 0,-1 3 0,-1-3 0,-5 4 0,-5 2 0,-1-3 0,-6 1 0,-5 2 0,3-1 0,-3 5 0,3-3 0,2-3 0,6-2 0,0 7 0,9-7 0,3 2 0,7-2 0,9 2 0,8-5 0,5 5 0,2-4 0,3-2 0,8 0 0,1 0 0,8 0 0,0 0 0,8 0 0,3 0 0,6 0 0,6 0 0,-2 0 0,8 0 0,5-2 0,7-4 0,4 3 0,-2-7 0,0 1 0,5-1 0,0 6 0,-2-2 0,2-1 0,-8 1 0,8-5 0,-2 5 0,1-2 0,-1 4 0,-4-1 0,0 1 0,-3-4 0,7 3 0,-8-3 0,2 2 0,-4 2 0,-1-7 0,-1 5 0,-1-3 0,-5-1 0,-5 0 0,-4 7 0,-1-13 0,-9 14 0,-1-5 0,-16 7 0,6 0 0,-7 0 0,3 0 0,4 0 0,-6 0 0,8 0 0,0 0 0,-7 0 0,5 0 0,-6-8 0,1 6 0,3-5 0,-8 7 0,1-8 0,-6-2 0</inkml:trace>
  <inkml:trace contextRef="#ctx0" brushRef="#br1" timeOffset="16">21201 11279 8912,'10'-17'0,"3"5"0,-7 1 0,-2-3 0,-2-1 0,-2-2 0,-2 7 0,-4 4 0,2 6 0,-6 6 0,3 6 0,3 3 0,2 2 0,0 0 0,-2 1 0,-1-1 0,-1 0 0,6 0 0,0 0 0,0 0 0,8 1 0,1-9 0,8-3 0,-1-6 0,-5-6 0,-1-1 0,-5-5 0,-3-3 0,4 3 0,-6-3 0,-6-2 0,-5 0 0,-4 7 0,-3 4 0,1 5 0,0 1 0,0 0 0,-1 0 0,7 7 0,0 5 0,7 3 0,-2 2 0,4 0 0,12-1 0,7-5 0,8 4 0,9-5 0</inkml:trace>
  <inkml:trace contextRef="#ctx0" brushRef="#br1" timeOffset="17">21786 11055 8912,'-25'17'0,"6"1"0,-4-1 0,-2 8 0,1 3 0,-1 5 0,0 1 0,-4 8 0,6 4 0,6 4 0,6 1 0,1 1 0,-2-1 0,3 1 0,3 0 0,2-1 0,-5 1 0,-1-1 0,1 1 0,-1-2 0,-1-5 0,-3-8 0,9-9 0,-1-7 0,6-7 0,0-20 0,0-11 0,15-18 0,4 1 0</inkml:trace>
  <inkml:trace contextRef="#ctx0" brushRef="#br1" timeOffset="18">21941 11605 8912,'-17'8'0,"0"-6"0,-1 4 0,1 1 0,-2 1 0,0 1 0,2 5 0,-4-5 0,9 3 0,-1-1 0,1 7 0,-1-1 0,7 0 0,1 0 0,6-2 0,5-1 0,6-3 0,3-7 0,2 2 0,0-4 0,1-2 0,-1-2 0,0-4 0,-2-4 0,-3-7 0,-6 0 0,-5 0 0,-1 0 0,0 0 0,-1 5 0,-5 1 0,-2 5 0,-3-6 0,-5 9 0,5-3 0,1 4 0,1 0 0,1-4 0,2 4 0,6-5 0,8-1 0,2-1 0</inkml:trace>
  <inkml:trace contextRef="#ctx0" brushRef="#br1" timeOffset="19">22199 11193 8912,'10'-8'0,"-3"6"0,-7-13 0,0 13 0,-2-6 0,-1 10 0,-3 4 0,2 5 0,0 14 0,-1 10 0,3 1 0,-4 10 0,4 0 0,2 5 0,0-5 0,0 0 0,0-2 0,0 2 0,2-6 0,4-4 0,-3-3 0,9-5 0,-1-9 0,7-7 0,1-8 0,4 1 0,-4-10 0,4-7 0,-4-5 0,-4-4 0,-1-2 0,-3 2 0,-5-4 0,5 2 0,-7 0 0,4 6 0,-8 6 0,0-1 0,0 8 0,0-1 0,0 10 0,0 7 0,0 3 0,0 2 0,0 6 0,0 0 0,5 0 0,1-6 0,2 1 0,-2-1 0,-3 0 0,9 0 0,-3-5 0,5-3 0,-3-1 0,3-4 0,-5-10 0,3-6 0,-1-11 0,6-3 0</inkml:trace>
  <inkml:trace contextRef="#ctx0" brushRef="#br1" timeOffset="20">22543 11279 8912,'-28'11'0,"1"1"0,2-1 0,4-1 0,2 5 0,2-4 0,1-1 0,5 1 0,3 1 0,8 5 0,8-7 0,3-5 0,10-5 0,2-5 0,-5 1 0,-7-8 0,-7 1 0,2-6 0,-4-1 0,-4 1 0,-4 0 0,-4 2 0,-7 3 0,-6 5 0,0 7 0,-5 0 0,5 0 0,-8 7 0,2 5 0,-1 5 0,1 6 0,-3-4 0,5 14 0,-8-7 0</inkml:trace>
  <inkml:trace contextRef="#ctx0" brushRef="#br1" timeOffset="21">21993 11623 8912,'-19'0'0,"-2"0"0,-2 0 0,2 0 0,7-6 0,3 0 0,7-7 0,-2 1 0,14-3 0,9-2 0,8 0 0,11 1 0,2 3 0,3 1 0,6 3 0,-1-3 0,4 5 0,2 7 0,-1-6 0,1 0 0,-1-7 0,1 3 0</inkml:trace>
  <inkml:trace contextRef="#ctx0" brushRef="#br1" timeOffset="22">22870 11416 8912,'0'17'0,"0"1"0,-5-7 0,-1 1 0,-2 1 0,2 10 0,-1-2 0,-5 8 0,-1-1 0,7 7 0,-5 5 0,5 2 0,2 0 0,2 0 0,2 4 0,0-6 0,2 0 0,4-6 0,-2-7 0,7-4 0,-5-6 0,5-5 0,-7-5 0,12-22 0,-7-4 0</inkml:trace>
  <inkml:trace contextRef="#ctx0" brushRef="#br1" timeOffset="23">22836 11347 8912,'0'10'0,"6"0"0,-1-5 0,1-3 0,2 8 0,3-4 0,5-5 0,3 7 0,2 0 0,2 3 0,7-1 0,-1 1 0,-2 1 0,1 5 0,-7 0 0,2 0 0,-11 0 0,-6 1 0,-6 1 0,-6 4 0,-6-4 0,-11 4 0,-9 1 0,-8-1 0,1-2 0,3-1 0,7-9 0,1 0 0,7-7 0,-2 2 0,4-12 0,1-3 0</inkml:trace>
  <inkml:trace contextRef="#ctx0" brushRef="#br1" timeOffset="24">23283 11072 8912,'8'-24'0,"-4"-1"0,7-4 0,1 0 0,7 10 0,2 6 0,2 3 0,7 5 0,-1 5 0,-4 17 0,-2 11 0,-4 13 0,-2 10 0,-7 8 0,-4 4 0,-5 4 0,-1 2 0,-7 0 0,-5 0 0,-11-1-179,-5 1 0,-11 0 179,-1 0 0,-15-1 0,-2 1 0,-10-2-215,30-35 1,-1-1 0,-40 26 214,-8-11 0,41-24 0,0-2 0,-45 15 0,0-1 0,44-17 0,0 1 0</inkml:trace>
  <inkml:trace contextRef="#ctx0" brushRef="#br1" timeOffset="25">20926 10952 8912,'-19'2'0,"-4"2"0,-4 1 0,-2-1 0,2-2 0,1-2 0,-1 2 0,-4 4 0,1 13 0,-1 19 0,4 19 0,3 22 0,8 16 0,12-39 0,2 1 0,1 4 0,1 0 0,-1 3 0,2 0 0,2 1 0,3 0 0,2 1 0,1 0 0,4-3 0,3-2-199,2-1 1,2-3 0,1-9 0,2-3 198,29 30 0,7-20 0,4-17 0,6-7-43,6-8 1,-5-12 42,5-5 0,-12-4 0,0 4 0,-11-1 0,-4 1 0</inkml:trace>
  <inkml:trace contextRef="#ctx0" brushRef="#br1" timeOffset="26">26071 11915 8912,'8'9'0,"3"-3"0,5-4 0,1-2 0,0 0 0,-6 0 0,-1-2 0,0-2 0,-3-3 0,1-3 0,-2-3 0,1-3 0,-5-1 0,4 0 0,-4 0 0,-2 7 0,0 3 0,0 5 0,0-4 0,-2 4 0,-4-2 0,-5 8 0,-7 6 0,-4 7 0,-13 8 0,-11 3 0,-11 5 0,-6 1 0,-8 10-247,-9 8 0,37-27 0,0 1 247,-6 3 0,0 0 0,-1-2 0,1-1 0,2-1 0,2 0 0,1-1 0,0 0 0,-38 21 0,17-12 0,19 1 0,6-11 0,17 0 0,0-6 0,6-5 0,5 1 0,3-5 0,1 1 0,2-5 0,6 4 741,0-8-741,0 0 0,8 0 0,-6 0 0,13 0 0,-5 0 0</inkml:trace>
  <inkml:trace contextRef="#ctx0" brushRef="#br1" timeOffset="27">25366 12001 8912,'0'-23'0,"0"0"0,0 0 0,0-2 0,-2 6 0,-4-4 0,-6 4 0,-3 10 0,-2 3 0,-6 6 0,-2 6 0,-2 9 0,-3 12 0,-8 5 0,-3 20 0,-4 3 0,4 14 0,-6 0 0,3-3 0,0-1 0,3-2 0,7 0 0,5 6 0,1-2 0,10-4 0,-1-6 0,14-11 0,-1-6 0,6-11 0,2-6 0,4-12 0,3 3 0,8-8 0,0-3 0,1-1 0,5-4 0,0-3 0,13 1 0,-2-8 0,12 1 0,0-6 0,4 5 0,3 1 0,3-1 0,1 3 0,6 1 0,-5 8 0,10 2 0,-4 4 0,6 5-553,-7 12 553,-3 4 0,9 13 0,-8 0 0,-2-2 0,0-1 0</inkml:trace>
  <inkml:trace contextRef="#ctx0" brushRef="#br1" timeOffset="28">2013 16230 8912,'-23'0'0,"-1"-2"0,-1-1 0,2-5 0,6 0 0,3 1 0,1 3 0,13 2 0,6 2 0,9 0 0,8 0 0,4-6 0,9-1 0,4-1 0,6 0 0,4-5 0,1 1 0,10-9 0,10-3 0,13-3 0,-37 12 0,2-1 0,5-2 0,1-2 0,2 0 0,1 0 0,1 0 0,0 0-216,1 2 0,1 1 0,-3 1 0,0 0 216,-3 1 0,-1 1 0,-2 2 0,-2 1 0,36 0 0,-16-2 0,-6 7 0,-11 2 0,-7 2 0,-12 2 0,-16 0 0,-3 0 0,-13 8 0,4-6 0,-12 3 432,4 5 0,-11-6-432,7 7 0,-8 1 0,5 5 0</inkml:trace>
  <inkml:trace contextRef="#ctx0" brushRef="#br1" timeOffset="29">3614 15508 8912,'0'-17'0,"0"0"0,0 0 0,0-1 0,4 1 0,7 0 0,3 8 0,14 3 0,1-2 0,5 4 0,3 6 0,3 8 0,-4 15 0,4 9 0,2 8 0,-2 10 0,1 5 0,-7 0 0,-9 8 0,-8-2 0,-7 4-167,-10 2 0,-4 7 167,-8 4 0,-11 5 0,-22 1 0,19-43 0,-2-1 0,-6 1 0,-1 0 0</inkml:trace>
  <inkml:trace contextRef="#ctx0" brushRef="#br1" timeOffset="30">1273 14649 8912,'-15'-18'0,"2"3"0,1 2 0,1 1 0,1-1 0,3-2 0,7 7 0,0 8 0,2 11 0,3 10 0,-1 8 0,6 11 0,-1 4 0,1 0 0,-5 6 0,7-6 0,-1 2 0,-1-1 0,5 1 0,-3 6 0,3-8 0,2-4 0,0-4 0,1-1 0,-3-3 0,-4-3 0,-3-12 0,0-9 0,1-8 0</inkml:trace>
  <inkml:trace contextRef="#ctx0" brushRef="#br1" timeOffset="31">912 14906 8912,'-27'-38'0,"4"4"0,6-2 0,6 13 0,5 2 0,4 2 0,4 1 0,4 1 0,3 0 0,10 0 0,4 0 0,6-1 0,5 1 0,7 0 0,3 0 0,7 0 0,3 1 0,3 5 0,2 3 0,4 8 0,-5 4 0,-12 7 0,-6 16 0,-11 19 0,-5 4 0,-6 9 0,-1 2 0</inkml:trace>
  <inkml:trace contextRef="#ctx0" brushRef="#br1" timeOffset="32">1377 15474 8912,'-12'0'0,"1"0"0,7 0 0,-4-2 0,8-4 0,4-7 0,8-8 0,1-6 0,16-7 0,-1-8 0,7-4 0,5 2 0,0-2 0,6 8 0,-4-2 0,0 3 0,0 3 0,-4 7 0,-9 4 0,-4 12 0,-16 3 0,-1 8 0,-8 2 0,0 4 0,0 5 0,0 10 0,-2 2 0,-4-2 0,5 4 0,-5-2 0,2 0 0,-2 2 0,4-6 0,-3 4 0,3-4 0,2-2 0,0 0 0,0 1 0,0-1 0,0-8 0,5-9 0,1-11 0,6-6 0,-7-6 0,9-4 0,-3-7 0,5-7 0,1 1 0,-6 0 0,1 6 0,-1-1 0,6 1 0,1 7 0,-3 4 0,-2 4 0,-1 2 0,-1 6 0,6-1 0,-5 8 0,-1-1 0,3 3 0,-5 4 0,3 3 0,-6-1 0,5 8 0,0-1 0,7 1 0,-1-1 0,-6-7 0,1 2 0,-1 3 0,7-7 0,-1 6 0,0-8 0,-6-6 0,1-2 0,1-1 0,-5 5 0,1-4 0,-3 6 0,6-3 0,-5 3 0,9-6 0,-5 8 0,-1-6 0,1 1 0,1-7 0,5 6 0,0-7 0,0 2 0,0-5 0,1-1 0,-7-6 0,1 0 0,-1 2 0,-1 2 0,5 2 0,-13 0 0,5 7 0,-7 3 0,-5 22 0,-1 8 0,-2 13 0,3 4 0,3 8 0,-4-2 0,4 3 0,2 3 0,0 0 0,0-1 0,6-1 0,0-4 0,7 1 0,-2-5 0,3-1 0,-3-5 0,3 2 0,-9-9 0,1-4 0,-6-1 0,0-14 0,0-2 0</inkml:trace>
  <inkml:trace contextRef="#ctx0" brushRef="#br1" timeOffset="33">2478 14752 8912,'10'-17'0,"-1"-1"0,-3 1 0,-2 0 0,7 2 0,3 3 0,-5-1 0,3 7 0,-1 2 0,6 10 0,-1 4 0,-5 7 0,2 2 0,-7 4 0,0 4 0,-6 7 0,0 0 0,0 1 0,-2-1 0,-4 0 0,-3 1 0,-8-1 0,5 1 0,1-1 0,7-7 0,-2-4 0,-4-4 0,9-10 0,-7-1 0,8-8 0</inkml:trace>
  <inkml:trace contextRef="#ctx0" brushRef="#br1" timeOffset="34">2891 14803 8912,'-2'-9'0,"-4"3"0,3 4 0,-9 2 0,8 8 0,-9 3 0,7 12 0,0-4 0,6 4 0,0 2 0,0-2 0,0 0 0,0-6 0,6 0 0,2-1 0,1-3 0,5-2 0,-5-7 0,3 2 0,-8-4 0,9-4 0,-7-4 0,-1 2 0,-5-7 0,0-1 0,0-5 0,0 6 0,0-1 0,0 1 0,0-6 0,0-1 0,8 1 0,2 0 0</inkml:trace>
  <inkml:trace contextRef="#ctx0" brushRef="#br1" timeOffset="35">3046 14855 8912,'17'8'0,"0"-5"0,1 9 0,-1-6 0,0 5 0,0-5 0,0 5 0,1-1 0,-1 1 0,0 4 0,0-3 0,0 3 0,1 2 0,-1-5 0,-2-1 0,-1 1 0,-3-3 0,-5 1 0,5-4 0,-7-4 0,4 5 0,-10-7 0,-4 0 0,2-7 0,-7-5 0,-1-3 0,-5-8 0,0 0 0,7-2 0,5 4 0,3-4 0,2-1 0,0-3 0,0-6 0,7 1 0,5 0 0,3-6 0,2-1 0,8-14 0,2 2 0</inkml:trace>
  <inkml:trace contextRef="#ctx0" brushRef="#br1" timeOffset="36">3562 14373 8912,'-7'10'0,"5"-2"0,-6-8 0,8 7 0,0 5 0,0 3 0,0 2 0,2 8 0,4 4 0,1 3 0,5 3 0,1 7 0,-5 5 0,-1 7 0,1 3 0,-2 0 0,-6-5 0,0 3 0,0-3 0,0 3 0,0-18 0,0 5 0</inkml:trace>
  <inkml:trace contextRef="#ctx0" brushRef="#br1" timeOffset="37">3425 14906 8912,'17'-24'0,"2"-5"0,2-2 0,2 3 0,7-3 0,-1 8 0,4 0 0,1 6 0,-1 6 0,-5-1 0,5 1 0,-7-6 0,9-1 0</inkml:trace>
  <inkml:trace contextRef="#ctx0" brushRef="#br1" timeOffset="38">3924 14752 8912,'-14'21'0,"-3"-4"0,-4 2 0,4-13 0,-6 7 0,-2-1 0,0 3 0,0 2 0,8-5 0,6-1 0,-3 2 0,7-3 0,1 1 0,4 3 0,4-5 0,4 3 0,-3-8 0,9 1 0,-6-3 0,5-2 0,2 0 0,3 0 0,1-7 0,0-5 0,-5 3 0,-1-3 0,2-1 0,-5-3 0,7-1 0,-5 0 0,7 0 0,-7 7 0,5 3 0,-11 1 0,7 0 0,1 0 0,3 8 0,-3 4 0,-3-4 0,-5 6 0,4-3 0,1 1 0,-3 6 0,5-7 0,-5 3 0,6-2 0,-7-4 0,7 3 0,-1 3 0,6-2 0,-5-1 0,-1-5 0,1 0 0,5 0 0,0 0 0,-1-1 0,-5-5 0,2 2 0,-7-7 0,6 5 0,-5-6 0,3-1 0,-6-2 0,1-4 0,-3-4 0,-2-6 0,0 2 0,0-1 0,0 5 0,0-6 0,0 6 0,0-4 0,0 3 0,-7 1 0,5 15 0,-4 8 0,4 13 0,2 14 0,0 9 0,0 16 0,2 1 0,4 5 0,1-5 0,5 5 0,3-5 0,-3-1 0,3-1 0,2 1 0,0-8 0,1-4 0,-7-13 0,1-10 0,-1 0 0,6-7 0</inkml:trace>
  <inkml:trace contextRef="#ctx0" brushRef="#br1" timeOffset="39">4354 14906 8912,'-23'0'0,"0"0"0,2 0 0,13 0 0,14 0 0,23-1 0,28-5 0,23-13 0,-27 3 0,1-1 0,6-2 0,1 0 0,3 0 0,0 0 0,1-3 0,0 0-356,1 0 0,0-2 0,6-7 0,-1-3 0,-1-1 0,0-1 0</inkml:trace>
  <inkml:trace contextRef="#ctx0" brushRef="#br1" timeOffset="40">12080 16213 8912,'-1'-40'0,"-5"0"0,-6 2 0,3 3 0,-3 7 0,-3 7 0,-4 5 0,-4 5 0,-8 7 0,5-2 0,-3 6 0,0 6 0,-1 6 0,-3 3 0,1 2 0,3 2 0,4 2 0,0 2 0,6 2 0,-4-2 0,4 4 0,2 9 0,0 2 0,-1 2 0,1 10 0,0 1 0,0 3 0,0 9 0,1 0 0,3 6 0,3 1 0,3 5 0,1-4 0,6 3 0,10-18 0,7-11 0,15-8 0,14-9 0,10-10 0,1-13 0,12-16 0,-4-8 0,0-6 0,0-19 0,4-10 0</inkml:trace>
  <inkml:trace contextRef="#ctx0" brushRef="#br1" timeOffset="41">12476 16505 8912,'10'-1'0,"-3"-5"0,-1-6 0,0-3 0,0-2 0,-4 0 0,1-1 0,3-1 0,-2-2 0,-2-2 0,-2 0 0,0 6 0,0 0 0,-8 2 0,-3 3 0,-5 7 0,-1 3 0,-6 6 0,0 7 0,-7 8 0,3 17 0,-2 6 0,1 10 0,7 0 0,-2 5 0,9-4 0,3-1 0,7 3 0,-2-3 0,6-8 0,6-6 0,5-11 0,12-4 0,-2-6 0,8-6 0,0-3 0,5-8 0,1-2 0,-1-4 0,0-5 0,-1-10 0,-4-2 0,-6 2 0,-6-4 0,-6 2 0,5-7 0,-7 3 0</inkml:trace>
  <inkml:trace contextRef="#ctx0" brushRef="#br1" timeOffset="42">12958 16385 8912,'0'-17'0,"0"0"0,0-1 0,0 1 0,0 0 0,0 0 0,0 7 0,0 7 0,0 12 0,0 8 0,0 14 0,0 1 0,0 8 0,0 4 0,2 0 0,4 2 0,-2 4 0,7-4 0,1-4 0,5-2 0,0-10 0,0-1 0,6-8 0,0 2 0,6-12 0,-6-5 0,2-4 0,-3-4 0,5-5 0,0-11 0,4-1 0,-8-9 0,0 7 0,-6-2 0,-6-2 0,1 2 0,-9 0 0,5 6 0</inkml:trace>
  <inkml:trace contextRef="#ctx0" brushRef="#br1" timeOffset="43">13905 16351 8912,'-12'-18'0,"3"1"0,1 0 0,0 8 0,3 3 0,3 6 0,-4 7 0,4 11 0,2 8 0,0 15 0,0-3 0,0 8 0,0-8 0,0 2 0,2-4 0,2 0 0,3 1 0,3-3 0,-4 4 0,5-9 0,-5-2 0,5 1 0,-7-7 0,2 2 0,3-4 0,1-1 0</inkml:trace>
  <inkml:trace contextRef="#ctx0" brushRef="#br1" timeOffset="44">13578 16333 8912,'-33'0'0,"4"0"0,7 0 0,2 0 0,3 0 0,11-5 0,12-1 0,15 2 0,19 2 0,12 2 0,7-5 0,10-1 0,-2-8 0,-4 3 0,4-4 0,-8-1 0,-1 3 0,-7 2 0,-11 5 0,1-6 0,-5 9 0,-9-13 0,-2 7 0</inkml:trace>
  <inkml:trace contextRef="#ctx0" brushRef="#br1" timeOffset="45">14438 15766 8912,'2'-9'0,"4"3"0,3 19 0,8 10 0,6 10 0,2 9 0,0 9 0,0 10 0,4 8 0,-6 6 0,5 3 0,-5 8 0,-2 0 0,-9-2 0,-6-2 0,-5-2 0,-12-3-397,-12 9 1,-6-4 396,8-36 0,-4 0 0,0-3 0,-3-1 0,-2-1 0,-3-1 0,-7-1 0,-2-2 0,-2-2 0,0-1 0</inkml:trace>
  <inkml:trace contextRef="#ctx0" brushRef="#br1" timeOffset="46">16796 15972 8912,'0'-17'0,"0"6"0,-2-1 0,-2-1 0,-4 0 0,1-1 0,-1 3 0,-5-1 0,1-3 0,-5 4 0,-4 5 0,-4 4 0,-4 4 0,-7 4 0,-4 7 0,-8 14 0,2 11 0,-2 10 0,1 7 0,1 14 0,4 7 0,9 6 0,3 6 0,1 4 0,20-43 0,3 1-212,-4-1 1,2 0-1,3 44 212,-1-1 0,6-12 0,8-7 0,7-8 77,6-8 1,9-19-78,-1-9 0,6-10 0,5-7 0,2-7 0,4-10 0,1 5 0,-6-8 0,-3-2 0,-2 1 0</inkml:trace>
  <inkml:trace contextRef="#ctx0" brushRef="#br1" timeOffset="47">17071 16333 8912,'10'-7'0,"-3"3"0,-5-6 0,2 1 0,2-1 0,-2-3 0,-3 5 0,-1 5 0,0 14 0,0 2 0,0 16 0,0 2 0,0 1 0,0 8 0,0 0 0,0 0 0,0-5 0,0 1 0,0 4 0,6-5 0,0-1 0,0-7 0,-6-10 0,7 0 0,3 0 0</inkml:trace>
  <inkml:trace contextRef="#ctx0" brushRef="#br1" timeOffset="48">16899 16609 8912,'-10'0'0,"10"-8"0,12-4 0,11-9 0,5-1 0,13-9 0,4 2 0,5-3 0,2-3 0,-1 1 0</inkml:trace>
  <inkml:trace contextRef="#ctx0" brushRef="#br1" timeOffset="49">17484 16299 8912,'0'-11'0,"0"-1"0,0-1 0,0 3 0,0-1 0,0 7 0,0-2 0,0 14 0,0 9 0,-6 8 0,1 9 0,-3 3 0,2 3 0,4 4 0,-3 7 0,-3-5 0,2 0 0,0-6 0,6 4 0,0-2 0,0-4 0,0-3 0,0-7 0,8-3 0,2-15 0,7-5 0,6-10 0,0-7 0,0-16 0,-6-7 0,6-11 0,0 0 0,0 4 0,-6 2 0,-2 4 0,-3 2 0,1 7 0,-7 4 0,1 6 0,-1 5 0,-4 5 0,6 14 0,-8 5 0,0 11 0,0 5 0,0-1 0,0 2 0,2-1 0,3 7 0,-1-8 0,8-5 0,-1-2 0,6-3 0,1-2 0,-1-4 0,6-3 0,0-8 0,2-2 0,-3-4 0,-2-3 0,3-8 0,-4 0 0,-2-1 0,-6 1 0,1 0 0,-8 0 0,1 0 0,-3-1 0,-2 1 0,0 0 0,0 0 0,0 7 0,0 5 0,0 10 0,0 5 0,0 7 0,8 0 0,3 0 0,5-5 0,1-1 0,0-1 0,0 1 0,2-1 0,4-4 0,-3-4 0,2 3 0,-2-5 0,-3-5 0,2-3 0,4-4 0,-10-3 0,4 4 0,-5-5 0,-1-1 0,3 0 0,-8 0 0,-1 0 0,-5 7 0,0 2 0,6 16 0,0 4 0,-1 3 0,-5 2 0,6 6 0,0 0 0,0 6 0,-6-7 0,2 1 0,3 2 0,-3-6 0,4 4 0,-4-9 0,-2-3 0,0-7 0,0 4 0</inkml:trace>
  <inkml:trace contextRef="#ctx0" brushRef="#br1" timeOffset="50">17914 16333 8912,'-7'-17'0,"-5"0"0,-1 0 0,1 0 0,-1 0 0,7-1 0,0 1 0,6 0 0,0 0 0,0 0 0,14-1 0,3 1 0,19 8 0,4 1 0,8 2 0,4 1 0,7-1 0,2 6 0</inkml:trace>
  <inkml:trace contextRef="#ctx0" brushRef="#br1" timeOffset="51">19084 16385 8912,'-17'0'0,"0"0"0,0 0 0,5 2 0,1 4 0,7 3 0,-2 8 0,4 1 0,4 1 0,2 2 0,2 2 0,7 2 0,-1-3 0,3-2 0,2 2 0,-5-4 0,-1-7 0,1 3 0,5-9 0,0 1 0,0-6 0,0-2 0,1-4 0,-1-3 0,0-8 0,-5-3 0,-1-2 0,-1-3 0,1-4 0,2-3 0,-7 3 0,2 2 0,-2-1 0,-5 7 0,5-2 0,2 9 0,0 5 0,1 1 0,-3 2 0,5 6 0,-5 16 0,5 6 0,-7 9 0,2 3 0,2 1 0,-3-1 0,1 1 0,-6-1 0,0-7 0,0-4 0,0 2 0,0-3 0,0-1 0,0-9 0,-2-6 0,-3-12 0,-5-11 0,-15-10 0,-2-7 0</inkml:trace>
  <inkml:trace contextRef="#ctx0" brushRef="#br1" timeOffset="52">19136 16213 8912,'-17'-42'0,"0"8"0,-1-1 0,3 9 0,4-1 0,5 4 0,-2 4 0,3 2 0,-1 5 0,6 1 0,2 7 0,3-2 0,9 4 0,7 2 0,-2 0 0,13 0 0,-5 0 0</inkml:trace>
  <inkml:trace contextRef="#ctx0" brushRef="#br1" timeOffset="53">19962 16333 8912,'2'10'0,"4"-4"0,-4 3 0,5 1 0,-7 7 0,0 0 0,0 0 0,0 1 0,0-1 0,0 0 0,0 2 0,0 2 0,0 4 0,0 2 0,0-6 0,0 2 0,0-4 0,0-2 0,0-6 0,0 1 0,0-8 0,0 3 0,0-14 0,2-3 0,2-9 0,2-4 0,7 2 0,-1-8 0,1 1 0,-2 1 0,5 2 0,-5 8 0,-1 0 0,1 0 0,3-1 0,1 9 0,2 1 0,-2 16 0,-3 3 0,3 7 0,-3 4 0,3-2 0,2 3 0,0-4 0,1-4 0,-1-2 0,0-1 0,6-8 0,0 1 0,2-3 0,-4-2 0,2 0 0,-2 0 0,-2-2 0,-2-3 0,-5-3 0,-1-4 0,-5-3 0,5 4 0,-7-5 0,2-1 0,1 6 0,-1-1 0,0 7 0,-6-7 0,0 8 0,0-3 0,0 9 0,0 3 0,0 5 0,0 7 0,6 0 0,-1 0 0,9 1 0,-3-1 0,-1-2 0,1-3 0,1 1 0,5-7 0,0-1 0,0-5 0,-5 0 0,-1-2 0,3-3 0,-7-5 0,-1-7 0,-4 0 0,-2 0 0,-8-1 0,-3 1 0,-10 0 0,-2 0 0,0 5 0,6 1 0,0 7 0,-1-2 0,7-1 0,-1 1 0,9 0 0,-5 6 0,16 8 0,1 1 0</inkml:trace>
  <inkml:trace contextRef="#ctx0" brushRef="#br1" timeOffset="54">21149 16058 8912,'-17'-9'0,"6"1"0,-1 8 0,8 2 0,-3 6 0,-1 9 0,6 10 0,-3 13 0,3 4 0,2 5 0,2-1 0,3-2 0,-1 0 0,8 5 0,-3 1 0,3 0 0,3-8 0,-4-4 0,-1-4 0,1-2 0,-7-7 0,2-4 0,4-4 0,-1-2 0</inkml:trace>
  <inkml:trace contextRef="#ctx0" brushRef="#br1" timeOffset="55">21063 16385 8912,'-17'0'0,"0"0"0,0 0 0,7 0 0,6 0 0,16 0 0,11 0 0,15 0 0,10 0 0,7 0 0,8 0 0,2-8 0,-1-3 0,10-12 0,-3-4 0</inkml:trace>
  <inkml:trace contextRef="#ctx0" brushRef="#br1" timeOffset="56">22870 16127 8912,'-2'-19'0,"-1"-2"0,-3-2 0,0 2 0,0 2 0,-1 4 0,-3 3 0,6 3 0,-3 7 0,-1 2 0,6 11 0,-4 20 0,4 9 0,2 12 0,0 7 0,2 11 0,2 1 0,2-2 0,7 3 0,-1-8 0,3 0 0,2 0 0,1-1 0,-1-12 0,-2 1 0,-3-18 0,3-3 0,-6-22 0,9-1 0</inkml:trace>
  <inkml:trace contextRef="#ctx0" brushRef="#br1" timeOffset="57">22647 16540 8912,'-10'9'0,"4"-1"0,12-8 0,6-6 0,10 1 0,11-9 0,7 3 0,0 1 0,-5-1 0,-1-1 0,1-5 0</inkml:trace>
  <inkml:trace contextRef="#ctx0" brushRef="#br1" timeOffset="58">23077 16471 8912,'11'2'0,"1"4"0,-8-4 0,11 5 0,-4-7 0,5 6 0,1 0 0,6 1 0,0-1 0,0 6 0,2 3 0,-4 2 0,7 0 0,-7 6 0,2 0 0,-6 2 0,-5-2 0,1-2 0,-7 7 0,0-7 0,-6 4 0,0-15 0,0-10 0,0-12 0,0-9 0,0-2 0,0-7 0,0 1 0,7-3 0,5-3 0,3 1 0,2 0 0,1 7 0,-1 4 0,0 0 0,0 6 0,2-4 0,2 11 0,2 1 0,-2 3 0,-3 6 0,-7 6 0,4 3 0,-3 8 0,3 1 0,-3-1 0,-3 0 0,-1 0 0,-2 0 0,-6 1 0,0-9 0,0 6 0,7-5 0,-5 1 0,4 1 0,-4-8 0,3 5 0,3-5 0,2 2 0,-5 0 0,7-6 0,-1 0 0,7 0 0,-1 0 0,0-8 0,0-4 0,0 3 0,1-3 0,-7 3 0,1-3 0,-1-1 0,6 7 0,-5-5 0,-3 3 0,-1-1 0,5 5 0,-11-2 0,4 12 0,2 3 0,-1 9 0,3-1 0,-6 0 0,1 0 0,3 0 0,-2 1 0,7-1 0,-1-2 0,3-3 0,-4-5 0,1-7 0,-1 0 0,14-15 0,2-4 0</inkml:trace>
  <inkml:trace contextRef="#ctx0" brushRef="#br1" timeOffset="59">24281 16557 8912,'-7'15'0,"-3"-1"0,-1-5 0,-1-1 0,10-2 0,2-8 0,10-4 0,5-6 0,10-3 0,4-2 0,3-2 0,3-4 0,1 2 0,2-8 0,2 1 0,-1 1 0,-11-4 0,-5 6 0,-6 1 0,-5-1 0,-4 2 0,-8 6 0,-10 1 0,-7 5 0,-14 3 0,-9 8 0,0 2 0,-2 4 0,6 9 0,-5 8 0,7 13 0,3 1 0,5 5 0,1 6 0,8 1 0,5 3 0,8-1 0,-1 1 0,12-8 0,10-4 0,10-6 0,13-5 0,4-6 0,8-12 0,1-3 0,5-8 0,-5-9 0,5-9 0,-5-14 0,-1-12 0</inkml:trace>
  <inkml:trace contextRef="#ctx0" brushRef="#br1" timeOffset="60">26002 16316 8912,'12'-5'0,"-1"-3"0,1-2 0,-1-1 0,-1-1 0,-3 1 0,-3-2 0,-2-3 0,-2-1 0,0-2 0,0-4 0,2 4 0,2-6 0,2 2 0,-3 0 0,-1 0 0,-2 6 0,0 0 0,0 0 0,-7 7 0,-5 6 0,-3 8 0,-4 13 0,-4 12 0,4 13 0,-6 8 0,2 7 0,0 4 0,6 2 0,5 6 0,8-8 0,-1-3 0,3 1 0,2-2 0,0-2 0,0-9 0,2-4 0,3-7 0,-1-1 0,6-1 0,-2-5 0,-3-3 0,-5-23 0,0-4 0</inkml:trace>
  <inkml:trace contextRef="#ctx0" brushRef="#br1" timeOffset="61">25710 16591 8912,'17'-7'0,"8"3"0,4-8 0,5 1 0,6-4 0,6 1 0,4 3 0,7-1 0,0-5 0,1 6 0,-7-1 0,-9 8 0,-7-1 0,-1 3 0,-24 2 0,-4 0 0,-18 7 0,-11 5 0,-6 3 0,7 2 0,-3 6 0,4 4 0,0 2 0,5 1 0,1 9 0,9-5 0,2-2 0,10 3 0,4-1 0,7-5 0,2-4 0,4-2 0,4-12 0,7-5 0,1-4 0,-1-4 0,-1-6 0,-5-9 0,3-8 0,-8-9 0,-8-1 0,-9 1 0,-4 0 0,-2 1 0,-2 3 0,-4 1 0,-9 8 0,-8-2 0,-8 4 0,3 2 0,-3 5 0,2 1 0,-1 7 0,7-2 0,2 4 0,2 2 0,9 0 0,4 0 0,12 0 0,6 0 0,10 0 0,5 0 0,8 0 0</inkml:trace>
  <inkml:trace contextRef="#ctx0" brushRef="#br1" timeOffset="62">26450 16488 8912,'9'8'0,"-1"-6"0,-8 5 0,2-7 0,4 0 0,-4 0 0,5 8 0,-1-4 0,0 7 0,1-5 0,-1 6 0,-2-1 0,7 6 0,1 0 0,-3 1 0,7-1 0,-5 0 0,-1 6 0,1 0 0,-5 0 0,5-6 0,-5 0 0,4 0 0,-3 1 0,-1-9 0,-6-1 0,0-12 0,0-6 0,0-7 0,0-12 0,0 1 0,0-7 0,0-5 0,2 4 0,4-4 0,1 4 0,5 1 0,3 1 0,-3-1 0,9 3 0,2 3 0,7 4 0,-3 1 0,7-3 0</inkml:trace>
  <inkml:trace contextRef="#ctx0" brushRef="#br1" timeOffset="63">27448 16523 8912,'0'11'0,"-2"-1"0,-2-1 0,-2 1 0,-5-5 0,3 5 0,1 0 0,-1-1 0,2-5 0,14 2 0,3-12 0,7-6 0,4-3 0,5-2 0,8 0 0,-1-6 0,-1-2 0,-3 0 0,-1 0 0,-10-3 0,-2 5 0,-2-2 0,-9 2 0,-2 4 0,-10-4 0,-5 6 0,-12 5 0,-6 7 0,-3 3 0,-3 2 0,1 0 0,1 7 0,5 5 0,-3 11 0,8 5 0,0 5 0,6 1 0,2 1 0,3-1 0,8 0 0,8 1 0,8-3 0,11-3 0,5-4 0,12-8 0,-1-6 0,7 1 0,0-8 0,5 1 0,1-10 0,-1-7 0,-7-3 0,-2-10 0,-7-2 0</inkml:trace>
  <inkml:trace contextRef="#ctx0" brushRef="#br1" timeOffset="64">27912 16368 8912,'0'-12'0,"0"1"0,0 7 0,0-11 0,0 13 0,6 2 0,2 11 0,1 5 0,5 1 0,1 6 0,2 0 0,6 5 0,0-5 0,8 6 0,-3-6 0,5 0 0,1-6 0,-5-2 0,0-3 0,-8 3 0,4-13 0,-8 6 0</inkml:trace>
  <inkml:trace contextRef="#ctx0" brushRef="#br1" timeOffset="65">28274 16299 8912,'-8'12'0,"-3"-1"0,-5 2 0,-1 3 0,-2 5 0,-4 7 0,2 3 0,-8 15 0,1 0 0,-5 5 0,5 1 0,5-1 0,4-1 0,1-4 0,3-6 0,4-11 0,5-5 0,12-6 0,3-9 0,8-5 0,2-10 0,4-11 0,4-8 0,8-17 0,-1-2 0</inkml:trace>
  <inkml:trace contextRef="#ctx0" brushRef="#br1" timeOffset="66">28773 16196 8912,'-12'-6'0,"1"0"0,-1 1 0,-5-1 0,0 0 0,6 1 0,-1 5 0,8 0 0,4 5 0,12 1 0,3 0 0,2-6 0,0 0 0,8 7 0,2 3 0</inkml:trace>
  <inkml:trace contextRef="#ctx0" brushRef="#br1" timeOffset="67">28807 16557 8912,'0'25'0,"0"-6"0,-2 2 0,-3-8 0,3-5 0,-6-8 0,8 0 0,2-8 0,4-3 0,5-4 0,12-3 0,4 1 0</inkml:trace>
  <inkml:trace contextRef="#ctx0" brushRef="#br1" timeOffset="68">19670 17348 8912,'-12'0'0,"1"0"0,-3-2 0,-1-4 0,5-3 0,7-7 0,6 5 0,1-4 0,8 3 0,1-3 0,0-2 0,1 0 0,-5-1 0,-1 1 0,0 0 0,-3 0 0,-3 0 0,4-1 0,-4 1 0,-4 2 0,-4 3 0,-5 7 0,-12 10 0,-12 13 0,-10 14 0,-5 12 0,-2 13 0,3 22 0,3 7 0,22-37 0,2 1-140,4 2 0,1-1 1,2-3-1,2 0 140,5 1 0,4-1 0,8 27 0,19-12 0,17-10-104,14-7 0,13-19 104,7-16 0,6-7 0,-5-4 0,0-8 0,-7-3 0,-6-12 0,-5 2 0,-11-8 0,-6-1 0,-4-3 0</inkml:trace>
  <inkml:trace contextRef="#ctx0" brushRef="#br1" timeOffset="69">20083 17571 8912,'-8'-9'0,"-4"3"0,-3 4 0,-2 2 0,-2 2 0,-4 4 0,4 9 0,-4 8 0,-2 8 0,2-3 0,0 10 0,8 3 0,3-3 0,7-2 0,3-3 0,2-5 0,0-3 0,0-8 0,7-1 0,5-5 0,3-3 0,2-8 0,2-2 0,4-4 0,-4-4 0,4-7 0,-2 0 0,2 0 0,-4-6 0,4 0 0,-5 0 0,-7 6 0,4 0 0,-3 0 0,-3 5 0,3 1 0,-8-1 0,3 3 0,-7 9 0,0 11 0,0 4 0,0 3 0,6-1 0,0 0 0,0 0 0,1 0 0,3 0 0,7-1 0,0-5 0,2-3 0,4-8 0,-4 0 0,4 0 0,-4-6 0,-1-2 0,-1-1 0,0-4 0,0-3 0,0-1 0,-1 0 0,-5 0 0,3 0 0,-9-1 0,9 1 0,-12 0 0,5 7 0,-7 5 0,0 10 0,0 7 0,0 3 0,0 2 0,6 1 0,0-1 0,1 0 0,-1 0 0,4 0 0,9 0 0,4 1 0,-4-9 0,4-3 0,-4-4 0,-2-2 0,8 0 0,-6-8 0,6-1 0</inkml:trace>
  <inkml:trace contextRef="#ctx0" brushRef="#br1" timeOffset="70">20857 17692 8912,'0'-17'0,"0"5"0,0 1 0,0 5 0,0-6 0,0 9 0,-8-5 0,-1 16 0,-7 5 0,3 8 0,2 8 0,7 1 0,-2-1 0,4 3 0,2-3 0,0 2 0,0-3 0,8 3 0,3-8 0,12 0 0,6-6 0,3-8 0,3-3 0,-1-4 0,1-2 0,5-10 0,0-7 0,8-15 0,-4-12 0</inkml:trace>
  <inkml:trace contextRef="#ctx0" brushRef="#br1" timeOffset="71">21287 17331 8912,'-17'9'0,"5"5"0,1-9 0,1 9 0,-3-3 0,2 4 0,-3 3 0,5 6 0,-3 5 0,8 6 0,-1 5 0,3-2 0,2 8 0,2-2 0,3 1 0,7-4 0,3-5 0,2-2 0,1 1 0,-7-9 0,0-3 0,1-4 0,-1-9 0,1-4 0,-8-4 0,9-10 0,-7-3 0,0-10 0,-6-2 0,5-2 0,1 2 0,2 4 0,-3-4 0,-1 4 0,8 2 0,-7 1 0,5 3 0,0 3 0,-1 3 0,-3 1 0,5 6 0,-5 0 0,6 0 0,-3 2 0,3 4 0,3-3 0,-4 9 0,-1-1 0,1 7 0,1-7 0,5 0 0,0 1 0,0-3 0,3 5 0,3-8 0,-4-1 0,4-5 0,-4 0 0,-2 0 0,0-2 0,0-1 0,-1-5 0,-5-2 0,4-1 0,-13-6 0,4 0 0,2 5 0,-3 1 0,1 5 0,-6-6 0,0 9 0,0-5 0,0 10 0,0 4 0,8-3 0,3 9 0,5-8 0,1 1 0,0-3 0,0-2 0,6 0 0,0 0 0,-2 0 0,-2 0 0,-2-7 0,1-5 0,-7 3 0,1-3 0,-9 6 0,3-5 0,-2 7 0,2-2 0,-4-3 0,5 15 0,-9-1 0,-1 11 0,-3 7 0,0 5 0,6 12 0,0-1 0,0 6 0,0 1 0,0 6 0,0-1 0,0 1 0,0-8 0,0-4 0,0-4 0,0-1 0,-8-1 0,-3 1 0,-12-9 0,-6-3 0,-3-9 0,-4-5 0,-5-1 0,-5-4 0,-3-10 0,-11-11 0,-1-10 0</inkml:trace>
  <inkml:trace contextRef="#ctx0" brushRef="#br1" timeOffset="72">20599 17726 8912,'0'17'0,"0"2"0,0 4 0,0 8 0,0 5 0,2 6 0,3 2 0,5 2 0,7 4 0,0-4 0,1-6 0,-1-4 0,8-2 0,1 1 0</inkml:trace>
  <inkml:trace contextRef="#ctx0" brushRef="#br1" timeOffset="73">23387 17589 8912,'5'-18'0,"1"1"0,-2 0 0,-2 0 0,-2 0 0,0-1 0,0 1 0,0 0 0,0 11 0,0 12 0,-6 11 0,0 20 0,3 3 0,1 5 0,2 11 0,0 1 0,0 1 0,0-7 0,0-1 0,0-4 0,0 1 0,0-7 0,0-1 0,0-11 0,0-10 0,7-3 0,3-6 0</inkml:trace>
  <inkml:trace contextRef="#ctx0" brushRef="#br1" timeOffset="74">23146 17554 8912,'-10'0'0,"4"0"0,12 0 0,11 0 0,12 0 0,5-6 0,7 1 0,1-1 0,5 6 0,-3 0 0,-2 0 0,4 8 0,-5 3 0,-9 12 0,-9 6 0,-12 9 0,-5 2 0,-4 14 0,-2-3 0,-15 10 0,-8-3 0,-8-3 0,-3-2 0,-1-1 0,1 0 0,5-8 0,1-4 0,9-6 0,1-5 0,1 3 0,15-28 0,-5 2 0</inkml:trace>
  <inkml:trace contextRef="#ctx0" brushRef="#br1" timeOffset="75">23800 17761 8912,'-12'5'0,"1"1"0,7 7 0,-2-1 0,4 9 0,2 2 0,0 7 0,2-1 0,4 3 0,5 3 0,7-7 0,4 1 0,5-8 0,8 2 0,5-10 0,0-1 0,0-8 0,-5 1 0,-1-10 0,0-7 0,-1-5 0,-4-6 0,-5-2 0,-6-3 0,-7-5 0,1 5 0,-9-3 0,3 2 0,-4-1 0,-2 7 0,0 0 0,0 6 0,0 0 0,-6 9 0,1 8 0,1 8 0,9 9 0,-1 8 0,8 3 0,-1 10 0,6 3 0,-1 4 0,-5-5 0,5 1 0,-5-7 0,-3 6 0,-3 0 0,-3-3 0,-2-7 0,0 1 0,0-8 0,-7 0 0,-5-6 0,-9-2 0,-2-4 0,-7-7 0,1-15 0,-4-8 0,-1-16 0</inkml:trace>
  <inkml:trace contextRef="#ctx0" brushRef="#br1" timeOffset="76">23765 17657 8912,'-7'-28'0,"-5"-1"0,4 14 0,3-2 0,3 3 0,4-1 0,3 3 0,7 5 0,11 7 0,6 0 0,3 0 0,10 0 0,10-8 0,9-1 0</inkml:trace>
  <inkml:trace contextRef="#ctx0" brushRef="#br1" timeOffset="77">24574 17537 8912,'0'19'0,"0"2"0,0 4 0,0 2 0,0 1 0,0 7 0,0 7 0,0 4 0,4 1 0,7-1 0,1 4 0,11-4 0,-2 2 0,2-3 0,-4-3 0,4-7 0,-4-7 0,-2-1 0,0-2 0,0-4 0,-7-10 0,-2-3 0,-8-16 0,0-1 0</inkml:trace>
  <inkml:trace contextRef="#ctx0" brushRef="#br1" timeOffset="78">24591 17984 8912,'10'0'0,"3"-2"0,-7-4 0,7 3 0,-1-9 0,3 1 0,2-7 0,2 3 0,4 2 0,6 1 0,3-1 0,3 0 0,-1 1 0,-1-1 0,-4 7 0,1 0 0,-7 6 0,0 2 0,-6 4 0,-2 3 0,-1 9 0,-5-1 0,-1 0 0,0 0 0,-3 0 0,-3 1 0,6-1 0,-8 0 0,0 0 0,0 0 0,0-5 0,0-1 0,0-5 0,0 6 0,0-9 0,0 5 0,0-10 0,0-4 0,0 3 0,2-9 0,4 1 0,5 1 0,-1-5 0,1 3 0,1 3 0,5-3 0,-6 7 0,1-7 0,-1 8 0,6-1 0,-5 3 0,-1 2 0,1 0 0,3 2 0,-3 3 0,-3 3 0,-3 3 0,-4 5 0,6-7 0,-8 8 0,0-5 0,0-1 0,-2-7 0,-4 2 0,-4-4 0,-7-2 0</inkml:trace>
  <inkml:trace contextRef="#ctx0" brushRef="#br1" timeOffset="79">25056 17589 8912,'7'-10'0,"-5"-5"0,4 3 0,-4 3 0,-2-3 0,2 7 0,4-7 0,3 8 0,8-3 0,8-1 0,2-2 0</inkml:trace>
  <inkml:trace contextRef="#ctx0" brushRef="#br1" timeOffset="80">25452 17623 8912,'-18'10'0,"7"-1"0,-1-3 0,1-4 0,-4 13 0,3-4 0,-1-1 0,7 1 0,2 3 0,2 1 0,2 4 0,0 4 0,6-2 0,0 8 0,7-6 0,-1 5 0,-3-5 0,3 6 0,-7-8 0,7 2 0,-8-4 0,2-2 0,-5 0 0,-1-7 0,0-2 0,2-8 0,4 0 0,-2-8 0,5-3 0,-1-5 0,5 1 0,-1 3 0,3-1 0,2 7 0,1-5 0,-1 5 0,0 0 0,0 6 0,1 0 0,-1 0 0,0 0 0,0 0 0,0 0 0,-7 8 0,-4 4 0,-6-3 0,-6 3 0,-4-1 0,-7 6 0,-6-1 0,0-5 0,0 2 0,6-5 0,0 0 0,0-1 0,7-1 0,-5-14 0,5-1 0</inkml:trace>
  <inkml:trace contextRef="#ctx0" brushRef="#br1" timeOffset="81">25951 17795 8912,'-12'0'0,"1"0"0,-1-8 0,-5 6 0,0-5 0,7 9 0,5 3 0,3-1 0,2 8 0,2-7 0,3 7 0,-1-8 0,8 3 0,1-1 0,2 0 0,2-1 0,1-5 0,-1 0 0,0 0 0,0 0 0,1 0 0,-1 0 0,-6 0 0,1 0 0,-7-5 0,7-1 0,-1 0 0,1 6 0,-1 0 0,-5 0 0,6 0 0,1 0 0,0 2 0,-1 4 0,3-4 0,-3 4 0,9 1 0,1-1 0,3 0 0,-4-6 0,4 0 0,2 0 0,-4-2 0,6-4 0,-8-4 0,2-7 0,1-6 0,-1 0 0,-2-7 0,-9 1 0,1-3 0,-7-3 0,0-1 0,-6-2 0,0-4 0,0-2 0,0 8 0,0 1 0,-2 7 0,-4 5 0,2 13 0,-7 4 0,7 14 0,-2 15 0,2 11 0,-1 12 0,3 4 0,-4 1 0,4 7 0,2-1 0,0-2 0,0-7 0,0-4 0,0-2 0,2-2 0,4-5 0,3-9 0,9-8 0,-1-13 0,6-3 0,0-6 0,-2-7 0,-2-12 0,4-2 0,0-3 0,0-1 0,-6-6 0,-2 3 0,-3 3 0,1 5 0,-7 6 0,1 7 0,-1-1 0,-4 10 0,4 2 0,-4 8 0,-2 9 0,0 6 0,0 0 0,0 2 0,0-2 0,0-4 0,2 4 0,3-4 0,5-2 0,7-7 0,0-4 0,-7-12 0,5-4 0,-5-7 0</inkml:trace>
  <inkml:trace contextRef="#ctx0" brushRef="#br1" timeOffset="82">26897 17365 8912,'-9'0'0,"-1"-6"0,4 1 0,4-1 0,-5 8 0,7 4 0,0-5 0,0 7 0</inkml:trace>
  <inkml:trace contextRef="#ctx0" brushRef="#br1" timeOffset="83">26433 17778 8912,'-27'9'0,"2"-1"0,8-8 0,7 0 0,4 0 0,14-2 0,9-4 0,10-3 0,13-8 0,10-3 0,7-3 0,14 4 0,-2-4 0,5 4-201,1 2 1,1-2 200,5-4 0,-7 6 0,-11-2 0,-7 7 0,-8 5 0,-14 1 0,-9 6 0,-17 2 0,-8 4 0,-8 3 0,-9 8 0,0 1 0,-1-1 0,1 0 0,0 0 0,5 0 401,1 1-401,7 6 0,-4-5 0,8 4 0,8-5 0,4-7 0,3 2 0,2-7 0,6 0 0,0-6 0,6-2 0,-4-2 0,-1-3 0,1-3 0,-2 4 0,-6-5 0,1-1 0,-9-5 0,-3 0 0,-6 2 0,-6 3 0,-3-1 0,-9 7 0,-1 0 0,-4 6 0,4 0 0,-4 0 0,4 2 0,2 2 0,2 4 0,3 1 0,5-3 0,7 5 0,0-5 0,0 6 0,7-9 0,5 3 0,11-4 0,5-2 0,11 0 0,1 0 0,13 0 0,-1-2 0,-1-4 0,-3-5 0,-6-2 0,-7 1 0,-1-3 0,-9 11 0,-8-7 0,-9 7 0,-14-2 0,4 4 0,-13 2 0,13 0 0,-6 0 0,8 0 0,0 0 0,8 0 0,2 6 0,7 0 0,0 7 0,0-2 0,6-1 0,0 1 0,8 1 0,-3 5 0,5 0 0,1 1 0,6-1 0,1 0 0,1-6 0,-2 1 0,-4-8 0,4 1 0,-9-3 0,-2-2 0,-1-7 0,7-3 0</inkml:trace>
  <inkml:trace contextRef="#ctx0" brushRef="#br1" timeOffset="84">29048 15697 8912,'8'-9'0,"1"5"0,9 15 0,7 16 0,1 25 0,9 26-124,-18-31 1,0 4 0,1 12 0,-1 5 0,0 9 0,0 3 0,0 4 0,0 0 123,1 2 0,-1 0 0,-3-2 0,-1-2-217,-1-6 0,-2-3 0,-3-3 0,-2-2 217,-1-5 0,-2 0 0,-2-3 0,0 0 0,-2-2 0,-2-1 0,-4 0 0,-3-1 0,-5-2 0,-3 0 0,-2 3 0,-3-1 0,-3 1 0,-2-1 0,-4 3 0,-3 0 0,-3-3 0,-2-1 0,-4 3 0,-2-1 0,-1-2 0,1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21:51:50.928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16125 7084 8912,'0'-12'0,"0"1"0,0-3 0,-2 5 0,-4-3 0,-4 8 0,-7-1 0,0 3 0,0 4 0,-2 3 0,-4 7 0,-10 3 0,-7 2 0,-8 1 0,2-1 0,-3 0 0,-3 0 0,-2 0 0,-1 1 0,-2-1 0,1 0 0,3 2 0,1 4 0,-5-4 0,-1 4 0,1-4 0,5-2 0,3 2 0,3 4 0,0-4 0,11 4 0,5-9 0,14-3 0,5 3 0,3-7 0,8 1 0,0-8 0,2 0 0,4 0 0,-4 0 0,11-2 0,-7-4 0,0-3 0,-6-16 0,0-2 0</inkml:trace>
  <inkml:trace contextRef="#ctx0" brushRef="#br0" timeOffset="1">15178 6963 8912,'-11'0'0,"-1"0"0,1 0 0,-8 8 0,-4 3 0,0 7 0,-10 6 0,-5 11 0,-4 9 0,-4 7 0,-6 7 0,3 3 0,3 7 0,6 1 0,3 0 0,10-8 0,4-4 0,12-5 0,5-6 0,4-6 0,2-11 0,8-6 0,3-12 0,5-5 0,1-4 0,8-2 0,4 0 0,5-2 0,6-4 0,4-9 0,8-8 0,-1 0 0,1 6 0,-6 0 0,0-1 0,-2 3 0,2 4 0,-4-5 0,-8 7 0</inkml:trace>
  <inkml:trace contextRef="#ctx0" brushRef="#br0" timeOffset="2">16692 6447 8912,'-1'-17'0,"-3"0"0,-2 0 0,0 0 0,0-1 0,1 1 0,-1 10 0,6 9 0,0 13 0,0 12 0,0 13 0,0 6 0,0 3 0,2 10 0,2 4 0,1 2 0,-1-2 0,4 2 0,-2-7 0,1-1 0,-3-7 0,2-4 0,-2-6 0,-2-4 0,-2-9 0,0-10 0,0-11 0,0-12 0,0-4 0,0-7 0,2-8 0,3-3 0,-3-5 0,4-1 0,2 5 0,-3 0 0,7 3 0,-6-3 0,7 10 0,-2 8 0,-1 1 0,1-1 0,1 3 0,5 8 0,0 2 0,1 4 0,-1 5 0,0 6 0,0 6 0,-2-4 0,-3 4 0,3 2 0,-3-2 0,-3-2 0,3-10 0,-7 3 0,7-9 0,-6 1 0,5-6 0,-7 0 0,4-9 0,-8-9 0,5 1 0,1-6 0,0-3 0,-6-3 0,2 2 0,2 0 0,1 1 0,-1-1 0,-2 6 0,-2-4 0,0 8 0,6 9 0,-1 8 0,3 8 0,-2 9 0,-4 0 0,4 0 0,1 3 0,-1 3 0,7-6 0,-1 0 0,-3 0 0,3-5 0,-1-3 0,6 1 0,3-3 0,3-3 0,-2-2 0,7-2 0,-5-10 0,6-7 0,-2-2 0,1-9 0,-3 5 0,-8-6 0,1 8 0,-1-2 0,-8 4 0,5 6 0,-9 7 0,-1 12 0,4 16 0,-2 13 0,-1 3 0,-5 14 0,0-10 0,0 9 0,-5-3 0,-1 4 0,-6-1 0,7 1 0,-9-8 0,3-4 0,1-12 0,1-5 0,-1-5 0,1-7 0,3-3 0,-6-8 0,1 0 0,-6 0 0,0-2 0,-1-4 0,1-4 0,0-7 0,0-2 0,0-4 0,5-3 0,2-7 0,3 4 0,1-11 0,6 4 0</inkml:trace>
  <inkml:trace contextRef="#ctx0" brushRef="#br0" timeOffset="3">17897 6551 8912,'10'7'0,"-3"3"0,-7 7 0,0 6 0,0 0 0,0 13 0,0-1 0,0 12 0,0 3 0,0 5 0,0 1 0,0 3 0,0-2 0,6-1 0,0-10 0,1 1 0,-1-7 0,-4-1 0,4-11 0,-4-3 0,-2-8 0,-8-7 0,-3-4 0,-12-5 0,-4-1 0</inkml:trace>
  <inkml:trace contextRef="#ctx0" brushRef="#br0" timeOffset="4">17863 6602 8912,'17'-17'0,"-2"0"0,-3 0 0,3-1 0,-4 1 0,5 6 0,3 1 0,2 3 0,2 3 0,2 2 0,-2 2 0,-4 2 0,4 3 0,-4 7 0,-2 11 0,-2-2 0,-3 8 0,-5-3 0,-7 3 0,0 3 0,0-3 0,-2 4 0,-1 1 0,-5-2 0,-2-3 0,7 4 0,-13-14 0,14 5 0,-5-6 0</inkml:trace>
  <inkml:trace contextRef="#ctx0" brushRef="#br0" timeOffset="5">18379 6568 8912,'6'11'0,"-1"1"0,1-7 0,-6 7 0,0-1 0,0 7 0,-6 4 0,1 3 0,-1 2 0,-2 4 0,6-5 0,-3 3 0,3-2 0,2 1 0,7-3 0,5-8 0,3-5 0,2-1 0,0-7 0,1 2 0,-1-6 0,0-6 0,-2-5 0,-3-12 0,1 2 0,-7-8 0,0 2 0,-6-3 0,-2 1 0,-4-1 0,-3 5 0,-9 2 0,7-2 0,-1 2 0,1 6 0,-6 5 0,1 1 0,5-6 0,-4 7 0,5-13 0,-7 4 0</inkml:trace>
  <inkml:trace contextRef="#ctx0" brushRef="#br0" timeOffset="6">18689 6275 8912,'0'-17'0,"0"0"0,0 0 0,0 7 0,0 5 0,0 12 0,0 10 0,0 12 0,0 9 0,2 6 0,3 8 0,-3-1 0,4 1 0,2 5 0,-3 1 0,7 1 0,-6-2 0,5-3 0,-5 3 0,-1-11 0,-5-6 0,0-4 0,0-1 0,0-9 0,-15-1 0,-4-8 0</inkml:trace>
  <inkml:trace contextRef="#ctx0" brushRef="#br0" timeOffset="7">18465 6602 8912,'11'-17'0,"-1"0"0,-2 0 0,5-1 0,-2 1 0,-1 6 0,3-1 0,5 1 0,3 1 0,9-5 0,-1 4 0,3 1 0,3-1 0,7-1 0,4-5 0,-4 2 0,-2 3 0,-6-1 0,-5 7 0,2-5 0,-8 5 0,0 0 0,-6 16 0,-2 5 0,-3 6 0,-5 8 0,-7-6 0,0 7 0,0-1 0,0 3 0,0 3 0,-6-1 0,1 0 0,-3-5 0,2 0 0,4-8 0,-3 2 0,-3-4 0,2-2 0,1-8 0,5-5 0,0-15 0,1-3 0,5-14 0,-2-1 0,8-5 0,-1-1 0,6 3 0,-1 1 0,-5 3 0,4 7 0,-3-2 0,3 4 0,2 1 0,0 9 0,1 3 0,-7 4 0,1 2 0,-1 10 0,6 7 0,-1 2 0,-3 8 0,-2 0 0,3-1 0,1-5 0,2 2 0,6-4 0,0-1 0,0-3 0,-6-4 0,1-3 0,-1-8 0,2 0 0,4 0 0,-6-2 0,0-4 0,-1-9 0,-11-8 0,7-2 0,-6 4 0,-3-2 0,-1 2 0,-2 0 0,0-2 0,-2 4 0,-3-4 0,1 10 0,-8 2 0,1 7 0,-6-2 0,-1 6 0,1 6 0,2 3 0,2 10 0,3 4 0,2 6 0,-3-2 0,5 1 0,0-7 0,6 2 0,0 2 0,0-2 0,8-6 0,4-5 0,9-9 0,1 3 0,9-4 0,-2-2 0,3-8 0,3-3 0,-1-6 0,1-6 0,-3 4 0,-3-4 0,-4-2 0,-8 2 0,0 0 0,0 6 0,-7 0 0,-5 0 0,-3 7 0,-4-3 0,-3 7 0,1 2 0,-8 10 0,1 5 0,1 5 0,-3 1 0,7 0 0,1 2 0,5 4 0,0-4 0,0 4 0,0-2 0,0 2 0,1-2 0,5 8 0,-2-8 0,8 2 0,-7 1 0,5-1 0,-3-2 0,-3-2 0,0-1 0,2-1 0,-6 0 0,0 0 0,-8-5 0,-9-1 0,-8 1 0,-4 5 0,-1-2 0,1-3 0,-11-5 0,4-7 0</inkml:trace>
  <inkml:trace contextRef="#ctx0" brushRef="#br0" timeOffset="8">19893 6413 8912,'8'17'0,"-6"-5"0,4-1 0,-5-7 0,-1 11 0,2-3 0,2 3 0,2 2 0,2 2 0,-3 4 0,-1-2 0,8 8 0,-7 0 0,7 5 0,-8 0 0,1 1 0,-3-1 0,-2 0 0,0-7 0,0-4 0,0-4 0,0-2 0,-7 1 0,-3-1 0</inkml:trace>
  <inkml:trace contextRef="#ctx0" brushRef="#br0" timeOffset="9">19910 6396 8912,'-5'-27'0,"-1"4"0,2 4 0,2 2 0,2 5 0,0 1 0,0 7 0,8-4 0,3 8 0,7 0 0,5 0 0,5 2 0,5 4 0,1-4 0,1 4 0,-7 1 0,1-1 0,0 8 0,5-5 0</inkml:trace>
  <inkml:trace contextRef="#ctx0" brushRef="#br0" timeOffset="10">20255 6396 8912,'0'9'0,"0"-1"0,0-6 0,0 4 0,0-4 0,0 5 0,0-7 0,0 0 0,7 0 0,5 0 0,3 6 0,2 0 0,0-1 0,1-3 0,1 2 0,4 2 0,-4 2 0,4-3 0,2-1 0,-2 8 0,0-7 0,-6 7 0,0-1 0,0 6 0,-5 1 0,-1-1 0,-7 0 0,2 0 0,1 2 0,-1 4 0,0-4 0,-8 6 0,-4-2 0,-5 0 0,-5 6 0,-1-6 0,2-1 0,3-4 0,-3-1 0,4 0 0,-5-7 0,-1-5 0,6 3 0,-1-2 0,8-1 0,-9-12 0,7-5 0,2-3 0,10-4 0,6-4 0,9 2 0,2-8 0,1 8 0,-1-2 0,2 4 0,4 2 0,3-2 0,-3-4 0,4 10 0,1-4 0,6 9 0,0-4 0,2 7 0,-1-5 0,3 3 0,0 3 0,5-6 0,-3-1 0,-2 1 0,2-1 0,-14 1 0,3-1 0,-18-5 0,0 5 0,-11-4 0,0-3 0,-4 7 0,-2 0 0,-8 1 0,-3-3 0,-7 1 0,-5-1 0,4 5 0,-4 2 0,-1 4 0,1 2 0,-2 0 0,2 0 0,4 6 0,-4 0 0,5 7 0,7-1 0,-4 5 0,5 4 0,1 2 0,3-2 0,6-2 0,6-2 0,5 6 0,12 0 0,4-6 0,7-5 0,8-8 0,4 1 0,6-3 0,5-2 0,-3-7 0,3-5 0,-9-3 0,-6-2 0,-4-3 0,-5-2 0,-10 2 0,0-2 0,-12 2 0,-5 3 0,-6 6 0,-6-1 0,-4 3 0,-7-3 0,0 5 0,0 7 0,0 0 0,-1 0 0,1 2 0,0 3 0,0 7 0,0 3 0,5 8 0,1 0 0,7 0 0,-2-6 0,-2 0 0,3 0 0,-1 1 0,8-3 0,4-4 0,5-5 0,4-4 0,3-2 0,-1-8 0,0-3 0,6-12 0,0-6 0,0-3 0,-6-3 0,0-1 0,-1-4 0,-3-6 0,-2-4 0,-7-7 0,2 0 0,-4-8 0,-2 2 0,-6 4 0,0 1 0,-5 14 0,5 10 0,-7 7 0,11 20 0,-4 7 0,-1 17 0,1 17 0,2 10 0,2 6 0,2 9 0,0 4 0,0 2 0,0-2 0,6-4 0,0-7 0,7-2 0,-2-5 0,5 1 0,1-11 0,2 1 0,4-13 0,6-8 0,11-9 0,11-4 0,11-2 0</inkml:trace>
  <inkml:trace contextRef="#ctx0" brushRef="#br0" timeOffset="11">22733 6104 8912,'-18'0'0,"3"-2"0,4-4 0,-5 4 0,14-4 0,-5 14 0,1 9 0,0 10 0,1 5 0,5 3 0,0 1 0,0 4 0,-6-4 0,0 5 0,0-5 0,6-2 0,0-1 0,0-5 0,0-3 0,0-8 0,0-7 0,0-4 0,0-12 0,0-9 0,0-8 0,0-8 0,0 3 0,2-11 0,4-1 0,-4-6 0,4 6 0,-2-8 0,-1 5 0,5-1 0,2 3 0,-1 13 0,3 5 0,1 4 0,-7 2 0,7 7 0,-1 4 0,3 6 0,2 6 0,0 6 0,0 10 0,1 3 0,-3 6 0,-2-4 0,-1-3 0,-6 5 0,5-6 0,-7 0 0,2-6 0,-4-5 0,-2-1 0,1-7 0,5 2 0,-4-5 0,6-2 0,-8-5 0,5-4 0,1-7 0,2 0 0,-2 0 0,-3 0 0,9-1 0,-6 3 0,5 2 0,2 3 0,3 2 0,-3-3 0,4 5 0,-3 1 0,9 5 0,-2 0 0,2 0 0,3 1 0,9 5 0,5-4 0,0 6 0,0-3 0,2 1 0,0 0 0,4-6 0,2 0 0,-8 0 0,0-8 0,-5-3 0,-1-4 0,1-3 0,-9 1 0,-3 0 0,-11 0 0,-6 0 0,-4-3 0,-2-2 0,-8 4 0,-4 1 0,-9 0 0,-2 6 0,-5 3 0,5 2 0,-6 4 0,4 4 0,0 4 0,1 5 0,1 5 0,5 1 0,1 6 0,0 0 0,6 5 0,-1-5 0,8 8 0,-1-4 0,5 1 0,5 1 0,7-8 0,11 2 0,9-6 0,8-6 0,10-3 0,2-8 0,7 0 0,12-2 0,3-4 0,7-5 0,-5-10 0,-1-2 0,-14-6 0,-10 6 0,-9-7 0,-13 1 0,-6 3 0,-11-3 0,-7 6 0,-10-4 0,-7 4 0,-3 8 0,-2 0 0,-1 9 0,-5 0 0,1 6 0,-7 2 0,6 4 0,-6 5 0,6 12 0,0-2 0,6 8 0,0-8 0,2 4 0,3-2 0,6 0 0,4 0 0,2-6 0,0 0 0,10-7 0,7-5 0,2-3 0,10-4 0,2-3 0,1-7 0,3-3 0,-1-2 0,0-6 0,1 0 0,-3-6 0,-3 6 0,-2-2 0,-4 2 0,-6 10 0,0-4 0,0 5 0,-5 1 0,3 3 0,0 16 0,-3 3 0,1 5 0,-7 1 0,5 0 0,-3 0 0,0 0 0,-1 1 0,1-3 0,-2-4 0,-2 3 0,7-9 0,-7 9 0,5-12 0,-3 3 0,-4-5 0,4-5 0,-2-5 0,1-7 0,-3-6 0,4 0 0,4-7 0,-1 3 0,3-2 0,-1 1 0,1-1 0,5-6 0,0 9 0,0 3 0,0 4 0,1 2 0,1 7 0,4 4 0,-4 4 0,4 2 0,-4 2 0,-2 4 0,0 5 0,1 5 0,-1 3 0,0 4 0,0-4 0,0 4 0,-5 2 0,-1-2 0,-7-1 0,2-4 0,-4-1 0,-2 0 0,6-6 0,-1 1 0,1-6 0,-6 5 0,2-7 0,4 2 0,-3-6 0,9-6 0,-1-11 0,7-10 0</inkml:trace>
  <inkml:trace contextRef="#ctx0" brushRef="#br0" timeOffset="12">22888 9834 8912,'-16'-1'0,"3"-3"0,1-2 0,1 0 0,1-1 0,3-3 0,-1 1 0,8-7 0,0 5 0,10-4 0,7 5 0,4 2 0,4 3 0,1-1 0,-3 0 0,6 6 0,0 0 0,-2 0 0,5 0 0,-3 0 0,-4 8 0,-2 3 0,-4 5 0,-2 1 0,-2 2 0,-3 4 0,-5 3 0,-7 9 0,-2-1 0,-3 1 0,-5-1 0,-9 0 0,-2 1 0,-2-1 0,0-7 0,6-4 0,2-4 0,3-2 0,-3-7 0,13-10 0,-6-10 0</inkml:trace>
  <inkml:trace contextRef="#ctx0" brushRef="#br0" timeOffset="13">23404 9766 8912,'-33'0'0,"3"2"0,3 1 0,2 3 0,-4 8 0,6-3 0,1 12 0,4 6 0,3-3 0,4 3 0,3 0 0,8 5 0,2-5 0,4-1 0,5 1 0,4-2 0,8-2 0,0-8 0,8-8 0,-3-3 0,5-4 0,1-2 0,-5-2 0,0-4 0,-8-3 0,2-8 0,-4-8 0,-2-2 0</inkml:trace>
  <inkml:trace contextRef="#ctx0" brushRef="#br0" timeOffset="14">22905 9611 8912,'-17'15'0,"-1"-3"0,1-7 0,8-3 0,3-2 0,12 0 0,5 0 0,14-2 0,9-3 0,8-7 0,12-9 0,1-2 0,3 2 0,1 2 0,-2 2 0,-3 6 0,3-1 0,-9 8 0,-2-1 0,-8 3 0,4 2 0,-7 0 0</inkml:trace>
  <inkml:trace contextRef="#ctx0" brushRef="#br0" timeOffset="15">23954 9800 8912,'18'0'0,"1"-2"0,2-2 0,2-1 0,5-3 0,-5 2 0,8 2 0,-2-7 0,1 7 0,1-3 0,-2 1 0,1 0 0,-3-2 0,2 3 0,-8 1 0,2-8 0,-4 1 0,-2-6 0</inkml:trace>
  <inkml:trace contextRef="#ctx0" brushRef="#br0" timeOffset="16">25159 9473 8912,'0'-17'0,"0"0"0,0 0 0,-2 2 0,-4 3 0,5 6 0,-7 12 0,0 6 0,6 12 0,-3 11 0,3 9 0,2 5 0,0 3 0,0 0 0,0-1 0,0 1 0,0-3 0,0-3 0,5 0 0,1-12 0,8 3 0,-3-14 0,4 0 0,2-6 0,1-2 0,-1-3 0,2-9 0,4-6 0,4-7 0,5-7 0,-1-2 0,-2-4 0,-8 2 0,2-8 0,-4 0 0,-2-5 0</inkml:trace>
  <inkml:trace contextRef="#ctx0" brushRef="#br0" timeOffset="17">25073 9920 8912,'-17'0'0,"0"0"0,7-7 0,4-1 0,12-3 0,6-6 0,10-1 0,5 1 0,8-6 0,-1 4 0,0 2 0,1-2 0,-3-2 0,-3-2 0,4-8 0,-7 5 0</inkml:trace>
  <inkml:trace contextRef="#ctx0" brushRef="#br0" timeOffset="18">25073 9559 8912,'-10'-7'0,"3"5"0,7-13 0,15 5 0,8-7 0,10 0 0,7-1 0,6 3 0,11 4 0,-2-3 0,9 9 0,-17-9 0,11 5 0,-14-9 0</inkml:trace>
  <inkml:trace contextRef="#ctx0" brushRef="#br0" timeOffset="19">25624 9697 8912,'-12'8'0,"1"3"0,1 4 0,-1 3 0,3-7 0,8 0 0,0 1 0,0 5 0,0 0 0,0 0 0,0 1 0,0-1 0,2-2 0,4-3 0,-4-3 0,3-3 0,-3-4 0,0 4 0,4-12 0,-4-4 0,4-7 0,-3-2 0,3-4 0,-4-2 0,6-5 0,-3 1 0,1-2 0,2 1 0,-2 1 0,1-1 0,5 7 0,1 0 0,-7 6 0,7-1 0,-1 1 0,3 8 0,2 3 0,-5 4 0,-1 2 0,1 2 0,5 4 0,-2 9 0,-3 8 0,-3 2 0,-5-4 0,2 2 0,-2-2 0,-3-2 0,-1-2 0,6-6 0,0 1 0,0-6 0,-6 5 0,0-7 0,0 2 0,0-12 0,2-4 0,3-7 0,-1 0 0,8 0 0,-3-2 0,5-2 0,-3-2 0,2 2 0,1 7 0,-3 3 0,3 5 0,-7-3 0,3 1 0,1 2 0,7 6 0,-7 2 0,0 4 0,-5-2 0,6 7 0,-1-7 0,6 2 0,1 1 0,-1-1 0,0 0 0,0-6 0,0-2 0,1-4 0,-1-3 0,0-9 0,0 1 0,0 0 0,1 0 0,-1 0 0,-6-1 0,-1 1 0,-2 0 0,-3 7 0,-5 3 0,0 16 0,0 9 0,0 6 0,0 11 0,0 7 0,0 4 0,0 3 0,0 3 0,0 0 0,0-1 0,0 1 0,0-1 0,2-7 0,4-4 0,-4-3 0,5-5 0,1-3 0,-4-6 0,7-12 0,-7-3 0,12-16 0,-7-1 0</inkml:trace>
  <inkml:trace contextRef="#ctx0" brushRef="#br0" timeOffset="20">26260 9508 8912,'-9'0'0,"1"0"0,8 0 0,8-6 0,5 0 0,6 3 0,4 1 0,6 0 0,-4-2 0,0-2 0,0 2 0,-2 4 0,-6 6 0,0-2 0,0 7 0,-2 1 0,-3 5 0,-4 6 0,-8 0 0,0 7 0,-2-1 0,-4 2 0,-6-3 0,-3 5 0,-2-5 0,7-3 0,5-2 0,-5-4 0,1-2 0</inkml:trace>
  <inkml:trace contextRef="#ctx0" brushRef="#br0" timeOffset="21">26656 9594 8912,'10'0'0,"-1"2"0,-3 3 0,-4-3 0,6 14 0,-8-5 0,0 4 0,0 3 0,0-1 0,0 0 0,0 2 0,0 4 0,0-4 0,0 4 0,2-4 0,3-2 0,-3 0 0,14 8 0,-7 2 0</inkml:trace>
  <inkml:trace contextRef="#ctx0" brushRef="#br0" timeOffset="22">26708 9439 8912,'9'17'0,"-1"0"0,-6-7 0,4-4 0,-2-4 0,7-2 0,-5 0 0,7 0 0,4 0 0,4 0 0,4-2 0,-2-4 0,-2 4 0,8-4 0,-8 4 0,2 2 0,-4 2 0,-2 4 0,0-2 0,1 7 0,-3-5 0,-2 4 0,-3-1 0,-2 1 0,-1-6 0,-1 1 0,-4-1 0,4 2 0,3-4 0,-5 11 0,7-7 0,-5 1 0,6-1 0,-7-2 0,7 8 0,-6-9 0,3 5 0,-1 0 0,-1-1 0,-1 5 0,-4-5 0,6-7 0,-6 0 0,3 0 0,-1-2 0,8-3 0,-7-5 0,7-7 0,-6 0 0,5 0 0,-1-1 0,1 1 0,4 0 0,-3 0 0,3 0 0,2-1 0,1 9 0,-1 1 0,0 8 0,-7 8 0,-5 3 0,-3 5 0,-2 1 0,0 0 0,0 0 0,0 0 0,0 1 0,0-1 0,0 0 0,-2 0 0,-3 0 0,3-7 0,-14 5 0,7-5 0</inkml:trace>
  <inkml:trace contextRef="#ctx0" brushRef="#br0" timeOffset="23">27379 9353 8912,'0'-17'0,"0"0"0,0-1 0,2 1 0,2 0 0,1 0 0,3 5 0,-2 3 0,5 1 0,-1 3 0,1 5 0,1 1 0,5 5 0,6-2 0,0 7 0,0-7 0,-6 4 0</inkml:trace>
  <inkml:trace contextRef="#ctx0" brushRef="#br0" timeOffset="24">27912 9301 8912,'-24'0'0,"4"-1"0,-2-5 0,2 4 0,3-4 0,-6 6 0,0 6 0,0 3 0,6 9 0,0 1 0,0 4 0,5 2 0,1 3 0,7 5 0,-2-5 0,4-1 0,2 2 0,8-6 0,3 5 0,10-12 0,2 1 0,8-11 0,-2-1 0,3-3 0,3-2 0,-1-7 0,0-5 0,-1-5 0,-2-4 0,-3-2 0,3 2 0,-6-4 0,-2 2 0,-4-2 0,-2 2 0,-2 2 0,-3-7 0,-5 7 0,-7-2 0,-2 4 0,-3 1 0,1 3 0,-8 4 0,1 1 0,-6 4 0,0 5 0,-1-5 0,1 6 0,2 6 0,1 5 0,3 4 0,5 2 0,-5 1 0,7-1 0,-2 0 0,4 0 0,2 0 0,0 1 0,0-1 0,0-6 0,0 1 0,0-7 0,0 7 0,0-8 0,2 3 0,4-7 0,5 0 0,5-7 0,1-5 0,0-1 0,0 1 0,-1-3 0,-3 4 0,-3-5 0,-3-1 0,5 6 0,-7-1 0,7 7 0,-6-7 0,1 8 0,-1-1 0,6 3 0,-3 9 0,3 5 0,-7-3 0,7 3 0,-1-1 0,5 6 0,-3-1 0,-2-5 0,1-1 0,5-5 0,2-3 0,2 4 0,2-4 0,-2-2 0,-2-8 0,-1-3 0,1-6 0,4-6 0,-6-4 0,0-7 0,0-3 0,-5-3 0,1-4 0,-1-7 0,-5-7 0,-7 1 0,0-2 0,0 2 0,-6 5 0,1 0 0,-7 16 0,5 15 0,-3 8 0,6 22 0,-2 20 0,5 13 0,1 15 0,-2 6 0,-4 12 0,4-4-116,-4 3 0,4-3 116,2-3 0,0-4 0,0-1 0,6-10 0,2-1 0,1-10 0,5-6 0,3-9 0,6-4 0,-2-12 0,8-5 0,-7-8 0,7-10 0,-8 1 0,4-14 0</inkml:trace>
  <inkml:trace contextRef="#ctx0" brushRef="#br0" timeOffset="25">29392 8373 8912,'-15'-44'0,"2"4"0,1 6 0,-1 5 0,3 12 0,-1 15 0,-3 11 0,5 18 0,-3 19 0,1 17 0,-6 6 0,5 13 0,3 2 0,1 10 0,6-44 0,0 1 0,1-1 0,0 1-171,1 6 0,0 1 1,0-7-1,0-1 171,0 2 0,0-1 0,6 39 0,2-6 0,-1-13 0,1-12 0,0-19 0,-3-6 0,-3-11 0,4 0 0,-2-11 0,2-7 0,3-3 0,8-17 0,1-4 0</inkml:trace>
  <inkml:trace contextRef="#ctx0" brushRef="#br0" timeOffset="26">30046 8734 8912,'-17'-34'0,"0"7"0,0 4 0,0 4 0,-3 2 0,-1 1 0,-2 5 0,-1 3 0,1 8 0,2 0 0,-8 4 0,-2 6 0,-1 7 0,5 10 0,4-4 0,4 7 0,2-1 0,7 3 0,4 3 0,5-1 0,1 0 0,0-5 0,0 0 0,7-2 0,5 1 0,5 3 0,6-6 0,4-1 0,-1 1 0,11 0 0,-9-2 0,7-4 0,-12 4 0,5-4 0,-5-2 0,-2 1 0,-9-1 0,-4-6 0,-8 1 0,0-1 0,-16 6 0,-7 0 0,-7-7 0,-5-4 0,1-4 0,-1-2 0,1 5 0,0 1 0,5-2 0,0-10 0,16-3 0,-10-9 0,13 1 0</inkml:trace>
  <inkml:trace contextRef="#ctx0" brushRef="#br0" timeOffset="27">30253 8854 8912,'0'-34'0,"0"0"0,0 1 0,0 5 0,0 3 0,0 8 0,0 5 0,-2 3 0,-4 1 0,-3 4 0,-9 10 0,1 0 0,0 11 0,0-2 0,0 14 0,-1 1 0,1 3 0,8 1 0,3 0 0,2 1 0,-2-1 0,4-5 0,-3 0 0,3-8 0,2 1 0,7-2 0,3-9 0,7 1 0,-3-11 0,3-1 0,-4-7 0,10-12 0,-4-2 0,-2-2 0,1-6 0,-1 6 0,0 0 0,0 6 0,-1 0 0,-5 0 0,-1 1 0,-7 3 0,3 2 0,2 7 0,-2-2 0,-5 4 0,9 8 0,-4 0 0,1 7 0,7-4 0,-3 3 0,3-1 0,3-7 0,6 2 0,-4-4 0,4-2 0,2 0 0,-2 0 0,0-2 0,-6-4 0,0-5 0,0-5 0,-5-1 0,-1 0 0,-7-6 0,2 0 0,-4 6 0,-2 6 0,0-1 0,0-5 0,-2 7 0,-2 7 0,-2 6 0,0 9 0,6 11 0,0-4 0,0 4 0,0 2 0,0-2 0,0-2 0,0-2 0,0-2 0,0 0 0,0 0 0,0 0 0,-1-1 0,-3-3 0,-2-1 0,0-9 0,6-3 0,0-11 0,0-6 0,0-6 0,0 2 0,0-8 0,2-1 0,4-3 0,-2 4 0,7 1 0,-1 7 0,1-2 0,3 4 0,-9 2 0,9 1 0,-3 5 0,-1 3 0,1 8 0,-1 2 0,1 4 0,5-2 0,-5 7 0,4 2 0,3 3 0,-7-5 0,0 1 0,1-1 0,3 1 0,-3-1 0,-3-7 0,-3 2 0,-2-4 0,7-2 0,1 0 0,5-8 0,0 0 0,0-3 0,-5-5 0,-1 5 0,-1 1 0,3 1 0,-1 1 0,1 4 0,-5 1 0,-2-3 0,3 4 0,-1-4 0,5 12 0,-1 5 0,-9-3 0,5 7 0,-6-13 0,4 4 0,-4-4 0,13-2 0,-7-2 0,3-4 0,2-3 0,-5-7 0,2 3 0,3 2 0,-3-1 0,1-5 0,-5 0 0,5 0 0,-7 7 0,4-5 0,-8 13 0,0 4 0,0 13 0,0 8 0,0 4 0,0 1 0,0 7 0,0 1 0,0 4 0,0-2 0,0 8 0,0-6 0,0 6 0,0-13 0,0 1 0,0-3 0,0-5 0,0-1 0,0-8 0,7-7 0,-5-2 0,6-8 0</inkml:trace>
  <inkml:trace contextRef="#ctx0" brushRef="#br0" timeOffset="28">31182 8545 8912,'17'-17'0,"-5"2"0,-1 3 0,-3-3 0,9 3 0,-3 5 0,10 1 0,1 4 0,4 2 0,-2 0 0,1 0 0,1 8 0,5 3 0,-7 4 0,-4 3 0,-4 5 0,-2-1 0,-7 9 0,-4-2 0,-6-3 0,-6 3 0,-5 0 0,-5-3 0,-7 5 0,0-8 0,-7 6 0,1-6 0,-3 1 0,-3-1 0,8-9 0,4 3 0,4-11 0,2-1 0,8-18 0,1-6 0</inkml:trace>
  <inkml:trace contextRef="#ctx0" brushRef="#br0" timeOffset="29">31612 8132 8912,'10'-24'0,"-1"6"0,-3 1 0,-4 0 0,6 15 0,-8 4 0,0 15 0,0 10 0,0 13 0,0 6 0,0 4 0,0 1 0,0 1 0,0-1 0,0 1 0,5-1 0,1 1 0,8-2 0,-3-4 0,-1-6 0,1-12 0,1-3 0,5-10 0,0-3 0,0-6 0,0-4 0,1-2 0,-1-8 0,0-4 0,0-9 0,0-2 0,-5-1 0,-1 1 0,-7 4 0,2-4 0,-4-2 0,-2 2 0,-2 2 0,-4 2 0,-3 4 0,-9 3 0,-6 4 0,-5 8 0,-4 4 0,-1 8 0,-6 7 0,0 15 0,1 2 0,11 5 0,5-3 0,11 8 0,5-8 0,11 2 0,7-4 0,12-1 0,15-9 0,8-3 0,10-5 0,1-7 0,8-3 0,-2-8 0,-4 0 0,-1 0 0,-12 0 0,-6 0 0,-12 0 0,-5 0 0,-11 0 0,-8 0 0,-16 0 0,-7 7 0,-15 3 0</inkml:trace>
  <inkml:trace contextRef="#ctx0" brushRef="#br0" timeOffset="30">29633 10006 8912,'0'-24'0,"0"4"0,0-2 0,-2 4 0,-1 5 0,-3 2 0,0 11 0,4 3 0,-2 15 0,-1 6 0,-1 11 0,6 5 0,0 0 0,0 2 0,0-6 0,0 4 0,0-3 0,0-3 0,0-1 0,0-5 0,0-1 0,0-4 0,0-4 0,0-2 0,0-11 0,0-12 0,0-11 0,0-12 0,0-3 0,0-3 0,0-5 0,0 0 0,6 0 0,-1 6 0,9-1 0,-3 1 0,-1 5 0,1 1 0,-1 12 0,1-1 0,5 11 0,-5 1 0,4 3 0,1 11 0,-5 9 0,-1 1 0,-5 9 0,-3-5 0,4 6 0,2-8 0,-3 2 0,1-4 0,-6-2 0,0 0 0,0 1 0,8-9 0,3-5 0,5-8 0,-5-7 0,1-12 0,-1 2 0,6-8 0,-1 6 0,-5-6 0,4 8 0,-3-1 0,3 2 0,2 3 0,-5 2 0,-1 3 0,3 7 0,1 3 0,2 2 0,0 7 0,1 5 0,-1 1 0,0-1 0,0 3 0,0-3 0,6-5 0,0-1 0,6-4 0,-6-2 0,6 0 0,-5 0 0,3-2 0,4-4 0,-6-1 0,-2-5 0,-10-9 0,-2 4 0,-7-4 0,2 4 0,-4-1 0,-2 1 0,-2 0 0,-4 2 0,-5 3 0,-4 7 0,-8 3 0,0 2 0,0 2 0,5 3 0,1 5 0,0 7 0,2 2 0,3 4 0,-1-2 0,7 8 0,0-6 0,6 3 0,2-1 0,4-4 0,6-4 0,10-5 0,7 1 0,11-7 0,12 0 0,11-6 0,4-10 0,2-7 0,3-2 0,-3-10 0,-4 1 0,-17-7 0,-6 3 0,-7 3 0,-12-3 0,-1 3 0,-10-2 0,-6 3 0,-12-3 0,-6 8 0,-3 2 0,-2 10 0,0-3 0,0 9 0,-3 1 0,-2 2 0,2 10 0,-3 3 0,4 6 0,2 6 0,6-4 0,-1 4 0,6 2 0,-5-2 0,7 0 0,-2-6 0,-1 0 0,1 0 0,0-5 0,8-3 0,4-1 0,3-2 0,9-6 0,-1 0 0,0 0 0,6-8 0,0-3 0,8-5 0,-5-3 0,3-4 0,0-5 0,-8 1 0,2-2 0,-4 6 0,-2-5 0,0 7 0,0-2 0,-7 4 0,-4 2 0,1 5 0,-1 1 0,0 7 0,-6 4 0,0 11 0,0 5 0,0 1 0,6 0 0,1 0 0,3 0 0,3 1 0,-3-3 0,1-4 0,-5 5 0,5-5 0,-5-1 0,6 1 0,-9 0 0,11 1 0,-8-1 0,-1-7 0,-5 4 0,0-8 0,0 0 0,0-8 0,2-3 0,2-5 0,2-1 0,7-6 0,-1 0 0,-3-1 0,3 1 0,5-2 0,6-4 0,0-3 0,-6 3 0,6 4 0,2 2 0,2 4 0,3 2 0,-3 7 0,2 5 0,-8 3 0,2 2 0,1 4 0,-1 7 0,0 1 0,-5 10 0,-1 3 0,-2 0 0,-2 0 0,-1 0 0,-8-2 0,1-6 0,-3 0 0,-2 0 0,8-7 0,2-10 0,7-10 0</inkml:trace>
  <inkml:trace contextRef="#ctx0" brushRef="#br0" timeOffset="31">8794 6465 8912,'-27'0'0,"2"0"0,2 0 0,-2-2 0,0-2 0,-1-2 0,-1 2 0,-2 2 0,-7 2 0,-4 0 0,-6 0 0,-12 6 0,-5 0 0,-6 9 0,-3 0 0,-5 6 0,-1 0 0,13-3 0,2-7 0,9 4 0,8-5 0,4 1 0,0 1 0,14-6 0,-1 5 0,8-7 0,4 2 0,7-4 0,2-2 0,8-16 0,0-3 0</inkml:trace>
  <inkml:trace contextRef="#ctx0" brushRef="#br0" timeOffset="32">7348 6585 8912,'-23'23'0,"-2"0"0,0 0 0,1 0 0,4 2 0,5 1 0,4 5 0,7 1 0,-2 3 0,6-1 0,6 0 0,3-7 0,9-4 0,8-4 0,9-2 0,1-1 0,12-3 0,4-3 0,3-3 0,10-1 0,4-6 0,9 0 0</inkml:trace>
  <inkml:trace contextRef="#ctx0" brushRef="#br0" timeOffset="33">13130 6327 8912,'-17'0'0,"0"0"0,0 0 0,-1 0 0,1 0 0,-2 0 0,-2 0 0,-2 0 0,-6 0 0,6 0 0,-7 8 0,1 3 0,2-1 0,-1 1 0,-1 3 0,2 1 0,-5-4 0,3 1 0,-5-3 0,-6 3 0,1 3 0,-5-3 0,-2 5 0,-3 6 0,-9-2 0,-16 7 0,1 1 0,-7 7 0,-2 2 0,-3 3 0,9 4 0,7-4 0,16-3 0,12-10 0,11 3 0,1-8 0,14 0 0,0-6 0,5 0 0,-1 0 0,5 1 0,-6-1 0,7 0 0,-9 0 0,3 0 0,-5 1 0,-1-1 0,8-8 0,9-9 0,9-9 0</inkml:trace>
  <inkml:trace contextRef="#ctx0" brushRef="#br0" timeOffset="34">11513 6619 8912,'-10'-7'0,"-3"3"0,7-8 0,-7 9 0,-1 1 0,-7 9 0,-8 11 0,-3 10 0,-2 1 0,-7 3 0,1 5 0,0 1 0,-2 2 0,6 8 0,-4-2 0,5-3 0,6 3 0,5-7 0,6 1 0,9-6 0,3-3 0,4-3 0,2 3 0,10-6 0,7-2 0,8-4 0,9-2 0,1-2 0,-1-3 0,0-5 0,16-14 0,4-3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21:51:50.963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6212 6344 8912,'16'-2'0,"-5"-3"0,-3 1 0,-8-8 0,0-1 0,0 3 0,0-1 0,0-2 0,-6 3 0,-2 0 0,-1 3 0,5-7 0,-2 3 0,-1 1 0,1-1 0,0 5 0,4-3 0,-4 1 0,5 0 0,-7 5 0,0-3 0,-3 2 0,-6 2 0,-6 2 0,2 0 0,-8 0 0,0 6 0,-5 2 0,-3-1 0,-3 1 0,2 5 0,-8-1 0,6 1 0,-6 0 0,-2-1 0,-1 1 0,3-3 0,0 1 0,8-1 0,-3 1 0,-1 5 0,2-5 0,0-1 0,6 1 0,-6 0 0,-1 7 0,3 1 0,2 4 0,-4-2 0,0 7 0,-3-7 0,3 2 0,4 2 0,-4-2 0,3 6 0,3-6 0,7 1 0,4-1 0,-2-4 0,3 4 0,1-2 0,1 2 0,3-2 0,2 6 0,1 0 0,3 0 0,5-4 0,-3 5 0,1 3 0,4 1 0,2 8 0,2 0 0,0 1 0,0-7 0,0 0 0,0 1 0,2-1 0,4 1 0,-2-7 0,7 1 0,-1-8 0,1 2 0,5 2 0,-5-2 0,10 5 0,2-5 0,0 0 0,-4-6 0,2 2 0,2 4 0,6-4 0,-6 4 0,7-9 0,-1-3 0,4 1 0,1-3 0,0 4 0,1-7 0,1 0 0,4-6 0,-2 0 0,8 0 0,-5 0 0,4 0 0,1 0 0,6 0 0,1 0 0,3 0 0,1 0 0,-1 0 0,-3 0 0,-1 0 0,-2 0 0,-4 0 0,1 0 0,-7 0 0,1 0 0,-5 0 0,2 0 0,2 0 0,2 0 0,-1 0 0,-3 0 0,8 0 0,0 0 0,5 0 0,-5 0 0,0 0 0,-6 0 0,6 0 0,-2 0 0,2 0 0,-4 0 0,-8 0 0,1 0 0,-1 0 0,1-2 0,-1-4 0,0 4 0,1-3 0,5-3 0,0 2 0,8-7 0,-2 1 0,-4 3 0,-2-3 0,2 1 0,-2-6 0,0 2 0,-5 3 0,-3-3 0,-1 3 0,-2-5 0,1-6 0,-3 4 0,0-4 0,-2 4 0,-4 2 0,4 0 0,-3-1 0,0 1 0,-3 0 0,-2 0 0,0 0 0,0 0 0,0-1 0,1-5 0,-1 0 0,0 1 0,0-3 0,1 4 0,-1-8 0,0-2 0,0-1 0,-2 1 0,-1-1 0,-5-4 0,-1-1 0,-2 1 0,-6 2 0,0-3 0,0-3 0,-2 4 0,-4-4 0,-2 4 0,-5 1 0,2 1 0,-3-1 0,-1-5 0,-2 0 0,-6 0 0,0 6 0,0-3 0,6-3 0,-1 4 0,1-4 0,-8 4 0,-3 1 0,-5 1 0,-1-1 0,-3 1 0,-5 2 0,-7 3 0,-7 6 0,-9 4 0,2 2 0,-11 7-263,-7 4 0,-9 4 263,-1 2 0,1 0 0,9 0 0,-1 2 0,8 4 0,-1 4 0,4 7 0,-1 0 0,-3 0 0,-7 2 0,2 4 0,11-9 0,6 3 0,13-4 0,6 4 0,4 1 0,7-1 0,7-8 0,8-3 0,9 4 0,1-8 0,16 5 0,-4-7 526,7 0-526,-7 0 0,4 0 0,-1 0 0,3 0 0,7 0 0,0-7 0,0-3 0</inkml:trace>
  <inkml:trace contextRef="#ctx0" brushRef="#br0" timeOffset="1">25503 6894 8912,'-17'-7'0,"0"5"0,0-4 0,-1 4 0,9 2 0,3 0 0,12 0 0,-4-2 0,4-3 0,-5 1 0,-1-8 0,0-1 0,0-8 0,0-2 0,0-9 0,0-3 0,-5-9 0,-1-13 0,-2-12 0,3-11 0,4 30 0,0-3-71,-3-7 1,2-1 0,4 0 0,4-2 0,1-7 0,3-1 0,3-1 0,2 1 70,4-2 0,1 0 0,2 2 0,2-1-298,4-3 1,1 1 0,-2 7 0,1 2 297,4 1 0,-1 2 0,-3 8 0,0 3 0,0 7 0,1 2 0,29-32 0,-5 16 0,-5 13 0,-4 6 0,-6 13 0,-9 3 0,-4 4 0,-16 9 492,-1 2-492,-8 8 1258,0 0-1258,-8 0 0,-1-2 0,-8-3 0,-8-5 0,-2-7 0</inkml:trace>
  <inkml:trace contextRef="#ctx0" brushRef="#br0" timeOffset="2">25813 4419 8912,'-17'0'0,"0"0"0,-1 0 0,3-8 0,4-3 0,5-5 0,4-1 0,2 0 0,10-2 0,7-4 0,10 6 0,13-1 0,4 3 0,7 9 0,3 3 0,3 1 0,2 9 0,5 5 0,1 11 0,-8 5 0,-2 7 0,-9 5 0,-11 4 0,-12 7 0,-12 7 0,-5-1 0,-6 0 0,-6-5 0,-3-2 0,-9-5 0,1-3 0,0-11 0,0-8 0,-8-15 0,-2-18 0</inkml:trace>
  <inkml:trace contextRef="#ctx0" brushRef="#br0" timeOffset="3">26415 3129 8912,'-26'0'0,"3"0"0,3 0 0,3 0 0,15 0 0,10-2 0,11-3 0,10-7 0,5-9 0,6-4 0,6-2 0,4-3 0,7-3 0,1-1 0,-1 0 0,2-1 0,-5 9 0,3 3 0,-5 5 0,-6 7 0,-12 3 0,-19 16 0,-16 3 0,-15 5 0,-16 9 0,-12 1 0</inkml:trace>
  <inkml:trace contextRef="#ctx0" brushRef="#br0" timeOffset="4">26346 3645 8912,'-11'15'0,"0"-3"0,7-5 0,9-14 0,13-5 0,16-11 0,2-7 0,6-8 0,6-8 0,4-10 0,5-1 0,4-8-390,8 2 0,4-2 390,-4 2 0,-6 13 0,-17 16 0,-12 7 190,-11 10-190,-27 7 0,-22 3 0,-28 7 0</inkml:trace>
  <inkml:trace contextRef="#ctx0" brushRef="#br0" timeOffset="5">26553 2820 8912,'-2'9'0,"-2"-1"0,-1 0 0,-1 3 0,6 12 0,0 13 0,0 16 0,7 9 0,5 11 0,3 3 0,2-2 0,8-3 0,4-1 0,-2-6 0,1 0 0,-5-15 0,4-4 0,-2-12 0,-4-9 0,-2-6 0,-2-5 0,-7-4 0,-2-8 0,-24-23 0,-3-6 0</inkml:trace>
  <inkml:trace contextRef="#ctx0" brushRef="#br0" timeOffset="6">26828 2631 8912,'-9'24'0,"3"5"0,4 19 0,2 9 0,8 12 0,3 11 0,5 0 0,1 12 0,2-4 0,4-2 0,-2-8 0,8-3 0,-8-14 0,1-10 0,-2-9 0,-3-13 0,0 2 0,0-8 0,0-8 0,1-15 0,-1-10 0</inkml:trace>
  <inkml:trace contextRef="#ctx0" brushRef="#br0" timeOffset="7">27792 2734 8912,'-17'-10'0,"-6"1"0,0 3 0,-2 4 0,2-4 0,-6 6 0,-3 6 0,-2 4 0,-1 7 0,8 2 0,4 4 0,0-2 0,6 5 0,8-1 0,5-4 0,4 4 0,0-2 0,4 0 0,7-6 0,1 6 0,11 0 0,-2 0 0,2-6 0,1 0 0,5 1 0,2-1 0,-6 0 0,-1 0 0,1 0 0,6 1 0,-2-1 0,-3 0 0,3 0 0,-8-5 0,2-1 0,-4 1 0,-2-3 0,-7 6 0,-4-3 0,-6 3 0,-6 2 0,-6 2 0,-11 4 0,2-4 0,-7 4 0,-3-4 0,-1-1 0,-1-9 0,4-3 0,-1-4 0,7-2 0,0 0 0,6 0 0</inkml:trace>
  <inkml:trace contextRef="#ctx0" brushRef="#br0" timeOffset="8">28102 2854 8912,'-12'0'0,"1"0"0,-1 0 0,-5 0 0,0 0 0,0 2 0,0 4 0,1 3 0,3 8 0,3 3 0,3 2 0,1-1 0,6 8 0,0-6 0,0 6 0,0-8 0,0 2 0,2-4 0,4-2 0,-3-2 0,9-3 0,-1-5 0,7-9 0,-1-3 0,0-11 0,0-7 0,-5-5 0,-3 3 0,1 0 0,-1 0 0,-3-5 0,6 1 0,-9 2 0,3-1 0,2 7 0,-3-2 0,1 4 0,-4 3 0,4 5 0,-4 3 0,5 10 0,-7 4 0,6 3 0,0 9 0,2 1 0,-3 4 0,3-4 0,3 4 0,5-10 0,-5-1 0,4-9 0,3 3 0,1-4 0,4-2 0,-4 0 0,10-2 0,-12-4 0,4-3 0,-10-8 0,3-6 0,-3 0 0,2 0 0,-7 6 0,2-6 0,-4 0 0,1 2 0,1 2 0,-6 2 0,0 9 0,0 8 0,0 9 0,2 9 0,4 5 0,-4-2 0,3 5 0,-3 1 0,-2 0 0,6-4 0,0 5 0,0-7 0,-6 2 0,1 2 0,5-2 0,-4-6 0,4-5 0,-4-1 0,-2-5 0,0-12 0,6-5 0,-1-18 0,7 0 0,-7-5 0,9-6 0,-3 0 0,-1-2 0,1 4 0,1-1 0,-3 7 0,7-1 0,-5 10 0,-1 6 0,1 6 0,-5 7 0,5-2 0,-1 12 0,1 5 0,-1 12 0,-6 6 0,2 2 0,-3-3 0,5 5 0,-2-5 0,1-1 0,-1 2 0,-4-8 0,4 2 0,1-4 0,-1-2 0,0-7 0,-4-3 0,2-9 0,1-3 0,7-7 0,-6-11 0,5-2 0,-5-3 0,5-11 0,-5 5 0,5-4 0,-3 4 0,0-1 0,-1 1 0,5 7 0,-6 4 0,-1 10 0,-5 1 0,8 8 0,-6 4 0,4 12 0,-4 9 0,-2 2 0,0 5 0,1-5 0,3-2 0,2-1 0,6-3 0,-7 0 0,9-2 0,-3-3 0,4 1 0,3-7 0,1-1 0,2-5 0,2-1 0,-2-5 0,6-4 0,1-7 0,-3 0 0,-2 0 0,-4-6 0,-2 0 0,-1 0 0,-5 6 0,2-6 0,-7 0 0,0 6 0,-6 5 0,0 1 0,0 1 0,2 10 0,4 12 0,-4 13 0,3 9 0,3 2 0,-2 10 0,7 0 0,-3 7 0,1 3 0,1 1 0,-1 2 0,6-1 0,0 1 0,1 4 0,-3-6 0,-4-11 0,3 2 0,-8-8 0,5-2 0,-5-9 0,-1-12 0,-5-9 0</inkml:trace>
  <inkml:trace contextRef="#ctx0" brushRef="#br0" timeOffset="9">29186 2596 8912,'-12'-11'0,"1"-1"0,7 7 0,-2-7 0,6 8 0,6-2 0,11 3 0,12-1 0,4-2 0,1 2 0,6 2 0,0 2 0,0 0 0,-7 2 0,-2 2 0,-3 2 0,-3 7 0,-2-1 0,-2 5 0,-15 6 0,0-2 0,-6 7 0,0-5 0,0 6 0,-8-8 0,-4 2 0,-1 2 0,2-2 0,-5-2 0,5-10 0,-5-3 0,-1-8 0</inkml:trace>
  <inkml:trace contextRef="#ctx0" brushRef="#br0" timeOffset="10">29685 2184 8912,'25'-18'0,"-8"1"0,-7 2 0,-3 3 0,-5-3 0,6 13 0,-8-5 0,0 7 0,0 7 0,0 5 0,0 5 0,0 4 0,0 2 0,0 7 0,0-1 0,0 9 0,0 2 0,0 6 0,0-6 0,6 6 0,-1-6 0,7 0 0,-7-5 0,9 3 0,-5-2 0,3-5 0,-1-4 0,3-10 0,9-6 0,-4-7 0,6 2 0,-2-4 0,0-2 0,7-10 0,-1-7 0,1-2 0,-1-10 0,-4 1 0,-8-7 0,0 1 0,1-1 0,-3-5 0,-4 0 0,-3-6 0,-8 6 0,0 2 0,0 7 0,-2 7 0,-4 4 0,-3 7 0,-8 13 0,-1 8 0,1 3 0,-6 14 0,0 9 0,6 3 0,6 9 0,1-2 0,-3 3 0,3-3 0,2-2 0,5 4 0,8-6 0,5-5 0,7-7 0,6-9 0,0-1 0,8-9 0,-3-9 0,11 0 0,3-4 0,0-7 0,0-12 0,6-10 0,-3-7 0,-1 2 0,2-8 0,-2 6 0,2-6 0,-4 2 0,-7-2 0,-7-1 0,1 7 0,-10-1 0,-2 7 0,-7 13 0,-10 4 0,0 11 0,0 6 0,0 12 0,0 5 0,0 6 0,-2-2 0,-4 7 0,4 1 0,-3 5 0,-5 3 0,-1 1 0,-5 2 0,-1-2 0,0 0 0,0 3 0,-2-5 0,-4 4 0,-4-4 0,0-1 0,-5-3 0,3-3 0,-4-4 0,-1 0 0,0 1 0</inkml:trace>
  <inkml:trace contextRef="#ctx0" brushRef="#br0" timeOffset="11">13079 7152 8912,'11'0'0,"-1"-2"0,-3-3 0,-1-5 0,-6-7 0,-2 0 0,-4 0 0,3 1 0,-9 5 0,8-4 0,-3 5 0,-1 0 0,6-5 0,-6 11 0,6-5 0,-3 1 0,3 2 0,-8 6 0,5 0 0,1 0 0,-8 0 0,8 0 0,-11 0 0,6 2 0,-9 4 0,5-4 0,-4 4 0,3 1 0,-10 1 0,-1 0 0,-4-1 0,2 5 0,-1-7 0,-3 7 0,-9-6 0,3 7 0,-3-2 0,10-1 0,1 1 0,-2 1 0,-1-2 0,5 3 0,4-7 0,-2 5 0,2-5 0,0 5 0,6-5 0,0 0 0,0-1 0,0 1 0,-1 0 0,1-6 0,0 2 0,0 4 0,5-5 0,1 5 0,-1-4 0,-5-2 0,0 6 0,0 0 0,0-1 0,-1 3 0,1 2 0,0 1 0,0 0 0,-1 1 0,1 5 0,0 6 0,0 0 0,2 6 0,3-6 0,-1 5 0,5-3 0,0 0 0,1 0 0,1-2 0,6-6 0,0 0 0,0 0 0,0 0 0,0 1 0,0-1 0,0 0 0,6 0 0,0 0 0,1 8 0,-1 4 0,-2-2 0,5 1 0,-1 3 0,-4 1 0,5 3 0,3-1 0,-3-1 0,3-5 0,-3-3 0,5-6 0,-3 2 0,3 2 0,1-6 0,2-5 0,0-3 0,1 3 0,-3 3 0,-4-4 0,5-3 0,-5 0 0,4-3 0,3 1 0,-1 6 0,0-7 0,0 1 0,0-6 0,3 0 0,1 2 0,2 2 0,-2 2 0,-2-1 0,-2-5 0,6 0 0,0 0 0,5 0 0,-5 0 0,2 6 0,-2 0 0,-2 1 0,8-3 0,0 2 0,-3-2 0,7 3 0,-4-1 0,3 6 0,2-7 0,7 3 0,-1-2 0,0-4 0,-6 3 0,1-3 0,-1-2 0,1 0 0,-1 0 0,0 0 0,1 0 0,-3 0 0,-3 0 0,4 0 0,-5 0 0,-1 0 0,2 0 0,-1 0 0,-1 0 0,6-2 0,-5-3 0,5 3 0,1-4 0,1 4 0,-1 2 0,0 0 0,1 0 0,-1 0 0,1 0 0,-1 0 0,1 0 0,-3 0 0,-3 0 0,-4 0 0,-8 0 0,2 0 0,4 0 0,-4 0 0,4 0 0,-4 0 0,4 0 0,0 0 0,0 0 0,-6 0 0,2 6 0,4 0 0,-2-1 0,8-5 0,-2 0 0,1 0 0,5 0 0,-4 0 0,3 0 0,2 0 0,1 0 0,-1 0 0,-5 0 0,0 0 0,-6-5 0,5-1 0,-7 0 0,2 6 0,-4 0 0,-1 0 0,-1 0 0,0 0 0,0 0 0,0 0 0,1-2 0,-1-4 0,0 5 0,0-5 0,0 4 0,1 0 0,-1-2 0,0-2 0,2-1 0,4 1 0,-4 4 0,4-4 0,-4 5 0,-1 1 0,1-6 0,4 0 0,-4 0 0,4 6 0,-4 0 0,-2 0 0,2-2 0,4-3 0,-4 3 0,4-4 0,-4-2 0,-2 3 0,3-7 0,1 5 0,2-3 0,0 0 0,-6-1 0,0-2 0,0 7 0,-5-7 0,-1 1 0,-5 4 0,3 1 0,1 1 0,-1 0 0,-3-5 0,6 5 0,-7-2 0,7 3 0,-6 1 0,5-8 0,-1 7 0,1-7 0,3 7 0,-7-5 0,1 0 0,-1 1 0,1 3 0,-2-5 0,-4 5 0,4-5 0,-5 5 0,-1-6 0,8 8 0,-6-11 0,4 4 0,-4-5 0,-2 5 0,0 0 0,0-1 0,0-5 0,0 0 0,0-1 0,-2-4 0,-4-1 0,4-2 0,-6 2 0,3-4 0,-1 0 0,-7-3 0,1 7 0,3-6 0,-3 6 0,-5-7 0,-6 1 0,0-1 0,6 1 0,-2-2 0,-4 6 0,-4-1 0,0-5 0,-5 1 0,3 1 0,-4 2 0,-1 4 0,-6 2 0,0-7 0,-6 7 0,6-2 0,-6 4 0,4 1 0,0 1 0,0 0 0,1 6 0,7-1 0,0 1 0,-1-7 0,-5 7 0,0-1 0,-2 3 0,2-3 0,0-1 0,-10 5 0,-6 1 0,-3-1 0,2 1 0,-6 1 0,7 4 0,-1-4 0,3 4 0,3 2 0,-1 2 0,0 4 0,1-2 0,-1 7 0,1 3 0,-1 1 0,2-4 0,4 1 0,6-7 0,11 7 0,5-8 0,14 3 0,4-8 0,14-7 0,9-11 0,12-16 0,9-14 0,-2-33 0,-15 33 0,0 0 0</inkml:trace>
  <inkml:trace contextRef="#ctx0" brushRef="#br0" timeOffset="12">6763 6035 8912,'-2'17'0,"-2"0"0,-3-2 0,-3-3 0,-3-6 0,5-4 0,-5-4 0,7-4 0,0-4 0,6-7 0,0-2 0,0-4 0,2 2 0,4-8 0,-2 7 0,7-9 0,3-3 0,1-5 0,2-6 0,2 1 0,6-4 0,9-6 0,8-9 0,12-2 0,3-7 0,-26 32 0,1 0 0,2 1 0,-1 1 0,1 1 0,-1 2 0,30-30 0,-5 7 0,-7 9 0,-5 8 0,-11 9 0,-12 15 0,-4 2 0,-2 3 0,0 6 0,-7 4 0,-3 2 0,-7 0 0,0 0 0,0 8 0,-7-6 0,-3 6 0,-7-8 0,-8 7 0,-2 3 0</inkml:trace>
  <inkml:trace contextRef="#ctx0" brushRef="#br0" timeOffset="13">7296 4763 8912,'-17'-8'0,"8"-2"0,1-7 0,8 0 0,8 2 0,3 3 0,6-1 0,6 7 0,6 2 0,4 2 0,7 4 0,0 4 0,2 5 0,-4 12 0,4 6 0,2 4 0,-6 3 0,3 4 0,-11-4 0,-1 4 0,-14 2 0,2-2 0,-11 6 0,0-6 0,-18 8 0,-5-2 0,-12 4 0,1 1 0,1-3 0,0-6 0,4-9 0,8-7 0,-2-10 0,5-11 0,-3-3 0,-2-2 0</inkml:trace>
  <inkml:trace contextRef="#ctx0" brushRef="#br0" timeOffset="14">8415 4573 8912,'10'-11'0,"-5"-1"0,-3-1 0,-2-2 0,0-2 0,0 5 0,0 1 0,-2-1 0,-3-5 0,3 7 0,-6 1 0,8 3 0,0 6 0,0 0 0,2 15 0,4 14 0,1 11 0,7 8 0,-3 9 0,3 12 0,7 2 0,2 9 0,0 6-282,-6 6 0,0-1 282,0-5 0,0 4 0,-1-6 0,-3-13 0,-2-16 0,-7-11 0,2-9 0,2-9 0,-3-3 0,1-11 0,-6-5 0,0-7 0,0-7 0,0-5 141,0-3 0,0-10 0,0-5 0,-2-9-141,-3-6 0,-5-13 0,-7-3 0</inkml:trace>
  <inkml:trace contextRef="#ctx0" brushRef="#br0" timeOffset="15">8518 4608 8912,'0'-27'0,"0"-4"0,0 9 0,-2-3 0,-3 4 0,-7-2 0,3 2 0,-3 9 0,8 3 0,-1 3 0,3 4 0,2-4 0,0 14 0,2 7 0,3 6 0,7 12 0,9-1 0,2 8 0,-2 4 0,0 2 0,2 6 0,-4-3 0,4-3 0,-4 2 0,-2-8 0,2 2 0,4-2 0,-9-11 0,1 0 0,-4-8 0,-1-4 0,-6-8 0,9-3 0,-7-12 0,2-5 0,-5-12 0,3-8 0,-2-7 0,0 2 0,1-4 0,-3-2 0,4 2 0,-6-8 0,-6 2 0,3-4 0,-9-1 0,1 1 0,1 4 0,-5 4 0,3 8 0,5 7 0,1 4 0,4 12 0,2 5 0,0 14 0,0 11 0,0 13 0,2 10 0,4 10 0,1 1 0,5 5 0,3-11 0,-3 5 0,3-6 0,2 0 0,0-4 0,0-8 0,1-1 0,-1-5 0,0-3 0,0-10 0,1-3 0,-7-5 0,0-7 0,-7-2 0,2-3 0,-4-12 0,-2-10 0</inkml:trace>
  <inkml:trace contextRef="#ctx0" brushRef="#br0" timeOffset="16">9275 4814 8912,'0'-17'0,"0"5"0,-1 3 0,-5 1 0,2-3 0,-7 5 0,-1 0 0,1 8 0,1 6 0,2 9 0,5 10 0,1 0 0,2 1 0,5 7 0,1 5 0,7-2 0,-1-8 0,3-3 0,2-2 0,-3 4 0,3-6 0,-9-2 0,9-10 0,-4 2 0,5-7 0,4 0 0,1-10 0,-2-5 0,-1-9 0,-9-10 0,1-1 0,-9-9 0,3-2 0,-4 2 0,-2 1 0,-8 3 0,-3-1 0,-4 7 0,-3-1 0,-1 14 0,-4 0 0,-3 5 0,-1 6 0,-6 4 0,5 6 0,-3 5 0,2 12 0,-3 4 0,5 0 0,-7-2 0</inkml:trace>
  <inkml:trace contextRef="#ctx0" brushRef="#br0" timeOffset="17">14059 6894 8912,'10'-1'0,"-4"-5"0,-4 4 0,-2-6 0,0 8 0,0 0 0,0-7 0,-6 3 0,0-8 0,0 1 0,6-8 0,0-6 0,0-9 0,0-10 0,0-14 0,6-7 0,4-19 0,-3 34 0,1-3 0,4-7 0,1-2 0,2-8 0,2-1-336,3-4 0,1 0 0,0 3 1,3-1 335,4 1 0,2 1 0,2 0 0,3 1 0,2 3 0,0 2 0,0 2 0,-1 2 0,-3 10 0,-1 2 0,-1 3 0,-1 1-88,0 4 1,-1 1-1,25-28 88,-14 10 0,0 11 0,-11 18 0,-4 6 0,-2 10 0,-4 1 0,-2 8 0,-7-3 652,-3 7 0,-5 0-652,4 0 302,-4 0-302,6 0 0,-8 0 0,0 2 0,-2 1 0,-4 5 0,-6 2 0,-11-7 0,-3 5 0</inkml:trace>
  <inkml:trace contextRef="#ctx0" brushRef="#br0" timeOffset="18">14748 4315 8912,'-17'10'0,"-1"-2"0,9-8 0,5-2 0,16-2 0,12-2 0,13 2 0,7 2 0,9 2 0,5 0 0,5 0 0,-2 10 0,2 7 0,-2 2 0,0 12 0,-9 3 0,-10 4 0,-15 10 0,-10-2 0,-2 11 0,-9 6 0,-10-1 0,-13 1 0,-10 0 0,-5-2 0,-3-10 0,-7-9 0,-2-7 0</inkml:trace>
  <inkml:trace contextRef="#ctx0" brushRef="#br0" timeOffset="19">15987 4161 8912,'-2'9'0,"-4"-3"0,4-4 0,2-2 0,12 0 0,5-2 0,6-4 0,-2 2 0,10-5 0,3 1 0,4 4 0,2 3 0,-5 1 0,-1 1 0,1 5 0,-9 6 0,-3 11 0,-4 3 0,-3 9 0,-5 1 0,-5 4 0,-18 2 0,-5 4 0,-6 4 0,0-4 0,-1-4 0,-5-2 0,6-4 0,4-2 0,-4-5 0,0 0 0,2-14 0,9 2 0,-3-11 0,7 0 0,-3-12 0,3-11 0,10-12 0,4-5 0,5-6 0,5-12 0,1-9 0</inkml:trace>
  <inkml:trace contextRef="#ctx0" brushRef="#br0" timeOffset="20">16675 3886 8912,'-7'-10'0,"-3"2"0,-7 8 0,-2 0 0,-4 0 0,2 10 0,-8 7 0,0 10 0,-5 11 0,-1 6 0,1 6 0,7-4 0,4 5 0,12 5 0,5-11 0,4 9 0,2-8 0,10-10 0,7-2 0,8-11 0,9 0 0,3-5 0,3-7 0,4-5 0,7-12 0,1-9 0,0-8 0,-1-8 0,1 3 0,-8-5 0,-4-1 0,-4-1 0,-3-1 0,-4-2 0,-7-2 0,-10 0 0,-4 5 0</inkml:trace>
  <inkml:trace contextRef="#ctx0" brushRef="#br0" timeOffset="21">15505 3765 8912,'-17'10'0,"0"-4"0,7-5 0,2-2 0,8-5 0,14 2 0,7-9 0,9-5 0,12-3 0,14-9 0,11 1 0,9-5 0,10-6 0,-34 17 0,2 0 0,-1-4 0,1-2 0,2 0 0,0-1 0,2-1 0,-1 1 0,-1 2 0,1 1 0,0-2 0,1 0 0,-4 3 0,-1 1 0,-7 2 0,-2 0 0,28-15 0,-16 7 0,-14 8 0,-14 12 0,-10 3 0,-11 8 0,-14 0 0,3 0 0,-8 0 0,9 2 0,-5 4 0,0 5 0,-3 5 0,1 1 0,-1 0 0,-1 0 0,-13 0 0,-1 1 0</inkml:trace>
  <inkml:trace contextRef="#ctx0" brushRef="#br0" timeOffset="22">6143 8631 8912,'-5'-12'0,"-3"1"0,0-2 0,-1-3 0,-1 1 0,-3 4 0,-2-12 0,-3 4 0</inkml:trace>
  <inkml:trace contextRef="#ctx0" brushRef="#br0" timeOffset="23">6780 7909 8912,'14'-6'0,"3"0"0,-6-7 0,8 3 0,-7-1 0,-4 0 0,-3-1 0,-5-5 0,0 0 0,0-1 0,0 1 0,-7 0 0,-3 8 0,-7 1 0,0 8 0,-1 0 0,-5 2 0,1 4 0,-1-5 0,5 5 0,-5 2 0,-1-1 0,-1 3 0,0 3 0,-4-3 0,6 1 0,-7-1 0,1 1 0,-9 5 0,-2-5 0,-1 3 0,7-3 0,0 4 0,-1-3 0,1 3 0,-1 2 0,7-5 0,-1-1 0,6 1 0,-4 5 0,2 0 0,4 0 0,4 0 0,6 1 0,-5-1 0,7 0 0,-3-2 0,1-3 0,7 3 0,-2-4 0,4 5 0,2 1 0,-5 0 0,-1 0 0,0 1 0,6-1 0,0 0 0,0 0 0,0 6 0,0 0 0,-2 2 0,-3-2 0,3-2 0,-4 5 0,4 1 0,2 0 0,0-6 0,0 2 0,0 2 0,0-2 0,0 0 0,0-6 0,0 0 0,0 0 0,0-3 0,2-1 0,2 2 0,1-1 0,9-1 0,-3 4 0,-1-5 0,1-1 0,1 1 0,5 5 0,0-6 0,0 1 0,6-3 0,2 5 0,2-5 0,4-1 0,3-1 0,4-3 0,4 2 0,2-2 0,2 0 0,6 1 0,-6-3 0,0 4 0,-2-4 0,1-2 0,3 0 0,-8 0 0,3 0 0,-5 0 0,4 0 0,2 0 0,-4-2 0,6-4 0,-8 4 0,2-3 0,2 3 0,-2 2 0,3 0 0,-3 0 0,-10 0 0,5 0 0,-3 0 0,1 0 0,-5 0 0,-1 0 0,0 0 0,0 0 0,1 0 0,7 0 0,-7-6 0,1 0 0,-2 0 0,2 6 0,3 0 0,-3 0 0,3 0 0,3 0 0,-1 0 0,1 0 0,-1-5 0,0-1 0,1 0 0,-1 6 0,1 0 0,-1 0 0,-1-5 0,-5-1 0,3 0 0,-8 6 0,7-6 0,-1 1 0,-2-1 0,1 6 0,-5-2 0,6-4 0,-2 4 0,2-3 0,7 3 0,-7 2 0,7-6 0,-7 0 0,5 2 0,6 3 0,-4 1 0,5 0 0,-5-6 0,-2 0 0,1 0 0,-1 6 0,1 0 0,-1 0 0,-5-5 0,-1-1 0,-5 0 0,6 6 0,0 0 0,3 0 0,-1-2 0,-3-4 0,1 5 0,6-5 0,5-2 0,0 2 0,0-1 0,-6 1 0,7 2 0,-1-7 0,6 5 0,-6-3 0,-2 1 0,-2 4 0,-9-4 0,-4 3 0,2-7 0,-2 6 0,0 1 0,-6-1 0,0 0 0,0 2 0,-7-5 0,0 5 0,-5-7 0,-3-1 0,6-5 0,-8 0 0,0 0 0,0-1 0,0 1 0,0 0 0,0-2 0,0-4 0,0 4 0,0-4 0,0-2 0,0 0 0,-2 0 0,-4 1 0,2-5 0,-7 6 0,-1-6 0,-5 6 0,0-5 0,0 5 0,-2-6 0,-4 6 0,2 0 0,-6 6 0,0-2 0,0-4 0,-1 10 0,-7-4 0,7 3 0,-1-3 0,0 6 0,-5-1 0,-6 3 0,0-3 0,-8 4 0,0 7 0,-6-3 0,-3-2 0,-6 0 0,6 6 0,-1 0 0,7 0 0,-7-5 0,1-1 0,-2 0 0,1 6 0,3 0 0,-8 0 0,5-6 0,-5 1 0,2-3 0,-2 4 0,4-3 0,-1-3 0,-1 6 0,-8-2 0,8-1 0,4 1 0,3-2 0,3 3 0,-1 3 0,0-4 0,3 4 0,3 2 0,-2-6 0,8 1 0,0 1 0,-2 2 0,5 2 0,-3 0 0,2 0 0,-2 0 0,-4 0 0,-8 0 0,-7 0 0,-4 0 0,-4 0 0,-2 0 0,6 0 0,0 0 0,13 0 0,0 0 0,6 0 0,6 0 0,2 2 0,1 4 0,1-5 0,0 5 0,1-4 0,4-2 0,-3 2 0,3 4 0,-3-2 0,-3 7 0,1-5 0,-1 5 0,1-5 0,0 5 0,-1 1 0,1-3 0,7 5 0,4-8 0,-2 7 0,2-2 0,6-3 0,6-2 0,5 1 0,-6-1 0,9 2 0,-5-4 0,0 1 0,6 1 0,-5-6 0,5 6 0,-4 0 0,4-1 0,-11-3 0,7 4 0,-7-4 0,1 4 0,3 3 0,-3 3 0,1 3 0,1 2 0,-5-7 0,13 5 0,-6-6 0</inkml:trace>
  <inkml:trace contextRef="#ctx0" brushRef="#br0" timeOffset="24">5954 8648 8912,'-11'0'0,"-1"0"0,-1 0 0,-2 0 0,-3 0 0,1 0 0,0 0 0,0 0 0,0 0 0,-1 0 0,1 0 0,0-2 0,0-3 0,-2 3 0,-2-6 0,-4 2 0,-2 0 0,4-1 0,-6 1 0,1 2 0,-5-5 0,3 1 0,1 4 0,0-3 0,-5 1 0,-1 0 0,1-1 0,-1 5 0,1-4 0,0-2 0,-1 3 0,-1-1 0,-4 6 0,-4 0 0,-8 0 0,-1 0 0,-5 0 0,-7 0 0,-7 0 0,-1 2 0,-7 3 0,5-1-290,-5 8 1,-8 1 289,39-2 0,0 1 0,-2-2 0,-1-1-214,-2 2 0,-1 1 1,-4 1-1,-2 1 214,-5 0 0,0 0 0,0 3 0,0 1 0,-1 1 0,0 0 0,-1 1 0,0 0 0,1-1 0,0 0 0,7 2 0,2 0 0,0-1 0,1 1 0,7-1 0,2 0 0,-38 14 0,8 0-144,9 1 0,4-7 144,-4 1 0,2 0 0,-9 5 0,3 1 0,6-1 0,10-2 0,0-3 0,5 2 0,6-8 0,4-1 0,8-4 0,1-3 0,4-2 0,6-3 510,4-3-510,2 7 876,0-12-876,7 5 0,1-7 168,3 0 0,2 0-168,-7 0 0,7 0 0,-11 0 0,11 0 0,-8 0 0,9 0 0,-5 0 0,8 0 0,0 0 0,0-7 0,0-3 0</inkml:trace>
  <inkml:trace contextRef="#ctx0" brushRef="#br0" timeOffset="25">2220 8820 8912,'0'-17'0,"0"-6"0,0 0 0,0 2 0,0 2 0,0 7 0,0 1 0,0-2 0,0 5 0,-6 2 0,0 12 0,1 5 0,-3 5 0,-1 9 0,-11 5 0,-3 8 0,-5 8 0,-5 6 0,-1 5 0,-6-2 0,0 9 0,-6-1 0,4 3 0,0-3 0,-1-5 0,3 1 0,6-2 0,-4 1 0,3-7 0,5-7 0,12-4 0,9-11 0,3-6 0,4 2 0,2-2 0,8-8 0,1-2 0,9-7 0,1 0 0,4-6 0,5 0 0,13 0 0,2 0 0,11 0 0,1-2 0,3-4 0,7 2 0,-2-7 0,-4 5 0,-1-5 0,-5 7 0,-1-2 0,-1-2 0,1 3 0,-8-1 0,-4 6 0,-9 0 0,-5 0 0,1 0 0,0 0 0,-12 6 0,3-1 0,-11 9 0,5-3 0,-7 5 0,7 1 0,-8 0 0,1 0 0,-3 8 0,-2 2 0</inkml:trace>
  <inkml:trace contextRef="#ctx0" brushRef="#br0" timeOffset="26">1428 10505 8912,'-2'-11'0,"-3"-1"0,3 8 0,-4-3 0,12 9 0,5 3 0,3-1 0,-1 8 0,-2 1 0,3 2 0,1 2 0,2 1 0,1 1 0,-1 4 0,-6-2 0,1 7 0,-7-1 0,5 4 0,-2-3 0,-5 3 0,-1 1 0,-2 3 0,-7-1 0,-5-1 0,-5-3 0,-6-1 0,-4-6 0,-7 5 0,0-7 0,-1 2 0,-5-11 0,0-7 0,0-3 0,5-2 0,3-7 0,3-5 0,-2-11 0,9-5 0,-1-5 0,5-1 0,9-8 0,3-2 0,6-2 0,6 0 0,5-2 0,12-9 0,6 4 0,11-5 0,12-3 0,11-2 0,4 2 0,3-2 0,3 0 0,2 2 0,7 9-263,-2 12 1,1 0 262,-7 6 0,-9 11 0,-19 17 0,0 4 0,-12 2 0,3 0 0,-14 0 0,0 8 0,-6 3 0,0-3 0,0-1 0</inkml:trace>
  <inkml:trace contextRef="#ctx0" brushRef="#br0" timeOffset="27">29375 9594 8912,'-17'-8'0,"0"-3"0,0-5 0,5 7 0,3 1 0,1 1 0,2 5 0,6-6 0,2 14 0,4-1 0,5-1 0,-1-2 0,1-2 0,1 0 0,5 0 0,2 0 0,4 0 0,4 0 0,7 0 0,10 0 0,8 0 0,11 0 0,17 0 0,12-2 0,-43 0 0,1-1 0,5-2 0,-1 0 0,1-3 0,-1-1 0,6 0 0,-1 1-172,-4-1 1,-1 0 0,2 1 0,-1-1 171,37-8 0,-8 6 0,-10 1 0,-7 0 0,-9 1 0,-11 5 0,-18-2 0,-4 4 0,-8 2 0,-7-7 0,-3 5 0,-7-6 342,0 8 1,-2 0-343,-3 0 0,3 0 0,-6 0 0,2 2 0,1 4 0,-9-4 0,5 5 0,-8-7 0</inkml:trace>
  <inkml:trace contextRef="#ctx0" brushRef="#br0" timeOffset="28">3683 10161 8912,'-18'0'0,"1"0"0,0 0 0,7 0 0,3 0 0,9 0 0,3 0 0,-1 0 0,8 0 0,1 0 0,-3 6 0,1 2 0,3-1 0,1 1 0,4 3 0,4-5 0,-4 5 0,4-5 0,4 6 0,1-5 0,7 1 0,5 0 0,-2-3 0,8-5 0,2 6 0,9 0 0,-1-1 0,7-5 0,-8 6 0,3 0 0,1 0 0,0-6 0,2 0 0,4 0 0,2 0 0,2 0 0,2 0-162,3 0 0,-1 0 162,7 0 0,-13-6 0,2 0 0,-10-7 0,5 1 0,-9 3 0,2-3 0,-9 9 0,-2-3 0,-6-2 0,4 2 0,-2 3 0,-3 1 0,-3 2 0,-2 0 0,-1 0 0,-5 0 0,3 0 0,-8 0 0,-6 2 0,-5 1 0,1 3 324,2-2-324,-5-2 0,5-2 0,-13 0 0,6 0 0,-8 0 0,0 0 0,-8 8 0,-1 1 0</inkml:trace>
  <inkml:trace contextRef="#ctx0" brushRef="#br0" timeOffset="29">19928 14924 8912,'19'-18'0,"6"-1"0,7-4 0,6-5 0,10 1 0,0-2 0,6 1 0,3 1 0,0-2 0,-7 10 0,-6 6 0,-10 3 0,-1 5 0,-10 5 0,-4 3 0,-6 9 0,-5 1 0,-8 16 0,0 3 0,0 7 0,-6 3 0,0 3 0,-5 3 0,5-8 0,-5 0 0,3-3 0,0-1 0,1-2 0,-5 3 0,7-14 0,-9 1 0,3-1 0,-3 2 0,1 4 0,2-6 0,-3-4 0,-1-10 0,-10 7 0,-2-7 0</inkml:trace>
  <inkml:trace contextRef="#ctx0" brushRef="#br0" timeOffset="30">21236 14649 8912,'-23'9'0,"0"-3"0,2-4 0,1-2 0,3 0 0,10-2 0,7-2 0,9-2 0,8-1 0,6 1 0,-2 2 0,8-5 0,0 1 0,-3 4 0,5 2 0,-8 2 0,6 2 0,-6 4 0,0 5 0,-6 10 0,0 4 0,0 2 0,-7 3 0,-4 11 0,1-3 0,-1 8 0,-2 1 0,-2 3 0,-10 2 0,-3-1 0,-3-5 0,3 0 0,-3-8 0,7 0 0,-3-5 0,-3-5 0,3-12 0,-1 1 0,7-11 0,-11-6 0,5-10 0</inkml:trace>
  <inkml:trace contextRef="#ctx0" brushRef="#br0" timeOffset="31">21304 15044 8912,'19'-10'0,"4"5"0,14-3 0,14 2 0,14-7 0,12 2 0,-1-3 0,1 3 0,-10-3 0,-10 9 0,-3-9 0,-3 5 0</inkml:trace>
  <inkml:trace contextRef="#ctx0" brushRef="#br0" timeOffset="32">20186 15096 8912,'-10'0'0,"3"-2"0,7-4 0,0 4 0,7-11 0,7 7 0,7 0 0,7-1 0,7 5 0,5-4 0,4 4 0,0 2 0,6-6 0,-5 1 0,5-9 0,2 5 0</inkml:trace>
  <inkml:trace contextRef="#ctx0" brushRef="#br0" timeOffset="33">20840 15216 8912,'-18'0'0,"-4"0"0,-1 2 0,2 2 0,1 1 0,9 1 0,1-4 0,3 4 0,1-4 0,8 5 0,4-7 0,3 0 0,8 0 0,1 0 0,-7-5 0,1-1 0,-9-2 0,3 2 0,-4 5 0,-2-9 0,0 4 0,0 4 0,0-5 0,0 7 0,-8 0 0,-1 0 0,-8 0 0</inkml:trace>
  <inkml:trace contextRef="#ctx0" brushRef="#br0" timeOffset="34">22440 15027 8912,'8'9'0,"-6"-1"0,5-8 0,1 0 0,3-2 0,7-2 0,5-1 0,5-9 0,12 3 0,4-5 0,0-1 0,4 6 0,-8 1 0,-1 1 0,-3-1 0,-2 6 0,-1-1 0,-4 3 0,-5 2 0,-14 0 0,-2 0 0,-10 0 0,-4 0 0,4 0 0,-13 0 0,13 0 0,-6 0 0,8 0 0,-7 7 0,5-5 0,-14 13 0,7-5 0</inkml:trace>
  <inkml:trace contextRef="#ctx0" brushRef="#br0" timeOffset="35">23800 14649 8912,'-8'-18'0,"-4"1"0,5 6 0,1-1 0,4 7 0,4-5 0,4 2 0,11-3 0,12 5 0,3-2 0,3 5 0,-1-5 0,0-2 0,1 1 0,-1-3 0,1 5 0,-1 7 0,-7 0 0,-2 0 0,0 0 0,-6 13 0,2 8 0,-8 8 0,-7 7 0,-4 12 0,-2 3 0,0 1 0,0 5 0,0-1 0,0 1 0,-6-3 0,-2 3 0,1-6 0,-1-5 0,0-4 0,3-7 0,3 3 0,-4-4 0,2-1 0,-1-10 0,3-4 0,-4 4 0,4-4 0,2-2 0,0-7 0,-8-10 0,-1-10 0</inkml:trace>
  <inkml:trace contextRef="#ctx0" brushRef="#br0" timeOffset="36">23817 14992 8912,'9'0'0,"7"0"0,-7-1 0,8-5 0,3 4 0,2-4 0,7 2 0,11 0 0,4-1 0,0 1 0,6 0 0,-4-2 0,4-3 0,1-8 0</inkml:trace>
  <inkml:trace contextRef="#ctx0" brushRef="#br0" timeOffset="37">24436 15010 8912,'-7'-18'0,"5"9"0,-6 1 0,8 1 0,2 5 0,4-4 0,11 4 0,12 2 0,3 0 0,10-8 0,2-1 0</inkml:trace>
  <inkml:trace contextRef="#ctx0" brushRef="#br0" timeOffset="38">25331 14545 8912,'-34'0'0,"-1"-5"0,1-1 0,-1 0 0,3 6 0,1 0 0,3 0 0,5 0 0,-6 0 0,10 8 0,0 5 0,7 6 0,5 4 0,1 6 0,6-6 0,0 5 0,0-5 0,8 6 0,3-6 0,6 8 0,6-3 0,-4-1 0,6 0 0,-2-2 0,0-4 0,0 3 0,-6-1 0,-1 6 0,-5-6 0,-3 7 0,-8-1 0,0-2 0,-2 2 0,-6-1 0,-9-1 0,-6 3 0,-6-7 0,-3 0 0,5-5 0,0-3 0,4-4 0,4-3 0,2-8 0,2-4 0,3-7 0,5-3 0,7-14 0,7-9 0,7-9 0,7-3 0,7-3 0,11 1 0,1-1 0,8 0 0,-3 1 0,11-6 0,3 1 0,2 5 0,4 3 0,2 2 0,2-6 0</inkml:trace>
  <inkml:trace contextRef="#ctx0" brushRef="#br0" timeOffset="39">19360 15990 8912,'-16'-12'0,"3"3"0,2 1 0,7 0 0,0 5 0,8-3 0,7 2 0,22 2 0,13 2 0,17 0 0,15 0 0,6-2 0,-32 1 0,3-2 0,7 0 0,3-1 0,8-1 0,5 0 0,10-1 0,3-1 0,-22 0 0,1 0 0,2 0 0,3-1 0,2-1 0,0 1-205,5-1 1,2 0 0,1 0 0,3 1 0,1 1 0,1-1 0,4-1 0,1-1 0,-1 1 0,2-1 0,0 0 0,-1 1 204,-1 0 0,1 0 0,-1 0 0,2-1 0,-1 0 0,1 0 0,-1 1 0,1 1 0,0 0 0,-23 2 0,0-1 0,1 1 0,0 0-258,2 0 1,1 0 0,-1 0 0,-1-1 0,20-2 0,-1-1 0,0 0 257,2 2 0,0 1 0,-1 0 0,-6-1 0,-1 0 0,-1 1 0,-2 0 0,-1 2 0,-1-1 0,-2 1 0,0 0 0,-2 0 0,-6 0 0,-2 1 0,-1 0 0,-3 0 0,-2 1 0,-2 0-161,22-1 0,-3 1 1,-12-1-1,-3 2 161,-5 2 0,-3 0 0,-7 0 0,-3 0 0,31 0 0,-26 0 0,-25 0 608,-16 0 1,-7 0-609,-12 0 0,2 0 0,-7 0 0,-5 0 1288,-5 0 1,-5 0-1289,-9 0 0,-7 0 549,-4 0 0,-3 2-549,-3 3 0,-2 5 0,-3 7 0,11 0 0,-4 1 0</inkml:trace>
  <inkml:trace contextRef="#ctx0" brushRef="#br0" timeOffset="40">20960 16282 8912,'-17'0'0,"-2"0"0,-2 0 0,-2 2 0,2 2 0,2 3 0,1 3 0,-4 3 0,-1 8 0,3 4 0,7 2 0,0-4 0,5 5 0,0 1 0,1-2 0,1 5 0,6-5 0,2 0 0,4-4 0,-2 3 0,7 3 0,0-4 0,7-2 0,-3-4 0,-5-3 0</inkml:trace>
  <inkml:trace contextRef="#ctx0" brushRef="#br0" timeOffset="41">21030 16745 8912,'1'-1'0,"22"-22"0,-10-3 0,4-9 0,-11 7 0,0-1 0,-4 2 0,-2-2 0,-14-1 0,-3 7 0,-11 0 0,-1 6 0,-2 0 0,1 1 0,1 5 0,-2 5 0,5 4 0,-3 2 0,14 0 0,-3 0 0,13 2 0,-1 4 0,-4-4 0,1 5 0</inkml:trace>
  <inkml:trace contextRef="#ctx0" brushRef="#br0" timeOffset="42">21511 16402 8912,'9'-2'0,"-3"-3"0,-4-7 0,-2 5 0,-8-1 0,-3 8 0,-4 0 0,-3 0 0,1 2 0,0 4 0,0-5 0,0 5 0,-1 4 0,1-1 0</inkml:trace>
  <inkml:trace contextRef="#ctx0" brushRef="#br0" timeOffset="43">21872 16162 8912,'-34'9'0,"-4"4"0,3-7 0,-3 8 0,9-3 0,-3 4 0,-3 3 0,9-1 0,3 0 0,11 0 0,6 0 0,6 0 0,8 1 0,9-1 0,10 0 0,6 0 0,1 0 0,6 1 0,0-1 0,6 0 0,-6 0 0,0-5 0,-5-1 0,-3 3 0,-3 1 0,-6 2 0,-12 0 0,-3 0 0,-8 1 0,-8-1 0,-3 0 0,-14 2 0,-7 2 0,-9 2 0,-3-2 0,6-2 0,-2-2 0,4-7 0,1-4 0,1-12 0,33 6 0</inkml:trace>
  <inkml:trace contextRef="#ctx0" brushRef="#br0" timeOffset="44">21821 16196 8912,'0'-12'0,"0"1"0,0 7 0,7-3 0,5 7 0,9 0 0,4 0 0,3 0 0,9 0 0,-3 0 0,8-8 0,-7-2 0</inkml:trace>
  <inkml:trace contextRef="#ctx0" brushRef="#br0" timeOffset="45">22595 16058 8912,'-6'-17'0,"1"0"0,-1 6 0,6-1 0,0 6 0,0-5 0,0 7 0,0-11 0,0 13 0,7-4 0,5 12 0,3 5 0,2 12 0,3-2 0,1 8 0,2 3 0,-2 7 0,-4-1 0,-6 8 0,5-2 0,-5 1 0,-3 3 0,-3-8 0,3 6 0,-2-6 0,-2-1 0,-3-3 0,-1-4 0,0-3 0,-5-4 0,-1-8 0,0-7 0,-1-3 0,-3-7 0</inkml:trace>
  <inkml:trace contextRef="#ctx0" brushRef="#br0" timeOffset="46">22664 16333 8912,'-12'0'0,"1"0"0,-3 0 0,7 0 0,1 0 0,14 0 0,9 0 0,10 0 0,13 0 0,4-5 0,7-1 0,7-7 0,-1 1 0,1 3 0,-7-1 0,-1 2 0,-4 5 0,-4 1 0,-15-6 0,-2-1 0</inkml:trace>
  <inkml:trace contextRef="#ctx0" brushRef="#br0" timeOffset="47">20065 14184 8912,'-17'-24'0,"0"4"0,0-3 0,5 6 0,1 6 0,-3 9 0,-1 11 0,-2 20 0,0 25 0,-2 14 0,-4 16 0,12-34 0,1 2 0,-5 4 0,1 2 0,3 8 0,3 2 0,-2 4 0,3 1 0,2 5 0,2 1-482,1 4 0,2 0 0,1-2 0,2 0 482,1 0 0,3-1 0,5-6 0,5-3 0,6-4 0,6-2 0,1-6 0,3-3 0,1-4 0,4-3 0,4-6 0,4-4 0,5-6 0,2-3 0,1-2 0,2-4 0,2-7 0,1-4 0,1 0 0,1-3 0,1-2 0,0-1 0</inkml:trace>
  <inkml:trace contextRef="#ctx0" brushRef="#br0" timeOffset="48">25176 13772 8912,'17'0'0,"3"0"0,1 0 0,4 0 0,3 0 0,9 0 0,3 4 0,7 7 0,-1 14 0,2 11 0,0 18 0,0 18 0,-6 16 0,-23-38 0,-2 1 0,2 6 0,-3 1 0,-6-1 0,-1 1 0,-2 1 0,-1 0-305,-1 1 0,0 0 1,-2 3-1,-1 0 305,0 1 0,-4-1 0,-3-7 0,-3-2 0,-1-4 0,-1-2 0,-15 40 0,-6-8 0,-1-4 72,-2-7 1,-1-8 0,1-5 0,-1-9-73,1-7 0,-1-11 0,1-2 0,0-4 0,-1 4 0</inkml:trace>
  <inkml:trace contextRef="#ctx0" brushRef="#br0" timeOffset="49">25882 14012 8912,'17'-7'0,"-2"-3"0,-3-7 0,3 7 0,-3 5 0,3 3 0,-4 2 0,-1 4 0,-1 5 0,1 8 0,2 10 0,5-4 0,0 8 0,0-3 0,0-1 0,2 0 0,3 0 0,0-1 0,7-5 0,-6 2 0,0-9 0,-6-3 0,0-7 0,1 2 0,-3-6 0,-2-8 0,-3-9 0,-2-10 0,-3-7 0,-5-6 0,0 1 0,0-7 0,0-5 0,0-6 0,0-3 0,0 3 0,0-2 0,0-4 0,8 5 0,3 13 0,12 1 0,4 7 0,4 1 0,3 4 0,-1 11 0,13 3 0,-4 1 0,9 6 0,-9 3 0,10 2 0,-4 4 0,3 2 0,1 0 0,0 0 0,-10 0 0,-8 0 0,-9 2 0,-6 4 0,-9 4 0,-10 7 0,-10 0 0</inkml:trace>
  <inkml:trace contextRef="#ctx0" brushRef="#br0" timeOffset="50">26519 13858 8912,'0'17'0,"0"0"0,0 0 0,5 0 0,1 1 0,-2 1 0,-2 4 0,-2 3 0,0 9 0,0 1 0,0 4 0,0 6 0,0 4 0,0-6 0,0-4 0,0-6 0,0-5 0,0 3 0,0-5 0</inkml:trace>
  <inkml:trace contextRef="#ctx0" brushRef="#br0" timeOffset="51">26828 13909 8912,'-7'10'0,"-5"-3"0,-3 1 0,0-4 0,3 7 0,-3 3 0,3 9 0,3-4 0,-1 6 0,3-1 0,3 5 0,2-4 0,2-2 0,9-4 0,9-2 0,6 0 0,11 1 0,-1-9 0,1-3 0,-1-4 0,1-2 0,-1-8 0,-2-3 0,-5-7 0,-10-4 0,-7 0 0,-10-6 0,-4 5 0,-7-6 0,-16 8 0,-19-2 0,-6 12 0,-5 5 0,4 4 0,-14-5 0,5-3 0</inkml:trace>
  <inkml:trace contextRef="#ctx0" brushRef="#br0" timeOffset="52">21425 16591 8912,'9'-2'0,"-3"-3"0,2 1 0,-3-8 0,1 7 0,-6-7 0,0 7 0,0-7 0,0 6 0,0-5 0,0 5 0,0-5 0,-2 7 0,-3-2 0,3 4 0,-12 0 0,9-3 0,-9 3 0,10-6 0,-7 8 0,7 0 0,-11 0 0,13 0 0,-6 8 0,8-5 0,0 9 0,0-8 0,0 3 0,0 1 0,0-6 0,-2 6 0,-2-6 0,-1 3 0,-1-3 0,6 6 0</inkml:trace>
  <inkml:trace contextRef="#ctx0" brushRef="#br0" timeOffset="53">26037 6998 8912,'5'-18'0,"3"1"0,0 0 0,-1 0 0,-3 0 0,-2-1 0,-2 9 0,0 1 0,0 8 0,0 0 0,2-5 0,4-1 0,-2-6 0,7 7 0,-5-3 0,5 2 0,-5-1 0,6-5 0,-7-1 0,7 5 0,1-1 0,0 3 0,-1-6 0,3 7 0,-3-7 0,-3 8 0,3-1 0,-1 3 0,6 2 0,1-6 0,-1 0 0,2 2 0,4 3 0,-2 1 0,8 0 0,-6 0 0,5 0 0,-5 0 0,6 0 0,-6 0 0,4 0 0,-1 0 0,1 0 0,-4 5 0,6 1 0,-6 2 0,5-3 0,-5-3 0,6 4 0,-6-4 0,6-2 0,-1 0 0,7 0 0,-1 0 0,2 0 0,5 0 0,5 0 0,-4-6 0,-2 0 0,2-5 0,-2 5 0,2-5 0,-2 5 0,-3-2 0,3 3 0,-10 3 0,-1-4 0,2 4 0,1 2 0,-3 0 0,-1 0 0,-5 0 0,6 0 0,2 2 0,9 4 0,-2-4 0,8 3 0,-6 3 0,6-2 0,2 0 0,1 1 0,3-5 0,0 4 0,-1-4 0,1-2 0,2 0 0,3 0 0,-4 0 0,3 0 0,-6 0 0,-5 0 0,1 0 0,6 0 0,-8 0 0,-4 0 0,-2 2 0,3 3 0,-3-3 0,8 4 0,-2-4 0,2-2 0,9 0 0,-2 0 0,7 0 0,5 0 0,-4 0 0,2 0 0,-7 0 0,1 0 0,-11 0 0,-6 0 0,-6 6 0,-5-1 0,-6-1 0,-4-2 0,4 4 0,0 0 0,0 1 0,-6-1 0,8-4 0,4 4 0,3-5 0,3-1 0,-1 0 0,2 0 0,3 0 0,1 0 0,0 0 0,-6 0 0,-1 0 0,-5 0 0,5 0 0,-4 0 0,-3 0 0,3 0 0,-2 0 0,2 0 0,1 0 0,-5 0 0,2-1 0,3-5 0,3 4 0,1-4 0,-1 2 0,-5-1 0,9 3 0,-8-4 0,7 4 0,-7 2 0,3 0 0,2-2 0,1-2 0,-1-1 0,-1-1 0,-5 6 0,3 0 0,-8 0 0,6-2 0,-6-4 0,5 4 0,-5-3 0,6 3 0,-6 2 0,0 0 0,2 0 0,-12 0 0,4 0 0,-3 0 0,3 0 0,-8 0 0,-1 0 0,-10 0 0,-4 0 0,5 0 0,-7 0 0,6 0 0,-4 0 0,4 0 0,-5 0 0,7 0 0,0 0 0,-16 7 0,-3 3 0</inkml:trace>
  <inkml:trace contextRef="#ctx0" brushRef="#br0" timeOffset="54">7434 11691 8912,'10'8'0,"-3"-8"0,-9 2 0,-3-6 0,1-9 0,-8 1 0,9 3 0,-3-3 0,4 8 0,2-3 0,0 16 0,0 9 0,0 8 0,0 14 0,0 6 0,0 4 0,0 9 0,0 4 0,0 4 0,0 2 0,0-2 0,0-4 0,0-6 0,0-11 0,2 2 0,2-10 0,1-6 0,-1-7 0,-2-6 0,-2-9 0,0-3 0,0-8 0,0-5 0,0 2 0,0-8 0,0-3 0,0-6 0,0 0 0,0-7 0,0-7 0,0-5 0,0-6 0,0 6 0,0-13 0,0 1 0,0-3 0,0 3 0,0 0 0,0 1 0,0-1 0,0 1 0,0 1 0,0 4 0,0 12 0,0 11 0,0 4 0,0 9 0,0 10 0,0 12 0,0 3 0,0 2 0,0 2 0,0 4 0,8 4 0,3 7 0,3-1 0,-1-3 0,-1-1 0,1 2 0,2-5 0,2 3 0,-5-6 0,-1 6 0,1-8 0,5 1 0,-6-4 0,1-7 0,-1 4 0,7-13 0,-1 4 0,-2-6 0,-3-6 0,1-5 0,-7-12 0,7 2 0,-1-8 0,-3-5 0,3-6 0,-7-2 0,7 2 0,-8-4 0,3-6 0,-1 2 0,0 2 0,0 8 0,-6-2 0,0 10 0,0 1 0,0 15 0,0-1 0,-2 17 0,-4 4 0,-4 7 0,1 8 0,3 8 0,-2 5 0,3 6 0,-1-1 0,6 6 0,0-6 0,0 1 0,8-4 0,3-2 0,4-5 0,3-2 0,-1-2 0,0-4 0,6-2 0,0-2 0,7 0 0,-1 0 0,-2-5 0,2-1 0,-8-7 0,3 4 0,-6-8 0</inkml:trace>
  <inkml:trace contextRef="#ctx0" brushRef="#br0" timeOffset="55">8622 11640 8912,'-12'9'0,"1"-3"0,-3-4 0,-1-2 0,3 0 0,1 0 0,7-2 0,-2-4 0,6 4 0,6-3 0,6 3 0,3 2 0,4 0 0,4 0 0,-2 0 0,8 0 0,1 0 0,3 0 0,1 0 0,1 0 0,-1-6 0,0 0 0,-1 1 0,-2 5 0,-5 0 0,-1 0 0,-2 0 0,-6 0 0,-1 13 0,-5 4 0,-3 12 0,-8-1 0,-14 13 0,-5 2 0,-6 3 0,-5 0 0,-1-2 0,3 2 0,-5 2 0,4-8 0,4-2 0,3-9 0,2-4 0,3-8 0,0 4 0,0-4 0,7-4 0,3-13 0,7 0 0,7-2 0,5-3 0,3-3 0,2-3 0,0 3 0,1 0 0,-1-9 0,0-10 0</inkml:trace>
  <inkml:trace contextRef="#ctx0" brushRef="#br0" timeOffset="56">9688 11640 8912,'12'0'0,"-2"-2"0,-1-2 0,1-2 0,-7 1 0,5-3 0,-8 4 0,0-7 0,0 7 0,0-6 0,0 5 0,0 3 0,0-6 0,0 8 0,0 8 0,-2 7 0,-2 12 0,-1 13 0,-7 17 0,6 12 0,-5 7 0,5 10 0,-5 0 0,5 0 0,0-2 0,6-4 0,0-5 0,0-4 0,0-18 0,0-7 0,0-10 0,0-7 0,0-4 0,8-16 0,-6-1 0,5-8 0,-8-6 0,-5 0 0,2-7 0,-7 0 0,-1-8 0,3-8 0,-5-9 0,8-2 0,-7-8 0,3-4 0,-7-9 0</inkml:trace>
  <inkml:trace contextRef="#ctx0" brushRef="#br0" timeOffset="57">9637 11709 8912,'0'-18'0,"0"1"0,0 0 0,0 0 0,0 7 0,0-5 0,0 13 0,0-4 0,0 12 0,0 5 0,0 7 0,2 3 0,2 4 0,1 1 0,7 3 0,-6 5 0,7 1 0,-2-1 0,5-1 0,1-5 0,-6 3 0,1-8 0,-1 0 0,7-6 0,-1-6 0,2-1 0,2-3 0,2-3 0,2-4 0,-2-5 0,-4-5 0,4-7 0,-4-8 0,-2-4 0,0-3 0,0-3 0,-1 1 0,-5 0 0,3-6 0,-9 1 0,-1 5 0,-2 3 0,-2 10 0,0-2 0,-2 10 0,-4 2 0,3 9 0,-9 2 0,1 9 0,-7 14 0,3 6 0,4 11 0,-3 4 0,9 6 0,1-3 0,2-1 0,2 0 0,0 6 0,7-8 0,5-4 0,5-4 0,6-2 0,-2-1 0,8-5 0,-8-3 0,2-7 0,2-3 0,-2-4 0,0-3 0,1-16 0,3-1 0</inkml:trace>
  <inkml:trace contextRef="#ctx0" brushRef="#br0" timeOffset="58">10428 12001 8912,'-17'0'0,"0"0"0,6 0 0,-1 0 0,3 7 0,-3 5 0,-1 3 0,7 2 0,0 1 0,6 1 0,0 2 0,0 2 0,2 0 0,4-6 0,5 6 0,12 0 0,-2-6 0,8-6 0,-6-7 0,6 2 0,-1-4 0,7-2 0,-7-8 0,-1-5 0,-2-6 0,-4-4 0,-2-8 0,-2 2 0,-7-3 0,-4-2 0,-8 1 0,-10 4 0,-3 5 0,-19 6 0,1 9 0,-13 3 0,2 14 0,-2 9 0,-3 0 0,5 23 0,-8-3 0</inkml:trace>
  <inkml:trace contextRef="#ctx0" brushRef="#br0" timeOffset="59">7383 13204 8912,'-2'-23'0,"-2"0"0,-2 2 0,0 2 0,-1 2 0,5 0 0,-6 7 0,8 10 0,0 12 0,2 11 0,4 5 0,-4 11 0,5 5 0,-1 3 0,0 7 0,5 1 0,-5-3 0,2-1 0,-3 1 0,-3 0 0,4-1 0,2-13 0,-3-3 0,3-8 0,-2-5 0,-4 1 0,5-23 0,-7 0 0,0-15 0,0-14 0,-2-5 0,-3-6 0,-3-4 0,-3-8 0,-5 1 0,5-1 0,-3 1 0,3-1 0,-4-5 0,3-1 0,-3-3 0,0 8 0,3 7 0,6 8 0,-1 7 0,1 14 0,0 7 0,6 7 0,0 14 0,8 8 0,3 16 0,5 7 0,1 3 0,0 5 0,0 2 0,2-3 0,2-1 0,4-6 0,2-6 0,-4 1 0,6-14 0,-6-2 0,5-10 0,-1 3 0,2-9 0,3-1 0,-3-10 0,-2-11 0,1-11 0,-1-7 0,2-5 0,-8-6 0,-8-4 0,1-3 0,-9-4 0,7 3 0,-6-3 0,-1 5 0,-5 6 0,-7 6 0,-3 12 0,1 5 0,-7 11 0,14 5 0,-5 16 0,7 8 0,0 1 0,0 5 0,2 3 0,3 3 0,7 3 0,3 3 0,2-7 0,1 1 0,5 0 0,-1 5 0,9-1 0,-2-5 0,-2-3 0,1-8 0,1-7 0,5-3 0</inkml:trace>
  <inkml:trace contextRef="#ctx0" brushRef="#br0" timeOffset="60">8604 12878 8912,'-11'0'0,"-1"0"0,-1 0 0,-2 0 0,-2 0 0,-1 0 0,1 2 0,0 3 0,-6 5 0,-2 9 0,0 4 0,0 6 0,2-3 0,6 3 0,2 0 0,3 5 0,-1-2 0,7-3 0,2 4 0,10-5 0,11-3 0,12-4 0,4-6 0,1-3 0,8-8 0,4 1 0,-2-3 0,2-2 0,0 0 0,5 0 0,-5 0 0,-4-2 0,-3-3 0,-7-7 0,-9-3 0,2-2 0</inkml:trace>
  <inkml:trace contextRef="#ctx0" brushRef="#br0" timeOffset="61">8432 13617 8912,'21'-6'0,"6"-1"0,9-1 0,6 0 0,6-5 0,10 1 0,-3-3 0,6 0 0,-1 2 0,-5 1 0,-1-7 0,-11 0 0,0-6 0</inkml:trace>
  <inkml:trace contextRef="#ctx0" brushRef="#br0" timeOffset="62">9516 13204 8912,'0'-17'0,"0"-2"0,0-4 0,0 10 0,0-4 0,0 11 0,0-2 0,-2 23 0,-1 8 0,-3 8 0,-2 9 0,3 0 0,3 6 0,-4-6 0,4 6 0,2-6 0,0 0 0,0-5 0,0-3 0,0-3 0,0 1 0,0-7 0,0 0 0,0-13 0,0-12 0,0-15 0,0-8 0,0-10 0,0-5 0,0 0 0,0-8 0,0 3 0,0-5 0,0-2 0,0 1 0,0-1 0,0 8 0,0 4 0,0 6 0,0 5 0,0 4 0,0 19 0,0 12 0,6 6 0,-1 16 0,7 7 0,-6 5 0,5 0 0,-3-6 0,1 1 0,5-1 0,-1-1 0,-1-5 0,3-3 0,-4-8 0,-1 0 0,1 1 0,-5-9 0,6-3 0,1-4 0,2-2 0,-3-8 0,-1-3 0,-5-6 0,5-6 0,-5-4 0,6-8 0,-9 1 0,3 0 0,-2-3 0,0-1 0,2-2 0,-3 2 0,-1 4 0,-2 5 0,0 4 0,0 8 0,0 0 0,0 7 0,-2 6 0,-1 14 0,-3 9 0,2 6 0,2 3 0,2 7 0,0 1 0,0 4 0,6-4 0,0 5 0,7-5 0,-2-2 0,-1-1 0,1-3 0,5-1 0,5 2 0,-2-1 0,4-1 0,4-4 0,-1-8 0</inkml:trace>
  <inkml:trace contextRef="#ctx0" brushRef="#br0" timeOffset="63">10256 13342 8912,'-17'0'0,"0"0"0,5 0 0,1 0 0,7 0 0,-9 2 0,7 4 0,0 3 0,14 8 0,3 0 0,5 1 0,1-1 0,2 0 0,4 0 0,-2-7 0,8-4 0,-6-5 0,5-1 0,-1-1 0,2-5 0,1-4 0,-7-7 0,0-8 0,-7-2 0,-5-1 0,-5-1 0,-6 2 0,-6-1 0,-5 3 0,-12 8 0,-10 7 0,-7 4 0,-8 14 0,2 9 0,-11 8 0,-4 9 0</inkml:trace>
  <inkml:trace contextRef="#ctx0" brushRef="#br0" timeOffset="64">9138 12310 8912,'-17'-7'0,"7"5"0,2-8 0,8 4 0,0 3 0,0-9 0,8-1 0,4-10 0,12-6 0,11-13 0,9-7 0,5-7 0,11-9 0,3 2 0,-6 6-127,-5 5 0,-1 8 1,-7 10-1</inkml:trace>
  <inkml:trace contextRef="#ctx0" brushRef="#br0" timeOffset="65">8673 13669 8912,'10'-8'0,"-3"4"0,-7-7 0,0-3 0,2-1 0,4-2 0,-4 5 0,4 1 0,-4-3 0,-2-1 0,0 4 0,0-1 0,0 7 0,0-7 0,0 8 0,0-1 0,2 10 0,3 7 0,-1 3 0,8 2 0,-1 6 0,6 0 0,2 8 0,4-3 0,4 5 0,0 1 0,5 1 0,-5-1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21:51:51.029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3631 10024 8912,'-10'0'0,"3"0"0,7 0 0,2-2 0,3-4 0,13 2 0,14-7 0,12-3 0,14-1 0,22-2 0,14-2 0,-43 8 0,3 1 0,3-1 0,0-1 0,0-3 0,-1 1 0,1 2 0,-1 1 0,-1 1 0,-1-1 0,-3 2 0,-1-1 0,38-7 0,-15 2 0,-6 1 0,-4 3 0,-17 7 0,-6-2 0,-6 4 0,-11 0 0,-2-3 0,-1 3 0,-11-4 0,-3 12 0,-10-2 0,-2 7 0,-9 1 0,-2 5 0,0 0 0,-8 0 0,2 0 0,0 0 0,0-7 0,-2-2 0,-2-8 0</inkml:trace>
  <inkml:trace contextRef="#ctx0" brushRef="#br0" timeOffset="1">4750 9422 8912,'-6'-29'0,"0"1"0,2 12 0,10-1 0,11 11 0,12 1 0,-2 3 0,1 2 0,7 2 0,5 3 0,-2 9 0,-1 7 0,-3 7 0,0 12 0,1 6 0,-1 12 0,-7 5 0,-4 11 0,-4-1 0,-4 7 0,-3 4 0,-6 6 0,-9-41 0,-2 1-288,-3 7 0,-1 1 0,-4 4 0,-3 2 288,-5 10 0,-4 1 0,-4 3 0,-3 1 0,6-21 0,-2 2 0,0-1 0,-1 0 0,0 1 0,1-1 0</inkml:trace>
  <inkml:trace contextRef="#ctx0" brushRef="#br0" timeOffset="2">30666 9130 8912,'2'-18'0,"2"1"0,3 2 0,3 3 0,-6-3 0,1 4 0,-1 3 0,2 2 0,-4 4 0,5 2 0,-7 0 0,0 0 0,-7 0 0,5 0 0,-11-2 0,7-3 0,-8 3 0,11-6 0,-9 8 0,3-2 0,-3-3 0,-3 3 0,3-4 0,-3 2 0,-2-2 0,0 4 0,-1-3 0,-1 1 0,-4-2 0,-2 4 0,-3-3 0,-5 3 0,5 2 0,-3 0 0,2 0 0,-3 0 0,3 0 0,0 0 0,-1 0 0,-3 0 0,3 0 0,-3 0 0,-7 0 0,2 0 0,-8 0 0,0 2 0,-6 3 0,-5-3 0,0 4 0,-6 2 0,5-1 0,3 1 0,1-1 0,5 7 0,3-3 0,-2-1 0,8 1 0,-2-1 0,2 1 0,3 5 0,-3-5 0,-8 4 0,2 3 0,-7-1 0,7 0 0,-4-2 0,-1-3 0,1 3 0,4-4 0,4 5 0,7 1 0,1 0 0,0 0 0,-1 0 0,1 1 0,-6-1 0,0 0 0,-3 2 0,3 4 0,-4 2 0,-7 4 0,1 3 0,2-3 0,2 5 0,-2 6 0,1-3 0,1 3 0,9 2 0,9-2 0,1 0 0,-2-6 0,-1 1 0,7-1 0,0 0 0,-2 1 0,4 1 0,-8 4 0,3 2 0,-3 4 0,-4 4 0,5-4 0,1 5 0,-2 7 0,8-5 0,-2 4 0,6-3 0,6-3 0,-3-5 0,8 0 0,3 0 0,1-2 0,2 0 0,0-4 0,0 2 0,0 4 0,0 7 0,0-7 0,0 10 0,0-5 0,5 1 0,1 5 0,8 2 0,-3-1 0,-1-7 0,1-5 0,2-2 0,8 4 0,2-2 0,-2 1 0,4-3 0,-2 2 0,8 0 0,-2 5 0,1 5 0,-1-5 0,3 3 0,-3-12 0,3 0 0,3 0 0,5-2 0,0-5 0,2-7 0,-2 1 0,4-2 0,8 1 0,11 5 0,0-5 0,14 5-151,-8 1 1,-3 1 150,-2-1 0,-3 6 0,2 0 0,-8 2 0,-5-2 0,7 4 0,8 0 0,0 2 0,10-11 0,-2 1 0,1-13 0,-7 5 0,8-5 0,-18-5 0,2-9 0,-7 1-36,1-1 0,3-5 36,13 2 0,-4-4 0,9-2 0,-5 0 0,-6 0 0,4 0 0,-4 0 0,-2 0 0,3 0 0,-7 0 0,6 0 0,2 0 0,8 0 0,1 0 0,-1-2 0,-2-4 0,-2 4 0,-3-7 0,-2 3 0,-5 4 0,-8-4 0,1-1 0,0 1 0,7-6 0,4 7 0,-4-9 0,-1 5 0,-5-3 0,-1 1 0,-6-1 0,0-5 0,0 0 0,5 0 0,-3 0 0,4-1 0,-3-5 0,14-1 0,2-1 0,2 0 0,0 0 0,-4 2 0,4 2 0,-4-8 0,-3 1 0,-3-7 0,-9 1 0,-2 0 0,5-1 0,7 1 0,5-1 0,-6 1 0,6-2 74,-5-4 1,-1 1 0,-5-4 0,-3-1-75,-3 0 0,-9-2 0,-9-6 0,-5-1 0,6-5 0,-14 7 18,2-1 1,-5 3-1,-1 8 1,-5 1-19,-4-2 0,-2 4 0,0-8 0,0-1 0,0-11 0,-8 1 0,-3-12 0,-3 2-220,3-13 1,-4 0 219,3-6 0,-1 6 0,1-1 0,-3 1 0,4-6 0,-5 0 0,-1 0 0,9 38 0,1-1 0,0 0 0,0 0 0,-4-42 0,-2 7 0,-3 1 0,-1 9 0,-6-6 0,0 5 0,-7 1 0,1 5 0,-4 2 0,-1 4 0,-2-4 0,-5 4 0,3 4 0,-8 2 0,6-3 0,-6 3 0,8-6 0,-2 6 0,-2-6 0,2 5 0,0 5 0,-3 5 0,1 0 0,-4 8 0,-3 2 0,3 9 0,2-1 0,-2 7 0,0-6 0,-5 6 0,-1 0 0,0 6 0,1 0 0,-1 0 0,0 0 109,1-1 1,-3 7 0,-3 1 0,-8 1-110,-8-1 0,-5 7 0,-8-3 0,2-2 0,3 2 0,7 1 0,9 3 0,5-2 0,7-2 0,-1 0 0,14 6 0,0 0 0,6 0 0,-5 0 0,3 0 0,4 0 0,-1 0 0,1 0 0,5 0 0,-4 0 0,8 0 0,2 0 0,2 0 0,2 0 0,0 0 0,7 0 0,-5 0 0,13 0 0,-6 0 0,8 0 0,0 0 0,8 0 0,-6 0 0,5 2 0,-7 4 0,0-4 0,0 6 0,0-8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21:51:51.032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22113 12396 8912,'-9'-17'0,"-1"6"0,6-1 0,-3-1 0,-3-3 0,4 7 0,-5 3 0,7 12 0,-2 5 0,4 12 0,2 6 0,2 5 0,4 6 0,-2-3 0,7 3 0,-5-6 0,5-3 0,3-4 0,1-3 0,2-1 0,1-5 0,-1-9 0,0-3 0,2-6 0,4-6 0,-4-11 0,4-12 0,-4-3 0,-2-3 0,-1 1 0,-5 0 0,-1 5 0,-4 0 0,-5 8 0,5-2 0,-4 4 0,-2 10 0,0 3 0,0 12 0,0 5 0,6 12 0,1 8 0,3 5 0,3 4 0,10 0 0,6-5 0,4-9 0,1-3 0,6-11 0,0-7 0,6-5 0,-6-5 0,-1-12 0,-11-12 0,-5-4 0,-9-1 0,-5-2 0,-1-4 0,-4 3 0,-10-3 0,-4 4 0,-7 1 0,-2 1 0,-4 0 0,6 7 0,0 4 0,7 4 0,10 2 0,0 0 0,0-1 0,8 1 0,1 0 0</inkml:trace>
  <inkml:trace contextRef="#ctx0" brushRef="#br0" timeOffset="1">23042 12001 8912,'-17'-8'0,"0"6"0,0-3 0,5 5 0,1 5 0,1 5 0,-3 9 0,3 4 0,3 5 0,-5 5 0,6 1 0,1 1 0,5-1 0,0 2 0,0 5 0,0-5 0,2 4 0,1-4 0,3-1 0,6-3 0,-7-3 0,3-4 0,-2-8 0,-4 0 0,13-7 0,-13-10 0,4-12 0,-3-5 0,3-6 0,-2-4 0,8-7 0,-7 5 0,7 1 0,-7 7 0,7-2 0,-6 5 0,3 5 0,1 3 0,-1 3 0,3 1 0,5 6 0,0 0 0,0 0 0,6 8 0,0 3 0,8 4 0,-2 3 0,5-1 0,4 0 0,4 0 0,2 0 0,-5-7 0,1-4 0,-4-4 0,-2-2 0,-3-8 0,-8-3 0,-2-7 0,-15-5 0,0 2 0,-6-7 0,-2 5 0,-6-4 0,-7 2 0,-6 4 0,-10 8 0,2 1 0,-1 9 0,1-3 0,2 4 0,4 2 0,4 8 0,-4 5 0,6 6 0,6 4 0,3 6 0,8-6 0,0 7 0,0-1 0,10-2 0,7 1 0,8-7 0,9 0 0,2-6 0,4-3 0,3-8 0,2 2 0,-2-6 0,-9-6 0,0-4 0,1-7 0,-5 0 0,-7 0 0,-2-1 0,-15-1 0,-2-2 0,-2-2 0,-2 0 0,0 6 0,0 0 0,0 0 0,-8 7 0,1 10 0,-5 12 0,2 5 0,5 6 0,3-2 0,-4 8 0,4-8 0,2 2 0,0 1 0,0-1 0,0-2 0,0-2 0,0-1 0,0-9 0,0-1 0,0-10 0,2-4 0,4-7 0,5-8 0,-1-6 0,1-7 0,1-1 0,5 1 0,6 1 0,0 5 0,0-3 0,-8 8 0,-1 2 0,-3 2 0,0 10 0,7 1 0,-3 16 0,-4 3 0,-1 12 0,-6 6 0,3 1 0,3-1 0,2 3 0,5-3 0,0-2 0,0 1 0,6-7 0,0 2 0,8-5 0,-3-7 0,5-3 0,1-8 0,1 0 0</inkml:trace>
  <inkml:trace contextRef="#ctx0" brushRef="#br0" timeOffset="2">24987 11898 8912,'-17'-16'0,"1"11"0,5-13 0,-2 11 0,7-5 0,2 7 0,10-7 0,5 6 0,12-3 0,6-1 0,3 1 0,9-3 0,-1-5 0,0 6 0,-6-1 0,6 8 0,1-1 0,-3-3 0,-9 2 0,-5 1 0,-6 5 0,-1 1 0,0 5 0,-7-2 0,-5 7 0,-5 9 0,-5 8 0,-5 5 0,-7 1 0,0 0 0,-1 1 0,1 5 0,0 0 0,0-2 0,0-1 0,5-3 0,1 0 0,-1 1 0,-5-1 0,0-5 0,-1-1 0,3-1 0,4 2 0,-3-4 0,7-10 0,-1-2 0,0-1 0,3-8 0,5 3 0,0-9 0,0-3 0,0 3 0,7-12 0,5 9 0,3-1 0,2-2 0,0 6 0,1-3 0,1 3 0,4 2 0,-2 0 0,7 0 0,-1 0 0,2 0 0,3 0 0,-3 0 0,4 0 0,1 0 0,-1 0 0,-5 0 0,-1 0 0,-4 0 0,-4 0 0,4 0 0,-10 0 0,-1 0 0,-8-8 0,1-3 0,-10-5 0,-5-1 0</inkml:trace>
  <inkml:trace contextRef="#ctx0" brushRef="#br0" timeOffset="3">25107 12121 8912,'-26'0'0,"-5"0"0,8 0 0,0 0 0,6 0 0,7 8 0,7-6 0,14 3 0,8-10 0,16-7 0,7-3 0,4-2 0,9 0 0,2-1 0,8 1 0,-2 0 0,4 0 0,2 0 0,8-8 0,1-2 0</inkml:trace>
  <inkml:trace contextRef="#ctx0" brushRef="#br0" timeOffset="4">26639 11915 8912,'-8'-17'0,"1"5"0,-7 1 0,3-3 0,5 7 0,-5 1 0,7 6 0,-2 6 0,12 9 0,3 10 0,3 2 0,-1 3 0,1 3 0,5 1 0,-2-2 0,-3-3 0,3 2 0,-3-8 0,3-2 0,2-2 0,0-4 0,0-4 0,1 3 0,-1-8 0,0-1 0,0-5 0,-1-9 0,-5-8 0,4-3 0,-3-8 0,3-7 0,2-5 0,1 0 0,-1-2 0,-2 4 0,-3-8 0,3 14 0,-4-3 0,-1 12 0,1 0 0,1 4 0,5 10 0,-2 5 0,-1 10 0,-3 11 0,-1 10 0,1 13 0,3-4 0,-9 4 0,7 2 0,-6-2 0,5 0 0,-5-5 0,-1-1 0,-5-1 0,0-5 0,0-5 0,0-4 0,0-1 0,-1-7 0,-5 0 0,-4-7 0,-7 2 0,0-4 0,0-2 0,-1-8 0,1-3 0,0-10 0,0-4 0,0-2 0,-8-9 0,-2-8 0</inkml:trace>
  <inkml:trace contextRef="#ctx0" brushRef="#br0" timeOffset="5">26794 11416 8912,'-35'0'0,"-5"-5"0,0-1 0,6 2 0,5 10 0,2-2 0,-1 7 0,5 0 0,4-1 0,9 5 0,2-5 0,16-1 0,3-3 0,7-4 0,5-2 0,-2-2 0,7-4 0,-1-3 0,2-8 0,-4 1 0,-8 3 0,-2 2 0,-3-3 0,1-1 0,-7-2 0,-1 7 0,-5 2 0,0 8 0,0 0 0</inkml:trace>
  <inkml:trace contextRef="#ctx0" brushRef="#br0" timeOffset="6">27809 12138 8912,'-17'12'0,"0"-1"0,0 3 0,5-1 0,3 0 0,1-1 0,4 1 0,2 3 0,4 1 0,4 0 0,5 0 0,5-7 0,1-5 0,0 3 0,0-2 0,-5-2 0,-1-10 0,1-4 0,5-7 0,-2-2 0,-3-4 0,3-6 0,-4-11 0,3-4 0,-3-7 0,5-8 0,-5-4 0,4-4 0,3-2 0,-3 0 0,-2 0 0,-3 4 0,-3 8 0,5 7 0,-6 16 0,-1 13 0,-5 4 0,8 11 0,-4 14 0,7 15 0,-5 9 0,6 8 0,-1 4 0,6 8 0,0-1 0,1 1 0,-1-1 0,0 1 0,0-2 0,0-4 0,1-4 0,-1-8 0,-6-7 0,1-4 0,-8-4 0,3-10 0,-7-9 0,0-11 0,0-6 0,0-6 0,2-4 0,4-7 0,2-8 0,3-4 0,6-10 0,0-1 0,1-2 0,5 2 0,-2 5 0,0-2 0,2 9 0,-2 3 0,4 1 0,-3 7 0,3 7 0,-2 4 0,-2 12 0,8 5 0,-6 4 0,6 2 0,-6 2 0,5 4 0,-7 3 0,4 9 0</inkml:trace>
  <inkml:trace contextRef="#ctx0" brushRef="#br0" timeOffset="7">29341 11313 8912,'-8'-25'0,"-1"6"0,-9-4 0,-5 12 0,-3 7 0,-5 10 0,-5 11 0,-10 10 0,0 13 0,-2 9 0,2 9 0,6 7 0,11-2 0,6 4 0,12 1 0,5 3 0,4 4 0,2-12 0,0 0 0,8-10 0,3-7 0,7-4 0,5-8 0,-4-15 0,4-7 0,3-8 0,9-20 0,9-3 0</inkml:trace>
  <inkml:trace contextRef="#ctx0" brushRef="#br0" timeOffset="8">29530 11554 8912,'-17'7'0,"0"-3"0,-1 8 0,-1-5 0,-4 11 0,-1-3 0,-7 13 0,2 3 0,-1 2 0,11 1 0,1 0 0,13 1 0,-1-1 0,4-1 0,2-5 0,13-3 0,5-10 0,3-3 0,3-6 0,-4-5 0,2-1 0,-2-13 0,-3-4 0,0-12 0,0 1 0,-1-5 0,-5-1 0,-1-1 0,-5 1 0,-3 0 0,4-1 0,-4 3 0,-2 3 0,-2 4 0,-4 8 0,4 0 0,-3 0 0,3 7 0,2 2 0,0 10 0,0 4 0,7 4 0,3 7 0</inkml:trace>
  <inkml:trace contextRef="#ctx0" brushRef="#br0" timeOffset="9">29840 11863 8912,'11'-7'0,"1"-5"0,-1-1 0,6 1 0,-5-1 0,-1 7 0,-5 2 0,6 10 0,-9 6 0,3 9 0,-4 3 0,-2 3 0,0 2 0,0 5 0,0-5 0,0 0 0,0-1 0,0 5 0,0-3 0,0-1 0,0-14 0,0 2 0,0-3 0,15-5 0,5-1 0</inkml:trace>
  <inkml:trace contextRef="#ctx0" brushRef="#br0" timeOffset="10">30339 11588 8912,'9'-7'0,"-3"-5"0,4 4 0,-8 3 0,3 10 0,-5 13 0,-5 10 0,1 12 0,-6 4 0,3 2 0,3 0 0,-4-2 0,2 2 0,1 3 0,5-3 0,0-6 0,0-5 0,2-3 0,3-9 0,5-7 0,7-9 0</inkml:trace>
  <inkml:trace contextRef="#ctx0" brushRef="#br0" timeOffset="11">30700 10900 8912,'-7'10'0,"7"5"0,0-3 0,13 5 0,10 6 0,8 13 0,-3 16 0,5 11 0,1 9 0,-1 16 0,-18-37 0,-2 1 0,-3 4 0,-2 1-362,-4 6 0,-3 0 0,0 3 0,-2 0 362,-1 6 0,-1-1 0,-2-4 0,-2-2 0,-4 1 0,-3-2 0,-2-3 0,-4-2 0,-3-1 0,-4-1 0,-2-2 0,-3 1 0,-4 4 0,-3 0 0,0-6 0,-2-1 0,-4 2 0,-2-1 0,-2 1 0,-3-3 0,-2-5 0,-1-2 0,1-1 0,-1 0 0</inkml:trace>
  <inkml:trace contextRef="#ctx0" brushRef="#br0" timeOffset="12">22647 4212 8912,'-12'0'0,"1"0"0,-3 0 0,1-2 0,1-3 0,3 3 0,3-4 0,4 4 0,-4 2 0,12 0 0,6 0 0,3 8 0,2 3 0,6-1 0,2 1 0,2 3 0,3 1 0,3 2 0,1 0 0,1-5 0,-1-1 0,1-5 0,-1 5 0,2-7 0,4 2 0,-3-4 0,3-4 0,-6-4 0,-5-5 0,4-12 0,-5-6 0,5-11 0,1-6 0,-1-13 0,-5-10 0,5-9 0,-4-14 0,-14 45 0,0-1 0,0 0 0,-1 0 0,0-3 0,-1-1-190,-2 1 0,0-1 0,2 0 0,-1-1 190,2-5 0,1 1 0,1 4 0,-1-1 0,-4 0 0,1-1 0,2 3 0,2 1 0,-2 2 0,1 1 0,1-4 0,2 1 0,2-1 0,0 0 0,-1 4 0,1-1 0,3-2 0,1 1 0,2 1 0,0 0 0,1 1 0,2 1 0,0 2 0,1 0 0,-1-1 0,-1 0 0,20-36 0,4 2 0,-10 0 0,4-6 0,-8 2 0,2 3 0,-6 15 0,-3 14 0,-4 10 0,-2 6 0,-2 3 0,-6 5 0,6 3 0,0 7 0,1 1 0,-1 0 0,-3 2 0,2 3 0,-2-1 0,-3 7 0,0 2 0,0 3 0,6 1 380,0 0 0,2 1-380,-2 5 0,-2 6 0,8 11 0,-1 3 0,7 11 0,-3 3 0,-3 6 0,3 3 0,-3 3 0,4 9 0,1 8 0,0 1-272,1 11 1,1-1 271,4 6 0,4-2 0,8-2 0,0-4 0,-1-1 0,1 3 0,-1-5 0,5 3 0,-4-9 0,3 1 0,-9-12 0,-2-3-60,2-9 0,-2 2 60,2-8 0,3 0 0,-3-6 0,6 1 0,5-1 0,2 6 0,5 0 0,-3 0 0,-4-5 0,-3-1 0,3 1 0,4-9 0,0-5 0,4-7 0,4-9 0,6-3 0,17-2 0,1-9-213,-44 1 1,0-1 0,44-18 212,-6-13 0,-7 3 0,0-3 0,-1-2 0,1 2 0,-7 8 0,-16 9 0,-4 4 0,-18 1 501,-5 9-501,-20 1 0,-10 8 39,-11 0 1,1 0-1,-2 0-39,-1 0 0,-2 0 170,-2 0 0,-16 0 1,-3 0-1</inkml:trace>
  <inkml:trace contextRef="#ctx0" brushRef="#br0" timeOffset="13">24591 1289 8912,'10'-17'0,"-5"0"0,-3 6 0,-4 1 0,-3 2 0,-3 5 0,-3 10 0,5 10 0,-2 10 0,3 13 0,1 8 0,2 7 0,4 9 0,2 10 0,3 10 0,3 12 0,-7-44 0,-1 3 0,4 8 0,0 3 0,0 4 0,-1 2 0,0 3 0,0 3 0,-1 4 0,0 2-88,-4-1 1,0 0 0,2-2 0,1-1 0,0-3 0,0 0-1,0-4 1,0-2 87,1-4 0,-1-1 0,-2-6 0,0-1 0,2-7 0,0-1 0,-1 42 0,-2-12 0,-2 1 0,-2-6 0,-3 3-215,-3 3 0,6 2 215,-1 2 0,1-38 0,0 1 0,1 0 0,0 0 0,0 3 0,0 1 0,3 44 0,0-47 0,0-1 0,0 49 0,2-3 0,4-14 0,-2-9 0,7-20 0,1-14 0,3-5 0,-1-9 0,-3-8 0,-7 1 0,3-15 166,-7 5 1,-1-9 0,-5-1-1,-8-3-166,-7 2 0,-5 0 0,-9-1 0,-7-5 0,-2-7 0</inkml:trace>
  <inkml:trace contextRef="#ctx0" brushRef="#br0" timeOffset="14">22974 4831 8912,'-18'-5'0,"1"-1"0,0 0 0,0-2 0,5 7 0,1-5 0,9 2 0,2-2 0,19 4 0,21-3 0,21-3 0,25 2 0,-35 0 0,2-1 0,7 1 0,2-2 0,7-2 0,2-2-463,7-5 1,2-1-1,10-2 1,2-2 462,-24 6 0,1-1 0,0-1 0,1-2 0,0 0 0,1 0-293,3-1 1,1 0 0,-1 0-1,-3 1 1,-2 1 0,0-1 292,0 1 0,0 0 0,-1 0 0,26-7 0,-2 0 0,-8 3 0,-2 0 0,-2 2 0,1 0-172,3 3 1,-2 2-1,-14 2 1,-2 1 171,-5 1 0,-1 1 0,-9 4 0,-3 1 0,30-4 0,-9 3 0,-10 3 0,-20 2 0,-14 4 656,-20 4 0,-5-3-656,-5 9 0,-5-6 959,-7 5 1,-8 1-960,-4 5 0,-11 0 529,-6 0 1,-9-2-530,-3-3 0,-7 3 0,4-5 0</inkml:trace>
  <inkml:trace contextRef="#ctx0" brushRef="#br0" timeOffset="15">25211 4642 8912,'17'0'0,"0"0"0,0 0 0,1 0 0,-9-2 0,-3-3 0,-6 3 0,-6-4 0,2 4 0,-7 2 0,5 8 0,-3 5 0,1 8 0,4 8 0,2 3 0,2 3 0,2-3 0,4-3 0,3 3 0,9-3 0,6-4 0,5-4 0,4-8 0,1-7 0,-5-6 0,-1-6 0,-7-5 0,2-12 0,-5-6 0,-7-11 0,-3-4 0,-8-8 0,-10 3 0,-7 3 0,-8-2 0,-9 8 0,-3-6 0,-5 6 0,-9 2 0,-9-6 0,-9 0 0</inkml:trace>
  <inkml:trace contextRef="#ctx0" brushRef="#br0" timeOffset="16">23593 3404 8912,'0'-17'0,"0"0"0,0 0 0,0 5 0,0 1 0,0 7 0,0-11 0,0 13 0,0-6 0,0 8 0,0 0 0,0 8 0,0 1 0,0 10 0,0 4 0,0 6 0,0 5 0,0 6 0,0 6 0,0 12 0,2 5 0,2 13 0,3 10 0,3 10 0,-5-46 0,0 1 0,0 0 0,1 1 0,2-1 0,-1-1 0,-2-1 0,0 0 0,6 40 0,1-6 0,-3-13 0,3-7 0,-3-9 0,-3-3 0,-4-14 0,4-14 0,-4-4 0,-2-10 0,0-1 0,0-8 0,0 0 0,0-8 0,0 4 0,0-7 0,0 5 0,0-5 0,-2-6 0,-4-6 0,2-10 0,-7-1 0,5-3 0,-5-10 0,-1-5 0,3-3 0,-7-10 0,5 2 0,-4-4 0,-3-2 0,1-5-173,0-1 1,0-5 172,-1 5 0,1 3 0,0 9 0,6 5 0,-1 13 0,3-3 0,-3 8 0,6 3 0,4 7 0,2-1 0,0 8 0,0-5 0,0 5 0,0 7 0,0 1 345,0 13-345,0 2 0,0 4 0,0 9 0,2 7 0,2 8 0,2 10 0,7 3 0,-1 10 0,3-1 0,2 13 0,-5 6 0,-1 5 0,1 3-192,5-3 1,0-1 191,0 7 0,-1-2 0,-5 2 0,2-5 0,-7-12 0,0-6 0,2-3 0,-7 1 0,5-3 0,-4-12 0,-2-17 0,0-4 0,8-10 0,-6-1 0,5-10 383,-7-4-383,0-3 0,0-3 0,0 1 0,0 5 0,0-5 0,0-3 0,0-1 0,-7-2 0,-5 0 0,-3-8 0,-2-2 0</inkml:trace>
  <inkml:trace contextRef="#ctx0" brushRef="#br0" timeOffset="17">22698 5467 8912,'-27'0'0,"5"0"0,0 0 0,1 0 0,-1 0 0,8 0 0,14 0 0,14 0 0,8 0 0,9-5 0,-2-1 0,-2-2 0,1 3 0,3-5 0,1 0 0,3-5 0,-1 4 0,-7 1 0,-2-1 0,-2-1 0,0 3 0,0-5 0,-6 9 0,-6-7 0,1 6 0,-8-7 0,3 3 0,-7-7 0</inkml:trace>
  <inkml:trace contextRef="#ctx0" brushRef="#br0" timeOffset="18">23249 5175 8912,'-8'17'0,"-1"-1"0,-9-5 0,-4 4 0,-1-3 0,2 3 0,1 2 0,5 0 0,2 3 0,3 3 0,3 5 0,1-1 0,6 2 0,7-3 0,5 5 0,3-4 0,2-3 0,3-3 0,3-9 0,-2 1 0,7-7 0,-5-2 0,6-10 0,-6 0 0,5-11 0,-6-4 0,0-13 0,-4-1 0,-7 1 0,-3 0 0,-8-1 0,0 1 0,-2-2 0,-4-1 0,-5 3 0,-7-2 0,-4 13 0,0 2 0,-6 7 0,-1 5 0,2 1 0,-3 2 0,7 6 0,8 0 0,7 0 0,10 6 0,4 0 0,9 0 0,10-6 0,1 0 0,5 0 0,7 0 0,2 0 0,1-2 0,-7-4 0,0 4 0,1-4 0,-8 4 0,-4 2 0,-4 0 0,-2 0 0,-8 0 0,-1 0 0,-10 0 0,-2 2 0,-3 2 0,-3 2 0,6 0 0,-3-6 0,7 0 0,7 0 0,3-16 0,7-3 0</inkml:trace>
  <inkml:trace contextRef="#ctx0" brushRef="#br0" timeOffset="19">23748 5020 8912,'-2'18'0,"-4"-1"0,2-6 0,-7 1 0,1-7 0,-1 7 0,-4-6 0,5 5 0,1 2 0,1 3 0,8 1 0,0 0 0,0 0 0,0 1 0,6-1 0,-1 0 0,9 2 0,-3 0 0,5 2 0,1 0 0,0-6 0,0 8 0,-5-4 0,-1-1 0,-1-7 0,1 1 0,3-1 0,-9 6 0,7-5 0,-7-1 0,1-5 0,-6 5 0,-2-7 0,-3 2 0,-7-4 0,-11-10 0,-4-1 0</inkml:trace>
  <inkml:trace contextRef="#ctx0" brushRef="#br0" timeOffset="20">23679 5175 8912,'0'-11'0,"0"-1"0,0 6 0,0-5 0,0 0 0,8-7 0,3 1 0,12 0 0,6 0 0,-2 0 0,1-1 0,7 1 0,5 0 0,0-8 0,-6-2 0</inkml:trace>
  <inkml:trace contextRef="#ctx0" brushRef="#br0" timeOffset="21">24161 4934 8912,'-17'18'0,"0"-1"0,-1-6 0,1 1 0,6-3 0,1 5 0,2-3 0,5 3 0,1 1 0,2 2 0,5 0 0,3 0 0,4 1 0,7-1 0,-2 0 0,6 0 0,-4 0 0,-2 1 0,0-1 0,1 0 0,-1 0 0,0 0 0,-2 0 0,-3 1 0,1-1 0,-7 0 0,0 0 0,-6 0 0,0 1 0,-2-1 0,-4 0 0,-4-2 0,-7-3 0,0-5 0,0-7 0,-8 0 0,-2 0 0</inkml:trace>
  <inkml:trace contextRef="#ctx0" brushRef="#br0" timeOffset="22">24041 5003 8912,'0'-17'0,"-6"0"0,0 0 0,0-1 0,6 1 0,4-8 0,8-3 0,7-7 0,15-5 0,8-9 0,4-9 0,10-5-184,1 6 0,-2-6 184,-9 6 0,-11-8 0,-10 3 0</inkml:trace>
  <inkml:trace contextRef="#ctx0" brushRef="#br0" timeOffset="23">22371 4642 8912,'-17'-9'0,"6"-5"0,1 7 0,0-1 0,1 0 0,3-5 0,-5 1 0,-3-3 0,5-2 0,-1 0 0,1 0 0,-1-1 0,6 1 0,-1 0 0,3 0 0,2 0 0,0-1 0,2 3 0,3 4 0,-1-5 0,8 5 0,-9-4 0,3-3 0,4 1 0,-1 0 0,3 2 0,-1 3 0,-7-3 0,2 4 0,-2 1 0,1-1 0,-3 7 0,6-12 0,-8 15 0,0-5 0,0 12 0,-2 11 0,-4 11 0,2 14 0,-7 10 0,-4 9 0,-6 6 0,0 11 0,-8 8 0,2-5 0,-2 5 0,-3-4 0,5 2 0,-2-4 0,1-6 0,7-12 0,-2-11 0,9-9 0,5-13 0,1-6 0,4-14 0,10-9 0,4-17 0,7-17 0,0-8 0,8-18 0,2-1 0</inkml:trace>
  <inkml:trace contextRef="#ctx0" brushRef="#br0" timeOffset="24">22767 4298 8912,'-17'8'0,"0"-6"0,-1 4 0,1-3 0,0 1 0,2 4 0,3 1 0,-1 3 0,7 5 0,0 8 0,6 4 0,-5 11 0,-1 6 0,0 5 0,4 6 0,-2 6 0,-1 4 0,-9 0 0,3-4 0,-3-4 0,3-7 0,-4-8 0,3-4 0,-3-6 0,-2-5 0,5-14 0,1-15 0,7-15 0,-4-19 0,8-10 0</inkml:trace>
  <inkml:trace contextRef="#ctx0" brushRef="#br0" timeOffset="25">23197 4144 8912,'-7'-12'0,"-5"1"0,-3 7 0,-2-2 0,-2 18 0,-2 9 0,-2 7 0,2 8 0,1 12 0,3 2 0,0 7 0,0 4 0,5 8 0,1 6 0,7-1 0,-2-5 0,-1-8 0,-1-2 0,0-3 0,1-5 0,-5-3 0,6-14 0,-5-7 0,5-4 0,1-4 0,-1-11 0,0-10 0,2-13 0,2-12 0,2-13 0,0-4 0</inkml:trace>
  <inkml:trace contextRef="#ctx0" brushRef="#br0" timeOffset="26">23524 4126 8912,'0'-17'0,"-2"2"0,-3 3 0,1 5 0,-6 11 0,1 5 0,-1 8 0,1 20 0,-3 3 0,-3 8 0,3 3 0,5 10 0,-1 6 0,2 6 0,1-1 0,-1 5 0,6-3 0,0-5 0,0-6 0,0-10 0,0-1 0,-8-10 0,-3-13 0,-12-4 0,-19-16 0,-12-1 0</inkml:trace>
  <inkml:trace contextRef="#ctx0" brushRef="#br0" timeOffset="27">21666 4573 8912,'-17'16'0,"-1"-5"0,1-5 0,0-4 0,0-2 0,7 0 0,2 0 0,8-8 0,8 6 0,4-4 0,3 5 0,2 1 0,0 0 0,8 0 0,4 0 0,5 0 0,6-2 0,6-2 0,4-2 0,9-7 0,4 1 0,14-11-270,9-5 1,-36 8-1,1 0 270,6-3 0,1 0 0,4-4 0,0-2 0,2 1 0,-2-1 0,-3 3 0,-1 0 0,-5 4 0,-1 0 0,-4 2 0,-2 0 0,36-12 0,-9 7 0,-22 14 0,-7-3 0,-3 9 0,-7-1 0,-5 6 0,-6 0 0,-4 0 0,-2-8 0,-7-1 0,-3-9 0</inkml:trace>
  <inkml:trace contextRef="#ctx0" brushRef="#br0" timeOffset="28">17725 18362 8912,'-17'10'0,"0"-4"0,-1 1 0,1-1 0,6 0 0,-1-6 0,8 0 0,-3-8 0,7 6 0,0-6 0,7 8 0,-3-5 0,8-1 0,1 2 0,2-5 0,3-3 0,1-3 0,4-2 0,3-2 0,9-4 0,9-4 0,7-9 0,12-4 0,10-6 0,-31 18 0,2-2 0,4-1 0,2-1 0,3-4 0,1 0-282,0-1 0,1-1 0,0 0 1,1 0 281,-2 0 0,1 1 0,1 2 0,0 0 0,5-2 0,-1-1 0,-1 1 0,-1 0 0,-3 2 0,-1 1 0,-6 1 0,-1 1-266,33-20 0,1 1 266,-38 24 0,0 2 0,35-17 0,-7 6 0,-10 7 0,-9 4 0,-20 4 0,-3 10 0,-8 3 0,-11 8 1061,-3 0-1061,-7 0 598,0 0-598,-7 0 0,5 8 0,-4 3 0,-4 5 0,-1 1 0,-4 0 0,-3 0 0</inkml:trace>
  <inkml:trace contextRef="#ctx0" brushRef="#br0" timeOffset="29">19429 16626 8912,'-27'-17'0,"4"-1"0,9 1 0,3 0 0,7 6 0,-2-1 0,6 8 0,6-1 0,6 3 0,11 2 0,5 0 0,5 0 0,3 2 0,4 3 0,4 5 0,8 7 0,0 0 0,-1 0 0,3 1 0,3-1 0,-2 2 0,9 4 0,-3-2 0,2 7 0,4-5 0,-4 6 0,-4 0 0,-1 5 0,-13 2 0,-6 3 0,-11 3 0,-10 2 0,-15 11 0,-20 14 0,-19 11 0,5-32 0,-3 1 0,-2 7 0,-1 1-405,-3 6 0,0 2 1,-5 7-1,0 1 405,-1 7 0,0 1 0,0-1 0,0 0 0,3-2 0,0-1 0</inkml:trace>
  <inkml:trace contextRef="#ctx0" brushRef="#br0" timeOffset="30">27310 13823 8912,'10'-17'0,"-3"0"0,-7 0 0,0 0 0,0-1 0,0 1 0,0 8 0,-2 1 0,-1 12 0,-3 7 0,2 12 0,2 10 0,2 9 0,0 7 0,0 7 0,2 3 0,4-2 0,-2-3 0,5 5 0,1-2 0,-1 1 0,1-7 0,1-5 0,3-8 0,-9 0 0,-1-7 0,-2-6 0,-2-8 0</inkml:trace>
  <inkml:trace contextRef="#ctx0" brushRef="#br0" timeOffset="31">27104 14270 8912,'-18'-17'0,"3"6"0,4-1 0,-3 1 0,9-6 0,1-1 0,11 1 0,11 0 0,6 0 0,11 0 0,1-1 0,4 1 0,4 0 0,8 0 0,1-4 0,5 0 0,5 4 0,4 1 0,2-10 0,0 6 0</inkml:trace>
  <inkml:trace contextRef="#ctx0" brushRef="#br0" timeOffset="32">27775 14047 8912,'-35'7'0,"1"3"0,0 7 0,1 2 0,4 4 0,-1 2 0,7 4 0,0 3 0,6-3 0,7 3 0,4 3 0,4-9 0,6-5 0,8-5 0,11-5 0,7-7 0,5 2 0,5-6 0,0-6 0,6-4 0,-6-7 0,-2-2 0,-9-4 0,-4 2 0,-10-7 0,-1-1 0,-3 2 0,-7-5 0,2 3 0,-8 2 0,-10-1 0,1 7 0,-12-2 0,-2 4 0,2 1 0,2 3 0,2 4 0,7 3 0,1 8 0,7 0 0,12 0 0,11 0 0</inkml:trace>
  <inkml:trace contextRef="#ctx0" brushRef="#br0" timeOffset="33">28291 13909 8912,'-34'-2'0,"-1"-1"0,3-3 0,3 2 0,-2-4 0,9 3 0,-3-1 0,2 6 0,4 0 0,-2 2 0,5 4 0,5 5 0,7 4 0,-4 2 0,8 1 0,0-1 0,0 0 0,8-2 0,3-1 0,7-5 0,5-1 0,1-2 0,5-6 0,4 0 0,-5 0 0,-1 0 0,2 0 0,-6 0 0,5 0 0,-7-2 0,2-4 0,-4 4 0,-1-4 0,-1 6 0,0 6 0,0 4 0,1 7 0,-7 6 0,0 0 0,-7 13 0,2-2 0,-4 12 0,-2 0 0,-8 2 0,-3-2 0,-4 1 0,-5-6 0,-3-3 0,-5-2 0,1-4 0,-2-3 0,1-4 0,-7-8 0,7-2 0,-1-3 0,8-4 0,-2-8 0,10-2 0,3-6 0,2-9 0,4-10 0,3-5 0,1-3 0,7-5 0,5 0 0,5-4 0,6 10 0,-2-5 0,8 11 0,1-5 0,3-1 0,7 0 0,0-1 0,2 3 0,-2 3 0,2-2 0,4 9 0,-4-7 0,-9 6 0,-5 2 0,-5 2 0,-4 2 0,-9-1 0,-4 3 0,-12 4 0,2 3 0,-7 8 0,-3 2 0,-1 4 0,-4 5 0,-4 12 0,4 4 0,-4 7 0,4 1 0,2-1 0,5 0 0,3 1 0,1-1 0,4 1 0,2 3 0,2-4 0,2 2 0,4-13 0,5 0 0,12-6 0,4-7 0,7-4 0,3-4 0,3-2 0,-4-14 0,4-3 0,2-12 0,-1 1 0,-7-5 0,-5-1 0,-8-2 0,2-4 0,-4-6 0,-2-4 0,-6-3 0,1-5 0,-6 3 0,5-8 0,-7-4 0,2-2 0,1 4 0,-1 14 0,0 9 0,-6 7 0,0 10 0,0 14 0,-6 20 0,0 20 0,-7 11 0,1 12 0,-1 7 0,2 4 0,3 10 0,8 1 0,0-1 0,0-3 0,2-8 0,4-5 0,5-6 0,12-5 0,-2-6 0,8-11 0,-2-6 0,1-12 0,3 3 0,-8-8 0,-2-3 0,-2-1 0,-8-11 0,1-8 0,-8-8 0,3-10 0</inkml:trace>
  <inkml:trace contextRef="#ctx0" brushRef="#br0" timeOffset="34">28825 13978 8912,'-27'0'0,"2"0"0,15 0 0,3 0 0,22-8 0,10-3 0,11-4 0,14-3 0,7 1 0,10-6 0,-2 0 0,2 2 0,-6 2 0,-1 2 0,-9 0-147,5 0 0,-20 0 1,6-1-1</inkml:trace>
  <inkml:trace contextRef="#ctx0" brushRef="#br0" timeOffset="35">29719 13892 8912,'-2'17'0,"-1"0"0,-5 3 0,-2 2 0,5-1 0,-7 8 0,6 2 0,-5 9 0,7-4 0,-2 6 0,5-2 0,1 0 0,0 6 0,0-6 0,0 0 0,0-5 0,7-1 0,5 1 0,-3-7 0,3 1 0,-1-14 0,6 2 0,-7-11 0,-2 2 0</inkml:trace>
  <inkml:trace contextRef="#ctx0" brushRef="#br0" timeOffset="36">29565 13892 8912,'0'-17'0,"7"0"0,5 1 0,11 5 0,-2-2 0,7 7 0,1 0 0,5 6 0,1 0 0,-1 0 0,1 0 0,-1 0 0,-7 8 0,-4 3 0,-6 4 0,-6 5 0,-5 1 0,-4 2 0,-4 7 0,-4-1 0,-3 3 0,-8 3 0,-1-1 0,1 0 0,0-1 0,0-4 0,0 1 0,-1-5 0,3 0 0,4 0 0,-5-2 0,7-6 0</inkml:trace>
  <inkml:trace contextRef="#ctx0" brushRef="#br0" timeOffset="37">30132 14236 8912,'-17'-8'0,"8"4"0,3-7 0,4 7 0,2-5 0,0 3 0,13 4 0,5-4 0,3 4 0,3 2 0,-4-7 0,12 5 0,-5-6 0</inkml:trace>
  <inkml:trace contextRef="#ctx0" brushRef="#br0" timeOffset="38">30425 14047 8912,'0'9'0,"0"1"0,0-4 0,2 3 0,4 8 0,-3 2 0,9 4 0,-1-2 0,7 8 0,-1 0 0,0-3 0,0 7 0,0-4 0,1-6 0,-1-6 0,0-2 0,0-9 0,6-1 0,0-5 0,0-1 0,-8-7 0,-1-9 0,-3-10 0,1-7 0,5-7 0,-6 5 0,1-4 0,-6 2 0,5-2 0,1 7 0,5-7 0,0 13 0,0-7 0,0 11 0,1-9 0,-1 5 0</inkml:trace>
  <inkml:trace contextRef="#ctx0" brushRef="#br0" timeOffset="39">31217 13926 8912,'-25'0'0,"4"0"0,-8 0 0,2 0 0,-1 0 0,-5 8 0,4 5 0,-3 7 0,-3 2 0,9 9 0,3-2 0,4 9 0,1 2 0,9 0 0,3-5 0,4-3 0,2-3 0,2-4 0,4-8 0,3 0 0,9 0 0,-1-7 0,0-5 0,6-8 0,0-5 0,0-4 0,2-7 0,-6 0 0,4-9 0,-6 5 0,-6-6 0,9 0 0,-9-5 0,8 5 0,-9 3 0,1 1 0,1 4 0,-3-4 0,3 2 0,-3 6 0,-3 5 0,-4 8 0,6-1 0,-8 12 0,0 11 0,0 8 0,0 7 0,0 1 0,0 6 0,0 0 0,0 1 0,0-7 0,5-5 0,3-1 0,3 1 0,9-2 0,-3-4 0,6-12 0,3 2 0,3-7 0,4 0 0,1-6 0,0 0 0</inkml:trace>
  <inkml:trace contextRef="#ctx0" brushRef="#br0" timeOffset="40">31681 13686 8912,'-11'-8'0,"-1"-1"0,-1-1 0,-2 4 0,-3 12 0,3 5 0,4 12 0,-3 10 0,8 11 0,3 4 0,1 5 0,2 10 0,0 0 0,0-4 0,0-1 0,2-1 0,3-5 0,5-1 0,7-16 0,-5-5 0,-1-13 0,2 0 0,3-7 0,1-4 0,0-12 0,0-9 0,1-10 0,-1-2 0,0-3 0,0 1 0,0-5 0,1 3 0,-1-9 0,0 5 0,0 7 0,-5-3 0,-3 8 0,-1 2 0,0 4 0,-3 6 0,-3 3 0,4 12 0,-10 5 0,-2 9 0,-1 8 0,3-1 0,-2 2 0,2 3 0,2-3 0,2 2 0,2-8 0,4 2 0,4-4 0,7-2 0,0-2 0,0-3 0,2-6 0,4-4 0,-4-2 0,4 0 0,4-2 0,2-4 0,-4-4 0,-2-7 0,2-6 0,-3 0 0,1 0 0,-5 6 0,-7 6 0,1-1 0,-1 8 0,-1-1 0,-5 10 0,-3 11 0,-2 9 0,0 1 0,0 5 0,0 1 0,0 3 0,8-1 0,3 0 0,5-5 0,1 0 0,2-10 0,4-2 0,-2-7 0,8-10 0,-1 0 0,5-2 0,-3-6 0,-1-9 0,0-8 0,5-9 0,-5-1 0,0 1 0,-8-2 0,2-5 0,-12 5 0,-5-4 0,-4 4 0,-2 3 0,-2 5 0,-4 5 0,-5 11 0,-12 7 0,2 5 0,-8 5 0,8 7 0,-2 11 0,4 3 0,2 9 0,-1 1 0,1 4 0,8-2 0,3 8 0,4-8 0,2 3 0,10-5 0,7-2 0,15-1 0,16-5 0,8-5 0,7-4 0,17-9 0,6-4 0,10-8-1217,-5-10 1217,1 1 0,-2-22 0,-4 5 0,-8-5 0,-5-1 0</inkml:trace>
  <inkml:trace contextRef="#ctx0" brushRef="#br0" timeOffset="41">22165 17778 8912,'-12'0'0,"1"0"0,9 0 0,2 0 0,15-2 0,14-4 0,11 2 0,8-7 0,7-1 0,8 3 0,4-7 0,2 5 0,-8 1 0,-3-1 0,-12 1 0,-8-1 0,-8 5 0,-7 4 0,-11 6 0,-8 6 0,-8 7 0,-13 4 0,-10 4 0,-8 2 0</inkml:trace>
  <inkml:trace contextRef="#ctx0" brushRef="#br0" timeOffset="42">22302 18087 8912,'8'-9'0,"9"-7"0,12 5 0,3-4 0,3-3 0,7 1 0,4 0 0,4 0 0,1 0 0,-1 1 0,-4 3 0,-6 3 0,-4 3 0,-9 1 0,-4 6 0,-12 0 0,-3 0 0</inkml:trace>
  <inkml:trace contextRef="#ctx0" brushRef="#br0" timeOffset="43">23559 17571 8912,'-23'-2'0,"0"-1"0,2-3 0,0 4 0,-4 6 0,-6 9 0,-1 8 0,-6 8 0,9 11 0,-2 6 0,3 4 0,10 7 0,13 0 0,3-5 0,6-8 0,7-2 0,12-4 0,4-9 0,5-8 0,5-8 0,-1-7 0,0-4 0,-1-2 0,-3-4 0,-1-8 0,-5-11 0,-1-7 0,0-5 0,-2 1 0,-11-6 0,-1 0 0,-7-8 0,-4 4 0,-2-2 0,-4 0 0,-11 2 0,-12-1 0,-5 8 0,-6 9 0,2 7 0,-8-2 0,7 11 0,1 8 0,8 10 0,7 11 0,5 8 0,7 10 0,3-1 0,24 0 0,3 1 0</inkml:trace>
  <inkml:trace contextRef="#ctx0" brushRef="#br0" timeOffset="44">24109 17795 8912,'-34'0'0,"0"-6"0,-1 0 0,3 1 0,1 5 0,2 0 0,8 0 0,4 0 0,23 5 0,13 1 0,6-2 0,11-2 0,8-2 0</inkml:trace>
  <inkml:trace contextRef="#ctx0" brushRef="#br0" timeOffset="45">24367 17485 8912,'0'-17'0,"-5"0"0,-1 0 0,0 0 0,8-1 0,4 1 0,3 8 0,9 3 0,5 4 0,1 2 0,3 2 0,4 4 0,1 5 0,3 12 0,-1 4 0,1 7 0,-9 8 0,-3 4 0,-5 4 0,-7 1 0,-5 1 0,-4 0 0,-10-1 0,-3 1 0,-12-3 0,-6-3 0,-6-4 0,-5-7 0,4 3 0,-4-4 0,4-3 0,1-14 0,3-2 0,3-3 0,6-7 0,4-3 0,9-2 0,-3-15 0,7-8 0,0-2 0,6-3 0,0-3 0,0-9 0,6 4 0,0-4 0,0 3 0,1 3 0,-3 1 0,8 5 0,-1-1 0,6 12 0,2-4 0,4 9 0,2 5 0,4 1 0,3 12 0,-3 5 0,9 12 0,2 6 0,1-2 0,-7 1 0,0 3 0,1 1 0,-1 3 0,1-1 0,-7-5 0,1-1 0,-8-9 0,2-1 0,4-1 0,-8-15 0,6 5 0</inkml:trace>
  <inkml:trace contextRef="#ctx0" brushRef="#br0" timeOffset="46">25262 17537 8912,'-42'-17'0,"2"7"0,-2 5 0,8 5 0,1 5 0,8 7 0,2 11 0,10-2 0,3 7 0,3 3 0,3 1 0,4 5 0,6 3 0,3-6 0,8 1 0,1-9 0,1-9 0,2 1 0,2-1 0,0-8 0,-6-3 0,0-6 0,0-6 0,6-3 0,0-8 0,-2-6 0,-9 0 0,3-8 0,-5 3 0,1-5 0,0-1 0,-5-1 0,6 1 0,-8 1 0,1 5 0,-3-5 0,-2 5 0,0 3 0,0 2 0,0 13 0,0 10 0,-2 23 0,-3 17 0,3 16 0,-4 7 0,4 6 0,2 5 0,0-3-147,0 3 0,0 3 147,0-3 0,2-5 0,4-6 0,-3-9 0,9-3 0,-1-11 0,-1-9 0,-1-6 0,-3-8 0,-4-8 0,6-1 0,-1-8 0,3 0 0</inkml:trace>
  <inkml:trace contextRef="#ctx0" brushRef="#br0" timeOffset="47">25985 17503 8912,'-2'-18'0,"-4"1"0,5 0 0,-7 2 0,2 1 0,0 3 0,3 7 0,8-2 0,7 4 0,3 4 0,4 2 0,2 4 0,2 1 0,2 5 0,-4 7 0,2 4 0,-2 1 0,-2 3 0,-2 5 0,-7 1 0,-4-1 0,-4 2 0,-2 5 0,-2 1 0,-4 3 0,-11 3 0,-12-8 0,-5 8 0,-5-4 0,-3 0 0,-2-4 0,0-9 0,-2-3 0,4-7 0,8 2 0,7-6 0,4-5 0,4-4 0,2-8 0,7-10 0,5-7 0,3 0 0,2-6 0,5-4 0,1-2 0,6 3 0,-7-3 0,9 8 0,-3-2 0,5 4 0,1 2 0,0-1 0,0 1 0,0 8 0,1 3 0,5-2 0,0 3 0,7-1 0,-1 6 0,3 8 0,3 3 0,-1 4 0,1 2 0,-3 1 0,-1-1 0,-3 0 0,3 0 0,-4 0 0,1 1 0,-7-7 0,2 1 0,-5-7 0,-7 7 0,4-8 0,-3 1 0,3-10 0,2-5 0</inkml:trace>
  <inkml:trace contextRef="#ctx0" brushRef="#br0" timeOffset="48">25727 17485 8912,'-17'0'0,"0"0"0,-1 0 0,1 0 0,0 0 0,5 0 0,1 0 0,-2 0 0,-1 2 0,3 6 0,3 9 0,0 10 0,7 13 0,-5 6 0,6 11 0,4 6 0,3 2 0,3-2 0,-4 4 0,5-4 0,-1 4 0,1 2 0,-3-16 0,-8-3 0</inkml:trace>
  <inkml:trace contextRef="#ctx0" brushRef="#br0" timeOffset="49">14369 18242 8912,'-17'-2'0,"0"-4"0,2-5 0,3-4 0,6-3 0,4 1 0,2 0 0,2 0 0,4-2 0,6-2 0,3-2 0,0-2 0,-3 2 0,1 4 0,-7-4 0,-2 4 0,-3 2 0,-2 5 0,-5 1 0,-6 7 0,-11-2 0,-5 12 0,-11 7 0,-3 10 0,-2 12 0,-1 7 0,-7 9 0,10 1 0,7-1 0,9 1 0,8 0 0,3-3 0,4-3 0,3 0 0,10-10 0,4-5 0,5-5 0,12-3 0,6-5 0,1-1 0,-1 0 0,4-7 0,-5-5 0,3 3 0,-2-2 0,1 5 0,-9-3 0,-6 1 0,-5 3 0,-25 11 0,-8 0 0,-14 1 0,-3-1 0,-8-2 0,3 8 0,-5-8 0,0 2 0,4-4 0,6-2 0,4-7 0,1-4 0,9 3 0,8-15 0,11-11 0,7-19 0</inkml:trace>
  <inkml:trace contextRef="#ctx0" brushRef="#br0" timeOffset="50">14472 18500 8912,'-1'-17'0,"-5"-1"0,2 9 0,-7 3 0,-1 4 0,-5 2 0,0 8 0,-1 3 0,1 7 0,0 4 0,2-1 0,3 8 0,5-2 0,7 3 0,0-3 0,0-2 0,2-2 0,3-6 0,5-5 0,7-1 0,0-7 0,0 2 0,1-6 0,-1-6 0,-2-4 0,-3-7 0,-7-2 0,-3-4 0,-2 2 0,0-8 0,0 3 0,0-3 0,-7 4 0,-5 8 0,-3 2 0,-2 3 0,-6 5 0,0 7 0,0 0 0,6 7 0,-1 3 0</inkml:trace>
  <inkml:trace contextRef="#ctx0" brushRef="#br0" timeOffset="51">14851 18586 8912,'-11'0'0,"-1"0"0,1 2 0,-7 3 0,1 7 0,0 11 0,-6-2 0,0 7 0,0 1 0,8 6 0,3-1 0,7 0 0,3-1 0,2-5 0,0-3 0,7-15 0,3-3 0</inkml:trace>
  <inkml:trace contextRef="#ctx0" brushRef="#br0" timeOffset="52">15212 18448 8912,'-26'0'0,"-1"6"0,6 0 0,-2-1 0,2 3 0,4 2 0,5 7 0,-1 0 0,7 0 0,2 0 0,10-5 0,6-1 0,3-7 0,2 2 0,6-4 0,0-2 0,7-2 0,-3-4 0,2-5 0,0-5 0,-8-1 0,2 0 0,-4 0 0,-2 0 0,-2 5 0,-3 1 0,1 5 0,-7-5 0,7 7 0,-11-4 0,6 21 0,-8 5 0,-6 5 0,0-1 0,1-1 0,5 8 0,0-8 0,0 2 0,0 2 0,0-2 0,7-2 0,5-10 0,3-5 0,2-4 0,0-2 0</inkml:trace>
  <inkml:trace contextRef="#ctx0" brushRef="#br0" timeOffset="53">15694 18362 8912,'-17'0'0,"-2"0"0,-4 0 0,4 8 0,-4 3 0,4 7 0,4 3 0,1 3 0,3 3 0,7-4 0,-2 6 0,6-6 0,6 5 0,2-7 0,3 2 0,6-4 0,0-1 0,1-3 0,6-4 0,1-5 0,4-4 0,-2-2 0,1 0 0,-5-2 0,6-4 0,-8-3 0,12-16 0,-7-2 0</inkml:trace>
  <inkml:trace contextRef="#ctx0" brushRef="#br0" timeOffset="54">16021 18397 8912,'-17'0'0,"6"0"0,-1 0 0,1 0 0,-7 0 0,7 7 0,-1 5 0,3 3 0,-3 2 0,-1 0 0,7 3 0,3 1 0,1 1 0,2 3 0,0-2 0,2-4 0,3 4 0,5-4 0,7-1 0,2-7 0,4 0 0,-2-7 0,8 2 0,-6-4 0,4-2 0,-3-2 0,-3-4 0,4 2 0,-2-7 0,0 0 0,-6-7 0,-1-1 0,-5-4 0,3 4 0,-9-4 0,1 4 0,-6 2 0,0 0 0,0 0 0,-2 5 0,-4 1 0,-3 7 0,-8-4 0,-1 8 0,3 2 0,4 4 0,-3 9 0,7 10 0,-1 0 0,0 0 0,3 3 0,5-5 0,1 6 0,5-6 0,-2 0 0,7-6 0,1-6 0,5 1 0,2-8 0,2 1 0,4-3 0,2-2 0,-4-7 0,6-5 0,-8-3 0,2-2 0,1-6 0,-1 0 0,0-8 0,-6 3 0,-5 1 0,-2 0 0,-3 0 0,-3 1 0,-2 5 0,-2-2 0,0 9 0,0 3 0,0 7 0,0-4 0,0 16 0,0 5 0,0 8 0,0 8 0,0 4 0,0 1 0,0 6 0,0 0 0,2 2 0,4-2 0,-3-3 0,9 3 0,-8-4 0,1-2 0,3-5 0,-2-2 0,0-2 0,1-4 0,-5-2 0,6-10 0,-8-1 0,0-23 0,0-4 0</inkml:trace>
  <inkml:trace contextRef="#ctx0" brushRef="#br0" timeOffset="55">16555 18328 8912,'11'-17'0,"1"0"0,-7 5 0,7 1 0,-6 7 0,5-2 0,1-2 0,5 3 0,0-1 0,0 6 0,0 0 0,1 0 0,-1 2 0,0 4 0,-5 3 0,-1 8 0,-7 6 0,2 0 0,-5 8 0,-1-3 0,-7-1 0,-5 2 0,-3-2 0,-2 3 0,0-3 0,-1-2 0,1 3 0,0-5 0,0 0 0,0-6 0</inkml:trace>
  <inkml:trace contextRef="#ctx0" brushRef="#br0" timeOffset="56">17019 18036 8912,'-9'7'0,"-1"3"0,5 7 0,3 2 0,-4 4 0,4 6 0,2 9 0,0 4 0,0 2 0,0 2 0,0 5 0,2-1 0,4-4 0,-3 2 0,9-8 0,-6-6 0,3-5 0,-1-1 0,-4-1 0,3-8 0,-1-7 0,0-9 0,-14 5 0,-1-8 0</inkml:trace>
  <inkml:trace contextRef="#ctx0" brushRef="#br0" timeOffset="57">16916 18379 8912,'-11'-1'0,"-1"-5"0,3 2 0,-3-7 0,5 7 0,16-4 0,8 8 0,10-2 0,13-2 0,8-3 0,7-3 0,-1 6 0,13-19 0,-6 4 0</inkml:trace>
  <inkml:trace contextRef="#ctx0" brushRef="#br0" timeOffset="58">18379 18087 8912,'-2'-11'0,"-4"-1"0,4 16 0,-3 2 0,3 17 0,2 9 0,0 8 0,0 4 0,0 2 0,0 6 0,2-1 0,3 1 0,-3-1 0,4 1 0,2-2 0,-1-3 0,1-5 0,0-5 0,3-1 0,-5-13 0,7-8 0,-1-9 0,1-6 0,-2-6 0,12-11 0,-3-10 0</inkml:trace>
  <inkml:trace contextRef="#ctx0" brushRef="#br0" timeOffset="59">18861 17984 8912,'2'-15'0,"3"3"0,-3 5 0,12 20 0,-9 4 0,3 20 0,-2 3 0,-2 7 0,5 7 0,-1 1 0,-4 3 0,3 7 0,-1-2 0,0-4 0,-6-2 0,0-9 0,0-2 0,0-8 0,-2 0 0,-4-7 0,-5-8 0,-7-4 0,-5-2 0,-3-8 0,-16-1 0,-2-8 0</inkml:trace>
  <inkml:trace contextRef="#ctx0" brushRef="#br0" timeOffset="60">18413 18551 8912,'-9'-17'0,"-5"6"0,9-1 0,-1 7 0,6-7 0,2 8 0,5-3 0,11 1 0,8 0 0,9-5 0,5 5 0,4-5 0,8 5 0,7-6 0,4 7 0,4-3 0,2 2 0,7-3 0,3-9 0</inkml:trace>
  <inkml:trace contextRef="#ctx0" brushRef="#br0" timeOffset="61">19446 18448 8912,'-17'0'0,"-6"0"0,0 0 0,-8 2 0,2 4 0,-1 3 0,1 9 0,-1 5 0,7-1 0,0 9 0,7-2 0,5 3 0,5 3 0,6-7 0,6 1 0,3-8 0,9 2 0,7-12 0,3-5 0,3-4 0,-3-2 0,5-4 0,-4-5 0,1-11 0,-1-4 0,2 1 0,-9-6 0,0 0 0,-11-5 0,-1 5 0,-5 1 0,-3 1 0,4-2 0,-12-1 0,-5 7 0,-6 0 0,-6 6 0,3 7 0,-2 4 0,-5 4 0,0 2 0</inkml:trace>
  <inkml:trace contextRef="#ctx0" brushRef="#br0" timeOffset="62">20237 18706 8912,'0'-17'0,"0"0"0,0 0 0,0-1 0</inkml:trace>
  <inkml:trace contextRef="#ctx0" brushRef="#br0" timeOffset="63">28171 17795 8912,'9'-8'0,"-3"-3"0,-4-4 0,-2-3 0,-2 3 0,-4 4 0,-5 5 0,-3 6 0,1 6 0,3 5 0,3 4 0,-5 10 0,6 2 0,3 2 0,1-1 0,2-1 0,0 2 0,0-6 0,0-4 0,5-2 0,3-2 0,2-3 0,3-7 0,2-3 0,3-2 0,-1-2 0,0-3 0,6-11 0,-2-9 0,-4-1 0,-3-5 0,-5 1 0,3 1 0,-5-2 0,-7 8 0,0 1 0,0 4 0,0 7 0,0-1 0,-7 9 0,-5-3 0,-3 4 0,-2 2 0,-1 8 0,-6 1 0,-3 8 0</inkml:trace>
  <inkml:trace contextRef="#ctx0" brushRef="#br0" timeOffset="64">27018 17434 8912,'-10'-2'0,"2"-4"0,3-5 0,-1-5 0,2-1 0,-5 0 0,14 8 0,3 3 0,15 12 0,7 3 0,-1 8 0,4 2 0,1 4 0,-5-2 0,-1 8 0,-1 0 0,2 5 0,-6 0 0,-4 1 0,-4 5 0,-3 0 0,-5 10 0,-7 1 0,-9 1 0,-6 5 0,-10-3 0,-8-3 0,3-5 0,-11 0 0,7-10 0,5-1 0,-1-1 0,7-5 0,0-6 0,6-6 0,7 0 0,4-9 0,14 3 0,9-5 0,8-4 0,17-10 0,2-1 0</inkml:trace>
  <inkml:trace contextRef="#ctx0" brushRef="#br0" timeOffset="65">28738 17829 8912,'0'-17'0,"0"0"0,0 0 0,-1 1 0,-5 5 0,2-2 0,-7 7 0,7 0 0,-4 8 0,8 4 0,0-2 0,0 7 0,0 1 0,0 5 0,0 0 0,0 0 0</inkml:trace>
  <inkml:trace contextRef="#ctx0" brushRef="#br0" timeOffset="66">29203 17657 8912,'-11'-32'0,"-1"1"0,1 5 0,1 1 0,-3 8 0,7 5 0,-7 8 0,1 0 0,-3 10 0,-2 11 0,1 8 0,5 10 0,-4 5 0,3 0 0,4 6 0,3-6 0,3 6 0,2-6 0,0-6 0,2-7 0,3-2 0,7-4 0,-2-4 0,1-6 0,0-3 0,7-8 0,1-4 0,4-7 0,-4-3 0,4-14 0,-4-1 0,-2-5 0,-2-6 0,-3-1 0,-3 1 0,-5 8 0,2 1 0,-2 3 0,-10 7 0,-5-2 0,-5 5 0,-1 7 0,0 5 0,0 12 0,-4 4 0,3 7 0,-3 8 0,20-6 0,-7 6 0</inkml:trace>
  <inkml:trace contextRef="#ctx0" brushRef="#br0" timeOffset="67">29702 17485 8912,'-23'-15'0,"-2"2"0,1 3 0,-1 3 0,2 1 0,5 6 0,1 4 0,0 7 0,8 1 0,3 12 0,4 1 0,2 4 0,6 3 0,-1 3 0,9-1 0,-3 1 0,5-3 0,1-3 0,2 3 0,4-3 0,-4-2 0,4 1 0,-6-7 0,-5 2 0,1 2 0,-5-2 0,-1-2 0,1-2 0,-2-2 0,-6 0 0,-8 1 0,-4-1 0,-5-2 0,-6-3 0,2 1 0,-7-7 0,7-1 0,-2-5 0,4 0 0,1 0 0,3-3 0,4-9 0,-5-7 0,7-15 0</inkml:trace>
  <inkml:trace contextRef="#ctx0" brushRef="#br0" timeOffset="68">29513 17468 8912,'0'-25'0,"0"6"0,0-4 0,0 10 0,0 2 0,9 1 0,9-1 0,8-3 0,15 8 0,18 1 0,15 5 0,12 0 0,12 0 0,-8-8 0,-36 4 0,1-2 0,40-11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21:51:51.101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18069 9078 8912,'0'17'0,"0"0"0,0 1 0,-2-7 0,-4 0 0,-3-7 0,-1 2 0,5-12 0,3-9 0,2-8 0,2-15 0,3-4 0,9-12 0,7-9 0,6-13 0,7-10 0,-16 37 0,0-1 0,2-6 0,0-1 0,5-8 0,2-2-123,4-9 0,1-3 1,2-2-1,1-2 1,2-5-1,1-2 0,-12 30 1,2-1-1,0 1 123,1-1 0,0 1 0,3-1 0,1 1 0,3 0 0,0 1-331,18-23 0,1 3 1,-2 4-1,-1 3 331,-8 14 0,-2 2 0,-4 4 0,-1 2 0,-4 7 0,-1 2 0,17-25 0,-10 18 0,-9 21 0,-18 21 0,-1 12 0,-7 4 0,2 7 0,-4 2 0,-2 2 0,0 2 944,0 0-944,0-14 1483,0-1-1483,0-8 0,-2-8 0,-4-3 0,-19-12 0,-11-4 0</inkml:trace>
  <inkml:trace contextRef="#ctx0" brushRef="#br0" timeOffset="1">19170 6413 8912,'-7'10'0,"-3"3"0,-7-7 0,2-2 0,3-10 0,5 4 0,22-11 0,8 7 0,9 0 0,10 6 0,12 2 0,13 4 0,9 9 0,10 8 0,-1 7-252,-5-1 1,0 11 251,-11 6 0,-4 8 0,-13 9 0,-18 2 0,-11 15 0,-12-2 0,-12 2 0,-5-5 0,-11-4 0,-10-3 0</inkml:trace>
  <inkml:trace contextRef="#ctx0" brushRef="#br0" timeOffset="2">20719 4900 8912,'0'-23'0,"0"-2"0,-2 0 0,-1 1 0,-3 1 0,2 0 0,2 0 0,-6 0 0,6 13 0,-5 5 0,9 12 0,3 10 0,5 16 0,7 13 0,6 3 0,2 5 0,0 3 0,0 6 0,0 4 0,-2 2 0,-2-6 0,5 0 0,-1 0 0,-4-2 0,2-2 0,-6-7 0,4-8 0,-9-4 0,-4-6 0,-3-5 0,3-14 0,-4-17 0,-6-13 0,-6-10 0,-9-9 0</inkml:trace>
  <inkml:trace contextRef="#ctx0" brushRef="#br0" timeOffset="3">21063 4797 8912,'-7'-17'0,"3"0"0,-8-1 0,9 9 0,-5 1 0,8 10 0,0 6 0,0 9 0,8 8 0,3 9 0,4 6 0,3 0 0,-1 6 0,0-6 0,6 6 0,0-6 0,0 8 0,-6-2 0,0 2 0,1-3 0,-9 5 0,-1-2 0,-3 3 0,1 1 0,-2 2 0,-10-14 0,-3-8 0,-16 1 0,-2-7 0</inkml:trace>
  <inkml:trace contextRef="#ctx0" brushRef="#br0" timeOffset="4">20874 5605 8912,'-17'-27'0,"0"4"0,5 4 0,1 2 0,-1 0 0,3 0 0,1-2 0,8-4 0,2 3 0,4-2 0,5-5 0,12 0 0,8-2 0,7 1 0,6 5 0,8-6 0,-1 6 0,1-5 0,-1 7 0,1-2 0,-6 5 0,0 7 0,-8-4 0,2 3 0,-3-3 0,-3-2 0</inkml:trace>
  <inkml:trace contextRef="#ctx0" brushRef="#br0" timeOffset="5">21562 5089 8912,'-1'29'0,"-3"-2"0,-4-1 0,-1 1 0,-1-4 0,-2 6 0,-1-6 0,7 5 0,-5-5 0,5 6 0,0-8 0,6 2 0,8-10 0,4-3 0,3-3 0,2-3 0,6-2 0,0-2 0,6-2 0,-6-4 0,5-9 0,-5-8 0,0-7 0,-6 1 0,1-4 0,-1-1 0,-8 2 0,-3 3 0,-4-2 0,-2 8 0,-8 1 0,-3 4 0,-4 1 0,-5 0 0,-1 2 0,-2 3 0,1-1 0,4 7 0,3-2 0,4 3 0,-5 3 0,14-6 0,-5 1 0,7-3 0</inkml:trace>
  <inkml:trace contextRef="#ctx0" brushRef="#br0" timeOffset="6">22388 4230 8912,'0'-18'0,"0"1"0,0 0 0,0 0 0,0 0 0,0-1 0,0 13 0,0 10 0,2 9 0,4 20 0,6 8 0,3 6 0,2 5 0,0 3 0,1 3 0,-1 2 0,0-5 0,0 1 0,6 0 0,0-3 0,0-7 0,2-3 0,-12-4 0,4-5 0,-5-8 0,-1-4 0,-3-12 0,-8 4 0,0-5 0</inkml:trace>
  <inkml:trace contextRef="#ctx0" brushRef="#br0" timeOffset="7">22337 4711 8912,'-17'-8'0,"-1"-1"0,3-3 0,4 1 0,3 5 0,8-5 0,0-1 0,0-5 0,15-2 0,10-2 0,12-4 0,8-2 0,5 1 0,2-3 0,-1-2 0,1 8 0,-6-1 0,0 1 0,-8 4 0,4-6 0,-8 7 0</inkml:trace>
  <inkml:trace contextRef="#ctx0" brushRef="#br0" timeOffset="8">22836 4401 8912,'0'12'0,"0"-1"0,0-7 0,0 6 0,0-5 0,2-3 0,4 4 0,3 2 0,8-3 0,6 3 0,2-4 0,0 4 0,0 1 0,0-3 0,-2 5 0,-4 1 0,4 5 0,-6 0 0,-6 0 0,3-5 0,-8-1 0,-1 1 0,-5-3 0,0-3 0,-2-14 0,-3-9 0,3-2 0,-4-10 0,4 1 0,2-7 0,0-5 0,0 0 0,2 0 0,4 6 0,9-1 0,8 1 0,8 0 0,-3-1 0,5 6 0,1 1 0,-5 7 0,-1 0 0,1 6 0,-2 3 0,-2 8 0,-8-2 0,-7 6 0,-5 6 0,3-2 0,-2 8 0,-1-7 0,-5 7 0,0-1 0,0 6 0,0 1 0,2-1 0,4 0 0,-4 0 0,8 0 0,-5 1 0,-3-1 0,13 0 0,-5 0 0,7-2 0,0-3 0,1-6 0,-7 1 0,1-1 0,-7 0 0,7-6 0,-6-6 0,5 0 0,-5-7 0,5 1 0,-5-9 0,5-2 0,-7-7 0,4 1 0,-2-1 0,-1 1 0,1-2 0,-6 9 0,2 0 0,4 11 0,-4-4 0,3 3 0,-3 5 0,-2-1 0,6 16 0,0 3 0,7 6 0,-3 4 0,1 2 0,1-2 0,5-2 0,6-1 0,0-1 0,-6 0 0,6-8 0,0-3 0,7-4 0,-1-2 0,-4 0 0,-2 0 0,-4-8 0,-2-3 0,4-4 0,-3-2 0,1-3 0,-14-1 0,-1-3 0,-2-3 0,-2 6 0,0-2 0,-6 4 0,1 2 0,-9 5 0,3 1 0,-4 7 0,-3-2 0,1 6 0,0 8 0,0 7 0,-1 6 0,3 10 0,4-3 0,3 5 0,8 1 0,0 1 0,0-1 0,2-2 0,4-3 0,5 2 0,12-8 0,4-2 0,9-8 0,2-4 0,3-1 0,-1-4 0,-6-10 0,6 2 0,0-7 0,1-8 0,-7-8 0</inkml:trace>
  <inkml:trace contextRef="#ctx0" brushRef="#br0" timeOffset="9">25159 3353 8912,'0'-25'0,"-2"0"0,-2-6 0,-3 3 0,-1-1 0,0 2 0,5 4 0,-1 6 0,-2 6 0,4 7 0,-2 15 0,8 12 0,4 10 0,3 7 0,10 4 0,-4 7 0,3 1 0,-1 0 0,-2-1 0,0 1 0,0-3 0,1-3 0,-3-2 0,-4-4 0,3-3 0,-9 3 0,1-10 0,-6-3 0,0-2 0,0-4 0,0-10 0,-7-3 0,-5-8 0,2-8 0,-1-3 0,7-12 0,-2-6 0,5-5 0,1-6 0,0 4 0,0-5 0,7 1 0,5 6 0,3-2 0,4 11 0,2 0 0,2 0 0,6 8 0,-6 5 0,7 9 0,-1-3 0,2 6 0,-3 6 0,3 3 0,-8 8 0,-2 3 0,-10 2 0,-3-1 0,-8 8 0,0-6 0,-2 4 0,-4 0 0,-5-1 0,-10-3 0,-2 6 0,0-8 0,6 2 0,-1-4 0,1-2 0,0 0 0,0-7 0,0-3 0,-1-7 0</inkml:trace>
  <inkml:trace contextRef="#ctx0" brushRef="#br0" timeOffset="10">25796 3421 8912,'0'-17'0,"0"0"0,0 0 0,0 7 0,0 3 0,0 9 0,0 3 0,0 11 0,0 7 0,2-1 0,3 3 0,-1-6 0,8 4 0,-3-4 0,3-1 0,3-1 0,-3 0 0,3-6 0,2 1 0,-5-8 0,-1 1 0,0-3 0,7-2 0,-7 0 0,1-2 0,-1-3 0,-1-7 0,3-9 0,-7-2 0,1-7 0,-1 1 0,-4-3 0,4-3 0,-4 1 0,-2-1 0,0 7 0,0-1 0,0 8 0,0-2 0,0 12 0,0 16 0,0 13 0,2 10 0,3 1 0,5 2 0,7-3 0,0 5 0,1-5 0,1-3 0,4-2 0,-4-4 0,4-2 0,-4-1 0,-2-5 0,2-3 0,4-8 0,-4-2 0,4-4 0,-9-5 0,-3-12 0,0-4 0,7-7 0,-9-1 0,-3 1 0,2-8 0,-3-4 0,1-6 0,-6-3 0,0-4 0,0-2 0,-6 5 0,1-1 0,-7 5 0,6 7 0,1 10 0,5 12 0,-8 12 0,6 7 0,-4 15 0,4 8 0,2 18 0,0 5 0,0 9 0,6 3 0,0 9 0,2-8 0,-3 3 0,5-5 0,7-1 0,0-6 0,1-4 0,-1-4 0,0-6 0,0-9 0,0 0 0,2-11 0,4-7 0,-3-3 0,2-2 0,-8-2 0,-3-3 0,-7-5 0,4-22 0,-8-5 0</inkml:trace>
  <inkml:trace contextRef="#ctx0" brushRef="#br0" timeOffset="11">26501 3026 8912,'-17'0'0,"6"-6"0,-1 1 0,8-3 0,-1 2 0,-3 2 0,4-5 0,6 1 0,8-5 0,13 1 0,3-3 0,9-2 0,7 2 0,4 3 0,-2-9 0,2 4 0,-1-4 0,7 4 0</inkml:trace>
  <inkml:trace contextRef="#ctx0" brushRef="#br0" timeOffset="12">27517 2837 8912,'2'-15'0,"3"3"0,5 4 0,7 8 0,-4-5 0,5-1 0,-5 0 0,10 6 0,2 6 0,-2 2 0,-2 1 0,-2 5 0,-2 3 0,0 6 0,-7-4 0,-4 4 0,1-4 0,-1-2 0,0 0 0,-6 0 0,0-7 0,0-4 0,0-12 0,0-5 0,0-7 0,0-5 0,2-3 0,3-9 0,7-1 0,11-4 0,-2 4 0,8-5 0,-1 5 0,7 2 0,-1 5 0,1 0 0,-1 8 0,0-3 0</inkml:trace>
  <inkml:trace contextRef="#ctx0" brushRef="#br0" timeOffset="13">28274 2631 8912,'0'11'0,"0"0"0,2-7 0,4 2 0,-5-4 0,7-2 0,-8 0 0,2 0 0,4 0 0,3-2 0,10-4 0,2-5 0,2-4 0,6-3 0,-6 1 0,0-6 0,-6 0 0,0 0 0,1 6 0,-7 0 0,1 0 0,-9 0 0,-3 1 0,-11 5 0,-6 5 0,-6 4 0,-4 10 0,-7 3 0,1 10 0,4 2 0,-1 8 0,7-3 0,0-3 0,6-2 0,5 2 0,1-2 0,7 0 0,-2-6 0,12 0 0,5 1 0,14-9 0,10-3 0,1-4 0,8-4 0,0-4 0,0-5 0,-4-7 0,6-5 0,-10 4 0,-1-4 0,-3 4 0,-9 2 0,6 2 0,-6 3 0,0 5 0,-6 9 0,0 3 0,0 7 0,1 11 0,-1 5 0,-6 5 0,1 1 0,-1 6 0,6 1 0,-1 4 0,-5-4 0,-3 4 0,-8-5 0,0 3 0,-2-5 0,-4 0 0,-5-6 0,-5 1 0,-1-10 0,-2 0 0,-4-6 0,4-8 0,-4-3 0,4-4 0,2-2 0,5-9 0,1-9 0,-1-8 0,-5-14 0,8-4 0,-7-16 0,7-1 0</inkml:trace>
  <inkml:trace contextRef="#ctx0" brushRef="#br0" timeOffset="14">28601 2080 8912,'-8'-17'0,"1"0"0,-5 0 0,4 0 0,10 1 0,4 5 0,4-3 0,9 9 0,4 1 0,5 2 0,3 2 0,-2 0 0,3 0 0,3 8 0,9 1 0</inkml:trace>
  <inkml:trace contextRef="#ctx0" brushRef="#br0" timeOffset="15">29100 2476 8912,'-10'7'0,"3"-5"0,7 8 0,0-4 0,0-4 0,2 5 0,3-7 0,5 0 0,9 0 0,2-2 0,2-3 0,6 1 0,-6-8 0,5 1 0,-5-6 0,6-6 0,-6 0 0,-2 0 0,-10 6 0,3-6 0,-9 0 0,1 0 0,-6 6 0,-2-1 0,-3 1 0,-5 8 0,-9 3 0,-2 4 0,-2 2 0,-6 8 0,6 3 0,-5 12 0,5 6 0,0 3 0,5 3 0,7 5 0,0 0 0,7 2 0,-2-2 0,14-4 0,9 4 0,10-11 0,11-6 0,4-6 0,2-5 0,2-5 0,5-7 0,-7-15 0,14-4 0,-5-15 0</inkml:trace>
  <inkml:trace contextRef="#ctx0" brushRef="#br0" timeOffset="16">29857 2235 8912,'-15'-8'0,"3"-3"0,-3-2 0,4 1 0,-5 6 0,-1 5 0,-6 1 0,0 0 0,-2 9 0,2 8 0,4 8 0,-4 9 0,6 1 0,6-1 0,5 1 0,4-1 0,4 0 0,4 1 0,3-3 0,8-3 0,8-6 0,4-12 0,5-3 0,6-8 0,4-2 0,8-4 0,0-11 0,-1-12 0,-5-5 0,-2-4 0,-2-2 0,-2-16 0,-5 3 0</inkml:trace>
  <inkml:trace contextRef="#ctx0" brushRef="#br0" timeOffset="17">30115 1771 8912,'-17'-17'0,"0"0"0,0-1 0,7 9 0,2 1 0,8 10 0,0 4 0,0 5 0,0 12 0,0 8 0,0 7 0,0 8 0,0 3 0,0 3 0,6 2 0,0 3 0,5-4 0,-5 5 0,9-5 0,3-1 0,-1-8 0,6-4 0,3-10 0,3-1 0,4-16 0,1-1 0,6-8 0,2-8 0,2-6 0,4-7 0,2-12 0,1 1 0,-1-5 0,-4-1 0,-2-1 0,-4 1 0,-11 2 0,-1 3 0,-8-2 0,-9 8 0,-7 1 0,-16 6 0,-11 5 0,-7 5 0,-12 4 0,-4 2 0,-2 6 0,2 0 0,4 7 0,8-2 0,7 5 0,4 1 0,-4 8 0,16-6 0,-1 4 0,12-4 0,14-4 0,14-3 0,14-7 0,16-3 0,5-2 0,4-7 0,2-5 0,0-5 0,-1-6 0,-8 2 0,-9-8 0,-7 8 0,-9-2 0,-9-3 0,-8 7 0,-15-2 0,-8 7 0,-12 9 0,-3-3 0,-8 2 0,5 2 0,-6 10 0,8 4 0,-2 7 0,0-6 0,6 1 0,-4-1 0,9 6 0,5 1 0,1-1 0,-2 0 0,3 0 0,1 0 0,2 1 0,10-7 0,3 0 0,6-7 0,6 2 0,4-4 0,7-2 0,1-2 0,-1-4 0,1 2 0,-1-7 0,-1-6 0,-5-6 0,-3-8 0,-8 3 0,-1-5 0,-5-1 0,-3-3 0,-8-3 0,0 2 0,0-8 0,-8-5 0,-3-7 0,-5-7 0,-1 2 0,6-3 0,-1-3 0,1 2 0,-7 4 0,3 6 0,4 11 0,5 6 0,-4 19 0,9 15 0,-5 23 0,4 10 0,2 13 0,0 10 0,0 7 0,-6 8 0,0-2 0,1 4 0,5 2 0,-2 3 0,-2-1 0,-2-6 0,2-4 0,2 2 0,2-6 0,-5-1 0,-1-10 0,-7-4 0,3-16 0,-7-1 0</inkml:trace>
  <inkml:trace contextRef="#ctx0" brushRef="#br0" timeOffset="18">29840 2269 8912,'-25'-7'0,"8"3"0,1-6 0,15 3 0,16-5 0,14 7 0,13-9 0,9 3 0,12-6 0,10-6 0,7-2 0,12-4 0,-44 10 0,2 0-883,4 2 0,1 0 883,1-2 0,0-1 0,5-4 0,-1-1 0,0-2 0,0 0 0</inkml:trace>
  <inkml:trace contextRef="#ctx0" brushRef="#br0" timeOffset="19">23903 10729 8912,'0'-10'0,"0"2"0,0 8 0,0-7 0,0 5 0,0-6 0,0 8 0,0 0 0,7 0 0,-3 0 0,6 2 0,-1 2 0,1 2 0,1 5 0,7-5 0,1 7 0,4-1 0,4 3 0,7 2 0,8 0 0,4 0 0,0 1 0,5-1 0,-1-2 0,15-1 0,6-5 0,7-1 0,6-3 0,2-5 0,2-9 0,4-8 0,-6-2 0,2-10 0,-8-4 0,-3-5 0,5-6-320,-2-7 1,3-1 319,-3 1 0,-11 1 0,-12 4 0,-11 6 0,-6 11 0,-11 4 0,-12 16 0,-9 1 0,-16 16 0,6 1 319,-5 9 1,9-7-320,3 1 0,-1-9 0,8 3 0,-9 4 0,13-8 0,-14 5 0,5-7 0</inkml:trace>
  <inkml:trace contextRef="#ctx0" brushRef="#br0" timeOffset="20">25796 9989 8912,'-12'0'0,"1"0"0,-3 0 0,5 0 0,-3 0 0,9 0 0,-3 0 0,12 0 0,11 2 0,13 2 0,9 4 0,7 1 0,3 3 0,3 5 0,0 2 0,-1 4 0,-1 0 0,-4 11 0,-6-1 0,-11 12 0,-6 3 0,-12 10 0,-5 3 0,-12 7 0,-11 1 0,-12-2 0,-3-6 0,-3-9 0,-7-8 0,-2-10 0,-7 0 0</inkml:trace>
  <inkml:trace contextRef="#ctx0" brushRef="#br0" timeOffset="21">26587 9147 8912,'-2'-17'0,"-1"-1"0,-3 1 0,0 2 0,0 2 0,1 1 0,-1 8 0,8-1 0,4 12 0,5 10 0,4 10 0,3 13 0,5-2 0,1 8 0,1 2 0,0 2 0,0 1 0,-2 1 0,-4-1 0,6 3 0,-2 1 0,0 3 0,-2-9 0,-10-9 0,5-3 0,-5-3 0,-3 0 0,7-7 0,-13-10 0,6-9 0,-8-16 0,-8-9 0,-2-10 0</inkml:trace>
  <inkml:trace contextRef="#ctx0" brushRef="#br0" timeOffset="22">26966 8975 8912,'-10'-10'0,"3"3"0,7 9 0,0 3 0,7 7 0,7 9 0,5 4 0,4 1 0,6 5 0,-6 9 0,5-4 0,-3 4 0,0-1 0,0 1 0,3-2 0,-5 8 0,0-6 0,-5 6 0,-3-6 0,-4 6 0,3-8 0,-9 2 0,1-6 0,-6-3 0,-2-6 0,-3-6 0,-5 2 0,-7-11 0</inkml:trace>
  <inkml:trace contextRef="#ctx0" brushRef="#br0" timeOffset="23">26777 9577 8912,'-25'0'0,"11"-8"0,-3-4 0,12-3 0,-1-2 0,4 0 0,11-2 0,9-4 0,6 4 0,11-4 0,7 2 0,4-2 0,4 4 0,1-4 0,-5 9 0,0 3 0,-2 5 0,2-5 0,2 1 0,-8-1 0,0-5 0,-6 7 0</inkml:trace>
  <inkml:trace contextRef="#ctx0" brushRef="#br0" timeOffset="24">27534 9267 8912,'0'17'0,"0"0"0,-8 1 0,-3-1 0,1 0 0,1 0 0,1 0 0,4 1 0,2-1 0,2 0 0,2 0 0,4 0 0,3-1 0,11-3 0,1-3 0,2-3 0,5-1 0,-5-6 0,6 0 0,-4 0 0,0-2 0,-1-4 0,-3-3 0,-9-8 0,1-1 0,-7 1 0,0 0 0,-6 0 0,-8 0 0,-3-1 0,-10 7 0,-2 0 0,-8 1 0,2-1 0,3-3 0,-3 8 0,0 1 0,3-3 0,1-2 0</inkml:trace>
  <inkml:trace contextRef="#ctx0" brushRef="#br0" timeOffset="25">28670 8425 8912,'0'-29'0,"0"0"0,-2 1 0,-2-1 0,-4 2 0,-1 1 0,-5-1 0,-1 4 0,-2-4 0,-2 2 0,-4 4 0,-4 8 0,-7 3 0,-1 3 0,1 3 0,5 2 0,2 4 0,1 4 0,-1 5 0,6 10 0,0 4 0,7 4 0,9 7 0,3 6 0,2 9 0,7 9 0,5 3 0,9-2 0,4 0 0,0 0 0,-1 0 0,7 2 0,-2 6 0,-5-8 0,-1-3 0,2-5 0,-2-1 0,0-3 0,-6-3 0,-5-6 0,-1-11 0,-7-4 0,2-8 0,-4-8 0,-2-1 0,0-8 0</inkml:trace>
  <inkml:trace contextRef="#ctx0" brushRef="#br0" timeOffset="26">28239 9026 8912,'-9'-17'0,"-5"0"0,9 0 0,-1 0 0,6-1 0,8 1 0,5 0 0,8 0 0,8 0 0,11-1 0,4 1 0,2 0 0,0 0 0,0 2 0,5 3 0,-5-3 0,-2 5 0,-2-1 0,-4-1 0,-9 3 0,-6-3 0,-4-1 0,-2 7 0,-7-7 0,-2 9 0,-8-7 0,0 7 0,-8-10 0,-4 9 0,3-1 0,-3 6 0,1 0 0,-4 2 0,1 4 0,3 5 0,1 4 0,-1 3 0,1 1 0,6 2 0,-1 2 0,1-2 0,2 3 0,2-1 0,0 2 0,0-2 0,6-10 0,-1 5 0,3-7 0,-2 1 0,3 3 0,8-13 0,1 4 0,-7-8 0,1-8 0,1-7 0,2-2 0,-3-8 0,-1-2 0,-1-1 0,1 1 0,3-1 0,-9 7 0,7 0 0,-6 6 0,1-1 0,-1 1 0,-4 8 0,13 1 0,-7 16 0,5 5 0,-3 6 0,-3 4 0,7 8 0,-3-3 0,5 5 0,1 1 0,0 0 0,0 1 0,0-6 0,1-1 0,-1-7 0,0 2 0,0-6 0,0-5 0,1-5 0,-1-7 0,0-2 0,0-3 0,-5-12 0,-3-12 0,-1-4 0,5-9 0,-3-2 0</inkml:trace>
  <inkml:trace contextRef="#ctx0" brushRef="#br0" timeOffset="27">29117 8304 8912,'-17'-34'0,"5"7"0,1 4 0,7 4 0,-4 8 0,8-1 0,0 8 0,0 1 0,2 12 0,4 8 0,-2 14 0,7 1 0,3 7 0,1-1 0,4 4 0,4-2 0,-4 8 0,4-2 0,-2-4 0,0-2 0,2-4 0,-2-2 0,4-5 0,-2 0 0,6-8 0,-6 2 0,0-6 0,-6-6 0,0-5 0,0-4 0,-5-4 0,-1-4 0,-1-3 0,1-10 0,-3-2 0,0-2 0,-7-8 0,5 2 0,-4-3 0,-2-2 0,0-1 0,0 1 0,0-1 0,0 1 0,0 7 0,0 4 0,-2 4 0,-4 2 0,5 8 0,-1 3 0,7 12 0,9 11 0,-3 11 0,10 5 0,2 1 0,2 1 0,-2-1 0,-4 0 0,4 1 0,-4-1 0,-2 1 0,-5-1 0,-1 0 0,-7 1 0,2-3 0,-6-1 0,-6-3 0,-3-7 0,-9 2 0,3-4 0,4-1 0,-5-9 0,7-1 0,-1-1 0,-3-7 0,7 0 0,0-15 0,6-13 0,-7-13 0,-3-3 0</inkml:trace>
  <inkml:trace contextRef="#ctx0" brushRef="#br0" timeOffset="28">29891 8442 8912,'0'9'0,"2"5"0,4-9 0,4 3 0,7-2 0,8-4 0,3 4 0,5-5 0,1-1 0,3-7 0,3-5 0,-4-5 0,4-6 0,-5 4 0,-7-4 0,3-2 0,-8 2 0,-2-5 0,-10 5 0,-3-6 0,-8 6 0,-9-5 0,-7 3 0,-5 0 0,0 0 0,-4 2 0,2 6 0,0 6 0,6-1 0,0 8 0,2 4 0,3 12 0,-1 11 0,7 5 0,0 10 0,6 3 0,0 6 0,0-1 0,2 4 0,4 1 0,4-1 0,7-4 0,0-4 0,0-8 0,2 1 0,4-1 0,4-9 0,7-8 0,1-7 0,-1-10 0,3-2 0,-1-4 0,-2-5 0,5-20 0,-13-5 0</inkml:trace>
  <inkml:trace contextRef="#ctx0" brushRef="#br0" timeOffset="29">30545 7771 8912,'0'-17'0,"0"8"0,0 1 0,6 10 0,2 4 0,1 7 0,5 8 0,1 6 0,2 7 0,0 0 0,1 1 0,-7-1 0,1 1 0,-1 5 0,4 0 0,-1-2 0,-3-2 0,-5-3 0,5-5 0,-7-3 0,2-7 0,-4-1 0,-2-8 0,0-3 0,0-12 0,6-5 0,1-10 0,3-4 0,3-2 0,-3 0 0,1-1 0,1-3 0,5 8 0,0 0 0,0 6 0,1 0 0,-1 6 0,0-1 0,0 8 0,0-1 0,-5 5 0,-3 5 0,-1 7 0,-2 3 0,-6 2 0,0 6 0,0 0 0,-8 8 0,-3-3 0,-7-1 0,-3 0 0,-1 0 0,0-1 0,3-5 0,2 2 0,6-4 0,-1-2 0,8 1 0,-3-9 0,7-9 0,0-9 0</inkml:trace>
  <inkml:trace contextRef="#ctx0" brushRef="#br0" timeOffset="30">31130 7874 8912,'0'-17'0,"0"8"0,0 1 0,0 8 0,0 0 0,0 8 0,2-1 0,4 5 0,-2 3 0,7-3 0,1-3 0,5 3 0,0 1 0,1-5 0,-1-3 0,0-3 0,0-2 0,0 0 0,1 0 0,-1 0 0,-2-2 0,-3-3 0,1-5 0,-7-7 0,1 0 0,-3-1 0,2 1 0,-2 0 0,-2 0 0,-2 0 0,0-1 0,2 9 0,3 5 0,7 8 0,3 5 0,2 9 0,-1-1 0,-5 0 0,4-2 0,-3-3 0,3 3 0,2-3 0,0-5 0,1-1 0,-1-4 0,0-2 0,0 0 0,-1-2 0,-5-4 0,4-3 0,-3-9 0,-3-6 0,3-5 0,-8-4 0,1-1 0,3-6 0,-2 0 0,0-8 0,-6 2 0,0-9 0,0-2 0,0 1 0,0 3 0,0 9 0,0 4 0,0 11 0,0 14 0,0 15 0,0 15 0,0 14 0,0 11 0,0 6 0,0 3 0,0 3 0,1-1 0,3-1 0,4-2 0,2-2 0,-5-6 0,7 6 0,-7-14 0,7 3 0,-1-7 0,9 1 0,1-6 0,2-4 0,-1-10 0,-4-3 0,7-12 0,1-3 0</inkml:trace>
  <inkml:trace contextRef="#ctx0" brushRef="#br0" timeOffset="31">31698 7668 8912,'-17'0'0,"0"0"0,0 0 0,0 0 0,7 0 0,6-6 0,16-1 0,11-1 0,7 0 0,20-5 0,7 2 0,10-5 0,8-1 0,-3 0-125,9 0 0,-14 0 125,1-1 0,-12 7 0,-4-1 0,-8 1 0,-10-6 0</inkml:trace>
  <inkml:trace contextRef="#ctx0" brushRef="#br0" timeOffset="32">28033 10625 8912,'-17'-5'0,"0"-3"0,-1 0 0,1 1 0,0 3 0,0 2 0,-2 2 0,-4 0 0,3 2 0,-4 4 0,1 7 0,0 8 0,0 6 0,6 7 0,-1 2 0,3 3 0,4 1 0,5-2 0,-2-2 0,2-3 0,5-3 0,4-1 0,1-14 0,8 2 0,-1-11 0,6 0 0,3-6 0,1-8 0,3-7 0,3-6 0,-4-10 0,6 3 0,-8-5 0,2-1 0,-4-1 0,-2 1 0,0 2 0,1 3 0,-3-2 0,-4 8 0,-1 6 0,-4 6 0,-5 7 0,7-2 0,-6 12 0,2 7 0,2 8 0,-1 0 0,-5 8 0,6 0 0,0 5 0,7-1 0,-1-5 0,-3-1 0,3-4 0,-1-10 0,6 4 0,3-3 0,2-5 0,-2-3 0,3-12 0,-4-3 0,-2-16 0,0-2 0</inkml:trace>
  <inkml:trace contextRef="#ctx0" brushRef="#br0" timeOffset="33">28446 10333 8912,'-17'17'0,"-2"0"0,-2 1 0,-2-1 0,0 6 0,5 0 0,-4 7 0,-1-1 0,2 3 0,9 3 0,6-1 0,4 1 0,4-7 0,4 1 0,9-8 0,8 2 0,8-10 0,-2-1 0,3-9 0,3 3 0,-1-4 0,0-2 0,1-6 0,-1 1 0,1-11 0,-1-1 0,0-2 0,1-10 0,-3 6 0,-3-5 0,2-1 0,-8-5 0,0-1 0,-8-1 0,-2-2 0,-1-2 0,-8 0 0,1 5 0,-3 1 0,-2-1 0,-2 9 0,-3 3 0,-5 6 0,-7 5 0,5-1 0,1 9 0,-3 6 0,-1 7 0,-2 9 0,0 5 0,5 9 0,1 8 0,7 6 0,-2-6 0,4 6 0,2-6 0,0 6 0,0-8 0,2-3 0,4-5 0,3-7 0,9 6 0,-1-10 0,0-2 0,6-7 0,0-10 0,8-2 0,-5-4 0,3-7 0,0-9 0,-3-2 0,3-5 0,2-3 0,-8 3 0,0-4 0,-8-1 0,-4 0 0,-5-1 0,-4 1 0,-2-1 0,-2 3 0,-4 3 0,3 4 0,-9 8 0,6 6 0,-5-1 0,5 10 0,-3 2 0,1 12 0,4 9 0,2 0 0,2 8 0,0-1 0,0 7 0,0-7 0,0 1 0,8-8 0,3 2 0,5-4 0,3-4 0,2-3 0,2-7 0,7-3 0,-1-2 0,4-7 0,1-5 0,-2-5 0,-3-6 0,2-4 0,-8-7 0,-2 0 0,-2-1 0,-4 7 0,-3-1 0,1 0 0,-7-5 0,-1 1 0,-5 5 0,0 3 0,-1 8 0,-5 0 0,4 7 0,-13 2 0,13 16 0,-2 5 0,6 8 0,4 8 0,5 11 0,-5 6 0,7 6 0,-1 5 0,3-4 0,2 5 0,-5-5 0,-1-1 0,1 5 0,5 0 0,-6-5 0,1-6 0,-9-8 0,5 2 0,-2-4 0,0-1 0,-1-14 0,-5-4 0,0-11 0,-7 0 0,-5-12 0,-3-19 0,-2-11 0</inkml:trace>
  <inkml:trace contextRef="#ctx0" brushRef="#br0" timeOffset="34">29513 9920 8912,'8'-17'0,"-5"2"0,9 4 0,-1-3 0,6 8 0,1 1 0,-1-3 0,2 6 0,4-4 0,-4 4 0,4 2 0,2 8 0,-2 4 0,0 11 0,-8 5 0,-2 5 0,-1 1 0,-8 0 0,2 1 0,-5 1 0,-1 4 0,-1-3 0,-5 3 0,-4-4 0,-7-2 0,0 1 0,0-1 0,-3-5 0,-2-1 0,8-12 0,-3 1 0,4-11 0,-5-1 0,1-3 0,0-2 0,0 0 0</inkml:trace>
  <inkml:trace contextRef="#ctx0" brushRef="#br0" timeOffset="35">30184 9559 8912,'0'-23'0,"0"1"0,0 1 0,0 1 0,0 3 0,0 0 0,0 0 0,2 2 0,4 3 0,-4 20 0,1 18 0,-5 17 0,-3 14 0,-7 8 0,5 5 0,-3 3 0,-3 2 0,5-7 0,2-5 0,4-7 0,2 1 0,2-5 0,4-6 0,4-6 0,7-12 0,0-11 0,0-11 0,6 2 0,2-6 0,2-8 0,3-9 0,5-14 0,5 0 0,-2-5 0,8-6 0,-6 4 0,6-4 0,-8 1 0,3-1 0,-13 4 0,-5-4 0,-6 5 0,-5 7 0,-5-3 0,-7 8 0,-13 2 0,-4 10 0,-12 3 0,1 8 0,-3 0 0,2 0 0,-1 8 0,5 5 0,0 6 0,0 4 0,2 8 0,6-3 0,7-1 0,5 2 0,-3-8 0,2 4 0,4-2 0,6-1 0,8-4 0,11-7 0,3-7 0,9 2 0,7-4 0,4-2 0,-2-10 0,2-7 0,-1-2 0,5-10 0,-2-1 0,-2-3 0,-10-7 0,-1 0 0,-9 5 0,-8 7 0,-9-1 0,-3-5 0,-4 1 0,-2 5 0,-8 3 0,-3 8 0,-5 1 0,-1 5 0,0 3 0,0 8 0,0 0 0,1 8 0,5 3 0,-3 5 0,9 1 0,1 2 0,2 4 0,2-4 0,0 4 0,0 2 0,0-2 0,0 0 0,0-6 0,6-6 0,-1 1 0,9-3 0,-3 3 0,5-7 0,1-3 0,0-2 0,0-2 0,0-3 0,-5-7 0,-1-11 0,-5-3 0,6-9 0,-7-1 0,5-2 0,-1-4 0,1-2 0,-6-2 0,2-6 0,-5-1 0,-1-5 0,0-3 0,0-7 0,0-9 0,-1-3 0,-5-2 0,-6 1 0,5 15 0,1 14 0,-2 10 0,3 13 0,-1 14 0,4 17 0,-4 13 0,4 22 0,-3 20 0,3 6 0,2 17 0,2 6 0,3 6 0,7 0 0,3 1 0,2-11-207,0 4 1,3-11 206,3-1 0,3 1 0,9-8 0,-3-12 0,-3-11 0,-4-10 0,-8-5 0,-7-4 0,3-12 0,-7 4 0,-1 4 0</inkml:trace>
  <inkml:trace contextRef="#ctx0" brushRef="#br0" timeOffset="36">30150 9903 8912,'-10'8'0,"6"-8"0,16 0 0,11-12 0,24-16 0,20-16 0,-24 15 0,2-1 0,9-5 0,3-1 0,11-10 0,2-2 0,3 1 0,1-1 0</inkml:trace>
  <inkml:trace contextRef="#ctx0" brushRef="#br0" timeOffset="37">4715 14305 8912,'0'-12'0,"-2"1"0,-3-1 0,-7 3 0,-3-1 0,-2 6 0,-1-1 0,1 1 0,0 2 0,0 2 0,0 0 0,-1 0 0,1 0 0,0 0 0,0 0 0,1 2 0,3 2 0,2 3 0,-3 3 0,-1 1 0,-2 7 0,-1-1 0,1 0 0,6 6 0,-1 2 0,-1 1 0,-2 5 0,3 1 0,1 3 0,5 5 0,-6 0 0,9 12 0,-3-7 0,4 9 0,2-8 0,0 3 0,0 3 0,2-2 0,4-4 0,-3-10 0,9-7 0,-1-8 0,7 1 0,-7-2 0,1-5 0,1-2 0,2-1 0,4-8 0,4 1 0,-4 3 0,4-2 0,-4-1 0,-1-5 0,1 0 0,4 0 0,-4 0 0,6 0 0,-2 0 0,0 0 0,0-5 0,-6-1 0,6-7 0,0 1 0,2-3 0,-3-2 0,3-1 0,6-1 0,-2-2 0,1-2 0,3-7 0,1 1 0,-5 2 0,-1-1 0,-1-1 0,2-5 0,-4 5 0,-8 0 0,-2 3 0,-3-3 0,1-4 0,-7 5 0,-2-5 0,-2-1 0,-2 0 0,0-1 0,0 1 0,0-1 0,0 1 0,0 0 0,-6-1 0,0 1 0,-7 0 0,1 1 0,-3 4 0,-2 6 0,-2-1 0,-4 1 0,2 0 0,-8 6 0,6 5 0,-6 1 0,6 5 0,-5-4 0,-3 1 0,-1-1 0,3 6 0,0-1 0,1 3 0,-7 2 0,3 0 0,3 0 0,-2 7 0,8 5 0,-5-3 0,5 3 0,-6-1 0,6 7 0,2-1 0,8 0 0,1 0 0,-1 0 0,0 1 0,1-1 0,-1 6 0,7 0 0,-2 0 0,3-6 0,3 0 0,-4 0 0,4 0 0,4 0 0,4 1 0,3-9 0,8 6 0,1-5 0</inkml:trace>
  <inkml:trace contextRef="#ctx0" brushRef="#br0" timeOffset="38">912 10264 8912,'-17'10'0,"0"-3"0,-1-7 0,1 0 0,8 0 0,1 0 0,8 0 0,0-1 0,0-5 0,8 4 0,3-4 0,4 4 0,5 2 0,2 0 0,7-2 0,11-3 0,6-5 0,4 1 0,9-5 0,4 8 0,18-7 0,5 2 0,-37 3 0,1 0 0,2 0 0,1-1 0,6 0 0,1 1-279,4-1 1,2 1 0,4 0 0,1 0 278,1 3 0,0-1 0,-5-2 0,0 1 0,-7 1 0,0 0 0,0 2 0,0-1 0,-1-1 0,-1 0 0,1 0 0,1 1-114,-3 0 0,0 0 0,-3-2 0,-2-1 114,28-4 0,4-1 0,-4 2 0,3-5 0,-3 7 0,-6-3-83,-3 1 1,-4-1 82,-4-5 0,-5 6 0,-13-1 0,-3 3 0,-7-3 0,-1-1 518,1 7 1,-3-5-519,-3 5 503,-4 0-503,-16 6 194,-1 0-194,-8 0 0,-8 0 0,5 0 0,-9 0 0,1 2 0,-7 4 0,-6 3 0,-3 9 0</inkml:trace>
  <inkml:trace contextRef="#ctx0" brushRef="#br0" timeOffset="39">1635 6568 8912,'-15'-17'0,"3"-1"0,-1 1 0,7 0 0,2 0 0,2 0 0,2 7 0,0 2 0,0 10 0,0 4 0,0 6 0,0 3 0,0 2 0,2 8 0,2 3 0,2 5 0,-3 1 0,-1 6 0,-2 1 0,2 12 0,4-1 0,-4 5 0,6 0 0,-3 6 0,1 4 0,6 2 0,-7 0 0,9-2 0,-3-4 0,-1 3 0,1-2 0,1 4 0,3 3 0,-2 0 0,-1-4 0,-3-8 0,3 4 0,-3 0 0,-3 6 0,-4-8 0,4-4 0,-4 2 0,-2 1 0,0-1 0,0 0 0,0 4 0,0-6 0,5-5 0,1-6 0,0 3 0,-6 3 0,2-2 0,4-10 0,-5-2 0,7 8 0,-2 0 0,0-2 0,-1 5 0,-5-3 0,6 4 0,0 1 0,0 1 0,-6 0 0,0-7 0,0 1 0,0 2 0,0 2 0,0-1 0,0-3 0,0-4 0,0-7 0,1 5 0,5 0 0,-4 0 0,4-6 0,-4 1 0,0-1 0,1 0 0,3 1 0,0-3 0,-6-3 0,0 3 0,0-3 0,2 4 0,4 1 0,-4 0 0,3 1 0,-3-7 0,-2-1 0,0 0 0,0 0 0,0-6 0,0 2 0,0-4 0,0-2 0,0-8 0,0-1 0,0-8 0,0 0 0,0-8 0,0 7 0,0-7 0,0 8 0,0 0 0,0-8 0,0 6 0,2-7 0,4 3 0,-4-11 0,5-10 0</inkml:trace>
  <inkml:trace contextRef="#ctx0" brushRef="#br0" timeOffset="40">172 10006 8912,'-9'-7'0,"1"3"0,8-8 0,0 7 0,0-7 0,0-1 0,0-2 0,2-1 0,2 3 0,3 2 0,3-3 0,3 1 0,8-1 0,4 5 0,2 1 0,-4-3 0,7 3 0,5 0 0,3 1 0,4-5 0,-2 5 0,6-1 0,4 0 0,2-5 0,-1 2 0,1-5 0,-1-1 0,1 0 0,0 0 0,-1 1 0,1 5 0,0-4 0,-1 3 0,-7-5 0,-2-4 0,-4-2 0,-3 2 0,1 0 0,-13-2 0,0 4 0,-6-4 0,0-4 0,1-1 0,-7 1 0,1-2 0,-3 1 0,3-7 0,3-5 0,-5 0 0,-1 2 0,-3 2 0,1-5 0,-1 1 0,0-6 0,-6 6 0,0-5 0,0 4 0,0-4 0,0 4 0,-6-4 0,0 4 0,3 3 0,1 2 0,-4-4 0,0 0 0,-5 5 0,5 7 0,0 7 0,6-2 0,-5 4 0,-1 1 0,2 1 0,2 6 0,2-1 0,0 9 0,0-13 0,8 7 0,-1-9 0,5 1 0,1 0 0,-7 0 0,5-2 0,-5-2 0,0-4 0,2-2 0,-5-1 0,9-7 0,-3 1 0,3-1 0,3-5 0,-3 0 0,-3-8 0,3 4 0,-1-1 0,-1-1 0,5 6 0,-3-6 0,-3 6 0,3-6 0,-3 6 0,3-6 0,3 6 0,-6-4 0,3 2 0,-1 4 0,-5 7 0,6 2 0,-3 3 0,3-3 0,3 4 0,-4 8 0,-1 5 0,1 1 0,-5 7 0,6-2 0,-7 5 0,7 1 0,-6 0 0,7 0 0,4 0 0,4 0 0,4 5 0,-2 1 0,4 5 0,7-5 0,1 8 0,-1-3 0,0 4 0,1 3 0,-3-1 0,-3 0 0,4 8 0,-5 3 0,3 5 0,-2 1 0,1 3 0,-7 3 0,2 4 0,-4 5 0,2-1 0,-2-2 0,-8 0 0,-1 5 0,-1 3 0,6 3 0,-7-9 0,-4 3 0,1-1 0,-1 7 0,2-1 0,-4 5 0,1 0 0,-1 0 0,4-5 0,-2 1 0,5-2 0,-5 3 0,7-11 0,-1 5 0,-3-12 0,3 0 0,-1-3 0,6-3 0,1-2 0,-1-3 0,0 2 0,0-8 0,2 5 0,2-7 0,2-4 0,-2-3 0,-2-3 0,-1 6 0,5-1 0,0-5 0,-1 3 0,-4-9 0,-1 7 0,0-7 0,0 7 0,1-4 0,-1-1 0,0 1 0,0-1 0,0-1 0,1-4 0,-1 4 0,0 1 0,0-1 0,0 0 0,1-6 0,-1 0 0,0 0 0,0 0 0,0 0 0,1 0 0,-1 0 0,0 0 0,0 0 0,0 0 0,-5 0 0,-1 0 0,1 0 0,5 0 0,0 0 0,1 6 0,-1-1 0,-8 1 0,-1-6 0,-8 0 0,2 0 0,4 0 0,-4 8 0,5-6 0,-7 5 0,2-7 0,4 0 0,-4 0 0,5 0 0,-7 0 0,0 0 0,8 0 0,2 0 0</inkml:trace>
  <inkml:trace contextRef="#ctx0" brushRef="#br0" timeOffset="41">654 5846 8912,'-2'15'0,"-2"-2"0,-2-1 0,3 1 0,1-5 0,2-1 0,0-7 0,0-7 0,2-7 0,1-7 0,3-7 0,6-5 0,-7-1 0,7-6 0,-6 0 0,5-8 0,-5 2 0,0-4 0,1-1 0,-5 7 0,4 4 0,-2 3 0,1 3 0,-3 7 0,4 4 0,-4 12 0,0 11 0,4 11 0,-3 14 0,9 10 0,-1 7 0,7 9 0,-1-5 0,0 0 0,6-2 0,0 2 0,0-6 0,2-4 0,-6-7 0,4-1 0,-4-7 0,-2 2 0,0-11 0,1-6 0,-7-5 0,0-1 0,-5-1 0,4-7 0,-3-9 0,-3-10 0,4-7 0,-2-7 0,5-1 0,-5-3 0,0-11 0,-6 5 0,5-5 0,1 5 0,0-1 0,-6 0 0,6 9 0,-1 2 0,1 13 0,-6 5 0,0 11 0,0 7 0,2 10 0,4 9 0,5 7 0,4 0 0,3 7 0,6-7 0,5 2 0,11-4 0,4-1 0</inkml:trace>
  <inkml:trace contextRef="#ctx0" brushRef="#br0" timeOffset="42">1635 4986 8912,'-8'-27'0,"-1"-3"0,-9 7 0,1 7 0,0 11 0,0 3 0,0 11 0,-1 9 0,1 6 0,0 11 0,5 7 0,1 4 0,7 3 0,-2 3 0,5 0 0,1-1 0,1-5 0,5 0 0,6-8 0,11 0 0,5-7 0,5-8 0,1-12 0,1-5 0,5-4 0,0-2 0,6-10 0,-6-7 0,0-8 0,-5-9 0</inkml:trace>
  <inkml:trace contextRef="#ctx0" brushRef="#br0" timeOffset="43">1910 5072 8912,'-17'-6'0,"0"-1"0,0-1 0,-1 0 0,1 3 0,0 5 0,-2 0 0,-4 0 0,4 7 0,-4 5 0,6 9 0,3 2 0,5 0 0,1 1 0,2-5 0,6 4 0,2-3 0,4-3 0,5-8 0,12-3 0,4-4 0,7-2 0,1-10 0,-1-7 0,-5-2 0,0-10 0,-8 6 0,2-3 0,-6 1 0,-6 4 0,3 2 0,-9 2 0,1-1 0,-6 1 0,-2 8 0,-3 3 0,-11 4 0,-7 2 0,0 2 0,6 4 0,0-4 0,7 20 0,3-2 0</inkml:trace>
  <inkml:trace contextRef="#ctx0" brushRef="#br0" timeOffset="44">2134 5055 8912,'11'11'0,"1"1"0,-8-8 0,9 5 0,-7-3 0,1 1 0,-1 5 0,-4 3 0,4-3 0,-4 3 0,-2 2 0,0 0 0,2 1 0,3-1 0,-1 0 0,6 0 0,-3 0 0,7-7 0,-5-3 0</inkml:trace>
  <inkml:trace contextRef="#ctx0" brushRef="#br0" timeOffset="45">2340 4934 8912,'12'0'0,"-1"0"0,-7 0 0,11 0 0,-13 2 0,4 4 0,-4-2 0,-2 7 0,0 7 0,0 4 0,0 7 0,0-6 0,6 2 0,-1-2 0,1-4 0,-6 4 0,8-4 0,1-2 0</inkml:trace>
  <inkml:trace contextRef="#ctx0" brushRef="#br0" timeOffset="46">2272 4384 8912,'11'-5'0,"0"-1"0,-5-6 0,6 7 0,-1-3 0,6 2 0,3 4 0,4-3 0,11 6 0,9 11 0,7 9 0,7 19 0,-5 14 0,5 14 0,-7 13 0,-27-37 0,-2 1 0,-1 2 0,-2 0-152,-3 1 1,-3 1 0,4 45 151,-11-8 0,-6-6 0,-6 0 0,-3-3 0,-9-3 0,1-1 0,0-16 0,-8-7 0,-2-8 0</inkml:trace>
  <inkml:trace contextRef="#ctx0" brushRef="#br0" timeOffset="47">3166 9181 8912,'12'10'0,"-1"-5"0,-7-3 0,4-2 0,-6 0 0,3 0 0,5 0 0,7 0 0,2 0 0,4 0 0,4 0 0,7-2 0,3-1 0,3-3 0,4-6 0,8 7 0,-1-9 0,1 3 0,-1-4 0,1-3 0,-8 3 0,-4 4 0,-3-5 0,-5 5 0,-3-2 0,-6 1 0,-12 4 0,-3 1 0,-8 5 0,-8-6 0,-3 8 0,-5 2 0,-1 4 0,0-2 0,0 7 0,0-7 0,-8 11 0,-2-5 0</inkml:trace>
  <inkml:trace contextRef="#ctx0" brushRef="#br0" timeOffset="48">3338 9216 8912,'10'0'0,"5"0"0,-13 0 0,6 0 0,-8 0 0,0 7 0,0 3 0,2 7 0,2 0 0,1 0 0,1 0 0,-6 1 0,0-1 0,0 0 0,2 2 0,4 4 0,-2-4 0,7 4 0,-7-10 0,2-1 0,-4 1 0,5 3 0,3 1 0</inkml:trace>
  <inkml:trace contextRef="#ctx0" brushRef="#br0" timeOffset="49">3425 9594 8912,'0'17'0,"0"0"0,0-5 0,0-1 0,0-7 0,0 5 0,1-5 0,5 2 0,-4 0 0,6 1 0,-1-5 0,-5 14 0,4-5 0,-2 0 0,2 7 0,-4-5 0,5 20 0,-7-14 0,0 5 0</inkml:trace>
  <inkml:trace contextRef="#ctx0" brushRef="#br0" timeOffset="50">3493 10024 8912,'0'9'0,"0"6"0,0-13 0,0 6 0,0-8 0,0 0 0,0 8 0,0-6 0,-7 5 0,-3-7 0</inkml:trace>
  <inkml:trace contextRef="#ctx0" brushRef="#br0" timeOffset="51">3562 10024 8912,'-11'0'0,"-1"0"0,8 0 0,-11-8 0,11 6 0,-5-6 0,1 1 0,-5 5 0,11-13 0,-13 13 0,13-6 0,-6 8 0,8 0 0,0 0 0,8 0 0,-5 0 0,9 0 0,-1-2 0,7-4 0,-3 3 0,-4-9 0,5 6 0,-5-5 0,-1 7 0,1-2 0,-7-3 0,11 7 0,-13-6 0,4 8 0,-12 0 0,-3 8 0,-7 3 0,3 3 0,1-3 0,1 4 0,-6-3 0,1 3 0,5 2 0,-4 1 0,3-1 0,5-6 0,1 1 0,-2-7 0,2 7 0,1-8 0,12 3 0,3-9 0,9-1 0,2-5 0,2-2 0,0-1 0,-6-6 0,-5 0 0,-1-1 0,-1 1 0,3 0 0,-1 0 0,-9 5 0,3 1 0,-4 7 0,-10-4 0,-3 8 0,-4 0 0,3 2 0,1 4 0,-1-2 0,-5 7 0,6 1 0,-1 5 0,1 0 0,-5 0 0,5 1 0,5-1 0,4-6 0,2 1 0,0-8 0,2 3 0,4-7 0,5 0 0,5 0 0,7-9 0,-1-9 0,1 1 0,-5-6 0,-1 4 0,0 2 0,-7 6 0,-3-1 0,1-1 0,-14 5 0,-1 2 0,-16 12 0,-8 4 0,12 14 0,-6 3 0</inkml:trace>
  <inkml:trace contextRef="#ctx0" brushRef="#br0" timeOffset="52">2925 10643 8912,'-11'0'0,"0"0"0,-1-2 0,1-2 0,-1-2 0,8-7 0,-1 1 0,10 3 0,7-3 0,5-1 0,6-2 0,4-8 0,5 0 0,-1 0 0,-3-2 0,1 6 0,6-4 0,-9 6 0,-3 3 0,-4 5 0,-1 1 0,-7 1 0,1 3 0,1-2 0,-5 10 0,-3 13 0,-3 10 0,-2 13 0,-6 4 0,1 7 0,-9 3 0,3 3 0,1-1 0,1 5 0,-1 0 0,1 0 0,-1-4 0,-1 6 0,-3-5 0,9 5 0,-9-16 0,3-1 0,1-7 0,-1-5 0,1-7 0,-1-4 0,1-12 0,4-5 0,4-6 0,-3-6 0,3 2 0,2-7 0,0-3 0,0-9 0,5 4 0,1-4 0,8 2 0,-3-2 0,4 4 0,3-5 0,-1 1 0,0 0 0,6 0 0,2 7 0,0 3 0,-1 2 0,7 5 0,-2-6 0,-2 9 0,1-3 0,-5 4 0,6 2 0,-6 0 0,5 0 0,-6 0 0,0 0 0,-2 0 0,-3 0 0,0 0 0,0 0 0,-5 0 0,-1 0 0,-7-8 0,4-1 0</inkml:trace>
  <inkml:trace contextRef="#ctx0" brushRef="#br0" timeOffset="53">2994 11055 8912,'-11'15'0,"-1"-1"0,-1-3 0,5-7 0,1 4 0,7-10 0,0-4 0,2-7 0,5-8 0,10-8 0,8 2 0,10-1 0,1-1 0,4-5 0,4-1 0,8 1 0,-1-1 0,1 1 0</inkml:trace>
  <inkml:trace contextRef="#ctx0" brushRef="#br0" timeOffset="54">3992 10711 8912,'10'8'0,"-2"-6"0,-8 7 0,0-3 0,-2-2 0,-4 7 0,2 3 0,-7 9 0,-3 5 0,-1 5 0,-4 1 0,-4 1 0,4 7 0,-4 4 0,4 1 0,2-1 0,1 2 0,3-6 0,1 0 0,-1 0 0,-8-2 0,-2-6 0,0-1 0,6-4 0,-6-5 0,0-6 0,-6-1 0,6-2 0,2-3 0,2-7 0,2-3 0,0-2 0,5-7 0,1-5 0,7-5 0,-2-6 0,4-4 0,2-7 0,0-6 0,0 0 0,8 0 0,3 5 0,5 3 0,1 3 0,0 4 0,0 8 0,3 7 0,2 5 0,5 3 0,8 2 0,-1 7 0,0 5 0,7 5 0,1 6 0,2 6 0,3 3 0,9-3 0,1-1 0,6-7 0,-5 2 0,5-9 0,-6-3 0,1-7 0,-7 2 0,1-4 0,-1-2 0</inkml:trace>
  <inkml:trace contextRef="#ctx0" brushRef="#br0" timeOffset="55">3683 9164 8912,'11'-6'0,"1"0"0,1 3 0,4 1 0,6 2 0,4 0 0,7 0 0,3 0 0,3 0 0,11-8 0,13-1 0,2-5 0,3-3 0,0 2 0,0-14 0,0-2 0,0-1 0,-8-2 0,-4-1 0,-11 7 0,-6-1 0,-5 8 0,-7-2 0,-5 4 0,-4 9 0,-9 3 0,-4 7 0,-12 0 0,4 0 0,-6 0 0,1 7 0,5-3 0,-4 8 0,4-7 0,2 7 0,-7-6 0,-5 5 0,-11-7 0,-4 3 0</inkml:trace>
  <inkml:trace contextRef="#ctx0" brushRef="#br0" timeOffset="56">3924 9130 8912,'17'-8'0,"-6"0"0,-1-5 0,-3 1 0,-3-1 0,-4 5 0,-5 3 0,-7 3 0,-5 9 0,-4 5 0,-2 5 0,2 6 0,2 2 0,2 5 0,-1-1 0,1 2 0,0-1 0,0-1 0,-2 9 0,-2-4 0,-2 5 0,2 3 0,1-4 0,3 8 0,-2-6 0,-2 4 0,-2-2 0,2-4 0,8-4 0,1-5 0,7-4 0,-7-8 0,8-7 0,-3-3 0,14-7 0,-3-13 0,9-6 0,7-6 0,-3-4 0,15-13 0,-5-2 0</inkml:trace>
  <inkml:trace contextRef="#ctx0" brushRef="#br0" timeOffset="57">4268 9284 8912,'0'-11'0,"0"-1"0,-2 3 0,-4-3 0,4-3 0,-13 6 0,3-9 0,3 9 0,-3 3 0,1 6 0,-6 6 0,-2 5 0,-4 12 0,-4 4 0,-8 9 0,1 4 0,0 6 0,-7 10 0,3 3 0,4 0 0,3 0 0,10-1 0,-2-7 0,0-1 0,6-4 0,-2-12 0,13-11 0,0-4 0,6-2 0,8-7 0,2-18 0,7-15 0,0-7 0,0-5 0</inkml:trace>
  <inkml:trace contextRef="#ctx0" brushRef="#br0" timeOffset="58">4526 9164 8912,'2'-17'0,"4"0"0,-5-1 0,7 9 0,-16 1 0,5 8 0,-7 2 0,0 4 0,1 5 0,-3 6 0,-5 6 0,-2 4 0,-4 8 0,2 1 0,-8 4 0,7-2 0,-7 8 0,0 0 0,-5 5 0,5-1 0,2-2 0,2-4 0,4-2 0,2-4 0,2-9 0,8-4 0,1-8 0,8-15 0,0-8 0,8-7 0,9-20 0,9-3 0</inkml:trace>
  <inkml:trace contextRef="#ctx0" brushRef="#br0" timeOffset="59">4853 9078 8912,'11'0'0,"-1"-2"0,-2-4 0,-1-1 0,-3-7 0,2 3 0,-1 7 0,-6-4 0,-5 8 0,-6 2 0,-3 4 0,-4 6 0,-4 10 0,-4 1 0,-7 12 0,-1-5 0,1 10 0,0-1 0,-1 1 0,6-2 0,1 8 0,-1 0 0,2-2 0,2-2 0,8-8 0,2-2 0,3-3 0,5-4 0,7-8 0,0-7 0,0-3 0,0-7 0,6-3 0,-1-9 0,9-1 0,-3-16 0,4-7 0,3-8 0</inkml:trace>
  <inkml:trace contextRef="#ctx0" brushRef="#br0" timeOffset="60">5214 8958 8912,'10'0'0,"-3"0"0,-7 0 0,0 2 0,0 3 0,-7-1 0,-5 8 0,-3 7 0,-2 9 0,-2 5 0,-4 1 0,-4 2 0,-7 5 0,1 1 0,4 3 0,-3 3 0,3-8 0,4 0 0,0-5 0,4-3 0,4-3 0,-2-4 0,13-8 0,1-7 0,5-3 0,7-14 0,5-5 0,3-3 0,2-2 0,2-6 0,2-2 0,2-2 0,8-2 0,-4-5 0</inkml:trace>
  <inkml:trace contextRef="#ctx0" brushRef="#br0" timeOffset="61">5782 8786 8912,'0'-10'0,"-2"3"0,-4 7 0,3 1 0,-11 7 0,-5 11 0,-8 14 0,-5 5 0,-4 12 0,-3 5 0,-1 4 0,-6 4 0,6 6 0,-6-6 0,6 0 0,0-8 0,7 1 0,5-10 0,5-12 0,6-1 0,5-11 0,-3 1 0,13-13 0,-6-2 0,14-10 0,0-4 0,1 2 0,-1-7 0,2-1 0,3-5 0,5 0 0,-5 0 0,4-1 0,2 1 0</inkml:trace>
  <inkml:trace contextRef="#ctx0" brushRef="#br0" timeOffset="62">5077 9284 8912,'-16'2'0,"5"4"0,5 7 0,6 8 0,6 8 0,5 3 0,10 16 0,4 6 0,2 3 0,4 2 0,-1 4 0,3-4 0,-3-1 0,1-5 0,3-5 0,-9-14 0,0 1 0,0-1 0,-2-7 0,-6-4 0,-7-4 0,-5-2 0,-3 0 0,-4 1 0,-3-1 0,-5-8 0,-23 7 0,-3-7 0</inkml:trace>
  <inkml:trace contextRef="#ctx0" brushRef="#br0" timeOffset="63">5128 10161 8912,'-9'10'0,"1"-1"0,8-3 0,8-4 0,1 6 0,8-8 0,1 0 0,1 0 0,2 0 0,2 0 0,5 0 0,-5 0 0,8-2 0,-2-4 0,-5-4 0,1-7 0,-7 0 0</inkml:trace>
  <inkml:trace contextRef="#ctx0" brushRef="#br0" timeOffset="64">5644 9869 8912,'0'9'0,"0"7"0,0-5 0,0 4 0,0 3 0,0 1 0,0 4 0,0 5 0,0 5 0,-1-5 0,-5 1 0,2 0 0,-8 5 0,-1 1 0,-10 7 0,-4 1 0</inkml:trace>
  <inkml:trace contextRef="#ctx0" brushRef="#br0" timeOffset="65">5128 10694 8912,'-17'-27'0,"2"3"0,1 6 0,5 1 0,-1 2 0,1 3 0,5 5 0,-2 11 0,12 7 0,-2 2 0,5 14 0,1 0 0,-1 0 0,3-1 0,5 3 0,-6 2 0,1-8 0,-6 1 0,5-1 0,-5-4 0,3 4 0,-1-4 0,-4-1 0,5-1 0,-7 0 0,6-7 0,-10-5 0,-2-12 0,-1-11 0,-9-3 0,3-13 0,1 2 0,-1-12 0,-3 0 0,-1 0 0,0-6 0,3-1 0,-1-3 0,7 14 0,-2 2 0,3 9 0,3-1 0,-4 7 0,12 5 0,5 7 0,6 7 0,6-2 0,2 12 0,4 6 0,3 10 0,-3 5 0,4 2 0,1 0 0,0 3 0,1 2 0,-8 5 0,-4-11 0,1-1 0,-1 0 0,-3-2 0,-7-4 0,0-2 0,-7-2 0,6 0 0,-7 0 0,1-5 0,-8-3 0,-4-1 0,-5-4 0,-12-2 0,-4-2 0</inkml:trace>
  <inkml:trace contextRef="#ctx0" brushRef="#br0" timeOffset="66">5249 10711 8912,'0'-17'0,"0"0"0,0 0 0,5 5 0,1 1 0,0-3 0,2-1 0,-1 4 0,5-1 0,3 1 0,-4-6 0,5-1 0,1 9 0,8-6 0,2 5 0</inkml:trace>
  <inkml:trace contextRef="#ctx0" brushRef="#br0" timeOffset="67">5576 10522 8912,'0'-9'0,"5"-1"0,1 4 0,7 4 0,-3-11 0,7 7 0,0 1 0,1 5 0,-1 0 0,0 0 0,0 0 0,0 0 0,1 7 0,-7 1 0,1 3 0,-9 5 0,7-14 0,-4 3 0,-4-3 0,5-2 0,-7-7 0,0-5 0,0-9 0,0-2 0,6-7 0,0 1 0,0-4 0,1-1 0,-3 7 0,7 4 0,-5 0 0,6 6 0,-7-4 0,7 10 0,-1 3 0,7 1 0,-7 8 0,1 5 0,-9 4 0,3 7 0,-4 0 0,-2-5 0,0-1 0,0 0 0,0 7 0,0-7 0,0 1 0,0-1 0,0 6 0,0-5 0,0-1 0,0-5 0,0 5 0,0-5 0,0 6 0,0-9 0,0 5 0,2-8 0,4 0 0,3-8 0,8-3 0,1-4 0,-1-3 0,6-6 0,0-5 0,7-2 0,-1 3 0,-4-5 0,-2 5 0,2 1 0,-2-2 0,-2 8 0,-10-2 0,-3 10 0,-8 1 0,0 7 0,0-7 0,-10 8 0,-5 1 0,-6 6 0,0 9 0,0-3 0,-2 3 0,9-1 0,-3 7 0,6-1 0,-1 2 0,7 2 0,3 2 0,2 0 0,0-6 0,0 0 0,7-2 0,5-3 0,3 1 0,2-7 0,6 0 0,2-8 0,0-2 0,0-2 0,3-7 0,-5 1 0,0-5 0,-5-6 0,-1 4 0,0-4 0,-7 4 0,-3 2 0,-1 0 0,0 0 0,-1-1 0,-5 1 0,-1 0 0,-5 0 0,4 0 0,-4-1 0,-2 7 0,3-1 0,-3 9 0,2-3 0,4 4 0,-5 4 0,7 4 0,2 1 0,3 5 0,3 3 0,4-3 0,3 1 0,-4-2 0,-1 3 0,1-9 0,1 7 0,5-6 0,0-1 0,0-5 0,-5 0 0,-1 0 0,1 0 0,5 0 0,0-2 0,1-3 0,-1 3 0,0-21 0,0 4 0</inkml:trace>
  <inkml:trace contextRef="#ctx0" brushRef="#br0" timeOffset="68">6608 9233 8912,'-27'15'0,"4"-2"0,4-3 0,2-1 0,0-1 0,0 0 0,-1-4 0,9 5 0,1-7 0,24-10 0,-3-3 0,14-12 0,-1 2 0,1-2 0,-4 2 0,6-8 0,-6 6 0,5-5 0,-6 7 0,2-2 0,-1 4 0,0 2 0,0-1 0,-6 1 0,1 8 0,-9 1 0,-1 8 0</inkml:trace>
  <inkml:trace contextRef="#ctx0" brushRef="#br0" timeOffset="69">6780 9525 8912,'-9'-11'0,"3"-1"0,6 4 0,6-9 0,3 2 0,8-14 0,8 6 0,4-5 0,3-1 0,3-5 0,5-6 0,0-1 0,0 1 0,-5-2 0,-1-2 0</inkml:trace>
  <inkml:trace contextRef="#ctx0" brushRef="#br0" timeOffset="70">7210 7857 8912,'-17'0'0,"0"0"0,0 0 0,7 0 0,5 10 0,10 7 0,9 10 0,7 5 0,0 3 0,5 1 0,1 4 0,0 6 0,-6 2 0,2-1 0,-4-3 0,-2-2 0,1 4 0,-3-6 0,-4-1 0,-5-3 0,-4-9 0,-10-3 0,-1-6 0</inkml:trace>
  <inkml:trace contextRef="#ctx0" brushRef="#br0" timeOffset="71">7073 8253 8912,'0'-17'0,"0"-1"0,0 1 0,0 0 0,0 5 0,0 1 0,7 5 0,5-5 0,-1 1 0,5-1 0,5 3 0,4 1 0,3 3 0,7-8 0,-1 1 0,0-6 0,1 3 0,-1-3 0,-5 9 0,-2-9 0,-2 2 0,-4 0 0,-2 5 0,-2 4 0,-6 4 0,1 2 0,-8 0 0,3 8 0,-7 4 0,0 3 0,0 2 0,0 0 0,0 0 0,0 1 0,0-1 0,0 0 0,6 0 0,2-2 0,1-3 0,3 1 0,5-7 0,-6 0 0,1-6 0,-1-6 0,7 0 0,-7-7 0,1 1 0,-3-5 0,3-6 0,1 2 0,-7-7 0,1 7 0,-3-2 0,2 4 0,-2 1 0,0 1 0,1 0 0,-3 6 0,4-1 0,-2 8 0,2-1 0,-3 3 0,9 2 0,-3 7 0,5 5 0,-3 5 0,3 6 0,-1-2 0,-1 8 0,1-1 0,-7 7 0,5-1 0,-5 0 0,0 1 0,-6-1 0,0 1 0,0-3 0,-2-1 0,-4-3 0,2-7 0,-7 2 0,7-4 0,-4-3 0,1-5 0,5-3 0,2-31 0,17-6 0,10-23 0</inkml:trace>
  <inkml:trace contextRef="#ctx0" brushRef="#br0" timeOffset="72">8105 7737 8912,'12'29'0,"-1"-1"0,-5 3 0,5 9 0,-5-2 0,6 8 0,-9-2 0,5 4 0,-2-2 0,0 1 0,5-3 0,-5 2 0,0-13 0,-6-1 0,0-5 0,0-6 0,0-2 0,-8-17 0,-2-4 0</inkml:trace>
  <inkml:trace contextRef="#ctx0" brushRef="#br0" timeOffset="73">8054 7720 8912,'0'-17'0,"0"-1"0,0 1 0,0 0 0,0 5 0,0 1 0,7 7 0,5-2 0,1 3 0,-1-3 0,9 4 0,-4-4 0,4 10 0,-4 2 0,-2 13 0,-3-2 0,1 4 0,-7-4 0,5 6 0,-5 2 0,-2 0 0,-2 0 0,-2 3 0,0-5 0,0 6 0,0-6 0,0 0 0,-8-6 0,-1 0 0</inkml:trace>
  <inkml:trace contextRef="#ctx0" brushRef="#br0" timeOffset="74">8363 7857 8912,'18'10'0,"-9"-3"0,6-7 0,-5 0 0,7 0 0,0 0 0,1-7 0,-1-5 0,0-3 0,0-2 0,1 0 0,-1-1 0,0-1 0,0-4 0,0 4 0,1-4 0,-9 4 0,-3 2 0,-4 0 0,-2 0 0,-2 5 0,-4 1 0,-9 7 0,-10-2 0,-2 4 0,-3 2 0,-1 8 0,2 3 0,-1 10 0,7 2 0,-2 8 0,2-2 0,10 5 0,-5 6 0,13-4 0,-1 5 0,4-3 0,2 2 0,4-10 0,7 5 0,3-7 0,14 1 0,1-6 0,5-11 0,1-5 0,-1-7 0,1 0 0,-1 0 0,1-9 0,-1-9 0,-2-1 0,-3-9 0,4-1 0,-14-13 0,6-2 0</inkml:trace>
  <inkml:trace contextRef="#ctx0" brushRef="#br0" timeOffset="75">8862 7273 8912,'-9'7'0,"3"5"0,4 11 0,2 5 0,0 7 0,0 5 0,6 11 0,2 11 0,1 1 0,5 0 0,-5-8 0,3 2 0,-3-5 0,3-6 0,3-6 0,-4-11 0,5 3 0,-7-20 0,7 3 0,-7-15 0</inkml:trace>
  <inkml:trace contextRef="#ctx0" brushRef="#br0" timeOffset="76">9396 7617 8912,'-17'0'0,"0"0"0,-1 0 0,1 0 0,8 0 0,1 0 0,8 0 0,8 0 0,3 0 0,6-2 0,6-4 0,-4-4 0,4-7 0,-2 0 0,2 0 0,-9 0 0,3-1 0,-10 1 0,5 0 0,-8 0 0,0 0 0,-8-1 0,-6 3 0,-7 4 0,0 3 0,0 8 0,-6 0 0,0 0 0,0 13 0,6 5 0,-1 10 0,3 1 0,2 3 0,1 3 0,8-1 0,-1 1 0,5 1 0,5 4 0,5-6 0,7 1 0,2-3 0,4-9 0,6-2 0,3-2 0,3-9 0,-1-4 0,-1-5 0,-5-1 0,5 0 0,-6-15 0,7-4 0</inkml:trace>
  <inkml:trace contextRef="#ctx0" brushRef="#br0" timeOffset="77">9706 7445 8912,'7'-10'0,"-5"2"0,8 8 0,-4 0 0,-3 0 0,9 0 0,1 0 0,3 0 0,3 8 0,4 4 0,-2 3 0,7 2 0,-7 0 0,2 0 0,-2 1 0,-2-1 0,1 2 0,-5 4 0,-2-4 0,-3 6 0,5-8 0,-13 0 0,6-7 0,-8-10 0,0-12 0,0-5 0,0-6 0,0-4 0,0-7 0,0 3 0,0-3 0,2 9 0,3-9 0,3 9 0,3-4 0,5 8 0,-5-2 0,4 4 0,3 8 0,-1-1 0,0 9 0,0-3 0,-5 4 0,-1 2 0,1 6 0,5 1 0,0 1 0,0 0 0,1 3 0,-1-5 0,0 7 0,0-3 0,0 7 0,-7-6 0,-4 1 0,3-1 0,-7 6 0,4 1 0,-4-1 0,-2-8 0,0 7 0,0-16 0,0 0 0,0-10 0,0-13 0,2 4 0,3-4 0,-1-2 0,8 2 0,-1-1 0,6 1 0,-3 4 0,1-4 0,4 4 0,0 1 0,0 3 0,-1 4 0,7-12 0,1 4 0</inkml:trace>
  <inkml:trace contextRef="#ctx0" brushRef="#br0" timeOffset="78">10773 7221 8912,'-18'25'0,"-5"-12"0,1 5 0,-1-7 0,5 0 0,7 3 0,-1-8 0,1 7 0,-4-2 0,3 5 0,5 1 0,8 0 0,5 0 0,4-5 0,7-3 0,2-1 0,4-4 0,-4-2 0,4-2 0,2-2 0,-2-4 0,0-4 0,-6-7 0,0 6 0,0-1 0,-5 1 0,-3-6 0,-1-1 0,-4 1 0,-2 0 0,-2 0 0,0-6 0,0 0 0,-2 6 0,-4 5 0,-1 1 0,-7-6 0,3 0 0,-1 7 0,-3 0 0,3 5 0,-3 3 0,6-6 0</inkml:trace>
  <inkml:trace contextRef="#ctx0" brushRef="#br0" timeOffset="79">10876 7187 8912,'2'-12'0,"4"1"0,-3 7 0,9-2 0,1 4 0,10 2 0,-2 0 0,8 0 0,0 8 0,3 5 0,-1 6 0,-3 4 0,-7 8 0,2-2 0,-5-3 0,-7 3 0,2 0 0,-7 5 0,0 0 0,-8-1 0,-4-4 0,-5-7 0,1-8 0,-1-3 0,-1-7 0,-3-6 0,3-15 0,5-15 0,7-16 0,2-8 0,3-7 0,5-5 0,7-7 0,8 1-305,4-12 0,5 3 305,-14 38 0,0-1 0,17-34 0,3 5 0,-4 4 0,-1 1 0,-1 3 0,0 6 0,1 1 0</inkml:trace>
  <inkml:trace contextRef="#ctx0" brushRef="#br0" timeOffset="80">22647 15800 8912,'-16'-1'0,"3"-3"0,1-4 0,1-1 0,0-3 0,1 1 0,2-1 0,3 8 0,5-3 0,0 9 0,0 3 0,5 5 0,3 9 0,2 4 0,3 6 0,2 5 0,2 6 0,3 4 0,1 10 0,3 1 0,3 2 0,-4 14 0,6-2 0,-8 3 0,2-3 0,2-8 0,-2-3 0,-2-5 0,-2-1 0,-8-16 0,1-7 0,-8-8 0,1-4 0,-3-6 0,-2 1 0,0-9 0,0 3 0,0-12 0,-6-3 0,1-8 0,-9 0 0,5-8 0,-8-2 0</inkml:trace>
  <inkml:trace contextRef="#ctx0" brushRef="#br0" timeOffset="81">22629 15938 8912,'0'-25'0,"-5"4"0,-1-7 0,0 7 0,4-4 0,-2 2 0,-1 0 0,-7 6 0,7 5 0,-9 8 0,5-3 0,-9 7 0,-1 13 0,-4 4 0,2 14 0,-7 1 0,-3 8 0,-2 4 0,1 0 0,3 2 0,-1 2 0,7-8 0,2 0 0,9-5 0,5-9 0,7-3 0,0-4 0,0-1 0,7-9 0,5-5 0,3-10 0,2-11 0,-7-8 0,13-9 0,-4-1 0</inkml:trace>
  <inkml:trace contextRef="#ctx0" brushRef="#br0" timeOffset="82">22457 15800 8912,'10'0'0,"5"0"0,-3 0 0,9 0 0,2 0 0,0 2 0,-6 4 0,8-2 0,5 7 0,7 3 0,3 1 0,8-3 0,-3-1 0,5-1 0,2 1 0,7 2 0,4-7 0,2 6 0,0-5 0,-2 3 0,-7-6 0,3 3 0</inkml:trace>
  <inkml:trace contextRef="#ctx0" brushRef="#br0" timeOffset="83">22320 17262 8912,'-16'-2'0,"3"-2"0,3-3 0,3-3 0,-7 0 0,5-3 0,-3 2 0,1-3 0,5-1 0,-3-2 0,-1 0 0,0-1 0,7 7 0,-3-1 0,-4 9 0,8 10 0,-3 18 0,3 11 0,2 10 0,0 12 0,0 5 0,0 3 0,0 3 0,0-2 0,0-2 0,0-4 0,0-2 0,0-9 0,0-10 0,0-11 0,0-6 0,0-12 0,0-3 0,0-23 0,0-8 0,2-14 0,3-7 0,7-3 0,3-7 0,2-1 0,1 3 0,5 3 0,-1 3 0,0 11 0,-11 12 0,4 6 0,-3 6 0,3-1 0,2 12 0,0 10 0,1 9 0,-1 13 0,0 9 0,6-1 0,0-6 0,8 0 0,-3 1 0,5-10 0,3-8 0,2-10 0,3-5 0,6-9 0,-3-10 0,8-10 0</inkml:trace>
  <inkml:trace contextRef="#ctx0" brushRef="#br0" timeOffset="84">22905 17417 8912,'-25'0'0,"0"0"0,-4 0 0,-3 5 0,3 1 0,4 13 0,2-2 0,4 12 0,4 0 0,2 3 0,1 3 0,8-3 0,-1-3 0,5 1 0,5-7 0,3 0 0,3-6 0,5-1 0,-5-5 0,4-3 0,3-8 0,-1 0 0,0-2 0,-2-4 0,-3-5 0,3-12 0,-3-6 0,1 0 0,-2-5 0,3 9 0,-8-9 0,5 5 0,-5 0 0,0 5 0,-5 6 0,3 1 0,2 0 0,0 7 0,-6-5 0,0 13 0,5 2 0,1 12 0,-2 3 0,0 2 0,0 0 0,3-1 0,3-5 0,1 3 0,7-9 0,-1 7 0,0-7 0,6 1 0,0-6 0,0 0 0,-6 0 0,0-7 0,-1-5 0,-5-3 0,4-10 0,-5-2 0</inkml:trace>
  <inkml:trace contextRef="#ctx0" brushRef="#br0" timeOffset="85">23215 17365 8912,'-8'10'0,"6"-3"0,-6 1 0,8 3 0,0-1 0,0 1 0,2 1 0,4 5 0,4 0 0,7 0 0,0 1 0,0-1 0,6-6 0,2-1 0,0-3 0,0-3 0,3-2 0,-5-2 0,0 0 0,-6 0 0,-1-2 0,-5-3 0,3-5 0,-9-7 0,1-6 0,-6 0 0,0 2 0,0 2 0,0 2 0,0-1 0,0 1 0,0 0 0,0 0 0,0 0 0,6 5 0,0 1 0,7-1 0,-2-5 0,5-8 0,1-1 0</inkml:trace>
  <inkml:trace contextRef="#ctx0" brushRef="#br0" timeOffset="86">23765 17262 8912,'8'17'0,"-6"-5"0,3-1 0,-3 0 0,-2 7 0,0-1 0,0-8 0,0 7 0,0-14 0,0 5 0,8-9 0,4-3 0,3-7 0,2-3 0,6-4 0,0-4 0,0 4 0,-6-4 0,-2-2 0,-3 2 0,1 0 0,-7 6 0,0 0 0,-6 0 0,-8 7 0,-5 4 0,-6 4 0,-4 2 0,-6 8 0,6 3 0,-6 12 0,6 6 0,0 4 0,6 1 0,2 6 0,3 0 0,5 8 0,9-4 0,5 0 0,11-4 0,8-6 0,14-5 0,10-6 0,8-12 0,1-5 0,-2-12 0,-3-3 0,5-24 0,-7-3 0</inkml:trace>
  <inkml:trace contextRef="#ctx0" brushRef="#br0" timeOffset="87">24694 16677 8912,'-17'0'0,"0"0"0,7-2 0,5-3 0,5 7 0,5 1 0,7 15 0,3 6 0,2 5 0,1 7 0,-1 3 0,0 1 0,0 6 0,0-4 0,-1 0 0,-5 0 0,5 4 0,-7-6 0,3-2 0,-1-2 0,-5-3 0,5-5 0,-7-1 0,2-4 0,-4-10 0,-2 5 0,0-20 0,0 0 0</inkml:trace>
  <inkml:trace contextRef="#ctx0" brushRef="#br0" timeOffset="88">24574 17124 8912,'-10'0'0,"3"-7"0,14-3 0,5-7 0,11 0 0,6 0 0,11-1 0,6 1 0,5-6 0,7 0 0,-3-5 0,8 5 0,-9-6 0,-3 6 0,-9 2 0,2 2 0,0 2 0</inkml:trace>
  <inkml:trace contextRef="#ctx0" brushRef="#br0" timeOffset="89">25176 16866 8912,'-11'0'0,"-1"0"0,7 6 0,-7 0 0,6 0 0,-5-6 0,5 2 0,-5 3 0,7-1 0,-2 8 0,4-1 0,2 6 0,0 0 0,8-1 0,3-5 0,10 3 0,4-9 0,2-1 0,4-2 0,1-2 0,3 0 0,-7 0 0,1 0 0,-8-6 0,2 1 0,-12-9 0,-5 3 0,-4-10 0,-2-2 0,-13 0 0,-5 6 0,-10-2 0,-1-1 0,-3 1 0,-3 4 0,1 4 0,-1-1 0,9-1 0,3 7 0,3 0 0,11 14 0,-6 2 0,5 7 0</inkml:trace>
  <inkml:trace contextRef="#ctx0" brushRef="#br0" timeOffset="90">26295 16677 8912,'-10'-7'0,"-5"3"0,4-8 0,-5-1 0,-1-2 0,6 3 0,-1 3 0,-1 1 0,-3 4 0,-1-3 0,0 1 0,0 2 0,1 10 0,3 7 0,4 8 0,1 8 0,2 5 0,6 6 0,0-1 0,0 5 0,2-1 0,4 1 0,3-5 0,9 1 0,1-4 0,2-4 0,2-5 0,-2-10 0,5-1 0,3-11 0,-2 1 0,2-6 0,-1-7 0,7-5 0,-9-11 0,-3-6 0,-3-11 0,4-4 0,3-7 0</inkml:trace>
  <inkml:trace contextRef="#ctx0" brushRef="#br0" timeOffset="91">26450 16488 8912,'-12'-6'0,"1"1"0,7-9 0,-4 14 0,8 0 0,0 10 0,0 13 0,0 9 0,0 8 0,8 8 0,3-2 0,-1 2 0,1-2 0,1 3 0,5-3 0,-2 2 0,-3-2 0,3-6 0,-3-11 0,1 1 0,-1-7 0,-3-6 0,-3-5 0,-4-8 0,5-4 0,-7-12 0,0-9 0,0-2 0,0-7 0,0 1 0,2-4 0,4-1 0,-4 2 0,4 3 0,3-2 0,3 8 0,-5 1 0,-1 4 0,4 7 0,1-1 0,-1 9 0,1-1 0,3 8 0,-1 7 0,-2 12 0,3-2 0,-8 8 0,5-8 0,-5 2 0,7-4 0,-1-2 0,-3-6 0,3 1 0,-1-8 0,6 1 0,1-3 0,-1-4 0,0-3 0,0-7 0,0-11 0,1 2 0,-1-7 0,-6 7 0,1-2 0,-8 9 0,1 3 0,-3 5 0,-2-5 0,2 7 0,2 0 0,2 10 0,-3 11 0,-1 2 0,-2 10 0,0-1 0,0 7 0,2-9 0,4-3 0,-4-2 0,6-2 0,-3 1 0,1-5 0,7-9 0,-3-1 0,7-10 0,-5-5 0,-1-7 0,-7-8 0,2-4 0,-4-3 0,-2-3 0,0 3 0,0 1 0,-2 5 0,-4 1 0,-4 2 0,-7 6 0,0 7 0,0 3 0,2 8 0,3 5 0,6 2 0,10 5 0,6-3 0,5-3 0,0 5 0,14-6 0,-6-1 0,6-5 0,-3 0 0,3 0 0,2 0 0,-8 0 0,-2-2 0,-2-3 0,-2-3 0,0-3 0,0-5 0,-7 7 0,-2-8 0,-8-1 0,-8 9 0,-4 5 0,-3 8 0,0 7 0,3 12 0,-1-2 0,7 8 0,1-6 0,5 5 0,0-5 0,0 6 0,0-8 0,1 2 0,5-4 0,4-4 0,7-3 0,0-5 0,0-7 0,6-7 0,0-5 0,0-11 0,-6-5 0,-5-5 0,-3-1 0,-1 0 0,-4-1 0,-2 3 0,-2 3 0,0 4 0,0 8 0,-8 2 0,-3 3 0,-10 5 0,-2 7 0,2 13 0,7 4 0,5 2 0,1 0 0,-5 6 0,11-6 0,-4 4 0,12-11 0,3-5 0</inkml:trace>
  <inkml:trace contextRef="#ctx0" brushRef="#br0" timeOffset="92">27775 16523 8912,'0'-10'0,"-2"-3"0,-4 7 0,-3 0 0,-9 6 0,9 8 0,3 3 0,4 5 0,2 1 0,0 0 0,0 0 0,8 2 0,3 4 0,-1-4 0,1 4 0,1 2 0,5-2 0,0 2 0,0-4 0,-1 2 0,-5-2 0,3 4 0,-9-2 0,3 1 0,-2-1 0,-4-4 0,3 4 0,-10-2 0,-7 2 0,-3-4 0,-4 4 0,-4-4 0,4-1 0,-6-9 0,8-3 0,-1-4 0,1-17 0,0-5 0</inkml:trace>
  <inkml:trace contextRef="#ctx0" brushRef="#br0" timeOffset="93">27981 16574 8912,'-17'0'0,"0"0"0,7 0 0,3 0 0,9 0 0,3 0 0,7 0 0,11-2 0,5-3 0,5-7 0,1-11 0,1 4 0,-1-4 0,-1-2 0,-5 2 0,3-5 0,-8 3 0,-4 0 0,-6 0 0,-5 2 0,-8 6 0,-2 2 0,-4 3 0,-9 5 0,-8 7 0,-7 9 0,1 8 0,-4 14 0,1 11 0,1 4 0,3 7 0,8 7 0,3 8 0,2 3-109,9 4 1,1-7 108,5 1 0,15-10 0,8-13 0,15-11 0,8-13 0,11-10 0,6-10 0,4-12 0,2-13 0,0-15 0,0-8 0,-10 0 0,-7-5 0,-8 7 0,-10-13 0,0-4 0,1-4 0</inkml:trace>
  <inkml:trace contextRef="#ctx0" brushRef="#br0" timeOffset="94">27172 17709 8912,'-1'-52'0,"-3"-1"0,-2-4 0,-2 11 0,5 0 0,-3 10 0,0 7 0,-2 6 0,7 12 0,-7 11 0,8 13 0,0 8 0,0 8 0,2 16 0,4 9 0,5 5 0,4 6 0,2 0 0,1-2 0,5-4 0,0-7 0,1 5 0,-3 0 0,2-3 0,-2-6 0,4-1 0,-2-6 0,0-1 0,-6-6 0,-7 1 0,-10-9 0,-10-1 0</inkml:trace>
  <inkml:trace contextRef="#ctx0" brushRef="#br0" timeOffset="95">27000 18036 8912,'-9'-18'0,"3"1"0,6 0 0,6 0 0,5 0 0,12-1 0,6-4 0,11-1 0,-2-6 0,8 6 0,-8-6 0,3 5 0,-5-3 0,-2-4 0,-1 4 0,-4-1 0,-3 1 0,-3-2 0,-9-1 0,3 7 0,-6 0 0,1 6 0,1 0 0,-7-1 0,0 9 0,-6 3 0,0 12 0,5 11 0,1 12 0,8 11 0,-5 8 0,3 5 0,-1 4 0,1 6 0,5-5 0,0 5 0,0-6 0,0 0 0,1-5 0,-1-8 0,0-6 0,-2-7 0,-3-8 0,3-4 0,-11-10 0,7-3 0,-7-14 0,2-9 0,2-4 0,-3-11 0,-1-7 0,-2-3 0,0 2 0,4-6 0,-4 3 0,3-3 0,3 4 0,-2 7 0,1 9 0,-3 1 0,2 0 0,7 13 0,-3 5 0,7 18 0,-2 12 0,-3 6 0,3 3 0,-3 1 0,1-3 0,-2-1 0,5-2 0,-5 1 0,5-9 0,1-7 0,-6-2 0,1 1 0,-1-3 0,6-8 0,-1-8 0,-5-3 0,4-7 0,-3-5 0,-4 2 0,-3-7 0,3 5 0,0-4 0,-1 2 0,1 4 0,0 2 0,-3 2 0,-3 7 0,8-3 0,-5 7 0,-1 1 0,6 6 0,-1 5 0,1 6 0,-4 1 0,5-2 0,-5 5 0,5-5 0,-1-1 0,1 1 0,5-7 0,-5 2 0,4-4 0,3-2 0,-1 0 0,0 0 0,0-8 0,1-3 0,-3-5 0,-2-1 0,-1 0 0,1 0 0,0 0 0,-1-1 0,1 7 0,-7-1 0,7 9 0,-3-5 0,7 16 0,-2 5 0,-1 8 0,-3 8 0,1 1 0,5-1 0,-2 3 0,-3-3 0,1 2 0,-7-3 0,5 3 0,-5-8 0,-2-2 0,-2-2 0,-2-8 0,0 1 0,0-1 0,-8 4 0,-3-3 0,-10-4 0,-2-8 0,-8 0 0,4-8 0,-7-2 0</inkml:trace>
  <inkml:trace contextRef="#ctx0" brushRef="#br0" timeOffset="96">28016 17520 8912,'-16'11'0,"3"-1"0,3-1 0,3 1 0,-7-6 0,13 3 0,-5-10 0,12-9 0,3-1 0,8-14 0,1 0 0,-1 1 0,-6 3 0,1-6 0,-3 6 0,3-6 0,-5 8 0,-7-2 0,0 4 0,0 2 0,-7 8 0,-5 3 0,-1 8 0,1 9 0,-3 1 0,4 11 0,-5 3 0,-1 1 0</inkml:trace>
  <inkml:trace contextRef="#ctx0" brushRef="#br1" timeOffset="97">4233 9181 8912,'-15'-17'0,"2"2"0,3 1 0,2 3 0,3 5 0,5-5 0,0-3 0,0-1 0,0-2 0,0 0 0,0 5 0,0 1 0,0 7 0,0-4 0,0 8 0,0 2 0,2 4 0,1 7 0,3 8 0,6 6 0,-7 7 0,9 6 0,-3 1 0,3 6 0,-3-1 0,4 2 0,-3-2 0,3 7 0,2-7 0,-5 6 0,-1-12 0,-7-2 0,2-7 0,-4-3 0,5-14 0,-5 1 0,4-15 0,-12 0 0,3-8 0,-9-3 0,6-12 0,-5-6 0,1-3 0,-1-3 0,-3-7 0,7-2 0,-1-3 0,0-5 0,-3 6 0,5-5 0,-5 1 0,5 10 0,0 0 0,6 5 0,0 9 0,0 1 0,0 17 0,0 8 0,2 15 0,4 16 0,4 7 0,-1 8 0,6 4 0,-3 1 0,1 1 0,-1-1 0,3-1 0,-4-4 0,-1 4 0,2-5 0,-7-4 0,7-7 0,-8-2 0,1-9 0,-3-2 0,6-1 0,-6-20 0,4-12 0,-5-19 0,-1-12 0</inkml:trace>
  <inkml:trace contextRef="#ctx0" brushRef="#br1" timeOffset="98">3803 8390 8912,'0'-17'0,"0"0"0,0 0 0,0-1 0,0 1 0,0 0 0,6 0 0,0 0 0,7 5 0,0 1 0,6-3 0,4-1 0,6 4 0,-6-1 0,8 3 0,-3-3 0,-3 5 0,-2 7 0,-4 0 0,-2 0 0,-1 9 0,-5 8 0,-5 10 0,-4 6 0,-4 9 0,-4 3 0,-5 5 0,-12 2 0,4-1 0,-4 1 0,4-6 0,1-1 0,3-6 0,4 1 0,5-6 0,4-5 0,4-6 0,4-12 0,5-3 0,12-8 0,6-2 0,11-4 0,-2-11 0,6-12 0,0-3 0,0-2 0,-8-1 0,-1 1 0,-8 5 0,-10 0 0,0 1 0,0-7 0</inkml:trace>
  <inkml:trace contextRef="#ctx0" brushRef="#br1" timeOffset="99">3872 8665 8912,'10'-17'0,"7"0"0,15-8 0,14-4 0,10-5 0,1-6 0,8 4 0,-4-6 0,0 0 0,6-2 0,-6-8 0</inkml:trace>
  <inkml:trace contextRef="#ctx0" brushRef="#br1" timeOffset="100">4767 7978 8912,'7'17'0,"-5"-6"0,4 1 0,-4-7 0,-2 7 0,0-8 0,0 11 0,0-4 0,0 12 0,0-3 0,0 2 0,-8 5 0,-3 2 0,-4 3 0,-3 3 0,1-1 0,0 0 0,0-1 0,0-4 0,-1 3 0,1-3 0,0-4 0,0-2 0,0-4 0,-1-2 0,7-6 0,-1 1 0,9-8 0,-11-4 0,8-12 0,1-5 0,5-6 0,2 2 0,3-8 0,5 1 0,7-7 0,0 3 0,1 3 0,-1-1 0,0 7 0,0 5 0,0 7 0,8 5 0,4-5 0,3 7 0,3-2 0,7 10 0,4 2 0,7 7 0,8-3 0,8-1 0,2-3 0,0-19 0,-2-6 0</inkml:trace>
  <inkml:trace contextRef="#ctx0" brushRef="#br1" timeOffset="101">19756 16368 8912,'-10'0'0,"2"0"0,8 0 0,0 0 0,0-8 0,0 6 0,0-5 0,0 5 0,0-4 0,-7 4 0,-5-4 0,-3 4 0,-2 2 0,-2 0 0,-4 0 0,-4 0 0,-8 0 0,-5 6 0,0 0 0,-8 5 0,1-3 0,-7 0 0,-3-1 0,-3 5 0,3-6 0,-4 7 0,-8-2 0,-6 3-196,1-3 1,-8 4 195,1-3 0,-1-3 0,0 1 0,5 0-53,7-1 0,5-5 53,13 2 0,10 1 0,8-1 0,-1 0 0,16-6 0,2 0 0,11 0 387,12 0-387,-4 0 55,5 0 0,-5 0-55,4 0 0,-4 0 0,6 0 0,-1 0 0,-5 0 0,6-2 0,-8-4 0,0 4 0,7-13 0,3 5 0</inkml:trace>
  <inkml:trace contextRef="#ctx0" brushRef="#br1" timeOffset="102">18568 16041 8912,'0'-17'0,"0"0"0,0 0 0,0-1 0,0 7 0,0 0 0,0 5 0,0-6 0,-2 8 0,-3-1 0,-7 5 0,-3 5 0,-8 5 0,0 7 0,-8 2 0,3 4 0,-5 4 0,1 7 0,1 1 0,2-1 0,-5 1 0,-6-1 0,0 0 0,5 1 0,1-7 0,-1 1 0,1-6 0,-1 6 0,3-8 0,3 2 0,-1-2 0,7 1 0,-2-8 0,6 3 0,2-2 0,7 1 0,0-5 0,5 1 0,-1-1 0,8 6 0,4 0 0,-3-1 0,9-5 0,-6 4 0,5-3 0,-1 3 0,3 0 0,-1-1 0,1-3 0,2 1 0,2 5 0,-5-2 0,-1-3 0,1 3 0,5-4 0,2-1 0,4 1 0,-4 1 0,4 5 0,2-2 0,0-1 0,0-3 0,0 3 0,3-5 0,-5 3 0,6-7 0,-6 7 0,2-8 0,-2 1 0,-4 5 0,6-8 0,-10 7 0,-4-3 0,-3 11 0,-16 2 0,-1 6 0</inkml:trace>
  <inkml:trace contextRef="#ctx0" brushRef="#br1" timeOffset="103">13836 18104 8912,'-12'-11'0,"1"-1"0,7 7 0,-2-7 0,4 7 0,2-7 0,0 6 0,-2-5 0,-3-2 0,3 3 0,-4-2 0,4 7 0,2-7 0,-8 8 0,-3-1 0,-6 5 0,-6 5 0,4 13 0,-4 10 0,-2 12 0,2 8 0,2 8 0,2 7 0,-2 9 0,4 3 0,3-3 0,14-9 0,0 2 0,0-7 0,4-5 0,8-5 0,1-14 0,16-11 0,-1-4 0,7-2 0,-1-7 0,-1-4 0,-5-4 0,5-18 0,-6-3 0</inkml:trace>
  <inkml:trace contextRef="#ctx0" brushRef="#br1" timeOffset="104">14059 18225 8912,'-11'0'0,"0"0"0,7 0 0,-12 0 0,13 0 0,-7 2 0,2 3 0,3 7 0,5 11 0,0-2 0,0 7 0,0 1 0,0 5 0,7-5 0,5 0 0,-3-2 0,3 1 0,-1-3 0,6-8 0,1 0 0,-1-1 0,0-5 0,0-5 0,2-6 0,4-6 0,-3-3 0,2-9 0,-2 1 0,-3 0 0,-8-6 0,-3 0 0,2-7 0,-3 1 0,1 4 0,-6 2 0,0 4 0,0 2 0,0 5 0,0 1 0,0 9 0,0 2 0,0 8 0,0 9 0,0 0 0,0 0 0,8 0 0,3 1 0,5-1 0,1 0 0,0-7 0,0-5 0,6 3 0,0-2 0,6-2 0,-6-10 0,5-2 0,-5-3 0,0-5 0,-5 5 0,-1-6 0,0-6 0,-7 9 0,-5-3 0,-3 4 0,-2-4 0,0 0 0,0 7 0,-7 2 0,5 10 0,-4 4 0,4 4 0,2 7 0,0 6 0,0 1 0,0 1 0,0 0 0,2 0 0,4-2 0,-3-4 0,9 4 0,-6-4 0,3-2 0,-1 0 0,-4 1 0,-2-1 0,-2 0 0,0 0 0,-2 0 0,-4 1 0,-4-1 0,-7 0 0,0-6 0,0 1 0,0-8 0,-1 3 0,9-14 0,1-11 0,8-8 0</inkml:trace>
  <inkml:trace contextRef="#ctx0" brushRef="#br1" timeOffset="105">14713 18431 8912,'0'-11'0,"0"-1"0,0 1 0,0-7 0,0 11 0,0 7 0,0 7 0,0 11 0,0-1 0,6 0 0,0 0 0,0 0 0,1 1 0,-3-3 0,8-4 0,-7 5 0,7-5 0,-6-1 0,5 1 0,0-7 0,7 4 0,-1-8 0,0 0 0,-2-8 0,-1-4 0,-3-3 0,3-2 0,-1-6 0,-2 0 0,3-5 0,-8 5 0,5-6 0,-5 6 0,0 0 0,-6 6 0,0 7 0,1 10 0,3 12 0,2 3 0,-2 4 0,-2 4 0,3-4 0,1 4 0,8-4 0,-3-2 0,6-1 0,6-5 0,-2 3 0,8-9 0,-2 1 0,1-6 0,5-2 0,-4-4 0,-5-3 0,-1-8 0,-3-1 0,-3 1 0,-2 0 0,-4 0 0,-3 0 0,-8-1 0,-2 1 0,-4 2 0,-5 4 0,-4-3 0,-2 8 0,-1 1 0,1 7 0,0 3 0,5-1 0,1 8 0,7-1 0,-2 6 0,-1-5 0,1-1 0,0 1 0,6 5 0,0 0 0,0-7 0,2-3 0,4-7 0,-2 0 0,7 0 0,-5 0 0,5 0 0,1-7 0,5-5 0,0-3 0,1 5 0,-1 5 0,-6 8 0,1 3 0,-9 7 0,3-1 0,4 3 0,-3 2 0,5 1 0,3-1 0,-5 0 0,7-2 0,0-3 0,-5-5 0,-1-7 0,-5-7 0,5-5 0,-7-11 0,4-3 0</inkml:trace>
  <inkml:trace contextRef="#ctx0" brushRef="#br1" timeOffset="106">15471 18053 8912,'0'-17'0,"0"5"0,0 1 0,2 1 0,3-1 0,-3 3 0,6 8 0,-8 2 0,0 6 0,0 9 0,-2 8 0,-2 9 0,-2 0 0,3 1 0,1 5 0,2 0 0,2 6 0,3-6 0,-1-2 0,8-9 0,-1 3 0,6-3 0,-1-10 0,-5-2 0,6-5 0,0-1 0,1-5 0,5-12 0,-4-7 0,-2-8 0,-6-6 0,1-7 0,-3-3 0,3-3 0,-4 2 0,-8-8 0,0 6 0,0-6 0,0 8 0,0-2 0,0 11 0,0 6 0,-8 4 0,-2 10 0,1 14 0,1 15 0,2 4 0,1 7 0,-1 1 0,6 3 0,2-1 0,4 1 0,-5-3 0,5-3 0,4 1 0,1-7 0,-1-6 0,1-5 0,1-8 0,5 1 0,6-3 0,0-2 0,-2-2 0,-2-3 0,-2-5 0,0-7 0,-5 0 0,-1 0 0,-1-3 0,1-3 0,-3 4 0,-8-4 0,6 4 0,-1 2 0,1 0 0,-6 0 0,0 0 0,0-1 0,2 11 0,4 7 0,-4 2 0,4 9 0,1 6 0,-1 6 0,7 8 0,-1-3 0,-3 5 0,3 1 0,-3 1 0,3-1 0,1 0 0,-7 1 0,5 3 0,-5-4 0,0 5 0,-6-13 0,0 3 0,0 0 0,0-8 0,0 2 0,0-10 0,-2-3 0,-4-3 0,4-1 0,-5-6 0,7-15 0,0-4 0</inkml:trace>
  <inkml:trace contextRef="#ctx0" brushRef="#br1" timeOffset="107">16279 18001 8912,'-17'0'0,"6"0"0,-1 0 0,8 2 0,-1 4 0,3 3 0,2 9 0,6-1 0,1 2 0,3 2 0,3 2 0,2 7 0,3-1 0,-1 4 0,0 1 0,-5 2 0,-1 4 0,-1-9 0,1 3 0,2-9 0,-7 4 0,0-8 0,-6 4 0,0-8 0</inkml:trace>
  <inkml:trace contextRef="#ctx0" brushRef="#br1" timeOffset="108">16331 17967 8912,'10'0'0,"-3"-2"0,-7-4 0,8 2 0,3-7 0,5 7 0,1-2 0,0 3 0,2-1 0,2-2 0,2 2 0,0-3 0,-6 1 0,1 0 0,-1 6 0,-8 2 0,-3 4 0,-10 3 0,-2 8 0,-7 1 0,2-1 0,-5 6 0,-1 0 0,2 0 0,1-6 0,5 0 0,1 0 0,2 2 0,6 2 0,0 2 0,8 0 0,4-6 0,5-1 0,6-5 0,-4 2 0,6-5 0,-2 0 0,0-1 0,0-1 0,-6-6 0,-8 8 0,-5 1 0,-8 1 0,-7 5 0,-12-3 0,2-3 0,-8 3 0,8-3 0,-2 5 0,2-5 0,-2-1 0,4 5 0,-6-11 0,8 6 0</inkml:trace>
  <inkml:trace contextRef="#ctx0" brushRef="#br1" timeOffset="109">16985 17967 8912,'-17'-6'0,"1"-2"0,5-1 0,3 5 0,10-4 0,4 8 0,0 0 0,9 0 0,6 0 0,4 0 0,-2-5 0,6-1 0,-1 0 0,7 6 0,-1-2 0,-1-1 0,-5-3 0,-3 0 0,-8 6 0</inkml:trace>
  <inkml:trace contextRef="#ctx0" brushRef="#br1" timeOffset="110">17071 18156 8912,'-17'27'0,"0"-4"0,7-10 0,4-2 0,-1-5 0,1 6 0,0-9 0,8 3 0,4-10 0,5-1 0,12-9 0,6 3 0,3-10 0,3-2 0,1 0 0,2 6 0,4-2 0,2-4 0,2-4 0,6-7 0</inkml:trace>
  <inkml:trace contextRef="#ctx0" brushRef="#br1" timeOffset="111">17570 17829 8912,'-27'0'0,"-3"0"0,7 0 0,0 6 0,6 0 0,-1 9 0,1 2 0,8 2 0,3 8 0,6 0 0,6 0 0,3-1 0,8 3 0,8-4 0,4-8 0,3-2 0,3-3 0,-6-5 0,-1-7 0,-1 0 0,2 0 0,-4-7 0,-8-5 0,-6-3 0,1-2 0,-7 0 0,7-1 0,-8-5 0,0-1 0,-8-1 0,-8 0 0,3 0 0,-3 2 0,1 4 0,-6-4 0,-1 4 0,1 2 0,0 2 0,0 3 0,7 5 0,2 7 0,8 0 0</inkml:trace>
  <inkml:trace contextRef="#ctx0" brushRef="#br1" timeOffset="112">18000 17915 8912,'-2'-11'0,"-1"-1"0,-3-1 0,0 5 0,8-1 0,4 3 0,11-4 0,10-7 0</inkml:trace>
  <inkml:trace contextRef="#ctx0" brushRef="#br1" timeOffset="113">18517 17623 8912,'-18'2'0,"1"4"0,-6-4 0,0 3 0,-5 5 0,5 1 0,0-1 0,5 1 0,1 1 0,2 5 0,3 0 0,7 0 0,3 2 0,2 4 0,0-4 0,0 4 0,7-4 0,5-1 0,9-7 0,2 1 0,0-1 0,-6 6 0,0-5 0,0-1 0,1-1 0,-1 1 0,-2 4 0,-1-3 0,-5 3 0,-1 2 0,-2 1 0,-6-1 0,-2 0 0,-4 0 0,-6 0 0,-3 1 0,0-7 0,3 0 0,-3-7 0,4 2 0,-5-4 0,-1-2 0,6-2 0,-1-4 0,8-5 0,-1-12 0,3 2 0,2-8 0,2 1 0,1-7 0,5 1 0,2-1 0,3 3 0,10 3 0,-4-3 0,4 3 0,4 2 0,1-1 0,-1 7 0,2-2 0,-8 4 0,19-6 0,-4-2 0</inkml:trace>
  <inkml:trace contextRef="#ctx0" brushRef="#br1" timeOffset="114">18654 17296 8912,'2'-9'0,"4"3"0,3 6 0,9 6 0,6 3 0,5 8 0,9 10 0,3 8 0,-3 10 0,-2 11 0,-1 5 0,-1 8 0,-7 0-162,-4-1 0,-12 5 162,-5-4 0,-6-4 0,-6-14 0,-11 1 0,-12-1 0,-3-1 40,-3-4 0,-5-12-40,0-11 0,-8-4 0,4-1 0</inkml:trace>
  <inkml:trace contextRef="#ctx0" brushRef="#br1" timeOffset="115">18035 17881 8912,'-12'-6'0,"1"0"0,7 1 0,-4-3 0,16 6 0,1-6 0</inkml:trace>
  <inkml:trace contextRef="#ctx0" brushRef="#br1" timeOffset="116">16297 18414 8912,'-12'-6'0,"3"2"0,1 6 0,2 6 0,6 9 0,0 2 0,0 4 0,2 2 0,4 4 0,-2 3 0,7-3 0,-5 9 0,5 2 0,-1 0 0,3-5 0,-1-1 0,1 0 0,-3 1 0,1-1 0,-1-1 0,1-5 0,-3-3 0,-8-8 0</inkml:trace>
  <inkml:trace contextRef="#ctx0" brushRef="#br1" timeOffset="117">16383 18465 8912,'-6'-26'0,"-2"5"0,-1 5 0,-3 5 0,3-2 0,1-3 0,0-1 0,6 6 0,-3-1 0,3 1 0,2-6 0,0 7 0,0 2 0,0 10 0,2 4 0,2 5 0,1 5 0,1 9 0,-6 3 0,6 7 0,0 5 0,-1 4 0,-5 9 0,0 3 0,0 1 0,0 0 0,0-5 0,0 3 0,0-3 0,0 3 0,0-11 0,0 2 0,0-7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21:51:51.2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25176 6207 8912,'0'-25'0,"6"6"0,0-4 0,-1 4 0,-6 3 0,-3 3 0,-2 2 0,-7 7 0,1-2 0,-5 4 0,-4 4 0,-4 4 0,-2 5 0,4 5 0,-5 1 0,-9 0 0,-9 0 0,-13 8 0,-10 4 0,-15 5 0,35-15 0,-1 0 0,-4 2 0,-1 0-345,-5 1 1,-1 0 0,-5 1 0,-3 0 344,-11 3 0,-1 0 0,4 0 0,-1-1 0,-11 2 0,0-2 0,8-3 0,2 0 0,1-2 0,1 0 0,3-2 0,1 0 0,3 0 0,2-1 0,10-4 0,3 0 0,5-1 0,3-1 0,-34 3 0,20-5 0,8 1 0,5-1 0,9-5 0,-1 2 0,12-4 0,5-2 0,9 0 0,3 0 0,7 0 688,-4 7 1,8 3-689,0 7 0,0 0 0,0 0 0,2 1 0,4-1 0,4 0 0,7-2 0,0-3 0,0-6 0,6-6 0,0-6 0,8-11 0,-5-10 0</inkml:trace>
  <inkml:trace contextRef="#ctx0" brushRef="#br0" timeOffset="1">23128 6275 8912,'-11'-11'0,"1"0"0,3-3 0,-7 1 0,5-1 0,-1 3 0,-5 9 0,4 2 0,-12 12 0,-6 16 0,-6 8 0,-5 16 0,-4 7 0,-9 6 0,-3 8 0,28-33 0,-1 0 0,-3 3 0,-1 0 0,2 3 0,-1 0 0,-3-2 0,-1 0-147,2 2 1,-1-1-1,0-2 1,1-2 146,-17 34 0,5-16 0,17-19 0,6-11 0,10-6 0,1-4 0,9-10 0,-3-1 0,12-8 0,-3-6 0,9 1 0,7-7 0,10 6 0,5-7 0,6 2 0,4-5 0,10-1 0,1 2 0,3 3 0,5-1 0,-6 7 0,6 1 0,-5 5 0,-3 0 293,-1 0 0,-3 7-293,1 5 0,-1 9 0,1 2 0,-6 7 0,0-1 0,0-4 0,5-1 0,1-6 0</inkml:trace>
  <inkml:trace contextRef="#ctx0" brushRef="#br0" timeOffset="2">14627 7531 8912,'10'-18'0,"-2"7"0,-8-1 0,0-1 0,0-2 0,0 5 0,1 5 0,5 10 0,-4-1 0,4 8 0,-2-7 0,1 7 0,-3-7 0,6 5 0,0-2 0,-6 5 0,13-11 0,-7 8 0,5-7 0,-2 3 0,3-2 0,-5-2 0,3-2 0,1 0 0,10 0 0,-2 0 0,8 0 0,1 0 0,3 0 0,1 0 0,1 0 0,-1 0 0,1 0 0,5 0 0,0 0 0,0 0 0,-6 0 0,1 0 0,1 0 0,1 0 0,-3 0 0,4 0 0,-9 0 0,1-2 0,-1-4 0,4 2 0,-5-7 0,5 1 0,1-3 0,1 3 0,-1 3 0,4-5 0,-3 7 0,3-1 0,-9 6 0,3-6 0,3 0 0,5 1 0,0 5 0,0 0 0,-6 0 0,-1 0 0,-4 0 0,7 0 0,-7 0 0,7 0 0,-7 0 0,3 0 0,3 0 0,1 0 0,4 0 0,-4-2 0,5-4 0,-3 4 0,2-6 0,4 3 0,0-1 0,-2 0 0,-8 6 0,1-5 0,-1-1 0,1 0 0,-1 6 0,-1 0 0,-5 0 0,5 0 0,-5 0 0,5 0 0,1 0 0,1 0 0,-1 0 0,3 0 0,1 0 0,4-2 0,2-4 0,0 4 0,2-3 0,5-3 0,1 2 0,0-1 0,5 1 0,-4 2 0,-1-5 0,0 1 0,-1 4 0,-1-3 0,-4 1 0,-4 0 0,-8 6 0,1 0 0,-1 0 0,1 0 0,-1 0 0,1 0 0,-1 0 0,0 0 0,1 0 0,-3 0 0,-3 0 0,2 0 0,-8 0 0,5 0 0,-5 0 0,6 0 0,-6 0 0,-2 0 0,-2 0 0,0 0 0,4 0 0,-4 0 0,4 0 0,-4 6 0,-2 0 0,-3-1 0,1-5 0,4 2 0,0 4 0,0-4 0,-1 4 0,5-5 0,0-1 0,1 2 0,-1 4 0,-2-4 0,8 4 0,0-4 0,3-2 0,-1 0 0,-3 0 0,1 0 0,6 0 0,-3 0 0,-3 0 0,3 2 0,-3 3 0,-2-3 0,-1 4 0,1-4 0,0-2 0,-6 0 0,2 0 0,2 0 0,-2 0 0,5 6 0,-5-1 0,6 1 0,-4-4 0,0 2 0,0 2 0,5 5 0,-1-5 0,3 1 0,3-1 0,-3-4 0,-3 4 0,5-4 0,-3-2 0,4 0 0,-3 0 0,-3 0 0,-1 0 0,3 0 0,-8 0 0,6 0 0,-6 0 0,-1 0 0,-4 0 0,5 0 0,0 0 0,1 0 0,-3 0 0,4 0 0,2 0 0,-4 0 0,6 0 0,-3 0 0,3 0 0,2 0 0,-8 0 0,7 0 0,-1 0 0,-4 0 0,0 0 0,-2 0 0,0 0 0,5 0 0,-5 0 0,6 0 0,-6 0 0,0 0 0,-6 0 0,6-6 0,0 0 0,0 2 0,2 2 0,-6 2 0,4 0 0,2-1 0,-2-5 0,-1 4 0,-4-4 0,5 4 0,0 2 0,5 0 0,-5 0 0,0 0 0,-4 0 0,2-2 0,2-3 0,2 3 0,-2-4 0,-4 4 0,4 2 0,-4 0 0,-2 0 0,6 0 0,0 0 0,-2 0 0,-1 0 0,-3 2 0,0 4 0,6-4 0,0 3 0,0-3 0,-6-2 0,0 0 0,0 0 0,1 0 0,-1 0 0,0 0 0,0 0 0,0 0 0,1 0 0,-1 0 0,0 0 0,0 0 0,0 0 0,3 0 0,1 0 0,2 0 0,-2 0 0,0 0 0,2 0 0,-4-5 0,4-1 0,2 0 0,-3 6 0,-1-2 0,-1-4 0,-1 4 0,4-3 0,-4 3 0,4 2 0,-4-2 0,-2-4 0,0 4 0,0-3 0,1 3 0,-1 2 0,0 0 0,0-2 0,1-4 0,-7 4 0,0-4 0,-7 4 0,12 2 0,-15 0 0,7 0 0,-8 0 0,-8 0 0,7 0 0,-7 0 0,6 0 0,-4 0 0,4 0 0,-5 0 0,7 0 0,0 0 0,-8 0 0,-1 0 0,-16 0 0,-2 0 0</inkml:trace>
  <inkml:trace contextRef="#ctx0" brushRef="#br0" timeOffset="3">25624 11296 8912,'-8'-17'0,"-3"0"0,-5 5 0,1 10 0,4 14 0,3 20 0,8 4 0,0 8 0,0 10 0,0-1 0,0 8 0,0 1 0,0-1 0,6 2 0,1 4 0,1-2 0,0-2 0,-1-14 0,-1 3 0,-4-18 0,4-1 0,-4-7 0,-2-5 0,0-9 0,-8-8 0,-4-16 0,-11-7 0,-3-15 0</inkml:trace>
  <inkml:trace contextRef="#ctx0" brushRef="#br0" timeOffset="4">25469 11451 8912,'17'-8'0,"0"4"0,0-7 0,-5 5 0,-1-5 0,1 7 0,5-2 0,0-4 0,1 9 0,-1-5 0,0 4 0,0 2 0,0 0 0,1 0 0,-7 0 0,0 0 0,-7 2 0,2 4 0,-4 3 0,-2 8 0,0 0 0,-2 1 0,-4-1 0,2 0 0,-5 0 0,-1-2 0,1-3 0,5 3 0,-11-5 0,5 7 0</inkml:trace>
  <inkml:trace contextRef="#ctx0" brushRef="#br0" timeOffset="5">25951 11537 8912,'11'0'0,"1"0"0,-9 2 0,3 3 0,-2 5 0,2 7 0,-4 0 0,5 0 0,-1 2 0,0 4 0,1-3 0,-1 2 0,-2 3 0,7-2 0,-7-6 0,2-5 0,2-6 0,-3 5 0,3-7 0,-2 2 0,-4-12 0,3-8 0,-1-7 0,2-7 0,-4-5 0,6-1 0,-3 1 0,1 5 0,7-5 0,-1 5 0,3 3 0,2 2 0,3 4 0,2 2 0,-1 1 0,8 5 0,8 3 0,-1 1 0,6-3 0</inkml:trace>
  <inkml:trace contextRef="#ctx0" brushRef="#br0" timeOffset="6">26587 11468 8912,'-11'11'0,"-1"1"0,-1-7 0,-10 7 0,2-1 0,-6 9 0,1 1 0,-1 1 0,6 7 0,-2-6 0,4 2 0,3-4 0,5 2 0,5-2 0,4-2 0,2-2 0,2-2 0,4-3 0,5-6 0,5-5 0,1-4 0,0-7 0,0-7 0,2-6 0,4 0 0,-3 2 0,2-8 0,-8 8 0,-3-2 0,1 4 0,3 2 0,-2 2 0,-1 3 0,-8-3 0,11 13 0,-13-3 0,4 10 0,-4 7 0,-2 11 0,2-2 0,3 7 0,-3-1 0,6 2 0,-2-4 0,-1-1 0,9-5 0,-3 4 0,4-4 0,3-3 0,-1-5 0,0-11 0,0-9 0</inkml:trace>
  <inkml:trace contextRef="#ctx0" brushRef="#br0" timeOffset="7">26983 10780 8912,'-17'12'0,"0"-1"0,0 2 0,5 3 0,3 5 0,-1 5 0,0 9 0,7 18 0,-3 5 0,4 12 0,2 5 0,2-3 0,4-1 0,-3-4 0,9-4 0,-1-6 0,7-11 0,-1-11 0,0-13 0,-6-2 0,1-3 0,-1-8 0,1-1 0,-3-10 0,1-4 0,0-5 0,1-10 0,6-2 0,0-8 0,1 3 0,-3-5 0,-4-1 0,5 5 0,-5 1 0,-3 7 0,7-4 0,-13 15 0,6 10 0,-8 12 0,2 5 0,1 4 0,3 4 0,-2 1 0,-2-3 0,-2 6 0,6-8 0,-1 2 0,9 4 0,-5-10 0,9 0 0,-1-9 0,0-6 0,0-2 0,0-8 0,1-4 0,-3-5 0,-4-6 0,8 2 0,-7-7 0,7 5 0,-7-6 0,1 8 0,0-2 0,-3 4 0,-2 2 0,-1 7 0,-1 5 0,-4 5 0,4 5 0,-5 7 0,5 11 0,0 5 0,2 5 0,-3 1 0,5-1 0,7-5 0,2 3 0,2-8 0,4-2 0,2-2 0,-4-9 0,5-5 0,1-5 0,6-5 0,-1-7 0,0-11 0,1-6 0,-1-3 0,-5-8 0,0 0 0,-8-2 0,2 2 0,-10 5 0,-3 1 0,-3 9 0,-3 6 0,-10 9 0,-9 5 0,-8 10 0,-2 18 0,4 14 0,-2 5 0,2 5 0,4 3 0,5 2 0,5-3 0,7-3 0,2 2 0,7-8 0,12-4 0,12-5 0,20-14 0,5-11 0,14-12 0,9-5-799,3-20 0,-6-5 1,-1-16-1</inkml:trace>
  <inkml:trace contextRef="#ctx0" brushRef="#br0" timeOffset="8">24195 7892 8912,'6'-18'0,"0"1"0,-2 0 0,-2 0 0,-2 0 0,0-1 0,0 1 0,0 0 0,0 6 0,0-1 0,0 8 0,0-3 0,0 16 0,0 8 0,0 12 0,0 9 0,0 8 0,0 13 0,0 10 0,0 9 0,0-29 0,0 2 0,0 2 0,0 3 0,-1 10 0,0 3 0,-1 8 0,0 3 0,-1 9 0,0 2-330,2-27 1,0 2 0,-1 0 0,0 0 0,-1 1 0,1-1 329,0 1 0,0 0 0,0 0 0,-1 27 0,0-1 0,3 3 0,0-3 0,0-15 0,0-3-159,0-5 1,0-3 0,0-7 0,0-3 158,0 40 0,-2-3 0,-2-10 0,-1-4-62,1-5 0,0-12 62,-2-6 0,3-11 0,-9-6 0,8-6 0,-2-5 0,5-10 1794,1-7-1794,0-9 772,0 5-772,0-8 0,0-2 0,0-4 83,0-5 0,0-4-83,0-3 0,0-4 0,0-1 0,0 0 0,0 6 0,-8-8 0,-2-2 0</inkml:trace>
  <inkml:trace contextRef="#ctx0" brushRef="#br0" timeOffset="9">23937 10505 8912,'-19'-2'0,"-2"-4"0,-2-5 0,0 3 0,14-7 0,9 13 0,11-4 0,6 4 0,6 2 0,8 0 0,7 0 0,0 0 0,8 0 0,0 0 0,6 0 0,-1 0 0,1 0 0,7-1 0,4-5 0,16 2 0,11-7 0,-39 4 0,1 0 0,3 0 0,1-1 0,2 0 0,0 1-253,5 1 0,1 0 0,0-1 0,2 1 253,2 2 0,1 2 0,3-1 0,0 0 0,-1 3 0,1 0 0,1 0 0,-1 0 0,1 0 0,0 0 0,3 0 0,1 0 0,2 0 0,0 0 0,6 0 0,1 0 0,-1 1 0,2-2 0,-21 0 0,1-1 0,2 0-122,5 0 0,0 0 0,2 0 0,5-2 1,2-1-1,0 0 0,2 2 0,0 0 0,1 0 1,-1 0-1,1-1 0,-1 1 122,0 1 0,1 1 0,-1-1 0,4-1 0,0 0 0,-1-1-320,-1 0 0,-2 0 0,1 1 0,1 0 1,-1 0-1,-1 1 320,-2 0 0,0 0 0,-2 0 0,-3 0 0,-2-1 0,0 1 0,-7 0 0,0 0 0,-1 0 0,-2 0 0,0 0 0,-1 0 0,27 2 0,-2 0 0,-5 0 0,-2-2-121,-6-1 1,-3 0 0,-12 3 0,-4-1 120,34-5 0,-6 2 251,-11-2 0,-10 4-251,-14-3 0,-8-3 368,-15 2 0,-3-5 0,-10 3-368,-3-1 1144,-5 5 1,-14-4-1145,-5 8 0,-11 0 415,-5 0 0,-22 8-415,-13 3 0,-12 5 0,-11-7 0,0-1 0</inkml:trace>
  <inkml:trace contextRef="#ctx0" brushRef="#br0" timeOffset="10">21821 8958 8912,'9'7'0,"-1"-3"0,-8 8 0,-2 1 0,-4 2 0,4 4 0,-3 2 0,1 4 0,-2 2 0,4-6 0,-4 2 0,4-4 0,2-2 0,2 0 0,4-1 0,6-5 0,3-3 0,2-10 0,0-4 0,0-7 0,1-8 0,-7-4 0,1-4 0,-9-3 0,3 3 0,-6 2 0,-6 1 0,-5 3 0,-4 7 0,-8 1 0,0 9 0,-8 1 0,2 5 0,-3 7 0,-2 5 0,1 9 0,4 2 0,6 7 0,12-3 0,7 0 0,8-4 0,9 0 0,16-6 0,7-4 0,16-13-848,7 0 0,2-15 0,8-4 0</inkml:trace>
  <inkml:trace contextRef="#ctx0" brushRef="#br0" timeOffset="11">22457 8631 8912,'10'-17'0,"-2"0"0,-8-1 0,0 1 0,-2 2 0,-4 3 0,2 7 0,-7 10 0,5 20 0,-4 17 0,1 14 0,-1 12 0,1 17 0,3-37 0,0 1 0,-1 2 0,1 1-182,3 2 0,0 1 0,-3 0 0,1 1 182,2 1 0,0 0 0,-3 2 0,0-1 0,3-3 0,1-1 0,-2 1 0,0-1 0,2-3 0,0-1 0,-4 44 0,3-14 0,1-19 0,2-21 0,0-11 0,0-6 0,7-12 0,3-9 0,-1-12 0,7-1 0,-7-14 0</inkml:trace>
  <inkml:trace contextRef="#ctx0" brushRef="#br0" timeOffset="12">22767 9387 8912,'-19'33'0,"-2"-4"0,-2-6 0,2-4 0,2 5 0,2 5 0,5 4 0,1 1 0,7 0 0,-2-1 0,6-5 0,6-5 0,3-3 0,9-3 0,-1-8 0,0-3 0,0-6 0,0-6 0,6-5 0,0-14 0,-4-8 0,-5-5 0,-5-8 0,-3 6 0,-4 0 0,4 6 0,-12-1 0,-5 3 0,-5 3 0,-1 6 0,0 12 0,0 5 0,-1 4 0,1 2 0,2 10 0,3 7 0,5 8 0,7 9 0,0 1 0</inkml:trace>
  <inkml:trace contextRef="#ctx0" brushRef="#br0" timeOffset="13">25021 10178 8912,'-2'10'0,"-1"-2"0,-3-1 0,2 5 0,2 3 0,2 2 0,0 2 0,0 4 0,0-4 0,0 6 0,0 0 0,0 4 0,0-1 0,0 5 0,0 3 0,0 0 0,0 8 0,-7-7 0,-3 5 0</inkml:trace>
  <inkml:trace contextRef="#ctx0" brushRef="#br0" timeOffset="14">24574 11004 8912,'-6'32'0,"-1"-3"0,-3-4 0,-3-1 0,-3 3 0,-1 8 0,0 1 0,0 4 0,1-4 0,5 4 0,3-5 0,8-5 0,2-3 0,4-2 0,4-10 0,7-9 0,0-4 0,0-2 0,2-8 0,0-5 0,1-8 0,-5-8 0,-4-3 0,1-3 0,1 1 0,-7 0 0,-2-1 0,-8 3 0,-4 1 0,-1 2 0,-3 8 0,-5-2 0,0 10 0,0 2 0,-1 7 0,1-2 0,0 4 0,0 2 0,0 8 0,-1 1 0,1 9 0</inkml:trace>
  <inkml:trace contextRef="#ctx0" brushRef="#br0" timeOffset="15">24867 11055 8912,'-18'-17'0,"1"0"0,0 0 0,0 7 0,5 2 0,1 8 0,9 0 0,2 0 0,9 6 0,14 0 0,-4 0 0,14-14 0,-6-2 0</inkml:trace>
  <inkml:trace contextRef="#ctx0" brushRef="#br0" timeOffset="16">25107 10969 8912,'0'35'0,"0"-3"0,0-3 0,-1 5 0,-5 1 0,2 5 0,-6 7 0,3-3 0,3-2 0,2 6 0,2-2 0,0-4 0,0-2 0,0-6 0,0-5 0,8-4 0,1-8 0</inkml:trace>
  <inkml:trace contextRef="#ctx0" brushRef="#br0" timeOffset="17">26433 10092 8912,'-10'2'0,"4"4"0,-1 4 0,1 7 0,0 6 0,4 2 0,-2 1 0,-1 5 0,-1 7 0,6 2 0,0 0 0,0 2 0,0-5 0,0 5 0</inkml:trace>
  <inkml:trace contextRef="#ctx0" brushRef="#br0" timeOffset="18">26260 10660 8912,'-26'17'0,"-1"-6"0,6 1 0,-2 1 0,2 3 0,2 3 0,2 2 0,1 3 0,5 3 0,3 0 0,8 2 0,2-3 0,4-5 0,5 0 0,5-5 0,3-7 0,4-9 0,-4 0 0,4 0 0,-4-2 0,-4-5 0,-2-9 0,-1-5 0,-8-3 0,2 1 0,-5 2 0,-1-8 0,0 8 0,0-2 0,-5-2 0,-1 2 0,-7 0 0,1 8 0,-3 4 0,3 1 0,1 4 0,7 4 0,-4-5 0,8 7 0</inkml:trace>
  <inkml:trace contextRef="#ctx0" brushRef="#br0" timeOffset="19">26484 10780 8912,'-17'0'0,"0"0"0,0 0 0,-1 0 0,7 0 0,-1 0 0,7 0 0,-7 0 0,8 0 0,-1-6 0,10-1 0,7-3 0,11-9 0,4-8 0</inkml:trace>
  <inkml:trace contextRef="#ctx0" brushRef="#br0" timeOffset="20">26673 10677 8912,'12'9'0,"-1"-3"0,-5-4 0,6-2 0,-7-2 0,7-4 0,-6 3 0,5-9 0,-5 8 0,5-1 0,3 3 0,-1 4 0,-2 3 0,-1 5 0,-4 7 0,-4 8 0,3 2 0,-3 1 0,-2 1 0,0 0 0,0 5 0,0-1 0,0-5 0,-5-3 0,-1-8 0,2 0 0,12-7 0,9-4 0,8-6 0,9-6 0,10-11 0,8-12 0,1-3 0,10-3-497,-7 1 1,3-8 0,-7-2 0</inkml:trace>
  <inkml:trace contextRef="#ctx0" brushRef="#br0" timeOffset="21">28222 10092 8912,'8'10'0,"1"-2"0,1-1 0,-4 5 0,-4 3 0,-2 2 0,-2 2 0,-4 4 0,4 4 0,-4 7 0,4 3 0,2 3 0,0-2 0,0 6 0,0-2 0,0-4 0,0-2 0,0-1 0,-1-3 0,-5-3 0,4-4 0,-6-8 0</inkml:trace>
  <inkml:trace contextRef="#ctx0" brushRef="#br0" timeOffset="22">28188 10814 8912,'-2'18'0,"-4"-3"0,-5-4 0,1 5 0,-1-5 0,5-1 0,-4 1 0,3 3 0,3 1 0,2 2 0,2 0 0,0 0 0,8-1 0,3-3 0,6-3 0,6-3 0,-2-1 0,8-6 0,-6-2 0,6-4 0,-8 3 0,2-9 0,-4-1 0,-2-3 0,-8-1 0,-3 0 0,-4-6 0,-2 0 0,-2 0 0,-4 6 0,-5 0 0,-4 0 0,-3 1 0,1 5 0,0-2 0,0 7 0,0-8 0,-1 5 0,1-8 0</inkml:trace>
  <inkml:trace contextRef="#ctx0" brushRef="#br0" timeOffset="23">28601 10969 8912,'-17'6'0,"-1"0"0,-5-1 0,1-6 0,0-5 0,5-4 0,6-7 0,-3 6 0,9-1 0,-1 1 0,6-7 0,9 7 0,7 0 0,7-3 0,4-1 0,1-2 0,7-8 0,-1-2 0</inkml:trace>
  <inkml:trace contextRef="#ctx0" brushRef="#br0" timeOffset="24">28807 10746 8912,'-9'0'0,"1"0"0,10-2 0,4-4 0,-2 4 0,7-4 0,1 3 0,5-3 0,0 4 0,0-4 0,0 4 0,1 2 0,-7 8 0,1 3 0,-9 5 0,3 1 0,-10 0 0,-3 0 0,-3 0 0,6 1 0,-2-1 0,-1 0 0,1 0 0,0 0 0,6 1 0,0-1 0,0 0 0,2 0 0,4 0 0,4-5 0,7-1 0,0 1 0,0 5 0,6 0 0,0-2 0,0-1 0,2-3 0,-8 1 0,0 5 0,-1-6 0,-11 1 0,1-1 0,-6 7 0,0-1 0,-8-6 0,-3 1 0,-4-1 0,-3-1 0,1 3 0,0-7 0,0 0 0,0-6 0,5-2 0,1-4 0,-1-4 0,-5-7 0</inkml:trace>
  <inkml:trace contextRef="#ctx0" brushRef="#br0" timeOffset="25">29805 10144 8912,'0'17'0,"0"0"0,0 1 0,-1-1 0,-3 2 0,-2 2 0,2 2 0,2 9 0,2 3 0,0-1 0,0 6 0,2 2 0,2 0 0,4 0 0,1 0 0,1 0 0,1-2 0,3-5 0,-9-1 0,1-1 0,-6-10 0,0-1 0,-8 3 0,-1 2 0</inkml:trace>
  <inkml:trace contextRef="#ctx0" brushRef="#br0" timeOffset="26">29771 11279 8912,'-8'9'0,"-1"-1"0,-8-8 0,7 0 0,10 0 0,10 0 0,7 0 0,2 0 0,4 0 0,4 0 0,7 0 0</inkml:trace>
  <inkml:trace contextRef="#ctx0" brushRef="#br0" timeOffset="27">30064 11296 8912,'-12'-2'0,"1"-4"0,7 4 0,-2-13 0,12 6 0,5-1 0,5 0 0,1 7 0,0-3 0,8-15 0,2 2 0</inkml:trace>
  <inkml:trace contextRef="#ctx0" brushRef="#br0" timeOffset="28">30322 11193 8912,'7'9'0,"-5"-1"0,6-8 0,-8 0 0,-6-2 0,0-4 0,3-3 0,8-8 0,5-1 0,7 1 0</inkml:trace>
  <inkml:trace contextRef="#ctx0" brushRef="#br0" timeOffset="29">30304 10264 8912,'-9'-2'0,"1"-1"0,1-3 0,5-2 0,-4 2 0,14 5 0,9-5 0,17-4 0,20 1 0,15-3 0,15 1 0,-36 5 0,1 0 0,8-2 0,1-1 0,7 0 0,2 1 0,7-1 0,3 1 0,4-2 0,2 1-104,9-3 1,0 1-1,-5 1 1,-2 1-1,-4-3 1,-1 1 0,-3 1-1,1 3 104,-3 1 0,-1 0 0,-4-2 0,-3 1 0,-8 1 0,-3 0 0,40-1 0,-39 1 0,-15 4 0,-19 2 0,-4-8 0,-9 6 0,-5-5 0,-10 7 0,-7 0 0,-3 0 0,-2 0 0,0 0 0,-1 0 0,1 0 0,0 0 0,0 0 0</inkml:trace>
  <inkml:trace contextRef="#ctx0" brushRef="#br0" timeOffset="30">31870 9817 8912,'0'-11'0,"0"-1"0,2 9 0,4-3 0,-4-4 0,6 8 0,-8-3 0,0 12 0,0 10 0,0 10 0,0 6 0,0 3 0,0 4 0,0-2 0,0 8 0,2 2 0,3 9 0,-1-1 0,8 7 0,-7 0 0,7 5 0,-8 3 0,1 0 0,-3 0 0,-2-5 0,-15-8 0,-4 1 0</inkml:trace>
  <inkml:trace contextRef="#ctx0" brushRef="#br0" timeOffset="31">31870 10883 8912,'10'8'0,"5"-6"0,-13 5 0,6-8 0,-8-5 0,0 4 0,0-6 0,0 8 0,0 14 0,0 5 0,0 6 0,0 5 0,2 12 0,2 8 0,1 5 0,1 10 0,-6-2 0,0 4 0,0 2 0</inkml:trace>
  <inkml:trace contextRef="#ctx0" brushRef="#br0" timeOffset="32">24230 8683 8912,'-2'9'0,"-4"-1"0,-5-3 0,-5 1 0,-1 0 0,8-6 0,1 0 0,8-8 0,0 4 0,0-7 0,0 7 0,0-3 0,0 7 0,0 0 0,0-8 0,0 6 0,0-6 0,0 8 0,2 0 0,4 0 0,-4 0 0,7 0 0,-3 0 0,-4 0 0,13 0 0,-3 0 0,3 0 0,2 0 0,0-7 0,0 3 0,1-8 0,5 9 0,0-3 0,1-2 0,-3 1 0,4-1 0,2 0 0,-4-3 0,6 5 0,-1-5 0,7 5 0,-1-6 0,1 7 0,1-3 0,4 2 0,-4 3 0,6-7 0,-1 0 0,-1 1 0,6 3 0,-6-5 0,6 5 0,-6-6 0,6 7 0,-6-7 0,10 7 0,1-7 0,1 1 0,5-7 0,3 3 0,-3 2 0,0 1 0,3-1 0,-13 5 0,5 3 0,-12 1 0,0-2 0,-3 4 0,-3-4 0,0 4 0,-1 2 0,-2 0 0,-3 0 0,7 0 0,5 0 0,6-1 0,-6-5 0,8 4 0,-2-4 0,5-3 0,7-3 0,-5 3 0,4-3 0,-5 6 0,-4-3 0,-2-1 0,2 1 0,-1 3 0,-1-5 0,4 7 0,-4-2 0,5 2 0,7-2 0,-5 5 0,5-5 0,-5 4 0,-1 2 0,-1-2 0,1-4 0,-2 4 0,-4-3 0,3-3 0,-3 2 0,0 1 0,6 5 0,-10-6 0,10 0 0,-3 2 0,1 2 0,4 0 0,3-3 0,-9 3 0,3-4 0,-9 2 0,4-1 0,-4 3 0,10-4 0,-8-2 0,13 3 0,-5-3 0,11 2 0,0 4 0,4-4 0,-4 3 0,-6-3 0,-3 4 0,-2-4 0,-6 4 0,-1 2 0,-6 0 0,1 0 0,-4 0 0,-1 0 0,7 0 0,4 0 0,-2 0 0,1 0 0,1 0 0,-2 0 0,4 0 0,-8 0 0,0-2 0,-5-3 0,-3 3 0,-3-4 0,2 4 0,-8 2 0,-1 0 0,-4 0 0,-1 0 0,0 0 0,0 0 0,1 0 0,-1 0 0,0 0 0,2 0 0,2 0 0,2 0 0,2 0 0,-2 0 0,4 0 0,7 0 0,0 0 0,1 0 0,-1 0 0,1 0 0,-1 0 0,1 0 0,-1 0 0,0 0 0,-5 0 0,0 0 0,-6 2 0,5 4 0,-5-4 0,6 3 0,-8-3 0,2-2 0,-2 0 0,0 0 0,4 0 0,2 0 0,-4 0 0,5 0 0,1 0 0,5 0 0,1 0 0,-1 0 0,1 0 0,-1 0 0,-1 0 0,-3 0 0,-1 0 0,1 0 0,-5 2 0,-2 4 0,-4-4 0,-1 6 0,-1-8 0,0 0 0,-2 1 0,-1 3 0,-3 2 0,2-2 0,-1-2 0,5-2 0,-3 0 0,8 0 0,5 0 0,2 0 0,0 0 0,5 0 0,-3 0 0,9-2 0,-4-2 0,-1-2 0,-1 1 0,0 5 0,-1 0 0,-4 0 0,-5-2 0,-6-4 0,-1 4 0,0-4 0,0 4 0,-7 2 0,5 0 0,-5 0 0,7 0 0,0 0 0,0 0 0,0 0 0,-1-2 0,-3-1 0,-1-3 0,-9 0 0,13 6 0,-14 0 0,5 0 0,-7 0 0,0 0 0,-7 0 0,-3 2 0,-7 4 0,-16 3 0,-18 9 0,-20-1 0</inkml:trace>
  <inkml:trace contextRef="#ctx0" brushRef="#br0" timeOffset="33">25830 6929 8912,'-11'-6'0,"1"2"0,3 6 0,3 8 0,2 7 0,2 4 0,0 4 0,0 2 0,6-5 0,1 7 0,3 0 0,3-2 0,-3 5 0,-1-5 0,1-1 0,-1-3 0,-5 2 0,2-2 0,-4 0 0,-2-6 0,-8 0 0,-1 1 0</inkml:trace>
  <inkml:trace contextRef="#ctx0" brushRef="#br0" timeOffset="34">25607 7152 8912,'-18'0'0,"-7"0"0,8-7 0,0-5 0,2 3 0,9-3 0,2 1 0,10-6 0,5-6 0,14-2 0,10 0 0,9 0 0,3-4 0,-1 7 0,8-3 0,-8 2 0,7 9 0,-7-3 0,0 12 0,-4-1 0,-11 6 0,-10 6 0,-10 11 0,-17 11 0,-7 11 0,-16 1 0,1 7 0,-14-3 0</inkml:trace>
  <inkml:trace contextRef="#ctx0" brushRef="#br0" timeOffset="35">25727 7462 8912,'-17'44'0,"1"-4"0,5-11 0,-4-5 0,13-6 0,2-9 0,11-3 0,12-14 0,6-9 0,5-8 0,6-11 0,8-2 0,8-2 0,-1-6 0,8 6 0,-2-12-547,3 6 547,-5-7 0,0 9 0,2-8 0</inkml:trace>
  <inkml:trace contextRef="#ctx0" brushRef="#br0" timeOffset="36">26467 6757 8912,'-17'0'0,"0"0"0,5 0 0,1 0 0,-1 0 0,-5 0 0,5 2 0,1 4 0,1-3 0,-3 9 0,3 3 0,3 6 0,1 8 0,6 11 0,0-2 0,0 8 0,8 4 0,3 1 0,4 5 0,3-11 0,-1 3 0,0 0 0,0-4 0,1-2 0,-9-2 0,-3-6 0,-4-7 0,-2-4 0,-4-4 0,-8-2 0,-7-7 0,-15-2 0</inkml:trace>
  <inkml:trace contextRef="#ctx0" brushRef="#br0" timeOffset="37">26054 7376 8912,'-6'-17'0,"0"-1"0,1 7 0,5 0 0,7 5 0,5-6 0,13 1 0,9-6 0,10 0 0,13-1 0,1 1 0,11 0 0,-10-6 0,10 0 0,-12-15 0,2 2 0</inkml:trace>
  <inkml:trace contextRef="#ctx0" brushRef="#br0" timeOffset="38">27121 6877 8912,'-10'-2'0,"5"-3"0,-5 3 0,6-6 0,-7 8 0,7 0 0,-6 8 0,5 3 0,3 12 0,-4 4 0,4 1 0,2 1 0,0 0 0,0 5 0,0-1 0,0-5 0,0-1 0,0-4 0,2-4 0,4 4 0,-4-10 0,3-1 0,-3-8 0,-2 1 0,2-10 0,2-9 0,2-7 0,-1 0 0,-5-7 0,6-1 0,0-5 0,0-1 0,-6 1 0,5-1 0,1 1 0,2 5 0,-2 1 0,-3 7 0,7-2 0,-2 4 0,5 9 0,-2 4 0,5 12 0,1 6 0,-4 9 0,5 2 0,-5 7 0,10-1 0,-4 3 0,-2 3 0,2-7 0,2-1 0,2-2 0,-2-4 0,-2-2 0,-1-2 0,-1-7 0,0-5 0,0-3 0,0-2 0,-1-3 0,-5-9 0,5-1 0,-5-16 0,2 6 0,-1-6 0,-6 1 0,-4 1 0,-2-5 0,0 3 0,0 2 0,0-1 0,0 7 0,0-4 0,0 15 0,1 10 0,5 12 0,-2 3 0,7 2 0,-1 0 0,1 0 0,5 1 0,-5-1 0,5 0 0,1-2 0,0-3 0,0-5 0,0-7 0,1 0 0,-1 0 0,0-1 0,0-5 0,-5-4 0,-1-7 0,-1 0 0,1 0 0,-1-6 0,-6-2 0,1 0 0,-1 0 0,-2 2 0,-2 6 0,0 0 0,0 0 0,0 5 0,0 1 0,0 7 0,0-4 0,0 10 0,0 4 0,0 5 0,0 5 0,0 7 0,0 0 0,8 5 0,3-5 0,4 0 0,3-6 0,-7 0 0,1 1 0,-1-7 0,6 1 0,1-9 0,-1 3 0,0-4 0,0-2 0,0 0 0,1 0 0,-1 0 0,0 0 0,-7-8 0,-5-3 0,-3-4 0,-2-3 0</inkml:trace>
  <inkml:trace contextRef="#ctx0" brushRef="#br0" timeOffset="39">28136 6413 8912,'0'-27'0,"0"4"0,-2 6 0,-3 6 0,3 1 0,-4 4 0,4 6 0,2 0 0,0 10 0,0 13 0,0 9 0,0 9 0,6 8 0,1 1 0,3 5 0,3 1 0,3-3 0,1-1 0,2-5 0,4 5 0,-4-12 0,4 6 0,-4-10 0,-2-7 0,0-4 0,1-10 0,-1-3 0,0-7 0,-7-18 0,-5-10 0,5-23 0,0-7 0</inkml:trace>
  <inkml:trace contextRef="#ctx0" brushRef="#br0" timeOffset="40">28360 6172 8912,'-12'-9'0,"1"3"0,7 6 0,-2 6 0,4 11 0,2 12 0,0 11 0,0 6 0,10 5 0,7 6 0,2-1 0,10 5 0,2 0 0,1 0 0,3-3 0,-1 5 0,-2-10 0,-3-1 0,2-14 0,-8-9 0,0-14 0,-6 2 0,-6-13 0,1-4 0,-1-23 0,6-13 0</inkml:trace>
  <inkml:trace contextRef="#ctx0" brushRef="#br0" timeOffset="41">28979 6482 8912,'16'11'0,"-5"1"0,-3-8 0,-8 3 0,0-5 0,0 4 0,0-2 0,0 7 0,6-5 0,1 5 0,3 1 0,3-3 0,-3 7 0,1-5 0,1-1 0,5 1 0,-2-5 0,-3 5 0,3-7 0,-4 2 0,5-4 0,1-2 0,6-2 0,-2-4 0,-2-5 0,0-5 0,-11-1 0,9 0 0,-4-8 0,5-4 0,-3 5 0,-4 1 0,-1-2 0,-4 2 0,-4 0 0,3 6 0,3 5 0,-2 1 0,7 7 0,-9 6 0,7 15 0,-5 2 0,6 10 0,-7-2 0,7 1 0,-8 5 0,1-5 0,-3-1 0,0 2 0,2 0 0,2-3 0,-1-1 0,-5-8 0,-7 1 0,-5-1 0,-5-2 0,-6-4 0,-4-18 0,-7-12 0</inkml:trace>
  <inkml:trace contextRef="#ctx0" brushRef="#br0" timeOffset="42">28842 6258 8912,'0'-34'0,"-6"1"0,0 5 0,1-3 0,5 8 0,1 0 0,5 6 0,13 0 0,16 0 0,9 7 0,13 3 0,6 1 0,4 0 0,2 0 0,0-1 0,0-3 0</inkml:trace>
  <inkml:trace contextRef="#ctx0" brushRef="#br0" timeOffset="43">29943 5966 8912,'0'-23'0,"0"0"0,0 2 0,0 8 0,0 1 0,0 9 0,0-3 0,0 13 0,0 11 0,0 10 0,0 10 0,0 6 0,0 8 0,0 1 0,0 5 0,6-5 0,0 5 0,5-5 0,-5-1 0,7 3 0,-1-3 0,1 3 0,0-13 0,-3-4 0,-2-9 0,-3-8 0,-5-4 0</inkml:trace>
  <inkml:trace contextRef="#ctx0" brushRef="#br0" timeOffset="44">29719 6516 8912,'-11'-11'0,"-1"-1"0,7 7 0,-5-7 0,2-1 0,3-3 0,7 1 0,3 4 0,13-5 0,10 5 0,7 3 0,5 3 0,2 1 0,6 0 0,-2-2 0,1 2 0,-5 2 0,-1 2 0,-5 0 0,-2 0 0,-5 0 0,0 0 0,-8-5 0,2-1 0,-4-5 0,-2 3 0,2 0 0,4 1 0,-4-5 0,4 6 0,-4-1 0,-1 1 0,-1 4 0,0-4 0,-2 12 0,-3 6 0,-3 3 0,-5 4 0,2 2 0,-2 2 0,-2 2 0,-2-2 0,-2-4 0,-4 4 0,2-2 0,-7 2 0,7-10 0,-2 4 0,-2-9 0,3 3 0,-1-7 0,6-4 0,0-11 0,8-10 0,3-2 0,4-6 0,3 6 0,5-7 0,-1 1 0,7-2 0,-6 3 0,6-3 0,-6 8 0,-2 2 0,-2 2 0,-2 4 0,0 3 0,-5 5 0,-1 7 0,-7 0 0,6 2 0,-5 3 0,-3 5 0,4 7 0,-4-5 0,0-1 0,2 2 0,1 3 0,1-5 0,-6 1 0,2-9 0,4 3 0,-2 2 0,7-2 0,1-1 0,5-7 0,0-3 0,0-3 0,0-5 0,-1 1 0,-5-1 0,4-3 0,-3-1 0,-3 0 0,3 0 0,-6 5 0,5 1 0,-7 5 0,2-5 0,-4 7 0,0-4 0,3 8 0,-3 2 0,4 4 0,-4 5 0,-2 5 0,6-5 0,-1 1 0,9-1 0,-3 6 0,3-5 0,-3-1 0,4-7 0,-3 2 0,3-4 0,2-2 0,6-2 0,0-4 0,-2 0 0,-7-9 0,-3-4 0,2 0 0,1 0 0,-3 2 0,-3-1 0,-8 1 0,-2 2 0,-4 3 0,-3 9 0,-8 14 0,-1 1 0,1 12 0,0 1 0,0 4 0,7 3 0,4 3 0,4-1 0,2 0 0,2 1 0,4-1 0,11-7 0,12-4 0,5-4 0,7-4 0,3-3 0,0-7 0,5-5 0,-3-5 0,4-12 0,1-10 0</inkml:trace>
  <inkml:trace contextRef="#ctx0" brushRef="#br0" timeOffset="45">32094 6258 8912,'-17'0'0,"0"-7"0,7 5 0,3-6 0,7 8 0,0-2 0,0-4 0,7 5 0,3-7 0</inkml:trace>
  <inkml:trace contextRef="#ctx0" brushRef="#br0" timeOffset="46">24849 8631 8912,'18'-17'0,"-1"1"0,-2 3 0,-2 2 0,-3-3 0,-2-1 0,3 4 0,-5-1 0,-2-1 0,-2-3 0,-1 5 0,3-1 0,2-1 0,-2-2 0,-2 3 0,-2 1 0,0-2 0,0-3 0,0-1 0,0 0 0,0 0 0,-8 7 0,6 4 0,-4 12 0,5 13 0,1 16 0,1 14 0,5 14 0,-4 14 0,4 11 0,-5-39 0,0 3 0,-1 4 0,0 1 0,2 2 0,2 2-263,-2 2 1,1 0 0,0-1 0,0 0 262,-2 4 0,-2 0 0,-2-2 0,-2 0 0,0 0 0,-1-2 0,1-5 0,0-3 0,-6 38 0,-1-6 0,-5-8 0,2-11 0,3-14 0,-1-11 0,7-13 0,1-4 0,5-16 0,0-3 0,0-14 0,0-9 0,5-10 0,1-13 0,15-11 0,-2-10 0</inkml:trace>
  <inkml:trace contextRef="#ctx0" brushRef="#br0" timeOffset="47">25761 8373 8912,'0'-11'0,"2"1"0,4 2 0,-4-5 0,6 3 0,-3-1 0,1 0 0,6-1 0,-7-5 0,1 2 0,2 3 0,-5-3 0,9 3 0,-8 5 0,3-1 0,-7 8 0,0 8 0,2-1 0,2 9 0,2-1 0,-2 4 0,5 12 0,3 3 0,3 10 0,2 13 0,0 16 0,1 19 0,-6-33 0,1 4 0,1 12 0,0 3 0,2 5 0,-1 2-418,-1 2 1,0 0-1,2 0 1,-1-1 417,-3 1 0,-1-2 0,1-3 0,-1-1 0,-2-3 0,-1-1 0,-2-14 0,-2-2 0,-1-8 0,-1-3 0,6 32 0,-2-11 0,-2-8 0,-2-4 0,-2-6 0,0-12 0,7-1 0,3-29 0,-1-3 0,-1-33 0,-8-11 0</inkml:trace>
  <inkml:trace contextRef="#ctx0" brushRef="#br0" timeOffset="48">27499 8390 8912,'-22'0'0,"-1"0"0,2 0 0,-4 0 0,2 0 0,7 2 0,11 4 0,3-2 0,2 9 0,2 6 0,3 8 0,-3 15 0,4 10 0,2 16 0,-3 18 0,-1-35 0,-2 1-81,-1 7 0,-2 3 0,-2 7 1,-1 1-1,-2 5 0,0 1 0,-2 0 1,-1 1 80,-2 2 0,-1 1 0,2-4 0,-1 0-262,-3 2 0,-1-1 0,5-4 0,-1-3 262,0-6 0,-1-2 0,3-5 0,1-3 0,-3 38 0,3-14 0,8-9 0,2-12 0,4-9 0,3-15 0,8-16 0,-7-8 0,-2-9 0</inkml:trace>
  <inkml:trace contextRef="#ctx0" brushRef="#br0" timeOffset="49">28962 8150 8912,'-7'-18'0,"-3"3"0,-7 4 0,1 13 0,5 15 0,3 11 0,1 11 0,3 14 0,-6 16 0,3 11 0,3 10 0,2 7 0,2-43 0,0 1 0,0 5 0,0 1 0,0 4 0,0 1 0,0 2 0,0 0-356,0 1 1,0 0 0,0-1 0,0-1 355,0-1 0,0 0 0,0-2 0,0-2 0,0-4 0,0-1 0,0-1 0,0 0 56,0-1 1,0-1-1,0 44 1,0-3 0,0-9-57,0-6 0,0-7 0,0 2 0,0-14 0,0-10 0,2-9 0,4-13 0,-4-12 0,5-9 0</inkml:trace>
  <inkml:trace contextRef="#ctx0" brushRef="#br0" timeOffset="50">30649 8046 8912,'-18'10'0,"1"11"0,0-4 0,-2 21 0,-4 10 0,-8 17 0,-7 13 0,20-33 0,2 2 0,-2 1 0,1 2 0,0 1 0,2 3-76,3 2 1,1 2 0,-1 3 0,1 0 0,2 8 0,3 0 0,-1-1 0,2 0 75,2-2 0,0-1 0,1 3 0,1 0-220,-2-2 0,0 0 0,2 2 0,0 0 220,-2 1 0,0-1 0,2-6 0,0-2 0,1-2 0,0-1 0,3-3 0,2-1-12,0-1 0,1-1 1,2 2-1,0-1 0,0 0 1,-1-1-1,-1-1 0,-1 0 12,1 39 0,-4-12 0,-2-3 0,0-3 0,0-2 0</inkml:trace>
  <inkml:trace contextRef="#ctx0" brushRef="#br0" timeOffset="51">23834 14786 8912,'-59'17'0,"7"2"0,10 2 0,6 2 0,5 0 0,8 2 0,2-4 0,15 8 0,-5-8 0,5 2 0,0-6 0,-1-6 0,3 3 0,-7-9 0,5 1 0,-6-6 0,-1 0 0,-2 0 0,-3 0 0,-6 0 0,-3 0 0</inkml:trace>
  <inkml:trace contextRef="#ctx0" brushRef="#br0" timeOffset="52">22320 15388 8912,'-18'0'0,"1"0"0,6-6 0,-1-2 0,-1 1 0,0-3 0,1 1 0,4 5 0,8-4 0,10 8 0,7 0 0,10 0 0,13 0 0,6 0 0,13 0 0,12 0 0,13 0 0,4-2 0,-40 0 0,2-1 0,-1-2 0,1-2-34,4-4 1,1-1-1,2 0 1,1-1 0,2-2-1,0 0 1,-2 1-1,-1 1 34,-5 1 0,-3-1 0,26-10 0,-18 6 0,-13 6 0,-15-1 0,-12 8 0,-9-3 0,-16 7 0,-3 0 0,1 0 0,-1 0 0,-3 0 0,-1 0 0,3 0 0,1 0 0,-1 0 67,-5 0 0,0-16 0,0-3 0</inkml:trace>
  <inkml:trace contextRef="#ctx0" brushRef="#br0" timeOffset="53">23473 14924 8912,'0'-18'0,"0"1"0,0 0 0,2 0 0,3 0 0,-1 7 0,8 4 0,5-1 0,8 1 0,1 2 0,5 2 0,2 10 0,1 3 0,6 12 0,0 6 0,8 11 0,-2 6 0,-4-2 0,-2 2 0,-5 0 0,-9 5 0,-8 1 0,-11-1 0,-9 1 0,-9-1 0,-10 1 0,-19 0 0,-4-7 0,-8 1 0,8-13 0,4 1 0,5-13 0,7-4 0,9-7 0,7-10 0,8-23 0,-3-6 0</inkml:trace>
  <inkml:trace contextRef="#ctx0" brushRef="#br0" timeOffset="54">24660 14958 8912,'-17'-6'0,"0"1"0,9-1 0,8 6 0,8 2 0,11 3 0,4 7 0,5 3 0,3 2 0,0 1 0,-3 1 0,3 4 0,-6-4 0,0 6 0,-3-2 0,1-1 0,-2 3 0,-9-2 0,-4-4 0,-8 4 0,-2-4 0,-4-1 0,-6-1 0,-3 0 0,-2-8 0,0-3 0,0-4 0,1-11 0,5-9 0,3-6 0,8-11 0,8-7 0,5-4 0,6-2 0,4 3 0,6-3 0,-6 8 0,7 0 0,-1 5 0,2 5 0,-3 7 0,3 7 0,-8 16 0,0 0 0,-6 4 0,-2 6 0,-3 7 0,1 6 0,-7 0 0,0-2 0,-6 8 0,5-7 0,1 7 0,0-8 0,-6 2 0,0-4 0,0-2 0,-6 1 0,-1-1 0,-3 0 0,4-2 0,-5-3 0,7 3 0,-4-13 0,10 6 0,4-8 0,7 0 0,8-2 0,8-4 0,4-9 0,1-8 0,2-2 0,4 2 0,-9 2 0,3-8 0,-11 8 0,0-2 0,-11 4 0,-6 2 0,-5 0 0,-14 2 0,-4 3 0,-14 4 0,-3 8 0,-1 2 0,-5 4 0,4 4 0,2 7 0,1 2 0,4 4 0,4-2 0,8 6 0,2-1 0,4 1 0,3 0 0,8 2 0,17-5 0,12-6 0,15-3 0,19-4 0,2-3 0,13-8 0,1 0 0,-1 0 0,-7-8 0,-2-3 0,-8-10 0,-10-2 0,-9-2 0,-7 2 0,-16 4 0,-13-4 0,-4 8 0,-4 1 0,-6-1 0,-9 2 0,-2 7 0,-10 0 0,2 4 0,-1 2 0,-3 2 0,8 4 0,0-2 0,6 7 0,0 1 0,0 5 0,-1 2 0,1 4 0,8-4 0,3 4 0,2-8 0,-2 3 0,4-11 0,-3 10 0,10-5 0,7-1 0,3-3 0,2-8 0,2 0 0,4 0 0,-2-8 0,8-3 0,-6-12 0,6-6 0,-8-5 0,2-6 0,-4 2 0,-2-8 0,0-6 0,-1-7 0,-5 0 0,-5-1 0,-4 5 0,-2 9 0,0 6 0,0 11 0,0 5 0,0 16 0,0 8 0,-6 17 0,0 18 0,0 8 0,-1 7 0,5 2 0,-4-1 0,4 7 0,2-1 0,0-7 0,0-10 0,6 0 0,0-6 0,7 3 0,-1-15 0,5-2 0,6-7 0,-4-5 0,4-8 0,2-2 0,-2-4 0,5-6 0,-5-10 0,6-5 0,-6-8 0,0 1 0,-6 2 0,-2 1 0,-3 2 0,1 3 0,-7-3 0,2 0 0,-3 12 0,-3-4 0,6 19 0,-8-6 0,0 10 0,0 4 0,0 6 0,0 3 0,0 2 0,0 0 0,0 0 0,0 1 0,2-3 0,4-4 0,-3 5 0,9-7 0,1 1 0,-3 3 0,1-7 0,-5 0 0,5-6 0,-5-6 0,6 0 0,-1-13 0,6 2 0,1-6 0,-1 0 0,-2-2 0,-2-5 0,-1 3 0,1 2 0,1 2 0,-3 6 0,-3 0 0,-8 0 0,7 7 0,-5 4 0,4 12 0,-4 4 0,-2 9 0,0 4 0,0 5 0,0-1 0,0 2 0,2-3 0,4 3 0,-3-2 0,9-4 0,1-6 0,8 2 0,2-8 0,-2-3 0,4 4 0,-2-7 0,6 1 0,-6-6 0,2-2 0,-2-4 0,-4-3 0,4-8 0,-4-1 0,-2 1 0</inkml:trace>
  <inkml:trace contextRef="#ctx0" brushRef="#br0" timeOffset="55">27172 14614 8912,'-17'0'0,"4"0"0,-4 0 0,3 0 0,-9 0 0,2 14 0,0 3 0,-2 4 0,2 4 0,8 3 0,1 12 0,9-3 0,-3 3 0,6-4 0,6-2 0,5-1 0,12-4 0,4-5 0,7-6 0,1-9 0,-1-3 0,2-4 0,5-2 0,-7-8 0,0-3 0,-1-5 0,-10-1 0,6-8 0,-7-3 0,0-7 0,-11-3 0,-5-2 0,-4 2 0,-2 2 0,0 1 0,-10 8 0,-7 4 0,-2 12 0,-10 5 0,0 6 0,-5 6 0,7 11 0,4 12 0,0 9 0,4 4 0,4 2 0,0 4 0,7 0 0,2-3 0,14 3 0,9-8 0,16 6 0,12-6 0,7-9 0,5-12 0,7-8 0,2-3 0,9-4 0,0-10 0,-1-11 0,-5-10 0</inkml:trace>
  <inkml:trace contextRef="#ctx0" brushRef="#br0" timeOffset="56">28756 14494 8912,'-10'-17'0,"-5"-1"0,5 1 0,1 0 0,3 0 0,4 5 0,2 1 0,0 15 0,0 3 0,2 12 0,4 10 0,-2 13 0,7 10 0,-5 7 0,5 10 0,-7 0 0,4-3 0,-3-1 0,1-2 0,2-5 0,-2 5 0,-5-8 0,5 2 0,-4-11 0,-2-8 0,0-7 0,0-8 0,-8-4 0,-1-17 0,-8-12 0,-1-16 0</inkml:trace>
  <inkml:trace contextRef="#ctx0" brushRef="#br0" timeOffset="57">28532 14563 8912,'-17'-18'0,"5"7"0,1-1 0,7 7 0,-2-7 0,4 8 0,12-5 0,7 5 0,10-4 0,5-1 0,10-1 0,4-1 0,4-2 0,2 7 0,1-8 0,3 5 0,1-1 0,-2 5 0,-7 3 0,-2 2 0,-15 0 0,-3 0 0,-14 7 0,-22 3 0,-11 7 0</inkml:trace>
  <inkml:trace contextRef="#ctx0" brushRef="#br0" timeOffset="58">28601 14992 8912,'-17'8'0,"-1"-6"0,1 6 0,8-8 0,16-2 0,16-4 0,8-4 0,3-7 0,8-6 0,4 0 0,6 2 0,5 2 0,-1 0 0,7-4-335,7 4 1,1-13-1,6 5 1</inkml:trace>
  <inkml:trace contextRef="#ctx0" brushRef="#br0" timeOffset="59">29392 14649 8912,'-24'0'0,"3"0"0,-8 0 0,2 1 0,-2 5 0,-3 4 0,3 7 0,4 2 0,2 2 0,4 4 0,2 2 0,8-1 0,3 3 0,4 2 0,2-8 0,13-1 0,4-6 0,3-5 0,-1-5 0,4-4 0,0-2 0,1-4 0,-1-7 0,-3-1 0,2-13 0,-2 2 0,-3 0 0,-2-5 0,-3 5 0,3-6 0,-4 6 0,-3 0 0,-2 6 0,1 6 0,1-1 0,2-1 0,-7 5 0,7 10 0,-4 15 0,-4 2 0,3 10 0,-1 0 0,2 5 0,-2-5 0,7-1 0,-5-1 0,3 2 0,1-6 0,0-4 0,-5-4 0,7-3 0,-1-5 0,7-14 0,-1-3 0</inkml:trace>
  <inkml:trace contextRef="#ctx0" brushRef="#br0" timeOffset="60">29754 14150 8912,'-15'17'0,"3"0"0,-1 8 0,7 4 0,-6 3 0,7 3 0,-1-1 0,6 0 0,8 7 0,3-1 0,4-2 0,3-2 0,-1-7 0,0 0 0,6-12 0,0 2 0,-2-4 0,-2-7 0,-2-4 0,0-4 0,-5 0 0,-1 0 0,-1-8 0,1-4 0,-1-5 0,-4-6 0,-4 4 0,3-6 0,-3 2 0,-2 1 0,0-7 0,0 6 0,0 0 0,0 6 0,0 5 0,0 1 0,0 7 0,2-4 0,4 8 0,-2 2 0,7 4 0,1 6 0,-3 3 0,12 10 0,-3 3 0,3 5 0,-4 1 0,0-1 0,0-5 0,-5 5 0,-1-6 0,1-1 0,-3-3 0,-1-4 0,-8-1 0,0-1 0,-10-8 0,-7-3 0,-2-4 0,-10-2 0,1 0 0,-7 0 0,3 0 0,3 0 0,-2-8 0,8-3 0,0-6 0,6-6 0,0-4 0,0-7 0</inkml:trace>
  <inkml:trace contextRef="#ctx0" brushRef="#br0" timeOffset="61">30201 14408 8912,'10'-10'0,"7"5"0,4 1 0,13-2 0,-3-4 0,11-7 0,-2-2 0,0-4 0,1 4 0,-7-4 0,-7 2 0,-6 0 0,-8-2 0,-15 8 0,-15 9 0,-8 6 0,-9 6 0,-6 5 0,-1 12 0,-1 10 0,2 7 0,6 8 0,-3-1 0,9 7 0,3 3 0,10 3 0,9-3 0,6-6 0,6 1 0,13-10 0,15-13 0,8-5 0,10-6 0,5-9 0,1-3 0,5-12 0,-6-5 0,-3-6 0,-7-6 0,-5 4 0,-7-22 0,-1 5 0</inkml:trace>
  <inkml:trace contextRef="#ctx0" brushRef="#br0" timeOffset="62">26450 15697 8912,'-27'0'0,"4"2"0,4 4 0,9 5 0,7 14 0,4 10 0,5 9 0,13 9 0,-2 8 0,3 8 0,-1 2 0,-2 5 0,0-1 0,0-1 0,1 3 0,-9-16 0,-3-4 0,-4-5 0,-2-14 0,0-4 0,0-3 0,-8-12 0,-3-2 0,-5-9 0,-8-22 0,-3-5 0</inkml:trace>
  <inkml:trace contextRef="#ctx0" brushRef="#br0" timeOffset="63">26295 15955 8912,'8'-34'0,"-5"5"0,9 1 0,5 7 0,6-2 0,6 5 0,-6 7 0,0 5 0,1 4 0,-4 2 0,2 2 0,-2 4 0,-3 5 0,-6 5 0,1 1 0,-8 8 0,1 3 0,-3 5 0,-2 3 0,-2 2 0,-3 2 0,-5 6 0,-7-6 0,0 8 0,-1-4 0,1 0 0,0-4 0,5-5 0,1-7 0,0 5 0,-7-7 0</inkml:trace>
  <inkml:trace contextRef="#ctx0" brushRef="#br0" timeOffset="64">26811 16196 8912,'-8'9'0,"-3"-3"0,-4 2 0,-3 1 0,1 5 0,0 5 0,6 4 0,-1 0 0,8-2 0,-1 7 0,3-7 0,2 2 0,7-5 0,5-7 0,3 2 0,2-7 0,6 0 0,0-8 0,-2-4 0,-2-5 0,-1-10 0,-1-4 0,-2 0 0,-3 0 0,-5-3 0,-7 5 0,0-6 0,0 6 0,-2 2 0,-3 2 0,-5 2 0,-7 1 0,0 5 0,-1 3 0,1 8 0,8 0 0,-7 0 0,7 0 0</inkml:trace>
  <inkml:trace contextRef="#ctx0" brushRef="#br0" timeOffset="65">27172 16076 8912,'0'-12'0,"0"1"0,-7 7 0,-5-2 0,-3 4 0,-2 2 0,-6 0 0,-2 4 0,-2 6 0,-3 7 0,3 11 0,-2 1 0,8-2 0,-2 1 0,10-5 0,1 6 0,9-2 0,-3 1 0,12 3 0,5-8 0,4 0 0,3-6 0,1 0 0,4 0 0,1-1 0,5-5 0,2-1 0,-6-6 0,-1 1 0,1-1 0,-2 0 0,-6 2 0,1-4 0,-7 11 0,1-7 0,-9 7 0,3-1 0,-12 3 0,-5 4 0,-6 2 0,-6 2 0,4 0 0,-4-6 0,4-6 0,1 1 0,1-3 0,0 3 0,7-4 0,3-8 0,14-16 0,3-3 0</inkml:trace>
  <inkml:trace contextRef="#ctx0" brushRef="#br0" timeOffset="66">27431 16282 8912,'0'-17'0,"0"7"0,0 10 0,0 12 0,-6 9 0,0 2 0,0 7 0,6-3 0,0 2 0,0-1 0,0-1 0,0 2 0,0 1 0,0-7 0,0 0 0,0-6 0,0 0 0,0 1 0,-7-9 0,-3-1 0</inkml:trace>
  <inkml:trace contextRef="#ctx0" brushRef="#br0" timeOffset="67">27276 16213 8912,'-12'-44'0,"1"4"0,7 6 0,-2 5 0,4 6 0,2 4 0,2 4 0,4 3 0,4-1 0,9 5 0,4 1 0,5-1 0,11 0 0,1 3 0,7-5 0,-3-7 0,8 0 0</inkml:trace>
  <inkml:trace contextRef="#ctx0" brushRef="#br0" timeOffset="68">27878 15783 8912,'-17'0'0,"0"0"0,-1 0 0,1 0 0,2 8 0,3 3 0,5 12 0,7 8 0,0 5 0,0 4 0,0 14 0,0-3 0,0 11 0,0-5 0,7 6 0,5-6 0,3-7 0,2-10 0,-1-6 0,-3-3 0,-1-6 0,1-6 0,2-6 0,2-15 0,1-3 0,-7-7 0,1-11 0,-1-2 0,6-3 0,-5-11 0,-1 5 0,-1-6 0,1 4 0,-3-1 0,0 5 0,-5 9 0,7-2 0,-2 0 0,5 14 0,-11-3 0,4 20 0,-4 6 0,-2 11 0,0 7 0,0 8 0,0-1 0,0 3 0,0-6 0,0-5 0,5 1 0,1-7 0,2 0 0,-3-6 0,-1-5 0,8-3 0,1-1 0,0-10 0,-1-9 0,3-12 0,-13-12 0,6-9 0</inkml:trace>
  <inkml:trace contextRef="#ctx0" brushRef="#br0" timeOffset="69">28222 15869 8912,'-7'-9'0,"-3"-7"0,-5 5 0,3-4 0,5 5 0,9 2 0,3 8 0,9 2 0,3 4 0,-4-4 0,-5 13 0,1-5 0</inkml:trace>
  <inkml:trace contextRef="#ctx0" brushRef="#br0" timeOffset="70">27551 16351 8912,'-9'-27'0,"3"4"0,4 2 0,2-2 0,15-2 0,8-3 0,15-5 0,8 4 0,12-9 0,5-2 0,9 2 0,3 9 0,0-1 0,-9 5 0,-1 0 0,-1 0 0,-1-5 0,5 3 0</inkml:trace>
  <inkml:trace contextRef="#ctx0" brushRef="#br0" timeOffset="71">28515 15886 8912,'-16'-1'0,"5"-5"0,-4 4 0,5-6 0,1 10 0,5 4 0,8 5 0,3 5 0,5 1 0,3 0 0,-4 0 0,5 0 0,1 1 0,-6-1 0,1 0 0,-3 0 0,3 0 0,3 1 0,-11-3 0,8-4 0,1-5 0,-5-4 0,5-10 0,-7-3 0,1-6 0,-3-6 0,4-6 0,1-3 0,-3-3 0,6 1 0,-7 1 0,7 5 0,-3 3 0,3 8 0,-3 1 0,-3 5 0,6 5 0,3 6 0,2 6 0,0 9 0,1 8 0,1 8 0,4-3 0,-2 3 0,7-2 0,3 1 0,9-7 0,-2-2 0,6-8 0,0-3 0,0-2 0,-6-5 0,3-8 0,-7-11 0,-5-8 0,-6-3 0,-4-4 0,-4-1 0,-3-3 0,-5 1 0,-7 0 0,-7 1 0,-5 5 0,-5-3 0,-6 8 0,-4 8 0,-7 9 0,5 4 0,0 4 0,-1 6 0,-3 9 0,5 8 0,-1 9 0,8 8 0,-2 4 0,6-2 0,5 2 0,5-6 0,10 4 0,9-2 0,11-4 0,15-9 0,8-6 0,6-12 0,5-5 0,2-6 0,4-6 0,2-9 0,-7-8 0,-3-10 0,-9-1 0,-4-8 0,-7-10 0</inkml:trace>
  <inkml:trace contextRef="#ctx0" brushRef="#br0" timeOffset="72">30253 15422 8912,'-8'-23'0,"-1"0"0,-3 4 0,1 4 0,-3 5 0,-3 3 0,-6 3 0,-6 2 0,3 12 0,-3 7 0,-2 10 0,-1 5 0,-2 4 0,-1 4 0,8-3 0,6 5 0,8-2 0,7 0 0,4 0 0,4-5 0,6-1 0,9 0 0,8-5 0,9 0 0,1-6 0,-1 5 0,-5-5 0,-2 4 0,-4-2 0,-8-4 0,0 5 0,-9 3 0,0-2 0,-6 2 0,-16-3 0,-9 5 0,-11-1 0,-10 7 0,-11-9 0,-6 7 0,-14-5 0,-9 5 0,39-18 0,-1 0 0,-3-3 0,0-1 0,0-1 0,-1 1 0</inkml:trace>
  <inkml:trace contextRef="#ctx0" brushRef="#br0" timeOffset="73">25004 13703 8912,'-34'0'0,"-8"0"0,-4 4 0,-6 7 0,-5 12 0,-12 25 0,29-16 0,0 3 0,-2 7 0,1 4 0,0 5 0,2 5 0,0 6 0,4 4-799,1 4 1,5 3-1,0 8 1,4 4 798,8-22 0,2 2 0,1 2 0,1 4 0,1 2 0,1 1 0,-1 5 0,0 1 0,1 1 0,2 1 0,2 0 0,0 1 0,2 2 0,0 0 0,2 1 0,2 4 0,2 1 0,3-1 0,1 0 0,2 0 0,4-1 0,2 2 0,4 0 0,2-1 0,4-5 0,2-1 0,2-1 0,2-3 0,1-1 0,3-3 0,0-7 0,2-1 0,2-3 0,1-2 0,1-2 0,3-1 0,-1-4 0,3-2 0,1-2 0,23 19 0,3-6 0,-3-8 0,2-5 0,5-7 0,3-6 0,-2-11 0,3-7 0,5-1 0,2-5 0,1-4 0,0-3 0,2-1 0,0-3 0,-6-5 0,0-3 0</inkml:trace>
  <inkml:trace contextRef="#ctx0" brushRef="#br0" timeOffset="74">31492 12860 8912,'-8'-85'0,"6"16"0,-3 11 0,5 32 0,5 28 0,7 22 0,9 20 0,2 19 0,5 12 0,-15-28 0,-3 3 0,2 10 0,-1 3 0,-1 11 0,-2 4 0,0 10 0,-1 4-529,-3-24 0,0 3 0,-1 0 0,0 5 0,-1 2 0,-1 1 529,-1 8 0,-2 1 0,-2 1 0,-2 0 0,-3 0 0,-2 0 0,-3 3 0,-1 0 0,-2-1 0,-2-3 0,-1-1 0,-3-2 0,-1-1 0,-3-1 0,-2-1 0,0-4 0,-2-1 0,-1-1 0,0-4 0,-1-2 0,-1 0 0,0-5 0,0-1 0,1 0 0,0-5 0,1 0 0,1 0 0,-13 28 0,2 0 0,13-27 0,0 1 0,1-2 0,-8 20 0,1 0 0,-3 5 0,0-1 0,3-11 0,1-1 0,-1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21:51:51.2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13079 15027 8912,'0'-27'0,"0"0"0,0 4 0,0 12 0,7-4 0,1 17 0,3 3 0,5-3 0,-7 13 0,8-5 0</inkml:trace>
  <inkml:trace contextRef="#ctx0" brushRef="#br0" timeOffset="1">13784 14958 8912,'-27'0'0,"-5"6"0,3-1 0,-3 9 0,-3-3 0,1 5 0,-1 1 0,1 6 0,0 0 0,13 0 0,3-6 0,13 0 0,-1 0 0,6 4 0,6-4 0,3 4 0,10-11 0,4 1 0,6 1 0,2-8 0,-3 1 0,5 3 0,-5-2 0,3 0 0,-2-6 0,1 0 0,-7 0 0,0 5 0,-8 3 0,-1 0 0,-3-1 0,-7 7 0,-4-5 0,-9 8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21:51:51.2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19962 10075 8912,'-6'12'0,"1"-1"0,-7-5 0,4 5 0,-1 5 0,-3 5 0,1 7 0,-1 5 0,1 14 0,-4 7 0,3 3 0,7 4 0,3-1 0,2-1 0,0-2 0,0-7 0,0-4 0,0-6 0,0-6 0,0-5 0,-6-4 0,-2-8 0,-1-2 0,-5-3 0,-1-5 0,-2-7 0</inkml:trace>
  <inkml:trace contextRef="#ctx0" brushRef="#br0" timeOffset="1">19274 10436 8912,'-8'-17'0,"0"0"0,-3 0 0,3-1 0,10 3 0,6 2 0,9 1 0,10 1 0,13-6 0,12-2 0,11-4 0,4 4 0,1-4 0,-1 9 0,-2 5 0,-3-1 0,-3 1 0,-9 5 0,-10-2 0,-12 4 0,-5 2 0,-4 0 0,-1 8 0,-1 1 0</inkml:trace>
  <inkml:trace contextRef="#ctx0" brushRef="#br0" timeOffset="2">19996 10402 8912,'0'17'0,"-1"0"0,-5 0 0,4 1 0,-4-1 0,4 0 0,2 0 0,0 6 0,0 0 0,0 0 0,0-6 0,8-5 0,3-1 0,5-7 0,1 2 0,6-4 0,2-2 0,1 0 0,5 0 0,0-6 0,-3 0 0,5-9 0,-4-2 0,1-1 0,-1-4 0,-6 2 0,-4 3 0,-4 0 0,-3 0 0,-5 5 0,-7 1 0,0 7 0,0-2 0,0 12 0,-2 11 0,-3 12 0,3 3 0,-4 5 0,4 1 0,2 2 0,0 6 0,0-6 0,0 6 0,0-6 0,0 0 0,0-6 0,0-5 0,0 0 0,0-8 0,-2 2 0,-4-4 0,-5-2 0,-4-7 0,-3-5 0,1 3 0,0-2 0,0-1 0,0-5 0,-1-5 0,1-3 0,0-2 0,0-3 0,7-10 0,4-5 0,5-5 0,1-1 0</inkml:trace>
  <inkml:trace contextRef="#ctx0" brushRef="#br0" timeOffset="3">20719 10557 8912,'17'-18'0,"-1"1"0,-5 0 0,-3 7 0,-6 7 0,4 14 0,-5 2 0,5 18 0,-4 3 0,-2 5 0,0 8 0,0-1 0,0 4 0,0 1 0,0 1 0,0 0 0,0-5 0,0 5 0,0-12 0,0 6 0,0-10 0,0-5 0,0-4 0,0-3 0,0-6 0,0-7 0,0-7 0,0 2 0,-2-12 0,-4-6 0,5-11 0,-15-3 0,7-9 0</inkml:trace>
  <inkml:trace contextRef="#ctx0" brushRef="#br0" timeOffset="4">20754 10436 8912,'15'-28'0,"-2"1"0,-1 2 0,1 4 0,4 2 0,6 2 0,4 5 0,8 1 0,1 7 0,4-2 0,-2 4 0,6 2 0,-2 0 0,-3 0 0,-11 8 0,-5 3 0,-4 7 0,-1 5 0,-9-2 0,-3 7 0,-14 1 0,-9 5 0,-6 6 0,-10 0 0,3-1 0,-1-3 0,-9-2 0,11 1 0,-7-1 0,7 1 0,5-9 0,1-3 0,4-4 0,9-2 0,-5-7 0,5-2 0</inkml:trace>
  <inkml:trace contextRef="#ctx0" brushRef="#br0" timeOffset="5">21442 10539 8912,'8'-9'0,"-5"-1"0,9 6 0,1-1 0,3 1 0,3-6 0,4-1 0,-2-4 0,5-3 0,-1 1 0,-4 0 0,-1 0 0,-3 0 0,-8-1 0,-3 1 0,-6 6 0,-8 1 0,-9 3 0,-10 3 0,-5 2 0,-3 2 0,-5 9 0,0 9 0,-6 6 0,6 13 0,2 3 0,2 6 0,3 1 0,4-1 0,6 10 0,12-5 0,3-1 0,8-4 0,16-8 0,7 2 0,15-11 0,8-8 0,5-8 0,7-7 0,3-4 0,8-2 0,5-2 0,1-4 0,-6-3 0,-6-10 0,2-4 0,-6-4 0,0-8 0</inkml:trace>
  <inkml:trace contextRef="#ctx0" brushRef="#br0" timeOffset="6">22767 10092 8912,'-9'-7'0,"3"-5"0,4-3 0,2-2 0,0 0 0,0-1 0,8 1 0,3 0 0,6 0 0,6 0 0,-2 5 0,8 3 0,1 1 0,3 4 0,-4 10 0,-1 7 0,3 8 0,1 8 0,-5 5 0,-4 6 0,-6 6 0,-5 4 0,1 2 0,-7-1 0,-2 1 0,-10-1 0,-7 1 0,-8-1 0,-6 1 0,-8 0 0,1-8 0,0-4 0,-1-10 0,1-1 0,1-2 0,5-6 0,-3 0 0,8-16 0,6 1 0,5-6 0,9 0 0,-5-8 0,8-5 0,0-6 0,0-4 0,2-8 0,4 3 0,-3 1 0,9-2 0,-1 8 0,6-2 0,-5 4 0,-1 2 0,1 6 0,5 1 0,0 3 0,6 1 0,0 6 0,0 7 0,-6 5 0,6 9 0,0 2 0,8 6 0,-2-7 0,3-1 0,2-1 0,3-3 0,3 0 0,10 0 0,7 0 0,8-7 0,-4-2 0</inkml:trace>
  <inkml:trace contextRef="#ctx0" brushRef="#br0" timeOffset="7">24333 10505 8912,'-17'-17'0,"0"0"0,7-1 0,4 1 0,12 0 0,0 2 0,9 1 0,6 3 0,4-2 0,2-8 0,1-2 0,3 4 0,-8 1 0,6 5 0,-8-10 0,-4 4 0,-4 2 0,-9 5 0,2 1 0,-14 1 0,-9-1 0,-8 3 0,-9 8 0,-1 2 0,1 4 0,-1 3 0,1 10 0,0 4 0,-1 6 0,8 9 0,5 2 0,4 8 0,7-2 0,3 4 0,8 1 0,4-7 0,7-4 0,3 2 0,15-4 0,1-5 0,3-8 0,7-6 0,0-2 0,2-7 0,-2-5 0,-5-3 0,-1-2 0,-1-2 0,-11-3 0,9-13 0,-4-8 0</inkml:trace>
  <inkml:trace contextRef="#ctx0" brushRef="#br0" timeOffset="8">24746 10402 8912,'0'-12'0,"0"1"0,0 5 0,0-5 0,8 7 0,3-2 0,6 6 0,6 6 0,-2 3 0,8 9 0,0-1 0,-2 0 0,-1 2 0,-3 4 0,-4-4 0,4 4 0,-6-2 0,-5 2 0,-4-10 0,-8 5 0,0-5 0,0 4 0,-8-7 0,-4-5 0,5-3 0,-7-9 0,9-5 0,-1-9 0,8-4 0,2-1 0,1-5 0,9 4 0,-3-1 0,5 7 0,1-2 0,0 4 0,0 1 0,2 1 0,4 0 0,-4 8 0,4 3 0,-4 4 0,1 2 0,1 2 0,2 4 0,0 1 0,-6 5 0,0 3 0,0-4 0,0 5 0,1 1 0,-7 0 0,1 0 0,-1 2 0,6 4 0,-7-4 0,-4 4 0,-5-9 0,-1-3 0,0 1 0,0-1 0,0 1 0,2-9 0,4 3 0,6-4 0,5-8 0,6 1 0,-4-9 0,4 3 0,4-10 0,1-2 0,5-6 0,1 6 0,-1-2 0,-5 2 0,5 4 0,-6-4 0,1 4 0,1 2 0,-8 0 0,2 0 0,-4 7 0,-2 4 0,-7-3 0,-3 9 0,-7 0 0,-1 9 0,-5 7 0,-4 7 0,-7 0 0,0 5 0,0-5 0,1 6 0,5-6 0,-3 0 0,9-6 0,-1 0 0,6 0 0,0 0 0,0 1 0,2-9 0,4-3 0,3-4 0,8-2 0,6-2 0,0-4 0,8-5 0,-2-12 0,1 2 0,1-8 0,-6 0 0,-6 3 0,2-5 0,-10 8 0,-3-5 0,-2 5 0,-6 0 0,-6 5 0,-4 7 0,-7 0 0,6 7 0,-1-2 0,-1 4 0,-2 2 0,3 2 0,1 4 0,7 3 0,-4 8 0,8 1 0</inkml:trace>
  <inkml:trace contextRef="#ctx0" brushRef="#br0" timeOffset="9">26536 10196 8912,'7'-10'0,"-3"-3"0,8 7 0,-7-6 0,7 7 0,-1-1 0,7 6 0,-1 0 0,0 0 0,0 8 0,0 3 0,1 12 0,-1 6 0,-2 5 0,-3 6 0,-5-2 0,-7 8 0,0-8 0,0 3 0,-2-7 0,-3-5 0,1 1 0,-8-7 0,7-6 0,-7-5 0,8-8 0,-3-4 0,7-12 0,3-11 0,9-6 0,7-11 0,15-5 0,3-7 0,3-5 0,4 1 0,8-7 0,-7 10 0,1 1 0,-5 8 0,4 10 0,-6 7 0,1 4 0,-4 4 0,-1 2 0</inkml:trace>
  <inkml:trace contextRef="#ctx0" brushRef="#br0" timeOffset="10">28205 10471 8912,'0'-18'0,"8"1"0,-8 2 0,0 3 0,-8 5 0,-9 7 0,0 0 0</inkml:trace>
  <inkml:trace contextRef="#ctx0" brushRef="#br0" timeOffset="11">23524 13067 8912,'-2'-17'0,"-1"-1"0,-5 1 0,-2 0 0,5 6 0,-7-1 0,6 8 0,-5-1 0,5 1 0,-5 0 0,-3-2 0,-1 2 0,-4 2 0,-4 2 0,4 0 0,-6 2 0,2 2 0,0 2 0,-8 2 0,3-3 0,-5-1 0,-1 8 0,-6-9 0,-2 5 0,-2-2 0,-4-1 0,4 7 0,-2-6 0,0 5 0,-6-5 0,-1 2 0,-4-3 0,-3-1 0,-3 8 0,-4-9 0,4 3 0,-4 2 0,-2-1 0,3 1 0,2 0 0,5-3 0,8-5 0,-3 0 0,-3 0 0,3 6 0,-3 0 0,1-2 0,-1-2 0,1-2 0,-7 0 0,8 0 0,-2 0 0,5 0 0,6 0 0,-8 0 0,9 0 0,-1 0 0,9 0 0,-3 0 0,-6 0 0,-3 0 0,-3 0 0,0 1 0,1 5 0,-7-4 0,1 4 0,-6-2 0,6 1 0,-1-3 0,7 4 0,-1-4 0,0-2 0,1 6 0,-1-1 0,-1 1 0,-5-6 0,5 0 0,-5 0 0,-1 0 0,2 0 0,-1 0 0,-1 0 0,4 0 0,-9 0 0,1 0 0,-5 0 0,-1 0 0,0 0 0,6 0 0,0 0 0,9 0 0,2 0 0,10 0 0,12 0 0,3 0 0,2 0 0,-3-6 0,5 1 0,0-1 0,5 6 0,1-6 0,0 0 0,-2 1 0,-2 5 0,-4 0 0,-2 0 0,4-2 0,-5-4 0,-1 4 0,-6-4 0,9 5 0,3 1 0,4 0 0,1 0 0,1 0 0,0 0 0,7 0 0,3 0 0,7 0 0,0-2 0,0-4 0,0 4 0,0-6 0,-6 6 0,0-3 0,-7 3 0,9-12 0,-7 9 0,5-1 0,-6 6 0,7-6 0,-7-1 0,-1-3 0,-1 4 0,3-5 0,-4 7 0,5-9 0,-7 7 0,5-2 0,1 3 0,5 3 0,-5-4 0,7 4 0,-11-6 0,11 6 0,-8-3 0,9 3 0,-5 2 0,8 0 0,0 0 0,0-8 0,0-1 0</inkml:trace>
  <inkml:trace contextRef="#ctx0" brushRef="#br0" timeOffset="12">13165 13909 8912,'-12'0'0,"1"0"0,-3 0 0,1 2 0,1 4 0,5 5 0,-1 5 0,6 7 0,-3 1 0,3 1 0,2 0 0,2 6 0,3-5 0,5 3 0,-1 0 0,7-8 0,-5 2 0,-1-4 0,-1-2 0,1-2 0,-1-3 0,3 3 0,-1-13 0,1 4 0,-1-12 0,6-4 0</inkml:trace>
  <inkml:trace contextRef="#ctx0" brushRef="#br0" timeOffset="13">13113 13755 8912,'-17'0'0,"5"-8"0,1-4 0,7 3 0,-2-3 0,4 9 0,2-5 0,8 8 0,4 0 0,10 0 0,7 0 0,4 0 0,1 0 0,0 0 0,9-8 0,1-1 0</inkml:trace>
  <inkml:trace contextRef="#ctx0" brushRef="#br0" timeOffset="14">13715 13789 8912,'-17'0'0,"0"0"0,0 0 0,-1 0 0,1 0 0,-6 2 0,0 2 0,0 3 0,-1 3 0,4 1 0,-2 6 0,8 1 0,3-1 0,7 2 0,-2 4 0,4-4 0,6 4 0,6-2 0,7 2 0,11-4 0,1 4 0,4-10 0,1-1 0,-1-3 0,-5 3 0,5 3 0,-5-4 0,-3 3 0,-2-3 0,-4 5 0,-3-5 0,-3 6 0,-1 6 0,-9-4 0,3 4 0,-12-4 0,-5-1 0,-10-1 0,-2 0 0,-2-2 0,2-3 0,4 3 0,-6-6 0,2 1 0,0-4 0,0 3 0,14-7 0,1 4 0,8-12 0,15-11 0,4-10 0</inkml:trace>
  <inkml:trace contextRef="#ctx0" brushRef="#br0" timeOffset="15">14903 13892 8912,'-8'-9'0,"6"1"0,-7 8 0,3 0 0,4 0 0,-8 8 0,7 3 0,-3 4 0,0 2 0,6 1 0,0 5 0,0-1 0,0 1 0,0-5 0,0-1 0,0 0 0,0 0 0,-2 0 0,-4 1 0,5-1 0,-7 0 0,8-7 0,0-10 0,8-10 0,3-7 0,6-2 0,4-2 0,2-2 0,0-6 0,-6 6 0,6 0 0,0 6 0,0 2 0,-6 3 0,1 5 0,-1 7 0,0 0 0,0 7 0,0 5 0,-5 9 0,-1 2 0,1 2 0,5-3 0,0-2 0,0 2 0,1-4 0,-1-7 0,6 2 0,0-7 0,0 6 0,-6-7 0,0-1 0,0-2 0,-1-9 0,-5-5 0,2-3 0,-7-2 0,6-3 0,-7-2 0,1 2 0,-6-2 0,0 2 0,0 3 0,0 0 0,0 6 0,-2 3 0,-3 6 0,1 6 0,-8 13 0,8 6 0,-1 0 0,3 7 0,2-1 0,0-2 0,0 1 0,7-6 0,5 0 0,3-2 0,2-3 0,6-8 0,2-3 0,0-4 0,0-2 0,-2-8 0,-6-3 0,-5-6 0,-1-6 0,-7 2 0,2-8 0,-12 6 0,-6-6 0,-3 7 0,-2-7 0,0 8 0,-1-2 0,1 4 0,0 4 0,0 3 0,7-3 0,3 13 0,14-13 0,3 5 0</inkml:trace>
  <inkml:trace contextRef="#ctx0" brushRef="#br0" timeOffset="16">16090 13617 8912,'-17'0'0,"0"0"0,-1 0 0,1 0 0,0 13 0,2 6 0,3 6 0,7 6 0,3 7 0,2 4 0,2 2 0,3 4 0,5 7 0,7 2 0,6 1 0,0-7 0,0-1 0,-6-4 0,-2-4 0,-3-8 0,3-7 0,-5-2 0</inkml:trace>
  <inkml:trace contextRef="#ctx0" brushRef="#br0" timeOffset="17">15918 14030 8912,'-15'-18'0,"1"1"0,5 0 0,1 0 0,4 7 0,10 5 0,6 3 0,10 2 0,7 0 0,9 0 0,4 0 0,2 0 0,2 0 0,6 0 0,0 0 0,7 0 0,2 0 0</inkml:trace>
  <inkml:trace contextRef="#ctx0" brushRef="#br0" timeOffset="18">17226 13703 8912,'-25'-6'0,"-4"0"0,-3 3 0,-3 1 0,1 2 0,0 0 0,-3 7 0,-3 5 0,6 3 0,-1 2 0,10 2 0,6 4 0,10-4 0,3 4 0,4 2 0,2-2 0,2 6 0,4-6 0,5 0 0,12-6 0,-4 4 0,4-4 0,-2 4 0,2-9 0,-4-3 0,4 3 0,2-7 0,-2 5 0,-2-3 0,-2-3 0,-2 6 0,1-3 0,-3 7 0,-2-3 0,-1 3 0,-8-5 0,1 3 0,-3-1 0,-2 6 0,-7 1 0,-5-1 0,-3 0 0,-2 0 0,1 0 0,5 1 0,-3-1 0,9 0 0,-1-6 0,8-1 0,4-2 0,3-3 0,16-12 0,2-3 0</inkml:trace>
  <inkml:trace contextRef="#ctx0" brushRef="#br0" timeOffset="19">17639 14047 8912,'0'17'0,"0"0"0,0 2 0,0 4 0,0-4 0,0 4 0,0 2 0,0-2 0,0 0 0,0-4 0,0 2 0,0 2 0,0-6 0,0-5 0,0-9 0,0 5 0,-6-10 0,0-4 0,-5-9 0,5-8 0,-5-13 0,5 2 0,-5-14 0,5-2 0,0-5 0,-2-1 0,6-1 0,-3 5 0,5-1 0,5 13 0,-1 5 0,8 7 0,-1 9 0,6 1 0,1 9 0,-1 9 0,8 2 0,3 4 0,5 3 0,3 8 0,3 1 0,1-1 0,0 0 0,2 0 0,2 0 0</inkml:trace>
  <inkml:trace contextRef="#ctx0" brushRef="#br0" timeOffset="20">18104 13858 8912,'-18'-2'0,"1"-4"0,-2 4 0,-2-4 0,-4 4 0,-2 2 0,1 8 0,-3 4 0,-2 11 0,8 5 0,6 5 0,6 1 0,7 2 0,-2 4 0,4-3 0,2 3 0,14-4 0,3-1 0,11-9 0,1-3 0,4-4 0,1-1 0,6-9 0,0-3 0,1-4 0,-7-2 0,0-8 0,1-3 0,-1-12 0,1-4 0</inkml:trace>
  <inkml:trace contextRef="#ctx0" brushRef="#br0" timeOffset="21">18465 13617 8912,'0'-17'0,"0"7"0,-6 10 0,0 12 0,-5 16 0,5 7 0,0 11 0,6-1 0,0 11 0,0 1 0,0 6 0,0-6 0,0 1 0,0-7 0,8-5 0,4 0 0,1-15 0,0-3 0,-1-9 0,1-7 0,3-4 0,1-8 0,0-2 0,0-4 0,-2-9 0,-3-8 0,7-8 0,-7 2 0,7-9 0,-8-2 0,4-8 0,3 3 0,-1 1 0,0 0 0,0 2 0,0 3 0,-5 9 0,-1 1 0,-7 8 0,2-2 0,-8 12 0,-9 5 0,-3 6 0,-14 6 0,-1 0 0,-6 11 0,1-2 0,0 14 0,-1-3 0,1 5 0,1-2 0,5 1 0,10 3 0,13 1 0,3 0 0,2 1 0,4-1 0,7 1 0,10-7 0,19 1 0,6-8 0,11 2 0,5-6 0,6-6 0,1 5 0,0-7 0</inkml:trace>
  <inkml:trace contextRef="#ctx0" brushRef="#br0" timeOffset="22">20031 13858 8912,'11'-6'0,"1"0"0,1 2 0,3 2 0,-5 2 0,0 0 0,-7 0 0,12 0 0,-15 0 0,9 0 0,-4 0 0,-2 0 0,7 0 0,-5 0 0,5 0 0,-5 0 0,6 0 0,-9-1 0,3-5 0,-4-6 0,-2-3 0,0-2 0,6 0 0,-1 0 0,-1-1 0,-2 1 0,-2 0 0,0 0 0,2 5 0,4 1 0,-4 7 0,5-2 0,-7 12 0,0 9 0,0 8 0,2 13 0,2-1 0,2 1 0,-2 0 0,0 5 0,1-1 0,3-6 0,3-5 0,5-8 0,-5 2 0,4-6 0,3-6 0,-1-3 0,0-8 0,6-10 0,0-7 0,0-8 0,-6-11 0,-2-2 0,-3-2 0,1-6 0,-7 6 0,5 2 0,-5 9 0,0 4 0,-6 8 0,0 11 0,0 12 0,0 13 0,0 21 0,6 4 0,1 6 0,3-2 0,3-3 0,3-6 0,1 1 0,6-8 0,0-9 0,7-2 0,-1-17 0,3-8 0,3-11 0,-3-10 0,-3-9 0,0-8 0,-10-2 0,-6-2 0,-3 0 0,-4 2 0,-6-2 0,-8-2 0,-4 8 0,-3 6 0,-2 5 0,0 8 0,-1-2 0,3 10 0,4 1 0,3 9 0,8-13 0,0 7 0</inkml:trace>
  <inkml:trace contextRef="#ctx0" brushRef="#br0" timeOffset="23">21287 13548 8912,'-15'-7'0,"1"-3"0,5-1 0,1-1 0,-5 8 0,1-1 0,3 12 0,-3 10 0,1 8 0,-6 10 0,-1-1 0,3 2 0,4 2 0,5 3 0,-2 6 0,3-1 0,-1-4 0,6-2 0,0-3 0,0-3 0,0-1 0,0-5 0,2-7 0,3-7 0,-1-7 0,8-7 0,-6-2 0,5-3 0,0-5 0,7-7 0,-1-8 0,0-4 0,2-1 0,4 1 0,-4 2 0,4 4 0,-4 10 0,-1-4 0,-1 9 0,0-1 0,0 1 0,0 4 0,3 2 0,2 2 0,-1 2 0,6 2 0,0 4 0,0 1 0,-4-5 0,5 2 0,1-4 0,6-2 0,-7 0 0,1 0 0,-6-8 0,6-3 0,-8-5 0,1-1 0,-10 0 0,-6 0 0,-6 1 0,-6 5 0,-11-2 0,-12 7 0,-3 2 0,-3 2 0,-5 2 0,0 0 0,0 8 0,5 3 0,3 5 0,3 1 0,4 2 0,8 4 0,7-2 0,5 7 0,5-7 0,5 2 0,13-4 0,10-1 0,14-3 0,10-4 0,0-3 0,5-8 0,2-2 0,-1-4 0,-7-5 0,-7-10 0,-4-2 0,-7 2 0,-8 2 0,-14 2 0,3-1 0,-9 1 0,-7 8 0,-5 9 0,-5 11 0,-3 6 0,4 6 0,3-2 0,2 8 0,2-6 0,-1 6 0,3-8 0,-4 2 0,4-4 0,2-2 0,0 0 0,0-7 0,0-3 0,6-14 0,0-5 0,7-9 0,-2-2 0,5-7 0,1 1 0,6-2 0,0 3 0,0 1 0,-6 4 0,6 6 0,0 0 0,0 1 0,-4 11 0,2 3 0,2 6 0,0 7 0,-6 12 0,0 6 0,0 3 0,1 2 0,1 1 0,2-1 0,2 1 0,0-9 0,2-1 0,1-8 0</inkml:trace>
  <inkml:trace contextRef="#ctx0" brushRef="#br0" timeOffset="24">23800 13548 8912,'-6'-17'0,"-2"0"0,1 0 0,-3 1 0,0 5 0,-3 5 0,5 14 0,3 9 0,3 10 0,2 5 0,0 10 0,0 4 0,2 4 0,3 1 0,-1-5 0,8 0 0,-3-6 0,3 6 0,1-6 0,-5 4 0,-1-4 0,1-7 0,-2-1 0,-6-9 0,-8-8 0,-1-7 0</inkml:trace>
  <inkml:trace contextRef="#ctx0" brushRef="#br0" timeOffset="25">23628 13789 8912,'-10'0'0,"-5"0"0,11 0 0,-8 0 0,9-2 0,-1-2 0,8-3 0,7-3 0,12-1 0,8-7 0,7-1 0,8-4 0,3 4 0,3-4 0,0-2 0,-1 3 0,-1-3 0,-2 4 0,-6-2 0,-6 2 0,-5 2 0,-14 1 0,-7 1 0,-3 8 0,-7 1 0,-6 10 0,-1 4 0,-1 5 0,1 4 0,-1 10 0,2 4 0,4-2 0,-4 1 0,-1 1 0,1 3 0,2-1 0,2-2 0,2-6 0,0 5 0,0-7 0,0 2 0,0-4 0,0-2 0,0-7 0,0-4 0,0-12 0,2-4 0,4-9 0,4-2 0,-1-2 0,6 1 0,-3 4 0,3 3 0,2 4 0,1-3 0,1 8 0,2 3 0,2 1 0,2 2 0,-2 0 0,3 5 0,9 1 0,-1 8 0,2-5 0,3 1 0,1-5 0,8 3 0,-2-2 0,-4 0 0,-2-6 0,-6-2 0,-5-4 0,-4-4 0,-10-7 0,-4 0 0,-5 0 0,-6 0 0,-6-1 0,-3-5 0,-8 1 0,-6-1 0,0 5 0,-6 7 0,6-1 0,-5 9 0,5-3 0,0 6 0,5 6 0,1 3 0,0 8 0,6 8 0,1 2 0,2 2 0,4-1 0,3 1 0,1 5 0,7-1 0,5-5 0,9 3 0,4-8 0,1-2 0,5-2 0,7-4 0,2-3 0,0-5 0,-5-7 0,-1-13 0,1-4 0,-3-4 0,-3 2 0,-8-2 0,-8-2 0,1-2 0,-9 2 0,1 4 0,-6-4 0,0 4 0,0 2 0,0 7 0,0 3 0,0 8 0,0 5 0,0-2 0,2 7 0,4 3 0,3-1 0,9-1 0,-1 1 0,0-7 0,0 0 0,2-6 0,2-2 0,2-4 0,6 2 0,-6-7 0,2-1 0,-4-5 0,2 0 0,-2 0 0,-2 1 0,-2 5 0,-7-4 0,5 13 0,-13-2 0,4 15 0,-4 5 0,-2 18 0,-6 0 0,0 16 0,2 3 0,2 1 0,-3 5 0,-1-2 0,0 1 0,6-7 0,0-1 0,0-4 0,-2-8 0,-3-7 0,-3-6 0,-4-8 0,-3-8 0,2-3 0,-6-4 0,-4-2 0,0-2 0,5-4 0,-4 2 0,-1-7 0,0-2 0,5-10 0,1 4 0,0-14 0,0 6 0</inkml:trace>
  <inkml:trace contextRef="#ctx0" brushRef="#br0" timeOffset="26">26587 13686 8912,'-26'-17'0,"3"-1"0,4 3 0,1 4 0,-5 3 0,-1 8 0,-1 2 0,0 4 0,8 3 0,5 8 0,8 1 0,-1-1 0,3 6 0,2 0 0,0 0 0,0-6 0,2-2 0,3-4 0,5 3 0,7-8 0,-5 5 0,-1-5 0,1-1 0,5-5 0,0-1 0,0-5 0,0-4 0,1-7 0,-1 0 0,-6 0 0,1 0 0,-7 7 0,7 4 0,-6-1 0,5 1 0,1 0 0,-1 8 0,1 4 0,-7-2 0,7 7 0,-7 2 0,7 10 0,-2-4 0,1 4 0,4-4 0,-3-1 0,1-7 0,-1 1 0,3-9 0,-6 5 0,9-8 0</inkml:trace>
  <inkml:trace contextRef="#ctx0" brushRef="#br0" timeOffset="27">26932 13737 8912,'0'-17'0,"0"0"0,1 7 0,5 5 0,-2 3 0,8 2 0,-1 2 0,6 3 0,0-1 0,1 8 0,-1 1 0,0 10 0,0-4 0,0 4 0,-1-4 0,-5-2 0,3-5 0,-9-1 0,3-5 0,-2 5 0,-4-7 0,13 4 0,-6-8 0,9-2 0,-3-4 0,-4-5 0,11-5 0,-5-1 0,4 0 0,-4 0 0,0 5 0,0 1 0,-5 5 0,-1-5 0,3 7 0,7-2 0,2 2 0,-2-1 0,-2 3 0,-2-4 0,0 4 0,0 2 0,1 0 0,-1-6 0,0 1 0,-5-3 0,-1 2 0,-7 2 0,2-7 0,-4 5 0,-4-3 0,-4-1 0,-6 1 0,-3 3 0,-2-6 0,-6 9 0,0-3 0,0 4 0,6 2 0,0 8 0,-1 3 0,1 4 0,0 3 0,2-1 0,3 0 0,-1 6 0,7 2 0,2 1 0,2 5 0,10 1 0,3 3 0,14-3 0,10-3 0,7 2 0,9-9 0,9-6 0,16-1 0,12-5 0</inkml:trace>
  <inkml:trace contextRef="#ctx0" brushRef="#br0" timeOffset="28">28566 13514 8912,'-36'0'0,"-2"2"0,0 2 0,5 1 0,6 7 0,10-7 0,8 9 0,3-3 0,4 5 0,2 1 0,13 0 0,4 0 0,12 0 0,0 1 0,3-1 0,3 0 0,-1 0 0,1 0 0,-3 1 0,-3-1 0,1 0 0,-7 0 0,0 0 0,-6 0 0,-5 1 0,-2-1 0,-3 0 0,-3 0 0,-4 0 0,-6 1 0,-5-1 0,-12 0 0,-4 0 0,-7 0 0,-3-5 0,-3-1 0,4-1 0,-4 3 0,5-3 0,7-3 0,3-1 0,8-6 0,7 0 0,6 0 0,16 0 0,7-13 0,15-4 0,8-12 0,2 2 0</inkml:trace>
  <inkml:trace contextRef="#ctx0" brushRef="#br0" timeOffset="29">29186 13651 8912,'-17'-11'0,"-1"1"0,1 3 0,0 3 0,-2-4 0,-4 3 0,-4-1 0,-7 6 0,5 6 0,2 1 0,3 3 0,2 3 0,3 2 0,2 3 0,8-1 0,3 0 0,4 0 0,2 0 0,0 1 0,0-1 0,8-8 0,1-1 0,10-8 0,2 0 0,2 0 0,2-6 0,-2 0 0,-4-7 0,4 2 0,2-3 0,-2 3 0,0-3 0,-6 9 0,0-3 0,0 4 0,1-2 0,-1 3 0,0 1 0,0 9 0,1 5 0,-7 3 0,0 2 0,-5 2 0,6 4 0,-1-2 0,6 6 0,1-2 0,-1-4 0,2-2 0,4-2 0,4-7 0,7-3 0</inkml:trace>
  <inkml:trace contextRef="#ctx0" brushRef="#br0" timeOffset="30">29134 13703 8912,'-2'-17'0,"-1"0"0,-5 1 0,-2 5 0,7 5 0,-3 12 0,4 5 0,0 10 0,-2 4 0,-2 0 0,3 0 0,1 5 0,2-1 0,0 2 0,0-3 0,0 3 0,0-8 0,2 0 0,1-6 0,5 0 0,2 0 0,-5-1 0,7-5 0,-1 4 0,6-20 0,1 3 0</inkml:trace>
  <inkml:trace contextRef="#ctx0" brushRef="#br0" timeOffset="31">29169 13600 8912,'-18'-27'0,"1"0"0,0 4 0,6 10 0,-1-4 0,8 9 0,-1-3 0,1 7 0,-2-2 0,4 4 0,-4 2 0,14 0 0,9 0 0,10 2 0,5 4 0,9-4 0,-1 4 0,15 3 0,-1 1 0</inkml:trace>
  <inkml:trace contextRef="#ctx0" brushRef="#br0" timeOffset="32">29633 13686 8912,'-28'0'0,"-3"0"0,-3-2 0,-5-4 0,-3 6 0,2 0 0,4 2 0,-4 9 0,11 7 0,6 5 0,4 0 0,2 1 0,7 1 0,4 4 0,14 1 0,9-7 0,8 6 0,10-6 0,7-6 0,5-7 0,7-3 0,3-3 0,6-4 0,-5-6 0,5-5 0,-6-12-310,8 4 0,-4-21 0,8 3 0</inkml:trace>
  <inkml:trace contextRef="#ctx0" brushRef="#br0" timeOffset="33">30201 13307 8912,'-11'0'0,"-1"0"0,1 8 0,-6 4 0,5 11 0,1 5 0,1 10 0,-3 4 0,3 4 0,2 8 0,-3-5 0,5 3 0,1 0 0,5-7 0,0 3 0,0-2 0,1-10 0,5-7 0,-2-10 0,7-2 0,9 0 0,6-30 0,9 2 0</inkml:trace>
  <inkml:trace contextRef="#ctx0" brushRef="#br0" timeOffset="34">30425 13497 8912,'-17'-8'0,"-8"6"0,-4-4 0,2 4 0,-1 2 0,-7 2 0,-7 4 0,0 7 0,0 8 0,2 0 0,6 8 0,9 0 0,7 5 0,9 1 0,9-1 0,4 0 0,7 1 0,16-7 0,19 1 0,6-10 0,5 0 0,6-7 0,4-5 0,11-1 0,8-6 0,0 0 0,8 0 0</inkml:trace>
  <inkml:trace contextRef="#ctx0" brushRef="#br0" timeOffset="35">13216 15061 8912,'-5'-23'0,"-1"0"0,2 2 0,2 2 0,2 2 0,0 9 0,0 8 0,0 10 0,0 5 0,0 2 0,0 1 0,0-1 0,0 6 0,0 0 0,0-2 0,0-2 0,6 4 0,0 0 0,-1 5 0,-5-5 0,0 6 0,0-4 0,0 1 0,0 5 0,0 0 0,0-3 0,0-3 0,-7-8 0,-3 0 0</inkml:trace>
  <inkml:trace contextRef="#ctx0" brushRef="#br0" timeOffset="36">13268 14889 8912,'-17'0'0,"-1"-7"0,3 3 0,4-8 0,3 9 0,8-13 0,0 5 0,0-5 0,0-1 0,2 0 0,4 0 0,-4 5 0,3 1 0,-3 7 0,-2-3 0,0 8 0,0 5 0,8 4 0,-6-1 0,13 7 0,-5-7 0</inkml:trace>
  <inkml:trace contextRef="#ctx0" brushRef="#br0" timeOffset="37">14008 14889 8912,'-17'-15'0,"1"2"0,5 1 0,-4 6 0,3-3 0,-3 1 0,-2 4 0,5 1 0,1-3 0,-3 4 0,-9-4 0,4 10 0,-4 4 0,4 1 0,2 5 0,5 7 0,1 2 0,7 1 0,-2-3 0,5 2 0,1-2 0,1-2 0,5-1 0,4-1 0,7 0 0,8 0 0,3 0 0,-1-5 0,2-1 0,0-5 0,5 6 0,-5-7 0,-1 7 0,-7-7 0,2 5 0,-4 0 0,-1-1 0,-1-5 0,-8 11 0,-3-5 0,-12 7 0,-9-6 0,-8 1 0,-7-1 0,1 7 0,-4-1 0,-1 0 0,0-2 0,-1-1 0,3-5 0,3-1 0,4-3 0,8-5 0,7-1 0,5-5 0,10-11 0,5-10 0</inkml:trace>
  <inkml:trace contextRef="#ctx0" brushRef="#br0" timeOffset="38">15247 14872 8912,'0'-17'0,"0"0"0,-2-1 0,-4 1 0,2 2 0,-7 4 0,-2 5 0,-3 4 0,-3 2 0,-4 0 0,-4 2 0,-7 4 0,2 7 0,3 8 0,-4 0 0,5 8 0,3-3 0,2 3 0,9 2 0,5-7 0,1 1 0,4 0 0,3 6 0,2-12 0,5 4 0,4-6 0,7-6 0,6 3 0,0-9 0,5 1 0,-5-6 0,8 6 0,-2 0 0,-3 1 0,1-3 0,-2 2 0,-4-2 0,-7-1 0,-3 3 0,-7-2 0,2 7 0,-5 1 0,-2 5 0,-5 0 0,-9 1 0,-8-1 0,0 0 0,5-2 0,1-1 0,0-3 0,2 0 0,3 7 0,5-7 0,7 1 0,0-16 0,15 2 0,4-15 0</inkml:trace>
  <inkml:trace contextRef="#ctx0" brushRef="#br0" timeOffset="39">15557 15078 8912,'0'12'0,"0"-1"0,0-5 0,0 6 0,0-1 0,-6 6 0,0 0 0,0 1 0,-1-1 0,5 0 0,-4 0 0,4 0 0,2 1 0,0-9 0,0-3 0,0-12 0,0 0 0,0-9 0,0-4 0,0 0 0,0-2 0,0-2 0,2 4 0,4-4 0,-2-2 0,7 2 0,1 2 0,-3 2 0,5 0 0,-9-4 0,7 10 0,-6-5 0,7 7 0,0-2 0,8 1 0,-5 8 0,7-1 0,0 3 0,11 2 0,0 0 0</inkml:trace>
  <inkml:trace contextRef="#ctx0" brushRef="#br0" timeOffset="40">16262 14941 8912,'-17'-8'0,"0"6"0,0-3 0,-1 3 0,1 2 0,-6 2 0,-2 3 0,0 9 0,1 7 0,-5 5 0,6 9 0,-6-1 0,8 1 0,4-1 0,4 0 0,9 6 0,-2 1 0,4-1 0,2-6 0,10-7 0,7-4 0,2-6 0,10-6 0,-1 3 0,7-8 0,-1-1 0,1-5 0,-1-7 0,1-5 0,-1-11 0,8-4 0,2-7 0</inkml:trace>
  <inkml:trace contextRef="#ctx0" brushRef="#br0" timeOffset="41">16658 14889 8912,'-17'0'0,"0"8"0,-1 3 0,7 7 0,-1 4 0,3 5 0,-3 8 0,-1 7 0,7 3 0,2 5 0,3 2 0,1-1 0,0 1 0,7-2 0,5-5 0,-3-3 0,3-9 0,1-4 0,2-7 0,4-10 0,4-6 0,4-20 0,8-5 0</inkml:trace>
  <inkml:trace contextRef="#ctx0" brushRef="#br0" timeOffset="42">16985 15027 8912,'-19'6'0,"-2"1"0,-2 3 0,2 3 0,-4 8 0,2 2 0,-6 8 0,6-3 0,0-1 0,8 2 0,2-1 0,1-1 0,8-2 0,-1-8 0,10 0 0,7 0 0,5-1 0,6-5 0,4-3 0,7-8 0,3 0 0,3 0 0,2 0 0,4 0 0,2 0 0,-8 0 0,0 0 0,2-15 0,2-5 0</inkml:trace>
  <inkml:trace contextRef="#ctx0" brushRef="#br0" timeOffset="43">19446 14941 8912,'-6'-17'0,"-2"1"0,1 3 0,-3 3 0,1 1 0,-5-1 0,7 8 0,1 2 0,4 8 0,2 9 0,0 0 0,0 1 0,0-1 0,0 0 0,0 0 0,0 0 0,0 1 0,8-1 0,3 0 0,-1-7 0,1-5 0,-5-3 0,5-2 0,3 0 0,1-7 0,2 3 0,0-8 0,-5 8 0,-1-1 0,1 3 0,5 2 0,-2 2 0,-3 3 0,-3 5 0,-3 7 0,-2 0 0,7 1 0,-5-1 0,4 0 0,-1-2 0,1-3 0,-4 1 0,5-7 0,1 0 0,5-6 0,0 0 0,0 0 0,-5-8 0,-1-5 0,1-7 0,-3-2 0,1-7 0,-5 6 0,-3-6 0,4 6 0,-4-5 0,-2 5 0,0 0 0,0 6 0,0-1 0,0 9 0,8-6 0,1 5 0</inkml:trace>
  <inkml:trace contextRef="#ctx0" brushRef="#br0" timeOffset="44">20255 14717 8912,'0'-17'0,"0"0"0,0 0 0,-6 5 0,-2 3 0,-1 3 0,-5 8 0,-1 13 0,-2 14 0,0 3 0,-1 3 0,1 7 0,2 2 0,1 2 0,3-1 0,5-6 0,-5 1 0,7-4 0,-2-2 0,4-5 0,2 0 0,2-10 0,4-2 0,-2-7 0,7-10 0,3 0 0,1 0 0,4 0 0,4 0 0,-2-8 0,8-4 0,-6-5 0,5-6 0,-1 4 0,4-4 0,-5 4 0,-1 2 0,0 2 0,-2 3 0,-4-1 0,4 7 0,-4 0 0,-1 6 0,4 0 0,1 0 0,0 0 0,-5 0 0,5 2 0,1 2 0,1 2 0,0-2 0,6-2 0,-3-2 0,-1-2 0,2-4 0,-8 2 0,2-7 0,-4 1 0,-2-1 0,-7-5 0,-5 5 0,-3-4 0,-2-3 0,-7 1 0,-5 0 0,-5 8 0,-6 3 0,2 2 0,-8-2 0,8 4 0,-2-3 0,4 10 0,2 7 0,0 5 0,0 6 0,7-2 0,4 8 0,4-7 0,2 7 0,0-6 0,0 6 0,14-8 0,3 2 0,14-4 0,3-2 0,8-7 0,10-5 0,5-3 0,2-2 0,1-4 0,-1-7 0,-2-1 0,-5-11 0,-10 2 0,-8-1 0,-7 2 0,-10-2 0,1 2 0,-9 3 0,-3 8 0,-12 3 0,-2 6 0,-3 6 0,-2 5 0,7 12 0,-2-4 0,2 4 0,5-4 0,-5-2 0,4 1 0,0-1 0,-2 0 0,-2 0 0,1-5 0,5-1 0,0-7 0,0 4 0,7-16 0,-3-2 0,8-7 0,1 0 0,2-6 0,4-2 0,2 0 0,2 1 0,2-5 0,-2 6 0,-2 0 0,8 6 0,-8 7 0,2 5 0,2 3 0,-2 2 0,0 7 0,-6 7 0,0 7 0,0 7 0,2-1 0,4 2 0,4 3 0,8 3 0,-1-5 0,8-13 0,2 1 0</inkml:trace>
  <inkml:trace contextRef="#ctx0" brushRef="#br0" timeOffset="45">23283 14683 8912,'-17'-34'0,"0"7"0,2 4 0,3 4 0,5 11 0,7 10 0,0 13 0,0 10 0,0 10 0,1-1 0,5 0 0,-4 6 0,4 1 0,-4-3 0,-2-2 0,0-2 0,0 1 0,0-1 0,0 1 0,-2-1 0,-4 0 0,-4-7 0,-22-2 0,-4-8 0</inkml:trace>
  <inkml:trace contextRef="#ctx0" brushRef="#br0" timeOffset="46">22888 14992 8912,'0'-23'0,"0"1"0,1 1 0,5 1 0,4-1 0,7 4 0,2-2 0,4 13 0,4-5 0,7 5 0,8-5 0,4 3 0,4 0 0,2 1 0,-1-7 0,1 3 0,3-6 0,-3-6 0,-4 2 0,-14-8 0,-7 1 0,-4-7 0,-6 3 0,-6 3 0,-5 6 0,-4 4 0,-2 2 0,0 0 0,0 5 0,0 1 0,0 7 0,-8-4 0,5 16 0,-9 3 0,6 7 0,-3 4 0,1 9 0,4 7 0,-5 0 0,-3 8 0,3-6 0,-3 6 0,7-8 0,-7 3 0,6 1 0,-3-4 0,1-4 0,4-3 0,-3-10 0,1 2 0,0-4 0,6-10 0,0-1 0,8-18 0,3-5 0,7-8 0,4-4 0,0 5 0,6-7 0,1 8 0,5-2 0,6 4 0,1 2 0,-1 1 0,-4 3 0,2 3 0,2 3 0,1 1 0,-7 6 0,-5 0 0,-1 0 0,1 0 0,6 0 0,-9 0 0,-3 0 0,-4 0 0,-1 0 0,-9-2 0,-3-4 0,-4 3 0,-2-9 0,-2 6 0,-4-5 0,-5 1 0,-10-3 0,-2 4 0,2 1 0,-4 2 0,2 6 0,-6 2 0,6 4 0,-2 3 0,2 9 0,4 4 0,-2 3 0,8 0 0,7 0 0,4 6 0,2-3 0,2-1 0,4 2 0,11-7 0,12 7 0,3-10 0,5-2 0,3-7 0,6-2 0,-2-6 0,2 3 0,-8-10 0,2-7 0,-6-3 0,-5-2 0,-6-1 0,-4 1 0,-4 0 0,-3 0 0,-5 0 0,1-1 0,-6 9 0,-2 1 0,-2 8 0,-6 2 0,8 4 0,8-4 0,-4 5 0,7-7 0,-5 0 0,6 0 0,-9 0 0,13 0 0,-5 0 0,-3 0 0,0 0 0,-8 0 0,0 8 0,0 4 0,0 9 0,0 3 0,0 3 0,0 4 0,0 3 0,0 6 0,0-2 0,0 8 0,-2-8 0,-4 3 0,2-7 0,-7-3 0,-1-5 0,3-1 0,-5-2 0,8-6 0,-5-5 0,5-1 0,-7-7 0,1 2 0,5-4 0,-9-18 0,7-3 0</inkml:trace>
  <inkml:trace contextRef="#ctx0" brushRef="#br0" timeOffset="47">25607 14941 8912,'5'-23'0,"3"0"0,0 0 0,-1-2 0,-1 6 0,-6-4 0,-8 4 0,-3 4 0,-4 1 0,-3 3 0,-1 7 0,-4-2 0,4 5 0,-4 1 0,-2 0 0,2 0 0,0 9 0,6 8 0,0 0 0,0 8 0,0-2 0,-1 0 0,9 6 0,3-6 0,4 5 0,2-5 0,0 0 0,8-7 0,5-3 0,6-4 0,4-1 0,2-2 0,-2-6 0,-2 0 0,8 0 0,-2-2 0,1-4 0,3 2 0,-8-7 0,5 7 0,-5-2 0,2-1 0,-4 1 0,2 2 0,0 0 0,-6-1 0,1 3 0,-1-6 0</inkml:trace>
  <inkml:trace contextRef="#ctx0" brushRef="#br0" timeOffset="48">25933 14786 8912,'12'-6'0,"-1"1"0,-5-7 0,6 6 0,-7 1 0,7 5 0,-8 2 0,1 3 0,3 5 0,-2 7 0,0 2 0,-5 2 0,3 2 0,2-2 0,0 4 0,-6-2 0,0 0 0,0-6 0,0-6 0,0 1 0,0-6 0,0 5 0,2-7 0,3 2 0,3-6 0,3-6 0,5-2 0,-5-3 0,5-4 0,1 3 0,6-3 0,0-2 0,5 1 0,-3 3 0,0 2 0,0-3 0,4 7 0,-6 1 0,7-2 0,-1 2 0,-4-5 0,-2 5 0,3 0 0,3 6 0,-2-5 0,2-3 0,-1 0 0,-1 1 0,4-5 0,-9 7 0,1-3 0,-5 2 0,-1-3 0,-2-8 0,-3-1 0,-7 7 0,-10 1 0,-9 1 0,-7-1 0,0 6 0,-8-1 0,7 3 0,-7 2 0,0 0 0,-5 0 0,5 7 0,0 5 0,6 3 0,-3 2 0,1 1 0,4-1 0,7 2 0,3 4 0,7-4 0,-2 4 0,6 2 0,6-2 0,6 1 0,11-1 0,13-9 0,16 3 0,9-4 0,6-3 0,9-3 0,4-7 0,12-7 0,4-3 0</inkml:trace>
  <inkml:trace contextRef="#ctx0" brushRef="#br0" timeOffset="49">27964 14717 8912,'0'-25'0,"-6"6"0,1-4 0,-1 10 0,6 2 0,0 7 0,0 4 0,0 9 0,0 10 0,0 2 0,0 4 0,0 2 0,-6-6 0,0 2 0,1 2 0,5-2 0,0 0 0,0-6 0,0 0 0,0 0 0,0 0 0,0-7 0,0-2 0,7-18 0,5-7 0,3-2 0,2-8 0,2 0 0,4 1 0,2-1 0,4-2 0,3 4 0,-3 8 0,4 0 0,1 0 0,-1 1 0,-5 5 0,-3 3 0,-8 8 0,0 0 0,-1 8 0,-5 3 0,-5 5 0,4 1 0,-7 0 0,9 0 0,-6-7 0,5-4 0,1 1 0,5-1 0,0 0 0,0-6 0,0 0 0,1 0 0,-1 0 0,0 0 0,-6-2 0,1-4 0,-1 4 0,1-11 0,-1 7 0,-7 0 0,4 6 0,-8 8 0,0 2 0,0 7 0,-6 0 0,0 0 0,3 0 0,3-7 0,5-4 0,-1-5 0,8-1 0,-1 0 0,6-1 0,0-5 0,-1-4 0,-3-7 0,-3 0 0,-3 0 0,-1-6 0,-6 0 0,-2 0 0,-4 6 0,-3 0 0,-8-1 0,-1 9 0,1 3 0,0 4 0,0 2 0,2 8 0,3 3 0,6 5 0,4 1 0,2 0 0,0 0 0</inkml:trace>
  <inkml:trace contextRef="#ctx0" brushRef="#br0" timeOffset="50">29582 14391 8912,'0'-21'0,"0"3"0,-8 13 0,-3-1 0,-12 12 0,4 17 0,-6 15 0,2 8 0,0 7 0,0 10 0,6 0 0,1 4 0,5 2 0,3-6 0,8 0 0,8-6 0,5 3 0,6-7 0,4-9 0,6-8 0,-6-7 0,0 1 0,-6-7 0,0 0 0,-7-13 0,-2-10 0,-8-10 0</inkml:trace>
  <inkml:trace contextRef="#ctx0" brushRef="#br0" timeOffset="51">29358 14872 8912,'-15'-2'0,"3"-4"0,5-3 0,-1-1 0,6 1 0,-4 3 0,12 4 0,5-4 0,14 4 0,12 2 0,14 0 0,16 0 0,12-5 0,12-1 0,-42 3 0,0 0-153,5 3 0,1 0 0,-1 0 0,-1-2 153,-1 0 0,-1-1 0,0-1 0,-2-2 0,29-11 0</inkml:trace>
  <inkml:trace contextRef="#ctx0" brushRef="#br0" timeOffset="52">18499 16162 8912,'0'-18'0,"0"13"0,-2 10 0,-3 16 0,1 19 0,-6 12 0,3 9 0,3 6 0,-4 4 0,2 3 0,3 6 0,1 5 0,7 1 0,1-1 0,6-8 0,-5-8 0,3-10 0,3-6 0,-3-14 0,1-5 0,-7-11 0,4-2 0,-1-8 0,-5-5 0,-2-8 0,-17-8 0,-10-1 0</inkml:trace>
  <inkml:trace contextRef="#ctx0" brushRef="#br0" timeOffset="53">18241 16505 8912,'-17'-7'0,"7"-9"0,5-6 0,3-1 0,4 4 0,5-2 0,11-2 0,6-8 0,11 2 0,7-3 0,4-2 0,3 1 0,5 2 0,1 7 0,3 5 0,5-1 0,-6 15 0,-1 1 0,-10 10 0,3-4 0,-12 20 0,5-2 0</inkml:trace>
  <inkml:trace contextRef="#ctx0" brushRef="#br0" timeOffset="54">19084 16540 8912,'-9'0'0,"1"0"0,8 2 0,0 3 0,0-1 0,0 8 0,2-7 0,4 7 0,-2-6 0,7 3 0,3-1 0,1-4 0,2 3 0,0-1 0,2 0 0,4-6 0,-4 0 0,4 0 0,-3-2 0,-3-2 0,0-2 0,0 2 0,-2 1 0,-3-3 0,3 4 0,-7 2 0,3 11 0,-3 12 0,-8 6 0,0 5 0,0 7 0,-2 4 0,-2 11 0,-3 1 0,-3-1 0,0-3 0,-1-1 0,-4-3 0,3-3 0,-3-10 0,-2-7 0,0-14 0,-1 3 0,1-3 0,0-8 0,7 1 0,3-16 0,7-3 0,0-20 0,0-5 0</inkml:trace>
  <inkml:trace contextRef="#ctx0" brushRef="#br0" timeOffset="55">19824 16660 8912,'8'-17'0,"-6"11"0,4 12 0,-2 13 0,1 21 0,-3 4 0,4 8 0,-4 5 0,-2 2 0,0 4 0,0 8 0,0-2 0,0 5 0,0-3 0,0-2 0,-6-8 0,0-4 0,1 2 0,5-1 0,0-9 0,0-9 0,0-11 0,-8-12 0,-2-9 0</inkml:trace>
  <inkml:trace contextRef="#ctx0" brushRef="#br0" timeOffset="56">19790 16729 8912,'6'-12'0,"-1"1"0,9 1 0,-3-1 0,12-2 0,6 7 0,-2 0 0,1 4 0,3-2 0,1-1 0,3-1 0,-1 6 0,-7 8 0,-4 3 0,-10-1 0,-3 3 0,-4 6 0,-8 8 0,-12 5 0,-9 3 0,-13 1 0,2 4 0,-5-4 0,5 5 0,0-3 0,-1 2 0,3-10 0,3 3 0,6-6 0,4-4 0,2-6 0</inkml:trace>
  <inkml:trace contextRef="#ctx0" brushRef="#br0" timeOffset="57">20444 16884 8912,'0'-12'0,"0"1"0,0 7 0,0-4 0,0 10 0,0 4 0,0-4 0,8 5 0,3-7 0,10 0 0,2 0 0,2-5 0,-2-1 0,-4-7 0,4 1 0,2-9 0,-2-2 0,-6 0 0,-8 4 0,-1-2 0,-4-2 0,-2 0 0,-2 6 0,-15 8 0,-8 3 0,-10 6 0,-7 6 0,-4 11 0,-8 11 0,3 11 0,1 5 0,4 3 0,2 7 0,9 5 0,10-7 0,14 3 0,9-9 0,11-4 0,18-2 0,15-6 0,19-5 0,4-12 0,2-11 0,1-4 0,5-2 0,2-8 0,3-3 0,12-12 0,-4-4 0</inkml:trace>
  <inkml:trace contextRef="#ctx0" brushRef="#br0" timeOffset="58">21907 16076 8912,'2'-44'0,"1"5"0,3 9 0,-2 7 0,-2 21 0,-2 14 0,0 28 0,0 23 0,-8 23 0,3-33 0,-1 3 0,-1 3 0,0 2-452,1 7 1,1 1 0,-2 8 0,0 1 451,4 4 0,1 2 0,-1 6 0,2 2-725,2-26 1,1 2 0,1-2 724,4 31 0,3-1 0,-2-30 0,1 0 0,1-1 0,7 25 0,0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21:51:51.3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20100 5278 8912,'-50'-2'0,"4"-1"0,6-3 0,6 0 0,5 0 0,4 1 0,2 1 0,0 2 0,0 2 0,4 2 0,-4 2 0,-6 1 0,-3 1 0,-2-6 0,-3 0 0,-3 0 0,2-2 0,-8-2 0,0-1 0,2 1 0,-6-4 0,4 2 0,-1-5 0,1 5 0,-4-7 0,4 3 0,-4-1 0,-1-1 0,-8 7 0,-5-7 0,-10 8-233,-6-1 0,-5-3 233,-1 2 0,-5-1 0,-1 1 0,0 4 0,6-4 0,-8-1 0,44 3 0,-1 0 0,-2 0 0,-1 0 0,0 1 0,-1-1 0,-2-2 0,1 0 0,7 3 0,1 1 0,-4-2 0,0 0-165,-2 1 0,-1 0 0,0 2 0,-1 0 165,-1-1 0,0-1 0,1-1 0,1 0 0,3 1 0,1 0 0,-1-2 0,0-1 0,-1 2 0,-1 0 0,-2 0 0,-1-2 0,-3 0 0,0-1 0,1 2 0,1 1 0,4-2 0,-1 0 0,2 3 0,-1 0 0,0-2 0,-1-1 0,-1 3 0,-1 0 0,-3-3 0,0 1 0,1 2 0,-1 0 0,3-3 0,0 1 0,1 0 0,1 0 0,1-2 0,1 1 0,-3 0 0,-1 2 0,-3 0 0,-1 0 0,-1 0 0,0 1 0,2 0 0,0 0 0,0 1 0,1 0 0,2-3 0,-1-1 0,-4 3 0,0 0 0,2-3 0,0 1 0,-2 2 0,-1 0 0,3-3 0,0 0 0,1 4 0,-1 1 0,1-3 0,0 0 0,0 1 0,-1 0 0,-1 1 0,0-2 0,-4-1 0,0-1 0,1 3 0,2 0 0,1-3 0,1-1 0,3 1 0,0 0 0,-1 0 0,1-1 0,-3 1 0,-1 1 0,1-3 0,0 0 0,0 3 0,-1-1 0,1-1 0,0-1 0,0-1 0,-1 0 0,1 1 0,0 1 0,0 1 0,0 1 0,-3-3 0,-1 0 0,1 2 0,0 1 0,3 0 0,0 0 0,2-1 0,1 1 0,1 2 0,-1 0 0,0-3 0,-1 1 0,-1 2 0,0 2 0,1-2 0,1 0 0,2 1 0,-1 0 0,1 1 0,-1-2 0,2 0 0,-1-1 0,1-1 0,-1 0 0,-3 3 0,0 0 0,0-1 0,1-1 0,-2 0 0,-1 0 0,4 4 0,0-2 0,-3-4 0,1-1 0,3 3 0,-1 2 0,0 0 0,-1 0 0,-4-3 0,0 1 0,1 3 0,0 0 0,-2-2 0,1 0 0,3 2 0,1 0 0,2 1 0,0 0 0,-2 0 0,1 0 0,-2 1 0,1-2 0,3-1 0,-1-2 0,-5 2 0,0-1 0,5 0 0,2 0 0,2 3 0,-1 0 0,-45 0 0,5 0 0,-6 0 0,45 0 0,-1 0 0,1 0 0,-1 0 0,3 0 0,1 0 0,-48 0 0,7 0 0,-1 0 0,40 0 0,1 0 0,1 0 0,0 0 0,-4 0 0,-1 0 0,3 0 0,1 0 0,-47 0 0,3 0 0,5 0 0,-6 2 0,46 1 0,-1 0 0,1-2 0,1 0 0,-6 1 0,1 1 0,3 1 0,0 0 0,-1-2 0,1 2 0,-43 9 0,43-7 0,-1 0 0,2 0 0,1 1 0,-3-1 0,0-1 0,0 3 0,-1 0 0,1-2 0,1 1 0,1 2 0,0 1 0,-39 13 0,3-4 0,-6-2 0,-4-3 0,45-3 0,-1 1 0,-42 1 0,8-2 0,8 1 0,9 5 0,-2-2 0,-1-1 0,-3-5 0,2-1 0,3 3 0,1-5 0,0 8 0,0-3 0,8-1 0,4 1 0,3-5 0,2 5 0,1 3 0,-1 1 0,-1 2 0,-5 0 0,3 2 0,-8 4 0,5-2 0,-5 8 0,15-6 0,3 6 0,6-7 0,7 7 0,1 2 0,3 1 0,1 8 217,-2 0 1,-2 8-218,9-2 0,-9 6 0,2 5 0,2-4 0,-1 5 0,1 1 0,-2-2 0,-3-3 0,5-7 0,0 1 345,4-6 1,10 2-346,1-4 0,9 8 0,-3-2 0,4-4 0,2-2 0,2-4 0,4-1 0,5-1 0,4 0 0,10-5 0,4 0 0,-2-2 0,1 1 0,3 5 0,9-5 0,-3-1 0,3 2 0,-4-3 0,-2 3 0,3 4 0,1-5 0,2 5 0,-2 1 0,1 1 0,1-1 0,4 4 0,7-4 0,9 5 0,3-11 0,4 3 0,3-1 0,1-3 0,-2-2 0,2-2 0,-14-6 0,8 0 0,-2 1 0,12-3-223,5-4 1,4 3 222,2-9 0,0 7 0,2-6 0,0-3 0,-2-1 0,-37 1 0,0 0 0,43 3 0,-43-3 0,1 0 0,1-3 0,1 0 0,2 0 0,-1 0 0,-1 0 0,0 0 0,1 0 0,-1 0 0,40 0 0,-40 0 0,3 0 0,-1 0 0,1 0 0,2 0 0,0 0 0,1 0 0,-1 0 0,-1 0 0,-1 0 0,-4 0 0,1 0 0,4-3 0,1 0-232,3 0 1,0 0 0,3-3 0,1-1 231,2 1 0,0 0 0,-5 2 0,0-1 0,-4-1 0,1 0 0,0 3 0,0 0 0,6-1 0,0-1 0,2 0 0,0 0-90,-1 0 0,0 1 1,2 2-1,-2 0 1,-6-1-1,-1 0 90,4 2 0,0 0 0,3-2 0,0-1 0,6 3 0,0 0 0,-2-2 0,-1 0 0,2-1 0,0 0 0,-5 1 0,0 1 0,2 0 0,2 0 0,3 1 0,1 0 0,1-2 0,-1 0 0,-1 0 0,0 1 0,0-2 0,-1 2-237,-5 2 1,0 0 0,4-3 0,2 0 236,-1 0 0,1 0 0,2-1 0,-1 1 0,-3 1 0,0 0 0,-1-1 0,-1 0 0,3 1 0,0 0 0,-2 1 0,0 0 0,2 1 0,1 0 0,-3 0 0,0 0 0,-3 0 0,0 0 0,4 1 0,1 0 0,-2 2 0,0 0 0,1-1 0,-1 0 0,-1 3 0,0 1 0,0 0 0,0 0 0,2-2 0,-1 1 0,1 3 0,0 0 0,-4-3 0,0 1 0,1 1 0,0 1 0,-4 1 0,0 0 0,3 0 0,0 1 0,-3 1 0,0 1 0,3-3 0,0 1 0,-3 1 0,0 1 0,-1-3 0,-1 1-99,-3-2 1,0 1 0,7 0 0,0-1 98,-2 1 0,1-1 0,1 1 0,0 0 0,-5-1 0,0 1 0,-3-3 0,-1-1 0,-2 1 0,1 0 0,4-4 0,0-1 0,1 2 0,1 0 0,1 1 0,0 0 0,-2-1 0,-1 0 0,-2-1 0,0-1 0,-2 1 0,-1-2 0,3 0 0,-1 0 0,1 0 0,1 0 0,1 0 0,0 0 0,2 0 0,-1 0 0,0 0 0,0 0 0,1 0 0,-1 0 0,0 0 0,0 0 0,0 0 0,1 0 0,2 0 0,2 0 0,1 0 0,0 0 0,2 0 0,0-2 0,0 1 0,-1-1 0,-1-1 0,0 0 0,2 0 0,0 0 0,-3 3 0,0 0 0,4 0 0,0 0 0,-2-1 0,0 0 0,2-2 0,-1 0 0,-4 2 0,0 1 0,5-3 0,0 0 0,-3 1 0,0 0 0,0 0 0,0 0 0,-2-1 0,0 0 0,0 2 0,0-1 0,-2-2 0,0 0 0,4 1 0,0 0 0,-4 0 0,-1 1 0,-1 2 0,0 0 0,1-3 0,-1 0 0,-3 0 0,0 0 0,3-3 0,1 1 0,2 2 0,0 0 0,-3-3 0,0 0 0,2 2 0,-1 1 0,-3-2 0,0 0 0,1-1 0,-1-1 0,1 0 0,1 0 0,0 2 0,0-1 0,0-2 0,-1 1 0,-2 1 0,0 0 0,-1 2 0,-1-1 62,-3-1 0,-1 0 0,1 4 0,0 0-62,-1 0 0,1-1 0,0-1 0,-1 0 0,0 1 0,0 0 0,-2 1 0,-1 0 122,44 1 1,-12 1-123,-5 0 0,-3-2 0,3-4 0,1 2 0,5-7 0,-5 1 0,-7-1 0,-8-10 0,-5 3 0,-7-3 479,-3-3 0,-9 3-479,-3-8 0,-1 4 439,-10-9 1,-1 1-440,-4-13 0,-3 6 154,-4-6 1,-3 1 0,-10-9 0,-4-5-155,-5-10 0,-4 0 0,-3-5 0,-6 1-87,-5-1 0,-5 1 87,-7-7 0,-5 15 0,-11 2 0,-6 9 0,-13 9 0,-11 4 0,40 22 0,-1 2 0,-2 5 0,-1 3 0,-1 0 0,0 1 0,-43 2 0,3 0 0,2 3 0,2 5 0,2 5 0,4 3 0</inkml:trace>
  <inkml:trace contextRef="#ctx0" brushRef="#br0" timeOffset="1">19859 3129 8912,'0'-11'0,"-2"-1"0,-2-1 0,-2-2 0,1-3 0,-3 1 0,6 6 0,-4-1 0,4 8 0,2-3 0,0 7 0,0 2 0,0 5 0,0 11 0,0 8 0,0 14 0,6-1 0,0 6 0,0 1 0,-6 6 0,2-1 0,3 1 0,-1-8 0,6-4 0,-1-4 0,1-1 0,-5-8 0,7-5 0,-6-4 0,5-7 0,1-3 0,5-18 0,0-7 0,2-8 0,4-9 0,-4-8 0,4-4 0,-4 2 0,-1 0 0,-1 0 0,0 0 0,-8 6 0,-3-2 0,2 11 0,-2 6 0,-1 10 0,-5 1 0,0 9 0,0-3 0,0 12 0,0 3 0,0 10 0,0 2 0,0 2 0,0 8 0,0-3 0,6-1 0,0 2 0,7-2 0,-1 1 0,-1-3 0,6-8 0,-3-1 0,9-5 0,-2-3 0,0-8 0,4 0 0,1 0 0,3-8 0,5-3 0,-5-7 0,0-5 0,-6-1 0,5-5 0,-6-7 0,0 7 0,-4-7 0,-7 7 0,3-2 0,-9 3 0,7 3 0,-7 8 0,1 7 0,-6 3 0,0 14 0,0 5 0,6 9 0,0 2 0,5 5 0,-5-5 0,5 2 0,-3-4 0,0 4 0,-1 2 0,-1-4 0,-6 5 0,6-7 0,0 2 0,-1-4 0,-5-2 0,-7 6 0,-5 0 0,-3-6 0,-2-5 0,-1 1 0,1 3 0,8-7 0,1-9 0,8-9 0,0-9 0</inkml:trace>
  <inkml:trace contextRef="#ctx0" brushRef="#br0" timeOffset="2">21046 3215 8912,'-2'10'0,"-3"-5"0,3-1 0,-4 2 0,4-4 0,2 13 0,2-13 0,6 6 0,7-3 0,6 1 0,15-2 0,-1-10 0,3-3 0,-4-8 0,6-3 0,1-3 0,-1 2 0,-6-7 0,-7 5 0,-4-6 0,-4 6 0,-2-5 0,-7 7 0,-6-2 0,-8 4 0,-6 9 0,-7 4 0,-6 4 0,0 2 0,-2 2 0,2 4 0,4 4 0,-4 7 0,4 2 0,2 4 0,7-2 0,5 7 0,3-5 0,2 4 0,4 0 0,7 0 0,2-6 0,16 2 0,7-10 0,10-2 0,4-7 0,2 2 0,7-6 0,4-6 0,2-3 0,-2-8 0,-11-1 0,-12 1 0,-11 0 0,-8 0 0,-8 0 0,-7 5 0,-12 1 0,-5 5 0,-12-6 0,2 9 0,-8-3 0,8 4 0,-2 2 0,-2 2 0,2 4 0,0 1 0,6 5 0,5 5 0,3-2 0,-1 6 0,1 0 0,5-2 0,-2-1 0,4-1 0,2 0 0,6 2 0,0 4 0,7-10 0,-1 4 0,9-9 0,2 4 0,1-9 0,-1 3 0,-2-6 0,6-6 0,0-7 0,0-8 0,-4-6 0,5-7 0,-7-2 0,2-5 0,-4-2 0,-1-9 0,-7 0 0,-1 1 0,-3-1 0,-3 1 0,-2 1 0,-2 4 0,0 4 0,0 8 0,-6 13 0,1 4 0,-9 11 0,10 0 0,-5 12 0,-1 7 0,1 8 0,3 12 0,-5 7 0,5 8 0,-6-3 0,9 5 0,-3 2 0,4-1 0,2 1 0,0-1 0,0 1 0,13-2 0,6-3 0,6-3 0,6-2 0,9-3 0,6-11 0,4-11 0,1-11 0,1-4 0,-1-2 0</inkml:trace>
  <inkml:trace contextRef="#ctx0" brushRef="#br0" timeOffset="3">23249 2820 8912,'-8'9'0,"-1"-1"0,-9-8 0,1 0 0,0 0 0,0 0 0,2 2 0,3 4 0,-3-5 0,13 15 0,-4-5 0,4 4 0,2 3 0,8-1 0,3 0 0,5-6 0,1 1 0,0-1 0,0 7 0,1-1 0,-1 0 0,2-6 0,2 3 0,2 3 0,-2 4 0,-2 2 0,-2-6 0,2 0 0,4 1 0,-2 4 0,8 1 0,-6-5 0,6-7 0,-3-1 0,3 1 0,9-3 0,-3-8 0,3-4 0,-4-8 0,1-1 0,-1-16 0,-1-1 0,-5-3 0,1-3 0,-12-4 0,2 4 0,-13-4 0,0 3 0,-6 3 0,-10-1 0,-7 1 0,-8 7 0,-9 4 0,-1-1 0,1 1 0,5 5 0,1 7 0,7 7 0,-2-2 0,4-3 0,9 15 0,2-12 0,16 21 0,2-5 0</inkml:trace>
  <inkml:trace contextRef="#ctx0" brushRef="#br0" timeOffset="4">24178 2613 8912,'-17'0'0,"0"0"0,0 0 0,7 0 0,0 4 0,7 6 0,-5 9 0,-2 6 0,7 3 0,-3 7 0,-4-1 0,-1 0 0,3 1 0,2-1 0,-1 1 0,1-1 0,-5 0 0,5-1 0,0-4 0,-2-7 0,7-2 0,-5-3 0,4-8 0,2-1 0,2-8 0,4 0 0,-3-8 0,9-3 0,1-10 0,10-2 0,-4-6 0,6 6 0,-2 2 0,0 2 0,0 2 0,-6 0 0,6 2 0,0 3 0,0-1 0,-6 7 0,6 0 0,0 6 0,8-2 0,-3-3 0,5 3 0,1-4 0,3 4 0,3 2 0,4 0 0,7 0 0,-7-6 0,-3 1 0,-7-9 0,-5 3 0,-5 1 0,-6-1 0,-9-1 0,-5-3 0,-8 2 0,-7 1 0,-10 3 0,-2-3 0,-8 3 0,3 3 0,-5 4 0,-1-4 0,1 4 0,4 2 0,-1 8 0,7 3 0,0 5 0,6 1 0,0 0 0,1 0 0,5 0 0,5 1 0,4 1 0,2 4 0,2-4 0,4 4 0,11-4 0,12-2 0,3-7 0,3-5 0,7 3 0,4-2 0,3-1 0,3-5 0,-2-7 0,-3-3 0,-3-1 0,-2-1 0,-9 3 0,-10-3 0,-6 3 0,-5 3 0,3 4 0,-13-6 0,5 16 0,-9 4 0,-3 3 0,-5 4 0,-7 4 0,2-2 0,1 8 0,3-1 0,-3-1 0,1 3 0,2-7 0,-3 0 0,8-5 0,1-1 0,5-8 0,0-1 0,13-29 0,4-8 0,2-5 0,6-10 0,-2-2 0,8-4 0,-2-1 0,1-1 0,-1 1 0,1 7 0,-7 4 0,0 5 0,-6 8 0,1 10 0,-1 10 0,-6 7 0,1 5 0,-3 7 0,3 11 0,1 5 0,-7 13 0,5-3 0,-5 8 0,6-6 0,-7 6 0,-1-1 0,-2-1 0,-2 4 0,0-8 0,0-7 0,0-1 0,0-5 0</inkml:trace>
  <inkml:trace contextRef="#ctx0" brushRef="#br0" timeOffset="5">26966 2545 8912,'-8'-10'0,"6"0"0,-3 5 0,3 1 0,4-6 0,3 3 0,7 3 0,3 10 0,4 5 0,2 6 0,2 6 0,6 12 0,-6 12 0,-2 9 0,-2 7 0,-4 11 0,-3 7 0,-6 5 0,-14 1 0,-9-1 0,-10-7 0,-6-9 0,-1-7 0,-6-9 0,-2-12 0,-2-6 0,-4-9 0,4-14 0,-2-7 0,2-6 0,-2-6 0,-2-3 0,8-8 0,6-8 0,5-4 0,8-7 0,0-8 0,8-10 0,7-5 0,4-6 0,2-9 0,8 1-191,3-7 0,14 7 191,10-1 0,14 9 0,16 4 0,-28 30 0,3 1 0,5-2 0,2 2 0,-3 2 0,1 1 0,6-2 0,2 1 0,-1 1 0,1 0-215,1 1 1,1 1 0,0 1 0,1 2 214,-2-2 0,1 2 0,-3 6 0,1 1 0,1 0 0,-1 2 0,-4 2 0,-1 3 0,38-4 0,-17 5 0,-17 7 0,-23 0 0,-14 1 0,-15 5 0,-8-4 349,6 13-349,-5-5 0,5 1 890,-4 1-890,4-8 0,-5-4 0,7-10 0</inkml:trace>
  <inkml:trace contextRef="#ctx0" brushRef="#br0" timeOffset="6">28911 2820 8912,'-8'-23'0,"-4"0"0,-1 2 0,0 2 0,1 3 0,-1 5 0,5 7 0,2 16 0,5 1 0,1 18 0,1 3 0,5 4 0,-2 2 0,7-5 0,3-1 0,1 0 0,-3-5 0,-1 0 0,1-8 0,5 2 0,0-6 0,0-6 0,6-3 0,0-8 0,6-4 0,-6-7 0,5-3 0,-5-14 0,6-7 0,-6-7 0,-2 0 0,-2 0 0,-4-4 0,-3 6 0,-3 0 0,-3 6 0,-4 7 0,4 4 0,-4 10 0,-2 1 0,2 10 0,3 2 0,3 10 0,4 13 0,3 5 0,-4 13 0,10-3 0,2 6 0,-2 0 0,-2 0 0,-3 0 0,-5 1 0,3 3 0,-9-8 0,1 6 0,-6-6 0,-2-5 0,-4-7 0,-5-7 0,-12 2 0,4-11 0,-21-20 0,3-11 0</inkml:trace>
  <inkml:trace contextRef="#ctx0" brushRef="#br0" timeOffset="7">28893 2459 8912,'-34'-42'0,"7"7"0,4 1 0,12 7 0,5 10 0,4 5 0,2 1 0,4 7 0,7-2 0,3 4 0,14 2 0,1 0 0,6 0 0,5 14 0,0 3 0,-2 12 0,-9-1 0,-4 12 0,-8 4 0,0 8 0</inkml:trace>
  <inkml:trace contextRef="#ctx0" brushRef="#br0" timeOffset="8">27947 4195 8912,'-17'2'0,"-1"2"0,1 2 0,0-3 0,7-1 0,3-2 0,7 0 0,0 8 0,0 3 0,6 5 0,-1 1 0,3 0 0,-2 0 0,3 6 0,8 0 0,1-2 0,-1-2 0,0-3 0,0-5 0,1-3 0,-1-8 0,0-2 0,0-4 0,0-4 0,1-9 0,-1-2 0,0-2 0,-2-5 0,-3 5 0,3 0 0,-3 6 0,-5 0 0,-1-1 0,2 7 0,-3-1 0,3 9 0,-2-3 0,-4 4 0,11 10 0,-7 3 0,1 4 0,-3 3 0,4-1 0,1 0 0,3 0 0,5 0 0,2-1 0,4-5 0,-4 2 0,4-7 0,-2 0 0,0-6 0,2 0 0,-2 0 0,-2-2 0,-1-4 0,-1-3 0,-2-9 0,-3 1 0,-3 6 0,-3-1 0,-4 9 0,5-5 0,-9 8 0,-3 0 0,3 0 0,-6 0 0,8 0 0,0-2 0,0-4 0,2 2 0,4-5 0,3-1 0,1 1 0,5-3 0,-5-5 0,7 0 0,0 5 0,0 1 0,-5 7 0,-1-2 0,1 5 0,5 1 0,0 0 0,0 1 0,-1 5 0,-5 6 0,5 3 0,-5 2 0,2 0 0,-1 1 0,3-1 0,-5 0 0,7 0 0,-6-2 0,-1-1 0,0-3 0,-1 3 0,-3-7 0,5-1 0,1-12 0,5-3 0</inkml:trace>
  <inkml:trace contextRef="#ctx0" brushRef="#br0" timeOffset="9">29203 3782 8912,'-11'0'0,"-1"0"0,8 0 0,-3 2 0,7 4 0,0 6 0,0 11 0,2 5 0,1 10 0,5 4 0,2 2 0,-1 2 0,3 6 0,3-3 0,-4-3 0,3 2 0,-3-8 0,5-2 0,-5-9 0,2-6 0,-1-4 0,3-4 0,-3-3 0,1-6 0,-1-12 0,3-9 0,-4-8 0,5-14 0,1 3 0,0-4 0,0-4 0,-5 3 0,-1-6 0,-7 6 0,2-1 0,1 4 0,-1 2 0,0 7 0,-6 4 0,0 4 0,-2 4 0,-4 3 0,-5 6 0,-6 8 0,-6 10 0,2 3 0,-8 19 0,0-3 0,-5 9 0,7 2 0,4-2 0,4 0 0,2-5 0,1-3 0,5-3 0,3-4 0,8-8 0,10-6 0,7 1 0,8-8 0,9 1 0,3-10 0,3-7 0,4-9 0,7-4 0,1-1 0,0-5 0,-8-1 0,-4-3 0,2 1 0,-2-1 0,0 1 0,-5 0 0</inkml:trace>
  <inkml:trace contextRef="#ctx0" brushRef="#br0" timeOffset="10">29857 3886 8912,'-6'11'0,"1"1"0,-9-9 0,5 7 0,-9-4 0,7-3 0,-1 9 0,9-1 0,-11 12 0,9 0 0,-1-2 0,-2-2 0,6 4 0,-3 0 0,3 6 0,2-6 0,0 0 0,0-6 0,0-6 0,0 1 0,0-1 0,2-1 0,3-4 0,-1-6 0,8-6 0,-7-4 0,7-7 0,-1-8 0,6-3 0,1-5 0,-1-1 0,0-1 0,0 1 0,0 5 0,1 1 0,-1-1 0,0-5 0,0 7 0,1 4 0,-3 10 0,-4 1 0,5 8 0,-9-1 0,7 10 0,-5 9 0,-1 7 0,-1 0 0,-1 7 0,-2-7 0,7 2 0,-5-4 0,6-1 0,-7-1 0,7 0 0,-8-6 0,3-1 0,1-2 0,4-5 0,-3-1 0,3-2 0,-7 0 0,7 0 0,-7-7 0,7-5 0,-1-3 0,5-2 0,-3 2 0,-1 3 0,-7 4 0,7 8 0,-8 0 0,11 0 0,-6 0 0,3 0 0,-1 0 0,3 0 0,-5 0 0,3 0 0,-6 0 0,5 0 0,1 0 0,3-7 0,-4-5 0,-5-3 0,-4-2 0,-2 0 0,-2 5 0,-4 1 0,-3 5 0,-8-5 0,-1 5 0,1-6 0,0 9 0,0-3 0,-1 4 0,1 2 0,8 0 0,1 2 0,8 4 0,2-3 0,4 9 0,-2-6 0,7 5 0,2 0 0,3-1 0,1 5 0,0-5 0</inkml:trace>
  <inkml:trace contextRef="#ctx0" brushRef="#br0" timeOffset="11">30631 3817 8912,'18'-8'0,"-7"4"0,1-7 0,-9-1 0,5-5 0,-8 8 0,-2 3 0,-4 12 0,3 3 0,-9 8 0,8 1 0,-1-1 0,3 0 0,2 0 0,-6 0 0,0 1 0,0-1 0,6 0 0,0 0 0,2-7 0,4-4 0,-2 1 0,7-1 0,-5 0 0,6-6 0,-1 0 0,6 0 0,-1-10 0,-3-5 0,-2-6 0,3 0 0,1-6 0,2-2 0,-1 3 0,-5-3 0,2 6 0,-7-6 0,2 10 0,-2 2 0,-4 0 0,3 5 0,-3 5 0,-2 1 0,0 12 0,0 3 0,0 9 0,0-1 0,2 0 0,2 0 0,2 0 0,5-5 0,-5-1 0,5-5 0,-5 5 0,7-7 0,-1 2 0,-3-4 0,3-2 0,-1-6 0,7 0 0,-1-13 0,0 2 0,0-2 0,0 0 0,1-4 0,-1 0 0,-6-6 0,1 6 0,-8 1 0,1 4 0,-3 1 0,-2 0 0,0 0 0,0 7 0,0 3 0,0 7 0,0 7 0,0 5 0,0 3 0,0 2 0,6 0 0,0 1 0,5-1 0,-5 0 0,5 0 0,-5 0 0,2 1 0,-2-1 0,-3-6 0,7 1 0,0-1 0,-1-1 0,-5 5 0,11-13 0,-13 5 0,13-8 0,-5-5 0,0-6 0,5-5 0,-4-6 0,-1 2 0,1-7 0,1-1 0,5-5 0,-6-3 0,1-3 0,-1 4 0,7-4 0,-1 3 0,0 5 0,0 1 0,0 3 0,1 12 0,-1-1 0,0 12 0,0-1 0,2 4 0,4 2 0,-4 6 0,4 3 0,-2 5 0,2 5 0,-3 2 0,2-4 0,-4 0 0,-7 0 0,4 6 0,-3 0 0,-3 0 0,3-6 0,-1 0 0,7 1 0,-1-1 0,0-8 0,2-3 0,6-4 0,9-2 0,5-2 0,12-4 0,5-11 0,13-10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21:51:51.367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17019 11915 8912,'10'-2'0,"-2"-2"0,-3-4 0,1-1 0,0 3 0,-6-5 0,0-3 0,0-1 0,0-2 0,-2 7 0,-4 5 0,-3 3 0,-9 2 0,1 0 0,0 0 0,0 5 0,0 1 0,1 0 0,5 2 0,-5-7 0,5 5 0,-4 2 0,-2-2 0,-3 1 0,-3-1 0,2-2 0,-7 7 0,-1 1 0,-5 5 0,-1 2 0,1 4 0,-8-2 0,-4 8 0,-2-1 0,2 7 0,4-1 0,8 0 0,-1 6 0,1 1 0,9 6 0,6-3 0,7 4 0,5 4 0,1-5 0,6 11 0,8-7 0,3-5 0,4-4 0,3-7 0,1-1 0,4 0 0,3-7 0,9-4 0,1-4 0,4-2 0,6-5 0,12-1 0,-5-7 0,5 2 0,1-4 0,-2-2 0,1-2 0,-7-4 0,-9-4 0,-5-7 0,-9 0 0,-3 0 0,6-6 0,-3 0 0,-3-6 0,-2 6 0,-4-7 0,-2 1 0,3-3 0,3-3 0,-10 1 0,4-2 0,-3-3 0,-5-1 0,-1-2 0,-8 2 0,0 2 0,0-8 0,-14 6 0,-3-6 0,-12 2 0,1-2 0,-5-1 0,-1 7 0,-6 1 0,0 11 0,-1-1 0,7 12 0,5-2 0,3 13 0,-1 4 0,0 6 0,4 7 0,-6 12 0,3-2 0,-3 8 0,-2 2 0,8 9 0,-5-4 0,5 4 0,0-6 0,6-5 0,-1 4 0,1-14 0,0 6 0</inkml:trace>
  <inkml:trace contextRef="#ctx0" brushRef="#br0" timeOffset="1">16245 12465 8912,'-25'10'0,"-2"-5"0,-1-3 0,-1-2 0,0 2 0,-5 4 0,-2-2 0,-5 7 0,-4 3 0,-5 1 0,-15 2 0,-4 0 0,-2 0 0,0 1 0,3-9 0,-1-3 0,0-4 0,0-2 0,0 0 0,0 0 0,1-10 0,-1-7 0,2-10 0,4-13 0,5-4 0,13-9 0,4-5 0,5-5 0,2-9 0,-1-3 0,7-16-223,13 42 0,1 0 1,0-5-1,1-1 223,-1-5 0,-1 0 0,-1 0 0,0 0 0,1-1 0,1 1 0,1 3 0,1 0 0,1-1 0,1-1 0,3-2 0,1 0 0,2-4 0,2 0 0,1 1 0,2 0 0,1 1 0,2 0 0,4 1 0,3 0 0,5-1 0,2 0 0,6-6 0,2 0 0,4-5 0,3-1 0,4 1 0,3 1 0,2-1 0,4 1 0,4-1 0,3 1 0,4-2 0,5 3 0,-18 23 0,2 2 0,1-1-292,4-2 0,1 0 0,0 1 1,-2 4-1,-1 1 0,1 0 292,1-1 0,1 2 0,0-1 0,1 0 0,0 0 0,2 0 0,1 0 0,2 0 0,0 0 0,0-1 0,-1 0 0,2 0 0,1-1 0,2 1 0,-1 0 0,1 1 0,0 0 0,0 0 0,0 2 0,1 0 0,-1 0 0,-3 2 0,0-1 0,-1 2 0,-1 0 0,1 0 0,-1 2 0,1 1 0,0 2 0,0 1 0,1 1 0,1 2 0,-1 0 0,22-13 0,-1 0 0,-7 3 0,-1 0 0,-4 2 0,0 1 0,-1 2 0,0 0 0,0 0 0,1 1-181,2-1 1,-2 1 0,-10 7 0,-1 1 180,-5 2 0,-1 2 0,35-16 0,-6 3 0,-9 7 0,-4 3 0,-15 6 0,-16 9 656,-17 6-656,-11 4 867,-8 0 1,-2 0-868,-4 0 0,2 0 972,-7 0-972,7 8 0,-4 2 0,8 7 0,0-8 0,8-16 0,1-12 0</inkml:trace>
  <inkml:trace contextRef="#ctx0" brushRef="#br0" timeOffset="2">18757 6757 8912,'0'-19'0,"0"-2"0,2-2 0,4 2 0,6 4 0,11 5 0,-2 5 0,7 7 0,3 1 0,7 7 0,4 11 0,2 14 0,0 11 0,2 13 0,-6 4-144,-11 8 0,-4 5 144,-8 1 0,-8 11 0,-3 2 0,-5-39 0,-2 1 0,-1 2 0,-2 1 0,-3 1 0,-3 1 0,-3 5 0,-2 0 0,-2-1 0,-1-1-151,-1-3 0,-2-1 0,0-6 0,-2-3 0,-29 32 1</inkml:trace>
  <inkml:trace contextRef="#ctx0" brushRef="#br0" timeOffset="3">21218 6688 8912,'-28'0'0,"1"0"0,2 0 0,2-2 0,6-4 0,5 5 0,1-5 0,15 4 0,3 2 0,12 0 0,10 0 0,4-2 0,1-6 0,2-7 0,5-6 0,-5-4 0,4 2 0,-4-3 0,-3-9 0,-4 3 0,-6 3 0,-10-3 0,-2 3 0,-9-2 0,-2 3 0,-15-1 0,-14 12 0,-5-2 0,-6 13 0,1 2 0,-4 10 0,0 9 0,5 12 0,2 11 0,1 19 0,11 12 0,6 11 0,9 12-247,9 6 0,4-48 1,1 1 246,3 1 0,2-1 0,16 41 0,15-12 0,8-19 0,11-25 0,1-11-66,4-13 0,0-18 66,-2-11 0,4-16 0,-4-13 0,-4-5 0,-2-6 0,-13 1 0,-9-5 0,-12 0 0,-10 0 0,-5 3 0,-8-5 0,-2 8 0,-4-2 0,-9 9 0,-8 2 0,-6 10 365,6 1 0,6 11-365,6 12 0,7 6 71,-2 12 0,18 9-71,5 8 0,17 8 0,1-2 0,9-3 0,-4 3 0,6 0 0,-6 5 0,6 0 0,-4 1 0,-2-1 0,-4 1 0,-5-1 0,-14 0 0,-7 8 0,-5 4 0,-18 4 0,-12 3 0,-11 3 0,-10 1 0,2-2 0,-2-9 0,2 0 0,-2-11 0,6-7 0,11-16 0,10-9 0,10-14 0,1-12 0,2-23 0,6-7 0</inkml:trace>
  <inkml:trace contextRef="#ctx0" brushRef="#br0" timeOffset="4">22664 5880 8912,'-6'-17'0,"0"0"0,1 7 0,5 2 0,0 10 0,0 6 0,0 9 0,0 10 0,0 5 0,5 10 0,1 4 0,6 10 0,-7 1 0,9 0 0,-3-5 0,4-1 0,3 1 0,-1-2 0,0-4 0,-2 3 0,-3-3 0,1-6 0,-7-3 0,-2-7 0,-2 1 0,-4-8 0,-4-6 0,-4-8 0,-7-9 0,0-7 0,-2-7 0,0-5 0,2-4 0,-4-5 0,9 5 0,4-8 0,3 2 0,3-9 0,2-2 0,2 2 0,3 2 0,-1 1 0,8 1 0,5 1 0,6 5 0,0-3 0,-6 8 0,0 2 0,0 2 0,6 4 0,0 3 0,0 5 0,-5 7 0,1 0 0,2 2 0,2 3 0,-2 7 0,-4 3 0,-6 2 0,3 6 0,-9 0 0,7 6 0,-6-4 0,-2 1 0,-3 5 0,-1-4 0,0 1 0,0-5 0,0 6 0,0-8 0,0 2 0,-7-4 0,-5-2 0,-3-7 0,-2-3 0</inkml:trace>
  <inkml:trace contextRef="#ctx0" brushRef="#br0" timeOffset="5">23111 6018 8912,'-11'-2'0,"-1"-4"0,8 2 0,-1-7 0,-3 5 0,2-6 0,1 9 0,7-5 0,5 8 0,10 0 0,10 0 0,6 8 0,1 3 0,2 4 0,5 3 0,-7 1 0,2 4 0,-5 3 0,0 1 0,-1 8 0,-1-1 0,-4 0 0,-8 6 0,-8-5 0,-3-7 0,2 5 0,-2-6 0,-3-1 0,-8-1 0,-5-15 0,-7-4 0,5-5 0,1-1 0,5-7 0,-5-5 0,7-3 0,-2-2 0,4-8 0,2-4 0,0-1 0,0-1 0,0 3 0,0-3 0,2 4 0,4-1 0,-2 7 0,7-2 0,-7 4 0,2 1 0,3 9 0,3 3 0,-5-3 0,7 9 0,-7 0 0,1 9 0,0 6 0,-1 3 0,-1-1 0,-2 0 0,7 0 0,-7 0 0,2 1 0,-4-1 0,-2 0 0,8-8 0,-5 5 0,9-8 0,-6-1 0,3-7 0,-1-3 0,5-5 0,-1-7 0,-3 0 0,3 0 0,-1-6 0,6 0 0,1 2 0,-1 2 0,0 3 0,0 5 0,0-3 0,1 9 0,-1-1 0,0 6 0,0 0 0,0 0 0,6 2 0,0 4 0,2 1 0,-2 5 0,-2 1 0,8-7 0,0 0 0,3-6 0,-1 0 0,-3 0 0,-7-2 0,2-4 0,0-4 0,-6-7 0,3 0 0,-15 0 0,1 0 0,-6-1 0,0 1 0,-2 2 0,-4 2 0,-5 1 0,-4 8 0,-3-1 0,-5 3 0,1 2 0,-1 0 0,5 0 0,1 0 0,6 5 0,-1 1 0,8 7 0,-3-3 0,7 7 0,2-2 0,3-3 0,-1-4 0,8-8 0,-1 0 0,6 0 0,-5 0 0,-1 0 0,1-6 0,5 0 0,-2-2 0,-3 3 0,3 1 0,-3-8 0,3 9 0,2-5 0,-2 10 0,-3 4 0,1-3 0,-7 9 0,7-1 0,-9 7 0,8-1 0,-7-6 0,5 1 0,-2 1 0,5-5 0,-11-1 0,13-14 0,-5-3 0</inkml:trace>
  <inkml:trace contextRef="#ctx0" brushRef="#br0" timeOffset="6">24763 5364 8912,'0'-26'0,"-7"1"0,-5 7 0,3 7 0,-3 1 0,-1 3 0,-3 9 0,-1 9 0,6 18 0,-1 7 0,-1 6 0,-2 6 0,-1 9 0,5 6 0,1-3 0,5-3 0,3-4 0,-4-1 0,12-1 0,5 1 0,6-8 0,6-4 0,4-6 0,7-5 0,7-10 0,1-9 0,0-3 0,0-3 0,4-11 0,-6-11 0,8-6 0,-2-11 0,-2 1 0,1-1 0,-4-5 0,4 0 0,-6-2 0,1 2 0,-10 4 0,-1-4 0,-14 3 0,3 5 0,-5 1 0,-3 3 0,-3 7 0,-14 2 0,-5 7 0,-9 8 0,-2-1 0,-7 10 0,1 7 0,2 11 0,-2 5 0,8-1 0,-2 2 0,4-1 0,2 7 0,2-3 0,3-1 0,7-3 0,3 3 0,11-6 0,8-2 0,8-6 0,12-4 0,5-3 0,9-2 0,1-5 0,5-8 0,-3-5 0,-3-7 0,-1-2 0,-4-4 0,-12 2 0,-11-8 0,-5 6 0,-7-5 0,-3 5 0,-8-6 0,0 2 0,0-1 0,-8-3 0,-3 6 0,-5 0 0,-1 1 0,6 3 0,-1 9 0,1-1 0,-6 7 0,1 8 0,5 9 0,-3 7 0,9 4 0,-1 3 0,6 4 0,0 3 0,0-3 0,0 2 0,0-3 0,0 3 0,0-8 0,8 0 0,1-6 0,3-2 0,-1-3 0,8 3 0,6-13 0,4 4 0,-4-12 0,-8-6 0,0-9 0,0-2 0,0-7 0,1 1 0,-9-11 0,-3-6 0,2-3 0,-3-5 0,-1-3 0,-2-6 0,-2-4 0,0-2 0,-8-5 0,-3-1 0,-2 8 0,1 10 0,-3 11 0,3 6 0,5 11 0,-9 12 0,14 13 0,-3 16 0,3 13 0,2 11 0,0 8 0,0 7 0,0 9 0,0 3 0,5 9 0,1 3 0,6-1-102,-7-5 1,9-6 101,-3 0 0,5-4 0,1-1 0,0-3 0,0-15 0,0-2 0,1-1 0,-9-3 0,-1-3 0,-8-8 0,0-8 0</inkml:trace>
  <inkml:trace contextRef="#ctx0" brushRef="#br0" timeOffset="7">24677 5846 8912,'-61'7'0,"4"-5"0,11 4 0,15 2 0,20-3 0,20 1 0,26-6 0,18-9 0,20-11 0,15-12 0,-39 11 0,1-2 0,1-2 0,0 0 0,6 0 0,0-1 0,1-3 0,1-1-841,4-2 1,0 0 840,2 0 0,0-2 0,4-4 0,0-1 0,0 0 0,0 0 0</inkml:trace>
  <inkml:trace contextRef="#ctx0" brushRef="#br0" timeOffset="8">27792 5072 8912,'8'-11'0,"3"-1"0,4-1 0,3-1 0,-3 1 0,-2 1 0,-1-1 0,-3 4 0,5-3 0,-3-1 0,-1-3 0,1-1 0,-3 0 0,-8 0 0,6 5 0,-1 1 0,-1-2 0,-2-3 0,-2-3 0,0-4 0,0 4 0,0-4 0,0 4 0,0 2 0,0-6 0,0 0 0,0 2 0,0 2 0,-2 2 0,-4 0 0,3-1 0,-9 1 0,-1 2 0,-3 3 0,-1-1 0,0 7 0,-8 1 0,-3 5 0,1 13 0,-2 4 0,-3 19 0,-3 5 0,-1 8 0,13 9 0,0 10 0,6 13 0,1 3 0,5 4 0,7 1 0,8 3 0,11 0-221,8-6 0,6-4 221,-6-8 0,7-9 0,-1-19 0,-2-4 0,2-7 0,-8-3 0,2-3 0,-4-12 0,-2-2 0,0-5 0</inkml:trace>
  <inkml:trace contextRef="#ctx0" brushRef="#br0" timeOffset="9">27499 5519 8912,'-17'0'0,"0"0"0,7 0 0,3-2 0,11-2 0,7-1 0,8-9 0,16 3 0,1-5 0,4-1 0,4-8 0,8-1 0</inkml:trace>
  <inkml:trace contextRef="#ctx0" brushRef="#br0" timeOffset="10">27999 5244 8912,'7'9'0,"-5"-1"0,6-8 0,-1 0 0,3 0 0,7 0 0,0 0 0,1 6 0,-1 1 0,0 3 0,0 3 0,0 10 0,1 6 0,-3 2 0,-4-3 0,3 5 0,-9-5 0,-1 5 0,-2 1 0,-2-1 0,0-5 0,-7-3 0,-3-10 0,-7-3 0,5-6 0,1-12 0,7-11 0,-2-12 0,4-5 0,2-6 0,2-4 0,4-8 0,9 6 0,10 2 0,2 0 0,4 0 0,1 6 0,2-2 0,7 11 0,-1 6 0,2 10 0,-2 2 0,-9 7 0,3-2 0,-13 6 0,-4 6 0,-1 3 0,-11 9 0,1-1 0,-6 0 0,-2 0 0,-4 0 0,-3 2 0,-8 4 0,5 2 0,1 4 0,-1 3 0,-5-3 0,6 2 0,-1-3 0,8 3 0,-2-8 0,5 0 0,1-6 0,1 0 0,5-2 0,6-3 0,3-7 0,8-3 0,0-2 0,7-7 0,-1-5 0,-2-5 0,2-6 0,-8 2 0,2-8 0,-10 1 0,-2-7 0,-7 9 0,2 3 0,-4-2 0,-2 2 0,-8 6 0,-3 5 0,-5 1 0,-1 1 0,0 3 0,0 7 0,0 0 0,7-8 0,2-1 0,8-9 0</inkml:trace>
  <inkml:trace contextRef="#ctx0" brushRef="#br0" timeOffset="11">28945 5072 8912,'17'10'0,"0"-5"0,-7-3 0,-2-2 0,-6 0 0,3 0 0,-3 0 0,12 2 0,-7 2 0,1 4 0,0 1 0,5 3 0,-2 5 0,3 6 0,-3 0 0,5 5 0,-5-5 0,-3 6 0,-1-4 0,-1 0 0,0-1 0,-1-1 0,3-6 0,-6 1 0,6-9 0,-8-15 0,0-11 0,0-11 0,0-1 0,0-5 0,0-7 0,2 3 0,1-6 0,5 2 0,2 4 0,-5 4 0,7 5 0,-1-2 0,7 9 0,-1 2 0,0 7 0,0 5 0,0 8 0,1 2 0,-1 4 0,-6 11 0,1 12 0,-3 3 0,3 3 0,-5-1 0,-7 1 0,6 3 0,0-4 0,0 2 0,-6-11 0,0 2 0,0-6 0,0 4 0,0-23 0,0-8 0,5-9 0,1-8 0,7-6 0,-1-11 0,5-2 0,6-4 0,-4-2 0,4 8 0,2 2 0,-2 9 0,6 5 0,-4 8 0,-1 5 0,1 5 0,4 6 0,-6 6 0,0 11 0,-6 12 0,0 11 0,0 6 0,1-2 0,-1 1 0,0-6 0,0 1 0,0-4 0,1-2 0,-1-7 0,0-2 0</inkml:trace>
  <inkml:trace contextRef="#ctx0" brushRef="#br0" timeOffset="12">27345 7582 8912,'-20'-28'0,"-2"3"0,-7 4 0,-2 7 0,1 5 0,1 5 0,-2 2 0,-1 2 0,3 10 0,1 7 0,6 2 0,0 11 0,2 5 0,3 3 0,2 8 0,3-6 0,7-2 0,3-2 0,9-3 0,5-4 0,3-5 0,2-6 0,3-3 0,2-4 0,0-3 0,6-8 0,-1-8 0,2-3 0,3-14 0,-5-9 0,2-10 0,-1-6 0,-7-9 0,2-4 0,-6-4 0,-5-2 0,1-1-218,-7-5 1,0-5 217,-6-12 0,-2 6 0,-4 0 0,-3 8 0,-9 9 0,7 23 0,-1 12 0,9 30 0,-3 21 0,4 18 0,2 22 0,2 4 0,4 8 0,3 5-149,8 1 0,6-1 149,0-5 0,2-8 0,-2-3 0,10-1 0,9-6 0,2-7 0,3-5 0,11-15 0,5-6 0,2-9-9,-2-9 0,-6-15 9,-11-8 0,-4-10 0,-7-7 0,-5-6 0,-7-11 0,-11-6 0,-8-4 0</inkml:trace>
  <inkml:trace contextRef="#ctx0" brushRef="#br0" timeOffset="13">28033 7256 8912,'-17'0'0,"-2"5"0,-4 1 0,4 7 0,-4-1 0,3 3 0,3 2 0,0 2 0,2 2 0,1 2 0,3-2 0,7-2 0,-2-1 0,4-1 0,2-8 0,8-1 0,4-8 0,3-2 0,2-4 0,0-11 0,0-11 0,1-3 0,-1 2 0,0-3 0,0 3 0,1 4 0,-3 2 0,-2 4 0,-1 2 0,-3 6 0,3-1 0,3 8 0,-7-1 0,5 12 0,-1 10 0,-7 1 0,7 5 0,-8 3 0,1 3 0,5-4 0,-1-2 0,3-4 0,-1-2 0,-5 0 0,6 0 0,-1-5 0,8-3 0,2-1 0,2-4 0,2-4 0,-2-6 0,-4-11 0,6-10 0</inkml:trace>
  <inkml:trace contextRef="#ctx0" brushRef="#br0" timeOffset="14">28670 6757 8912,'0'-17'0,"-2"5"0,-4 1 0,4 7 0,-6 0 0,8 18 0,0 14 0,0 14 0,0 16 0,0 3 0,0 7 0,6-5 0,0 0 0,7 2-108,-1 10 0,3-10 108,2 4 0,-5-12 0,-1 0 0,-1-3 0,1-3 0,-3-7 0,-8-5 0,0-9 0,-8-5 0,-1-8 0</inkml:trace>
  <inkml:trace contextRef="#ctx0" brushRef="#br0" timeOffset="15">28601 7084 8912,'7'-18'0,"-3"1"0,8 0 0,1 2 0,10 1 0,6 3 0,3-2 0,10 3 0,4-2 0,8 7 0,9-7 0,11-1 0,9-2 0,3-8 0,0 0 0,-10-8-108,-7 3 0,-8-5 108,-9-1 0,-8 5 0,-4 0 0,-6 8 0,-5-2 0,-6 4 0,-11 2 0,-14 8 0,-16 3 0,-1 4 0,-9 2 0,5 2 0,-6 4 0,0 5 54,-5 12 0,-1 6 0,3 9 0,1 4-54,3 2 0,1 2 0,-2 5 0,-1 3 0,7 3 0,2-11 0,7 0 0,5-8 0,1-4 0,4-1 0,10-5 0,4-10 0,7-13 0,8-5 0,3-5 0,5-13 0,1-10 0,1-7 0,-1-5 0,2-4 0,5-7 0,-5-7 0,4 1 0,-4-6 0,-1 6 0,1 1 0,4 11 0,-5-1 0,1 13 0,-7 12 0,-4 12 0,-3 9 0,-4 5 0,5 5 0,0 7 0,5 6 0,-5 0 0,8 0 0,-3-6 0,11-2 0,1-3 0,6-4 0,-4-8 0,2 0 0,4 0 0,3-8 0,7-4 0,-3-9 0,8-2 0,-6-7 0,7 1 0,-1-1 0,-2 1 0,-4-3 0,-11 3-192,4-4 0,-14-9 0,6-2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21:51:51.383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16262 567 8912,'2'-26'0,"2"3"0,2 4 0,-3 1 0,-1 1 0,-4 0 0,-3 0 0,3 5 0,-6 3 0,1-1 0,-5 1 0,3 5 0,-3-2 0,-1 4 0,3 2 0,-1 0 0,-1 0 0,-5 6 0,2 2 0,1 1 0,3 5 0,-1 1 0,-5 2 0,6 0 0,-1 0 0,6 1 0,-5-1 0,1 2 0,-1 2 0,5 2 0,4-2 0,2 4 0,0-2 0,2 0 0,4-6 0,5 2 0,5 4 0,3-4 0,4 4 0,2 2 0,3-2 0,3 1 0,-6-3 0,0 2 0,-1-2 0,5 4 0,-6-2 0,-2 0 0,-9-6 0,1 6 0,-7 0 0,-2-2 0,-3-2 0,-2-2 0,-5 1 0,-4-1 0,-7 0 0,0-2 0,0-1 0,-3-5 0,-2-1 0,2 3 0,-3-5 0,4 0 0,2-6 0,0 0 0,7-2 0,5-4 0,3-11 0,4-14 0,3-7 0,5-13 0,7-11 0</inkml:trace>
  <inkml:trace contextRef="#ctx0" brushRef="#br0" timeOffset="1">16727 516 8912,'17'-35'0,"-2"1"0,-1 2 0,-3 3 0,-7 12 0,4 9 0,-8 8 0,0 15 0,0 8 0,0 10 0,0 9 0,0 7 0,0 7 0,0 1 0,0-5 0,0-1 0,0 1 0,0-1 0,0 1 0,7-2 0,5-4 0,3-4 0,2 0 0,-1-8 0,-5 0 0,-3-7 0,-1-10 0,3 1 0</inkml:trace>
  <inkml:trace contextRef="#ctx0" brushRef="#br0" timeOffset="2">16641 825 8912,'0'-11'0,"0"-1"0,0 9 0,7-11 0,5 8 0,5 1 0,6 3 0,6-2 0,3-2 0,10 0 0,4 6 0,2-1 0,-2-5 0,2 2 0,-8-7 0,8-1 0,-4-5 0</inkml:trace>
  <inkml:trace contextRef="#ctx0" brushRef="#br0" timeOffset="3">17226 653 8912,'-17'10'0,"-2"3"0,-4-7 0,3 7 0,-2-1 0,2 3 0,3 2 0,0 2 0,0 4 0,1 4 0,5 6 0,5-3 0,4-1 0,2 1 0,0 10 0,8-9 0,3 3 0,7-11 0,5 0 0,-2-6 0,7-5 0,-1-4 0,4-8 0,-3-2 0,3-4 0,-4-4 0,1-7 0,-12-6 0,1 0 0,-11-2 0,-1 3 0,-3-3 0,-2-4 0,-2-3 0,-5 5 0,-9 0 0,-5 4 0,-1-2 0,4 2 0,1 0 0,0 6 0,2 0 0,3 0 0,-3 0 0,5 0 0</inkml:trace>
  <inkml:trace contextRef="#ctx0" brushRef="#br0" timeOffset="4">17708 774 8912,'-17'-10'0,"7"-5"0,-5 13 0,13-6 0,-6 16 0,8 5 0,0 6 0,0 4 0,6 8 0,1-4 0,1 1 0,0 1 0,3-2 0,-5 1 0,2 3 0,-3-8 0,-3 0 0,4-6 0,-2-2 0,0-1 0,1-3 0,1-7 0,-6 4 0,-6-16 0,-1-4 0,-3-3 0,4-8 0,-5 0 0,7-2 0,-2 3 0,5-5 0,1 0 0,0 0 0,0 4 0,7 4 0,5-4 0,3 4 0,2 2 0,2 6 0,4-1 0,-2 6 0,6-3 0,0-1 0,0 1 0,-6 5 0,3-4 0</inkml:trace>
  <inkml:trace contextRef="#ctx0" brushRef="#br0" timeOffset="5">18121 774 8912,'-10'0'0,"3"0"0,-1 0 0,6 0 0,-6 7 0,8-3 0,2 6 0,4-1 0,5 1 0,5-4 0,1 5 0,2-7 0,4 2 0,-2-5 0,8-1 0,-8 0 0,2 0 0,-4 0 0,-2 0 0,0-5 0,0-1 0,1-7 0,-1 3 0,-2-1 0,-3-1 0,-5 16 0,-7 2 0,0 9 0,0 8 0,0 11 0,0 12 0,0 6 0,0 3 0,0 4 0,0 2 0,6-7 0,0-2 0,-1-3 0,-5-9 0,-1-1 0,-5-11 0,-4-3 0,-7-8 0,-8-1 0,-3-5 0,-5 2 0,-1-7 0,-3-2 0,-3-2 0,10-8 0,-5 0 0,12-13 0,0 2 0,12-19 0,3-1 0</inkml:trace>
  <inkml:trace contextRef="#ctx0" brushRef="#br0" timeOffset="6">19773 499 8912,'-6'-35'0,"-2"1"0,1 1 0,-1 5 0,-3 3 0,3 10 0,-2 1 0,-3 3 0,-4 7 0,-6-2 0,-2 12 0,-6 7 0,5 8 0,1 8 0,2 5 0,6 6 0,-1 4 0,1 8 0,8 5 0,3 1 0,-2-1 0,3-6 0,-1 3 0,8 1 0,2 3 0,1-3 0,9-3 0,-3-6 0,4-3 0,3-2 0,-7-7 0,1 0 0,-9-1 0,3-10 0,-4-2 0,-10-10 0,-1-3 0</inkml:trace>
  <inkml:trace contextRef="#ctx0" brushRef="#br0" timeOffset="7">19377 1032 8912,'0'-23'0,"2"-2"0,4 0 0,5 0 0,12 4 0,6 10 0,5-3 0,6 9 0,-3-7 0,3 6 0,-2 3 0,2 1 0,-4 2 0,5 0 0,-5 0 0,-2 0 0,-1 0 0,-4 0 0,-5 0 0,-6 0 0,-1 0 0,-2 2 0,-3 3 0,-5-1 0,-7 8 0,0-7 0,0 7 0,-7 1 0,-5 8 0,-3 2 0,-2-2 0,-1 6 0,1 1 0,2-3 0,3-2 0,5-2 0,7 2 0,0-4 0,0 4 0,0-9 0,2-5 0,5-1 0,11-4 0,1-4 0,9-6 0,-5-4 0,6-7 0,-8-6 0,2 0 0,0-5 0,-6 5 0,2-6 0,-13 6 0,0-7 0,-6 3 0,0 0 0,0 4 0,-6 4 0,0 2 0,-7 7 0,9-3 0,-7 7 0,7 0 0,-12 6 0,7 0 0</inkml:trace>
  <inkml:trace contextRef="#ctx0" brushRef="#br0" timeOffset="8">20220 997 8912,'10'-7'0,"-3"-3"0,1-1 0,4-1 0,3 6 0,4-3 0,4 1 0,6 4 0,3 4 0,2 6 0,1 6 0,-1 10 0,-7 3 0,-4 6 0,-6-2 0,-5 1 0,1 1 0,-7-3 0,0 3 0,-6-8 0,-2-6 0,-4-7 0,-4-1 0,1 1 0,-1-7 0,5 3 0,3-12 0,-4-5 0,4-12 0,4-6 0,4-5 0,5-6 0,10-4 0,2-8 0,8 7 0,-3-1 0,-1 2 0,2-2 0,-1 4 0,7 7 0,-8 1 0,-3 0 0</inkml:trace>
  <inkml:trace contextRef="#ctx0" brushRef="#br0" timeOffset="9">22268 344 8912,'0'-17'0,"0"-6"0,0 0 0,0 2 0,0 13 0,0 14 0,0 15 0,0 17 0,0 10 0,0 7 0,0 8 0,0 2 0,0-2 0,0-5 0,0-5 0,0 4 0,0 1 0,0-1 0,0-7 0,0-4 0,0-6 0,-2-12 0,-4-5 0,4-11 0,-20-28 0,2-12 0</inkml:trace>
  <inkml:trace contextRef="#ctx0" brushRef="#br0" timeOffset="10">22148 481 8912,'0'-34'0,"0"2"0,0 3 0,1 4 0,7 8 0,9 0 0,10-1 0,6 3 0,1 4 0,0 3 0,1 8 0,5 2 0,0 4 0,-7 3 0,-10 8 0,-6 6 0,-4 2 0,-3 2 0,-3 4 0,-3-5 0,-9 3 0,1-6 0,-8 6 0,-1-7 0,-10 7 0,4-8 0,-4 4 0,4-2 0,1 0 0,-1 0 0,-4-6 0,10 0 0,-4 0 0,11 0 0,0 1 0,4-1 0,2 0 0,8-5 0,4-1 0,12-5 0,9 5 0,7 1 0,4-3 0,-6 1 0,2-5 0,-3-3 0,-3 4 0,-7 4 0,-6 1 0,-8 4 0,-9 3 0,-15-1 0,-10 2 0,-19 4 0,-4 2 0,-8 3 0,0-3 0,1-8 0,-1 1 0,2-1 0,4-2 0,6-4 0,10-3 0,1-8 0,14-2 0,-2-4 0,11 1 0,0-12 0,4 1 0,2-12 0,15-1 0,5-5 0</inkml:trace>
  <inkml:trace contextRef="#ctx0" brushRef="#br0" timeOffset="11">22767 963 8912,'-32'7'0,"3"5"0,4 3 0,8 2 0,0 2 0,-1 4 0,7-2 0,1 6 0,3 0 0,3 0 0,10-6 0,5 2 0,6-6 0,6-6 0,2-3 0,4-8 0,3-2 0,-3-4 0,-4-3 0,-2-10 0,-4-2 0,-2-2 0,0-8 0,1 2 0,-9-3 0,-3-2 0,-6 5 0,-6 0 0,2 6 0,-7-5 0,1 12 0,-1-1 0,-5 11 0,5 1 0,1 3 0,-1 2 0,7-8 0,-4-1 0</inkml:trace>
  <inkml:trace contextRef="#ctx0" brushRef="#br0" timeOffset="12">23197 894 8912,'-2'-17'0,"-3"0"0,-7-1 0,5 1 0,-1 8 0,6 5 0,-2 13 0,-2 9 0,1 10 0,5 1 0,0 3 0,0 3 0,0-1 0,0 1 0,0-7 0,0 1 0,0-8 0,-2 4 0,-4 0 0,4-6 0,-6 6 0,8-18 0,0-7 0,0-9 0,0-14 0,2-6 0,2-9 0,4-4 0,1-2 0,3 0 0,5-2 0,0 4 0,0 8 0,6 1 0,0 5 0,0 3 0,-5 7 0,1 9 0,4 3 0,-4 12 0,4 7 0,-4 10 0,-2 12 0,0 7 0,0 9 0,-5-1 0,-1-4 0,3 2 0,9-8 0,-2-2 0,5-10 0,1-5 0,0-3 0,2-11 0,5-9 0,1-9 0</inkml:trace>
  <inkml:trace contextRef="#ctx0" brushRef="#br0" timeOffset="13">24281 224 8912,'-28'-18'0,"-1"3"0,-2 4 0,-1 5 0,3 6 0,1 6 0,-1 11 0,-4 11 0,5 5 0,5 1 0,6 8 0,5 4 0,4 13 0,8 10 0,0 0 0,0 5 0,0-1 0,0 0 0,2 3 0,4 2 0,-2-7 0,7-2 0,-5-4 0,6-14 0,-9 3 0,3-14 0,-4-2 0,-2-9 0,-2-8 0,-4-8 0,-5-5 0,-12-8 0,4 0 0,-6 0 0</inkml:trace>
  <inkml:trace contextRef="#ctx0" brushRef="#br0" timeOffset="14">23645 997 8912,'-17'-17'0,"5"0"0,1 0 0,5 1 0,-4 3 0,3 2 0,1 7 0,10-4 0,7 8 0,4 0 0,20 0 0,-3 0 0,14 0 0,8 0 0,9 0 0,4 0 0,2 0 0,-2 0 0,-4 0 0,2-2 0,-8-4 0,-3-1 0,-14-5 0,-2-1 0,-15 7 0,-2-1 0,-10 1 0,-5 4 0,-12-4 0,3 4 0,-9 2 0,6 0 0,-5 0 0,5 0 0,-5 0 0,7 0 0,-4 0 0,8 0 0,8 0 0,3 0 0,5 0 0,-1-2 0,-4-3 0,3 1 0,-8-8 0,-1 9 0,-7-5 0,-3 8 0,-5 0 0,-7 0 0,-2 2 0,-4 4 0,2 9 0,-8 8 0,8 7 0,-2-1 0,4 3 0,2 3 0,0-1 0,1 2 0,5 3 0,5 1 0,4 0 0,2-6 0,2-5 0,4 0 0,9-10 0,8-2 0,8-2 0,-3-9 0,7-2 0,3-8 0,2-6 0,-2-5 0,1 0 0,1-14 0,-4-7 0,6-8 0</inkml:trace>
  <inkml:trace contextRef="#ctx0" brushRef="#br0" timeOffset="15">24712 825 8912,'-18'10'0,"1"-3"0,8 1 0,1 2 0,8 7 0,8-4 0,3 4 0,10-3 0,4 11 0,0-1 0,0 5 0,-2 2 0,-6-3 0,0 3 0,0-8 0,-7 2 0,-4-2 0,-4-4 0,-2 4 0,0-4 0,-8-10 0,-4-3 0,3-4 0,-3-2 0,7-2 0,-7-4 0,8-5 0,-1-12 0,3 2 0,2-10 0,2-3 0,3-4 0,5-4 0,7 2 0,0 5 0,1 1 0,-3 1 0,-4 10 0,5 2 0,-5 10 0,-1 3 0,1 8 0,-5 2 0,5 4 0,-5-2 0,6 7 0,-7 1 0,7 5 0,1 0 0,10 0 0,-4 0 0,4 1 0,-4-1 0,-2 0 0,1 0 0,-1 0 0,-2 1 0,-3-1 0,3 0 0,-13 0 0,4 0 0,-5 1 0,-1-9 0,0 6 0,-1-15 0,-5 0 0,4-2 0,-4-9 0,4-6 0,2-6 0,2-6 0,2 6 0,4 0 0,1-1 0,5 4 0,9-2 0,-4-3 0,4 2 0,3 6 0,3 5 0,-2 3 0,2-3 0,-3-1 0,3 7 0,-6 2 0,-4 2 0,-2 2 0,-7 0 0,-3 2 0,-7 4 0,0 3 0,0 9 0,-1 5 0,-5 1 0,-6 3 0,-3 4 0,4 1 0,-1 3 0,8-7 0,-1 1 0,3-8 0,2 2 0,0-4 0,0-2 0,9-7 0,6-5 0,8-3 0,4-2 0,2-13 0,5-4 0,-1-10 0,-5 4 0,-3-7 0,-7 1 0,-1-4 0,-2 1 0,-3 1 0,-7 3 0,-3 7 0,-2-2 0,0 4 0,0 1 0,-6 7 0,1 0 0,-9 7 0,12-12 0,-5 7 0</inkml:trace>
  <inkml:trace contextRef="#ctx0" brushRef="#br0" timeOffset="16">26140 946 8912,'-17'-10'0,"1"-5"0,5 3 0,3 5 0,8-1 0,0 16 0,0 3 0,0 4 0,0 3 0,0 1 0,0 4 0,0-4 0,0 4 0,0-4 0,0-2 0,0 0 0,0 0 0,0 1 0,0-1 0,0-6 0,0 1 0,0-9 0,0 3 0,0-12 0,0-11 0,0-11 0,8-3 0,3 2 0,5-3 0,1 3 0,0-1 0,0 1 0,1 6 0,-1 4 0,0 4 0,0 3 0,0 5 0,1 7 0,-1 7 0,0 5 0,-5 13 0,-1 9 0,0 0 0,5 6 0,-3-3 0,-1-3 0,-1-1 0,6-5 0,1-3 0,-1-8 0,0-1 0,0-5 0,6-5 0,0-12 0,-2-5 0,-2-5 0,0-9 0,4-3 0,-4-5 0,4-1 0,-9 0 0,-3-1 0,1 1 0,5-1 0,-8 3 0,-3 3 0,-2 4 0,2 8 0,-4 8 0,5 9 0,-12 9 0,-1 10 0,2 4 0,-4 4 0,3 7 0,-1 1 0,-2-1 0,6-1 0,-3-5 0,3-1 0,2-4 0,5-4 0,1 4 0,6-10 0,-5-3 0,3-2 0,3-5 0,-3-3 0,1-5 0,-7-5 0,4-7 0</inkml:trace>
  <inkml:trace contextRef="#ctx0" brushRef="#br0" timeOffset="17">26742 138 8912,'-11'-6'0,"-1"0"0,1-2 0,-6 3 0,-1 3 0,1-4 0,-6 12 0,0 5 0,0 5 0,-1 1 0,10 2 0,-3 4 0,5 2 0,1 3 0,3-3 0,8-8 0,2 4 0,4-2 0,5-5 0,5-5 0,1-5 0,0-10 0,0-3 0,1-8 0,-9-8 0,-3-4 0,-4 2 0,-2-1 0,-8 7 0,-5-2 0,-6 6 0,-4 5 0,-8-1 0,2 7 0,-3 2 0,-2 10 0,1 5 0,4 12 0,12-2 0,11 8 0,12-16 0,11 18 0,10-12 0</inkml:trace>
  <inkml:trace contextRef="#ctx0" brushRef="#br0" timeOffset="18">28188 619 8912,'-15'-34'0,"3"7"0,-13 4 0,2 6 0,-2 5 0,1 7 0,-1 3 0,-6 11 0,4 8 0,-1 12 0,-1 9 0,8 6 0,-2 8 0,6-1 0,5 1 0,5-1 0,7 1 0,0 2 0,0 3 0,9-11 0,8 0 0,3-10 0,8-9 0,5-8 0,5-6 0,-2-11 0,4-2 0,3-8 0,-3-9 0,6-8 0,-6-3 0,-2-7 0,-2-5 0,-9 4 0,-4-4 0,-10 3 0,-1 3 0,-8 2 0,1 3 0,-5 6 0,-5 12 0,1 3 0,-8 8 0,-1 4 0,-2 7 0,-3 8 0,1 16 0,6 7 0,-1 4 0,9-3 0,-3 3 0,6-9 0,6-3 0,3-2 0,10-11 0,2-5 0,2-9 0,8-5 0,-3-2 0,-1-15 0,2-8 0,-10-2 0,-2-3 0,-7-7 0,-10-5 0,0 0 0,-2 6 0,-6 1 0,-9 4 0,-2-1 0,-10 7 0,6 8 0,-5 9 0,7 4 0,-2 4 0,11 4 0,6 5 0,4 4 0,2 3 0</inkml:trace>
  <inkml:trace contextRef="#ctx0" brushRef="#br0" timeOffset="19">28721 860 8912,'0'9'0,"2"-1"0,4-8 0,-4 0 0,13 0 0,-5 0 0,7 0 0,0 2 0,0 3 0,1 5 0,-1 7 0,0 0 0,0 1 0,-2 5 0,-3-1 0,-3 3 0,-3-2 0,-4-4 0,6 6 0,-8-8 0,0-7 0,-8-4 0,-3-12 0,1-4 0,-1-7 0,5-8 0,-6-3 0,1-12 0,-6-4 0</inkml:trace>
  <inkml:trace contextRef="#ctx0" brushRef="#br0" timeOffset="20">29117 860 8912,'0'11'0,"0"1"0,6-7 0,0 7 0,1-8 0,-1 1 0,-2 3 0,9 0 0,4 1 0,4 5 0,2-3 0,-5 6 0,4-2 0,1 14 0,-2-6 0,-9 6 0,1-3 0,-7 3 0,2 2 0,-3-8 0,-3 0 0,4-6 0,-6-2 0,-6-4 0,3-3 0,-9-8 0,6 0 0,-5 0 0,7-9 0,-2-7 0,4-7 0,2-3 0,6-9 0,0-5 0,13 0 0,-2 6 0,6 1 0,0 4 0,-4-1 0,4 7 0,-4 2 0,-2 2 0,3 4 0,3 3 0,-10 4 0,4 8 0,-3 2 0,3 4 0,-2 4 0,-4 7 0,3 0 0,-8 0 0,-1-5 0,-5-1 0,0-5 0,0 5 0,2-5 0,4 6 0,-2-9 0,7 3 0,1-4 0,5-2 0,6-6 0,0 1 0,6-9 0,-7 3 0,7-10 0,-6-2 0,0 0 0,-8 6 0,-3-1 0,-6 1 0,-5 0 0,-1 0 0,-1 5 0,-5 1 0,-9 7 0,-8-2 0,-8 6 0,2 6 0,-1 4 0,1 7 0,-3 8 0,5 5 0,0 7 0,4 3 0,6 0 0,5-6 0,5 2 0,7 5 0,4-11 0,7 5 0,16-14 0,19-4 0,5-8 0,7-9 0,1-2 0,4-3 0,4-20 0,-6-11 0</inkml:trace>
  <inkml:trace contextRef="#ctx0" brushRef="#br0" timeOffset="21">30304 739 8912,'-17'12'0,"0"-1"0,0 1 0,0 5 0,-6 0 0,0 0 0,2 2 0,7 2 0,5 4 0,1 2 0,2-4 0,6 6 0,8-8 0,4 1 0,5-4 0,6-7 0,-2 3 0,7-9 0,1 1 0,5-6 0,1 0 0,-1 0 0,-5-13 0,0-5 0,-1-10 0,7 1 0</inkml:trace>
  <inkml:trace contextRef="#ctx0" brushRef="#br0" timeOffset="22">30700 447 8912,'-17'-10'0,"0"3"0,0 7 0,-1 9 0,1 9 0,6 12 0,-1 10 0,3 10 0,-3 2 0,-1 7 0,7 9 0,2-1 0,2-4 0,4-3 0,4-9 0,4-7 0,7-4 0,2-5 0,2-9 0,2-8 0,-2-11 0,4-7 0,-2-6 0,5-5 0,-5-12 0,0-4 0,-5-7 0,-1 0 0,0-3 0,-2-1 0,-3-2 0,1-6 0,-7 6 0,1 2 0,-1 9 0,-4-1 0,4 7 0,-4 7 0,-2 9 0,0 9 0,0 5 0,-2 10 0,-2 10 0,-2 6 0,1 3 0,5 4 0,0-4 0,0 5 0,1-11 0,5-1 0,-2-8 0,8 0 0,1-8 0,10-5 0,4-8 0</inkml:trace>
  <inkml:trace contextRef="#ctx0" brushRef="#br0" timeOffset="23">31130 395 8912,'-17'0'0,"0"0"0,0 0 0,0 0 0,-1 2 0,1 4 0,0 6 0,7-3 0,5 3 0,3-1 0,2 6 0,0-5 0,0-1 0,2-1 0,3 1 0,5-3 0,7-8 0,0 0 0,-1-2 0,-5-4 0,-1-3 0,-4-9 0,-5 1 0,5 0 0,-6 6 0,-6-1 0,-3 8 0,-16-3 0,-2 7 0</inkml:trace>
  <inkml:trace contextRef="#ctx0" brushRef="#br0" timeOffset="24">30477 946 8912,'-35'-8'0,"8"4"0,4-7 0,6 5 0,6-5 0,3-1 0,12-5 0,7 0 0,12-1 0,17-4 0,12-1 0,15 0 0,13 5 0,3-4-130,-3-1 0,-6 5 130,-10 7 0,-5 0 0,-8-7 0,1 1 0,0 0 0</inkml:trace>
  <inkml:trace contextRef="#ctx0" brushRef="#br0" timeOffset="25">31440 602 8912,'-11'0'0,"-1"0"0,1 7 0,-6 5 0,-1 5 0,1 6 0,0-2 0,0 8 0,5-6 0,1 5 0,7-7 0,-2 2 0,4-4 0,4-3 0,4-3 0,5-2 0,12-7 0,6 2 0,-2-10 0,2-2 0,-3-7 0,3 2 0,-4-5 0,-8-1 0,0 0 0,-7 0 0,-4-1 0,-5 1 0,-1 0 0,0 0 0,-7 7 0,-5 5 0,-3 3 0,-2 2 0,5 0 0,1 0 0,5 0 0,-5 0 0,7 0 0,-4 2 0,8 3 0,0-3 0,2 14 0,4-5 0,2-1 0,3 1 0,4 0 0,-7 7 0,5-1 0,-3 0 0,-2 0 0,3-5 0,-5-1 0,1 1 0,-3 5 0,2 0 0,0-7 0,-6 5 0,5-15 0,1 0 0,6-8 0,-7-9 0,9-8 0,-3-3 0,3-5 0,-3-1 0,4-1 0,-3 3 0,3 3 0,2 6 0,1 4 0,-1 2 0,2 2 0,4 3 0,-2 5 0,8 7 0,-1 13 0,7 4 0,7 6 0,4 0 0,11 2 0,6 3-435,4-3 0,9-8 0,3 1 0</inkml:trace>
  <inkml:trace contextRef="#ctx0" brushRef="#br0" timeOffset="26">16004 1891 8912,'-17'-7'0,"0"-5"0,-1-3 0,1-2 0,8 7 0,3 2 0,12 8 0,5 0 0,4 0 0,5 6 0,3 0 0,3 0 0,11-4 0,1 1 0,2 3 0,8 0 0,-2-6 0,11 0 0,6 0 0,6 0 0,6 0 0,11 0 0,11 0 0,-1 0 0,-1 0 0,1 0 0,0 0 0,1 0-185,-46 0 0,1 0 1,0 0-1,0 0 185,-1 0 0,1 0 0,43-2 0,-3-4 0,0 4 0,-6-3 0,6 3 0,-6 2 0,2 0 0,9 0 0,-9 0-187,-2 0 1,-2 0 186,-9 0 0,3 0 0,-1 0 0,3 0 0,-3 0 0,3 0 0,0 0 0,4-2 0,2-4 0,2 2 0,4-7 0,-44 8 0,2 0-161,4-3 1,1 1 0,-2 2 0,1 0 160,3-3 0,1 0 0,-8 2 0,-1-1 0,0-1 0,-1 0 0,1-1 0,0 1 0,0 3 0,-1 0 0,3 1 0,0 0-142,1 1 1,-1 1 0,45 0 141,-5 0 0,-10 0 0,-7 0 0,1 0 0,5 0 0,2 0 0,16 0 0,-2 0 0,1 0 0,-45-3 0,-1 0 0,1 0 0,0 0 0,0-3 0,1-1 0,4 1 0,0 0 0,2 0 0,-1-1 0,1 1 0,1 0 0,0-1 0,0-1 0,0 2 0,1 1 0,-2-2 0,0 0-24,-2 1 0,1 1 0,1 0 0,0 0 24,-1 2 0,-1 1 0,2-2 0,1 0 0,0-1 0,0-2 0,-2 0 0,-1 1 0,0 3 0,1 0 0,-1-2 0,0-1 0,3 3 0,1 0 0,0-3 0,0 1 0,1 1 0,0 0 0,2 0 0,-1 0 0,-1 1 0,0-1 0,3-2 0,0 0 0,1 3 0,0 1 0,2-2 0,0 2-152,0 2 0,1 0 0,0-3 1,0 0 151,0 0 0,0 0 0,2 0 0,1 1 0,0 1 0,-1 2 0,3-2 0,0 0 0,0-2 0,1 0 0,-4 2 0,1 0 0,6-2 0,-1 0 0,-5 2 0,-1 0 0,2 1 0,0-1 0,0-1 0,1 0 0,3-1 0,1 0 0,-4 0 0,-1 0 0,2 3 0,-1 0 0,-5 0 0,-2 0 0,-1 0 0,0 0 0,3 0 0,2 0 0,3 0 0,1 0 0,-5 0 0,-1 0 0,0 0 0,0 0 0,-1-1 0,0 0 0,3 0 0,1-2 0,3 1 0,1-1 0,4 1 0,-1 0 0,-7-2 0,-1 0 0,1 2 0,0-1 0,2-3 0,1 0 0,2 3 0,1 0 0,2-2 0,0-1-134,1 3 1,-1 0 0,-2-3 0,1 1 133,1 2 0,0 0 0,2-3 0,-1 1 0,-1 1 0,0 2 0,4-2 0,-1 0 0,-3 1 0,0 0 0,1 2 0,-1 1 0,-2-3 0,-1 0 0,0 1 0,1 2 0,-1 0 0,1 0 0,4-3 0,2 0 0,-1 0 0,0 0 0,0 0 0,-1 1 0,-7 1 0,-1 2 0,5-1 0,1 0 0,-3 0 0,1 0 0,5-1 0,0 0 0,-5-2 0,-1 0 0,2 2 0,-1 0 0,-9-2 0,-1 0 0,4 2 0,2 0 0,3 1 0,0 0 0,-1 0 0,-1 0 0,-1 0 0,-2 0 0,-2 0 0,-1 0-95,2 0 0,0 0 1,-4 0-1,0 0 95,-1 0 0,0 0 0,-2 0 0,-2 0 0,-7 0 0,-1 0 0,3 0 0,1 0 51,-4 0 1,1 0 0,-4 0 0,-1 0-52,42 0 0,-8 0 390,-10 0 1,-59 0-391</inkml:trace>
  <inkml:trace contextRef="#ctx0" brushRef="#br0" timeOffset="27">27912 7118 8912,'-28'0'0,"1"0"0,0 0 0,2 0 0,-1 0 0,1 0 0,0 0 0,4 0 0,-4 2 0,-2 4 0,-1 3 0,-3 1 0,-11 11 0,7-2 0,-3 6 0,-4 5 0,-9 16 0,-13 8 0,-2 5 0,-3 6 0,29-28 0,-1 0 0,-4 3 0,-1 0 0,-1-1 0,-2-1 0,-5 0 0,-1-2 0,3 0 0,1-1-192,1-1 1,2 1-1,4-1 1,0 1 191,4-1 0,0 0 0,-33 22 0,-1-5 0,9-5 0,4 0 0,1-6 0,5-4 0,5-3 0,10-4 0,2-6 0,15-12 0,7 4 0,9-13 0,7 6 0,2-10 383,3-4 0,-3 2-383,4-7 0,4-8 0,-1-8 0</inkml:trace>
  <inkml:trace contextRef="#ctx0" brushRef="#br0" timeOffset="28">26157 7840 8912,'-17'10'0,"-2"-1"0,-4-3 0,4 3 0,-6 11 0,0 2 0,-4 7 0,3 17 0,-3 6 0,8 13 0,-2 3 0,11 1 0,7 6 0,3-7 0,2-5 0,13-5 0,4-12 0,6-4 0,0-8 0,6-7 0,11-4 0,-2-6 0,8-6 0,0-3 0,6-8 0,1-2 0,5-4 0,-5-3 0,5-8 0,-5-8 0,-1-4 0,-1-11 0,1-4 0</inkml:trace>
  <inkml:trace contextRef="#ctx0" brushRef="#br0" timeOffset="29">28205 7307 8912,'-15'2'0,"3"4"0,7 5 0,5 6 0,3 6 0,5 6 0,2 3 0,1 3 0,4 1 0,-1 4 0,-3 6 0,-1 2 0,1-2 0,3-4 0,-7-8 0,1 0 0,0 1 0,-3-3 0,-5-3 0,0-4 0,0-8 0,-7-7 0,-3-7 0,1-6 0,-5-7 0,8-7 0,1-8 0,5-4 0,0-3 0,0-3 0,0-5 0,0-2 0,0 0 0,0 0 0,5 0 0,1 2 0,8 4 0,-3-4 0,4 5 0,2 7 0,1-3 0,-1 8 0,0 2 0,0 10 0,1 3 0,-1 8 0,-8 13 0,-3 5 0,-6 10 0,-6 1 0,-3 3 0,-8 3 0,-1-1 0,1 3 0,0 1 0,0 2 0,5-6 0,1-5 0,7-2 0,-2 1 0,4 3 0,2-8 0,2 0 0,4-6 0,3-8 0,9-3 0,7 2 0,3-4 0,5-6 0,1-8 0,6-7 0,0-6 0,6 2 0,-6-8 0,1 1 0,-7-7 0,-5 1 0,-2 0 0,-5 1 0,-6 4 0,-1-1 0,-9 7 0,0-6 0,-6 6 0,-2 2 0,-4 10 0,-4-2 0,-7 7 0,6 0 0,-1 6 0,6 0 0,-5 0 0,-2 4 0,-3 7 0,-1 3 0,0 14 0,5-5 0,1 6 0,7-2 0,-2 1 0,4 3 0,2-8 0,0-2 0,0-2 0,2-2 0,4 0 0,-2-5 0,7-1 0,3-7 0,9 2 0,-2-6 0,7-6 0,-5-3 0,6-9 0,0-1 0,5-4 0,-5-2 0,-2-5 0,-1 3 0,1 2 0,-6-3 0,2 5 0,-9 0 0,-3 6 0,-5-1 0,5 1 0,-7 8 0,4 1 0,-8 10 0,0 4 0,0 5 0,0 10 0,0 2 0,2 2 0,3-2 0,5-2 0,7 8 0,-5-8 0,-1 1 0,2-1 0,3 2 0,1-3 0,-6 4 0,1-6 0,-8-1 0,1 0 0,-6 0 0,-11 0 0,-1 0 0,-16 1 0,-2-1 0,-1 0 0,-3-7 0,-7 5 0,-2-6 0</inkml:trace>
  <inkml:trace contextRef="#ctx0" brushRef="#br0" timeOffset="30">29375 7427 8912,'-17'0'0,"6"0"0,-1 0 0,8-7 0,-5 5 0,5-2 0,-2 8 0,0 5 0,6 9 0,0-7 0,0 1 0,0-1 0,0 6 0,2 0 0,4 1 0,4-7 0,7-1 0,0-3 0,0-3 0,-3-2 0,3-2 0,-4 0 0,10 0 0,-4-8 0,-2-3 0,3-4 0,3-3 0,-4-5 0,4 1 0,-4-9 0,-4 4 0,-2 0 0,-1 5 0,-8 2 0,1 3 0,3 6 0,-2-1 0,0 9 0,-5-3 0,5 12 0,-4 3 0,4 8 0,-2 2 0,1 4 0,-1 2 0,8 4 0,-1 1 0,6-7 0,1 0 0,-1-6 0,0 1 0,0-1 0,6-2 0,0-3 0,-2-7 0,-2-3 0,-2-4 0,1-3 0,7-13 0,1-8 0</inkml:trace>
  <inkml:trace contextRef="#ctx0" brushRef="#br0" timeOffset="31">29943 6723 8912,'-17'7'0,"7"5"0,5 11 0,3 3 0,2 9 0,2 7 0,3 4 0,5 9 0,7 2 0,0-1 0,1-3 0,-1-7 0,0 0 0,0-8 0,0 2 0,1-9 0,-1-6 0,-2-4 0,-3-6 0,3-9 0,-4-1 0,5-10 0,1-7 0,-6-11 0,1-5 0,-1-13 0,6-2 0,1-9 0</inkml:trace>
  <inkml:trace contextRef="#ctx0" brushRef="#br0" timeOffset="32">30322 6688 8912,'0'-17'0,"0"-8"0,0 6 0,0-4 0,0 12 0,0 3 0,0 23 0,0 10 0,0 9 0,0 7 0,0 6 0,0-1 0,0 2 0,0-2 0,0 2 0,0-8 0,5 0 0,3-6 0,2-1 0,3-5 0,2-1 0,3-4 0,-1-12 0,0 1 0,2-8 0,4-4 0,-2-2 0,8-4 0,-8-5 0,2-12 0,2 2 0,-3-8 0,1 6 0,-5-4 0,-1 1 0,0-1 0,-7 6 0,-5-2 0,5 4 0,-6 4 0,7 3 0,-7 4 0,4 16 0,-8 4 0,2 5 0,3 6 0,-3 3 0,4 9 0,-4-5 0,-2 1 0,0 1 0,0-1 0,6 0 0,-1 3 0,1-2 0,-6-3 0,0-2 0,0-6 0,0 2 0,0 0 0,-8-14 0,-1-1 0</inkml:trace>
  <inkml:trace contextRef="#ctx0" brushRef="#br0" timeOffset="33">30253 7015 8912,'-8'-17'0,"6"-6"0,-3 0 0,3 0 0,5 6 0,7-1 0,7 1 0,20-6 0,3 0 0,9 0 0,9 6 0,5 2 0,11 4 0,3-5-961,3 5 961,-3-4 0,-8-10 0,-1-2 0</inkml:trace>
  <inkml:trace contextRef="#ctx0" brushRef="#br0" timeOffset="34">31664 6671 8912,'0'9'0,"-8"-1"0,-3-8 0,-4 0 0,-5 0 0,-3 0 0,4 8 0,-4 3 0,-1 5 0,1 1 0,2 2 0,1 4 0,5 3 0,4 9 0,3-6 0,8-1 0,8-1 0,3 2 0,6-6 0,6-4 0,2-4 0,4-4 0,3-3 0,-3-8 0,2-8 0,-3-3 0,-3-6 0,-8-6 0,1 2 0,-3-8 0,-4-1 0,-5-3 0,-6-1 0,-6-1 0,-5 7 0,-12-1 0,-4 8 0,-7-2 0,-1 6 0,1 5 0,-1 5 0,1-1 0,7 6 0,2-13 0,8 5 0</inkml:trace>
  <inkml:trace contextRef="#ctx0" brushRef="#br0" timeOffset="35">32524 6104 8912,'-28'-35'0,"-1"3"0,0 5 0,3 10 0,-7 1 0,4 11 0,-3-1 0,-3 8 0,3 6 0,3 9 0,-1 10 0,7 13 0,6 4 0,5 7 0,8 3 0,-1 1 0,3 2 0,2-1 0,0 5 0,0 2 0,5-4 0,1-2 0,6-3 0,-7-2 0,1-1 0,-6 1 0,0-3 0,0-3 0,0-4 0,0-7 0,-2-7 0,-4 1 0,3-8 0,-9 2 0,6-12 0,-5-5 0,-1-4 0,-5-2 0</inkml:trace>
  <inkml:trace contextRef="#ctx0" brushRef="#br0" timeOffset="36">31870 6826 8912,'2'-12'0,"4"1"0,6 5 0,11-5 0,13-1 0,15-5 0,16-2 0,14-4 0,5 2 0,6-6 0,-45 14 0,1-1 0,0 0 0,0 2 0,2 3 0,-1 2-162,43-10 0,-14 10 162,-9-5 0,-19 1 0,0-7 0</inkml:trace>
  <inkml:trace contextRef="#ctx0" brushRef="#br0" timeOffset="37">28033 9439 8912,'-15'17'0,"1"-1"0,5-3 0,1-2 0,4 3 0,4-1 0,6-1 0,5-5 0,12-9 0,4-3 0,0-7 0,5-9 0,-3-4 0,4-2 0,1-3 0,-5-1 0,-3 1 0,-3 1 0,-7-1 0,-7-3 0,-9-1 0,-2 5 0,-3 2 0,-9 2 0,-7 4 0,-11 10 0,-8 5 0,-6 4 0,6 6 0,-1 8 0,-1 11 0,6 7 0,-4 5 0,11 7 0,6 3 0,6 5 0,5 2 0,-1-3 0,7-3 0,8-4 0,10-7 0,11-3 0,5-3 0,5-6 0,1-12 0,1 2 0,1-7 0,2-2 0,2-2 0,1-10 0,-7-3 0,0-12 0,1-4 0,-1-7 0</inkml:trace>
  <inkml:trace contextRef="#ctx0" brushRef="#br0" timeOffset="38">28738 8975 8912,'0'-12'0,"2"3"0,4 1 0,4 4 0,7 10 0,0 7 0,0 8 0,1 6 0,-1 8 0,2-1 0,2 2 0,2 2 0,-2 3 0,6-1 0,1-6 0,-3-1 0,0-3 0,0-1 0,-6-8 0,6 4 0</inkml:trace>
  <inkml:trace contextRef="#ctx0" brushRef="#br0" timeOffset="39">29065 8975 8912,'-11'0'0,"0"0"0,-1 0 0,-5 0 0,0 7 0,-1 5 0,-5 13 0,1 9 0,-9 10 0,2 13 0,-1 6 0,1 4 0,4 2 0,8 0 0,7-10 0,5-7 0,3-3 0,2-9 0,2 1 0,3-7 0,5-9 0,7-8 0,0-7 0,1-18 0,-1-2 0</inkml:trace>
  <inkml:trace contextRef="#ctx0" brushRef="#br0" timeOffset="40">29392 8992 8912,'-9'8'0,"3"3"0,4 12 0,2 6 0,0 11 0,0 6 0,0 5 0,0 7 0,6 3 0,0 7 0,7-5 0,-1 1 0,-3-9 0,3 2 0,1-3 0,2-3 0,-5-7 0,-4-4 0,-5-11 0,-1-4 0,0-2 0,0 0 0,-1-8 0,-5-9 0,-2-6 0,-3-6 0,-12-11 0,4-10 0</inkml:trace>
  <inkml:trace contextRef="#ctx0" brushRef="#br0" timeOffset="41">29289 9233 8912,'0'-37'0,"0"-3"0,6 4 0,0-4 0,13-2 0,-2 2 0,10 0 0,-4 5 0,5 14 0,-3 6 0,0 5 0,0 7 0,-2 4 0,-6 11 0,6 1 0,0 16 0,0-6 0,-6 6 0,-5-1 0,-3 7 0,-1-1 0,-4 0 0,-2 1 0,-2-1 0,0 1 0,0-1 0,0-2 0,0-3 0,0 2 0,0-8 0,0-1 0,0-4 0,-6-1 0,0 0 0,2-9 0,10-8 0,5-8 0,12-9 0,-2-8 0,8-4 0,2-5 0,7-4 0,2-2 0,-2 1 0,-3-3 0,-7 2 0,-3 6 0,-7 5 0,-9 14 0,-3-2 0,-4 11 0,-10 0 0,-3 12 0,-7 6 0,-5 3 0,4 2 0,-4 0 0,4 6 0,2 0 0,6 0 0,-1-6 0,8 6 0,-1 0 0,3 0 0,2-6 0,0 0 0,3-1 0,9-5 0,-1 2 0,12-7 0,-2-2 0,2-2 0,4-10 0,8-3 0,-7-5 0,1-1 0,-8-2 0,4-2 0,-4-2 0,-4 2 0,4-4 0,-11 2 0,-1 2 0,-3 2 0,3 2 0,-7 0 0,6 6 0,-8-1 0,0 8 0,0-3 0,2 7 0,4 0 0,-3 2 0,7 3 0,0 5 0,-1-1 0,-3 5 0,5-9 0,1 9 0,5-5 0,0 7 0,0-5 0,-5 2 0,-2-5 0,-3 2 0,5-5 0,-7 7 0,1-8 0,-6 3 0,0-14 0,0-3 0</inkml:trace>
  <inkml:trace contextRef="#ctx0" brushRef="#br0" timeOffset="42">30218 8803 8912,'-17'-19'0,"0"-4"0,6 4 0,1-4 0,2 4 0,5 2 0,1-1 0,4 3 0,3 2 0,7 3 0,3 2 0,4 3 0,4 5 0,2 0 0,4 0 0,3 7 0,-3 5 0,3-3 0,3 3 0,-7-1 0,1 7 0,-8 4 0,2 1 0,-6 2 0,-5-2 0,-5-2 0,-7 8 0,0-8 0,0 2 0,0-4 0,0-2 0,-7 0 0,-1 0 0,-3 1 0,1-7 0,4 1 0,4-7 0,-3 7 0,3-7 0,2 7 0,0-8 0,0 11 0,0-13 0,0 6 0,0-8 0,2-4 0,2-6 0,1-7 0,9-6 0,-3 0 0,-1 2 0,1-7 0,-1 5 0,1-6 0,4 8 0,-3-2 0,1 4 0,-1 2 0,3 1 0,-3 5 0,3-2 0,2 7 0,-5 0 0,-1 6 0,2 0 0,3 0 0,1 6 0,-2 1 0,-1 3 0,-3 3 0,6-3 0,6 1 0,2-7 0,-4 2 0,4-4 0,2-2 0,-4 0 0,5 0 0,1-8 0,5-3 0,-5-6 0,0-6 0,-8 2 0,2-8 0,0 6 0,-6-6 0,2 8 0,-13-2 0,0 4 0,-6 2 0,-8-4 0,-4 2 0,-3 6 0,-2 3 0,-6 4 0,0 6 0,0 0 0,6 2 0,0 4 0,-1 6 0,3 3 0,4 2 0,-3 0 0,9 0 0,-1 1 0,6-1 0,0 0 0,0 0 0,2-5 0,5-3 0,11-1 0,-1-2 0,6-6 0,4-8 0,1-4 0,3 3 0,-1-3 0,-3-1 0,-2-2 0,4-1 0,-6 5 0,-6-2 0,-6 5 0,3-2 0,-7 7 0,1-13 0,-8 14 0,0-3 0,0 10 0,0-1 0,0 8 0,0-7 0,0 7 0,0-8 0,0 11 0,0-13 0,0 6 0,2-14 0,4 0 0,3-7 0,8 5 0,1-3 0,-7-3 0,1 9 0,1 1 0,2 2 0,2 0 0,1-4 0,-1 4 0,0-3 0,0 3 0,0 2 0,-5 0 0,-1 0 0,1 0 0,5 0 0,-5 0 0,-1 0 0,1 0 0,5-8 0,-2-3 0,-2-5 0,-1-1 0,-6-2 0,3-2 0,-1-4 0,-4-2 0,5-9 0,1-8 0</inkml:trace>
  <inkml:trace contextRef="#ctx0" brushRef="#br0" timeOffset="43">31664 7840 8912,'-17'-27'0,"5"2"0,1 8 0,7 0 0,-4 8 0,8 1 0,2 17 0,4 9 0,2 6 0,3 11 0,4 5 0,-3 0 0,5 8 0,4-2 0,4 3 0,2 3 0,-4 0 0,5-1 0,-5-5 0,6 0 0,0-8 0,5 2 0,-7-11 0,-4-6 0,2-12 0,-2-5 0,0-4 0,-6-2 0,0-10 0,0-7 0,0-2 0,1-10 0,-1-1 0,0-3 0,-2-1 0,-3 0 0,3-1 0,-3 1 0,1 7 0,0 4 0,-3 4 0,-2 2 0,3 5 0,-5 1 0,1 9 0,-3 4 0,2 13 0,0 10 0,-6 9 0,0 3 0,0 3 0,0 2 0,0 4 0,0 3 0,0-3 0,0-4 0,0-2 0,0-3 0,0-3 0,-8-2 0,-2-3 0,-1-6 0,0-4 0,-7-9 0,-5-5 0,-7-3 0,3-2 0</inkml:trace>
  <inkml:trace contextRef="#ctx0" brushRef="#br0" timeOffset="44">31630 8321 8912,'-10'-17'0,"4"0"0,4-2 0,2-4 0,16-4 0,8-7 0,13-2 0,9-4 0,21-4 0,13-8 0,-36 24 0,2 1-184,2 1 0,1 0 0,-2-2 0,-2 1 184,35-19 0,-13 2 0,-15 0 0,-14 0 0,-13 0 0,-2-9 0,-13-9 0</inkml:trace>
  <inkml:trace contextRef="#ctx0" brushRef="#br0" timeOffset="45">27603 6396 8912,'-12'-6'0,"1"0"0,7 1 0,-4 5 0,18 5 0,5 3 0,6 2 0,10-5 0,-3 5 0,5-2 0,1-5 0,3-1 0,3-2 0,-2 0 0,6-2 0,0-1 0,0-3 0,4-13 0,9 0 0,6-6 0,4-6 0,8 1 0,-1 1 0,7-4 0,-7 5 0,8-3 0,-3 1 0,-1 3 0,-3 2 0,-4-4-132,-3 7 1,1-1 131,0 5 0,-2 1 0,-4 0 0,-6 0 0,-3 0 0,-2-1 0,-1 1 0,-9-2 0,-7-4 0,-1 4 0,-5-4 0,-4 2 0,-2 0 0,-4-4 0,-2-1 0,-6-3 0,1-5 0,-8-3 131,1-3 1,-3-4-132,-2-7 0,0-1 0,0 0 0,-7-1 0,-5-4 0,-5 5 0,-4-1 0,-4 7 0,-2 4 0,4-4 0,-5 6 0,-1 0 0,-5 5 0,-1 1 0,1-1 0,-8 3 0,-4 3 0,-4 5 0,-3 6 0,-5 3 0,-5 4 0,-9-3 0,-3 8 0,0 1 0,7 5 0,4 0 0,1 0 0,2 0 0,0 2 0,7 1 0,7 3 0,1 8 0,-6-3 0,2-1 0,4 1 0,4 1 0,8 5 0,0 0 0,-1 0 0,1 2 0,1 4 0,5 4 0,5 0 0,-2 11 0,2-4 0,-6 10 0,6-4 0,-5 8 0,5-2 0,0 4 0,5 3 0,1 2 0,0 3 0,0-1 0,0-5 0,5-3 0,1-3 0,5 4 0,-4-6 0,3 0 0,3-4 0,2-2 0,2 2 0,0-2 0,0 8 0,0-6 0,0 6 0,2-8 0,4 4 0,5-2 0,4 1 0,8-9 0,0-9 0,10-4 0,1-2 0,8-1 0,10-5 0,-6-3 0,0-8 0,0 0 0,5 0 0,8-2 0,5-4 0,-3 4 0,0-6 0,-2 3 0,-3-1 0,3 0 0,-2 6 0,-7-7 0,-8-3 0</inkml:trace>
  <inkml:trace contextRef="#ctx0" brushRef="#br0" timeOffset="46">18775 9886 8912,'-18'10'0,"1"-3"0,0-7 0,6 0 0,-1 2 0,-1 2 0,-3 2 0,-1-2 0,0 3 0,0-1 0,0-2 0,-1-2 0,1-2 0,0 0 0,0 0 0</inkml:trace>
  <inkml:trace contextRef="#ctx0" brushRef="#br0" timeOffset="47">26278 9370 8912,'-16'-23'0,"3"-1"0,3-1 0,3 0 0,3 10 0,10 9 0,3 6 0,10 4 0,2 3 0,2 3 0,6 3 0,-6 10 0,6-2 0,-6 10 0,-2 5 0,-2 8 0,0 15 0,4 10 0,-10 17-261,-4-36 0,-1 3 0,-4 6 0,-2 2 261,1 7 0,0 2 0,-2 9 0,0 2 0,-1 7 0,0 0 0,0 1 0,0 0 0,0-2 0,0-2 0,0-7 0,0-1 0,0-8 0,0-1 0,0 0 0,0 0 0,0-7 0,2-2 0,0-4 0,1-1 0,9 40 0,9-26-40,2-5 1,2-7 39,-2-5 0,-4-7 0,4-4 0,-4-3 0,-2-3 0,-2-1 0,-3-5 0,1-3 0,-5-8 0,0 0 0,-1 1 0,-1 6 517,-6 5 1,0 5-518,0 7 0,0 12 0,0 20 0,0 20 0,0-35 0,0 3 0,-3 4 0,0 2 0,1 9 0,-2 2 0,-1 8 0,-1 2-116,3 8 1,0 3-1,1-29 1,-1 1 0,1 0-1,0 2 1,1 0 0,0 1-1,-1 0 1,-1 1-1,0-1 116,0 0 0,0 1 0,0-2 0,-1-4 0,0 0 0,0-1-276,-1 1 1,-1 0 0,0-1 0,-1-2 0,-1 0 0,0-1 275,1 3 0,-1-1 0,0-1 0,-6 19 0,-1-2 0,4-5 0,-1-3 0,2-9 0,-1-2 0,2-5 0,-1-2 0,2-6 0,-1-1 0,1 3 0,-1-2 0,-14 27 0,0-5 0,0-12 0,-2-12 0,4 1 0,-8-10 0,6-5 0,-5-7 0,5-9 553,-6-2 0,6-1-553,-6-11 0,8 1 951,-1-6 1,-3-7-952,2-5 0,0-3 0,7-4 0,5-4 0,5-6 0,6-13 0,6-9 0,13-9 0,16-8-369,7-9 0,-17 31 1,1-1-1,0-6 1,0 0-1</inkml:trace>
  <inkml:trace contextRef="#ctx0" brushRef="#br0" timeOffset="48">27758 12052 8912,'-27'-17'0,"4"2"0,6 2 0,5 1 0,5 8 0,7-1 0,0 10 0,1 7 0,5 3 0,4 10 0,7 3 0,0 7 0,0 5 0,3-2 0,1 6 0,1 0 0,0 0 0,-3 0 0,-2 2 0,0 7 0,-2-5 0,-1 0 0,-3 1 0,-7-5 0,2 2 0,-4-6 0,-2 6 0,-8-9 0,-3-3 0,-5-2 0,-1-9 0,-6-2 0,0-9 0,-15-5 0,2-7 0</inkml:trace>
  <inkml:trace contextRef="#ctx0" brushRef="#br0" timeOffset="49">27654 12035 8912,'8'-34'0,"3"-1"0,7 1 0,5 0 0,0-1 0,11 1 0,-9 7 0,9 4 0,3 4 0,3 2 0,0 2 0,-4 1 0,2 5 0,3 1 0,-1-5 0,-6 1 0,1-3 0,-1-2 0</inkml:trace>
  <inkml:trace contextRef="#ctx0" brushRef="#br0" timeOffset="50">28549 11691 8912,'-17'0'0,"0"0"0,1 2 0,3 6 0,2 9 0,-1 17 0,-5 18 0,0 11 0,0 17 0,-1 4-271,10-33 1,-1 2 0,0-3 0,1 1 270,-1 6 0,1 0 0,2-4 0,2-1 0,1 1 0,0-2 0,3 37 46,6-14 0,6-13-46,11-9 0,-2-16 0,5-15 0,-1-8 0,-4-7 0,-2-6 0,-1-6 0,-1 1 0,0-13 0,-2 3 0,-3-13 0,1 1 0,-5-4 0,-1 3 403,1-3 1,-4-1-404,-10-3 0,-3 3 91,-9 3 0,1-2-91,0 9 0,-6-1 0,0 5 0,-2 1 0,2 0 0,4 7 0,-4 5 0,10-3 0,1 2 0,9 1 0,3 5 0,9 0 0</inkml:trace>
  <inkml:trace contextRef="#ctx0" brushRef="#br0" timeOffset="51">28962 12293 8912,'-17'10'0,"0"-5"0,7-1 0,4 2 0,5-4 0,1 5 0,1-7 0,5 0 0,10 0 0,8 0 0,1-1 0,0-5 0,4-4 0,-6-7 0,5 0 0,-5 0 0,0 0 0,-6-1 0,-1 1 0,-5 0 0,-3-2 0,-8-4 0,0 4 0,0-4 0,-8-2 0,-3 2 0,-10 6 0,-4 5 0,-2 1 0,-3 1 0,3 3 0,-2 7 0,8 9 0,-2 9 0,-2 6 0,2 11 0,8 5 0,9 0 0,4 8 0,2-2 0,2-2 0,4 1 0,4-6 0,7 1 0,8-10 0,3-3 0,5-4 0,1-8 0,1-7 0,-1-14 0,0-19 0,1-11 0</inkml:trace>
  <inkml:trace contextRef="#ctx0" brushRef="#br0" timeOffset="52">29358 11984 8912,'-17'-27'0,"5"0"0,1 4 0,7 10 0,-2-4 0,4 11 0,2-2 0,0 8 0,8 10 0,3 7 0,7 8 0,3 9 0,4 1 0,1-1 0,-3 0 0,6 1 0,-6-1 0,6 1 0,-3-1 0,3 0 0,4-1 0,-7-3 0,3-3 0,0-2 0,-8-2 0,2-6 0,-4-7 0,-2-5 0,0-7 0,0-9 0,-7-4 0,-4-20 0,1 5 0,-1-10 0,0-12 0,-6-1 0</inkml:trace>
  <inkml:trace contextRef="#ctx0" brushRef="#br0" timeOffset="53">29788 11829 8912,'-17'6'0,"0"-1"0,0 11 0,-1 1 0,-1 10 0,-4 13 0,-5 7 0,-13 16 0,5 1 0,-4 10 0,6 2 0,5-1 0,6-2 0,4-3 0,9-9 0,5-3 0,3-12 0,2-6 0,7-6 0,5-5 0,-1-6 0,6-12 0,-3-3 0,9-8 0,2-8 0,-2-3 0,7-20 0,-3-5 0</inkml:trace>
  <inkml:trace contextRef="#ctx0" brushRef="#br0" timeOffset="54">30115 11932 8912,'-7'-34'0,"5"5"0,-4 0 0,4 14 0,2-2 0,0 11 0,0 8 0,0 15 0,0 8 0,0 9 0,-6 10 0,0 8 0,1 0 0,5 5 0,0-4 0,0-1 0,0 0 0,0-1 0,0-1 0,0-4 0,5-2 0,3-6 0,0 2 0,-1-2 0,5-4 0,-6-5 0,5-2 0,-5-4 0,2-12 0,-5 3 0,3-5 0,0-11 0,-6-3 0,0-13 0,0-16 0,-6-8 0,-2-4 0,-1-5 0,-5-7 0,5 3 0,-3-8 0,1 0 0,-6-6 0,0 6 0,-1 0 0,1 0 0,0-6 0,2 2 0,3 4 0,5 6 0,7 11 0,0 4 0,0 8 0,1 7 0,5 4 0,6 6 0,11 5 0,-4-1 0,4 7 0,1-5 0,-1 5 0,6 0 0,-6 6 0,6 2 0,-6 2 0,0 5 0,1 7 0,-10-1 0,3 14 0,-9-1 0,3 7 0,-7 7 0,2 4 0,-4-2 0,-4 1 0,-4 3 0,-5 2 0,1 0 0,-1-5 0,5-3 0,-6-7 0,7-7 0,-5-1 0,2-2 0,5-4 0,1-2 0,2-9 0,7-6 0,5-16 0,9-1 0,2-16 0,7 6 0,-1-6 0,4-3 0,1-2 0,-5-5 0,-3 11 0,1-7 0,0-5 0,-6 10 0,2-5 0,-4 5 0,-2-5 0,-7 7 0,-4-1 0,-5 14 0,-1-2 0,-1 11 0,-5 0 0,2 6 0,-8 6 0,7 5 0,-7 12 0,8 4 0,-1 7 0,3-1 0,2-3 0,0-3 0,0-2 0,2 0 0,3-2 0,-1-6 0,8 0 0,-1-2 0,6-9 0,1-2 0,5-2 0,0-2 0,1-14 0,-1-3 0,2-11 0,4-1 0,1-4 0,-7-1 0,-2 2 0,-1 3 0,-1-4 0,4 5 0,-10 3 0,4 2 0,-11 4 0,0 2 0,-4 7 0,-2 3 0,2 8 0,3 5 0,-1-2 0,8 7 0,-1 1 0,6 5 0,-5 0 0,-1 1 0,6 1 0,6 4 0,0-4 0,-6 4 0,1-4 0,-1-2 0,0 0 0,0 0 0,1-5 0,-1-1 0,0-5 0,0 5 0,0-7 0,1 2 0,-1-4 0,0-2 0,0 0 0,0 0 0,-7 0 0,-2-8 0,-1-1 0,3-9 0</inkml:trace>
  <inkml:trace contextRef="#ctx0" brushRef="#br0" timeOffset="55">31199 11227 8912,'-9'0'0,"1"-8"0,16 5 0,3-9 0,6 6 0,6-3 0,6-1 0,4 1 0,9 5 0,2-4 0</inkml:trace>
  <inkml:trace contextRef="#ctx0" brushRef="#br0" timeOffset="56">31630 11451 8912,'-12'26'0,"1"-3"0,7-4 0,-4-1 0,8-1 0,0-6 0,0 1 0,0-8 0,0 3 0,0-7 0,0 0 0,8 0 0,-6-7 0,3-5 0,-1-3 0,2-2 0,-2-1 0,7 1 0,-5 0 0,5 0 0,-5 0 0,6-1 0,-3 1 0,5 0 0,-3 2 0,2 3 0,3-3 0,1 13 0,0-4 0,-5 4 0,-1 2 0,-5 2 0,5 4 0,3 6 0,1 3 0,2 2 0,0-7 0,6 3 0,0-7 0,6-1 0,-6-5 0,8 0 0,-3 0 0,3-7 0,-2-5 0,1-1 0,-7 0 0,-4 1 0,-5-1 0,-1-8 0,-7-2 0,-1 0 0,-5 6 0,-1 0 0,-5-1 0,-2 7 0,-3-1 0,-5 9 0,9-7 0,-7 6 0,3-2 0,7 8 0,-6 8 0,5 7 0,3 0 0,-6 1 0,8-1 0,6-6 0,0 1 0,1-7 0,-1 5 0,6-2 0,-3-1 0,3-1 0,-7-4 0,7 4 0,-7-5 0,7-1 0,-1 0 0,7 0 0,-1 0 0,-6 0 0,1 0 0,-6 2 0,5 4 0,-7-4 0,5 6 0,-3-8 0,-4 2 0,4 3 0,-4-3 0,5 8 0,5-4 0,-3-5 0,3 5 0,-6 2 0,5-2 0,1 5 0,5-5 0,0 1 0,0-1 0,-5-4 0,-1 6 0,2-3 0,3 1 0,1 0 0,0-6 0,-5 0 0,-1 0 0,-5 0 0,5 0 0,-5-6 0,6 0 0,-9-13 0,3 2 0,2-13 0,-3-3 0,-1-7 0,-2-4 0,-2-4 0,0-9 0,0-4 0,0-8 0,0 8 0,0 4 0,0 5 0,0 6 0,0 12 0,-2 13 0,-3 7 0,3 7 0,-6 16 0,8 8 0,-6 16 0,1 13 0,-1 9 0,6 2 0,0 1 0,0-7 0,0 1 0,0 0 0,0-1 0,0 1 0,6-10 0,-1-8 0,9-3 0,-3-14 0,4 4 0,3-10 0,-1-3 0,0-2 0,0-12 0,0-5 0,1-7 0,-1-3 0,0-4 0,0-1 0,1-3 0,-1-5 0,0 1 0,0 5 0,0-1 0,1 12 0,-7-4 0,1 9 0,-7 5 0,7 1 0,-3 19 0,3 10 0,1 8 0,-7 3 0,5 6 0,-5 0 0,6 8 0,-7-2 0,7 2 0,-6-2 0,-1 1 0,-5-7 0,0-1 0,0-3 0,0-2 0,0 1 0,-2-9 0,-3-3 0,-5-4 0,-7-1 0,0-1 0,-1 0 0,1-7 0,0-5 0,-6-5 0,0-7 0,2-10 0,-6-16 0,1-11 0</inkml:trace>
  <inkml:trace contextRef="#ctx0" brushRef="#br0" timeOffset="57">32490 11004 8912,'10'-23'0,"9"0"0,13 2 0,12 2 0,23-6 0,13-4 0,-34 9 0,0-2-393,6-3 0,-1-1 1,-2-3-1,-2-2 1,0-3-1,0 0 1</inkml:trace>
  <inkml:trace contextRef="#ctx0" brushRef="#br0" timeOffset="58">30477 17864 8912,'0'-18'0,"0"1"0,0 0 0,0 0 0,0 7 0,5 1 0,3 5 0,2-2 0,3 2 0,2 3 0,2 1 0,-5-6 0,-1 0 0,1 0 0,3 4 0,-2-1 0,-1-3 0,-6 0 0,5 6 0,-7 0 0,4 0 0,-10-6 0,-4 1 0,2-3 0,-7 4 0,-5-3 0,-5-3 0,0 0 0,-7-1 0,-1-2 0,-5 7 0,-1 0 0,1 6 0,-3 0 0,-3 0 0,4 2 0,-4 6 0,3 9 0,3 10 0,2 7 0,3 6 0,4 4 0,8 8 0,1-1 0,5 1 0,3-2 0,8-5 0,4-5 0,8-3 0,1-10 0,16-5 0,-3-10 0,3-6 0,4-6 0,-5-6 0,5-4 0,1-7 0,-1-6 0,-5 0 0,3-7 0,-8 1 0,2-3 0,-6-3 0,0 1 0,-4-1 0,-1 1 0,3 0 0,-6-1 0,1 1 0,-8 1 0,1 5 0,-3 9 0,-2 7 0,0 8 0,0 8 0,0 17 0,0 16 0,0 10 0,-5 11 0,-1 16 0,-6-1-247,7 7 0,-9 2 247,3 10 0,3-4 0,1 3 0,1-7 0,0-9 0,0-3 0,6-14 0,0-7 0,0-5 0,0-9 0,0-3 0,0-2 0,0-9 0,0-2 0,0-2 0,0-9 0,0-2 0</inkml:trace>
  <inkml:trace contextRef="#ctx0" brushRef="#br0" timeOffset="59">18172 18414 8912,'0'-19'0,"0"-2"0,0-2 0,0 0 0,-2 8 0,-3 3 0,1 5 0,-8 7 0,1 0 0,-6 0 0,0 7 0,-1 5 0,-1 5 0,-2 6 0,-2 3 0,2 1 0,0 11 0,-2-3 0,4 5 0,-4 0 0,4-4 0,2 4 0,2-3 0,3-3 0,-1 1 0,7-1 0,0-7 0,8-4 0,4-6 0,5-6 0,7 3 0,4-9 0,7 1 0,11-6 0,-1 2 0,6 4 0,-1-4 0,2 3 0,4-3 0,-14-2 0,6 0 0</inkml:trace>
  <inkml:trace contextRef="#ctx0" brushRef="#br0" timeOffset="60">18912 18414 8912,'-11'-2'0,"1"-4"0,1-3 0,-1-1 0,-3 4 0,3 12 0,1 7 0,1 7 0,4 3 0,2 7 0,2-1 0,2 3 0,2 3 0,2-1 0,-2 0 0,3 1 0,-1-1 0,2-7 0,-3-4 0,-3 2 0,4-2 0,-2-2 0,0-8 0,1-2 0,1-7 0,-6 4 0,0-8 0,0-8 0,6-7 0,2-8 0,1 0 0,4-2 0,3 6 0,1-4 0,0 2 0,0-2 0,2 6 0,4 0 0,-3 0 0,3 5 0,1 5 0,-1 1 0,-2 4 0,-2 2 0,-3 2 0,-5 4 0,-3 9 0,-8 8 0,-2 5 0,-4-5 0,-9 8 0,-8-2 0,-6 1 0,6-1 0,-7 1 0,1-7 0,4-2 0,0-7 0,2-5 0,0-1 0,6-2 0,6-6 0,7 0 0,-4-2 0,10-6 0,4-9 0,5-2 0,12-10 0,2 0 0,6-3 0,-2 3 0,-1-3 0,7 5 0</inkml:trace>
  <inkml:trace contextRef="#ctx0" brushRef="#br0" timeOffset="61">19463 18603 8912,'0'-10'0,"0"3"0,0 7 0,0 2 0,0 3 0,0 5 0,2 7 0,4 0 0,-3 1 0,9-3 0,-1-2 0,-1-1 0,5-7 0,-3 7 0,3-8 0,2 1 0,0-3 0,1-2 0,-1 0 0,0 0 0,0 0 0,1 0 0,-3-7 0,-4-5 0,5-3 0,-7-2 0,3 1 0,-1 5 0,-7-4 0,2 3 0,-3 5 0,3 1 0,-4 4 0,6 2 0,-6 8 0,3 3 0,-3 10 0,4 2 0,2 0 0,-3-6 0,9 0 0,-3 1 0,-1-1 0,1-2 0,3-2 0,1-1 0,4-8 0,4 1 0,-4-3 0,4-2 0,-4-7 0,-2-5 0,6-5 0,0-6 0,0 2 0,-5-8 0,-1 1 0,0-7 0,-6-1 0,-1-2 0,-2-4 0,-5-2 0,5 6 0,-2-2 0,0 5 0,-6 7 0,0 3 0,0 15 0,0 4 0,0 14 0,0 9 0,0 10 0,0 13 0,-2 4 0,-4 8 0,4-1 0,-4 1 0,4-3 0,2-3 0,6 2 0,0-8 0,5 8 0,-5-2 0,6-10 0,-7-2 0,7-5 0,-7 0 0,7 1 0,-6-7 0,-5-18 0</inkml:trace>
  <inkml:trace contextRef="#ctx0" brushRef="#br0" timeOffset="62">20031 18655 8912,'-17'0'0,"-1"0"0,7 0 0,0 0 0,7 0 0,-2 0 0,12 0 0,13 0 0,15 0 0,16-14 0,13-3 0,4-10 0,2 4 0,-2-5 0,-4 7 0,-6 3 0,-3 5 0,-3 9 0,-7-3 0,-2 7 0</inkml:trace>
  <inkml:trace contextRef="#ctx0" brushRef="#br0" timeOffset="63">21666 18569 8912,'0'-27'0,"0"2"0,-2 2 0,-4 2 0,-5 6 0,3 15 0,0 17 0,3 10 0,-1 5 0,0 3 0,6-1 0,2 0 0,4 1 0,1-1 0,7 1 0,-3-3 0,3-3 0,1-5 0,2-6 0,0-1 0,1-2 0,1-3 0,4-7 0,-4-3 0,4-2 0,-4-9 0,-2-8 0,-2-3 0,-3-8 0,1 1 0,-7-2 0,2-3 0,-3 3 0,-3 4 0,4 2 0,-4 10 0,-2 2 0,0 7 0,2 4 0,4 11 0,-5 10 0,5 2 0,2 0 0,-2-6 0,7-1 0,-2-5 0,-1 2 0,1-7 0,1 0 0,5-6 0,-2-2 0,-3-4 0,3-5 0,-3-12 0,1 2 0,-2-8 0,-3 1 0,-8-7 0,0-1 0,0-4 0,0 9 0,0-3 0,-2 13 0,-4 4 0,3 1 0,-9 11 0,6 1 0,-5 9 0,7 5 0,-2 9 0,5 2 0,1 2 0,0 0 0,7-6 0,3 0 0</inkml:trace>
  <inkml:trace contextRef="#ctx0" brushRef="#br0" timeOffset="64">22302 18483 8912,'-5'-33'0,"-1"4"0,-2 5 0,3 6 0,3 1 0,-6 17 0,8 12 0,0 13 0,0 15 0,0 9 0,0 9 0,-6-1 0,1-5 0,-1-1 0,6 1 0,0-3 0,0-3 0,-2 2 0,-4-8 0,4-2 0,-3-9 0,3-4 0,2-9 0</inkml:trace>
  <inkml:trace contextRef="#ctx0" brushRef="#br0" timeOffset="65">22243 19049 8912,'10'-20'0,"5"-12"0,2-9 0,0 5 0,1-4 0,5 0 0,0 4 0,-1 5 0,3 4 0,-4 1 0,8 8 0,-6-3 0,6 10 0,-8 3 0,2 2 0,-2 6 0,2 6 0,-4 4 0,4 7 0,2 0 0,-2 0 0,1 1 0,-1-1 0,-2-2 0,8-4 0,-8-1 0,2-6 0,-4 2 0,-2-3 0,-1-3 0,-5-5 0,4-5 0,-13-13 0,4 0 0,-4 0 0,-2 6 0,-2 0 0,-4 0 0,-3 1 0,-8 5 0,-1-2 0,1 7 0,0 0 0,0 6 0,-1 2 0,1 4 0,0 3 0,0 9 0,2-1 0,3 0 0,-1 0 0,7 0 0,0 6 0,6 0 0,0 0 0,0-6 0,0 0 0,2-7 0,4-4 0,3-4 0,9-2 0,5-8 0,0-3 0,-1-10 0,-4-2 0,5-2 0,0 2 0,-2 4 0,-10-4 0,4 4 0,-5 3 0,7 5 0,-7 3 0,-1 14 0,-3 0 0,-4 7 0,4-1 0,1 3 0,-1 2 0,7-2 0,-1-3 0,-3 3 0,3-5 0,1-1 0,3-3 0,1 2 0,0-3 0,0 1 0,0-6 0,1-2 0,-1-4 0,0 3 0,0-9 0,2-5 0,4-6 0,-4-8 0,4 3 0,-5-7 0,-5-3 0,-2-4 0,3-2 0,-6 4 0,-3-6 0,-3 8 0,-2-2 0,0 4 0,0 9 0,-2 12 0,-2 17 0,-3 13 0,-3 12 0,6 7 0,-1 6 0,-3 10 0,2 7 0,1 0 0,5-5 0,0-6 0,0 0 0,0-6 0,0 6 0,0-8 0,1 2 0,3-4 0,2-1 0,2-7 0,-3 1 0,-3-8 0,4 2 0,-2-10 0,-1-8 0</inkml:trace>
  <inkml:trace contextRef="#ctx0" brushRef="#br0" timeOffset="66">23163 18655 8912,'-10'-8'0,"-5"6"0,11-6 0,-7 8 0,7-7 0,-2 5 0,12-4 0,5 4 0,12 2 0,12 0 0,11 0 0,11 0 0,4-7 0,8-3 0</inkml:trace>
  <inkml:trace contextRef="#ctx0" brushRef="#br0" timeOffset="67">24385 18741 8912,'-27'0'0,"0"-8"0,4-4 0,4-3 0,-4-2 0,-2 5 0,2 3 0,2-1 0,2 1 0,8 5 0,-1-2 0,3 6 0,-3 6 0,-1 0 0,7 11 0,-5-4 0,5 10 0,0 2 0,6-2 0,0 0 0,0-6 0,0 6 0,0 0 0,0-2 0,0-2 0,8-9 0,1-3 0,9-7 0,1-2 0,4-3 0,-4-11 0,4-7 0,-4-1 0,-2 3 0,0-2 0,0 2 0,1 2 0,-1 1 0,-2 7 0,-3-1 0,1 7 0,-7-7 0,7 8 0,-9-3 0,7 7 0,-5 7 0,4 5 0,-3 3 0,1 2 0,-2 1 0,-2-1 0,7 0 0,-5 0 0,5 0 0,1-1 0,5-5 0,0-3 0,0-8 0,2 0 0,3 0 0,0-4 0,-1-8 0,-1 1 0,-3-12 0,6-2 0,0 2 0,-8-7 0,-9 1 0,1-3 0,-1-3 0,-2 1 0,-10-1 0,2 1 0,-5 2 0,-1 5 0,1 10 0,3 1 0,-5 11 0,5-1 0,-6 6 0,8 7 0,-1 5 0,3 11 0,2 6 0,0 3 0,0 2 0,2 1 0,3-1 0,-3-5 0,6-1 0,0 3 0,-6-6 0,5-2 0,-1-4 0,0-2 0,-1 0 0,-5 0 0,0-7 0,0-2 0,2-8 0,4-2 0,6-4 0,-1 2 0,6-7 0,-3 5 0,9-5 0,-2 7 0,2-2 0,-4 4 0,4 2 0,-4 0 0,-2 0 0,0 0 0,0 0 0,1 8 0,-9 1 0,-9 3 0,-11-3 0,-5-1 0,-8 5 0,2-9 0,-4 6 0,1-3 0,-6 7 0,10-10 0,-6 5 0,3-1 0,3-4 0,7 3 0,3-1 0,-1 0 0,10-6 0,4 0 0</inkml:trace>
  <inkml:trace contextRef="#ctx0" brushRef="#br0" timeOffset="68">25193 18741 8912,'-17'-12'0,"0"1"0,6 7 0,-1-2 0,1 4 0,-7 2 0,7 2 0,0 4 0,7 3 0,-10 14 0,9 0 0,1-2 0,2-2 0,2-2 0,6-5 0,-1-1 0,3-5 0,-2 6 0,-2-9 0,7 3 0,-5-4 0,5-2 0,-5 0 0,5 0 0,-5-8 0,4-3 0,-3-4 0,-1-3 0,-6 1 0,0 6 0,0-1 0,-2 7 0,-4-7 0,5 8 0,-15-3 0,14 5 0,-3-4 0,-5 4 0,0-5 0</inkml:trace>
  <inkml:trace contextRef="#ctx0" brushRef="#br0" timeOffset="69">25452 18758 8912,'-8'-19'0,"-3"-4"0,1 4 0,-2-4 0,9 11 0,-13-3 0,14 13 0,-5 2 0,7 11 0,0 5 0,0 1 0,0 0 0,0 0 0,2 1 0,3-1 0,3 0 0,4 0 0,1-5 0,-7-1 0,7 0 0,-3 1 0,7-1 0,-6-7 0,1 2 0,-6-4 0,5-2 0,2 0 0,3-8 0,-1-1 0,-4-9 0,-1 7 0,-4 0 0,-4 5 0,3-6 0,-1 7 0,2-7 0,-4 8 0,7-3 0,-3 7 0,-2 0 0,6 2 0,-3 3 0,1-1 0,-2 8 0,3-1 0,8 4 0,1-3 0,-7 1 0,0-7 0,1 0 0,5-6 0,0 0 0,3-2 0,1-4 0,1-5 0,1-5 0,-5-1 0,-1-8 0,0-3 0,0-5 0,0-1 0,-1-3 0,-5-3 0,3 4 0,-9-4 0,1 4 0,-6 1 0,0 14 0,0 4 0,0 13 0,0 4 0,-8 17 0,-3 18 0,3 1 0,3 10 0,-3 0 0,2 5 0,0-1 0,6-4 0,0 4 0,0-5 0,0-3 0,0-3 0,2-7 0,4-3 0,4-8 0,7 2 0,0-6 0,0-6 0,-6-4 0</inkml:trace>
  <inkml:trace contextRef="#ctx0" brushRef="#br0" timeOffset="70">26031 19049 8912,'6'-1'0,"11"-5"0,-8-11 0,7-17 0,-7-10 0</inkml:trace>
  <inkml:trace contextRef="#ctx0" brushRef="#br0" timeOffset="71">25933 18672 8912,'-21'-2'0,"4"-4"0,-4 4 0,19-5 0,10 7 0,15 0 0,15-6 0,8 0 0,11-5 0,6 5 0,4-6 0,2 7 0,0-9 0,0 5 0</inkml:trace>
  <inkml:trace contextRef="#ctx0" brushRef="#br0" timeOffset="72">27276 18414 8912,'-8'-17'0,"4"1"0,-7 5 0,7 5 0,-4 14 0,3 11 0,-1 13 0,0 10 0,6 10 0,0 0 0,0-1 0,0 1 0,0-1 0,0 1 0,0-1 0,6-5 0,0 0 0,1-8 0,-3 1 0,2-9 0,-2-7 0,-4-22 0</inkml:trace>
  <inkml:trace contextRef="#ctx0" brushRef="#br0" timeOffset="73">27172 18465 8912,'0'-26'0,"0"1"0,0 8 0,0-1 0,0 1 0,10 2 0,7 4 0,4-5 0,12 7 0,5-3 0,4 1 0,4 7 0,6-2 0,5-1 0,0 1 0,1 0 0,-7 6 0,-9 10 0,-7 7 0,-16 2 0,-13 10 0,-12-1 0,-11 7 0,-10-1 0</inkml:trace>
  <inkml:trace contextRef="#ctx0" brushRef="#br0" timeOffset="74">27224 18826 8912,'-15'-1'0,"3"-5"0,5 4 0,7-13 0,7 7 0,5-3 0,11 1 0,5 4 0,5 4 0,1-3 0,7-3 0,3 0 0,3 1 0,7-1 0,7 2 0,-4 6 0,6-5 0,-5-1 0,-8 0 0,-10 6 0,-12 0 0,-3 0 0,-19-6 0,-10-1 0,-11-1 0,-4 0 0,-6-3 0,2 5 0,-6 1 0,6 5 0,-2 1 0,3 5 0,2-2 0,-3 7 0,6 1 0,6 5 0,-5 2 0,7 2 0,-1 2 0,5-2 0,3-2 0,2-2 0,0 1 0,0-1 0,0-8 0,7-1 0,5-8 0,3 0 0,2 0 0,2-9 0,4-9 0,-3-1 0,2-8 0,-2 3 0,-3 3 0,0-4 0,0 2 0,-1 0 0,-5 6 0,-1 7 0,-5 4 0,-3-3 0,12 9 0,-9 0 0,1 8 0,-6 11 0,0 2 0,0 2 0,6 5 0,0-5 0,1 8 0,-1-3 0,-2-3 0,7-2 0,-5-4 0,5-2 0,1-1 0,5-5 0,0-5 0,1-4 0,-1-4 0,0-4 0,6-11 0,0-12 0,7-11 0,-3-4 0</inkml:trace>
  <inkml:trace contextRef="#ctx0" brushRef="#br0" timeOffset="75">28239 18311 8912,'-7'-10'0,"5"4"0,-4 12 0,2 4 0,-1 7 0,3 8 0,-4 3 0,4 7 0,2 5 0,0-4 0,0 4 0,0-3 0,0-3 0,0 0 0,0 1 0,0-3 0,0-3 0,0-4 0,0-8 0,2-6 0,4 1 0,-4-8 0,13 3 0,-6-14 0,9-5 0,-1-3 0,-2-2 0,-1 0 0,-3-1 0,0 3 0,7 4 0,-1-5 0,0 5 0,-5 3 0,-1 2 0,-5-1 0,5 1 0,-5 0 0,5 6 0,-5 2 0,4 4 0,-3 5 0,-3 5 0,0 1 0,2 0 0,-4 0 0,3 1 0,-3-1 0,-2 0 0,-2 2 0,-3 4 0,1-10 0,-8 5 0,-1-5 0,-8 2 0,-2-1 0,2-3 0,-4-5 0,2 5 0,0-7 0,6 2 0,0-4 0,0-2 0,7 0 0,2 0 0,8 0 0</inkml:trace>
  <inkml:trace contextRef="#ctx0" brushRef="#br0" timeOffset="76">28721 18723 8912,'-5'-11'0,"-1"-1"0,0 9 0,-2-5 0,8 2 0,0 0 0,4 1 0,12 3 0,3-2 0,0-2 0,8-1 0,1 1 0,-1 2 0,2-7 0,-8 5 0,2-6 0,-4 3 0,-2-3 0,-6-3 0,-1 4 0,-2-5 0,-10 7 0,-10 3 0,-3-2 0,-2 3 0,-6-1 0,0 6 0,-2 2 0,2 4 0,4 3 0,-4 8 0,4 1 0,4 1 0,3 4 0,6 5 0,-1-1 0,1 2 0,2-1 0,10 7 0,5-3 0,12-3 0,4 1 0,8-7 0,5 0 0,2-6 0,2-1 0,4-5 0,7 3 0,2-9 0,6-1 0,-5-10 0,7-11 0,-4-10 0</inkml:trace>
  <inkml:trace contextRef="#ctx0" brushRef="#br0" timeOffset="77">29478 18483 8912,'-15'-18'0,"4"1"0,3 8 0,6 5 0,-4 15 0,4 3 0,-3 14 0,3 1 0,2 5 0,0 1 0,0 1 0,0 2 0,0 2 0,0 1 0,0-7 0,0-5 0,0-1 0,0-5 0,0 6 0,0-14 0,0 2 0,0-9 0,0 3 0,2-7 0,3 2 0,-3-4 0,6-17 0,-8-5 0</inkml:trace>
  <inkml:trace contextRef="#ctx0" brushRef="#br0" timeOffset="78">29427 18483 8912,'17'-27'0,"-2"4"0,1 4 0,1 2 0,-4 7 0,10 4 0,-4 4 0,-2 2 0,1 2 0,-1 4 0,-2 4 0,-3 7 0,-5 2 0,1 4 0,-6-2 0,4 8 0,-6-7 0,-6 7 0,-4-6 0,-7 6 0,0-8 0,0 2 0,0-2 0,-1 2 0,1-4 0,0 4 0,0-4 0,-1-2 0,1 0 0,0 0 0,7-7 0,-5 5 0,6-5 0</inkml:trace>
  <inkml:trace contextRef="#ctx0" brushRef="#br0" timeOffset="79">29823 18741 8912,'-33'0'0,"4"0"0,-1 0 0,7 0 0,0-8 0,6 6 0,7-6 0,3 10 0,7 4 0,7-4 0,5 4 0,-3-4 0,3-2 0,-1 0 0,6 0 0,1 0 0,-1 0 0,0-2 0,0-4 0,0 2 0,1-7 0,-1-3 0,-6-1 0,-1-2 0,-2 0 0,-3 5 0,-5 1 0,0-1 0,-7 1 0,-5-1 0,-5 8 0,-6-1 0,4 9 0,-4 1 0,4 7 0,2-7 0,1 9 0,5-3 0,3 12 0,8 4 0</inkml:trace>
  <inkml:trace contextRef="#ctx0" brushRef="#br0" timeOffset="80">30029 18689 8912,'-6'-27'0,"-1"4"0,-1 4 0,0 2 0,-5 6 0,2-1 0,1 8 0,-1-1 0,7 3 0,-10 4 0,9 3 0,-1 5 0,6 7 0,0 0 0,0 0 0,-6 1 0,0-1 0,1 0 0,5 0 0,0 0 0,0 1 0,0-1 0,0 0 0,0 0 0,0 0 0,0 0 0,7 1 0,3-1 0,7 0 0,0 0 0,-7-5 0,-4-1 0,-4 3 0,-2-5 0,0 3 0,-8-9 0,-4 3 0,-5 2 0,-6-3 0,2 7 0,-7-6 0,5 1 0,-6-1 0,8-4 0,-2 4 0,4-4 0,2-2 0,-1 0 0,9-16 0,1-3 0</inkml:trace>
  <inkml:trace contextRef="#ctx0" brushRef="#br0" timeOffset="81">30167 18758 8912,'0'-10'0,"0"3"0,0 7 0,0 0 0,0 7 0,2 3 0,2 7 0,1 2 0,-1 4 0,-2-4 0,-2 4 0,0-4 0,0-2 0,0 0 0,0 1 0,0-1 0,0-8 0,0-1 0</inkml:trace>
  <inkml:trace contextRef="#ctx0" brushRef="#br0" timeOffset="82">30150 18586 8912,'-18'-35'0,"1"1"0,8 7 0,3 4 0,4 4 0,10 2 0,3 7 0,12 5 0,4 3 0,7 2 0,-3 2 0,1 2 0,5 1 0,9 1 0,-2-6 0</inkml:trace>
  <inkml:trace contextRef="#ctx0" brushRef="#br0" timeOffset="83">30666 18328 8912,'-17'-17'0,"7"0"0,4-1 0,-3 9 0,7 3 0,-4 14 0,4 9 0,2 8 0,0 9 0,0 8 0,0 4 0,0-2 0,0 2 0,-6-8 0,1 2 0,-1 2 0,6-2 0,0-5 0,0-9 0,0-1 0,0-4 0,2-9 0,4-7 0,3-3 0,8-2 0,3-4 0,3-7 0,-4-2 0,4-16 0,1 6 0,-1-6 0,0 6 0,-5-3 0,-1 1 0,0 4 0,-6 4 0,1 5 0,-8-3 0,3 13 0,-7-4 0,0 12 0,0 4 0,0 7 0,0 0 0,0 0 0,0 0 0,0 1 0,0-1 0,0 0 0,0 0 0,0 0 0,2-7 0,4-4 0,-4-4 0,13-2 0,-5 0 0</inkml:trace>
  <inkml:trace contextRef="#ctx0" brushRef="#br0" timeOffset="84">30958 18379 8912,'-9'-32'0,"3"3"0,4 5 0,2 6 0,0 1 0,0 8 0,8 1 0,3 8 0,5 0 0,1 0 0,-2 8 0,-1 3 0,-5 6 0,-1 6 0,-3-2 0,-5 8 0,-7-1 0,-3 7 0</inkml:trace>
  <inkml:trace contextRef="#ctx0" brushRef="#br0" timeOffset="85">30425 18775 8912,'-34'-8'0,"9"4"0,7-7 0,9 7 0,13-11 0,7 3 0,12 3 0,23-3 0,2 1 0,15-6 0,2 5 0,10 1 0,-5-1 0,5-5 0,-6 2 0,-6 3 0,-4-3 0,-7 4 0,-10 3 0,-8 2 0,1-3 0,-24 5 0,0-8 0,-7 7 0,-4-7 0,-2 7 0,-3-7 0,3 8 0,-6-3 0,8 7 0,2 2 0,4 3 0,-2-1 0,7 8 0,1-1 0,-1 6 0,-1 0 0,-3 1 0,7-9 0,-11 5 0,9-9 0,-6 1 0,5-6 0,-5 0 0,5 0 0,1-2 0,5-4 0,0 1 0,0-13 0,3 5 0,2-10 0,-4 4 0,1 2 0,-6 0 0,1-1 0,-5 3 0,3 4 0,-9-5 0,5 14 0,-8-3 0,0 10 0,0 5 0,0 9 0,0 2 0,0 2 0,6 6 0,0-6 0,1 2 0,-1-3 0,-2-8 0,7 3 0,-5-4 0,5 5 0,1-9 0,5-3 0,0-4 0,6-4 0,0-4 0,0-3 0,-6-9 0,-1-1 0,-5-4 0,4 4 0,-3-4 0,-3 4 0,1 2 0,-2 0 0,-4 0 0,-3-1 0,-1 1 0,0 8 0,-7 1 0,-3 8 0,-7 0 0,6 8 0,1 3 0,2 4 0,4 3 0,-3-1 0,1 0 0,0 0 0,14 0 0,3 1 0,1-9 0,5-3 0,-3-4 0,9-2 0,-2 0 0,1 0 0,-2-2 0,3-4 0,-4 2 0,-2-7 0,-2-1 0,-3-5 0,1 6 0,-7-1 0,5 7 0,-5-7 0,7 8 0,-11-3 0,12 14 0,-9 5 0,7 5 0,-6 6 0,7 4 0,-3 7 0,1 0 0,0 1 0,-5-1 0,6 1 0,-7-1 0,7 0 0,-8-7 0,1-4 0,-3 2 0,-2-2 0,0-6 0,0-6 0,0 3 0,0-7 0,0-7 0,8-17 0,2-10 0</inkml:trace>
  <inkml:trace contextRef="#ctx0" brushRef="#br0" timeOffset="86">32387 18190 8912,'0'-34'0,"0"0"0,2 7 0,3 4 0,5 4 0,7 2 0,2 7 0,4 4 0,4 4 0,7 2 0,-5 0 0,-2 2 0,0 4 0,-1 6 0,-5 3 0,2 2 0,-11 8 0,-6 3 0,-5-1 0,-1 2 0,-7 1 0,-5 11 0,-5-5 0,-4 4 0,-2-2 0,4 0 0,6 3 0,-3 6 0,7-10 0,-8 3 0,7 2 0,4-2 0,-1 0 0,1-6 0,0-7 0,6-4 0,6-4 0,2-2 0,1 0 0,5 1 0,-5-3 0,3-4 0,-9-3 0,5-8 0,-8 0 0,2-2 0,4-4 0,-4 3 0,3-9 0,-1 8 0,2-1 0,-2-3 0,7 0 0,3 1 0,1-1 0,2-3 0,0 5 0,0-6 0,1 7 0,7-9 0,1-3 0,9-10 0</inkml:trace>
  <inkml:trace contextRef="#ctx0" brushRef="#br0" timeOffset="87">32817 17245 8912,'17'-8'0,"8"6"0,4-4 0,13 20 0,6 11 0,3 13 0,-1 13 0,-10 18 0,0 17 0,-27-33 0,-5 3-348,-1 6 1,-2 2 0,-4 3 0,-2 0 347,-4 2 0,-2-1 0,-1 1 0,-3 0 0,-5 0 0,-2 0 0,-3-1 0,-2-1 0,-2-1 0,-2 0 0,-2-1 0,-3 0 0,-4-1 0,-3 0 0,-1 5 0,0 1 0,-2 6 0,34-61 0</inkml:trace>
  <inkml:trace contextRef="#ctx0" brushRef="#br0" timeOffset="88">860 10471 8912,'-7'-18'0,"5"13"0,-4 10 0,12 7 0,5 18 0,5 5 0,1 3 0,0 10 0,0-2 0,-1 3 0,-5 3 0,4-1 0,-3 1 0,-3 0 0,3-1 0,-8 1 0,1-3 0,-3-3 0,-2-6 0,0-11 0,0-6 0,-2-4 0,-3-2 0,1-7 0,-8-4 0,-7-12 0,-8-19 0,-7-11 0</inkml:trace>
  <inkml:trace contextRef="#ctx0" brushRef="#br0" timeOffset="89">809 10763 8912,'0'-17'0,"0"0"0,0-1 0,0 1 0,0 0 0,0 0 0,7-8 0,5-4 0,5-3 0,6-3 0,11-1 0,12-4 0,6-2 0,5-4 0,-3 4 0,1 12 0,-7 7 0,-8 11 0,-3 8 0,-18 21 0,-8 12 0,-11 13 0,-11 8 0,-3 3 0,-14 5 0,1 1 0,-4 4 0,5-6 0,1-3 0,2-8 0,6-1 0,-1-1 0,1 2 0,2-4 0,3-7 0,-1-9 0,7-3 0,1-4 0,6-3 0,7-5 0,9-5 0,8-4 0,10-2 0,-1 0 0,0 0 0,7 0 0,-1 0 0,0 0 0,-6 0 0,-5 7 0,-2 5 0,-2 3 0,-10 2 0,-9 1 0,-4 4 0,-2 1 0,-10 2 0,-7-2 0,0-2 0,-6 8 0,-2-6 0,0 3 0,0-1 0,0-4 0,-4-3 0,7-7 0,-7 2 0,6-7 0,0 6 0,6-7 0,-6-1 0,-2-10 0,-2-5 0,6-12 0,-4-4 0</inkml:trace>
  <inkml:trace contextRef="#ctx0" brushRef="#br0" timeOffset="90">1652 10883 8912,'0'10'0,"0"5"0,-8-11 0,-3 7 0,1-5 0,-1 6 0,5-7 0,-3 7 0,1 1 0,4 2 0,2 5 0,2 2 0,0-2 0,0 2 0,8-4 0,3-7 0,5 3 0,1-9 0,2-1 0,4-2 0,-4-2 0,4 0 0,2-13 0,-2-5 0,0-10 0,-6-1 0,-8-3 0,-3-3 0,-4 1 0,-2-1 0,-8 7 0,-3 1 0,-4 2 0,-3 4 0,-4 10 0,-1 5 0,-2 4 0,2 2 0,4 0 0,-4 0 0,11 0 0,-3 0 0,5 0 0</inkml:trace>
  <inkml:trace contextRef="#ctx0" brushRef="#br0" timeOffset="91">2082 10729 8912,'0'-18'0,"-2"7"0,-1-1 0,-3-1 0,0-2 0,6 13 0,2 8 0,4 7 0,-4 6 0,5 2 0,-1 2 0,0-2 0,5-2 0,-5-2 0,0 6 0,-6 0 0,0-2 0,0-2 0,0-2 0,0 1 0,0-1 0,0 0 0,0-7 0,0-12 0,0-16 0,0-6 0,0-11 0,0 1 0,0-1 0,0 1 0,0 0 0,0-1 0,0 1 0,2 1 0,3 5 0,-1 9 0,8 7 0,-7 8 0,7-1 0,-1 7 0,7 9 0,-1 2 0,0 16 0,-2 4 0,-3 5 0,3-2 0,-4 4 0,3-9 0,-3-3 0,10-7 0,-3 2 0,3-5 0,-2-7 0,4-5 0,3-12 0,9-4 0</inkml:trace>
  <inkml:trace contextRef="#ctx0" brushRef="#br0" timeOffset="92">2788 10041 8912,'-29'0'0,"2"-2"0,1-2 0,-1-2 0,6 1 0,-2 5 0,4 0 0,2 0 0,1 7 0,5 5 0,3 11 0,8 5 0,0 7 0,0 5 0,2 4 0,4 7 0,3 7 0,9-1 0,1 0 0,2-5 0,2-3 0,-2-3 0,-2 2 0,-2-8 0,-7 0 0,-5-5 0,3-3 0,-2-3 0,-1-4 0,-20-8 0,-4 0 0</inkml:trace>
  <inkml:trace contextRef="#ctx0" brushRef="#br0" timeOffset="93">2444 10763 8912,'0'-17'0,"5"0"0,1-1 0,0 1 0,-6 0 0,6 0 0,-1 0 0,9 5 0,-3 1 0,6-1 0,6-5 0,4 6 0,8-1 0,1-1 0,4-3 0,-2 5 0,8-1 0,-2 3 0,2-3 0,-2-3 0,-4 4 0,-11-3 0,-1 3 0,-6-2 0,-7 5 0,-2-2 0,-1-3 0,-9 3 0,3-1 0,-6 5 0,-6-5 0,3 7 0,-9-2 0,1 4 0,-6 2 0,-1 0 0,1 0 0,6 8 0,-1 5 0,1 6 0,1 4 0,-3 2 0,7-2 0,0 4 0,6 7 0,0-5 0,0 0 0,0-7 0,0 7 0,0-8 0,0 2 0,6-4 0,2-4 0,1-3 0,5-6 0,1-4 0,2-2 0,2-2 0,4-4 0,-4-6 0,4-11 0,-4-3 0,-1-9 0,-3 3 0,-4 3 0,3-3 0,-9 3 0,3 2 0,-2-1 0,-4 12 0,3-1 0,-3 10 0,-2-5 0,2 10 0,4 2 0,-2 8 0,7 9 0,1 6 0,5 0 0,-6 0 0,1-6 0,5-6 0,6 1 0,6-8 0,-6 1 0,0-3 0,2-2 0,-4-2 0,7-3 0,-1-7 0,2-11 0,1 2 0,-7-7 0,0-1 0,-6-5 0,-1-6 0,-5-1 0,3 1 0,-9 8 0,-1 3 0,-2 6 0,-4 4 0,-4 2 0,3 7 0,-9 5 0,6 3 0,-5 2 0,5 0 0,-5 0 0,7 7 0,-2 5 0,4 3 0,2 2 0,0 1 0,0-1 0,0 0 0,0 0 0,6 0 0,0 0 0,7 1 0,-1-1 0,-3-6 0,3 1 0,1 1 0,2 2 0,1 3 0,-5-1 0,4 0 0,-3 0 0,1 0 0,-1 1 0,3 5 0,-6-1 0,1-1 0,-2-1 0,-8-9 0,0 1 0,2-9 0,3 3 0,-3-4 0,14-10 0,-7-1 0</inkml:trace>
  <inkml:trace contextRef="#ctx0" brushRef="#br0" timeOffset="94">4078 10247 8912,'-7'-17'0,"-3"0"0,-1 1 0,1 3 0,1 2 0,-1-1 0,-3 3 0,3 1 0,-1 10 0,-3 4 0,7 5 0,1 12 0,4 6 0,2 3 0,0 4 0,0 3 0,2 1 0,4-2 0,1-4 0,5-5 0,9-4 0,-4-8 0,2-2 0,0-3 0,-2-5 0,1-7 0,-1-2 0,0-3 0,-5-7 0,-1-11 0,-7-3 0,2-9 0,-5-5 0,-1 0 0,-1 2 0,-5 1 0,-4 9 0,-7-1 0,0 8 0,0-2 0,-1 4 0,1 10 0,8 1 0,1 8 0,8 0 0,0 0 0</inkml:trace>
  <inkml:trace contextRef="#ctx0" brushRef="#br0" timeOffset="95">4371 10058 8912,'-10'0'0,"3"0"0,7 8 0,0 3 0,0 6 0,0 6 0,0-2 0,0 6 0,0-2 0,0-4 0,0 4 0,0-2 0,0-1 0,0-4 0,0-1 0,2-2 0,2-5 0,1-10 0,1-8 0,-6-9 0,6-8 0,-1-4 0,3-3 0,-2-2 0,-2 5 0,7 0 0,-5 6 0,3-3 0,1 3 0,0 7 0,-7-1 0,13 15 0,-9-3 0,5 10 0,1 5 0,-7 7 0,5 0 0,-5 0 0,6 6 0,-7 0 0,9 0 0,-3-6 0,5 1 0,-5-9 0,0-3 0,-5-4 0,6-2 0,-1 0 0,6 0 0,-1-8 0,-5-3 0,4-5 0,-3-1 0,1 0 0,-1 0 0,1-6 0,-5 0 0,1 2 0,1 2 0,1 2 0,-3 7 0,-6 2 0,4 8 0,-4 0 0,7 8 0,-3 4 0,-4-3 0,4 3 0,1-1 0,1 6 0,1 0 0,1 1 0,1-1 0,-1-8 0,-4-3 0,-4-4 0,13-2 0,-6 0 0,9 0 0</inkml:trace>
  <inkml:trace contextRef="#ctx0" brushRef="#br0" timeOffset="96">4853 9834 8912,'-17'-24'0,"1"10"0,5-3 0,-4 4 0,13 1 0,-4 1 0,4 7 0,10-4 0,5 8 0,8 0 0,8 0 0,-4 0 0,15-7 0,-4-3 0</inkml:trace>
  <inkml:trace contextRef="#ctx0" brushRef="#br0" timeOffset="97">1807 11966 8912,'-35'-26'0,"3"3"0,3 4 0,4 1 0,3 3 0,-1 2 0,2 3 0,1 3 0,3 3 0,2 10 0,3 5 0,-1 6 0,7 6 0,2 8 0,3 7 0,1-2 0,0 6 0,0-2 0,0 0 0,0 1 0,0-9 0,1-3 0,5-6 0,0 0 0,11-6 0,-3-4 0,10-13 0,1-2 0,4-4 0,11-5 0,6-12 0,-2-4 0,2-7 0,-8 0 0,2 1 0,-3 3 0,-3 1 0,-9 8 0,-8-2 0,0 11 0,-15 5 0,6 16 0,-8 9 0,-6 6 0,0 9 0,3-3 0,1-1 0,2-2 0,0 1 0,5-3 0,1-7 0,15-1 0,-2-8 0,12-3 0,-4-14 0,-8-9 0,-4-10 0,2 1 0,-11-3 0,0 0 0,-6-5 0,0 0 0,0-1 0,-2 8 0,-4 5 0,-3 2 0,-9 5 0,1 4 0,0 5 0,0 4 0,-1 2 0,1 8 0,0 3 0,7-1 0,5 1 0,3 1 0,2 5 0,0 0 0</inkml:trace>
  <inkml:trace contextRef="#ctx0" brushRef="#br0" timeOffset="98">2306 11898 8912,'0'-18'0,"8"1"0,3 2 0,4 4 0,3 3 0,1 8 0,4 0 0,-4 2 0,4 4 0,-4 5 0,-2 12 0,-5-4 0,-1 4 0,2-4 0,3-2 0,-7 0 0,-3 1 0,2-7 0,-3 1 0,1-1 0,-6-1 0,-2-5 0,-4-10 0,3-5 0,-9-7 0,6 0 0,-5-1 0,1 1 0,-1 0 0,3-6 0,8 0 0,0-2 0,0 2 0,8-3 0,1-9 0,9 1 0</inkml:trace>
  <inkml:trace contextRef="#ctx0" brushRef="#br0" timeOffset="99">2805 11657 8912,'-10'0'0,"3"0"0,7 0 0,2 0 0,3 0 0,-1 0 0,8 0 0,-1 8 0,6 1 0,1 8 0,-7-1 0,1-5 0,-7 4 0,5-3 0,-1 3 0,1 2 0,-6-5 0,2-1 0,-5-5 0,-1 5 0,2-7 0,4 2 0,-4-12 0,4-5 0,-2-6 0,1-6 0,-1-2 0,8-4 0,-7-3 0,7 3 0,-1-3 0,-1-3 0,5 8 0,-3 5 0,5-3 0,6 2 0,-2 6 0,8 5 0,-8 8 0,1-1 0,-2 3 0,4 2 0,-4 7 0,1 5 0,-8 3 0,2-5 0,-13-3 0,8-7 0,-4 0 0,-5-2 0,5-3 0,-4-5 0,-2-7 0,2 0 0,4-1 0,-4 1 0,3 0 0,-1 6 0,2-1 0,-4 8 0,5-11 0,-8 15 0,-5 0 0,2 2 0,-6 9 0,1 3 0,-1 1 0,5 2 0,-7 0 0,8 1 0,-1-1 0,3 0 0,2 0 0,0 0 0,0 1 0,0-1 0,2 0 0,3 0 0,5-2 0,7-3 0,0-3 0,0-3 0,6-4 0,0 4 0,8-4 0,-4-18 0,7-3 0</inkml:trace>
  <inkml:trace contextRef="#ctx0" brushRef="#br0" timeOffset="100">3889 11262 8912,'0'-25'0,"0"6"0,0-4 0,-7 5 0,-5 7 0,-3 5 0,-2 4 0,-1 10 0,1 5 0,0 8 0,0 8 0,1-2 0,3 1 0,3 5 0,3 5 0,1-2 0,6 5 0,0-11 0,0-3 0,2-2 0,4-4 0,3-2 0,8-2 0,3-7 0,3-5 0,3-5 0,9-5 0,1-7 0,2-11 0,2-6 0,1-3 0,-7-2 0</inkml:trace>
  <inkml:trace contextRef="#ctx0" brushRef="#br0" timeOffset="101">4096 10883 8912,'-18'12'0,"1"-1"0,8-7 0,-5 11 0,9-3 0,-1 3 0,6 2 0,0 2 0,0 4 0,2 6 0,3 3 0,5 1 0,7-4 0,0 3 0,1-3 0,-1 1 0,0-1 0,-2 1 0,-3-7 0,-3 0 0,-5-6 0,2 1 0,-2-1 0,-10 0 0,-5 0 0,-5-7 0,-1-4 0,0-5 0,0-1 0,-6-1 0,0-5 0,6-4 0,5-7 0,1-2 0,-5-2 0,5-2 0,5 2 0,4 0 0,2-2 0,10 4 0,7-4 0,0-2 0,6 2 0,2 0 0,-2 6 0,6 6 0,-6-1 0,-2 1 0,-2 1 0,-2 3 0,0 7 0,6 0 0,0 0 0,-6 1 0,-5 5 0,-1 4 0,4 7 0,-3 0 0,1 0 0,-7 1 0,0-1 0,-6 0 0,0 0 0,0 0 0,0-5 0,0-1 0,0-5 0,0 5 0,0-7 0,-8 4 0,-3-8 0,1-2 0,1-4 0,-1-5 0,0-4 0,7-10 0,-3-4 0,4-5 0,2-6 0,8-4 0,1-8 0</inkml:trace>
  <inkml:trace contextRef="#ctx0" brushRef="#br0" timeOffset="102">4543 10849 8912,'17'17'0,"-5"-7"0,-1-5 0,-7-3 0,4-2 0,-8 0 0,0 0 0,0 8 0,0 3 0,0 5 0,5 1 0,3-2 0,0-2 0,-1-1 0,1-2 0,-2 1 0,-4 4 0,7-11 0,-3 8 0,-4-9 0,6 5 0,-10-8 0,-4 0 0,-6 0 0,3 0 0,-3 0 0,1 0 0,-6 0 0,1-2 0,5-4 0,3 3 0,8-9 0,0-1 0,0-3 0,0-1 0,8 6 0,3-1 0,-1 1 0,1-6 0,1 5 0,5 1 0,0 5 0,1-4 0,-1 3 0,0 3 0,0 2 0,0 2 0,3 0 0,2 0 0,-2 2 0,3 4 0,-2 3 0,1 8 0,-6-5 0,3-1 0,-2 1 0,-3-3 0,-1 7 0,4-7 0,-7 1 0,-3-3 0,-1-8 0,0-5 0,0-4 0,-6-7 0,0 0 0,0 0 0,1-6 0,5 0 0,-4 0 0,4 6 0,1-1 0,-1 1 0,8 0 0,-3 0 0,-1 2 0,1 3 0,1-1 0,5 7 0,0 2 0,-2 4 0,-3 6 0,3-2 0,-3 7 0,-3 1 0,3 5 0,-7-2 0,7-3 0,-7 1 0,7-7 0,-1-1 0,7-5 0</inkml:trace>
  <inkml:trace contextRef="#ctx0" brushRef="#br0" timeOffset="103">5679 10436 8912,'-27'0'0,"2"0"0,8 0 0,6 0 0,-1 0 0,8 0 0,-3 0 0,14 0 0,5 0 0,3 6 0,2 0 0,0 7 0,1-3 0</inkml:trace>
  <inkml:trace contextRef="#ctx0" brushRef="#br0" timeOffset="104">5627 10814 8912,'-27'27'0,"5"-4"0,2-4 0,11-9 0,1-3 0,8-7 0,15-9 0,8-8 0,8-10 0,3-6 0,1-1 0</inkml:trace>
  <inkml:trace contextRef="#ctx0" brushRef="#br0" timeOffset="105">2237 13290 8912,'-2'-11'0,"-2"-1"0,-3 1 0,-1-1 0,-1 3 0,-1 1 0,4 3 0,-3 3 0,-1-2 0,1-2 0,3 2 0,-4 12 0,3 9 0,3 10 0,-4 7 0,2 4 0,3 4 0,1 2 0,4 2 0,3 6 0,5-3 0,7-3 0,0-7 0,1-9 0,1-1 0,4-12 0,-2 2 0,7-13 0,-1-2 0,2-10 0,1-6 0,-5-12 0,0-11 0,0-9 0,-10-4 0,-9 3 0,-4-5 0,-2 4 0,-2 4 0,-4 2 0,-11 11 0,-12 6 0,-3 10 0,-3 3 0,3 3 0,3 3 0,-1 10 0,7 5 0,7 4 0,11 3 0,3-1 0,2 0 0,7 0 0,5 0 0,11-7 0,5-4 0,5-4 0,1 5 0,1 3 0</inkml:trace>
  <inkml:trace contextRef="#ctx0" brushRef="#br0" timeOffset="106">2753 13325 8912,'0'-10'0,"0"-5"0,0 13 0,0-8 0,0 5 0,0 3 0,0-6 0,0 8 0,0 0 0,0-8 0,0 7 0,0-7 0,0 0 0,2 6 0,4-3 0,-4 3 0,13-6 0,-5-1 0</inkml:trace>
  <inkml:trace contextRef="#ctx0" brushRef="#br0" timeOffset="107">637 13634 8912,'-8'-15'0,"-3"2"0,-5 3 0,-1 2 0,0 4 0,0 3 0,-2 4 0,-2 9 0,-1 13 0,7 11 0,0 8 0,9 9 0,2 5 0,2 5 0,4 4 0,6 1 0,9 1 0,10 0 0,7-10 0,7-7 0,-5-10 0,6-14 0,-2-7 0,0-7 0,6-10 0,-6-16 0,2-7 0,-2-15 0,-3-8 0,3-4 0,-6-4 0,-5-1 0,-4-9 0,-8-1 0</inkml:trace>
  <inkml:trace contextRef="#ctx0" brushRef="#br0" timeOffset="108">981 13497 8912,'0'-18'0,"0"-4"0,0-1 0,8 0 0,1 13 0,14 6 0,0 16 0,2 9 0,-2 19 0,-4 4 0,4 9 0,-6 3 0,-5 1 0,3 8 0,-4-2 0,-1-4 0,1-1 0,-7-5 0,2-1 0,2-8 0,-3-4 0,1-12 0,-6-3 0,0-17 0,2-10 0,2-13 0,1-12 0,7-13 0,-6-6 0,7-4 0,-1-1 0,-3 1 0,3 4 0,1-2 0,10 8 0,-4 2 0,4 9 0,2 6 0,0 12 0,0 5 0,-1 4 0,5 10 0,-6 3 0,6 12 0,-6 6 0,7 4 0,-1 1 0,-2 0 0,1-1 0,3-5 0,1-5 0,9-4 0,-1-1 0,8-9 0,-3-3 0,5-19 0,2-7 0,-1-14 0</inkml:trace>
  <inkml:trace contextRef="#ctx0" brushRef="#br0" timeOffset="109">2771 13204 8912,'-6'-17'0,"0"0"0,2 0 0,0 1 0,1 3 0,-3 2 0,-2 7 0,3-2 0,-3 6 0,-4 6 0,5 7 0,-1 8 0,6 2 0,-4 12 0,5-5 0,1 10 0,1-5 0,5-7 0,-2 3 0,7-8 0,1 0 0,5-6 0,0-2 0,1-3 0,-1-5 0,0-7 0,2-4 0,2-7 0,2-12 0,-2-8 0,-4-9 0,-5 0 0,1-6 0,-7 6 0,0 2 0,-6 9 0,-8-1 0,-3 7 0,-10 2 0,-2 9 0,-6 5 0,4 7 0,2 2 0,4 3 0,0 5 0,13 7 0,0 0 0,6 1 0,8-3 0,4-4 0,3-3 0,10-8 0,1 0 0</inkml:trace>
  <inkml:trace contextRef="#ctx0" brushRef="#br0" timeOffset="110">3442 12740 8912,'-8'-17'0,"-1"2"0,-9 3 0,-1-1 0,-4 7 0,-4 2 0,-7 10 0,0 5 0,-1 10 0,3 4 0,3 2 0,4-4 0,8 6 0,7-8 0,5 2 0,3 1 0,2-1 0,2 0 0,3-7 0,7-3 0,3-2 0,8-1 0,0 1 0,6 3 0,-6-9 0,5 7 0,-5-6 0,6 7 0,-6-1 0,2-3 0,-4 3 0,2 1 0,-2 2 0,-4 8 0,-5 0 0,1 2 0,-7-2 0,-1-2 0,-5 7 0,-5-1 0,-1 2 0,-7-4 0,1-8 0,2-2 0,-1-1 0,-2-3 0,-3-9 0,-1-2 0,0-15 0,0-12 0</inkml:trace>
  <inkml:trace contextRef="#ctx0" brushRef="#br0" timeOffset="111">3614 12878 8912,'-12'0'0,"1"0"0,7 0 0,-4 0 0,16 0 0,4-2 0,10-4 0,7-7 0,4-6 0,1-4 0,6-8 0,0 2 0,6-3 0,-6-2 0,-1-1 0,-11 1 0,-3-1 0,-8 1 0,-7 2 0,-4 3 0,-14 6 0,-9 11 0,-10 7 0,-5 3 0,-3 9 0,1 5 0,-1 13 0,1 9 0,7 8 0,4 10 0,6 1 0,6 5 0,3-3 0,8 6 0,2-2 0,4-3 0,11-5 0,11-5 0,9-10 0,9-7 0,1-16 0,17-1 0,-1-12 0,5-12 0,1-14 0,0-18 0</inkml:trace>
  <inkml:trace contextRef="#ctx0" brushRef="#br0" timeOffset="112">4474 12259 8912,'-17'0'0,"9"5"0,8 1 0,10-2 0,5-2 0,2-2 0,6 0 0,0-2 0,-2-2 0,-1-2 0,-3-5 0,0 3 0,0-1 0,0-5 0,-5 5 0,-3-3 0,-1-1 0,-4-2 0,-6-2 0,-10-1 0,1 9 0,-14 1 0,2 2 0,0 1 0,-5 1 0,5 10 0,0 5 0,5 12 0,3 4 0,4 9 0,5 4 0,4 6 0,4 4 0,4 1 0,5-1 0,12-4 0,6-4 0,11-8 0,6-9 0,11-8 0,4-7 0,6-14 0,-2-8 0,-2-10 0,-9-11 0,-2-7-364,-16-4 1,-4-15 0,-5-2 0</inkml:trace>
  <inkml:trace contextRef="#ctx0" brushRef="#br0" timeOffset="113">4939 12035 8912,'-17'-7'0,"5"5"0,1-4 0,7-4 0,-4 8 0,8 2 0,8 10 0,3 7 0,7 0 0,3 2 0,2 4 0,7-9 0,-1 3 0,3-4 0,3 5 0,-1-7 0,1 0 0,-1-7 0,0 2 0,1-4 0,-1-2 0,-7 0 0,-4 0 0,-12-8 0,-11-1 0,-9-8 0</inkml:trace>
  <inkml:trace contextRef="#ctx0" brushRef="#br0" timeOffset="114">5197 11932 8912,'-10'2'0,"5"4"0,-3 3 0,2 8 0,-1 10 0,1 8 0,2 7 0,-7 9 0,1 6 0,-1 1 0,-3 5 0,9-6 0,-1-1 0,6-9 0,2-5 0,3-5 0,5-9 0,7-16 0,2-5 0,4-7 0,-4-15 0,14-12 0,-6-17 0</inkml:trace>
  <inkml:trace contextRef="#ctx0" brushRef="#br0" timeOffset="115">5455 11880 8912,'-2'-11'0,"-3"0"0,3 7 0,-6-2 0,8 12 0,0 5 0,0 12 0,0 4 0,0 9 0,2 2 0,4 2 0,-3 2 0,9-1 0,-3 1 0,3 3 0,3-2 0,-3-9 0,-3-2 0,3-1 0,1-4 0,2-2 0,-5-3 0,5-12 0,-13-4 0,4-12 0,-4-11 0,-2-10 0,0-7 0</inkml:trace>
  <inkml:trace contextRef="#ctx0" brushRef="#br0" timeOffset="116">5369 11915 8912,'0'-12'0,"0"1"0,0 7 0,2-9 0,4 7 0,-2-2 0,7 3 0,2 3 0,8-4 0,4 4 0,2 2 0,-6 0 0,2 0 0,-4 0 0,-2 0 0,1 0 0,-1 0 0,-6 2 0,1 4 0,-8-2 0,1 7 0,-3 2 0,-2 3 0,-6 1 0,1 0 0,-9 0 0,3 0 0,-4 1 0,-3-1 0,1 0 0,0 0 0,2 0 0,3 1 0,5-9 0,14-9 0,3-9 0</inkml:trace>
  <inkml:trace contextRef="#ctx0" brushRef="#br0" timeOffset="117">5954 11485 8912,'0'-17'0,"-2"0"0,-3-1 0,1 3 0,-8 4 0,1 3 0,-6 8 0,-1 2 0,1 4 0,0 7 0,0 8 0,1 0 0,5 8 0,-2-6 0,7 5 0,0-5 0,6 6 0,8-8 0,3 2 0,5-4 0,1-2 0,2 0 0,4 1 0,-2-1 0,8 0 0,-7 0 0,7 0 0,-8 0 0,2 1 0,-4 1 0,-2 4 0,1-4 0,-3 6 0,-4-2 0,-5 0 0,-6 5 0,-6-5 0,-5 8 0,-12-3 0,-2 3 0,-4-2 0,-3 1 0,3-7 0,-3 4 0,-3-10 0,-7 4 0,-2-11 0</inkml:trace>
  <inkml:trace contextRef="#ctx0" brushRef="#br0" timeOffset="118">585 15199 8912,'-17'-2'0,"0"-4"0,-1-3 0,1-1 0,8 4 0,3 12 0,10 4 0,2 7 0,-1 2 0,3 4 0,1-4 0,7 6 0,-3-2 0,-1 0 0,-3-1 0,5-4 0,-3-1 0,2 0 0,3-7 0,1-3 0,0-7 0,0 0 0,-1-7 0,-5-5 0,3-3 0,-9-2 0,1-2 0,-6-2 0,0-2 0,0 0 0,2 13 0,4 4 0,-3 5 0,9 1 0,-1 9 0,7 8 0,1 6 0,4 8 0,5-3 0,5 3 0,3-6 0,4-2 0,-3-10 0,3-1 0,-4-11 0,-1-1 0,-3-15 0,-3-13 0,-10-11 0,-10-3 0,-1 0 0,-4 0 0,-16-4 0,-5 6 0,-17 0 0,-1 6 0,-3 7 0,4 4 0,5 10 0,2 3 0,2 3 0,4 3 0,10 2 0,3 9 0,16 3 0,1 7 0,9 0 0</inkml:trace>
  <inkml:trace contextRef="#ctx0" brushRef="#br0" timeOffset="119">1480 15044 8912,'-10'2'0,"5"4"0,3-4 0,2 13 0,0-4 0,0 5 0,0 1 0,0 0 0,0 0 0,0 6 0,2 0 0,1-2 0,3-2 0,2-4 0,-2-3 0,-4-4 0,5-8 0,-14-8 0,-3-2 0</inkml:trace>
  <inkml:trace contextRef="#ctx0" brushRef="#br0" timeOffset="120">1342 14958 8912,'-17'-23'0,"0"0"0,0 2 0,7 8 0,4 1 0,4 9 0,12-5 0,7 8 0,2 0 0,10 0 0,-6 0 0,6 0 0,-1-15 0,7-5 0</inkml:trace>
  <inkml:trace contextRef="#ctx0" brushRef="#br0" timeOffset="121">1652 14563 8912,'0'-10'0,"0"0"0,0 5 0,0 3 0,6 2 0,1 11 0,3 5 0,1 8 0,7 5 0,1 4 0,4 1 0,-4 0 0,4 1 0,-2-1 0,2 0 0,-4 1 0,4-1 0,-10 1 0,-1-1 0,-3-5 0,3-1 0,-5-7 0,-7 2 0,-2-11 0,-3-7 0,-12-3 0,-12-2 0,2 0 0,-2-2 0,-1-3 0,-3-7 0,1-3 0,3-2 0,4 0 0,8-1 0,0 1 0,0 0 0,7 6 0,4-1 0,4 6 0,2-5 0,2 5 0,4-5 0,6 5 0,9-5 0,3-3 0,3-1 0,8-2 0,5-1 0,6-1 0,-6-4 0,0-1 0,-6-5 0,1-4 0,-1 5 0,-7 1 0,-4-2 0,-12 8 0,-5-1 0,-4 10 0,-2 4 0,0 22 0,0 3 0,0 14 0,0 1 0,2 8 0,4 4 0,-2-4 0,7 6 0,-5-6 0,5 6 0,-5-10 0,5-1 0,-7-3 0,2-9 0,2 0 0,-3-6 0,1-9 0,-6-8 0,0-10 0,0-13 0,0-9 0,0-8 0,0-6 0,0 6 0,0-8 0,2 4 0,2 0 0,2 4 0,5 4 0,-5 1 0,5 7 0,-5-1 0,7 14 0,-1-2 0,3 11 0,2 0 0,2 12 0,4 5 0,-3 7 0,2 4 0,3 5 0,0 8 0,0-1 0,0 0 0,5 1 0,-1-1 0,-4-7 0,-2-4 0,4-4 0,0-2 0</inkml:trace>
  <inkml:trace contextRef="#ctx0" brushRef="#br0" timeOffset="122">2891 14081 8912,'0'19'0,"0"4"0,0 8 0,0 7 0,8 6 0,3 9 0,4 3 0,3 1 0,5 2 0,0-1 0,5-5 0,-5 4 0,6-13 0,-6-9 0,-2-3 0,-10-9 0,3-4 0,-9-13 0,-8-10 0,-15-19 0,1-11 0,-8-10 0</inkml:trace>
  <inkml:trace contextRef="#ctx0" brushRef="#br0" timeOffset="123">2805 14202 8912,'-11'0'0,"-1"0"0,8-8 0,-1-4 0,3-3 0,15-2 0,4 0 0,12 5 0,0 1 0,9 1 0,2-1 0,0 3 0,-5 8 0,-1 0 0,0 0 0,-1 8 0,-4 3 0,-7 5 0,-10 1 0,-4 8 0,-8 3 0,-2-1 0,-4 2 0,-4-3 0,-7 3 0,0 2 0,0-7 0,0 1 0,-1 0 0,1-4 0,0-9 0,0 3 0,-8-13 0,-2 5 0</inkml:trace>
  <inkml:trace contextRef="#ctx0" brushRef="#br0" timeOffset="124">3425 14047 8912,'-8'-17'0,"-2"-1"0,-1 1 0,-1 0 0,10 7 0,1 7 0,4 6 0,16 9 0,-1 11 0,3-2 0,-4 6 0,0-1 0,0 1 0,1-6 0,-1 2 0,0-4 0,0-2 0,-2-5 0,-3-1 0,1-5 0,-5 4 0,2-3 0,-7-11 0,3-13 0,-4-8 0,-2-9 0,0-6 0,0-2 0,0-2 0,0-4 0,0 6 0,0 2 0,0 6 0,0 5 0,6 4 0,0 8 0,7 7 0,-2 5 0,-1 3 0,1 4 0,3 3 0,1 7 0,-3 3 0,-1 2 0,0 0 0,7 1 0,-1-1 0,0 0 0,0 0 0,1-7 0,-9-3 0,-1-8 0,-8-5 0,-8 4 0,-1-6 0,-9 8 0,1 0 0,0 2 0,0 4 0,1 3 0,3 9 0,2-1 0,5 0 0,-6 0 0,9 0 0,-5 1 0,8-9 0,8-1 0,1-16 0,8-3 0,-5-5 0,-1-1 0,-1 6 0,1-1 0,5 1 0,-7 1 0,8 3 0,1 7 0,-1 2 0,0 3 0,-6-1 0,1 8 0,-1-1 0,7 6 0,-1 0 0,-6-7 0,1-4 0,1-4 0,2-2 0,3-16 0,-1-3 0</inkml:trace>
  <inkml:trace contextRef="#ctx0" brushRef="#br0" timeOffset="125">3992 13497 8912,'-9'2'0,"3"3"0,12 7 0,5 11 0,5 3 0,1 9 0,0 1 0,0 4 0,6-2 0,0 6 0,-2-2 0,-2-3 0,-2-3 0,1-2 0,-1-7 0,0-4 0,-5-6 0,-1-5 0,1-5 0,-1-9 0,0-3 0,-5-7 0,4-11 0,-1-5 0,1-5 0,-6-3 0,1-4 0,-1 3 0,2-3 0,-4 6 0,4 5 0,-4-1 0,-2 7 0,0 0 0,0 11 0,0 1 0,1 7 0,3 0 0,2 8 0,6 0 0,-7 7 0,7-5 0,-7 6 0,9-1 0,-5 6 0,9-5 0,-1-1 0,-6-7 0,1 2 0,1-4 0,2-2 0,1-2 0,-5-4 0,5 4 0,-5-4 0,-1-1 0,1 1 0,-5-6 0,5 7 0,-5-7 0,5 7 0,-7-3 0,2 2 0,4 4 0,-1-5 0,8 7 0,1 0 0,-1 0 0,0 0 0,-6 0 0,1 0 0,1 0 0,3 0 0,7-6 0,-1 0 0,1-9 0,-5-2 0,-1-2 0,0-10 0,-2 0 0,-1-3 0,-5 1 0,-1 3 0,-2 1 0,-6-2 0,-2 4 0,-4 8 0,2 6 0,-7-1 0,-1 10 0,-5 2 0,0 10 0,0 13 0,1 5 0,5 11 0,5 3 0,4 2 0,2 0 0,0 1 0,14-3 0,3-7 0,17-3 0,1-3 0,11 0 0,-1-12 0,5-4 0,2-13 0,-3-2 0,-3-4 0,-4-11 0,-7-17 0,-1-10 0</inkml:trace>
  <inkml:trace contextRef="#ctx0" brushRef="#br0" timeOffset="126">5782 12792 8912,'-23'-6'0,"0"-2"0,2 1 0,2-1 0,2 4 0,0 2 0,5 4 0,3 4 0,1 5 0,0 7 0,4 5 0,-1 5 0,1 5 0,-6 7 0,-1 2 0,-4 0 0,-3 0 0,1 4 0,0-6 0,0 6 0,0-6 0,-1-2 0,1-2 0,8-9 0,3-4 0,2-10 0,-2-1 0,4-8 0,2 3 0,12-9 0,5-1 0,6-3 0,-2-8 0,8 3 0,1 1 0,10-1 0,-1 5 0,7-5 0,-8 1 0,2-1 0,2-3 0,-2 9 0,0-3 0,-7 4 0,-4-2 0,-7 3 0,-2 1 0,-3 2 0,-6 0 0,1 0 0,-8 0 0,3 7 0,-7 3 0</inkml:trace>
  <inkml:trace contextRef="#ctx0" brushRef="#br0" timeOffset="127">6488 12482 8912,'-18'0'0,"1"-2"0,0-2 0,0-1 0,0-1 0,-1 0 0,1 1 0,0-1 0,0 6 0,1 2 0,5 5 0,5 9 0,4 5 0,2 15 0,0-2 0,0 5 0,0 3 0,6-4 0,0 8 0,7-8 0,-1 0 0,3-7 0,2-8 0,0-10 0,1-2 0,5-7 0,0 2 0,-1-14 0,-4-9 0,-1-8 0,0-9 0,-2 0 0,-3-1 0,-4 1 0,-8-1 0,-2 1 0,-4 0 0,-4 1 0,-7 4 0,-8 5 0,-3 6 0,1 3 0,-2 4 0,8 3 0,-2 8 0,6 2 0,5 4 0,12 1 0,12 5 0,19 3 0,5-5 0</inkml:trace>
  <inkml:trace contextRef="#ctx0" brushRef="#br0" timeOffset="128">6677 12603 8912,'-15'-12'0,"3"1"0,5 7 0,-1-11 0,6 13 0,-6-14 0,16 14 0,3-3 0,5-3 0,1 2 0,0-7 0,8 3 0,2-7 0</inkml:trace>
  <inkml:trace contextRef="#ctx0" brushRef="#br0" timeOffset="129">6901 12362 8912,'0'9'0,"0"-1"0,-2 0 0,-4 3 0,4 4 0,-4 3 0,-1 1 0,1 4 0,0 3 0,6 9 0,0-7 0,0 1 0,0 0 0,0-2 0,8-1 0,3-3 0,5-11 0,7 3 0,0-15 0,0-2 0,-6-4 0,0-11 0,-2-12 0,-1-3 0,-3-2 0,-7-1 0,2 1 0,-4 5 0,-2 0 0,-8 8 0,-4-1 0,-3 2 0,-2 3 0,0 8 0,-2 3 0,-4 4 0,4 2 0,-4 0 0,11 0 0,4 0 0,8 0 0</inkml:trace>
  <inkml:trace contextRef="#ctx0" brushRef="#br0" timeOffset="130">7176 12259 8912,'-8'11'0,"-3"1"0,1-9 0,-1 3 0,7-2 0,-2 2 0,6-4 0,6 3 0,4-3 0,7-2 0,0 6 0,0 0 0,-5 1 0,-1-3 0,3 4 0,1 1 0,-4 1 0,1 1 0,-6 5 0,5-5 0,-7 4 0,2 3 0,-5 5 0,-1-1 0,0 1 0,0-5 0,0-1 0,0 0 0,0 6 0,0 0 0,-1-6 0,-5-7 0,-6-3 0,5-1 0,-9-6 0,7 0 0</inkml:trace>
  <inkml:trace contextRef="#ctx0" brushRef="#br0" timeOffset="131">7228 12224 8912,'0'-9'0,"2"-5"0,3 9 0,7-3 0,11 2 0,3 2 0,9-7 0,-1 7 0,1-2 0,-1-1 0,1 1 0,-1 0 0,0 6 0</inkml:trace>
  <inkml:trace contextRef="#ctx0" brushRef="#br0" timeOffset="132">6419 13187 8912,'-29'6'0,"2"2"0,3-1 0,2 1 0,5-1 0,6-1 0,5-4 0,12 4 0,13-6 0,17-6 0,14-7 0,11-8 0,10 0 0,9-8 0,-5 0-268,11-5 0,-4 5 268,4 1 0,-6 7 0,-3-2 0,-8 6 0,-14 5 0,-17 4 0,-15 8 0,-11 0 0,-6 0 0,-12 0 0,-4 8 0,-7 4 0,-6 3 0,0 2 0,-6 0 134,7 0 0,-17 1 0,3-1 0</inkml:trace>
  <inkml:trace contextRef="#ctx0" brushRef="#br0" timeOffset="133">6660 13531 8912,'-10'-8'0,"-5"6"0,5-5 0,-1 1 0,-1 0 0,1 1 0,-6 5 0,7 0 0,3 2 0,7 3 0,0 7 0,0 3 0,0 2 0,0 0 0,0 1 0,1-1 0,5 0 0,-2 0 0,7 0 0,3 1 0,1-1 0,2 0 0,1 0 0,-1 0 0,0 1 0,0-1 0,0 0 0,1 0 0,-1 0 0,-6-1 0,1-5 0,-3 4 0,3-3 0,-3 1 0,-5 1 0,2-3 0,0 0 0,-14 7 0,-2-9 0,-7-3 0,0-4 0,0-2 0,0-2 0,-1-4 0,1-11 0,0-10 0</inkml:trace>
  <inkml:trace contextRef="#ctx0" brushRef="#br0" timeOffset="134">6660 13583 8912,'0'-18'0,"0"1"0,2 0 0,3 0 0,-1 0 0,8-1 0,-1 1 0,6 0 0,1 2 0,-1 3 0,8-3 0,3 4 0,5 1 0,1 0 0,1 3 0,7-14 0,2 2 0</inkml:trace>
  <inkml:trace contextRef="#ctx0" brushRef="#br0" timeOffset="135">7262 13118 8912,'-11'0'0,"-1"0"0,6 8 0,-5 3 0,1 12 0,-1 6 0,-3 7 0,9 10 0,-7 2 0,7 15 0,1 0 0,2-2 0,9 2 0,5-11 0,9 1 0,2-13 0,6-3 0,-6-14 0,5-2 0,-5-16 0,2 1 0,-6-8 0,0-4 0,-3-5 0,-9-4 0,5-2 0,-9-6 0,3 0 0,-6-6 0,-6 6 0,-3-2 0,-8 2 0,-8 4 0,-4-4 0,-5 12 0,-4 5 0,-5 4 0,-1 2 0,-3 4 0,-11 7 0,-5 16 0,-11 19 0,3 11 0,33-26 0,-1 0 0</inkml:trace>
  <inkml:trace contextRef="#ctx0" brushRef="#br0" timeOffset="136">4113 15577 8912,'-27'0'0,"2"0"0,0 0 0,-1 0 0,-1 0 0,4 0 0,2 0 0,-2 0 0,4 0 0,-4 0 0,6-2 0,5-4 0,6-5 0,10-1 0,2-5 0,7 4 0,-1-12 0,3 0 0,2-3 0,-1 1 0,-5-2 0,4 2 0,-5-1 0,1 5 0,1 4 0,-8 2 0,11-1 0,-11 9 0,7 3 0,1 4 0,5 2 0,0 0 0,0 0 0,1 0 0,7 0 0,-6 0 0,4 0 0,-4 0 0,-2 0 0,0-2 0,0-4 0,-5 3 0,-1-9 0,-5 6 0,5-5 0,-7 5 0,2-5 0,-4 5 0,-2-5 0,0 7 0,0-2 0,0 12 0,8 3 0,1 9 0</inkml:trace>
  <inkml:trace contextRef="#ctx0" brushRef="#br0" timeOffset="137">4147 15732 8912,'-23'0'0,"0"0"0,6 5 0,6 1 0,-1 0 0,3-8 0,3-4 0,4 1 0,2-13 0,8 3 0,3-12 0,4 1 0,3-1 0,-1 6 0,0-2 0,-5 10 0,-1 1 0,0 8 0,7-1 0,-1 3 0,0 2 0,0 2 0,1 3 0,-1 5 0,0 7 0,0-6 0,0 1 0,1-6 0,-1 5 0,0-7 0,0 2 0,-1-6 0,-3-4 0,-2-4 0,3-1 0,-1-9 0,-1-4 0,-3-7 0,-3 6 0,-4-6 0,4 6 0,-5-5 0,-1 5 0,-1 2 0,-5 2 0,4 7 0,-4 1 0,4-1 0,2-5 0,0 6 0,0-1 0,8 8 0,1-11 0,9 6 0</inkml:trace>
  <inkml:trace contextRef="#ctx0" brushRef="#br0" timeOffset="138">4784 15130 8912,'-10'0'0,"-3"2"0,7 4 0,3 5 0,1 4 0,-4 8 0,0 0 0,0 13 0,6-1 0,2 1 0,4 0 0,2-7 0,3 0 0,6-8 0,-1 0 0,5-8 0,0-7 0,-2-6 0,-2-6 0,0-11 0,0-12 0,1-5 0,-3-4 0,-4-2 0,-5 1 0,-4 3 0,-2 2 0,-2 1 0,-4 5 0,-3 3 0,-8 8 0,1 5 0,5 1 0,-4 7 0,15 4 0,0 11 0,7-3 0,18 7 0,2-5 0</inkml:trace>
  <inkml:trace contextRef="#ctx0" brushRef="#br0" timeOffset="139">5214 15182 8912,'0'9'0,"0"1"0,0-5 0,0-3 0,0 6 0,0-8 0,0 0 0,2-6 0,4 0 0,-2-5 0,7 5 0,1-7 0,5 3 0,0-7 0</inkml:trace>
  <inkml:trace contextRef="#ctx0" brushRef="#br0" timeOffset="140">5610 15027 8912,'-17'6'0,"0"-1"0,-1-1 0,1-2 0,0 6 0,0 3 0,0 1 0,-1 5 0,9-4 0,3 10 0,4 2 0,2 0 0,0 1 0,0 5 0,8-4 0,3 1 0,5-7 0,1 2 0,2-9 0,4-3 0,-4-7 0,4 2 0,-4-4 0,-2-4 0,0-4 0,1-5 0,-1-10 0,0-2 0,-2-6 0,-3 6 0,1-6 0,-7 6 0,0-7 0,-6 1 0,0 4 0,-2 2 0,-4 4 0,-5 2 0,1 2 0,-1 3 0,-1 5 0,-5-1 0,7 8 0,5 0 0,3 0 0,9 15 0,3-5 0</inkml:trace>
  <inkml:trace contextRef="#ctx0" brushRef="#br0" timeOffset="141">6057 15044 8912,'12'-6'0,"-1"1"0,-7-1 0,4 6 0,-10 0 0,-2 2 0,-4 3 0,-1 7 0,3 3 0,-5 2 0,5 2 0,-5 4 0,7-3 0,-2 2 0,4-2 0,2-3 0,0 0 0,0 0 0,0 0 0,8-7 0,1-2 0,8-8 0,1-8 0,-1-4 0,-2-3 0,-3-2 0,1-2 0,-7-4 0,5 4 0,-5-4 0,0 2 0,-6-2 0,-6 4 0,0-4 0,-7 4 0,1 2 0,-3-1 0,-2 9 0,7 1 0,3 16 0,14 1 0,3 9 0</inkml:trace>
  <inkml:trace contextRef="#ctx0" brushRef="#br0" timeOffset="142">6711 14872 8912,'18'-34'0</inkml:trace>
  <inkml:trace contextRef="#ctx0" brushRef="#br0" timeOffset="143">6711 14820 8912,'-11'-15'0,"-1"4"0,7 3 0,-7 8 0,1 0 0,-6 0 0,-1 8 0,1 3 0,0 10 0,0 2 0,-6 8 0,2-3 0,4 5 0,3 1 0,10-5 0,-1 0 0,3-8 0,2 1 0,0-8 0,0-3 0,9-7 0,8 2 0,1-10 0,5-4 0,-2-3 0,2-8 0,-4-4 0,4-6 0,-2-3 0,2 3 0,-4 2 0,4-1 0,-6 7 0,-4-2 0,-3 4 0,-3 1 0,7 9 0,-12 3 0,4 12 0,-5 13 0,-1 15 0,-5 16 0,-3 15 0,0 8 0,1 7 0,-5 10 0,7 1 0,-7 1-212,6-6 0,1-8 212,5-3 0,7-6 0,5-6 0,-3-17 0,3-12 0,-5-7 0,11-4 0,3-8 0</inkml:trace>
  <inkml:trace contextRef="#ctx0" brushRef="#br0" timeOffset="144">11392 8683 8912,'8'-41'0,"3"3"0,5 4 0,1 5 0,0 2 0,0 3 0,0-1 0,-7 2 0,-2 6 0,-1-1 0,-5 9 0,6 1 0,-8 10 0,0 4 0,-2 2 0,-4 3 0,-3 12 0,-12 2 0,-6 11 0,-8 10 0,-16 11 0,-1 6 0,18-23 0,-1 2-258,1 3 1,-1 2 0,-4 6 0,-2 1 257,2 3 0,-2 1 0,-8 8 0,-2 1 0,-3 5 0,-1 0 0,-1 2 0,0 1 0,1-1 0,3 1 0,5-5 0,4-1 0,5-4 0,3-2 0,8-10 0,2-3 0,-9 31 0,15-24 0,13-11 0,4-16 0,2-7 0,0-4 0,0-2 0,0-7 514,8-2 1,-6-6-515,4 3 0,-5 5 0,-1 7 0,0-7 0,-7-10 0,-3-10 0</inkml:trace>
  <inkml:trace contextRef="#ctx0" brushRef="#br0" timeOffset="145">10463 8201 8912,'-8'-51'0,"1"14"0,-5 9 0,4 30 0,8 15 0,6 13 0,2 10 0,1 8 0,5 8 0,-5 8 0,3 17 0,-1 1-100,-2-34 0,-1 1 0,1 5 1,0 1-1,0 8 0,1 2 0,1 8 1,1 3 99,2 8 0,0 0 0,3 2 0,1 0-323,1 3 1,2 0 0,0-6 0,2-2 322,2-2 0,2-3 0,-2-6 0,1-3 0,1-5 0,-2-3 0,-6-7 0,-2-1-84,12 35 1,-14-10 83,-3-13 0,-9 2 0,3-9 0,-4-7 0,-2-7 0,0-13 0,0-6 0,2-6 502,4-5-502,-4 3 0,5-11 771,-7 7 0,6-5-771,0 5 52,-8-7 1,-8 4-1,-7-8 1</inkml:trace>
  <inkml:trace contextRef="#ctx0" brushRef="#br0" timeOffset="146">8708 10935 8912,'0'-17'0,"0"-1"0,0 1 0,0 6 0,0-1 0,0 10 0,0 2 0,-10 20 0,-11 23 0,-17 30 0,11-23 0,-2 5 0,-10 16 0,-2 5 0,11-15 0,-1 3 0,0 0 0,-1 4 0,-1 0 0,1 1 0,-1 3 0,1 2 0,1-1 0,2-2 0,0-2 0,1 0-259,2-5 0,0 0 0,2-3 0,-5 16 0,2-5 259,3-13 0,2-4 0,-6 29 0,10-20 0,1-19 0,8-10 0,-1-10 0,4-6 0,6-10 0,6-3 0,-2-4 0,7-2 0,1-2 0,5-4 0,-6 2 0,-1-9 0,-2-6 0,-5-8 0,-8-13 0,-5-4 0</inkml:trace>
  <inkml:trace contextRef="#ctx0" brushRef="#br0" timeOffset="147">7572 11072 8912,'0'-19'0,"-2"-2"0,-2-2 0,-2 2 0,1 2 0,5 2 0,0 11 0,2 12 0,3 15 0,12 25 0,12 11 0,6 14 0,5 3 0,-19-30 0,2 0-41,2-1 1,1 0 0,1 6-1,0 2 1,0-1 0,1 1-1,2 3 1,0 1 40,0 1 0,1 0 0,-1-1 0,1-1-163,0-2 1,1-1 0,-2-1-1,-1-4 163,23 23 0,0-4 0,-1-14 0,-7 5 0,-4-5 0,-3-1 0,-5-12 0,-1 4 0,-3 2 0,-7 2 0,2 6 0,-5 1 0,-7 4 0,-3 4 0,-8 8 0,-8 0 0,-3 0 0,-12 0 0,-6-1 0,-3 1 0,-3 0 0</inkml:trace>
  <inkml:trace contextRef="#ctx0" brushRef="#br0" timeOffset="148">16503 10832 8912,'0'-18'0,"0"1"0,-2 2 0,-5 5 0,-11 12 0,-8 17 0,-7 20 0,-3 14 0,-2 22 0,-5 7 0,21-38 0,0 2 0,0 1 0,-1 1 0,-4 4 0,0-1 0,-1 1 0,-1-1 0,-2 1 0,-1 0 0,-2-1 0,1 1 0,-2 0 0,-1 1 0,0-1 0,-1-1 0,0-2 0,0-1 0,1-1 0,1-4 0,-24 24 0,9-6 0,6-9 0,6-10 0,9-14 0,4-5 0,10-9 0,1-5 0,3-1 0,5-2 0,-5-6 0,7 2 0,-2 3 0,4-3 0,2 6 0,8-23 0,2-5 0</inkml:trace>
  <inkml:trace contextRef="#ctx0" brushRef="#br0" timeOffset="149">15505 11021 8912,'0'-52'0,"0"6"0,0 1 0,0 14 0,2 0 0,4 20 0,5 7 0,4 8 0,10 7 0,4 12 0,0 6 0,5 11 0,-3 8 0,9 15 0,2 8-37,-2 15 1,-17-43 0,0 1-1,-2 2 1,0 0 0,0 3-1,0 1 37,0 4 0,0-1 0,2 3 0,0-1-221,-3 2 1,0 1 0,4 0 0,0 0 220,-1-3 0,0-1 0,-1 0 0,0-1 0,1-3 0,0-2 0,17 38 0,4-12 0,0-3-194,0-2 1,-4-1 193,6 1 0,-14 0 0,3 0 0,-14-1 0,-4 1 0,-7-8 0,-10 1 0,0-9 0,0-1 0,0-5 0</inkml:trace>
  <inkml:trace contextRef="#ctx0" brushRef="#br0" timeOffset="150">24075 10866 8912,'-12'0'0,"-1"4"0,-6 9 0,-10 18 0,-11 18 0,-12 18 0,22-22 0,-1 4 0,-5 7 0,0 3 0,-3 5 0,1 1 0,-1 6 0,0 0 0,-2 2 0,0 1 0,-4 2 0,0 1 0,-1-2 0,0 1-105,1-1 0,0-1 0,5-14 0,2-2 0,3-3 0,1-3 0,4-7 0,1-2 105,-25 32 0,10-11 0,4-4 0,7-7 136,10-9 0,2-13-136,16-8 0,-7-4 139,6-2-139,1-8 0,5-1 0,0-12 0,0-7 0,0-24 0,0-18 0</inkml:trace>
  <inkml:trace contextRef="#ctx0" brushRef="#br0" timeOffset="151">22888 11124 8912,'0'-17'0,"0"-8"0,0-4 0,7 4 0,7 4 0,5 8 0,4 7 0,9 22 0,3 12 0,1 14 0,10 16 0,0 10 0,5 13 0,-24-39 0,0 2 0,2 1 0,-1 1 0,-1 2 0,0 2-279,1 4 0,1 1 1,1-3-1,-1 1 279,0 1 0,0 1 0,0-4 0,-1 1 0,-2-3 0,0-1 0,2-1 0,1-2 0,-1-4 0,1-2 0,29 34-81,1-8 0,-5 0 81,3-8 0,-3 6 0,-3-6 0,-13 6-39,-3-5 1,-14-1 38,-4-6 0,-2-3 0,-9-8 0,0-5 0,-6-12 0,0 3 0</inkml:trace>
  <inkml:trace contextRef="#ctx0" brushRef="#br0" timeOffset="152">11117 13239 8912,'-6'-17'0,"0"-1"0,1 1 0,-3 0 0,-2 15 0,-7 10 0,0 13 0,0 13 0,-8 10 0,-4 15 0,-3 10 0,-3 9 0,14-31 0,-2 2 0,-2 5 0,-1 1 0,-3 4 0,-2 2 0,-3 8 0,0 2 0,-1-1 0,1 1-447,-1 0 1,1 1-1,3 0 1,1-1 446,0-1 0,2-2 0,5-10 0,2-1 0,4-5 0,0-1 0,-16 37 127,11-14 0,-1-9-127,5-19 0,1-12 0,10-16 0,7-13 0,7-3 0,10-2 0,1-9 0,-1-9 0,0-22 0,0-13 0</inkml:trace>
  <inkml:trace contextRef="#ctx0" brushRef="#br0" timeOffset="153">10308 13445 8912,'-19'-34'0,"0"-1"0,2 1 0,3 7 0,14 12 0,2 17 0,4 13 0,5 12 0,5 15 0,1 9 0,6 11 0,2 10 0,1 5 0,5 1 0,7 4 0,-18-37 0,0 2 0,5 1 0,0 1-232,0 5 1,2 1 0,1-2 0,3-1 231,3 3 0,1-1 0,-4-5 0,1-1 0,0-2 0,-1 0 0,-3-1 0,-1 0 0,2 1 0,0 0 0,21 36-23,-10 4 1,-2-4-1,-17 2 1,-6 0 22,-7 2 0,-6-12 0,-2 16 0,0-11 0,0 5 0,0 5 0</inkml:trace>
  <inkml:trace contextRef="#ctx0" brushRef="#br0" timeOffset="154">15333 15147 8912,'-2'-15'0,"-4"3"0,2-1 0,-7 9 0,-2 8 0,-5 11 0,-5 14 0,-5 9 0,-10 14 0,-6 13 0,-6 9 0,21-32 0,-1 2 0,-3 5 0,1 2 0,-3 2 0,1 2 0,-1 4 0,-1-1-73,-1-1 0,-1 1 0,3-3 1,0 0-1,-3 0 0,1-1 1,2-2-1,1-1 73,2-1 0,1-2 0,-20 30 0,10-15 0,7-13 0,3-6 0,5-4 71,1-8 0,9-5-71,11-10 0,3-5 0,2-1 0,2-5 0,3 5 0,5-7 0,7 2 0,-7 4 110,-3-16 0,-7-4 0,0-16 0</inkml:trace>
  <inkml:trace contextRef="#ctx0" brushRef="#br0" timeOffset="155">14318 15371 8912,'-10'-23'0,"4"0"0,-1 0 0,1 6 0,2 7 0,10 4 0,5 8 0,12 10 0,6 15 0,3 15 0,12 11 0,8 16 0,0 9-288,-24-35 0,1 0 1,1 1-1,1 0 288,1 4 0,-1 1 0,3 1 0,1 0 0,2 3 0,1 1 0,1 0 0,2-1 0,1-2 0,0-1 0,0-2 0,0-2 0,-1-6 0,-1 0 0,-2-2 0,-2 0 0,27 31 0,-11-2 0,-14-2 0,-7-2 14,-8 2 0,-12 4-14,-5 5 0,-6-5 0,-6 0 0,-1-1 0,-9-8 0,-1-5 0,-4-5 0</inkml:trace>
  <inkml:trace contextRef="#ctx0" brushRef="#br0" timeOffset="156">21373 15525 8912,'-6'-11'0,"1"-1"0,-1 9 0,14-3 0,5 14 0,8 11 0,8 13 0,11 10 0,6 14 0,3 5 0,3 7 0,-22-24 0,1 0 0,3 2 0,1 0 0,-1 3 0,1 1 0,2 1 0,1 0 0,-4-3 0,0-1-206,-2-3 1,-1-2 0,27 35 205,-12-14 0,-10-12 0,-9-13 0,-2-7 75,-4-8 1,-8-4-76,-1-2 0,-9-5 0,3-1 0,-4 2 0,-2 3 0,0-5 0,0 1 0,0-1 0,0 6 0,-8-7 116,-1-2 0,-16-31 1,-2-6-1</inkml:trace>
  <inkml:trace contextRef="#ctx0" brushRef="#br0" timeOffset="157">22440 15268 8912,'-23'-18'0,"0"3"0,0 4 0,-2 5 0,-7 13 0,-10 14 0,-2 18 0,-4 16 0,-4 14 0,24-30 0,-1 2 0,0 6 0,1 4-118,-6 8 0,-1 2 1,2 0-1,-1 0 1,-6 6-1,0 0 1,-1 1-1,-1 1 118,0 2 0,0 0 0,0 0 0,0-1-215,2-3 1,0-2 0,2-4 0,1-2 214,5-4 0,1-1 0,-2-1 0,1-1 0,3 0 0,1-1 0,0 0 0,0 0 0,5-3 0,0-1 0,-15 39-159,8-9 0,7-7 159,11-1 0,5 4 0,7-5 0,0-1 0,3-9 0,9 5 0,7 3 0</inkml:trace>
  <inkml:trace contextRef="#ctx0" brushRef="#br0" timeOffset="158">1136 16402 8912,'-17'-15'0,"-1"4"0,7-3 0,1 6 0,3-1 0,1 7 0,6 2 0,0 10 0,0 5 0,6 10 0,1 3 0,3 5 0,3 1 0,-3 6 0,-1 0 0,1-1 0,0-3 0,-5-2 0,5 1 0,-3-1 0,-3 1 0,-2-3 0,-2-3 0,0-6 0,0-4 0,0-8 0,0 1 0,0-10 0,-2-2 0,-2-12 0,-1-9 0,-9-6 0,3-9 0,-3-4 0,3-6 0,-4-6 0,3-3 0,-1-2 0,1 1 0,-1-3 0,7 2 0,1-1 0,5 9 0,0 5 0,0 9 0,7 9 0,8 16 0,8 4 0,2 14 0,-2 9 0,2 10 0,4 13 0,3-2 0,-3 8 0,2-2 0,-1 4 0,-1-4 0,1-2 0,3 4 0,-1-8 0,-3-4 0,-6-3 0,2-2 0,-2 5 0,-8-7 0,-9-4 0,-4-4 0,-2-2 0</inkml:trace>
  <inkml:trace contextRef="#ctx0" brushRef="#br0" timeOffset="159">1136 16660 8912,'17'-2'0,"0"-3"0,8-5 0,4-7 0,5 0 0,6-1 0,2-5 0,4 1 0,12-17 0,-5 3 0</inkml:trace>
  <inkml:trace contextRef="#ctx0" brushRef="#br0" timeOffset="160">1979 15921 8912,'-17'-8'0,"0"1"0,-1-5 0,-5 4 0,0 8 0,-7 4 0,1 8 0,-1 1 0,1 16 0,-2-1 0,8 7 0,8 5 0,9 0 0,4 6 0,2-6 0,2 6 0,4-6 0,9 0 0,10-7 0,2-3 0,4-1 0,-5-2 0,3 1 0,-8-1 0,2-6 0,-4 4 0,-2 2 0,-7-1 0,-4 3 0,-4-4 0,-10 0 0,-2 1 0</inkml:trace>
  <inkml:trace contextRef="#ctx0" brushRef="#br0" timeOffset="161">1635 16574 8912,'0'-17'0,"0"0"0,0 0 0,7-1 0,5 1 0,11 0 0,-2 0 0,8 0 0,7 1 0,10 5 0,5-4 0,7 3 0,-5-3 0,14-10 0,-6-2 0</inkml:trace>
  <inkml:trace contextRef="#ctx0" brushRef="#br0" timeOffset="162">2289 15732 8912,'9'-8'0,"-1"8"0,-8 0 0,-6 10 0,0 13 0,-5 9 0,5 8 0,1 8 0,5-2 0,0 3 0,0 3 0,1 5 0,5 1 0,4-3 0,7-9 0,2-4 0,4-8 0,-2-5 0,8 0 0,-8-16 0,2-2 0,-4-7 0,-2-4 0,-5 0 0,-1 0 0,-7-2 0,2-3 0,-5-5 0,-1-7 0,0 0 0,0-1 0,0 1 0,-5 0 0,-1 0 0,-2 2 0,5 1 0,-3 3 0,0 7 0,6-4 0,0 8 0,0 8 0,0-4 0,2 5 0,4-1 0,-2 3 0,7-3 0,2 0 0,3-1 0,1 1 0,0-2 0,0-4 0,1 3 0,-1-3 0,0-2 0,0 0 0,0 0 0,1 0 0,-1 0 0,0 0 0,0 0 0,0 0 0,-5 0 0,-1 0 0,3 0 0,-5 6 0,3 0 0,-7 1 0,7-1 0,-6-4 0,5 4 0,-7-2 0,2 1 0,-4-3 0,-2 6 0,0-8 0</inkml:trace>
  <inkml:trace contextRef="#ctx0" brushRef="#br0" timeOffset="163">2306 16196 8912,'-17'-2'0,"0"-4"0,-1 4 0,1-5 0,8 7 0,3-2 0,12-2 0,5-2 0,14-7 0,9 1 0,8-3 0,12-2 0,3 0 0,6 0 0,-3-1 0,-3 1-277,4 8 1,-7-7-1,5 7 1</inkml:trace>
  <inkml:trace contextRef="#ctx0" brushRef="#br0" timeOffset="164">3338 16351 8912,'0'-18'0,"0"1"0,0 0 0,0 0 0,0 5 0,0 1 0,0 15 0,0 2 0,0 15 0,0 7 0,2 5 0,4 1 0,-2 2 0,7 4 0,1-3 0,5 3 0,0 2 0,1-2 0,-7 6 0,0-6 0,-1-8 0,2-9 0,3 4 0,-6 0 0</inkml:trace>
  <inkml:trace contextRef="#ctx0" brushRef="#br0" timeOffset="165">3287 16419 8912,'9'-11'0,"-3"0"0,-2 7 0,2-2 0,3-2 0,8 3 0,1-1 0,1 4 0,2-2 0,2-2 0,5 1 0,-5 5 0,6 0 0,-6 0 0,0 0 0,-6 0 0,-7 7 0,-5 5 0,-3 3 0,-2 2 0,-2 0 0,-3 1 0,1-1 0,-8 0 0,3 0 0,-3 0 0,-1 1 0,7-1 0,-5 0 0,5 0 0,0 0 0,6 1 0,0-1 0,8-2 0,3-3 0,5 3 0,1-4 0,2-1 0,4 1 0,-4-5 0,4 5 0,-4-5 0,-2 4 0,-1-1 0,-5 1 0,3 1 0,-9 7 0,1-1 0,-6 0 0,-6 0 0,1 0 0,-9 0 0,3 1 0,-5 5 0,-1 0 0,0-6 0,2-6 0,1 1 0,3-3 0,7 6 0,-9-15 0,7-1 0,2-15 0,10-9 0,3-9 0</inkml:trace>
  <inkml:trace contextRef="#ctx0" brushRef="#br0" timeOffset="166">4061 16196 8912,'-17'-15'0,"0"3"0,-2 5 0,-2 7 0,-2 0 0,0 15 0,6 8 0,5 9 0,3 10 0,1 8 0,4 5 0,2 10 0,2-2 0,8-3 0,3-3 0,6 0 0,6-5 0,-2-4 0,8-14 0,-2-9 0,2-8 0,3-2 0,-3-9 0,1-2 0,-1-2 0,-2-12 0,-4-7 0,4-16 0,7-10 0</inkml:trace>
  <inkml:trace contextRef="#ctx0" brushRef="#br0" timeOffset="167">4474 16419 8912,'-9'0'0,"1"0"0,0 0 0,6 0 0,-3 0 0,10 0 0,-3 0 0,14 8 0,-7 2 0</inkml:trace>
  <inkml:trace contextRef="#ctx0" brushRef="#br0" timeOffset="168">4595 16763 8912,'0'27'0,"0"-2"0,0-8 0,-8-7 0,6-3 0,-5-7 0,8-7 0,5-5 0,4-3 0,7-2 0</inkml:trace>
  <inkml:trace contextRef="#ctx0" brushRef="#br0" timeOffset="169">5300 16179 8912,'0'7'0,"0"-7"0,0-9 0,0-6 0,6 3 0,0 1 0,-2-3 0,-1 7 0,3 1 0,-2 4 0,7 2 0,-5 10 0,4 7 0,-3 9 0,-3 7 0,-2 3 0,-2 4 0,0-1 0,0 6 0,-2-1 0,-4 2 0,-5-6 0,-4-3 0,-4-3 0,-4 0 0,2-7 0,-8-4 0,8-6 0,-4-5 0,2-7 0,0-3 0,0-4 0,6-3 0,2-11 0,3-6 0,-3-7 0,3 6 0,5-2 0,1 4 0,4-2 0,2 0 0,2 12 0,4-1 0,0 8 0,9-1 0,6 5 0,4 5 0,-2-1 0,5 8 0,1-1 0,5 6 0,9 1 0,2-1 0,5 0 0,2 0 0,-1-2 0,1-3 0,0-4 0,7-1 0,2 3 0</inkml:trace>
  <inkml:trace contextRef="#ctx0" brushRef="#br0" timeOffset="170">5834 16419 8912,'-10'0'0,"3"0"0,7-1 0,0-5 0,5 2 0,1-7 0,7 5 0,-1-6 0,9 1 0,2-6 0,-2-1 0,-2 1 0,-4 0 0,-3 0 0,1 5 0,-7 1 0,0 0 0,-6-7 0,-2 1 0,-4 2 0,-6 3 0,3 5 0,-3 7 0,1 2 0,-6 3 0,0 5 0,1 9 0,3 4 0,1 6 0,9-3 0,-3 3 0,4 0 0,2 5 0,2-1 0,4-5 0,3 3 0,8-8 0,2-2 0,4-2 0,-2-8 0,8 1 0,-8-8 0,2 1 0,4-10 0,0-5 0</inkml:trace>
  <inkml:trace contextRef="#ctx0" brushRef="#br0" timeOffset="171">6212 16248 8912,'18'-8'0,"-1"6"0,0-6 0,-2 10 0,-3 4 0,3-2 0,-4 7 0,5 1 0,1 5 0,0 0 0,0 0 0,1-1 0,-1-5 0,0 4 0,0-5 0,0 1 0,1 1 0,-1-8 0,0 1 0,-7-3 0,5-9 0,-5-3 0</inkml:trace>
  <inkml:trace contextRef="#ctx0" brushRef="#br0" timeOffset="172">6505 16162 8912,'-17'-8'0,"5"6"0,1-4 0,-1-1 0,-5 1 0,0 2 0,0 12 0,-1 9 0,1 10 0,-6 7 0,0 6 0,-5 4 0,5 8 0,0-1 0,6 1 0,-1-2 0,1-5 0,8-1 0,3-7 0,6-1 0,6-4 0,3-11 0,8-3 0,1-9 0,6-17 0,3-1 0</inkml:trace>
  <inkml:trace contextRef="#ctx0" brushRef="#br0" timeOffset="173">6643 16179 8912,'0'-10'0,"-2"3"0,-4 7 0,4 0 0,-8 9 0,5 8 0,3 2 0,-4 10 0,4 2 0,2 1 0,0 2 0,0 1 0,6-1 0,0 1 0,-1-1 0,-5 0 0,0-7 0,0-4 0,0-4 0,0-2 0,0 1 0,0-1 0</inkml:trace>
  <inkml:trace contextRef="#ctx0" brushRef="#br0" timeOffset="174">6625 16162 8912,'8'-16'0,"3"5"0,3 3 0,-3 1 0,10 5 0,-3-4 0,3 4 0,-4 2 0,0 0 0,0 2 0,0 4 0,1 5 0,-3-1 0,-4 1 0,3 1 0,-8 5 0,-1 0 0,-5 0 0,-7 6 0,-5 0 0,-3 6 0,-2-5 0,-1 3 0,1 4 0,0-6 0,0-2 0,2-4 0,3-2 0,-3-8 0,5-1 0</inkml:trace>
  <inkml:trace contextRef="#ctx0" brushRef="#br0" timeOffset="175">7193 15938 8912,'0'-17'0,"0"0"0,0 5 0,0 1 0,0 7 0,-7-4 0,-5 8 0,3 0 0,-3 0 0,6 8 0,-5 3 0,7 5 0,-4 1 0,3 2 0,-1 4 0,0 2 0,6 3 0,6 5 0,0-5 0,7-1 0,-1 2 0,-3-2 0,3 1 0,-1-1 0,4-6 0,-1 4 0,-3 2 0,-1-6 0,1 2 0,-1-4 0,-5-2 0,-3 0 0,4 0 0,-4 0 0,-6 1 0,-5 1 0,-9 4 0,-10-2 0,-1 7 0,-3 1 0,-18 5 0,-4 1 0</inkml:trace>
  <inkml:trace contextRef="#ctx0" brushRef="#br0" timeOffset="176">4870 17159 8912,'-11'-8'0,"1"-3"0,0-3 0,3 1 0,-1 1 0,2 9 0,6-3 0,0 12 0,0 7 0,2 8 0,2 10 0,4 7 0,1 8 0,-3-2 0,4 1 0,-1 3 0,1 2 0,-4 7 0,5 0 0,-7 1 0,2-9 0,-5-3 0,-1-6 0,-7-3 0,-3-3 0</inkml:trace>
  <inkml:trace contextRef="#ctx0" brushRef="#br0" timeOffset="177">4887 17124 8912,'19'-17'0,"4"0"0,4 0 0,0 0 0,5 7 0,-3 4 0,-4 4 0,-2 2 0,-4 0 0,-2 2 0,-2 4 0,-3 6 0,-4 5 0,-8 6 0,-2-2 0,-4 7 0,-4 1 0,-7 5 0,0 1 0,0-1 0,0 0 0,-1 1 0,-1-6 0,-4-1 0,12-7 0,-20 4 0,12-8 0</inkml:trace>
  <inkml:trace contextRef="#ctx0" brushRef="#br0" timeOffset="178">5335 17107 8912,'-18'0'0,"1"0"0,0 2 0,0 4 0,0-2 0,-1 7 0,1 1 0,0 5 0,6 0 0,-1 0 0,8 0 0,-1 1 0,3-1 0,4-2 0,3-4 0,-1 3 0,8-8 0,-1-1 0,6-5 0,0 0 0,1 0 0,-1-7 0,-2-5 0,-1-3 0,-3-2 0,-1 3 0,1-3 0,2 10 0,-7-11 0,8 5 0,-11-2 0,9 3 0,-1 5 0,1 8 0,-1 5 0,-5 9 0,5 8 0,1 2 0,3-4 0,-1 2 0,-3-2 0,4-2 0,3-2 0,3 1 0,-10-1 0,4-8 0,3-3 0,-1-4 0,0-2 0,-2-2 0,-3-4 0,3-3 0,-3-8 0,-5-6 0,-1 0 0,2-2 0,-3 2 0,1 4 0,-6-4 0,0 4 0,0 2 0,0 0 0,0 5 0,0 1 0,0 7 0,2-2 0,4 12 0,-2 3 0,7 10 0,0 2 0,-1 2 0,5 0 0,-3-5 0,1-1 0,-1 0 0,1 6 0,-7 0 0,7 0 0,-11-6 0,2 2 0,-8 2 0,-7 2 0,-5 0 0,-1-6 0,-6 0 0,0 0 0,-7 1 0,3-1 0,-8 0 0</inkml:trace>
  <inkml:trace contextRef="#ctx0" brushRef="#br0" timeOffset="179">6195 16935 8912,'0'-11'0,"0"-1"0,-8 9 0,-1-5 0,-8 8 0,5 0 0,1 0 0,7 8 0,-2 3 0,4 4 0,2 2 0,0 1 0,0-1 0,8 2 0,3 4 0,7-2 0,5 8 0,3-8 0,9 1 0,7-1 0,2 0 0,0 2 0,-4-2 0,2-1 0,-2-3 0,-7 2 0,-10 4 0,-6-4 0,-6 4 0,-7 4 0,-15 1 0,-10 7 0,-20 7 0,-6 7 0,-9 7 0,-13 9 0,31-35 0,-2 1 0,-3 3 0,0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21:51:51.563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15505 2476 8912,'-25'-8'0,"-4"-1"0,-1-1 0,-3 4 0,1 6 0,-4 8 0,-1 9 0,1 10 0,1 15 0,-1 10 0,0 11 0,1 9 0,9 8 0,5 4 0,15-35 0,2 2 0,1 0 0,0 1 0,2 3 0,0 1 0,1-4 0,0-1 0,4-2 0,2-1 0,9 33 0,8-9 0,4-7 0,7-4 0,7-15 0,1-2 0,-2-23 0,6-6 0,3-7 0,11-14 0,1-3 0</inkml:trace>
  <inkml:trace contextRef="#ctx0" brushRef="#br0" timeOffset="1">15987 3026 8912,'-15'2'0,"1"2"0,3 1 0,-1 1 0,-3-8 0,2-2 0,1-1 0,8 1 0,-1 10 0,3 5 0,2 12 0,0 6 0,0 3 0,0 4 0,2 3 0,3 1 0,-3 6 0,4-6 0,-4 4 0,-2-10 0,0 2 0,0-13 0,0 0 0,0-6 0,0-9 0,0-8 0,2-10 0,2-12 0,3-9 0,3-7 0,1-6 0,6-8 0,-1 1 0,-5-1 0,5 2 0,-5 5 0,-1-1 0,1 11 0,-5-3 0,5 11 0,3 1 0,-5 8 0,3 13 0,-7 12 0,7 11 0,-3 6 0,3 11 0,1 1 0,-7 4 0,7-3 0,-3 3 0,1-4 0,1-2 0,-1-7 0,7-4 0,-1-4 0,0-2 0,-6-7 0,1-4 0,-1-12 0,7-4 0</inkml:trace>
  <inkml:trace contextRef="#ctx0" brushRef="#br0" timeOffset="2">16538 2957 8912,'-8'17'0,"-2"1"0,-7-1 0,6 2 0,-1 4 0,-1 5 0,-3 5 0,7 1 0,3 1 0,4-3 0,2-1 0,2-4 0,4-3 0,5-6 0,12-7 0,2-7 0,6 0 0,-3-8 0,3-8 0,-4-11 0,2-5 0,-8-5 0,0-1 0,-6 0 0,-4-1 0,-7 1 0,2-1 0,-12 7 0,-5-1 0,-5 8 0,-1-2 0,-8 6 0,-3 5 0,1 5 0,-2 7 0,6 2 0,-2 3 0,4 5 0,6 0 0,9 5 0,-1-6 0,7 9 0</inkml:trace>
  <inkml:trace contextRef="#ctx0" brushRef="#br0" timeOffset="3">17914 2682 8912,'-17'-6'0,"-2"-1"0,-4-3 0,-4-1 0,0 1 0,-5-3 0,5 5 0,-2 1 0,1-1 0,7 2 0,-2 6 0,2 2 0,-2 4 0,9 9 0,-3 10 0,4 4 0,3 7 0,3-2 0,7 6 0,0-3 0,0-3 0,2 0 0,3 1 0,3-8 0,5-4 0,-1-6 0,1-6 0,2-3 0,3-8 0,-1 0 0,0 0 0,0-10 0,1-7 0,-1-8 0,0-9 0,2-2 0,4-5 0,-10 3 0,5-8 0,-5 1 0,4-7 0,-5-2 0,-1-3 0,-7 2 0,2-8 0,-4 9 0,-2 3 0,0 9 0,0 5 0,0 16 0,0 4 0,0 13 0,0 4 0,0 17 0,0 18 0,0 7 0,0 9 0,0 7 0,0-1 0,0 8 0,0-2 0,0-9 0,2-3 0,3-3 0,7-4 0,3-4 0,2-11 0,0-5 0,1-6 0,1-9 0,4-3 0,-2-4 0,7-2 0,-5-8 0,6-3 0,-8-10 0,2-2 0,-4-6 0,-2 4 0,1 0 0,-1 1 0,-6-5 0,1 6 0,-3 0 0,3 6 0,-5 5 0,-7 1 0,8 7 0,-6-2 0,4 12 0,-2 6 0,-1 9 0,3 4 0,-2 1 0,-2-3 0,-2 6 0,0-6 0,0 5 0,6-7 0,-1 2 0,1-4 0,-4-1 0,4-1 0,-4-8 0,13-9 0,-6-9 0,9-8 0</inkml:trace>
  <inkml:trace contextRef="#ctx0" brushRef="#br0" timeOffset="4">18241 2441 8912,'-27'-38'0,"4"4"0,6 3 0,6 5 0,1 3 0,5 11 0,3 3 0,-4 3 0,12 4 0,5-4 0,6 4 0,6 2 0,-4 0 0,21 8 0,-3 1 0</inkml:trace>
  <inkml:trace contextRef="#ctx0" brushRef="#br0" timeOffset="5">15746 1994 8912,'-2'-17'0,"-2"0"0,-2 0 0,3 0 0,1 7 0,2 4 0,2 14 0,1 7 0,3 6 0,8 10 0,-5-1 0,3 7 0,-1 3 0,-1 0 0,3-6 0,-1 3 0,1 3 0,-4-4 0,3 4 0,-6-5 0,5-7 0,-5 3 0,5-8 0,-7 0 0,4-14 0,-8-1 0</inkml:trace>
  <inkml:trace contextRef="#ctx0" brushRef="#br0" timeOffset="6">15729 2046 8912,'0'-25'0,"0"12"0,0-4 0,0 3 0,0-3 0,0 7 0,0 3 0,2 7 0,5 0 0,10 0 0,1 0 0,5 0 0,3 7 0,1 3 0</inkml:trace>
  <inkml:trace contextRef="#ctx0" brushRef="#br0" timeOffset="7">16090 2149 8912,'-17'0'0,"5"-2"0,1-3 0,7 3 0,-4-14 0,8 7 0</inkml:trace>
  <inkml:trace contextRef="#ctx0" brushRef="#br0" timeOffset="8">16383 2098 8912,'-18'7'0,"9"-5"0,9 4 0,11-12 0,12-5 0,6-12 0,3 2 0,5-8 0,-1 0 0,-1 3 0,1-7 0,-13 5 0,-2 1 0,-8-2 0,-3 0 0,-3 3 0,-10 1 0,-15 8 0,-6 7 0,-11 4 0,-1 6 0,-2 6 0,-3 8 0,3 7 0,2 7 0,1 12 0,3 2 0,3 4 0,6 4 0,12-4 0,3-2 0,8 1 0,0-6 0,4 1 0,7-6 0,12-5 0,10-10 0,7-8 0,4-7 0,8 2 0,5-17 0,0-7 0,8-18 0,4 0 0,10-16 0</inkml:trace>
  <inkml:trace contextRef="#ctx0" brushRef="#br0" timeOffset="9">17037 1822 8912,'-18'0'0,"1"0"0,0 0 0,5 0 0,1 0 0,7 0 0,-3 8 0,22-6 0,4 6 0</inkml:trace>
  <inkml:trace contextRef="#ctx0" brushRef="#br0" timeOffset="10">18895 2149 8912,'2'-40'0,"2"0"0,2 2 0,-3 1 0,-1 5 0,-2 3 0,-2 12 0,-3 9 0,-7 3 0,-3-1 0,-4 2 0,-2 10 0,-4 7 0,-2 8 0,6 6 0,-2 7 0,4 3 0,4 3 0,3 6 0,7 3 0,3 5 0,4 1 0,1 4 0,3 3 0,7-5 0,-1 6 0,5 0 0,4 4 0,2-2 0,-2-2 0,-2-10 0,-2-1 0,1-1 0,-9-22 0,-1 4 0</inkml:trace>
  <inkml:trace contextRef="#ctx0" brushRef="#br0" timeOffset="11">18448 2785 8912,'-10'-23'0,"2"0"0,3 2 0,-1 2 0,0 2 0,8 2 0,4 3 0,11-3 0,12 4 0,5 1 0,6-1 0,8-1 0,8 3 0,5-7 0,8 5 0,5-4-129,1-3 0,-6-1 129,-6-4 0,-8-11 0,4-10 0</inkml:trace>
  <inkml:trace contextRef="#ctx0" brushRef="#br0" timeOffset="12">19291 2166 8912,'-25'-24'0,"6"4"0,-4-3 0,4 10 0,2 2 0,-1 7 0,1-2 0,0 4 0,2 10 0,3 3 0,-1 12 0,7 6 0,2 3 0,2 3 0,2 12 0,0 5 0,0 5 0,0 1 0,2-5 0,4 4 0,6-3 0,3-2 0,2-1 0,0 1 0,-1-8 0,-5-4 0,4-6 0,-3-5 0,-3 1 0,3-7 0,-8-7 0,-4-9 0,-10-7 0</inkml:trace>
  <inkml:trace contextRef="#ctx0" brushRef="#br0" timeOffset="13">19033 2768 8912,'0'-17'0,"2"0"0,3 0 0,-1 7 0,8 4 0,1-1 0,10 1 0,6 0 0,3-2 0,8 5 0,1-9 0,6 3 0,-1-3 0,4-3 0,2 3 0,-3-1 0,-3 2 0,-11-5 0,-12 5 0,-10 1 0,-2-1 0,-14 1 0,-3-1 0,-8 3 0,-3 8 0,0 0 0,0 0 0,0 8 0,-1 3 0,1 10 0,2 4 0,3 0 0,7 0 0,3 3 0,2-5 0,0 8 0,0-2 0,0-5 0,0-1 0,7-4 0,5-1 0,3-1 0,2-2 0,1-3 0,-1-7 0,2-3 0,4-2 0,-4-7 0,4-5 0,-2-5 0,0-6 0,2-6 0,-2-3 0,-2-2 0,-2-1 0,-5 3 0,-1 3 0,-7-2 0,2 9 0,2-1 0,-3 5 0,1 9 0,-6 1 0,2 10 0,2 4 0,1 5 0,7 5 0,-6 1 0,7-2 0,-3-2 0,1-1 0,1 1 0,-1 1 0,6-3 0,2 2 0,4-7 0,-4 0 0,4-6 0,4 0 0,2 0 0,-2 0 0,1-2 0,1-4 0,-2-5 0,-2-4 0,-8-3 0,4 1 0,-4 0 0,-4 0 0,-13 0 0,0-1 0,0 1 0,-2 2 0,-3 3 0,-7-1 0,-9 7 0,-2 3 0,2 1 0,2 9 0,2 5 0,0 3 0,0 2 0,-1 0 0,1 1 0,8 5 0,3-1 0,4 7 0,2-6 0,2 0 0,4-6 0,7 0 0,8 1 0,6-9 0,7-3 0,8-4 0,4-2 0,4-2 0,1-4 0,-5-5 0,0-12 0,-9 2 0,-3-8 0,-2 2 0,-10-1 0,-5 5 0,-4 4 0,-9 1 0,2 1 0,-4 0 0,-4 7 0,-4 5 0,2 3 0,-7 2 0,7 2 0,-2 3 0,4 7 0,2 3 0,0 2 0,0 1 0,0-1 0,0 0 0,0 0 0,0 0 0,0 1 0,0-7 0,0 0 0,0-7 0,8 4 0,-4-8 0,7 0 0,-5-8 0,5-3 0,-5-4 0,6-3 0,-1 1 0,6 0 0,0 0 0,1 5 0,-1 1 0,-6 7 0,1-2 0,-1 4 0,6 2 0,1 0 0,-1 0 0,0 2 0,0 4 0,0 4 0,1 7 0,-1 0 0,0 0 0,0-5 0,1-1 0,-1-1 0,0 1 0,0-3 0,8-1 0,2 3 0</inkml:trace>
  <inkml:trace contextRef="#ctx0" brushRef="#br0" timeOffset="14">21201 2235 8912,'-11'0'0,"1"-2"0,2-4 0,-5 5 0,3-7 0,-1 10 0,1 4 0,3 7 0,3 8 0,2 6 0,2 7 0,0 2 0,0 4 0,2-1 0,4 7 0,3-8 0,8 2 0,6-10 0,2-3 0,2-2 0,4-4 0,-5-4 0,3-5 0,-6-5 0,6-7 0,-6-2 0,5-3 0,-7-11 0,2-7 0,-4-7 0,-3 1 0,-3-3 0,-1-3 0,-9 3 0,3 3 0,-4-1 0,-2 7 0,-8 0 0,-3 6 0,-1 1 0,-5 5 0,4 5 0,-10 12 0,4 5 0,2 5 0,-1 8 0,1 5 0,6 6 0,-1 5 0,8-4 0,-1 4 0,3-4 0,2-3 0,2-3 0,3-1 0,13-4 0,10-2 0,12 0 0,6-12 0,4-3 0,2-2 0,1-6 0,5-6 0,3-11 0,8-10 0</inkml:trace>
  <inkml:trace contextRef="#ctx0" brushRef="#br0" timeOffset="15">22302 2269 8912,'-17'-7'0,"0"-3"0,0-7 0,7 8 0,3 1 0,9 17 0,3 9 0,7 6 0,3 3 0,2 6 0,0-5 0,1 3 0,-1-2 0,0 1 0,0-5 0,0 0 0,1 0 0,-7-2 0,1-6 0,-3 0 0,3 0 0,-3-7 0,-3-5 0,2-6 0,3-11 0,4-1 0,-3-16 0,1 0 0,-1-5 0,3 0 0,-4-1 0,-3 3 0,0 1 0,-2 4 0,-1 3 0,1 1 0,-6 5 0,0 7 0,0 0 0,0 7 0,0-2 0,0 12 0,0 5 0,0-1 0,0 1 0,2-1 0,4 1 0,-3-1 0,9-4 0,-6-5 0,5 5 0,3-4 0,7-2 0,2 0 0,-2 0 0,-2 0 0,-2 0 0,0 0 0,0 0 0,0 0 0,1 0 0,-1 2 0,0 4 0,0-1 0,1 9 0,-3 1 0,-4-2 0,-1 7 0,-4 3 0,-4-1 0,3-4 0,-3-1 0,-2 0 0,0-7 0,-7 5 0,-3-6 0</inkml:trace>
  <inkml:trace contextRef="#ctx0" brushRef="#br0" timeOffset="16">22199 1908 8912,'-27'-17'0,"3"0"0,6 0 0,7 0 0,-1-1 0,10 3 0,2 4 0,8 3 0,9 8 0,14 0 0,3 0 0,12 6 0,0 0 0,12 5 0,3-3 0,0 1 0,6 3 0,-6 5 0</inkml:trace>
  <inkml:trace contextRef="#ctx0" brushRef="#br0" timeOffset="17">23593 2355 8912,'-11'0'0,"1"-1"0,0-3 0,1-2 0,5-2 0,-2 3 0,-3 3 0,7-4 0,-4 12 0,4 5 0,2 4 0,0 3 0,0 5 0,0 0 0,0 1 0,2-3 0,2 2 0,2-2 0,-1-2 0,-5-1 0,0-9 0,6-3 0,0-14 0,-2-9 0,3-2 0,-1-10 0,2 1 0,-2-7 0,-3 1 0,9-1 0,-6 7 0,5-1 0,-5 8 0,5 0 0,3 8 0,-5-1 0,3 9 0,-3 1 0,3 10 0,3 3 0,-4 8 0,-3 0 0,-2 1 0,1-1 0,1 0 0,2 0 0,-6-5 0,1-1 0,-3-7 0,6 4 0,3-10 0,5-4 0,-5 2 0,1-7 0,-1 1 0,6-1 0,6-3 0,0 9 0,0-7 0,-6 6 0,0 1 0,1 5 0,5 0 0,0 0 0,0 2 0,1 3 0,-3-1 0,8 8 0,-6-9 0,6 3 0,-6-4 0,5-2 0,-1 0 0,4-2 0,-5-4 0,-1-5 0,-2-4 0,-6-3 0,-5-1 0,-1-4 0,-7 4 0,2-4 0,-12 6 0,-5 6 0,-6-3 0,-4 9 0,-4 1 0,-2 2 0,-2 2 0,-5 0 0,7 8 0,4 3 0,4 4 0,2 3 0,1-1 0,5 2 0,5 2 0,4 2 0,2 0 0,0-6 0,10-6 0,7 1 0,8-8 0,9 1 0,7-3 0,1-4 0,0-3 0,0-7 0,6-3 0,-3-2 0,-2-2 0,-3-4 0,-6 4 0,-5-4 0,-4 9 0,-10 3 0,-4-3 0,-3 7 0,-8-1 0,0 10 0,0 4 0,0 5 0,0 5 0,0 1 0,0 0 0,0 0 0,0 0 0,0-5 0,0-1 0,0 1 0,0 5 0,0-8 0,0-1 0,0-8 0,8 0 0,1-2 0,3-2 0,-1-1 0,1-7 0,5 6 0,0-7 0,2 5 0,4-3 0,-9-2 0,3 7 0,2-6 0,6 5 0,1-3 0,-4 6 0,0-1 0,-2-3 0,-3 2 0,0-1 0,0 3 0,0-2 0,1 2 0,-1-3 0,0 1 0,0-7 0,0 1 0,-1 2 0,-5-1 0,5 1 0,-5-1 0,2-4 0,1 3 0,-3-3 0,1-2 0,-3 0 0,-1 7 0,-8 2 0,2 8 0,2 2 0,1 4 0,-1 6 0,4-1 0,-2 6 0,7-2 0,-2 14 0,5-6 0,1 6 0,0-3 0,0 3 0,6 4 0,0-5 0,0 5 0,-7-1 0,-3-1 0,-2-3 0,-7-7 0,2 2 0,-4-4 0,-2-1 0,-2-3 0,-4-4 0,-5-3 0,-12-8 0,2 0 0,-8-2 0,0-6 0,3-9 0,-7-15 0,6-12 0</inkml:trace>
  <inkml:trace contextRef="#ctx0" brushRef="#br0" timeOffset="18">25486 928 8912,'25'8'0,"11"13"0,16 19 0,15 21 0,-27-18 0,2 4 0,3 5 0,0 3 0,4 6 0,-1 2 0,2 7 0,0 2-723,0 1 1,-3 3 0,-4 0 0,-5 2 722,-8-3 0,-3-1 0,-4-5 0,-6-2 0,-11-10 0,-4-1 0,-3 0 0,-4 0 0,-3 1 0,-5-1 0,-8 3 0,-4 1-62,-2 0 0,-3 0 0,-5-1 0,-3-2 62,-1-4 0,-2-2 0,-1 0 0,0 1 0,-2 2 0,0 1 0,-2-1 0,0 1 0,-2-1 0,0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21:51:51.582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22320 1100 8912,'7'-9'0,"-5"-1"0,4 5 0,-4 1 0,-2-8 0,0 8 0,0-1 0,0 10 0,2 5 0,4 7 0,-5 2 0,5 2 0,-2 4 0,2 2 0,-4 0 0,3 1 0,3 5 0,-2-5 0,-2 5 0,-3 1 0,-1-1 0,0-5 0,0 3 0,0-8 0,0 6 0,0-7 0,0 1 0,0-5 0,0-9 0,8-17 0,2-11 0</inkml:trace>
  <inkml:trace contextRef="#ctx0" brushRef="#br0" timeOffset="1">22681 1049 8912,'-2'-10'0,"-4"4"0,4 5 0,-5 1 0,7 7 0,0 7 0,0 7 0,0 7 0,0 7 0,0 5 0,0-4 0,0 4 0,0-2 0,0 3 0,6-11 0,-1 4 0,9-3 0,-3 3 0,-1-7 0,1-6 0,3-7 0,1 1 0,2-6 0</inkml:trace>
  <inkml:trace contextRef="#ctx0" brushRef="#br0" timeOffset="2">21907 344 8912,'0'-12'0,"-2"1"0,-4-2 0,4-3 0,-4-1 0,4 0 0,2 0 0,0 0 0,0-1 0,0 1 0,-1 0 0,-5 0 0,-4 7 0,-7 4 0,-2 5 0,-2 4 0,-4 7 0,-2 7 0,0 12 0,-1-1 0,-1 5 0,12 1 0,-4 4 0,11-1 0,1-7 0,3-3 0,6 2 0,6-6 0,3 0 0,9-6 0,6 0 0,5-2 0,4-1 0,1-3 0,0 1 0,1 5 0,-1-6 0,1 1 0,-7-7 0,1 7 0,-8-3 0,0 5 0,-6-3 0,-3 3 0,-10 1 0,-2 2 0,-8 0 0,-9 0 0,-8 6 0,-4 0 0,-1 0 0,-1-6 0,4-1 0,3-5 0,-1 3 0,2-9 0,4 1 0,-4-6 0,5-2 0,7-4 0,-2-3 0,7-8 0,0-2 0,6-2 0,0-4 0,0-2 0,0-2 0,0-5 0</inkml:trace>
  <inkml:trace contextRef="#ctx0" brushRef="#br0" timeOffset="3">22096 464 8912,'17'-7'0,"0"-5"0,-7 3 0,-2-1 0,-1 2 0,-5 3 0,6 5 0,-8 7 0,0 5 0,0 3 0,0 8 0,0 2 0,0 0 0,0-1 0,2 1 0,3-2 0,-1-4 0,8 4 0,-7 0 0,7-6 0,-3 4 0,3-9 0,3 1 0,-3-1 0,3-5 0,2-7 0,0 0 0,1-2 0,-1-3 0,0-7 0,0-9 0,0-2 0,-1-7 0,-5 1 0,-1 2 0,-4-1 0,-5 5 0,5-4 0,-4 2 0,-2 2 0,0 6 0,0 7 0,0 5 0,0 10 0,0 11 0,0 7 0,0 2 0,0-3 0,2-2 0,4 2 0,-2-2 0,7-3 0,2 0 0,3 0 0,1-7 0,0-5 0,2-3 0,4-2 0,-4 0 0,4 0 0,2-7 0,-2-5 0,0-3 0,-8-2 0,-1-2 0,-3-4 0,-7 4 0,2-4 0,1 4 0,-1 1 0,0 9 0,-6-6 0,0 15 0,0 0 0,0 9 0,0 6 0,0 3 0,0 5 0,0-1 0,0 3 0,0-2 0,0-4 0,0 4 0,0-4 0,0-1 0,0-1 0,2-2 0,4-4 0,-5 5 0,7-14 0,-8 5 0,0-9 0,0-3 0,2-7 0,4-3 0,-4-2 0,3 0 0,3-1 0,-2 1 0,-1 0 0,-5 0 0,6 5 0,0 1 0,0-1 0,1 3 0,-5 1 0,8 8 0,-4 0 0,-5 0 0,7 2 0,-6 2 0,4 2 0,-4 7 0,3-2 0,-3-1 0,-2 1 0,0-7 0,8 12 0,2-14 0,5-2 0,-4-12 0,5-1 0,-5 1 0,-1-3 0,1 3 0,-5-3 0,5-2 0,-5 2 0,4 1 0,-1 5 0,1 1 0,-5 2 0,7 6 0,-1 0 0,5 2 0,-3 4 0,-1 6 0,1 3 0,-3-4 0,1 1 0,-1 5 0,1 6 0,6 0 0,0-6 0,1-6 0,5 1 0,1-3 0,-1 3 0,16-4 0,-3-8 0</inkml:trace>
  <inkml:trace contextRef="#ctx0" brushRef="#br0" timeOffset="4">23645 464 8912,'9'0'0,"-1"0"0,-8 0 0,-6 2 0,0 4 0,-5 3 0,3 9 0,1-1 0,-1 0 0,2 6 0,6 0 0,0 0 0,0-6 0,2 0 0,4 0 0,4-1 0,7-3 0,0-3 0,0-3 0,6-1 0,0-6 0,0-8 0,-6-3 0,-5-6 0,-1-6 0,-7 2 0,2-8 0,-4 6 0,-2-6 0,-2 7 0,-4-7 0,-6 8 0,-9-2 0,-2 4 0,2 2 0,2 7 0,2 4 0,0-1 0,0 1 0,5 0 0,1 6 0,7 8 0,-4 1 0,8 9 0</inkml:trace>
  <inkml:trace contextRef="#ctx0" brushRef="#br0" timeOffset="5">24316 120 8912,'9'-17'0,"-1"0"0,-8 0 0,0 5 0,-2 1 0,-4-3 0,-3-1 0,-8 8 0,-1 7 0,3 9 0,2 16 0,3 9 0,3 10 0,-5 14 0,6 5 0,1-2 0,5 2 0,0-2 0,0 2 0,2 4 0,3-4 0,-1-6 0,8-3 0,1-8 0,2-4 0,-3-8 0,-1-5 0,-5-10 0,5-2 0,-7-8 0,12-24 0,-7-4 0</inkml:trace>
  <inkml:trace contextRef="#ctx0" brushRef="#br0" timeOffset="6">24109 585 8912,'-9'-8'0,"1"6"0,10-6 0,4 8 0,3 0 0,9 0 0,6 0 0,5 0 0,6 0 0,3 0 0,4 2 0,2 4 0,4-4 0,9 4 0,2-4 0,4-2 0,12-8 0,-4-2 0</inkml:trace>
  <inkml:trace contextRef="#ctx0" brushRef="#br0" timeOffset="7">25417 275 8912,'-11'-2'0,"-1"-4"0,7 5 0,-7-5 0,1 4 0,-1 11 0,3 9 0,1 8 0,4 7 0,2 7 0,2 0 0,0 6 0,0-6 0,0 8 0,0-2 0,2 1 0,2-1 0,2-6 0,-3-3 0,5-9 0,-2 1 0,0-8 0,-6 2 0,0-12 0,-8-3 0,-4-8 0,-3-15 0,-2-4 0</inkml:trace>
  <inkml:trace contextRef="#ctx0" brushRef="#br0" timeOffset="8">25193 499 8912,'0'-35'0,"0"8"0,0 5 0,2 1 0,4-2 0,-2 11 0,7 1 0,1 1 0,5 4 0,2 1 0,2 7 0,4 3 0,2 7 0,-4 3 0,6 2 0,-8 0 0,2 1 0,-4 5 0,-2-1 0,-6 1 0,1-5 0,-8 1 0,1 4 0,-3-4 0,-2 4 0,-2-4 0,-3-2 0,1 0 0,-8 0 0,1 1 0,-6-1 0,5-2 0,1-4 0,7-1 0,-2-4 0,4-4 0,10 5 0,3-7 0,5 2 0,1 4 0,6-4 0,0 4 0,2 1 0,-2-1 0,-4 2 0,4-3 0,-2 7 0,2 3 0,-10-3 0,4-1 0,-11 0 0,0 7 0,-4-1 0,-2 0 0,-8 0 0,-4 0 0,-9 1 0,-3-1 0,-3 0 0,-4 0 0,6 0 0,2 1 0,4-9 0,2-3 0,0-4 0,7-10 0,3-9 0,7-10 0</inkml:trace>
  <inkml:trace contextRef="#ctx0" brushRef="#br0" timeOffset="9">25813 533 8912,'0'17'0,"0"0"0,6 1 0,-1-1 0,-1 0 0,-2 0 0,-2 0 0,0 1 0,0-1 0,0 0 0,0 0 0,8-7 0,1-3 0</inkml:trace>
  <inkml:trace contextRef="#ctx0" brushRef="#br0" timeOffset="10">25951 550 8912,'11'15'0,"-1"-1"0,-1-5 0,1-1 0,-4 5 0,3-1 0,-1 3 0,-2 2 0,-6 1 0,5-1 0,1 0 0,-2 0 0,-2 0 0,-2 0 0,0 1 0,0-1 0,0 0 0,0 0 0,0 0 0,0 1 0,-2-9 0,-4-3 0,4-4 0,-5-10 0,7-5 0,0-6 0,0-4 0,1-6 0,5 6 0,4-7 0,7 1 0,0-3 0,0-3 0,1 6 0,1 3 0,2 1 0,2 4 0,2 8 0,-3 1 0,-2 8 0,3-1 0,1 5 0,-1 5 0,0 5 0,-6 7 0,1 0 0,-1 0 0,0 1 0,0-1 0,1 0 0,-1 0 0,2-5 0,4-1 0,-4-7 0,4 2 0,2-4 0,-2-2 0,0-2 0,-6-4 0,0 2 0,0-7 0,-1-3 0,-5-1 0,-1-4 0,-5-4 0,-3 4 0,4-4 0,-4 4 0,-2 2 0,-8-1 0,-3 1 0,-5 0 0,-1 7 0,0 5 0,0 3 0,0 2 0,-1 0 0,3 2 0,4 3 0,-3 5 0,7 7 0,-3 0 0,6 1 0,-2-1 0,5 0 0,1 0 0,0 0 0,1-1 0,5-5 0,4 2 0,7-7 0,0 0 0,2-6 0,4 0 0,6 0 0,-2-8 0,1-3 0,1-4 0,5-3 0,-5 1 0,0 0 0,-8 2 0,2 3 0,-4-1 0,-2 7 0,0-5 0,1 5 0,-1 2 0,0 2 0,-2 4 0,-3 4 0,1-2 0,-7 7 0,7-7 0,-3 4 0,7-8 0,0 0 0,0 0 0,-5-2 0,-1-4 0,-1-4 0,1-7 0,-1 2 0,-4 3 0,-4-3 0,3 4 0,-3 1 0,-4 1 0,-3 1 0,-5 2 0,-7 6 0,0 0 0,5 8 0,1 3 0,7 5 0,-2 1 0,4 0 0,2 0 0,0 0 0,0 1 0,0-7 0,0 1 0,2-1 0,4 6 0,3-5 0,9-3 0,-1-1 0,0-4 0,6-2 0,0-2 0,2 0 0,-2 0 0,-4 0 0,4 0 0,2 0 0,-2-2 0,-2-2 0,-2-2 0,-2 0 0,0 6 0,0-7 0,1 5 0,-7-6 0,1 8 0,-7 2 0,7 4 0,-8-4 0,11 5 0,-6-7 0,9-5 0,-1-1 0,0 0 0,0 6 0,1 0 0,-7 0 0,0 0 0,-1 2 0,1 4 0,3 5 0,-8 12 0,-1-2 0,-5 8 0,0 0 0,0 5 0,0 0 0,-2 1 0,-1-1 0,-3 0 0,-8 1 0,3-1 0,-4-7 0,-2-4 0,-8-6 0,-4-5 0,-11-5 0,-4-7 0</inkml:trace>
  <inkml:trace contextRef="#ctx0" brushRef="#br0" timeOffset="11">25813 17 8912,'-11'0'0,"-1"0"0,8 0 0,-9 2 0,7 4 0,0-2 0,6 7 0,0 2 0,0-3 0,2 0 0,4-3 0,4-1 0,7-6 0,-8 0 0,5-2 0,-9-4 0,1 4 0,-13-5 0,3 9 0,-8 3 0,1 5 0,-6 7 0</inkml:trace>
  <inkml:trace contextRef="#ctx0" brushRef="#br0" timeOffset="12">9534 4161 8912,'-2'-23'0,"-2"-2"0,-4 0 0,-1 0 0,-3 4 0,1 2 0,-1 2 0,1 7 0,-6 5 0,-1 3 0,-1 2 0,-2 2 0,-2 3 0,-2 13 0,4 10 0,-3 7 0,-3 5 0,-2 4 0,-5 7 0,-1 9 0,1 3 0,-1 3 0,1 3 0,5 6 0,1-1 0,7 6-156,-2-5 0,5-1 156,7-5 0,-2-10 0,7-5 0,4-10 0,6-8 0,5-7 0,9-18 0,6-11 0,3-25 0,8-11 0</inkml:trace>
  <inkml:trace contextRef="#ctx0" brushRef="#br0" timeOffset="13">9740 4453 8912,'-17'0'0,"0"-2"0,-1-2 0,1-1 0,0 1 0,-2 2 0,-4 2 0,2 7 0,-6 7 0,2 5 0,4 4 0,4 2 0,6-2 0,-3 1 0,9 5 0,-1 2 0,8-8 0,3-2 0,7-2 0,5-2 0,6 0 0,-2-5 0,8-1 0,-6-5 0,5 5 0,-5-5 0,6 5 0,-8-5 0,4 4 0,-2-1 0,0 1 0,-6-1 0,-6 3 0,-7 3 0,2-3 0,-4 5 0,-2 6 0,-10-4 0,-7 4 0,-8-4 0,-1-2 0,-7 0 0,4 0 0,5-7 0,1-4 0,3-4 0,5-4 0,4-4 0,-5-11 0,7-10 0</inkml:trace>
  <inkml:trace contextRef="#ctx0" brushRef="#br0" timeOffset="14">10050 4625 8912,'-12'6'0,"1"-1"0,7 9 0,-2-3 0,3 6 0,-3 6 0,4-2 0,-4 6 0,4 0 0,2 0 0,0-1 0,0 3 0,0 3 0,0-12 0,8-3 0,1-10 0</inkml:trace>
  <inkml:trace contextRef="#ctx0" brushRef="#br0" timeOffset="15">10050 4556 8912,'-8'-27'0,"4"-9"0,-7 7 0,7-5 0,-2 11 0,-1 0 0,1 6 0,0 0 0,14 9 0,3 8 0,7 8 0,5 9 0,3 0 0,9 0 0,-1 1 0,1-1 0,-1-2 0,0-2 0,1-1 0,-1-1 0,1 7 0</inkml:trace>
  <inkml:trace contextRef="#ctx0" brushRef="#br0" timeOffset="16">10463 4573 8912,'9'12'0,"-3"-1"0,4-7 0,-8 4 0,-2-8 0,-4 2 0,-8 1 0,-1 3 0,-2 8 0,-3-5 0,1 8 0,0 1 0,0-1 0,5 0 0,1 0 0,7 0 0,-2 1 0,4-1 0,2 0 0,0-6 0,0 1 0,0-8 0,2 3 0,4-7 0,4 0 0,7 0 0,0-2 0,0-3 0,-1 1 0,-5-8 0,2 7 0,-7-7 0,8 8 0,-3-1 0,-1 3 0,1 2 0,-7 7 0,4 5 0,-3 5 0,1 6 0,0 0 0,-6 11 0,0-3 0,0 9 0,0 2 0,0-2 0,0 0 0,0-5 0,0 1 0,-2 0 0,-4 0 0,-5-3 0,-5-10 0,-1 0 0,-2-4 0,-4-2 0,4-7 0,-4-5 0,4-3 0,2-4 0,-1-5 0,1-10 0,8-10 0,3-13 0,4 3 0,10-20 0,1 4 0</inkml:trace>
  <inkml:trace contextRef="#ctx0" brushRef="#br0" timeOffset="17">10893 4711 8912,'-9'-8'0,"1"6"0,8-5 0,0 7 0,0 2 0,0 3 0,0 7 0,0 3 0,0 4 0,0 4 0,0-2 0,0 8 0,0-6 0,0 5 0,0-5 0,0 6 0,0-8 0,0 2 0,0-4 0,0-2 0,0 0 0,0-7 0,0-2 0,0-22 0,2-5 0,4-6 0,1-3 0,5-7 0,3 7 0,-4-1 0,3 8 0,-3-2 0,3 4 0,-9 2 0,9 7 0,-5 3 0,9 7 0,-7 9 0,-1 6 0,-1 8 0,1 4 0,-1 2 0,3 5 0,3-1 0,-3-5 0,-3 3 0,3-8 0,-1 0 0,6-6 0,0-8 0,1-3 0,-1-4 0,0-4 0,0-4 0,0-5 0,1-6 0,-1-6 0,0-4 0,0-7 0,1-1 0,-1 1 0,-6 5 0,1 1 0,-9 1 0,5-2 0,0 6 0,-6 12 0,5-5 0,-7 22 0,0 0 0,6 9 0,0 8 0,5-2 0,-3 6 0,0 0 0,-1-1 0,5 1 0,-7 2 0,9 1 0,-3-7 0,-1 0 0,1-6 0,-5 1 0,4-1 0,-3 0 0,-3 0 0,6-7 0,-8-3 0,5-7 0,-7-2 0,0-3 0,-7-12 0,-3-10 0</inkml:trace>
  <inkml:trace contextRef="#ctx0" brushRef="#br0" timeOffset="18">11427 4556 8912,'-10'-17'0,"4"0"0,-1 5 0,1 1 0,0 7 0,6-4 0,0 8 0,2 2 0,4 4 0,5-2 0,10 7 0,4 3 0,2 1 0,2-5 0,13 5 0,2-6 0</inkml:trace>
  <inkml:trace contextRef="#ctx0" brushRef="#br0" timeOffset="19">11960 4436 8912,'-17'0'0,"0"0"0,-1 7 0,3-3 0,4 8 0,-3-1 0,9 6 0,1 3 0,2 2 0,2 5 0,0 8 0,0 7 0,0 3 0,0 5 0,0 2 0,6-1 0,1 1 0,1-1 0,-1 1 0,7-8 0,-3-4 0,-3-4 0,-2-1 0,1-7 0,-1 1 0,0-8 0,-14-4 0,-3-11 0,-5-4 0,-1-2 0</inkml:trace>
  <inkml:trace contextRef="#ctx0" brushRef="#br0" timeOffset="20">11702 4934 8912,'0'-9'0,"0"1"0,0 1 0,8 5 0,3-4 0,4-2 0,3 3 0,12-1 0,6 6 0,8 0 0,10 0 0,5-2 0,10-4-407,0 4 0,0-21 1,0 4-1</inkml:trace>
  <inkml:trace contextRef="#ctx0" brushRef="#br0" timeOffset="21">12425 4745 8912,'-25'0'0,"6"-5"0,-4-1 0,4-2 0,1 2 0,1 5 0,0-5 0,0 4 0,0 10 0,-1 3 0,7 12 0,-1 6 0,1 3 0,-6 2 0,5-1 0,1-4 0,7 3 0,-2-3 0,4 1 0,2-1 0,0-4 0,0-8 0,8-7 0,2-3 0,1-9 0,-1-3 0,-3-7 0,7-3 0,-12-2 0,5-1 0,-7 1 0,0 6 0,0-1 0,0 1 0,0-6 0</inkml:trace>
  <inkml:trace contextRef="#ctx0" brushRef="#br0" timeOffset="22">12287 4883 8912,'0'-12'0,"0"1"0,2 7 0,2-4 0,1 1 0,1 3 0,-6-7 0,0 7 0,0 4 0,0 11 0,6 6 0,0 6 0,-1 2 0,-5 4 0,0 9 0,2-4 0,2 3 0,2-1 0,0-2 0,-6 1 0,2-7 0,3 1 0,-3-8 0,4 2 0,-2-6 0,1-5 0,-3-5 0,14-22 0,-7-4 0</inkml:trace>
  <inkml:trace contextRef="#ctx0" brushRef="#br0" timeOffset="23">12407 4522 8912,'-17'0'0,"0"-2"0,0-4 0,5 4 0,1-3 0,-1 5 0,3 5 0,-1-1 0,5 8 0,3 5 0,-4 6 0,4 0 0,4-6 0,4 0 0,5 0 0,4-2 0,3-3 0,5 1 0,0-7 0,-1 0 0,-4-6 0,-3-2 0,-4-4 0,3 2 0,-8-7 0,-3-3 0,-1-1 0,-2-2 0,-2 0 0,-3 0 0,1 1 0,-8 5 0,1-3 0,-6 9 0,-1-1 0,1 6 0,0 0 0,0 0 0,7 8 0,3 1 0,14 16 0,3 2 0</inkml:trace>
  <inkml:trace contextRef="#ctx0" brushRef="#br0" timeOffset="24">13010 4642 8912,'-8'-17'0,"6"0"0,-7 1 0,3 5 0,2 3 0,-7 8 0,-3 8 0,-9 5 0,-3 8 0,-1 8 0,-4 4 0,8 1 0,-4 6 0,10 0 0,-4 6 0,10-6 0,3 0 0,2-5 0,4-3 0,2-3 0,10 1 0,7-7 0,8-7 0,9-11 0,9-3 0,2-2 0,11-2 0,1-3 0,1-5 0,-7-9 0,1-4 0,-1-4 0,1-7 0</inkml:trace>
  <inkml:trace contextRef="#ctx0" brushRef="#br0" timeOffset="25">13526 4814 8912,'-2'-11'0,"-4"-1"0,3 3 0,-9-3 0,3-3 0,-3 3 0,-3 3 0,3-3 0,-3 9 0,-2-3 0,0 4 0,-1 4 0,1 4 0,6 5 0,-1 12 0,1 4 0,1-1 0,3 5 0,7-8 0,0 6 0,0-6 0,0 5 0,0-5 0,1 0 0,5-8 0,6-3 0,3 1 0,2-7 0,2 0 0,4-6 0,-2-8 0,8-4 0,0-3 0,5-2 0,-5 0 0,-1 0 0,-7-2 0,2-4 0,-4 3 0,-3-2 0,-5 2 0,5 3 0,-15 6 0,5-1 0,-4 9 0,-2-5 0,0 16 0,2-5 0,4 9 0,3-6 0,9 5 0,-1-7 0,2 2 0,2-5 0,2-1 0,0 0 0,-6 0 0,0 0 0,0 0 0,1 0 0,-3-1 0,-4-5 0,-3 4 0,-6-6 0,4 8 0,-4 8 0,3 3 0,-3 5 0,-2 1 0,0 0 0,0 0 0,0 0 0,0 1 0,0-1 0,0 0 0,0 0 0,0-5 0,0-1 0,0 3 0,0-7 0,0 1 0,0-22 0,2-3 0,4-2 0,-2-8 0,7-1 0,1 1 0,5-2 0,-6 3 0,1-3 0,-1 2 0,6 8 0,-1 0 0,-5 4 0,5 3 0,-5 1 0,4 3 0,3 8 0,1 2 0,4 4 0,-4 5 0,4 12 0,-2-4 0,2 4 0,-4-4 0,4-2 0,-6 1 0,-6-1 0,5 0 0,-7 0 0,3-1 0,-1-5 0,-7 4 0,4-13 0,-1 6 0,3-16 0,7-1 0</inkml:trace>
  <inkml:trace contextRef="#ctx0" brushRef="#br0" timeOffset="26">14662 4556 8912,'-17'0'0,"-1"0"0,1 0 0,0 0 0,7 0 0,-3 2 0,7 4 0,1 7 0,-3 8 0,6 8 0,-4 11 0,4 2 0,2 4 0,2 2 0,4-8 0,4 6 0,9-6 0,2-4 0,2-5 0,1-7 0,-1-6 0,-2-9 0,8-3 0,-2-4 0,2-2 0,3-2 0,-3-4 0,3-9 0,3-8 0,-1-8 0,1 3 0,-9 1 0,-3-2 0,-4 1 0,-3-7 0,-5 1 0,-5 0 0,-4-1 0,-2 1 0,-6 1 0,-2 5 0,-3 5 0,-8 4 0,2 9 0,-6 4 0,4 6 0,1 6 0,-5 5 0,0 12 0,6 4 0,6 8 0,7 5 0,-2 0 0,4 0 0,2-6 0,8 1 0,5-1 0,10-1 0,12-5 0,9-3 0,13-8 0,0-2 0,12-3-434,-4-4 1,12-24-1,-8-3 1</inkml:trace>
  <inkml:trace contextRef="#ctx0" brushRef="#br0" timeOffset="27">16727 4195 8912,'-8'-17'0,"-1"0"0,-3 0 0,3-1 0,1 1 0,2 8 0,6 3 0,-2 14 0,-2 9 0,-1 9 0,-3 15 0,4 4 0,-1 7 0,1 5 0,-4-1 0,2 7 0,1-8 0,6 1 0,3-7 0,2-3 0,13-10 0,0-1 0,6-12 0,6-10 0,3-7 0,6-12 0,-3-5 0,3-12 0,-4-6 0,-1-11 0,-9-2 0,-3-4 0,-6-2 0,-5 8 0,-4-4 0,-8 10 0,-8-2 0,-4 13 0,-5 3 0,-6 7 0,4 5 0,-4 8 0,-2 10 0,2 7 0,-5 8 0,5 9 0,2 7 0,9-1 0,-1 6 0,7-6 0,0 5 0,6-4 0,10-3 0,7-10 0,8-3 0,10-7 0,1-3 0,4-4 0,-2-5 0,8-12 0,-8-5 0,4-10 0,-3-4 0,-5-2 0,-3-1 0,-14-7 0,-2 3 0,-3 3 0,-5-3 0,-7 3 0,0 2 0,0-2 0,0 8 0,0-1 0,-2 10 0,-3 6 0,3 4 0,-6 12 0,8 7 0,0 8 0,0 11 0,2 4 0,4 6 0,3-2 0,9 2 0,1-8 0,4 2 0,-4-5 0,4-7 0,1-5 0,-1-11 0,0 1 0,-5-7 0,-1-4 0,0-14 0,-6-1 0,1-16 0,-8-1 0,2-10 0,1 3 0,-1-5 0,-2 2 0,-2 0 0,-2 0 0,0 6 0,-6 1 0,0 4 0,0 5 0,6 6 0,2 3 0,4 4 0,6 3 0,10 8 0,0-2 0,4-2 0,-1-1 0,6-9 0,-4 5 0</inkml:trace>
  <inkml:trace contextRef="#ctx0" brushRef="#br0" timeOffset="28">17811 4453 8912,'0'27'0,"0"-4"0,-2-10 0,-4-1 0,4-1 0,-3 6 0,-3-5 0,2-1 0,1 1 0,5 5 0,0-6 0,0 1 0,0-7 0,0 7 0,9-8 0,8 1 0,2-3 0,10-2 0,-2-2 0,2-3 0,3-5 0,-3-7 0,3-6 0,3 0 0,-9-2 0,-3 2 0,-9 4 0,-3-4 0,-7-2 0,2 3 0,-6-1 0,-8 5 0,-7 1 0,-6 0 0,-8 8 0,6 3 0,-5 4 0,3 2 0,-2 4 0,-4 7 0,5 8 0,-3 16 0,8 1 0,-2 4 0,11 4 0,7 8 0,3 1 0,2 4 0,4-11 0,7 0 0,12-10 0,8-7 0,5-4 0,4-8 0,6-7 0,11-5 0,-3-12 0,3-11 0,-1-6 0,1-11 0,-11-1 0,0-4 0,-8 2 0,-4-8 0,-5 0 0,0-6 0,-10 7 0,-2-1 0,-2 0 0,-9-6 0,0-1 0,-6-5 0,0 7 0,0-1 0,0 12 0,0 10 0,0 5 0,-2 17 0,-4 8 0,2 17 0,-7 18 0,5 9 0,-5 13 0,1-2 0,-1 8 0,-3 0 0,9 6 0,-7 6 0,6-1 0,1-5 0,5-6 0,0-8 0,0 3 0,7-7 0,5-5 0,5-11 0,6-13 0,4-8 0,7-3 0,1-9 0,-1-2 0,-1-9 0,-5-14 0,12-12 0,-3-9 0</inkml:trace>
  <inkml:trace contextRef="#ctx0" brushRef="#br0" timeOffset="29">18826 3662 8912,'-7'27'0,"5"-8"0,-4-8 0,4-5 0,2 6 0,4-1 0,7 8 0,14 8 0,12 13 0,1 12 0,8 16 0,0 11-312,-20-37 0,-1 2 0,-2 6 1,-4 3 311,0 6 0,-3 2 0,-2 5 0,-2 2 0,-2 3 0,-2 1 0,-4-3 0,-3-2 0,-2-4 0,-3 0 0,-6-1 0,-5-2 0,-6 1 0,-4-1 0,-6 3 0,-3 2 0,-2 1 0,-3-1 0,-8 3 0,-3-2 0,-3 0 0,-3 0 0,-5 2 0,-2 0 0,-3-2 0,0-1 0</inkml:trace>
  <inkml:trace contextRef="#ctx0" brushRef="#br0" timeOffset="30">21683 7892 8912,'11'0'0,"1"0"0,1 0 0,3-2 0,1-4 0,-2 2 0,-2-5 0,-1-1 0,1 1 0,-3 3 0,1-4 0,3 3 0,-7-7 0,3 12 0,-6-5 0,1-1 0,1 6 0,-6-6 0,2 7 0,4-5 0,3 2 0,9-7 0,-1 7 0,0-2 0,0-2 0,0 3 0,1-3 0,-1 2 0,0 4 0,0-3 0,1 3 0,-1 2 0,0-6 0,0 0 0,0 1 0,1 5 0,-1 0 0,0 0 0,0 5 0,0 1 0,8 2 0,4-5 0,5 5 0,7 2 0,2-7 0,9 3 0,4 2 0,7-2 0,-6-1 0,12-5 0,-4 0 0,4 0 0,-6 0 0,0 0 0,-8 2 0,3 4 0,-7-4 0,-3 4 0,-2-5 0,2-1 0,0 2 0,-2 4 0,1-4 0,-7 4 0,10-4 0,2-2 0,1 0 0,10 0 0,8 0 0,11 0 0,8 0 0,8 0 0,-3 0 0,3 0 0,-8 0-246,2 0 0,-6 0 246,-6 0 0,2 0 0,-7 0 0,-1 0-76,-5 0 1,-2 0 75,-4 0 0,-4 5 0,-5 1 0,3-2 0,6-2 0,4 0 0,2 4 0,6-5 0,-1 5 0,9-2-183,-3 2 0,2-4 183,-2 3 0,3-3 0,-7-2 0,1 0 0,-1 0 0,4 0 0,-5 0 0,-8 0 0,-10 0 0,-3 0 0,-3 0 0,-1 0 116,-4 0 1,4 0 0,-3 0-1,7 0-116,3 0 0,8 0 0,-2 0 0,-1 0 0,1 0 0,-8 0 0,3 0 0,-1 0 0,-4 0 0,-3 0 76,0 0 1,0-5-77,1-1 0,7 0 195,-1 6 0,0 0-195,-5 0 0,-6 0 0,0 0 0,0 0 0,5 0 0,-7 0 0,-2 0 0,-2-2 0,1-4 0,10 3 0,-5-9 0,10 8 0,-5-1 0,3-3 0,9 2 0,-8 0 0,3 6 0,-5-1 0,-1-3 0,-2-2 0,-5 2 0,5 2 0,-4 2 0,-4 0 0,-2 0 0,2-2 0,-2-3 0,12 3 0,-6-4 0,8-2 0,-11 3 0,3 1 0,0 2 0,-6-4 0,6 0 0,-7-1 0,1 1 0,-10 2 0,-1-7 0,0 7 0,5-2 0,1-1 0,-1 1 0,-5 0 0,-1 6 0,-1-6 0,2 1 0,-4 1 0,-1 2 0,-3 2 0,8 0 0,-8 0 0,2 0 0,-4 0 0,-2 0 0,1 0 0,-1 0 0,-6 0 0,1 0 0,-8 0 0,3 0 0,-7 0 0,0 0 0,-7 0 0,-3 0 0,-22 0 0,-5 0 0</inkml:trace>
  <inkml:trace contextRef="#ctx0" brushRef="#br0" timeOffset="31">5094 8321 8912,'-17'16'0,"-1"-5"0,1-5 0,0-4 0,0-2 0,7 0 0,4 0 0,12 0 0,4 0 0,7 2 0,2 2 0,4 1 0,0 9 0,11-3 0,5 3 0,14-1 0,5-4 0,5-1 0,5 4 0,7-7 0,3-1 0,8-10 0,-5-3 0,-5-10 0,-5-2 0,-10-2 0,-7-6 0,-8 6 0,-14-5 0,-15 5 0,-7 0 0,-12 6 0,-4-1 0,-7 3 0,-8 4 0,-14 1 0,-11 4 0,-5 4 0,-6-3 0,-5 10 0,-7 7 0,1 3 0,-1 2 0,0 2 0,0 4 0,8-4 0,4 4 0,3-2 0,2 2 0,3-4 0,3 4 0,6-4 0,11-3 0,8-3 0,8-1 0,5-9 0,16 5 0,3-8 0,6 0 0,6 0 0,6 0 0,11 0 0,4 0 0,8 0 0,5-8 0,0-3 0,14-4 0,-2-3 0,4-1 0,-5-4 0,-6-1 0,-5-7 0,-3 4 0,-3 2 0,-15 3 0,-7 4 0,-17 7 0,-12-1 0,-19 10 0,-22 2 0,-10 8 0,-18 9 0,-8 6 0,-3 0 0,-2 6-170,2-6 0,5 5 170,12-5 0,6 0 0,13-6 0,7 1 0,7-1 0,16-8 0,-1 7 0,17-14 0,4 3 0,5-3 0,4-2 0,10 0 0,4 0 0,5-7 0,7-5 0,4-5 0,5-6 0,0 2 0,-4-8 0,3 1 0,-7-1 0,4 0 0,-4 1 0</inkml:trace>
  <inkml:trace contextRef="#ctx0" brushRef="#br0" timeOffset="32">5042 7720 8912,'-17'-12'0,"2"1"0,1-3 0,3-1 0,5 4 0,-4-1 0,3-1 0,1 5 0,6 1 0,0 10 0,0 9 0,0-1 0,0 14 0,2 0 0,4 4 0,-4 3 0,3 2 0,3 1 0,-2-1 0,1 1 0,-1-1 0,-4 0 0,4 1 0,1-7 0,-1 1 0,0-8 0,-6-4 0,8-9 0,1-8 0</inkml:trace>
  <inkml:trace contextRef="#ctx0" brushRef="#br0" timeOffset="33">5008 7651 8912,'-12'0'0,"1"0"0,5 0 0,-5 0 0,5-6 0,-6 0 0,9-7 0,-5 9 0,8-7 0,0 5 0,2-3 0,4 1 0,3 0 0,8 3 0,1-5 0,-1-7 0</inkml:trace>
  <inkml:trace contextRef="#ctx0" brushRef="#br0" timeOffset="34">5369 7617 8912,'-17'0'0,"0"0"0,-1 5 0,1 1 0,0-2 0,0-2 0,0-2 0,-1 0 0,1 5 0,2 3 0,2 2 0,1 3 0,6-3 0,-5 1 0,7 1 0,-2 5 0,4 0 0,2 0 0,0 0 0,0 0 0,0 1 0,2-3 0,4-4 0,4-3 0,7-8 0,0 0 0,-2-2 0,-3-4 0,3-3 0,-3-8 0,1-2 0,-2-4 0,3 4 0,-8-4 0,5 2 0,-5-2 0,5 4 0,-5-4 0,0 9 0,-6 3 0,2 5 0,3-5 0,-3 7 0,6-4 0,-8 16 0,0 3 0,6 10 0,-1 2 0,1 0 0,2 2 0,-4-6 0,7 4 0,1-2 0,5 2 0,0-10 0,0 5 0,0-5 0,1-4 0,-1-1 0,0-8 0,0-8 0,0-1 0</inkml:trace>
  <inkml:trace contextRef="#ctx0" brushRef="#br0" timeOffset="35">5576 7393 8912,'-10'10'0,"-5"-3"0,13-7 0,-6 0 0,2 2 0,1 4 0,1 5 0,2 5 0,2 8 0,0 5 0,0 4 0,0 1 0,2 6 0,4 0 0,5-2 0,4-1 0,-1-5 0,3-3 0,-7-4 0,12-8 0,-6 0 0,7 0 0,-4-7 0,-2-4 0,6-6 0,2-6 0,0-6 0,0-3 0,-1-10 0,-1-3 0,-9-3 0,3 2 0,-6-3 0,1 3 0,-3-3 0,-3-3 0,-4 9 0,4 3 0,-4 4 0,-2 1 0,0 9 0,0 1 0,0 22 0,0 3 0,0 11 0,0 1 0,0 4 0,0 1 0,2 0 0,3 1 0,-1-1 0,6 0 0,-3-1 0,-3-4 0,-2 1 0,-2-7 0,0 8 0,0-3 0,-4 5 0,-7 1 0,-8 2 0,-16 5 0,-22-5 0,-6 6 0</inkml:trace>
  <inkml:trace contextRef="#ctx0" brushRef="#br0" timeOffset="36">27637 7840 8912,'17'0'0,"-1"-2"0,-3-2 0,-3-3 0,-3-3 0,-1 4 0,-6-5 0,-2 7 0,-2-4 0,-2 1 0,1 5 0,5-8 0,0 5 0,0 1 0,0-8 0,0 9 0,0-5 0,0 8 0,-2 0 0,-6 4 0,-9 7 0,-10 12 0,-11 12 0,-2 10 0,-12 16 0,6 20 0,17-32 0,-1 3-265,3 4 0,2 3 0,0 3 1,1 2 264,0 4 0,2 1 0,3-2 0,1 0 0,0-4 0,2 0 0,5-4 0,3-1 0,4-9 0,2-1 0,2 42 0,6-16 0,7-15 0,8-15 0,0-11 0,8-16 0,0 0 0,5 0 0,1-1 0,-1-5 0,10-3 0,8-8 0,7 0 0,10 0 0,5-8 0,1-3 0,-2-5-450,-10-1 450,-12-15 0,-9 3 0,-11-11 0,-8 4 0,-8 1 0</inkml:trace>
  <inkml:trace contextRef="#ctx0" brushRef="#br0" timeOffset="37">28050 8253 8912,'0'-23'0,"0"0"0,0 2 0,0 2 0,0 2 0,0-1 0,0 1 0,0 8 0,0 3 0,0 12 0,0 5 0,6 6 0,0 6 0,7 6 0,-3 9 0,1 4 0,1 2 0,-1-4 0,6 6 0,-5 0 0,-1 5 0,-5-5 0,3-2 0,-1-2 0,-4-4 0,0 3 0,1-7 0,-3 2 0,4-13 0,-4-4 0,-2-13 0,-8-23 0,-1-19 0</inkml:trace>
  <inkml:trace contextRef="#ctx0" brushRef="#br0" timeOffset="38">28480 8218 8912,'0'-17'0,"0"0"0,0 0 0,0 0 0,0-1 0,0 7 0,0-1 0,-2 9 0,-3-3 0,-3 14 0,-3 9 0,-5 8 0,5 9 0,-10 6 0,-2 0 0,-6 8 0,6-2 0,-5 2 0,5-3 0,-2-3 0,2-7 0,4 3 0,-4-4 0,4 3 0,1-14 0,9-6 0,3-6 0,4-7 0,2 4 0,14-8 0,7 0 0,7 0 0,9 0 0,8-6 0,1 0 0,6-5 0,5 5 0,-3-2 0,3 3 0,-3 3 0,-3-4 0,-5 4 0,0 2 0,-2 0 0,0 0 0,-7 2 0,-7 4 0,-9 1 0,2 5 0,-4-4 0,-17-1 0,-4 3 0</inkml:trace>
  <inkml:trace contextRef="#ctx0" brushRef="#br0" timeOffset="39">28171 8579 8912,'11'0'0,"1"0"0,-9 8 0,3 3 0,-4 5 0,-2 1 0,0 10 0,0 5 0,0 6 0,0 1 0,0 5 0,0 1 0,0-1 0,0 2 0,0-10 0,0-1 0,0-1 0,2-7 0,2 0 0,1-4 0,1-12 0,2-3 0,-6-16 0,5-1 0</inkml:trace>
  <inkml:trace contextRef="#ctx0" brushRef="#br0" timeOffset="40">29341 8321 8912,'-17'0'0,"-1"-7"0,1-5 0,8-3 0,3-2 0,12 2 0,7 1 0,8 3 0,8-3 0,3-1 0,3-2 0,-1 0 0,0 0 0,7-1 0,-1 1 0,2 6 0,-4 1 0,2 1 0,-2-1 0,-1 6 0,-3-2 0,-7 5 0,-2-7 0,-8-2 0</inkml:trace>
  <inkml:trace contextRef="#ctx0" brushRef="#br0" timeOffset="41">29530 8459 8912,'-17'10'0,"0"5"0,-1-13 0,9 5 0,3-7 0,12-1 0,7-7 0,8-9 0,14-1 0,11-4 0,3-3 0,3 2 0,2-2 0,3 2 0,-4 4 0,5-4 0,-5-11 0,-1-3 0</inkml:trace>
  <inkml:trace contextRef="#ctx0" brushRef="#br0" timeOffset="42">30717 7874 8912,'-28'0'0,"1"0"0,2 0 0,4 0 0,4-1 0,5-5 0,14-6 0,16-9 0,10-3 0,11-3 0,4 0 0,9-2 0,0 3 0,-1 5 0,1-2 0,0 2 0,-3 9 0,-1 6 0,-4 5 0,-2 1 0,-2 0 0,-13 0 0,-2 0 0</inkml:trace>
  <inkml:trace contextRef="#ctx0" brushRef="#br0" timeOffset="43">30786 8046 8912,'-28'0'0,"-1"0"0,-2 0 0,7 0 0,8 0 0,16 0 0,12-2 0,9-3 0,13-7 0,12-11 0,11-3 0,6-9 0,8 7 0,0 1 0,-4 0 0,0 0 0,-2 6 0,-2-2 0,-6 6 0,-11 6 0,-13 1 0,-16 4 0,-8 5 0,-16-15 0,-3 7 0</inkml:trace>
  <inkml:trace contextRef="#ctx0" brushRef="#br0" timeOffset="44">30958 7359 8912,'-34'0'0,"1"0"0,3 0 0,1 0 0,8 0 0,-2 7 0,10 7 0,3 9 0,3 11 0,1 8 0,6 10 0,2 9 0,4 8 0,1-3 0,5 3 0,9-2 0,-4-10 0,6 1 0,0-7 0,-4-7 0,4-4 0,-4-3 0,-2-3 0,0-7 0,1-4 0,-9-12 0,-1-11 0,-8-17 0,0-10 0</inkml:trace>
  <inkml:trace contextRef="#ctx0" brushRef="#br0" timeOffset="45">30993 7187 8912,'-12'0'0,"1"0"0,5 4 0,-5 7 0,7 14 0,-2 15 0,4 15 0,2 3 0,0 12 0,0 7 0,2-1 0,4 1 0,3-3 0,9-5 0,-1-8 0,0-4 0,6-11 0,0-6 0,2-2 0,-2 3 0,-4-13 0,4 1 0,-10-8 0,-1-4 0,-9-7 0,13-18 0,-7-11 0</inkml:trace>
  <inkml:trace contextRef="#ctx0" brushRef="#br0" timeOffset="46">31612 7118 8912,'-11'0'0,"-1"0"0,7 0 0,-7 0 0,8-8 0,-3 8 0,7 0 0,0 10 0,0 7 0,0 6 0,0 4 0,0 7 0,2 6 0,3 2 0,7 0 0,3 0 0,2 10 0,1-6 0,-1 2 0,0-8 0,-6-6 0,1 0 0,-8-1 0,1-10 0,-3 0 0,-2-6 0</inkml:trace>
  <inkml:trace contextRef="#ctx0" brushRef="#br0" timeOffset="47">31371 7599 8912,'-15'-11'0,"4"-1"0,3 1 0,8-6 0,0 0 0,8 1 0,3 5 0,10-4 0,2 3 0,8-3 0,-3-2 0,5-1 0,1 1 0,6 0 0,1 0 0,-3 0 0,-2-1 0,-1 1 0,-1 0 0,-1 0 0,-5 0 0,3 5 0,-8 1 0,-6 5 0,-6-5 0,-7 7 0,4-4 0,-8 10 0,0 4 0,0 3 0,-2 9 0,-2-1 0,-2 0 0,-5 0 0,5 0 0,-1 0 0,1 1 0,4-1 0,-4 0 0,2 0 0,-1 0 0,3 1 0,-4-1 0,-4-8 0,8 7 0,-5-7 0</inkml:trace>
  <inkml:trace contextRef="#ctx0" brushRef="#br0" timeOffset="48">31819 7049 8912,'-8'-17'0,"6"0"0,-3 0 0,3 5 0,2 1 0,0 5 0,0-6 0,7 9 0,5-3 0,11 12 0,-2 3 0,7 8 0,-5 1 0,6-1 0,-6 2 0,4 4 0,0 5 0,-1 5 0,-5-4 0,2-1 0,-9 1 0,-3 5 0,-7-1 0,2-5 0,-4 3 0,-2-8 0,0-2 0,-2-4 0,-4-5 0,2-5 0,-7-7 0,7 0 0,-10-2 0,9-3 0,-1-7 0,6-11 0,0 2 0,0-7 0,2-1 0,4-5 0,-3-1 0,7 1 0,0-1 0,-1 1 0,-3 1 0,5 5 0,-1-3 0,1 8 0,3 0 0,-9 6 0,9 2 0,-3 3 0,5 5 0,-1 16 0,-4 9 0,3 1 0,-8 9 0,5-7 0,-5 2 0,1 2 0,-1-2 0,-4 0 0,4-6 0,-2 0 0,-1 1 0,3-1 0,8-8 0,-5-1 0,8-10 0,1-4 0,-3-9 0,-4-8 0,5-7 0,-5 1 0,4-4 0,3-1 0,-1 0 0,0-1 0,0 7 0,0-1 0,-1 8 0,-5-2 0,4 12 0,-13 3 0,12 10 0,-9 4 0,3 3 0,-2 8 0,5 0 0,-1 1 0,1-1 0,1-2 0,5-3 0,2-5 0,4-7 0,2 0 0,4 0 0,1-4 0,-7-5 0,0-8 0,2-2 0,-8-8 0,0-2 0,-1-3 0,-11-3 0,1 3 0,-6 3 0,-2-1 0,-3 7 0,-5 2 0,-7 9 0,-2 5 0,-4 7 0,2 3 0,-6 7 0,2 11 0,4 10 0,-4-1 0,2 10 0,2 2 0,10-2 0,1-5 0,4-7 0,5-1 0,-5 2 0,12 1 0,7-7 0,8-2 0,2-9 0,9-7 0,7-3 0,3-2 0,-4-7 0,12-10 0,-4-12 0,1-5 0,-1-7 0,2 3 0,-8-8 0,-2 0 0,-7-3 0,-4 1 0,-2 2 0,-8 10 0,-6 2 0,-7 7 0,4 17 0,-8 3 0,0 8 0,0 5 0,0 6 0,2 5 0,3 6 0,-1 4 0,6 9 0,-1 2 0,1 2 0,-4 2 0,5-2 0,-7-3 0,2 3 0,-6-4 0,-6-2 0,-6 3 0,-10 3 0,-5-6 0,-8 1 0,1-3 0,0-9 0,5 0 0,0-6 0,0-2 0,3-3 0,1-12 0,8-10 0</inkml:trace>
  <inkml:trace contextRef="#ctx0" brushRef="#br0" timeOffset="49">30098 8975 8912,'-17'6'0,"0"1"0,-1 1 0,1 1 0,2 1 0,1 3 0,3 3 0,5 8 0,-3 5 0,1 5 0,4 7 0,2 3 0,4 7 0,4 1 0,5-1 0,5-1 0,1-4 0,2 0 0,2-10 0,2-4 0,-2 1 0,-2-14 0,-2-2 0,3-11 0,2 0 0,-6-4 0,7-2 0,-14-8 0,8-4 0,-3-5 0,-5-6 0,5 2 0,-8-7 0,5 7 0,-5-2 0,-1-2 0,-5 2 0,0-2 0,0 2 0,0 4 0,0-4 0,0 4 0,-1 4 0,-5 3 0,4-3 0,-8 13 0,5-4 0,3 14 0,-4 7 0,2 8 0,-2 4 0,4-4 0,-3 6 0,3-7 0,2 7 0,0-8 0,0 2 0,0-4 0,0-2 0,7-1 0,5-5 0,-2-3 0,1-8 0,4 0 0,6 0 0,-2-8 0,4-3 0,-2-7 0,2-4 0,-4 2 0,4-4 0,-5 1 0,-7 0 0,3-2 0,-9 2 0,9 4 0,-12-6 0,3 8 0,-3 9 0,-2 8 0,0 10 0,0 13 0,2 5 0,4 12 0,-2-1 0,7 7 0,-5-1 0,5 7 0,1-6 0,5 0 0,-2-8 0,-1 0 0,-3-5 0,3-5 0,-5-9 0,3-1 0,-9-9 0,5-1 0,-10-8 0,-5 0 0,-11-10 0,-8-5 0,-15-10 0,-3-2 0</inkml:trace>
  <inkml:trace contextRef="#ctx0" brushRef="#br0" timeOffset="50">30804 8889 8912,'11'-6'0,"-1"-2"0,-1 1 0,1-1 0,-5 2 0,7 6 0,-6 2 0,5 4 0,-5 6 0,3 12 0,1 9 0,0 5 0,-1 16 0,3-3 0,-3 5 0,-3-5 0,1 1 0,5-1 0,1 1 0,-7-1 0,7-7 0,-1-3 0,-2-7 0,1-5 0,-7-5 0,3-22 0,-7-4 0,0-15 0</inkml:trace>
  <inkml:trace contextRef="#ctx0" brushRef="#br0" timeOffset="51">30855 9112 8912,'-25'18'0,"6"-1"0,-6-8 0,16-1 0,3-8 0,14-2 0,9-4 0,8-11 0,11-10 0,2-1 0,2-1 0,8 2 0,-2-1 0,-2-3 0,2 8 0,-13 0 0,1 6 0,-11 7 0,-6 3 0,-25 14 0,-11 3 0</inkml:trace>
  <inkml:trace contextRef="#ctx0" brushRef="#br0" timeOffset="52">29978 9439 8912,'-23'0'0,"2"-2"0,5-4 0,9 3 0,12-9 0,14-5 0,16-8 0,11 0 0,9 0 0,1-5 0,7 1 0,-4 2-184,10-1 1,-8 7 183,14-2 0,-7 4 0,13 2 0,-7-1 0,7 1 0,-16-8 0,2-1 0</inkml:trace>
  <inkml:trace contextRef="#ctx0" brushRef="#br0" timeOffset="53">31784 8648 8912,'0'-17'0,"0"0"0,0 0 0,0 7 0,-1-3 0,-5 7 0,-6 4 0,-3 6 0,-4 5 0,-4 9 0,4 1 0,-4 4 0,4 5 0,2 5 0,1 1 0,5 1 0,-3-1 0,9 0 0,-1-5 0,6 0 0,8-8 0,3 2 0,4-6 0,3-6 0,6-3 0,5-8 0,9-8 0,4-3 0,2-5 0,4-1 0,2-8 0,2-3 0,-1-5 0,1-1 0,-3 0 0,-3-1 0,-11 8 0,-12 4 0,-6 4 0,-6 2 0,-3 0 0,-16 7 0,-3 5 0,-4 3 0,-3 2 0,1 2 0,0 3 0,0-1 0,0 8 0,-1-1 0,3 1 0,2-1 0,1 2 0,8-5 0,-3 2 0,7-5 0,7-3 0,5 4 0,3-6 0,2-6 0,3 2 0,2-7 0,-1 1 0,8-1 0,-6-4 0,4 3 0,-2-1 0,-4 1 0,-4 3 0,-6 3 0,5 4 0,-7-13 0,1 13 0,-2-6 0,-8 10 0,0 4 0,0 4 0,0 1 0,0 0 0,0-7 0,-8 12 0,6-14 0,-6 5 0,8-9 0,0-3 0,8 1 0,3-8 0,-1 1 0,1-6 0,-1-1 0,1 1 0,5 0 0,-5 0 0,3 0 0,-3-1 0,4 9 0,-5 1 0,1 2 0,1 1 0,-6-1 0,5 6 0,-5 0 0,5 0 0,-5 6 0,6-1 0,-1 7 0,6-6 0,-5 5 0,1-5 0,4-2 0,4-2 0,8-2 0,-6 0 0,8 0 0,-3 0 0,-1-8 0,2-3 0,-1-5 0,7-1 0,-8-2 0,-5-2 0,0-4 0,0-2 0,-10 1 0,-1-3 0,-7 4 0,-4 8 0,-2 0 0,-3 0 0,-5 7 0,-7 4 0,-6 6 0,0 6 0,-6 4 0,6 7 0,-5 6 0,5 0 0,0 5 0,6-5 0,5 6 0,1-6 0,7 5 0,-2-5 0,4-2 0,2-2 0,10-7 0,7-1 0,8-7 0,11 2 0,4-4 0,6-2 0,4-8 0,1-3 0,-1-10 0,-4-2 0,2-2 0,-8 2 0,0 2 0,-5-8 0,-9 3 0,-3-3 0,-11-2 0,-7 8 0,-3-7 0,-9 13 0,-5-1 0,-9 3 0,-2 9 0,-5 1 0,5 5 0,0 2 0,6 3 0,-1-1 0,1 8 0,2 1 0,3 2 0,-1 3 0,7-1 0,2 0 0,2 0 0,2 0 0,0 0 0,2 1 0,4-1 0,-2-8 0,7-3 0,1-4 0,5-2 0,-5-8 0,-1-3 0,1-6 0,5-4 0,-2-4 0,-3-2 0,1-7 0,-7-6 0,1-8 0,-3 2 0,2-4 0,-2-1 0,-2-1 0,-2 1 0,-6 7 0,0 4 0,-5 11 0,5 6 0,0 12 0,0 5 0,1 12 0,-1 11 0,6 11 0,0 13 0,0 4 0,0 5 0,0 2 0,0 5 0,0 2 0,2 0 0,4 1 0,3 3 0,8-6 0,1 0 0,-1-5 0,0 1 0,0 5 0,-7-7 0,-5 1 0,-10-8 0,-5-10 0</inkml:trace>
  <inkml:trace contextRef="#ctx0" brushRef="#br0" timeOffset="54">30821 10333 8912,'-12'0'0,"1"0"0,-3 0 0,-1 0 0,-2 0 0,0 0 0,-1 0 0,1 0 0,0 0 0,0 0 0,2 10 0,1 5 0,5 8 0,1 4 0,2 3 0,6 8 0,0 4 0,0 2 0,6-11 0,0 1 0,13-5 0,-2-2 0,4-8 0,4-6 0,-4-9 0,8 2 0,-6-12 0,3-7 0,1-9 0,0-6 0,-6-5 0,2-1 0,-10 0 0,-1-1 0,-8-5 0,1 0 0,-5-6 0,-5 6 0,-7 2 0,-11 9 0,2-1 0,-8 7 0,1 7 0,-7 11 0,3 5 0,3 5 0,4 5 0,8 7 0,2 8 0,3 4 0,5-3 0,7 3 0,9-8 0,8 2 0,8-4 0,2-2 0,13 0 0,-3 1 0</inkml:trace>
  <inkml:trace contextRef="#ctx0" brushRef="#br0" timeOffset="55">31079 10333 8912,'17'-8'0,"0"-3"0,-7-4 0,-3-3 0,-7 9 0,0 1 0,0 24 0,0 1 0,0 11 0,0-3 0,0-8 0,0 1 0,0-1 0,2 0 0,4 0 0,-2-7 0,7-4 0,1 1 0,5-1 0,0-2 0,1-10 0,-1 0 0,0-11 0,0 2 0,0-14 0,-1-1 0,-5-3 0,3-1 0,-9-1 0,1 7 0,-6-1 0,0 8 0,0-2 0,0 4 0,0 9 0,0 5 0,0 10 0,0 5 0,0 7 0,6 6 0,-1 0 0,3 0 0,-2-6 0,1 0 0,5 0 0,3-7 0,-5 3 0,7-7 0,0-2 0,0-10 0,6-3 0,0-10 0,-2-2 0,-2-2 0,4-8 0,0 2 0,-2-9 0,-9-2 0,3-8 0,-5 2 0,-1-3 0,-1-1 0,-8 4 0,0 6 0,0 4 0,0 9 0,0 8 0,0 8 0,-8 14 0,1 7 0,-5 19 0,-1 11 0,7 6 0,0 9 0,6 2 0,0 1 0,0-7 0,0-5 0,0 0 0,2-6 0,4 6 0,4-8 0,7 2 0,-2-5 0,-3-7 0,3-5 0,-4-11 0,5 3 0,1-6 0</inkml:trace>
  <inkml:trace contextRef="#ctx0" brushRef="#br0" timeOffset="56">31475 10075 8912,'-12'0'0,"1"0"0,7-2 0,-2-3 0,20 1 0,8-8 0,11-1 0,7-2 0,-2-3 0,6 1 0,-2 0 0,6 0 0,-4 0 0</inkml:trace>
  <inkml:trace contextRef="#ctx0" brushRef="#br0" timeOffset="57">32421 9422 8912,'12'0'0,"-1"0"0,-5 0 0,5 0 0,-7 2 0,2 3 0,-6 7 0,-4 11 0,-2 7 0,2 9 0,-3 6 0,1 13 0,0 5 0,-1 4 0,5-4 0,-4 0 0,4-8 0,2 2 0,2-11 0,4-6 0,-2-11 0,7-8 0,2-7 0,3-9 0,1-10 0,6-5 0,0-7 0,0-6 0,-6 0 0,0-8 0,0 3 0,-5-3 0,-1 2 0,-5-1 0,4 5 0,-3-2 0,-1 6 0,-6-2 0,0 12 0,0 3 0,0 10 0,0 4 0,0 5 0,0 12 0,0 4 0,0 0 0,0 3 0,0-7 0,0 0 0,2-6 0,4 1 0,5-1 0,4-6 0,3 1 0,1-8 0,4 1 0,-4-5 0,4-5 0,-4-5 0,-2-7 0,-2-6 0,-3 0 0,-3-2 0,-3 2 0,-4 2 0,4-7 0,-12 7 0,-5-2 0,-10 3 0,-2 3 0,-8 0 0,2 2 0,-3 3 0,-3-3 0,1 6 0</inkml:trace>
  <inkml:trace contextRef="#ctx0" brushRef="#br0" timeOffset="58">32266 10041 8912,'-27'-2'0,"5"-4"0,10-3 0,6-9 0,8-1 0,10-4 0,9-3 0,19-9 0,6-1 0,11-2 0,6-2 0,4 1 0,-6 13 0,-3 8 0,-7 3 0,-5 9 0,-9 16 0,-9 13 0,-16 9 0,-7 9 0,-18 2 0,-21 17 0,-10 1 0</inkml:trace>
  <inkml:trace contextRef="#ctx0" brushRef="#br0" timeOffset="59">31578 10986 8912,'-27'0'0,"4"0"0,0 8 0,4 4 0,4 5 0,0 6 0,1 5 0,3 12 0,-3-1 0,9 6 0,-1-4 0,6 4 0,0 3 0,0 2 0,2-6 0,3-4 0,-1-10 0,8-1 0,-8-2 0,3 0 0,-1-8 0,0-6 0,-1-9 0,-5 4 0,0-8 0,0-8 0,0-4 0,6-3 0,0-2 0,7-2 0,-1-4 0,3 4 0,2-4 0,0 4 0,1 2 0,1 1 0,4 5 0,-4-2 0,6 5 0,-2 0 0,0 1 0,5 1 0,-5 6 0,0 0 0,-6 0 0,1 8 0,-1 3 0,-8 10 0,-3 4 0,-6 2 0,-6 3 0,-5 3 0,-12 1 0,-4 0 0,-7 1 0,-6-7 0,-1 1 0,-4-8 0,4 2 0,7-10 0,5-3 0,1-4 0,1-8 0,2-8 0,8-13 0,7-11 0,10-10 0,10-8 0</inkml:trace>
  <inkml:trace contextRef="#ctx0" brushRef="#br0" timeOffset="60">31853 11382 8912,'17'0'0,"3"-8"0,3-3 0,3-5 0,9-1 0,-1-2 0,1-4 0,-3 2 0,-3-7 0,1 5 0,-7-6 0,0 6 0,-6-6 0,-7 3 0,-4-3 0,-6 8 0,-6 8 0,-9 5 0,-8 8 0,-8 4 0,2 7 0,-3 3 0,-2 14 0,1 7 0,4 5 0,-1 6 0,7-6 0,6 6 0,5-6 0,8 6 0,-1-6 0,6-2 0,11-2 0,7-9 0,16-4 0,1-10 0,4-1 0,2-8 0,4 1 0,4-3 0,-4-2 0,3-7 0,3-5 0,-8-9 0,-4-2 0,-4-15 0,-1 2 0</inkml:trace>
  <inkml:trace contextRef="#ctx0" brushRef="#br0" timeOffset="61">33109 10694 8912,'0'36'0,"2"5"0,2 6 0,4 9 0,1 7 0,5 4 0,-5 1 0,3 1 0,-6-8 0,3-3 0,-1-7 0,-4-5 0,-2-6 0,-2-11 0,0-4 0,0-8 0</inkml:trace>
  <inkml:trace contextRef="#ctx0" brushRef="#br0" timeOffset="62">33419 9439 8912,'10'-8'0,"5"6"0,-2-1 0,9 10 0,6 16 0,5 21 0,1 29 0,1 17 0,-18-38 0,0 3 0,0 6 0,-2 4 0,0 3 0,-1 1 0,2 5 0,-1 1 0,-3 6 0,-1 1 0,-1 0 0,-1 0-125,-2-4 1,-1 0 0,-1 1 0,-2-1 0,-3-4 0,-2-1 0,-1 2 0,-2 1 124,-2 2 0,-3-1 0,-2-9 0,-3 0 0,-4 0 0,-2 1 0,0-2 0,-2 0 0,-3-1 0,-1 0 0,-2 2 0,-2 1 0,-2 3 0,-2-1 0,0-4 0,-1-2 0,-4 1 0,-1 0 0,5-3 0,0-2 0,-4 0 0,-1 0 0,3 1 0,0-1 0,-2-1 0,0 0 0</inkml:trace>
  <inkml:trace contextRef="#ctx0" brushRef="#br0" timeOffset="63">5610 10711 8912,'-8'10'0,"-3"-4"0,-4-4 0,-5-2 0,-1 0 0,-1 0 0,-1 0 0,-2 0 0,-2 0 0,-7 0 0,-1 0 0,1 0 0,5 7 0,2 5 0,2 3 0,4 2 0,-2 2 0,6 4 0,-4-2 0,10 8 0,3 1 0,0 10 0,3 6 0,-1 4 0,0 9 0,6 4 0,0-2 0,0 2 0,0-1 0,0 1 0,6-6 0,0-11 0,9-4 0,0-8 0,6-3 0,0-8 0,6-8 0,2-15 0,1 0 0,-1 0 0,2-10 0,-8-7 0,0-2 0,-6-10 0,0 3 0,0-3 0,-2-3 0,-3 3 0,-3-2 0,-5 1 0,2 3 0,-2 2 0,4-5 0,-3 1 0,1 2 0,-6-1 0,0 5 0,0-6 0,0 2 0,0-1 0,0 3 0,0 8 0,0-1 0,0 1 0,0 8 0,0 3 0,0 12 0,0 5 0,0 4 0,6 10 0,-1 4 0,9 3 0,-3 3 0,-1-1 0,1 1 0,1-7 0,5 1 0,0-1 0,0 7 0,1-8 0,-1-4 0,0-4 0,0-10 0,8-1 0,2-8 0</inkml:trace>
  <inkml:trace contextRef="#ctx0" brushRef="#br0" timeOffset="64">5799 11124 8912,'0'-17'0,"0"0"0,0 5 0,0 1 0,-7 7 0,-5-2 0,3 6 0,-3 6 0,1 3 0,-7 9 0,1 1 0,0 4 0,0-4 0,2 4 0,3-2 0,6 2 0,3-4 0,-3 4 0,4-4 0,-4-2 0,4 0 0,10 0 0,3 0 0,7-7 0,5-4 0,1-4 0,5-2 0,4-6 0,-5 0 0,5-15 0,1 2 0</inkml:trace>
  <inkml:trace contextRef="#ctx0" brushRef="#br0" timeOffset="65">6006 11072 8912,'34'0'0,"-13"-5"0,-4-1 0,-11-7 0,0 1 0,-4 3 0,-2-3 0,0 8 0,0-11 0,2 13 0,4-4 0,3 4 0,8 2 0,0 0 0,1 0 0,-1-7 0,0-3 0</inkml:trace>
  <inkml:trace contextRef="#ctx0" brushRef="#br0" timeOffset="66">6109 11347 8912,'-17'10'0,"5"3"0,1-7 0,7 0 0,-4-6 0,10 0 0,4 0 0,7-8 0,16-3 0,2-10 0,15-2 0,0 0 0,5 6 0,-1-2 0,-4-4 0,11-4 0,-3-7 0</inkml:trace>
  <inkml:trace contextRef="#ctx0" brushRef="#br0" timeOffset="67">6643 11072 8912,'0'18'0,"-2"-3"0,-4-4 0,2-1 0,-7-4 0,5 1 0,-6 5 0,7 3 0,-5-4 0,2 5 0,3 1 0,5 0 0,0 0 0,0 1 0,7-9 0,5-3 0,9-4 0,2-2 0,2-2 0,-2-4 0,-4-3 0,4-9 0,-6-1 0,-6-2 0,-3-2 0,0 2 0,-6-4 0,3 3 0,-5-7 0,-5 6 0,-5 0 0,-7 6 0,-2 0 0,-4-1 0,4 7 0,-4-1 0,4 7 0,1-7 0,-7 1 0,-1-6 0</inkml:trace>
  <inkml:trace contextRef="#ctx0" brushRef="#br0" timeOffset="68">6815 10247 8912,'0'-51'0,"0"7"0,0 3 0,5 13 0,3 7 0,2 9 0,3 12 0,10 14 0,6 20 0,9 16 0,2 30 0,-17-33 0,0 3 0,-2 9 0,-2 3 0,1 4 0,-2 2-441,1 5 1,-1 1 0,-1-2 0,0 1 440,0 7 0,0 0 0,0-4 0,-1-1 0,-1 2 0,-1 1 0,1-2 0,-2 1 0,-3 0 0,-2 0 0,-3 0 0,-5 1-275,-8 10 0,-7 2 0,2-28 1,-4 1-1,-4 1 275,-8 6 0,-5 1 0,-1 0 0,0 1 0,-2 1 0,-2 0 0,-6 5 0</inkml:trace>
  <inkml:trace contextRef="#ctx0" brushRef="#br0" timeOffset="69">21201 11777 8912,'-11'-2'0,"-1"-3"0,6-3 0,-3-5 0,-1 3 0,1 2 0,5 3 0,-4 5 0,8 0 0,2 0 0,4 0 0,-2 0 0,7 0 0,1 0 0,5 0 0,-6 0 0,1 0 0,-1 0 0,7 0 0,1 0 0,2 0 0,4 0 0,1 0 0,3 0 0,5 0 0,3 0 0,3 0 0,4-2 0,7-2 0,3-2 0,3 2 0,3-3 0,3 1 0,4-2 0,-4 5 0,2-5 0,-2-2 0,-10 7 0,-7-3 0,-2 4 0,2 2 0,2-6 0,-8 0 0,8 1 0,-2 5 0,4 0 0,1 0 0,7 0 0,-1 0 0,6 0 0,-6 0 0,8 0 0,-2 0 0,4 0 0,4 0 0,4 0 0,5 0 0,-2 0 0,3 0 0,-3 0-154,2 0 1,-3 0 153,-8 0 0,-2-6 0,-4 0 0,7 1 0,-6 5 0,-1 0 0,-12 0 0,1 0 0,0 0 0,-1 0 0,1 0 0,-6 0 0,0 0 0,-6 0 0,6 0 0,5 0 0,7 0 0,7 0 0,-2 0 0,2 0 0,-2 0 0,2-6 0,-8 0 0,1 0 0,-7 6 0,-1 0 0,-4 0 0,4-2 0,-6-1 0,1-3 153,1 2 1,-6 2-154,6 2 0,-7 0 0,1 0 0,-4 0 0,-2 0 0,-5 0 0,0 0 0,-2 0 0,1 0 0,-3 0 0,-8 0 0,1 0 0,-1 0 0,0 0 0,-7 0 0,-3 0 0,-7 0 0,0 0 0,-7 0 0,5 0 0,-8 0 0,4 0 0,-5 0 0,-6 2 0,-6 4 0,2-2 0,-8 7 0,-7-7 0,-10 2 0,-6 3 0,-5 3 0,-4-3 0,-8 3 0,0-3 0,0 3 0,-4 3 0,-7-4 0,6-1 0,-13 1 0,3 1 0,0-3 0,4 5 0,2-8 0,1-1 0,4 3 0,8-6 0,4 4 0,0-5 0,0-1 0,-2-1 0,-6-5 0,0 4 0,0-4 0,0 2 0,1-1 0,6 3 0,5-4 0,3-2 0,3 3 0,-1-1 0,1 6 0,-1-2 0,0-4 0,-1 4 0,-5-3 0,1 3 0,-8 2 0,-2 0 0,2 0 0,6 0 0,-4 0 0,0 0 0,-6 0 0,0 2 0,0 3 0,0-3 0,0 4 0,6 2 0,0-3 0,8 7 0,-3-6 0,11 5 0,1-5 0,6 1 0,-6-1 0,6-4 0,-6 4 0,6-4 0,-6-2 0,6 5 0,-6 1 0,2 0 0,-2-6 0,4 2 0,9 2 0,3 1 0,1-1 0,8-2 0,-2-2 0,4 0 0,9 0 0,3 0 0,7 0 0,7 0 0,-5 0 0,6 0 0,-8 0 0,0 0 0,7 0 0,-5 0 0,14 0 0,-5 0 0,4 0 0,3 0 0,1 0 0,4 0 0,3-2 0,9-4 0,7 5 0,4-7 0,5 2 0,7 0 0,-3-1 0,8 1 0,0 2 0,6-7 0,6 1-168,-1-1 1,3-3 167,-2 9 0,-3-7 0,8 6 0,-7-7 0,2 2 0,-10 3 0,-2 2 0,-8-1 0,5-1 0,-3 0 0,0 1 0,3-1 0,-5 4 0,4-2 0,2 3 0,6-1 0,2-2 0,-4 4 0,-13-4 0,-1 5 0,1 1 0,-2-2 0,-4-4 0,1 4 0,-6-4 0,5 4 0,-6 2 0,7-2 167,-1-3 1,-4 3-168,-1-4 0,1 2 0,-2-1 0,0 3 0,-6-4 0,-1 4 0,-3 2 0,-3 0 0,-2 0 0,-2-6 0,-6 1 0,0 1 0,1 2 0,-1 2 0,0 0 0,-7 0 0,-3 0 0,-7 0 0,0 0 0,-7 0 0,5 0 0,-8 0 0,4 0 0,3 0 0,-9 0 0,-1 0 0,-10 0 0,2 6 0,-8-1 0,-7 3 0,-10-2 0,-13-4 0,-10 3 0,-10 3 0,-12-2 0,1-1 0,-6-3 0,2 2 0,5 2 0,3 0-169,5-6 1,5 1 168,7 5 0,0-4 0,2 4 0,4-4 0,6-2 0,3 0 0,3 2 0,-1 1 0,0 3 0,8 2 0,4-4 0,4 3 0,1 3 0,3-4 0,3 3 0,6-1 0,4-4 0,2 5 0,7-7 168,3 6 1,9-8-169,3 0 0,-3 0 0,6 0 0,0 0 0,-6 0 0,5 0 0,-7 0 0,2 0 0,4 0 0,-4 0 0,7 0 0,-3 0 0,-2 0 0,7 0 0,-7 2 0,4 1 0,-1 3 0,3 0 0,7 2 0,0 1 0</inkml:trace>
  <inkml:trace contextRef="#ctx0" brushRef="#br0" timeOffset="70">1222 10557 8912,'-2'-29'0,"-2"2"0,-2 2 0,3 8 0,1 10 0,4 10 0,3 20 0,7 6 0,3 3 0,2 9 0,0 1 0,-1 1 0,-5 5 0,3-6 0,-9-2 0,7-3 0,-6-3 0,5 4 0,-5-1 0,-1-7 0,3-3 0,-6-4 0,4-6 0,-4 0 0,-8-9 0,-2-8 0,-1-12 0,-5-9 0,1-7 0,2-12 0,-5-4 0,5-8 0,-5-1 0,-1-5 0,6-1 0,-1-4 0,8 10 0,-1 10 0,3 5 0,2 6 0,0 9 0,15 15 0,8 20 0,8 13 0,3 15 0,6 9 0,0 9 0,1-1 0,-7-5 0,0-1 0,1 1 0,-1-5 0,1-6 0,-1-9 0,0-15 0,-5-1 0,0-5 0,-8-11 0,2-11 0,-10-14 0,-1-10 0,-9-3 0,3-14 0,-4 3 0,-2-12 0,-2 0 0,-4-1 0,-9 1 0,-8-2 0,-5-2 0,5 8 0,0 7 0,5 10 0,1 12 0,0 3 0,9 25 0,8 11 0,10 14 0,5 7 0,10 9 0,4-1 0,3 0 0,3-6 0</inkml:trace>
  <inkml:trace contextRef="#ctx0" brushRef="#br0" timeOffset="71">2306 10196 8912,'-8'-18'0,"4"7"0,-7-1 0,7 11 0,0 2 0,8 15 0,0 14 0,7 12 0,1 2 0,-2 4 0,5 0 0,-4 0 0,3-3 0,-3 3 0,3-6 0,-9-2 0,7-3 0,-7-5 0,-1-3 0,-2-6 0,-2-4 0,-7-10 0,-3-1 0</inkml:trace>
  <inkml:trace contextRef="#ctx0" brushRef="#br0" timeOffset="72">2220 10196 8912,'0'-18'0,"0"1"0,8 0 0,3 0 0,4 1 0,3 5 0,4-2 0,1 7 0,8 0 0,-2 6 0,1 0 0,1 0 0,-4 0 0,-2 0 0,-3 2 0,-4 4 0,-9 3 0,-3 9 0,-4 1 0,-2 4 0,-2-2 0,-4 7 0,-3 1 0,-9 5 0,1-5 0,0 0 0,0-3 0,0 3 0,-1 2 0,1-8 0,6-2 0,-1-10 0,1-3 0,-6-8 0,-1 0 0</inkml:trace>
  <inkml:trace contextRef="#ctx0" brushRef="#br0" timeOffset="73">2805 10127 8912,'-15'2'0,"1"1"0,3 5 0,-3 2 0,5-5 0,-3 7 0,3 1 0,-3 8 0,7 4 0,3 2 0,2-4 0,0 5 0,2-7 0,3 2 0,5-9 0,7-3 0,0-7 0,1 2 0,5-4 0,-1-2 0,1-8 0,-5-3 0,-1-10 0,0-2 0,-2-8 0,-3 4 0,-5-1 0,1-1 0,-6 8 0,4-2 0,-4-4 0,-10 8 0,-3-4 0,-5 10 0,-1 1 0,0 9 0,0-5 0,7 8 0,2-2 0,8-4 0,0 4 0,8-13 0,2 6 0</inkml:trace>
  <inkml:trace contextRef="#ctx0" brushRef="#br0" timeOffset="74">3080 9903 8912,'-7'-17'0,"3"6"0,-8-1 0,7 8 0,-7-1 0,8-5 0,-11 8 0,13-6 0,-11 16 0,7 4 0,0 3 0,6 2 0,0 0 0,0 0 0,2 1 0,4-1 0,4 4 0,7-4 0,-4 4 0,4-9 0,-3 1 0,9-2 0,-4 3 0,-2-9 0,2 3 0,2-4 0,2 4 0,-2 1 0,-2-5 0,-2 2 0,1 1 0,-1-1 0,-6 2 0,1-3 0,-8-1 0,1 8 0,-5-7 0,-5 7 0,-1-1 0,-11 7 0,1-1 0,-12 0 0,5-2 0,-6-3 0,8 1 0,-2-7 0,4-1 0,2-5 0,5 0 0,3-1 0,1-5 0,-5-19 0,3-11 0</inkml:trace>
  <inkml:trace contextRef="#ctx0" brushRef="#br0" timeOffset="75">3373 9869 8912,'0'-10'0,"8"3"0,-7 7 0,7 0 0,-2 2 0,0 3 0,5 5 0,-5 7 0,0 2 0,-6 4 0,5-2 0,1 6 0,-2-2 0,-2-4 0,-2-2 0,0-2 0,0 0 0,0 0 0,0-7 0,0 5 0,0-5 0</inkml:trace>
  <inkml:trace contextRef="#ctx0" brushRef="#br0" timeOffset="76">3287 9714 8912,'-6'-34'0,"0"-1"0,-5 7 0,5-1 0,0 8 0,6-2 0,0 10 0,0 1 0,0 1 0,8 1 0,4 5 0,3 3 0,2 2 0,2 0 0,4 0 0,-2-2 0,8-4 0,-8 4 0,19-13 0,-4 5 0</inkml:trace>
  <inkml:trace contextRef="#ctx0" brushRef="#br0" timeOffset="77">3665 9456 8912,'-9'0'0,"-6"0"0,3 0 0,4 8 0,3 3 0,3 7 0,2 4 0,0 11 0,0 7 0,2 8 0,3-2 0,-1 1 0,8-1 0,-3 2 0,3-8 0,3 4 0,-3-10 0,3 5 0,2-11 0,-5-5 0,-1-6 0,-5-1 0,5-11 0,-5 1 0,5-6 0,-7-7 0,2-5 0,2-9 0,-3-2 0,7-7 0,-6 1 0,1-9 0,-1-2 0,-4-1 0,6 7 0,-3 2 0,1 3 0,0 4 0,-6 8 0,5 0 0,1 0 0,2 7 0,-2 4 0,-4 4 0,7 12 0,-3 7 0,-2 0 0,7 6 0,-5 2 0,5-2 0,-5 0 0,6-6 0,-7 4 0,7-4 0,-8 4 0,1-9 0,3-3 0,-2 3 0,1-8 0,-1 1 0,-4-3 0,6-17 0,-8-4 0</inkml:trace>
  <inkml:trace contextRef="#ctx0" brushRef="#br0" timeOffset="78">3924 9456 8912,'-18'-7'0,"7"3"0,-1-8 0,9 8 0,-5-3 0,8 7 0,0 0 0,8 0 0,-5 7 0,9 5 0,-8 3 0,1 2 0,-3 1 0,-17-1 0,-4 0 0</inkml:trace>
  <inkml:trace contextRef="#ctx0" brushRef="#br0" timeOffset="79">3631 9955 8912,'-8'-27'0,"6"0"0,-3 4 0,10 2 0,7-7 0,5 5 0,6-6 0,-2 8 0,8-4 0,1 2 0,3 0 0,1-1 0,1 1 0,-1 4 0,1-4 0,-1 2 0,0-2 0,-5 6 0,0-1 0,-8 3 0,2 9 0,0-1 0,-6 1 0,-2 4 0,-9-4 0,-4 4 0,5 2 0,-7 0 0,0 0 0,6 8 0,2 4 0,1 3 0,-3 2 0,6 0 0,-7 0 0,7 1 0,-6-1 0,5 0 0,-1 0 0,1 0 0,-1-5 0,-5-1 0,-1-1 0,8 1 0,-8-3 0,11-8 0,-8-2 0,5-6 0,-6-7 0,-4-6 0,3-9 0,1 1 0,2-4 0,-3-1 0,-3 5 0,4 1 0,-2 5 0,2-6 0,-4 8 0,5-4 0,-5 16 0,4 3 0,-4 4 0,11 4 0,-7 4 0,0 5 0,1 4 0,3 3 0,7-1 0,0 0 0,-5-6 0,-1 1 0,1-8 0,5 2 0,0-5 0,0-1 0,1-1 0,-1-5 0,0-4 0,0-7 0,-5 0 0,-1 0 0,-1-1 0,1 1 0,-3 0 0,-10 2 0,-4 3 0,-3-1 0,-9 7 0,-1 2 0,-4 10 0,4 4 0,-4 7 0,4 8 0,2 3 0,2 3 0,3-2 0,4 3 0,8-3 0,0 3 0,0 3 0,10-9 0,9-3 0,14-6 0,11-5 0,13-6 0,6-12 0,10-6 0,1-10 0,-7-3 0,-9-4 0,-7-2 0,-5 9 0,-19-7 0,-16 6 0,-7 0 0,-4 6 0</inkml:trace>
  <inkml:trace contextRef="#ctx0" brushRef="#br0" timeOffset="80">2203 11382 8912,'-12'9'0,"3"-1"0,1 0 0,4 3 0,2 4 0,2 3 0,0-1 0,0 0 0,2 0 0,2 0 0,2 1 0,1-7 0,-3 1 0,2 1 0,0-5 0,1 7 0,3-6 0</inkml:trace>
  <inkml:trace contextRef="#ctx0" brushRef="#br0" timeOffset="81">2048 11262 8912,'-17'-18'0,"1"1"0,5 0 0,3 5 0,8 1 0,0 7 0,2-3 0,4 5 0,5-2 0,5-2 0,1 0 0,0 6 0,0 0 0,0 0 0,1 0 0</inkml:trace>
  <inkml:trace contextRef="#ctx0" brushRef="#br0" timeOffset="82">2426 11330 8912,'-9'0'0,"1"0"0,8 0 0,0 0 0,0 8 0,0 1 0,0 9 0,0-7 0,0 1 0,0-9 0,0 5 0,0-8 0,0-8 0,0-3 0,0-6 0,0-6 0,6 2 0,0-8 0,7 2 0,-1-1 0,3-3 0,2 8 0,0 0 0,0 6 0,3 6 0,3-1 0,-4 10 0,4 2 0,-4 8 0,0 9 0,2 0 0,2 1 0,0 4 0,-6 1 0,-6 0 0,1-5 0,-1-1 0,7 0 0,-1-8 0,0-1 0,0-8 0,-5-2 0,-1-4 0,1-11 0,5-9 0</inkml:trace>
  <inkml:trace contextRef="#ctx0" brushRef="#br0" timeOffset="83">2908 10711 8912,'-5'-11'0,"-1"-1"0,0 9 0,6-3 0,0 12 0,0 11 0,0 11 0,0 7 0,0 5 0,0 4 0,0 7 0,0 1 0,0 0 0,0 3 0,2 0 0,2-3 0,2-2 0,7-6 0,-2-16 0,3-3 0,-3-8 0,5-7 0,-5-4 0,4-6 0,3-6 0,4-6 0,1-11 0,2-5 0,-2-12 0,-4 1 0,4-6 0,-4 5 0,-1-6 0,-1 2 0,0-2 0,-2 10 0,-3 7 0,-5 8 0,-7 4 0,0 13 0,0 15 0,0 3 0,0 14 0,0 1 0,0 5 0,2 1 0,4-1 0,-2-5 0,7 0 0,1-10 0,5-2 0,2-2 0,2-9 0,4-2 0,2-2 0,-6-4 0,2-4 0,-4-4 0,-2-7 0,0-2 0,1-4 0,-9 2 0,-3-8 0,-12 1 0,-3-7 0</inkml:trace>
  <inkml:trace contextRef="#ctx0" brushRef="#br0" timeOffset="84">3029 11038 8912,'-8'10'0,"-3"-5"0,1-1 0,-1 2 0,7-4 0,-4 5 0,18-9 0,7-3 0,10-5 0,13-7 0,4-6 0,7 0 0,9-7 0,3 1 0,4-4-142,2-1 0,-3 0 142,-2-1 0,1 3 0,-8 3 0,-7 4 0,-10 8 0,-13 0 0,-10 0 0,-8 7 0,-11 3 0,-3 7 0,-11 0 0,-7 0 0,-1 1 0,1 5 0,4 2 142,-4 3 0,3 5-142,3-5 0,6 2 0,-1-1 0,8 3 0,-1-3 0,3-3 0,0 3 0,-4 1 0,4-3 0,-3 1 0,3-7 0,2 5 0,0-3 0,7-4 0,-3 6 0,8-8 0,-1-8 0,6 0 0,0-3 0,-5-2 0,-1 5 0,3 0 0,1 1 0,2 1 0,0 6 0,1 0 0,-1 0 0,0 0 0,0 0 0,1 2 0,-1 4 0,0 3 0,0 8 0,0 6 0,1 0 0,-7 8 0,1-3 0,-9-1 0,3 2 0,-4-1 0,-2-1 0,-8 4 0,-3-8 0,1 0 0,-1-6 0,-1-2 0,-5-3 0,0-5 0,2-9 0,3-3 0,-1-7 0,7-11 0,0 4 0,6-4 0,0-2 0,0 2 0,8-5 0,3 5 0,5-2 0,1 2 0,2 2 0,2-6 0,4 0 0,2 1 0,-4 3 0,5-6 0,-1 2 0,2-1 0,-1-3 0,-10 8 0,1 0 0,-13 6 0,5 0 0,-5 0 0,-1 0 0,-12 7 0,-5 4 0,-3 4 0,-2 2 0,5 0 0,1 0 0,1 2 0,-1 4 0,-2 4 0,7 7 0,2 0 0,2 0 0,2 0 0,0 1 0,0 1 0,0 4 0,2-4 0,4 4 0,3-10 0,8-2 0,1-1 0,-1 1 0,0 3 0,0-8 0,6-1 0,0-5 0,0-2 0,2-3 0,-4 1 0,8-8 0,-8 1 0,2-6 0,-4-6 0,-2 0 0,0-8 0,0 5 0</inkml:trace>
  <inkml:trace contextRef="#ctx0" brushRef="#br0" timeOffset="85">4423 10419 8912,'0'17'0,"0"0"0,0-7 0,0 0 0,0-5 0,2-3 0,3 4 0,5 2 0,7-3 0,0 1 0,0 2 0,1-1 0,-1 5 0,-6 1 0,1-7 0,-3 7 0,3-1 0,1-3 0,-7 3 0,0-8 0,-6 3 0,0-14 0,0-5 0,-6-3 0,0-4 0,2-4 0,3-6 0,1-5 0,0-6 0,0 3 0,0-3 0,7-2 0,5 2 0,3 0 0,2 6 0,8-8 0,2-2 0</inkml:trace>
  <inkml:trace contextRef="#ctx0" brushRef="#br0" timeOffset="86">4681 8700 8912,'-14'-6'0,"9"4"0,10 10 0,22 11 0,9 23 0,7 11 0,4 14 0,-19-28 0,0 2 0,1 7 0,-1 2 0,0 4 0,0 3 0,-1 3 0,-1 2 0,-3 6 0,-4 1 0,0 5 0,-3 1 0,-4 0 0,-1-1-74,-4-1 1,-1-2 0,-1-4-1,-2-1 1,-3-7 0,-2-1 0,-1-1-1,-2 1 74,-3 0 0,-1 0 0,-3 4 0,-1 0 0,-3 2 0,-2-2 0,-2-2 0,-1-1 0,1-4 0,0-1 0,0-2 0,0 1 0</inkml:trace>
  <inkml:trace contextRef="#ctx0" brushRef="#br0" timeOffset="87">361 10367 8912,'-44'18'0,"4"1"0,6 6 0,5 9 0,6 14 0,6 13 0,6 13 0,5 9 0,13 12 0,1-44 0,2 1 0,2 7 0,2 3 0,6 5 0,2 1 0,3 4 0,2-1-650,3 3 1,1 0-1,2-4 1,1-1 649,0 1 0,1-2 0,0-6 0,1-2 0,0-4 0,2-3 0,-3-13 0,1-4 0,39 25 0,-5-15 194,-1-13 0,2-7-194,4-8 0,-5-9 0,5-3 0,-12-6 0,-9-8 0,-12-9 0,-2-4 0,-12-2 0,5 8 0</inkml:trace>
  <inkml:trace contextRef="#ctx0" brushRef="#br0" timeOffset="88">2082 10367 8912,'-17'0'0,"6"2"0,-1 2 0,-1 2 0,-3-2 0,5-2 0,-1-2 0,9 2 0,-5 1 0,0 3 0,6 0 0,-5-6 0,7 0 0,2 0 0,3 0 0,-1 0 0,8 0 0,-7 0 0,7 0 0,-1-6 0,7 0 0,-1-7 0,0 3 0,0-1 0,0 0 0,1 1 0,-1-1 0,-6-3 0,1 8 0,-1 1 0,1-1 0,-1 0 0,-7 2 0,2 10 0,-4 6 0,-4 3 0,-4 2 0,4-7 0,-13 5 0,5-6 0</inkml:trace>
  <inkml:trace contextRef="#ctx0" brushRef="#br0" timeOffset="89">2099 10453 8912,'-5'-11'0,"-3"1"0,-1 3 0,5-1 0,-2 2 0,2 4 0,-2-3 0,4 5 0,-3 5 0,3 5 0,2 7 0,0-5 0,0-1 0,0-7 0,0 11 0,0-5 0,0-1 0,0-1 0,2-8 0,3 0 0,-3 0 0,6 0 0,-8 0 0,0 0 0</inkml:trace>
  <inkml:trace contextRef="#ctx0" brushRef="#br0" timeOffset="90">2099 10832 8912,'-11'0'0,"0"0"0,7 0 0,-4 0 0,8 0 0,0-8 0,2 4 0,4-7 0,3-1 0,8-5 0</inkml:trace>
  <inkml:trace contextRef="#ctx0" brushRef="#br0" timeOffset="91">21339 11777 8912,'-12'-13'0,"3"-4"0,-1 0 0,3 1 0,-1 5 0,0 1 0,2 3 0,-5 10 0,-4 13 0,-4 18 0,-4 2 0,-8 8 0,-7 10 0,-6-1 0,-10 10 0,-1 2 0,-3 2 0,1-4 0,5 0 0,3-7 0,1 1 0,6-5 0,6-7 0,5-10 0,14-12 0,5-6 0,1-6 0,7 5 0,-4-14 0,8-4 0,0-16 0,6-1 0,2-9 0,1-3 0,5-1 0,-1-8 0,-1-1 0,10-6 0,-2 3 0</inkml:trace>
  <inkml:trace contextRef="#ctx0" brushRef="#br0" timeOffset="92">21012 11657 8912,'11'-17'0,"-1"0"0,-3-1 0,-3 1 0,-2 6 0,-2-1 0,-7 3 0,-5-3 0,-9 5 0,-4 9 0,-3 3 0,-9 7 0,3 9 0,-6 2 0,3 5 0,3-5 0,5 8 0,2-4 0,3 1 0,3 1 0,7-8 0,3 2 0,7-4 0,-2-2 0,4 0 0,4-7 0,4-4 0,3-5 0,9-8 0,-1-3 0</inkml:trace>
  <inkml:trace contextRef="#ctx0" brushRef="#br0" timeOffset="93">21115 11554 8912,'12'0'0,"-1"0"0,0-6 0,7 0 0,-7 1 0,1 5 0,5 7 0,6 5 0,0 5 0,-6 6 0,0 5 0,0 5 0,1-4 0,-1-1 0,0 1 0,0 5 0,2 3 0,4 3 0,-4-10 0,4 5 0,-4-12 0,-1 1 0,-1-6 0</inkml:trace>
  <inkml:trace contextRef="#ctx0" brushRef="#br0" timeOffset="94">17587 12620 8912,'-11'-6'0,"-1"-2"0,-1 1 0,-2-1 0,5 4 0,4 10 0,4 5 0,2 5 0,0 3 0,0 4 0,0 5 0,0-1 0,0 2 0,0 0 0,0-3 0,0 7 0,0-7 0,-1 3 0,-5 0 0,2-8 0,-8 2 0,9-4 0,-5-2 0,0 0 0,5-7 0,-9-5 0,6-5 0,-5-5 0,-1-12 0,-5-10 0</inkml:trace>
  <inkml:trace contextRef="#ctx0" brushRef="#br0" timeOffset="95">17312 12689 8912,'0'-25'0,"0"-2"0,0 0 0,0-5 0,0 5 0,0 0 0,0 4 0,0 4 0,0 2 0,8 0 0,3 0 0,10 5 0,2 1 0,8 7 0,-3-2 0,-1 4 0,2 2 0,1 2 0,3 4 0,-4 2 0,-1 3 0,-7 4 0,2-3 0,-6 3 0,-5 2 0,-4 0 0,-8 1 0,0 5 0,0 1 0,-2 1 0,-4 0 0,-9 4 0,-8-6 0,0 5 0,5-5 0,1 0 0,0-6 0,0 1 0,0-1 0,1-6 0,3-1 0,3-1 0,3 1 0,1-6 0,6 3 0,8-7 0,3 0 0,4 0 0,3 0 0,1 0 0,2 0 0,2 0 0,-2 0 0,-4 2 0,-6 4 0,3-2 0,-8 7 0,-1 3 0,-5 8 0,-2-2 0,-5 4 0,-9-1 0,-5 0 0,-9 2 0,1-2 0,2-6 0,-1 0 0,7 1 0,-2-7 0,4-3 0,3-8 0,5-12 0,3-11 0,16-11 0,1-10 0</inkml:trace>
  <inkml:trace contextRef="#ctx0" brushRef="#br0" timeOffset="96">17931 12671 8912,'12'10'0,"-1"-4"0,-7-3 0,2 3 0,-4-2 0,-2 7 0,0 1 0,0 5 0,0 0 0,0 1 0,2 1 0,4 4 0,3-6 0,8 0 0,2 0 0,4-5 0,2-5 0,4-1 0,3-4 0,-3-2 0,2-8 0,-3-3 0,3-5 0,-8-3 0,-4-2 0,-6-2 0,-3-1 0,-4 1 0,-4 4 0,3-4 0,-3 4 0,-2 1 0,0 9 0,-2 3 0,-3 12 0,3 5 0,-4 12 0,-2 10 0,3 7 0,-1 9 0,6 3 0,-2 0 0,-2 7 0,-2-2 0,3 0 0,-5 3 0,2-3 0,-7-9 0,1 3 0,-3-12 0,-2-5 0,0-7 0,-1-10 0,-1-2 0,-4-3 0,4-5 0,-4-7 0,-4-9 0,1-7 0,-1-7 0,4-3 0,4-3 0,2-5 0,7-3 0,4-3 0,4-4 0,2-7 0</inkml:trace>
  <inkml:trace contextRef="#ctx0" brushRef="#br0" timeOffset="97">18723 12946 8912,'-10'-7'0,"1"5"0,3-4 0,2 4 0,-7 2 0,7 4 0,-2 8 0,4-1 0,2 12 0,6-2 0,0 2 0,5-2 0,-3 6 0,2-1 0,3 1 0,-3-6 0,1 2 0,-5-4 0,5-2 0,-7-7 0,11 5 0,-5-5 0</inkml:trace>
  <inkml:trace contextRef="#ctx0" brushRef="#br0" timeOffset="98">18792 12723 8912,'-17'27'0,"-1"-4"0,3-4 0,4-2 0,-3 0 0,9 0 0,-1 0 0,6 1 0,2-9 0,3-3 0,7-4 0,3-2 0,2 0 0,1-8 0,-1-3 0,0-10 0,0-2 0,-1-2 0,-5 2 0,-3 4 0,-8-4 0,0 4 0,0 2 0,0 5 0,0 1 0,-8 7 0,-3-2 0,-5 4 0,-1 2 0,6 6 0,1 4 0,2 5 0,-5-2 0,3 12 0</inkml:trace>
  <inkml:trace contextRef="#ctx0" brushRef="#br0" timeOffset="99">19136 12964 8912,'-6'11'0,"1"1"0,-7-7 0,6 7 0,-5-7 0,5 7 0,0-1 0,6 7 0,-5-1 0,-1 2 0,2 2 0,2 2 0,2 2 0,0-2 0,0-4 0,0 4 0,0-4 0,0-2 0,0-6 0,0 1 0,0-10 0,0-2 0,6-8 0,0-9 0,1-10 0,-1-7 0,-4-1 0,4-5 0,3 4 0,3 2 0,-3-1 0,3 1 0,-1 1 0,6 5 0,-5 3 0,-1 8 0,1 7 0,5 6 0,0 8 0,1 8 0,-1 10 0,6 5 0,0 8 0,0-1 0,1 0 0,-3-5 0,8 0 0,0-10 0,5-2 0,1 0 0,-1-7 0</inkml:trace>
  <inkml:trace contextRef="#ctx0" brushRef="#br0" timeOffset="100">19635 12878 8912,'-19'-10'0,"-4"4"0,4 4 0,-4 2 0,2 0 0,-2 0 0,4 0 0,-4 0 0,10 8 0,1 4 0,8 9 0,-1 2 0,3 5 0,2-5 0,0 0 0,0-6 0,7 2 0,5 4 0,-3-9 0,3 1 0,1-6 0,2-5 0,5-4 0,2-5 0,-2-5 0,3-7 0,-2-6 0,2 0 0,-4-10 0,4-1 0,-6 0 0,-6-6 0,3 3 0,-9 3 0,7-6 0,-6 0 0,-1 0 0,-5 5 0,0 3 0,0 3 0,-5 10 0,-1 7 0,-6 11 0,7 1 0,-3 15 0,4 13 0,-2 7 0,3 5 0,1 4 0,2 8 0,0-1 0,0 1 0,2-6 0,1-3 0,5-1 0,2-3 0,-5-11 0,7-5 0,-6-4 0,5-3 0,2-5 0,3-5 0,1-6 0,0-6 0,0-5 0,1-12 0,-1 2 0,0-8 0,-2 0 0,-3-5 0,3 0 0,-3-1 0,-5 3 0,-1 3 0,-4-3 0,-2 3 0,0 4 0,0 2 0,0 10 0,0 1 0,0 16 0,0 2 0,0 9 0,0 8 0,0 2 0,0 4 0,0 1 0,0-7 0,0 6 0,0-6 0,0-2 0,0-2 0,2-2 0,4 0 0,-3-5 0,9-1 0,-6-7 0,5 2 0,-5-4 0,5-2 0,1 0 0,5-8 0,0-4 0,-2-3 0,-3-2 0,3 0 0,-5 0 0,1-1 0,1 1 0,-7 0 0,7 0 0,-8 0 0,5 5 0,-3 1 0,-4 7 0,6-2 0,-7 12 0,3 5 0,2 5 0,6 1 0,-7 0 0,9 6 0,-3 0 0,4-2 0,3-10 0,-1 5 0,0-5 0,0-1 0,0 1 0,1-7 0,-1 2 0,0-4 0,0-2 0,0 0 0,1-8 0,-1-2 0</inkml:trace>
  <inkml:trace contextRef="#ctx0" brushRef="#br0" timeOffset="101">20822 12740 8912,'-19'6'0,"-2"0"0,-4-1 0,-1 3 0,-3 2 0,-3 7 0,1 0 0,2 0 0,8 2 0,-2 4 0,12 4 0,5 7 0,4 1 0,2-1 0,2-5 0,4-1 0,3-7 0,9 2 0,5-9 0,-1-3 0,7-7 0,-6 2 0,8-4 0,-3-2 0,3-8 0,-2-4 0,3-3 0,-3-2 0,-4-8 0,7-2 0,-5-7 0</inkml:trace>
  <inkml:trace contextRef="#ctx0" brushRef="#br0" timeOffset="102">21201 12551 8912,'-17'8'0,"0"-6"0,-1 3 0,7 5 0,0 1 0,-1 5 0,-3 3 0,3 2 0,7 2 0,-3 13 0,2-2 0,0 6 0,6-1 0,2 1 0,4-2 0,4-2 0,7-1 0,0-9 0,0-3 0,0-4 0,1-1 0,-1-9 0,0-1 0,0-8 0,-1-2 0,-5-4 0,4-3 0,-3-9 0,-3-1 0,3-4 0,-6 4 0,3-6 0,-1 3 0,-4-1 0,-1 2 0,3 9 0,-4-3 0,6 13 0,-1-6 0,-5 10 0,4 4 0,2 5 0,-3 12 0,7-4 0,-6 4 0,5-4 0,-3-1 0,1-1 0,5 0 0,-5-2 0,3-3 0,-1-5 0,6-7 0,1 0 0,-1-7 0,0-10 0,0-10 0</inkml:trace>
  <inkml:trace contextRef="#ctx0" brushRef="#br0" timeOffset="103">21597 12413 8912,'-10'27'0,"-5"-2"0,4-8 0,-3 0 0,3 1 0,-3-1 0,7 2 0,-1 2 0,0 2 0,3 0 0,5-6 0,5-6 0,1 1 0,7-3 0,-1 3 0,3-4 0,2-8 0,1 0 0,-1 0 0,-2-8 0,-3-4 0,1-3 0,-7-2 0,0 0 0,-6 0 0,0-1 0,0 1 0,0 0 0,0 0 0,-2 5 0,-4 3 0,-6 1 0,-3 4 0,-2 2 0,0 2 0,-1 0 0,-6 8 0,-3 2 0</inkml:trace>
  <inkml:trace contextRef="#ctx0" brushRef="#br0" timeOffset="104">20995 12912 8912,'-35'10'0,"3"-5"0,3-3 0,6-2 0,12 0 0,3 0 0,16-7 0,3-5 0,12 3 0,6-3 0,9 3 0,2-5 0,0 3 0,2-3 0,-3 5 0,6-3 0,-6 9 0,1-3 0,2-2 0,-2 2 0,0-7 0,-5 4 0,-1-9 0</inkml:trace>
  <inkml:trace contextRef="#ctx0" brushRef="#br0" timeOffset="105">21941 12689 8912,'-17'5'0,"0"1"0,-6 0 0,0-6 0,2 2 0,2 3 0,-1-1 0,-2 8 0,8-1 0,-3 6 0,5 1 0,1-1 0,3 6 0,8 0 0,0-1 0,0-4 0,8 6 0,3-4 0,12 3 0,-3-10 0,2-2 0,-2-7 0,-1 2 0,2-4 0,2-2 0,0-8 0,-6-3 0,0-5 0,0-1 0,0 0 0,1 0 0,-9-6 0,-3 0 0,-4-6 0,-2 6 0,0-5 0,0 5 0,-8 0 0,-3 6 0,-10 0 0,-2-1 0,-6 9 0,6 3 0,-6 4 0,7 2 0,-3 2 0,6 4 0,-1 5 0,5 5 0,4 3 0,-1 4 0,5-10 0,7 4 0,0-3 0,1 1 0,5-4 0,6-3 0,9-8 0,4 0 0,1 0 0,1-6 0,2 0 0,3-5 0,-3 5 0,-2-5 0,1 5 0,-7-5 0,2 5 0,2 0 0,-2 6 0,-6 0 0,-5 0 0,-1 2 0,7 4 0,-3 3 0,-4 9 0,3-1 0,-7 2 0,1 2 0,0 2 0,-3 0 0,-5-6 0,8 0 0,-6 0 0,4 0 0,-4-7 0,-2-2 0,-8-8 0,-4 0 0,5-8 0,1-3 0,4-10 0,2-2 0,0-10 0,0 1 0,0-8 0,0-4 0,8 3 0,3-4 0,5 6 0,1-1 0,6 4 0,0 2 0,7 7 0,-1 4 0,3 11 0,3 7 0,5 7 0,0 9 0,0 8 0,-5 16 0,-7 5 0,1 0 0,-8 6 0,2-6 0,-4-2 0,-2-2 0,1-1 0,-1-1 0,-6-5 0,1-1 0,-1-7 0,6-3 0,1-11 0</inkml:trace>
  <inkml:trace contextRef="#ctx0" brushRef="#br0" timeOffset="106">1979 12620 8912,'-19'-16'0,"-2"3"0,-2 4 0,2-1 0,0 2 0,0-1 0,-2 1 0,0 1 0,-2 3 0,4 2 0,-6 2 0,0 2 0,1 3 0,3 7 0,-4 9 0,0 6 0,0 5 0,6 4 0,-2 14 0,4 0 0,2 3 0,2 5 0,3-1 0,-1 4 0,7 6 0,2-2 0,3-2 0,2-8 0,5 3 0,-2-7 0,7-5 0,-5-10 0,6-7 0,-1-10 0,6 0 0,-1-5 0,-5-1 0,6-5 0,1-3 0,-1-3 0,6-2 0,-6-2 0,-6-3 0,5-13 0,-7-8 0</inkml:trace>
  <inkml:trace contextRef="#ctx0" brushRef="#br0" timeOffset="107">1996 12929 8912,'0'10'0,"0"-1"0,0-3 0,0-2 0,0 7 0,0 3 0,0 7 0,2 4 0,4 1 0,-4-3 0,4 6 0,1 0 0,-1 5 0,2-5 0,-5-1 0,5 1 0,2-2 0,-5-4 0,7-12 0,-6-3 0,5-8 0,0-8 0,7-2 0</inkml:trace>
  <inkml:trace contextRef="#ctx0" brushRef="#br0" timeOffset="108">2237 12998 8912,'0'10'0,"2"-3"0,4-7 0,-2 0 0,7 0 0,1-6 0,5 1 0,8-9 0,1 3 0,3-4 0,0-3 0,-1 7 0,7 0 0,-6 1 0,-1-2 0,-7-3 0,4 13 0,-8-13 0,1 5 0</inkml:trace>
  <inkml:trace contextRef="#ctx0" brushRef="#br0" timeOffset="109">2977 12757 8912,'17'-17'0,"-7"0"0,-4 0 0,1 0 0,-1-1 0,0 9 0,-6 1 0,0 10 0,0 4 0,0 5 0,0 5 0,-2 6 0,-4 1 0,4 2 0,-4-2 0,-1 2 0,-1 6 0,0-5 0,1-1 0,-5 4 0,7-6 0,-9 5 0,3-5 0,-5 6 0,-1-6 0,6-2 0,-1-10 0,1 8 0,-6-7 0,1 1 0,5-7 0,-4-4 0,3 4 0,-1-6 0,1-6 0,-1 2 0,7-7 0,-5-1 0,5-5 0,0 0 0,6 0 0,0-1 0,0 1 0,0 0 0,2 2 0,4 3 0,5 7 0,5-3 0,1 2 0,0 0 0,0 6 0,2 0 0,4 0 0,-4 0 0,4 0 0,2 6 0,0 2 0,2 1 0,3 5 0,-3-5 0,2 3 0,0-8 0,5 1 0,-5-3 0,-1-2 0,-7 0 0,4 0 0</inkml:trace>
  <inkml:trace contextRef="#ctx0" brushRef="#br0" timeOffset="110">3562 12379 8912,'-11'-2'0,"1"-4"0,1-3 0,-1-3 0,-3 1 0,5 7 0,0-11 0,10 15 0,4 0 0,5 9 0,5 9 0,3 5 0,4 5 0,6 5 0,-3 3 0,3 4 0,-6-2 0,6 10 0,-1 4 0,-1 3 0,-4 2 0,-12-5 0,3 5 0,-8 1 0,-1-3 0,-5-7 0,-2-4 0,-3-2 0,-5-4 0,-7-10 0,5 1 0,1-12 0,-1 2 0,-5-13 0,6-8 0,-1-9 0,1-12 0,-6-4 0</inkml:trace>
  <inkml:trace contextRef="#ctx0" brushRef="#br0" timeOffset="111">3992 12190 8912,'-5'-17'0,"-1"0"0,-2 1 0,3 5 0,3 3 0,2 22 0,9 3 0,1 2 0,-1 6 0,-5-2 0,2 0 0,-2 1 0,3-3 0,-1 8 0,0-8 0,-6 2 0,0-4 0,0-2 0,0 0 0,0 1 0,0-1 0,0 0 0,0 0 0,0-7 0,0-10 0,0-12 0,0-3 0,0-2 0,0-8 0,0-4 0,0-1 0,0 1 0,0 6 0,0 4 0,0 2 0,0 0 0,7 7 0,3 3 0,7 7 0,0 1 0,1 5 0,1 4 0,2 7 0,2 2 0,-2 4 0,4-4 0,-2 4 0,0-4 0,-6-2 0,0-5 0,0-1 0,0-7 0,1 2 0,-7-4 0,1-2 0,-7-10 0,5-5 0,-3-8 0,-3-4 0,0-2 0,2-5 0,-4 0 0,4-1 0,-6 1 0,-6 0 0,4 1 0,-4 4 0,-2 5 0,3 6 0,-1 7 0,6-1 0,0 9 0,2 3 0,4 11 0,-4-3 0,21 7 0,-4-5 0</inkml:trace>
  <inkml:trace contextRef="#ctx0" brushRef="#br0" timeOffset="112">4698 12052 8912,'10'-2'0,"-5"-3"0,5 3 0,-8-6 0,5 10 0,-7 4 0,2 3 0,4 9 0,-4-1 0,4 0 0,1 2 0,-1 4 0,2-2 0,-3 8 0,-1-6 0,8 5 0,-8-1 0,1 2 0,-1-5 0,2 1 0,-4-6 0,4 4 0,-5-11 0,-8 3 0,-3-5 0</inkml:trace>
  <inkml:trace contextRef="#ctx0" brushRef="#br0" timeOffset="113">4612 12259 8912,'2'9'0,"4"-3"0,-5-4 0,15-2 0,-7 0 0,9 0 0,-1 0 0,0 0 0,2 0 0,2 0 0,4 0 0,2 0 0,0-6 0,1 0 0,3-5 0,-8 5 0,0-7 0,9 3 0,5-7 0</inkml:trace>
  <inkml:trace contextRef="#ctx0" brushRef="#br0" timeOffset="114">5128 12018 8912,'0'-10'0,"0"-5"0,0 13 0,0-3 0,0 10 0,0 9 0,0 14 0,6 3 0,0 15 0,-3 1 0,-1 3 0,4 9 0,0 4 0,7 10-141,-1 1 1,3 1-1,2-6 1</inkml:trace>
  <inkml:trace contextRef="#ctx0" brushRef="#br0" timeOffset="115">5042 12981 8912,'-11'0'0,"-1"0"0,-1 0 0,-2 0 0,5 2 0,4 3 0,18-3 0,7 4 0,4-4 0,2-2 0,5 0 0,-1 0 0,3-2 0,3-4 0,-1 4 0,-1-3 0,-3 1 0,-1-2 0,-16 4 0,10-13 0,-13 5 0</inkml:trace>
  <inkml:trace contextRef="#ctx0" brushRef="#br0" timeOffset="116">5077 13325 8912,'-12'11'0,"1"1"0,7-7 0,-2 7 0,4-8 0,4 3 0,4-7 0,5 0 0,12-4 0,6-7 0,3 0 0,3-12 0,5-4 0,0-2 0,8 4 0,-4-15 0,8 4 0</inkml:trace>
  <inkml:trace contextRef="#ctx0" brushRef="#br0" timeOffset="117">6350 12585 8912,'0'-11'0,"0"-1"0,0-1 0,0-2 0,-2 0 0,-4 1 0,-5 3 0,1 5 0,-3-4 0,-4 3 0,-4 3 0,-8 4 0,4 6 0,0 7 0,0 8 0,-5 8 0,1 11 0,4-2 0,2 8 0,6 2 0,6 1 0,1 3 0,4-1 0,4-1 0,-3-2 0,5-4 0,5-2 0,-1-2 0,8-6 0,-1-7 0,6-4 0,1-4 0,-1-2 0,6-7 0,2-4 0,0-4 0,-1-2 0,5-8 0,-6-4 0,8-18 0,-5-6 0</inkml:trace>
  <inkml:trace contextRef="#ctx0" brushRef="#br0" timeOffset="118">6419 12860 8912,'0'-11'0,"0"0"0,-6 5 0,0-6 0,3-1 0,1 5 0,2 1 0,0 30 0,0-8 0,0 19 0,0-3 0,0 3 0,5 1 0,1-1 0,6-2 0,-7-3 0,9 4 0,-3-5 0,4 3 0,3-3 0,-1-5 0,0-11 0,0 1 0,1-7 0,-1-8 0,0-7 0</inkml:trace>
  <inkml:trace contextRef="#ctx0" brushRef="#br0" timeOffset="119">6608 12964 8912,'0'17'0,"-6"-6"0,1 1 0,-1-7 0,6 7 0,0-8 0,2 3 0,4-7 0,3-2 0,10-3 0,2-5 0,2 1 0,8-7 0,-2 5 0,3-4 0,2-3 0,-1 3 0,-4 4 0,1-5 0,-7 5 0,8-4 0,-4-3 0</inkml:trace>
  <inkml:trace contextRef="#ctx0" brushRef="#br0" timeOffset="120">7365 12740 8912,'-2'12'0,"-1"-1"0,-5 4 0,-2 6 0,5 0 0,-7 8 0,3 0 0,-5 5 0,3 0 0,-3 1 0,-1-1 0,-2 1 0,0-3 0,-1-3 0,1 1 0,0-7 0,0-6 0,0-7 0,-1-2 0,1-5 0,6-8 0,-1-7 0,8-5 0,-1-6 0,3-4 0,2-7 0,0 5 0,0 1 0,7 7 0,5-2 0,1 4 0,1 3 0,-3 5 0,3 5 0,1 4 0,2 2 0,6 2 0,0 4 0,2 3 0,-4 9 0,2-1 0,-2 0 0,4 0 0,-2 0 0,1 1 0,-1-1 0,-2-6 0,8 1 0,-8-8 0,2 1 0,-11-3 0,3-9 0,-6-3 0</inkml:trace>
  <inkml:trace contextRef="#ctx0" brushRef="#br0" timeOffset="121">7486 12413 8912,'9'0'0,"-1"0"0,0 2 0,3 4 0,4 6 0,5 10 0,2 9 0,7 7 0,6 14 0,5 11 0,-4 4 0,4 2 0,-5-6 0,-7 0 0,-5 0 0,-4-2 0,-9-2 0,-4-7 0,-12-9 0,-6-2 0,-9-5 0,-2-2 0,-7-3 0,1-8 0,-3-8 0,-3-15 0</inkml:trace>
  <inkml:trace contextRef="#ctx0" brushRef="#br0" timeOffset="122">7899 12173 8912,'-2'-17'0,"-2"-1"0,-2 1 0,2 0 0,3 0 0,1 9 0,0 8 0,0 10 0,1 7 0,5 6 0,2-2 0,5 7 0,-3 3 0,-3 2 0,5-1 0,-6-3 0,5 1 0,-3-5 0,-1 0 0,1 0 0,-2-2 0,-6-6 0,2 0 0,3 0 0,-3-7 0,6-6 0,-8-16 0,-6-7 0,1-15 0,-3-1 0,2 1 0,4-6 0,-5 0 0,1 1 0,0 3 0,0 7 0,6 1 0,0 7 0,0-2 0,0 11 0,0 5 0,8 9 0,4 5 0,3 11 0,2 4 0,0 7 0,6 4 0,0-5 0,2-3 0,-2-2 0,-2-4 0,8-2 0,-8-5 0,4-3 0,-3-3 0,1-8 0,0-6 0,-5-9 0,-1-8 0,0-3 0,-2-7 0,-3-5 0,1 2 0,-7-8 0,-2 0 0,-2 2 0,-4 4 0,-4 12 0,2-3 0,-7 8 0,5 8 0,-6 9 0,7 4 0,-7 2 0,8 16 0,-1 6 0,-3 9 0,2 3 0,1 8 0,5-5 0,0 5 0</inkml:trace>
  <inkml:trace contextRef="#ctx0" brushRef="#br0" timeOffset="123">8518 12809 8912,'-11'0'0,"-1"0"0,-1 0 0,0 2 0,1 4 0,-1-3 0,5 7 0,0-1 0,1 1 0,-1-6 0,2 2 0,4 3 0,-5-7 0,14 6 0,3-10 0,7-4 0,-5-4 0,-1-7 0,-5 0 0,5 0 0,-7 0 0,2 0 0,-4 5 0,-2 1 0,0-1 0,-2 3 0,-4 3 0,2 4 0,-7 2 0,5 8 0,-5 3 0,7-1 0,-2 1 0,4 1 0,10 5 0,1 0 0</inkml:trace>
  <inkml:trace contextRef="#ctx0" brushRef="#br0" timeOffset="124">9172 12190 8912,'-11'0'0,"-1"0"0,-1 0 0,-2-2 0,-3-2 0,1-2 0,6 1 0,-1 7 0,-1 5 0,-2 10 0,3 5 0,1 10 0,-1 6 0,3 4 0,-5 12 0,8 9 0,1 0 0,5 2 0,0 0 0,0-6 0,7-6 0,5-7 0,3-6 0,2-3 0,1-11 0,-1-3 0,6-5 0,2-7 0,-1-5 0,1-4 0,6-10 0,-4-9 0,7-10 0</inkml:trace>
  <inkml:trace contextRef="#ctx0" brushRef="#br0" timeOffset="125">9293 12362 8912,'0'11'0,"0"1"0,-6-6 0,0 5 0,2 2 0,2 3 0,2 3 0,0 4 0,0-2 0,0 7 0,0 1 0,0 5 0,0-5 0,0 0 0,6-3 0,0 3 0,7 2 0,-1-8 0,-3 0 0,3-6 0,-1 0 0,7 0 0,-7-7 0,0-5 0,3-3 0,1-2 0,2 0 0</inkml:trace>
  <inkml:trace contextRef="#ctx0" brushRef="#br0" timeOffset="126">9448 12534 8912,'-10'17'0,"0"-6"0,5 1 0,3-8 0,-6 3 0,8-7 0,0 0 0,10 0 0,7 0 0,0-2 0,6-3 0,2 1 0,-2-8 0,6 7 0,-7-7 0,7 1 0,-6-6 0,8-8 0,-5-2 0</inkml:trace>
  <inkml:trace contextRef="#ctx0" brushRef="#br0" timeOffset="127">10015 12190 8912,'0'-12'0,"0"1"0,0 7 0,0-2 0,0 12 0,0 6 0,0 3 0,-1 4 0,-3 4 0,-2 6 0,2 3 0,0 2 0,-1 1 0,3-1 0,-4 1 0,-2-1 0,3 0 0,-3-5 0,2 0 0,-1-6 0,-7 3 0,3-1 0,-3-4 0,-7-4 0,-2-5 0,0 1 0,6-7 0,0 0 0,0-6 0,5-8 0,3-3 0,-1-7 0,1-4 0,5 2 0,-2-3 0,4 4 0,2 2 0,2 0 0,4 0 0,3 0 0,9-1 0,-7 9 0,0 3 0,3-2 0,9 3 0,-4-1 0,4 6 0,2 2 0,-2 4 0,5-3 0,-3 9 0,2 1 0,4 3 0,-5-5 0,3 1 0,-8-3 0,2 3 0,2 1 0,-2-7 0,5 5 0,-5-5 0,0 0 0,-5-6 0</inkml:trace>
  <inkml:trace contextRef="#ctx0" brushRef="#br0" timeOffset="128">10136 11898 8912,'17'17'0,"0"0"0,2 8 0,4 4 0,4 13 0,8 11 0,-3 12 0,-3 8 0,1 16 0,-7 3 0,-11-43 0,-1 1-185,-1 2 0,-3 0 0,-1-2 0,-2 1 185,0-2 0,-2-1 0,-4 46 0,-10-8 0,-7 0 0,-15 0 0</inkml:trace>
  <inkml:trace contextRef="#ctx0" brushRef="#br0" timeOffset="129">11014 12345 8912,'-12'0'0,"1"0"0,-3 0 0,-1 0 0,-2 0 0,7 0 0,3 0 0,8 0 0,5 0 0,6 0 0,3 0 0,2 0 0,0-2 0,1-2 0,-1-2 0,0 2 0,0-3 0,0 1 0,3-2 0,2 3 0,-2 3 0,4-14 0,-6 7 0</inkml:trace>
  <inkml:trace contextRef="#ctx0" brushRef="#br0" timeOffset="130">11082 12689 8912,'0'-12'0,"0"1"0,4-1 0,8-5 0,1-2 0,16-4 0,-1-4 0,14-15 0,2-2 0</inkml:trace>
  <inkml:trace contextRef="#ctx0" brushRef="#br0" timeOffset="131">10893 12070 8912,'-17'0'0,"5"-6"0,3-2 0,1-1 0,2 5 0,8-4 0,4 10 0,6 4 0,3-4 0,2 3 0,0-3 0,1-2 0,-1 0 0,0 0 0,0 0 0,2 0 0,2 0 0,2 0 0,0 0 0,-6 0 0,1 0 0,-1 0 0,0 0 0,0 0 0,0 2 0,1 4 0,-1-4 0,0 4 0,0 1 0,0-1 0,-1 7 0,-3-3 0,-1 1 0,1 1 0,2-1 0,-5 12 0,-4 0 0,-4 0 0,-2-6 0,-14 6 0,-3 0 0,-12 8 0,1-3 0,-11-1 0,-1 2 0,4-1 0,5-1 0,-1-2 0,3-8 0,4 0 0,2 1 0,4-9 0,10-1 0,3-8 0,12 0 0,3-8 0,16-9 0,2-10 0</inkml:trace>
  <inkml:trace contextRef="#ctx0" brushRef="#br0" timeOffset="132">11306 12585 8912,'0'-11'0,"0"-1"0,0 1 0,-2-4 0,-2 1 0,-1 3 0,-3 7 0,2-2 0,-5 4 0,1 4 0,-1 4 0,-3 7 0,-1 8 0,-2 0 0,0 8 0,-1 0 0,1-2 0,2 5 0,3-3 0,-3 1 0,6 1 0,-1-4 0,4-3 0,-1-1 0,1-6 0,0-7 0,-1 5 0,-3-5 0</inkml:trace>
  <inkml:trace contextRef="#ctx0" brushRef="#br0" timeOffset="133">11891 11966 8912,'-6'-26'0,"-1"3"0,-1 4 0,-1 3 0,-1 5 0,-3 5 0,-3 4 0,-1 4 0,0 4 0,0 7 0,0 8 0,-6 6 0,0 11 0,2 4 0,1 4 0,3 8 0,2-9 0,2 5 0,1 2 0,3 5 0,-3-2 0,6-3 0,4-4 0,2-10 0,0 2 0,8-4 0,2-3 0,1-6 0,1-10 0,1-8 0,10-9 0,-4-2 0,4-3 0,4-12 0,0-10 0</inkml:trace>
  <inkml:trace contextRef="#ctx0" brushRef="#br0" timeOffset="134">11977 12173 8912,'0'-10'0,"-7"3"0,5 8 0,-4 5 0,-2 6 0,3 11 0,-1-2 0,6 7 0,0-1 0,0 4 0,0-3 0,0 3 0,7-4 0,5 1 0,1-1 0,-1 2 0,11-12 0,-4-10 0</inkml:trace>
  <inkml:trace contextRef="#ctx0" brushRef="#br0" timeOffset="135">12098 12293 8912,'11'6'0,"1"0"0,-1-1 0,6-5 0,1-5 0,-1-1 0,6-6 0,2 5 0,1-1 0,5 0 0,-4-5 0,1 2 0,1-5 0,5-1 0</inkml:trace>
  <inkml:trace contextRef="#ctx0" brushRef="#br0" timeOffset="136">12528 12173 8912,'0'11'0,"0"1"0,0-7 0,0 7 0,0-1 0,0 7 0,2-1 0,2 0 0,1 0 0,1 0 0,-6 0 0,0 1 0,8-9 0,-6-3 0,3-12 0,-3-3 0,-2-9 0,0-4 0,0-1 0,0-6 0,0 6 0,2-6 0,4 6 0,-4 1 0,4 4 0,-4 1 0,-2 0 0,7 7 0,3 3 0,7 7 0,0 2 0,0 3 0,1 5 0,-1 7 0,2 2 0,2 2 0,4 2 0,2-2 0,-4-7 0,5-3 0,-7-1 0,2 1 0,2-3 0,-2-8 0,0 0 0,-6 0 0,0-10 0,1-5 0,-3-8 0,-4-4 0,-1-1 0,-4-7 0,-4 1 0,3-1 0,-9 1 0,-1 0 0,-9 1 0,3 4 0,-3 5 0,3 6 0,-4 1 0,13 10 0,-4 7 0,4 7 0,2 10 0</inkml:trace>
  <inkml:trace contextRef="#ctx0" brushRef="#br0" timeOffset="137">13457 11846 8912,'10'-34'0,"-5"1"0,-3 5 0,-2 10 0,0 11 0,0 9 0,0 3 0,0 9 0,0 7 0,-2 5 0,-3 9 0,1-1 0,-8 1 0,7-1 0,-7 0 0,7 7 0,-7-1 0,6-6 0,-5-5 0,1-3 0,-1 3 0,-5 2 0,7-8 0,-3-2 0,1-2 0,0-4 0,-7-4 0,1-3 0,0-10 0,0-4 0,5-3 0,1-8 0,7-6 0,-2 0 0,4-8 0,2 3 0,0 1 0,0-2 0,0 2 0,0-1 0,6 3 0,2 10 0,-1 1 0,1 3 0,5 7 0,-1-2 0,3 4 0,8 10 0,0 4 0,0 5 0,-6 6 0,6-4 0,0 4 0,2-4 0,-2-2 0,-2 6 0,8 0 0,-7-2 0,5-8 0,0-1 0,0 1 0,-6-5 0,2-3 0,-4-3 0,-10-9 0,-1-3 0</inkml:trace>
  <inkml:trace contextRef="#ctx0" brushRef="#br0" timeOffset="138">13560 11571 8912,'12'0'0,"-1"0"0,3 0 0,3 2 0,6 4 0,-2 5 0,8 14 0,1 9 0,3 10 0,1 14 0,1 5 0,-3 9-228,-3 3 1,-6 5 227,-12-6 0,3 1 0,-9-8 0,-1-6 56,-2-9 0,-10-3-56,-3-9 0,-4 2 0,-3-2 0,1-9 0,0 3 0,0-11 0,0 2 0,-1-8 0</inkml:trace>
  <inkml:trace contextRef="#ctx0" brushRef="#br0" timeOffset="139">14610 11743 8912,'-2'-17'0,"-2"0"0,-1-1 0,-1 3 0,0 2 0,0 1 0,-7 3 0,2-3 0,-5 6 0,-3 12 0,-2 8 0,-2 9 0,2 11 0,2 10 0,2 13 0,0 6 0,-1 4 0,7 2 0,0 0 0,7-6 0,-2 0 0,4-10 0,2 1 0,2-9 0,4-2 0,3-11 0,8-9 0,3-6 0,3-5 0,3-5 0,9-7 0,-1-23 0,1-5 0</inkml:trace>
  <inkml:trace contextRef="#ctx0" brushRef="#br0" timeOffset="140">14731 11898 8912,'0'-10'0,"0"2"0,0 12 0,0 8 0,0 1 0,0 16 0,0-1 0,0 7 0,0 1 0,0 2 0,0 1 0,0-7 0,0 2 0,0-5 0,5 4 0,1 1 0,7-9 0,-1-8 0,3 0 0,2-7 0</inkml:trace>
  <inkml:trace contextRef="#ctx0" brushRef="#br0" timeOffset="141">14886 12035 8912,'0'-17'0,"0"6"0,0-1 0,0 8 0,1-5 0,5 5 0,6-2 0,5 0 0,6 6 0,2 0 0,3 0 0,11 0 0,-5 0 0,4 0 0,-1-1 0,3-5 0,4-4 0,7-7 0</inkml:trace>
  <inkml:trace contextRef="#ctx0" brushRef="#br0" timeOffset="142">15557 11743 8912,'0'9'0,"0"7"0,0-12 0,0 7 0,0 0 0,-2 7 0,-2 1 0,-2 2 0,2 2 0,1 5 0,-3-5 0,4 8 0,-4-2 0,-2-3 0,3 3 0,-3-6 0,2 6 0,3-8 0,-9 1 0,6-2 0,-5-3 0,-1-8 0,-5-3 0,0-4 0,0-2 0,0 0 0,-1-8 0,1-3 0,2-10 0,3-2 0,5-6 0,7 6 0,0-5 0,0 5 0,0 0 0,0 6 0,0 5 0,0 1 0,7 5 0,5-5 0,5 7 0,6-2 0,-2 12 0,8 5 0,-3-1 0,3 1 0,4 1 0,-5 5 0,-1 0 0,2 0 0,-1 0 0,7 1 0,-6-7 0,-3-1 0,1-3 0,0-3 0,-6-2 0,11-2 0,-5 0 0</inkml:trace>
  <inkml:trace contextRef="#ctx0" brushRef="#br0" timeOffset="143">15625 11399 8912,'18'17'0,"7"8"0,5 4 0,8 7 0,8 10 0,2 4 0,0 18 0,-4 9 0,-2 5 0,-10 2 0,-9-4 0,-11-3 0,-6-9 0,-8-5 0,-10 0 0,-11 0 0,-7-1 0,-5 4 0,1-2 0,-16 2 0,-3 3 0</inkml:trace>
  <inkml:trace contextRef="#ctx0" brushRef="#br0" timeOffset="144">10428 13307 8912,'-17'-9'0,"6"1"0,1 6 0,1-1 0,-1-3 0,6 0 0,-3 6 0,7 0 0,7 0 0,3 0 0,7 0 0,2 0 0,4 0 0,4 0 0,0 0 0,5 0 0,-3 0 0,3 0 0,3 0 0,-3 0 0,-3 0 0,2 0 0,-9 0 0,1 0 0,-7 2 0,-5 4 0,-3-2 0,-8 7 0,0 2 0,0 3 0,-8 3 0,-3 4 0,-5-4 0,-1 4 0,0-2 0,0 2 0,0-4 0,-1 4 0,1-4 0,0-2 0,2 0 0,3 0 0,-1 1 0,7-1 0,0-6 0,6 1 0,0-8 0,8 3 0,2-7 0</inkml:trace>
  <inkml:trace contextRef="#ctx0" brushRef="#br0" timeOffset="145">11031 13376 8912,'0'-17'0,"0"0"0,0 0 0,0 9 0,0 8 0,-6 15 0,0 14 0,-13 3 0,2 3 0,-4 5 0,4 0 0,0 2 0,1-4 0,5 1 0,5-7 0,-2 0 0,3-9 0,-1 0 0,6-5 0</inkml:trace>
  <inkml:trace contextRef="#ctx0" brushRef="#br0" timeOffset="146">11943 13032 8912,'0'-11'0,"0"-1"0,0 9 0,0-5 0,-2 8 0,-4 0 0,2 0 0,-7 2 0,-3 4 0,5 5 0,-3 12 0,-1 6 0,-2 3 0,3 4 0,1 5 0,1 3 0,-3 7 0,3 1 0,3-1 0,-1-5 0,2 0 0,4-8 0,-3 2 0,3-11 0,4-6 0,1-4 0,3-2 0,8-7 0,-5-3 0,8-7 0,1-2 0,-1-3 0,-8-5 0,14-15 0,-4-1 0</inkml:trace>
  <inkml:trace contextRef="#ctx0" brushRef="#br0" timeOffset="147">12235 13239 8912,'-7'9'0,"-5"-3"0,5-4 0,-1-2 0,8 0 0,0-2 0,0-4 0,0 4 0,0-5 0,0 7 0,0 0 0,0-8 0,0 6 0,0-5 0,0 7 0,0 0 0,8 0 0,-5 0 0,9 0 0,3 0 0,4 0 0,6 0 0,2 0 0,2 0 0,7-2 0,0-2 0,-1-2 0,3 0 0,-11 6 0,-1 0 0,-3 0 0,-3-5 0,-3-1 0,0 2 0,-7 2 0,-3 2 0,-7 0 0,0 0 0,-7 0 0,-5 0 0,-3 0 0,-2 2 0,-3 2 0,-3 2 0,4 1 0,-4-1 0,2-4 0,-2 4 0,4-4 0,-6 3 0,8 1 0,0 0 0,6-6 0,-1 0 0,8 0 0,4-8 0,10-1 0</inkml:trace>
  <inkml:trace contextRef="#ctx0" brushRef="#br0" timeOffset="148">13216 12946 8912,'-5'-17'0,"-3"2"0,0 2 0,-1 3 0,-1 2 0,-3 5 0,-3 3 0,-1 7 0,0 10 0,6 4 0,1 12 0,0 5 0,1 4 0,5 4 0,-2 6 0,4-1 0,2 1 0,2-1 0,4 1 0,4-8 0,9-6 0,4-7 0,-4-7 0,6-6 0</inkml:trace>
  <inkml:trace contextRef="#ctx0" brushRef="#br0" timeOffset="149">13457 13032 8912,'0'-17'0,"0"8"0,-7 1 0,-1 16 0,-4 3 0,3 6 0,3 6 0,2-2 0,-5 8 0,1 0 0,4-3 0,-3 5 0,1-8 0,0 5 0,6-5 0,-2 0 0,-4-6 0,5 1 0,-7-7 0,8 1 0,0-9 0,0 3 0,0-12 0,0-5 0,0-6 0,0-6 0,0-2 0,0-4 0,6-3 0,-1 3 0,1-3 0,-6-3 0,6 9 0,0 3 0,1 4 0,-1 1 0,-2 7 0,7-1 0,1 9 0,5-1 0,0 8 0,0 7 0,1 6 0,-1 6 0,2-2 0,4 8 0,-4-8 0,4 2 0,2-4 0,-2-2 0,5-2 0,-5-3 0,0-4 0,-5-8 0,-1 0 0,0-10 0,0-7 0,-7-2 0,-5-10 0,-1-2 0,2-1 0,-4-8 0,4 0 0,-6 2 0,-6 9 0,2-2 0,-7 8 0,5-5 0,-6 5 0,9 8 0,-5 7 0,8 10 0,0 4 0,15 3 0,4 8 0</inkml:trace>
  <inkml:trace contextRef="#ctx0" brushRef="#br0" timeOffset="150">14111 12912 8912,'0'-17'0,"0"0"0,0 5 0,0 1 0,0 7 0,0 0 0,0 16 0,0 1 0,0 16 0,0-6 0,0 5 0,0 3 0,0 1 0,0 3 0,0-1 0,2 0 0,4 1 0,-4-3 0,3-1 0,-3-4 0,-2-3 0,0-1 0,-7-6 0,-3 1 0</inkml:trace>
  <inkml:trace contextRef="#ctx0" brushRef="#br0" timeOffset="151">14025 13101 8912,'0'10'0,"0"-1"0,0-3 0,8-4 0,-4 6 0,7-8 0,0 0 0,7 0 0,5-6 0,0 0 0,1-5 0,-1 5 0,4-7 0,6 1 0,-3-3 0,-1-2 0,-8-1 0,11 1 0,-5 0 0</inkml:trace>
  <inkml:trace contextRef="#ctx0" brushRef="#br0" timeOffset="152">14455 12981 8912,'0'11'0,"0"1"0,0-7 0,0 7 0,0-1 0,0 9 0,0 1 0,0 1 0,0 1 0,0-5 0,0 4 0,0 1 0,0 0 0,8-5 0,1-1 0</inkml:trace>
  <inkml:trace contextRef="#ctx0" brushRef="#br0" timeOffset="153">14559 12757 8912,'11'0'0,"0"0"0,-5 2 0,6 4 0,-1 4 0,6 7 0,1 8 0,-1 3 0,0 5 0,0 1 0,0 2 0,1 4 0,-3-3 0,-4 5 0,-5-2 0,-4 0 0,-2 6 0,0-6 0,-2 0 0,-4-6 0,-3-1 0,-8-4 0,-1 1 0,1-7 0,0-8 0,0-7 0</inkml:trace>
  <inkml:trace contextRef="#ctx0" brushRef="#br0" timeOffset="154">15385 12843 8912,'-8'-17'0,"4"2"0,-7 3 0,5-1 0,-6 7 0,9 2 0,-3 10 0,-2 9 0,2 8 0,-5 10 0,5 1 0,-7 1 0,1 5 0,-3 2 0,-2-2 0,5 2 0,1-4 0,-2 2 0,-3-2 0,-3 3 0,-4-7 0,4 4 0,-4-9 0,-2-4 0,2-2 0,0-6 0,-1-6 0,10-3 0,-3-8 0,4 0 0,-5 0 0,9-14 0,3-5 0,4-5 0,2-7 0,0-2 0,0-1 0,2 7 0,4 4 0,3 4 0,1 2 0,5 2 0,-3 3 0,-3 5 0,3 7 0,5 0 0,6 0 0,6 7 0,-7 5 0,9 9 0,-2 2 0,-2 0 0,1-6 0,1-2 0,5-1 0,1-3 0,-1 0 0,1 7 0</inkml:trace>
  <inkml:trace contextRef="#ctx0" brushRef="#br0" timeOffset="155">16073 13032 8912,'-12'2'0,"1"4"0,7 4 0,-2 7 0,4 2 0,2 4 0,0 2 0,0 3 0,0 5 0,0-5 0,0 3 0,0-2 0,6 1 0,0-7 0,0 0 0,1-6 0,3 0 0</inkml:trace>
  <inkml:trace contextRef="#ctx0" brushRef="#br0" timeOffset="156">16056 12981 8912,'-10'-17'0,"-5"-1"0,13 1 0,-4 2 0,12 3 0,3-3 0,9 4 0,1 1 0,4-1 0,-2 7 0,6-2 0,-3 4 0,-3 2 0,0 0 0,2 0 0,-3 8 0,1 3 0,-6 5 0,-4 1 0,-1 8 0,1 3 0,3 5 0,-8 1 0,-1 1 0,-5-1 0,2 6 0,4 0 0,-4 0 0,4-5 0,-6-7 0,-6 1 0,-2 0 0,-5 3 0,1-3 0,-1-6 0,-8-4 0,-2-2 0,-6-6 0,6 1 0,-7-8 0,1 2 0,2-5 0,-1-1 0,1 0 0,-2 0 0,-1-7 0,7-5 0,2-3 0,1-2 0,5 0 0,4-1 0,-3 7 0,9 0 0,1-3 0,2-1 0,2-2 0,0-1 0</inkml:trace>
  <inkml:trace contextRef="#ctx0" brushRef="#br0" timeOffset="157">15798 13204 8912,'0'12'0,"1"-1"0,5 3 0,-4-5 0,4 3 0,-2-9 0,1 3 0,5-19 0,7-6 0</inkml:trace>
  <inkml:trace contextRef="#ctx0" brushRef="#br0" timeOffset="158">6298 15886 8912,'0'-11'0,"0"0"0,2-1 0,4 3 0,2-1 0,5 6 0,-1-2 0,1 3 0,-4-5 0,3 2 0,1 2 0,3 2 0,-7 2 0,-3 0 0,-12 0 0,-3 0 0,-7 2 0,3 2 0,1 2 0,-1-2 0,5-2 0,-7-2 0,6 0 0,-1 0 0,0 0 0,5 0 0,3 0 0,-6 0 0,8 0 0,0 0 0,8 0 0,-4 0 0,7 0 0,6 0 0,6 0 0,8-2 0,-2-4 0,5-2 0,6-3 0,-2-4 0,8 3 0,6-3 0,5-2 0,8-2 0,-2-2 0,4 0 0,2 5 0,4-5 0,-4 10 0,1-8 0,-12 7 0,5 3 0,-6-3 0,6 3 0,-5-3 0,-3-3 0,-9 3 0,4 3 0,-3-3 0,7 1 0,3 1 0,-5-5 0,-6 4 0,-8-3 0,2 3 0,-3-4 0,-3 3 0,-9 3 0,-6-1 0,-6 2 0,1 5 0,-7-7 0,1 8 0,-8-6 0,0 8 0,0 0 0,-8 0 0,7 0 0,-7 0 0,8 0 0,0 0 0,0 8 0,0-6 0,0 6 0,0-8 0</inkml:trace>
  <inkml:trace contextRef="#ctx0" brushRef="#br0" timeOffset="159">7916 15216 8912,'-17'0'0,"5"-8"0,1-3 0,1 1 0,-1-1 0,3-1 0,1 3 0,5-1 0,-4 5 0,4 3 0,2-14 0,0 14 0,2-5 0,4 7 0,3 0 0,8 0 0,2 0 0,4 0 0,-2 2 0,8 3 0,-6-1 0,4 8 0,0 1 0,-1 2 0,-3 4 0,6 4 0,-8-2 0,2 8 0,-6 0 0,-5 5 0,1 2 0,-9 6 0,-10 8 0,-15 5 0,-9 16 0,-22-2 0,25-29 0,-2 0-659,-4 1 0,-2-2 659,-7 0 0,-1-1 0,0 4 0,-1 0 0,-8-3 0,0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21:51:51.742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2771 9250 8912,'-18'-8'0,"1"-3"0,-8-4 0,12-1 0,-4 5 0,11 5 0,0 14 0,4 9 0,4 8 0,4 9 0,4 2 0,-1 5 0,6-5 0,-3 4 0,3-2 0,2 2 0,1-2 0,-1 6 0,0-3 0,0-9 0,-5 0 0,-1-9 0,3-2 0,1-1 0,-4-11 0,1-3 0,-3-18 0,3-5 0,-5-12 0,-7-1 0,0-6 0,0-4 0,0-4 0,0 9 0,-5-1 0,-1 13 0,0 0 0,6 6 0,0 0 0,2 7 0,4 6 0,5 8 0,5 6 0,1 7 0,0 0 0,0 0 0,2 0 0,4 1 0,2-9 0,4-3 0,3-4 0,-3-2 0,-2-2 0,2-4 0,-5-9 0,1-10 0,-9 0 0,-7 0 0,-3-5 0,-6 1 0,-8-3 0,-3-3 0,-6 3 0,-6 3 0,3-1 0,-2 7 0,-5 0 0,8 6 0,1 15 0,13 7 0,10 9 0,7 3 0,3 0 0,10-7 0,2-3 0</inkml:trace>
  <inkml:trace contextRef="#ctx0" brushRef="#br0" timeOffset="1">3528 9061 8912,'0'-25'0,"0"-4"0,-6 3 0,0-3 0,2 0 0,3 2 0,1-3 0,0 7 0,0 8 0,0 7 0,1 12 0,5 7 0,-2 8 0,8 16 0,-3 1 0,4 4 0,-3 4 0,-2 0 0,3 4 0,-5-8 0,5 6 0,-5-6 0,6 0 0,-7-6 0,7-1 0,-6-4 0,1-1 0,-3-7 0,2 0 0,1-13 0,-1 3 0,-4-9 0,4-7 0,-2-7 0,1-11 0,-3 2 0,4-7 0,2-1 0,-3-6 0,7 3 0,-6 3 0,-1 6 0,3 4 0,0 2 0,3 0 0,4 7 0,-3 5 0,3 3 0,2 2 0,2 2 0,4 1 0,4 5 0,0 2 0,4-7 0,-9 3 0,11-4 0,1-2 0,1 0 0,5 0 0,-6-8 0,-5-3 0,4-10 0,-7-4 0,-1 0 0,-8 1 0,-1-5 0,-11 6 0,1-6 0,-6 6 0,-9 0 0,-9 6 0,-1 6 0,-9-1 0,5 8 0,-6-1 0,8 3 0,-2 2 0,4 7 0,4 5 0,1 3 0,3 2 0,7 1 0,-2-1 0,4 0 0,2 0 0,8 0 0,3 1 0,10-3 0,2-4 0,8-3 0,-2-8 0,5-2 0,6-4 0,-3-9 0,3-8 0,-4-7 0,-2 1 0,-5-4 0,0-1 0,-8 2 0,0 1 0,-6 4 0,-3 2 0,-9 8 0,3 6 0,-4 7 0,-2-2 0,0 12 0,6 9 0,0 8 0,-3 0 0,-1 2 0,4-4 0,0 8 0,1-6 0,-1 5 0,-4-7 0,4 2 0,-2-6 0,-1-3 0,3-3 0,-2 3 0,-2-7 0,-2 1 0,2-10 0,2-4 0,1-5 0,1-7 0,-6-4 0,6-11 0,2-7 0,1 2 0,4 1 0,1-1 0,-3 4 0,10-2 0,-3 13 0,5-4 0,-2 8 0,3 5 0,3 5 0,-6 5 0,2 10 0,2 5 0,-2 12 0,0 4 0,-6 7 0,0 1 0,1-1 0,-1-1 0,0-5 0,0-1 0,0-4 0,-5-10 0,-1 4 0,1-11 0,13 2 0,1-8 0</inkml:trace>
  <inkml:trace contextRef="#ctx0" brushRef="#br0" timeOffset="2">6419 8287 8912,'-17'-9'0,"-1"-12"0,1 3 0,-2-1 0,-4 0 0,4 2 0,-6 0 0,2 1 0,0 5 0,-5 3 0,3 8 0,0 2 0,0 4 0,2 5 0,6 12 0,2 4 0,3 9 0,6 5 0,4 4 0,2-1 0,0 2 0,2-8 0,4 3 0,2-5 0,3-2 0,5-9 0,-5-6 0,4-7 0,2-5 0,3-1 0,3-6 0,-2-15 0,7-8 0,-5-10 0,6-7 0,-8 2 0,2-8 0,-4 0 0,-2-5 0,-1-7 0,-5 1 0,-5 0 0,-4-2 0,-2 5 0,0-3 0,-8 9 0,-3 2 0,-5 16 0,-1 1 0,6 10 0,-1 7 0,2 12 0,-1 12 0,3 11 0,8 5 0,6 7 0,0 5 0,5-2 0,-5 8 0,7 0 0,-1 5 0,-3-5 0,3-2 0,1-2 0,3-4 0,1-7 0,0-2 0,6-8 0,0 2 0,0-12 0,-6-5 0,6-4 0,0-4 0,-2-4 0,-2-5 0,-2-7 0,1-5 0,-1 2 0,0-7 0,-6 1 0,1-2 0,-8-1 0,1 7 0,-3 0 0,-2 6 0,0 0 0,0-1 0,0 9 0,0 3 0,0 12 0,0 3 0,0 9 0,2-1 0,4 0 0,-4 0 0,4 0 0,3-5 0,3-1 0,-3-7 0,3 2 0,-1-4 0,6-2 0,1 0 0,-1-2 0,0-4 0,0-5 0,-5-10 0,-1-2 0,-7 0 0,2 6 0,-4-6 0,-2 0 0,0 0 0,0 6 0,-2-1 0,-4 1 0,-4 0 0,-7 0 0,6 7 0,-1 5 0,8 5 0,-1 5 0,-5 5 0,8 7 0,-5 0 0</inkml:trace>
  <inkml:trace contextRef="#ctx0" brushRef="#br0" timeOffset="3">7228 7978 8912,'0'9'0,"0"-1"0,0-8 0,0 7 0,0 3 0,0 7 0,0-3 0,2 1 0,1 4 0,3 0 0,2 2 0,-3 2 0,-3-4 0,4 4 0,4-4 0,-1-2 0</inkml:trace>
  <inkml:trace contextRef="#ctx0" brushRef="#br0" timeOffset="4">7245 7909 8912,'-35'-8'0,"9"-1"0,3-9 0,6 1 0,5 0 0,-1 6 0,7-1 0,0 6 0,6-5 0,8 7 0,3-2 0,7 4 0,4 2 0,7 0 0,4 0 0,1 0 0,0 0 0,1 0 0,-1 0 0,1 6 0,-1 0 0,1 2 0,-3-5 0,-1 5 0,-3 2 0,-7 1 0,2 6 0,-5-5 0,-7-1 0,4 1 0,-13 5 0,6 0 0,-16 0 0,1-5 0,-5-1 0,-3-7 0,7 11 0,-3-3 0,1 1 0,4-1 0,4 3 0,-5-6 0,7 1 0,7-2 0,3-8 0,7 0 0,2-2 0,4-4 0,-2-9 0,8-8 0,0-6 0,5 6 0,1-7 0,-1 1 0,0-4 0,-1-1 0,-3 0 0,-1-1 0,-14 9 0,3 3 0,-13 4 0,1 1 0,-6 3 0,-6 4 0,1 3 0,-13 8 0,3 0 0,-14 0 0,3 8 0,-3 5 0,4 6 0,0 4 0,10 0 0,-8-6 0,15 0 0,-3 0 0,1 1 0,5-1 0,1 0 0,2 0 0,4-5 0,4-1 0,3-1 0,8 1 0,6 3 0,0-9 0,8 3 0,-3-2 0,5 3 0,1 1 0,1 5 0,-1-3 0,-1 3 0,-5 2 0,-3 6 0,-8 0 0,1 7 0,-1-1 0,-8 4 0,-3 1 0,-4 0 0,-4 1 0,-4-1 0,-5 0 0,-6-7 0,-6-4 0,4-4 0,-4-2 0,4 1 0,1-1 0,7-8 0,0-3 0,7-6 0,-2-6 0,4-11 0,2-10 0</inkml:trace>
  <inkml:trace contextRef="#ctx0" brushRef="#br0" timeOffset="5">8862 7152 8912,'0'-34'0,"2"1"0,4 5 0,-4-5 0,6 18 0,-8 4 0,0 20 0,0 26 0,0 1 0,0 10 0,0 5 0,0 7 0,0-1 0,2-4 0,1 1 0,3-3 0,2 5 0,-2-10 0,1 1 0,5-1 0,-3-11 0,-3-12 0,-4-4 0,6-4 0,-1-4 0,-5-5 0,4-12 0,-4-3 0,-2-8 0,-2-8 0,-4-4 0,2-3 0,-7-3 0,7-7 0,-2-4 0,-3-9 0,-1-4 0,1-2 0,3-4 0,-2-2 0,2-2 0,-5 2 0,5 4 0,0 6 0,6 11 0,0 12 0,10 17 0,7 15 0,10 13 0,6 18 0,9 11 0,3 11 0,11 9 0,1 3 0,6 2-225,-5-2 1,-1-2 224,-5-4 0,-3-5 0,-3-1 0,-6-14 0,-11-15 0,-6-4 0,-4-7 0,-3-5 0,-5-12 0,2-11 0,-7-12 0,8-13 0,-3-9 0,-1-3 0,1-9 0,-7 0 0,2-6 0,-5-9 0,-1-8 0,-1-8 0,-1 44 0,0-1 0,-6-44 0,-1 9 0,3 9 0,-6 14 0,9 12 224,-5 16 1,8 20-225,0 15 0,9 10 0,9 12 0,6-2 0,13 4 0,3-1 0,6 0 0,11-7 0,4-9 0</inkml:trace>
  <inkml:trace contextRef="#ctx0" brushRef="#br0" timeOffset="6">2650 10883 8912,'-8'-40'0,"-3"0"0,-2 2 0,-1 3 0,3 7 0,7-3 0,-2 8 0,4 10 0,4 13 0,4 9 0,5 16 0,10 8 0,4 7 0,2 4 0,-4 2 0,6 5 0,-3 3 0,5 1 0,-4 2 0,-2-1 0,0-8 0,-3-3 0,3-3 0,4-1 0,-2-5 0,-6-17 0,4-6 0,1-3 0,-3-16 0,6-17 0,-2-7 0,2-22 0,1 2 0,-7-13 0,0 8 0,-6-2 0,-7 3 0,-4 5 0,-6 5 0,-6 9 0,2 5 0,-8 12 0,1 5 0,-6 13 0,5 2 0,1 4 0,7 11 0,-2 12 0,4 5 0,2 6 0,0-2 0,0 8 0,8-6 0,4 6 0,9-13 0,3-1 0,3-5 0,4-6 0,1-4 0,3-6 0,1-7 0,4-15 0,-3-10 0,3-19 0,0-4 0,-6-8 0,3 6 0,-14 0 0,-2 3 0,-10-3 0,-3-2 0,-8 8 0,0 5 0,-2 9 0,-4-1 0,-5 0 0,-5 6 0,5 4 0,-1 11 0,8 4 0,-3 6 0,7 8 0,7-1 0,5 12 0,3-2 0,2 2 0,1-2 0,-1 8 0,2-8 0,4 2 0,-4 1 0,4-1 0,-4 0 0,-2 2 0,-7-6 0,-4 4 0,-4 4 0,-2 2 0,-10 3 0,-7 2 0,-2-1 0,-10-4 0,0 3 0,-5-5 0,-1 7 0</inkml:trace>
  <inkml:trace contextRef="#ctx0" brushRef="#br0" timeOffset="7">3838 10127 8912,'-8'-10'0,"-2"3"0,1 7 0,-5 1 0,9 5 0,-1 11 0,8 14 0,4 7 0,5 8 0,4 6 0,3 5 0,1-4 0,4 5 0,-2-11 0,7-1 0,3-6 0,9 6 0,-4-13 0,5 1 0,-11-17 0,-1-1 0,1-7 0,3-5 0,-4-10 0,-1-5 0,-7-12 0,2-6 0,-4-5 0,-1-6 0,-9 2 0,-3-8 0,2 6 0,-3-6 0,-3-2 0,-6-2 0,1 4 0,-9 1 0,2 8 0,-1 3 0,-2 7 0,7 10 0,-7 7 0,13 5 0,0 10 0,7 13 0,10 10 0,2 7 0,3 5 0,0 4 0,0 0 0,2 5 0,-1-3 0,6-4 0,-6-2 0,0-3 0,-6-3 0,0-2 0,1-3 0,-9-4 0,-3-8 0,1 0 0,-5 1 0,-9-1 0,-5-8 0,-16-3 0,-1 2 0,-6-3 0,-7-7 0,-2-7 0</inkml:trace>
  <inkml:trace contextRef="#ctx0" brushRef="#br0" timeOffset="8">3820 10522 8912,'-11'-6'0,"-1"1"0,9-3 0,-3 2 0,8-3 0,9-8 0,24-10 0,22-8 0,14-7 0,5-9 0,1 1 0,-1 4 0,-1 4 0,-6 8 0,-12 1 0,-11 5 0,-12 3 0,-32 8 0,-4 0 0</inkml:trace>
  <inkml:trace contextRef="#ctx0" brushRef="#br0" timeOffset="9">2685 11296 8912,'-16'-2'0,"5"-4"0,13-11 0,15-12 0,23-18 0,17-11 0,-20 22 0,1-2 0,5-4 0,2 0 0,5-3 0,1 0 0,5 0 0,1 0-566,-1 1 0,-1 0 1,-3 5-1,-1 0 1,-4 1-1,0 0 0</inkml:trace>
  <inkml:trace contextRef="#ctx0" brushRef="#br0" timeOffset="10">24161 11691 8912,'-27'-2'0,"4"-1"0,4-5 0,2-2 0,7 7 0,10-5 0,12 8 0,3 0 0,2 0 0,6 0 0,0 0 0,8 0 0,-2 0 0,3 0 0,2 0 0,9-2 0,2-4 0,7 2 0,7-7 0,12 0 0,13 1 0,-35 0 0,2-1 0,2 2 0,3 1 0,5-3 0,2 1-306,-1 1 0,2 1 1,6-2-1,2 0 306,2-1 0,1 0 0,3 1 0,0 0 0,0-1 0,-1 0 0,-1 1 0,-2 0 0,-8 2 0,-1-1 0,3 1 0,-2 1 0,-2 0 0,-2 1 0,-1 0 0,-1 2-142,-4 0 0,-1 0 1,40-7 141,-14 5 0,-9-1 0,3 1 0,-2 4 0,-10-4 0,-2 2 0,-21-1 0,-5 3 0,-7-4 0,-5 4 0,6 2 0,-14 0 388,2 0 0,-3-6 1,3 1-389,0 1 483,-7 2-483,-3 2 0,-7 0 0,0 0 0,-7 0 0,-5 0 0,-3 0 0,-12 0 0,-7 0 0,-8-8 0,-10-1 0</inkml:trace>
  <inkml:trace contextRef="#ctx0" brushRef="#br0" timeOffset="11">24419 11176 8912,'15'-18'0,"-3"1"0,-4 2 0,-3 2 0,1 1 0,0 6 0,-8-3 0,-4 1 0,-3 2 0,-9 6 0,1 0 0,0 0 0,0 0 0,-1 2 0,1 4 0,0-2 0,-2 7 0,-2 3 0,-2 1 0,-2 2 0,2 0 0,-4 1 0,-7 1 0,-2 2 0,-5 2 0,3 7 0,-8-1 0,0-2 0,-5 1 0,-1-5 0,1 6 0,7-8 0,3 2 0,7 0 0,5-4 0,8-4 0,8 0 0,-2-7 0,13 0 0,-4-8 0,12 0 0,-4 0 0,7 0 0,-3 0 0,-4 0 0,7 5 0,-3 1 0,-4 7 0,6-3 0,-8 7 0,2-5 0,3-1 0,-3 1 0,6 5 0,0 0 0,3 0 0,4 0 0,3 1 0,1 1 0,4 4 0,3-4 0,9 4 0,-1 1 0,1-1 0,1 6 0,4-6 0,-4 0 0,7-6 0,-3 2 0,0 4 0,-2-6 0,-9 0 0,1 1 0,-7-7 0,0-1 0,-6 1 0,-1 1 0,-3 5 0,-1 0 0,-9 0 0,5 8 0,-8 2 0</inkml:trace>
  <inkml:trace contextRef="#ctx0" brushRef="#br0" timeOffset="12">10979 12190 8912,'-17'-17'0,"0"0"0,0-1 0,1 1 0,3 0 0,3 0 0,3 0 0,-5 5 0,8 3 0,6 1 0,0 12 0,10 13 0,3 12 0,6 9 0,-2 6 0,4 7 0,2 14 0,-2 6 0,-2 5 0,-2 7 0,4 1 0,0 2 0,0 5-263,-6 1 0,0-2 263,0-10 0,1-6 0,-1-12 0,-2-11 0,-3-9 0,1-2 0,-7-5 0,-1-5 0,-8-13 0,-9 1 0,-1-9 0,-16-3 0,0-4 0,-5-2 0,-8 0 0,-2 0 0</inkml:trace>
  <inkml:trace contextRef="#ctx0" brushRef="#br0" timeOffset="13">10790 13187 8912,'-23'-27'0,"0"4"0,0 4 0,6 10 0,7 1 0,3 10 0,7 4 0,7 9 0,5 8 0,3 0 0,2-6 0,8 0 0,4 1 0,3-9 0,5-1 0,1-3 0,2 1 0,8 0 0,-2-6 0,3-2 0,3-4 0,0 2 0,-1-7 0,1-8 0,0-8 0,-1-7 0</inkml:trace>
  <inkml:trace contextRef="#ctx0" brushRef="#br0" timeOffset="14">11616 13067 8912,'-12'15'0,"1"-3"0,7 5 0,-2 0 0,-1 8 0,1 9 0,-7 2 0,1 5 0,-3 2 0,-2 9 0,-1-2 0,1-4 0,2 3 0,3-3 0,3-4 0,3-2 0,-5-5 0,-5-7 0,-16-3 0,-4-8 0</inkml:trace>
  <inkml:trace contextRef="#ctx0" brushRef="#br0" timeOffset="15">10601 14270 8912,'-8'-9'0,"4"-5"0,-7 9 0,-1-1 0,3 19 0,1 6 0,2 6 0,0 6 0,1 1 0,5 3 0,2-5 0,3 5 0,-1-5 0,6 10 0,-1-1 0,1 1 0,1-4 0,7 4 0,-9-6 0,-3-5 0,1 2 0,-1-8 0,-8-1 0,-7-4 0</inkml:trace>
  <inkml:trace contextRef="#ctx0" brushRef="#br0" timeOffset="16">10394 14494 8912,'17'0'0,"-5"0"0,-1 0 0,-5 0 0,5 0 0,1-8 0,5-3 0,8-6 0,4-4 0,3-4 0,3-2 0,5-2 0,0-5 0,0 0 0,-6-1 0,1 8 0,-1 4 0,-7 4 0,-4 2 0,-12 8 0,-3 3 0,-8 14 0,0 9 0,0 9 0,0 3 0,0 5 0,0-3 0,0 9 0,0 2 0,0-2 0,0 0 0,0-5 0,6-1 0,0 1 0,-1-7 0,-5 1 0,2-8 0,4 2 0,-4-10 0,6-3 0,-1-3 0,-5-9 0,4-9 0,1-6 0,-1-6 0,6-4 0,-7-7 0,3 5 0,-2 0 0,-2 3 0,7-3 0,-5-1 0,5 7 0,-5 5 0,5 9 0,3 1 0,1 4 0,-1 2 0,3 2 0,-4 2 0,10 4 0,4-2 0,2 7 0,3-1 0,2 1 0,3 3 0,3-8 0,-2-1 0,6-5 0,-2 0 0,-4 0 0,-7-7 0,-2-5 0,-14-3 0,2-2 0,-11-1 0,0 1 0,-4 0 0,-2 0 0,-8 2 0,-3 3 0,-7-1 0,-5 7 0,4 0 0,-6 8 0,2 4 0,1 5 0,0 5 0,11 1 0,-2 0 0,7 0 0,0 2 0,6 4 0,0-4 0,0 4 0,8-5 0,3-7 0,6 2 0,6-7 0,4 0 0,8-6 0,-1 0 0,0 0 0,1-8 0,-1-3 0,-5-5 0,0-1 0,-8 6 0,2-1 0,-10 8 0,-2-1 0,1 3 0,-1 2 0,-1 2 0,-2 3 0,3 5 0,-5 7 0,0-5 0,-6-1 0,0 1 0,0 5 0,0 0 0,0-7 0,0-3 0,0-9 0,0-3 0,0-9 0,0-7 0,0 0 0,0-7 0,0 5 0,0-6 0,1 8 0,5-2 0,-2 4 0,8 2 0,-7 1 0,7 5 0,-1 3 0,6 8 0,1 0 0,-1 0 0,0 4 0,0 8 0,8-1 0,4 12 0,-2-4 0,1-2 0,1 0 0,5 1 0,1-1 0,-1 0 0,1-2 0,-1-3 0,0-5 0,8-7 0,2 0 0</inkml:trace>
  <inkml:trace contextRef="#ctx0" brushRef="#br0" timeOffset="17">13199 14030 8912,'-27'17'0,"4"0"0,4 8 0,2 3 0,6 7 0,-1 5 0,8-4 0,-1 4 0,10 2 0,7 0 0,3 0 0,2 1 0,0-3 0,1-6 0,1 0 0,4 1 0,-6-1 0,0 1 0,-2-9 0,-9-3 0,0-11 0,-6 3 0,0-5 0</inkml:trace>
  <inkml:trace contextRef="#ctx0" brushRef="#br0" timeOffset="18">13113 14167 8912,'2'-11'0,"4"-1"0,-3 1 0,9-5 0,1 3 0,3 2 0,1 1 0,0-1 0,2-3 0,4 9 0,-4-1 0,4 6 0,2 2 0,-2 3 0,0 7 0,-4 11 0,0 5 0,-2 5 0,4 1 0,-9 1 0,-3 1 0,3 4 0,-8-4 0,1 5 0,-5-5 0,-5-2 0,-5-1 0,-7-5 0,0-3 0,1-8 0,3-1 0,2-5 0,-1-3 0,-5-23 0,0-5 0</inkml:trace>
  <inkml:trace contextRef="#ctx0" brushRef="#br0" timeOffset="19">13698 14270 8912,'10'8'0,"-3"-6"0,1 13 0,-6-5 0,4 7 0,3 0 0,-5 0 0,7 0 0,-7 1 0,2-1 0,2 0 0,-3 0 0,3-5 0,-4-1 0,4 1 0,1-3 0,3-1 0,5-8 0</inkml:trace>
  <inkml:trace contextRef="#ctx0" brushRef="#br0" timeOffset="20">13784 13995 8912,'-9'-7'0,"3"-5"0,-2 3 0,2-3 0,3-1 0,3-1 0,5 3 0,1-2 0,11 7 0,-1-6 0,12 7 0,1-1 0,5 6 0,7-2 0,-1-4 0,0-3 0,-6-9 0</inkml:trace>
  <inkml:trace contextRef="#ctx0" brushRef="#br0" timeOffset="21">14214 13995 8912,'-23'0'0,"0"0"0,-5 6 0,5 2 0,2 1 0,2 5 0,3 8 0,5 7 0,-2 4 0,7 1 0,0 6 0,6 0 0,2 6 0,4-6 0,3 0 0,8-5 0,1-3 0,1-1 0,2-6 0,2-6 0,2 0 0,-2-14 0,1-1 0,5-9 0,4-7 0,-5-11 0,5-11 0,1-10 0</inkml:trace>
  <inkml:trace contextRef="#ctx0" brushRef="#br0" timeOffset="22">14576 13669 8912,'-10'17'0,"3"8"0,7 3 0,-6 20 0,0 9 0,0 8 0,6 4 0,0 0 0,0 0 0,8-3 0,3-3 0,5-5 0,1-12 0,0-10 0,0-7 0,1-10 0,-1-2 0,0-8 0,0-9 0,0-9 0,1-8 0,6-8 0,3-10 0</inkml:trace>
  <inkml:trace contextRef="#ctx0" brushRef="#br0" timeOffset="23">14868 13909 8912,'-2'-9'0,"-3"3"0,1 4 0,-8 2 0,1 0 0,-6 10 0,-1 7 0,1 2 0,0 10 0,0-7 0,0 7 0,-1 0 0,1 5 0,6 1 0,1-1 0,3 0 0,3 1 0,2-3 0,2-3 0,7 1 0,5-7 0,11 0 0,6-6 0,5-1 0,6-5 0,12-3 0,11-8 0,4-6 0,2 0 0,-1-13-670,1 2 670,0-4 0,0-4 0,0-1 0</inkml:trace>
  <inkml:trace contextRef="#ctx0" brushRef="#br0" timeOffset="24">13182 14494 8912,'0'-12'0,"0"1"0,0 5 0,0-5 0,0 7 0,2-4 0,3 8 0,-1 2 0,8 6 0,1 9 0,2 10 0,-3 13 0,-1 6 0,1 9 0,5 4 0,-2 1 0,-3-1 0,1 4 0,-7-6 0,5 4 0,-5-9 0,2-6 0,-4-18 0,1-5 0,-7-27 0,-7-7 0</inkml:trace>
  <inkml:trace contextRef="#ctx0" brushRef="#br0" timeOffset="25">16692 13686 8912,'0'-25'0,"-7"4"0,-5-8 0,-5 2 0,-6 6 0,2 0 0,-8 16 0,1-1 0,-9 6 0,-1 4 0,-2 7 0,-2 3 0,2 14 0,2 7 0,-5 5 0,5 0 0,6 2 0,9-6 0,0 4 0,6-3 0,5-3 0,5-1 0,8-5 0,7-5 0,9-4 0,2-2 0,10 1 0,0-7 0,5 1 0,3-7 0,3 7 0,-4-8 0,4 1 0,-4 3 0,-1 0 0,-1 1 0,1 4 0,-7 3 0,1 1 0,-8 0 0,2 0 0,-11 2 0,-7 4 0,-3 4 0,-6 6 0,-5-3 0,-8-1 0,-4-8 0,3 2 0,-5-4 0,0-2 0,-5-2 0,5-3 0,-8-12 0,4-10 0</inkml:trace>
  <inkml:trace contextRef="#ctx0" brushRef="#br0" timeOffset="26">17071 13875 8912,'0'11'0,"0"1"0,-2-1 0,-2 6 0,-1 3 0,1 2 0,2 5 0,2 8 0,0 5 0,0 0 0,0 6 0,0-6 0,0-2 0,0-2 0,7-7 0,5 0 0,-4-8 0,7-4 0,-13-10 0,5-7 0</inkml:trace>
  <inkml:trace contextRef="#ctx0" brushRef="#br0" timeOffset="27">17002 13720 8912,'12'-15'0,"-1"3"0,-5-3 0,5 6 0,3-1 0,1 2 0,2 8 0,6 0 0,0 0 0,13 8 0,1 2 0,7 1 0,9 0 0,7 1 0,8 5 0</inkml:trace>
  <inkml:trace contextRef="#ctx0" brushRef="#br0" timeOffset="28">17691 13789 8912,'-27'0'0,"2"0"0,8 0 0,-2 0 0,-4 0 0,2 2 0,-8 4 0,6-5 0,-6 5 0,8 4 0,-2 1 0,4 10 0,2 2 0,7 6 0,5-4 0,3 1 0,2 5 0,4 0 0,7-3 0,1-3 0,10-8 0,5-2 0,2-3 0,-2-4 0,1-8 0,-7 0 0,2 0 0,2 0 0,-2 1 0,-2 3 0,-2 2 0,-1 7 0,-1-1 0,-6 11 0,1 5 0,-1 5 0,6 1 0,-7 8 0,-4 4 0,1 6 0,-1 5 0,0-2 0,-6 9 0,-2-15 0,-4 1 0,-5-6 0,-5-6 0,-1-4 0,0-5 0,0-12 0,0-11 0,-6-4 0,0-2 0,-2-10 0,2-7 0,9-8 0,-3-9 0,6-8 0,-1-4 0,5-4 0,7-1 0,9-7 0,6 1 0,8 2 0,4 1 0,-4 3 0,6-1 0,0 1 0,5-1 0</inkml:trace>
  <inkml:trace contextRef="#ctx0" brushRef="#br0" timeOffset="29">18104 13926 8912,'0'10'0,"0"-2"0,0-1 0,0-3 0,0 8 0,0-1 0,0 6 0,0 0 0,0 1 0,0 1 0,0 4 0,5-2 0,3 5 0,0 1 0,-1 0 0,5-6 0,-7 2 0,3-6 0,-2-6 0,-4 5 0,3-5 0,-3-3 0,4-8 0,0-12 0,1-5 0,-1-6 0,-2 4 0,8-4 0,-7 2 0,7-2 0,-1 4 0,6-4 0,1 4 0,-1 4 0,0 3 0,0-1 0,0 7 0,1 1 0,-1 5 0,0 0 0,0 0 0,0 5 0,1 1 0,-1 6 0,0-7 0,2 1 0,4-6 0,-4 0 0,4 0 0,-4-8 0,-1-3 0,-1-4 0,0-3 0,0 1 0,0 0 0,-5 0 0,-3 0 0,-1-1 0,-4 1 0,4 6 0,-3-1 0,1 9 0,-6-3 0,0 12 0,0 5 0,0 6 0,0 6 0,0-2 0,0 8 0,0-1 0,0-1 0,0 4 0,0-8 0,6 0 0,0-6 0,-1 0 0,-5 0 0,8-7 0,-6-3 0,5-7 0,-7-15 0,0-4 0</inkml:trace>
  <inkml:trace contextRef="#ctx0" brushRef="#br0" timeOffset="30">18654 13703 8912,'-11'0'0,"-1"0"0,7-2 0,-7-4 0,1 4 0,1-7 0,4 3 0,14 4 0,9-4 0,10 5 0,5 1 0,10 0 0,2-8 0,8-2 0</inkml:trace>
  <inkml:trace contextRef="#ctx0" brushRef="#br0" timeOffset="31">19411 13393 8912,'0'-17'0,"0"0"0,0 0 0,-2 0 0,-3-1 0,-7 3 0,-3 4 0,-2 3 0,0 8 0,1 2 0,5 4 0,-3 13 0,9 15 0,-7 8 0,6 10 0,3-1 0,1 1 0,2 5 0,0 1 0,2-1 0,3-5 0,-1-7 0,8 1 0,-3-2 0,3 2 0,3-6 0,-4-11 0,-3 3 0,7-13 0,-5 6 0</inkml:trace>
  <inkml:trace contextRef="#ctx0" brushRef="#br0" timeOffset="32">19119 13909 8912,'-10'-2'0,"5"-3"0,3 3 0,9-12 0,5 9 0,13-9 0,9 3 0,10-5 0,6-1 0,9-6 0,4 0 0,-2 1 0,2 4 0,-7 1 0,1 0 0,-17 5 0,-5 1 0,-12 7 0,0-2 0,-12 6 0,-5 6 0,-4 6 0,-2 3 0,0 8 0,0 0 0,0 5 0,0-5 0,0 6 0,0-6 0,-2 6 0,-4-6 0,4 5 0,-4-5 0,5-2 0,1-2 0,0-2 0,0 1 0,0-1 0</inkml:trace>
  <inkml:trace contextRef="#ctx0" brushRef="#br0" timeOffset="33">19790 13600 8912,'-15'-12'0,"3"1"0,-1-1 0,7-5 0,-5 6 0,5-1 0,0 1 0,6-6 0,0-1 0,10 7 0,7-1 0,2 9 0,10-3 0,-1 4 0,7 2 0,-1 0 0,1-8 0,-1-1 0</inkml:trace>
  <inkml:trace contextRef="#ctx0" brushRef="#br0" timeOffset="34">20582 13548 8912,'-33'0'0,"2"0"0,5 0 0,1 0 0,-6 2 0,3 4 0,-5 5 0,1 12 0,1 6 0,2 3 0,10 5 0,2 3 0,0 2 0,5 4 0,5 1 0,1-6 0,12-1 0,5-6 0,10-3 0,2-8 0,10-2 0,1-16 0,2-1 0,10-10 0,-2-3 0,4-8 0,-4-2 0,-2-4 0,4-4 0,-6-8 0,6 1 0,-6 0 0,-2 1 0,-9 5 0,2-3 0,-6 8 0,-3 2 0,-2 2 0,-7 7 0,-13 1 0,-8 7 0,-3-2 0,-6 5 0,-6 1 0,-4 7 0,-8 5 0,7 3 0,-1 2 0,8 0 0,-2 1 0,6-1 0,5 0 0,-1 0 0,5 0 0,1 0 0,-1 1 0,2-7 0,6 1 0,2-9 0,2 5 0,4-2 0,1 0 0,5-1 0,9-5 0,-4-5 0,4-1 0,2-6 0,-2 7 0,1-7 0,-1 6 0,-4-7 0,4 2 0,-3 1 0,-3 0 0,0 3 0,-6-5 0,1 7 0,-8-3 0,1 2 0,-3 4 0,0-5 0,4 7 0,-4 0 0,11 2 0,-7 3 0,2-3 0,-3 4 0,-1 2 0,8-3 0,-7 7 0,7-6 0,-6 5 0,3-3 0,-1 1 0,-2-5 0,-6 11 0,7-13 0,3 4 0,7-12 0,-5-1 0,-1-7 0,0 3 0,-1-3 0,5-1 0,-3-2 0,3 0 0,2 0 0,-5 5 0,-1 1 0,1 7 0,5-4 0,0 8 0,-5 2 0,-1 2 0,2 2 0,3-3 0,-5 5 0,1-2 0,-1 5 0,6-5 0,1-2 0,-1-2 0,6-4 0,0-4 0,0-3 0,-6-9 0,2-7 0,4-3 0,-6-5 0,0-1 0,1-10 0,-7-8 0,2 1 0,-1-6 0,1 5 0,-7 4 0,-2 4 0,-2 2 0,-2 10 0,0 15 0,0 17 0,-6 19 0,-2 15 0,-1 10 0,3 8 0,-5 5 0,5 4 0,-6 8 0,9-2 0,-3-4 0,4 2 0,2-6 0,2 0 0,4 0 0,5-7 0,12-6 0,-4-14 0,6 1 0,-2-8 0,0-10 0,0-6 0,-6-9 0,0-3 0,0-9 0,1-9 0,-1-19 0,0-12 0,0-9 0</inkml:trace>
  <inkml:trace contextRef="#ctx0" brushRef="#br0" timeOffset="35">21511 13514 8912,'-17'0'0,"-1"0"0,7 2 0,-1 3 0,9-3 0,5 6 0,15-8 0,17 0 0,18 0 0,15-2 0,13-4 0,4-3-886,2-8 886,-7-1 0,-3-6 0,-7-3 0</inkml:trace>
  <inkml:trace contextRef="#ctx0" brushRef="#br0" timeOffset="36">23559 13583 8912,'-18'0'0,"1"0"0,2 7 0,3 5 0,7 3 0,12 0 0,9-3 0,7-7 0,3-3 0,5-2 0,7-2 0,2-3 0,-1-7 0,-5-3 0,-5-4 0,-4-2 0,-1-2 0,-6 0 0,-1 4 0,-9-2 0,-7-2 0,-10-2 0,-8 2 0,-4 4 0,-14-4 0,5 12 0,-12 5 0,1 4 0,1 2 0,0 15 0,6 8 0,1 10 0,4 7 0,5 6 0,6 11 0,9-3 0,3 3 0,6 2 0,6-2 0,11-1 0,12-10 0,11-6 0,6-12 0,4-10 0,1-13 0,1-3 0,-1-2 0,-1-15 0,-4-8 0,-4-15 0,-8-6 0</inkml:trace>
  <inkml:trace contextRef="#ctx0" brushRef="#br0" timeOffset="37">24058 13514 8912,'11'0'0,"1"0"0,-1 0 0,6 0 0,6 13 0,0 4 0,8 6 0,-2-2 0,3 4 0,2 2 0,1 0 0,-1 1 0,-1 3 0,-5-8 0,3 4 0,-8-10 0,-2 4 0,-9-10 0,-5-3 0,-7-8 0,0-10 0</inkml:trace>
  <inkml:trace contextRef="#ctx0" brushRef="#br0" timeOffset="38">24402 13583 8912,'-15'1'0,"3"5"0,-3-2 0,3 8 0,-5 1 0,-6 10 0,-4 5 0,-7 13 0,0 3 0,-1 9 0,3 4 0,3 6 0,6-5 0,12-7 0,5-3 0,12-14 0,5 3 0,12-14 0,11-8 0,3-15 0,5-10 0</inkml:trace>
  <inkml:trace contextRef="#ctx0" brushRef="#br0" timeOffset="39">24953 13548 8912,'-8'-9'0,"-2"1"0,-7 12 0,0 7 0,2 8 0,3 16 0,-3 7 0,3 4 0,5 13 0,1 8 0,4 5 0,2 1 0,0-2 0,0-3 0,8-6 0,3-5 0,5-6 0,1-5 0,-2-11 0,-3-12 0,-5-4 0,-7-2 0,8 0 0,1 0 0</inkml:trace>
  <inkml:trace contextRef="#ctx0" brushRef="#br0" timeOffset="40">24712 13565 8912,'5'-28'0,"5"1"0,3 0 0,6 1 0,12 3 0,3-6 0,3 10 0,9 2 0,-8 1 0,2 11 0,-11 1 0,-6 10 0,-6 5 0,-6 4 0,-3 12 0,-8 7 0,-4 3 0,-7 9 0,-1-1 0,-13 5 0,2-2 0,1-2 0,-1-2 0,5 1 0,9 3 0,3-8 0,4-7 0,-5 7 0,-3-4 0</inkml:trace>
  <inkml:trace contextRef="#ctx0" brushRef="#br0" timeOffset="41">25245 13909 8912,'-8'-9'0,"8"-1"0,0 4 0,4 3 0,14-9 0,4-1 0,19-10 0,-1 2 0,11-8 0,-3 1 0,8-5 0,-9 2 0,-6 3 0,-13-1 0,-5-5 0,-11 7 0,-7 4 0,-12 4 0,-10 2 0,-10 5 0,-11 3 0,-5 1 0,0 4 0,4 10 0,-1 6 0,4 5 0,1 6 0,11 3 0,6 9 0,9 5 0,9 0 0,2 0 0,3 2 0,13-6 0,10 5 0,5-7 0,1-5 0,8-5 0,4-6 0,-2-9 0,0-3 0,-2-4 0,-4-2 0,-3-14 0,-6-3 0,1-11 0,-7-1 0,-2-2 0,-9 3 0,3-5 0,-6 7 0,1-3 0,-4 0 0,-4 6 0,-2-5 0,5 7 0,1-2 0,0 4 0,-6 1 0,0 9 0,0 1 0,7 14 0,5 0 0,3 5 0,2-5 0,1-2 0,-1-2 0,6 3 0,0 1 0,7 0 0,-1-6 0,-4 0 0,-2 2 0,-4 2 0,-2 1 0,6 3 0,0-2 0,-6 5 0,-5 12 0,-3-2 0,3 8 0,1-6 0,-7 5 0,2 1 0,-3 5 0,-3-1 0,4-5 0,2 3 0,-1-8 0,1-2 0,0-2 0,5-9 0,-5-5 0,3-10 0,-1-13 0,-5-10 0,-3-12 0,6-4 0</inkml:trace>
  <inkml:trace contextRef="#ctx0" brushRef="#br0" timeOffset="42">26312 13101 8912,'-27'-17'0,"2"-6"0,8 0 0,6 2 0,-1 10 0,8-5 0,-1 5 0,5 3 0,7 4 0,11 8 0,8 8 0,13 9 0,1 2 0,2 5 0,-2-5 0,-4 6 0,4-6 0,-3 7 0,-3-3 0</inkml:trace>
  <inkml:trace contextRef="#ctx0" brushRef="#br0" timeOffset="43">26794 13583 8912,'9'17'0,"-3"0"0,-4 0 0,-2 0 0,-2-5 0,-4-1 0,3-7 0,-9 2 0,8-2 0,-1 1 0,-5-3 0,8 6 0,-13-8 0,11 0 0,-7 0 0,7 0 0,-4 0 0,8-2 0,0-4 0,0-3 0,0-8 0,6-1 0,0 1 0,7-8 0,-2-3 0,7-3 0,5 2 0,-2-3 0,5 5 0,1-1 0,0-1 0,-4 10 0,6 2 0,-3 1 0,3 11 0,3 1 0,-3 10 0,-2 5 0,2 12 0,-8 4 0,2 7 0,-2 0 0,2 1 0,-4-3 0,4-3 0,1-6 0,-1-12 0,10-3 0,1-8 0,3 0 0,7-2 0,0-6 0,0-9 0,2-8 0,5-9 0,-1 2 0,-4 3 0,-10-4 0,-11 7 0,-4-3 0,-6 0 0,-9 8 0,0-2 0,-14 6 0,-9 6 0,-2 3 0,-10 8 0,0 0 0,3 0 0,-5 8 0,8 3 0,0 10 0,6 2 0,7 0 0,5-6 0,3 0 0,2 1 0,0-1 0,0 0 0,15-2 0,8-3 0,9-5 0,9-7 0,3 0 0,7 0 0,3-7 0,3-5 0,-3-3 0,1-2 0,-7 0 0,-8-1 0,-11 3 0,-6 4 0,-12-5 0,-3 15 0,-8-5 0,0 12 0,0 3 0,0 8 0,-6 2 0,0 2 0,3 4 0,1 2 0,-4-6 0,0 2 0,0-4 0,6-2 0,0 0 0,0 1 0,0-1 0,0-8 0,0-9 0,8-9 0,2-8 0,-1-1 0,6-5 0,-3-1 0,3-1 0,2 0 0,1-4 0,-1 6 0,6-5 0,0 5 0,7-6 0,-1 6 0,4 0 0,1-2 0,-2 6 0,-3-4 0,2 2 0,-8-2 0,5-1 0,-5-5 0,0-3 0,-6 1 0,1-5 0,-1-4 0,-6-14 0,1 2 0,-6-5 0,5 0 0,-7-2 0,2-4 0,1 5 0,-1 12 0,0 18 0,-6 11 0,0 13 0,0 4 0,-2 23 0,-4 19 0,-4 13 0,1 14 0,-4 2 0,7 9 0,0 0-177,6 6 0,0-8 177,0-3 0,2-10 0,4-2 0,3-8 0,8 3 0,8-20 0,2-11 0,4-14 0,3-13 0,4-10 0,14-13 0,0-7 0,-1-16 0,1 0 0,-1-13 0,-1 2 0,-4-1 0,-4-5 0,-7 6 0,-7-2 0,1 1 0,-14 13 0,2-1 0,-11 9 0,0 9 0,-4 12 0,-2 16 0,0 18 0,0 16 0,0 8 88,0 10 1,0 5-1,0 2 1,0 2-89,0 4 0,0-2 0,0 6 0,0-12 0,0 6 0,0-9 0,0-8 0,2-4 0,3-8 0,-3-13 0,4-4 0,-4-19 0,-2-3 0,0-24 0,0-7 0</inkml:trace>
  <inkml:trace contextRef="#ctx0" brushRef="#br0" timeOffset="44">29031 13118 8912,'-27'0'0,"8"-5"0,8-1 0,7-7 0,0 11 0,15-4 0,20-4 0,26-1 0,16-4 0,9-3 0,14-1 0,-45 8 0,1-1-349,3 0 1,1-2-1,8-6 1,0-2 0,1 0-1,0 0 1</inkml:trace>
  <inkml:trace contextRef="#ctx0" brushRef="#br0" timeOffset="45">30907 14545 8912,'0'-26'0,"-6"-5"0,0 8 0,1 0 0,5 6 0,0 6 0,0-1 0,0 8 0,0-3 0,0 7 0,0 0 0,0 7 0,-8-3 0,-4 8 0,-9-5 0,-2 10 0,-15-1 0,-2 12 0,-15 1 0,-10 7 0,-8 4 0,-7 6 0,37-19 0,0 2 0,-3-1 0,0 1 0,1 1 0,0-1-176,-4 0 0,0 0 0,4-3 0,1 1 176,-3 2 0,2-1 0,-37 24 0,1-6 0,7 2 0,-7-8 0,18 0 0,6-6 0,5-5 0,12-2 0,2-1 0,2 1 0,3-6 0,4 2 0,5-4 0,6-9 0,9-3 0,3-7 352,12 0 0,-2 0-352,7 0 0,-1-2 0,1-3 0,2 1 0,-7-8 0,8 9 0,-3-3 0,-1 4 0,-1 0 0,1-2 0,-1-2 0,1-1 0,1 1 0,5-4 0,-7-7 0</inkml:trace>
  <inkml:trace contextRef="#ctx0" brushRef="#br0" timeOffset="46">29547 14459 8912,'-17'-34'0,"8"7"0,3 4 0,-2 4 0,2 2 0,1 8 0,5 1 0,-2 16 0,-4 5 0,-5 8 0,-5 8 0,-9 7 0,-3 10 0,-11 7 0,-1 16 0,-7 7-277,1 5 0,-2 1 277,2-2 0,-2 2 0,6-5 0,2-1 0,4 0 0,-1-1 0,14-6 0,2-14 0,10-3 0,3-18 0,8 0 0,2-7 0,4-4 0,-2 0 0,7-12 0,6 3 0,8-1 0,0-1 0,0 1 0,7-5 0,3-3 0,1 3 277,10-2 0,-2 0-277,2-6 0,2 0 0,-8 0 0,6-6 0,-4-2 0,2-1 0,4-5 0,-6 5 0,-2-3 0,-6 8 0,-5-1 0,7 3 0,-5 0 0,-1-2 0,3-2 0,-8 1 0,-2 5 0,-4 0 0,-2 0 0,-2 7 0,-1 3 0,-3-1 0,6 7 0,6-5 0,8-3 0,3 7 0,10-5 0</inkml:trace>
  <inkml:trace contextRef="#ctx0" brushRef="#br0" timeOffset="47">30442 13531 8912,'-17'0'0,"0"0"0,0 0 0,5 0 0,2 2 0,3 4 0,3 5 0,2 6 0,2 6 0,0-2 0,0 8 0,2 1 0,4 3 0,-2 1 0,7 1 0,2-1 0,3 0 0,-5 1 0,1-1 0,-1-1 0,-1-5 0,3 3 0,-7-8 0,1 6 0,-3-7 0,2-1 0,2-3 0,-3-7 0,-3-3 0,6-8 0,-8-8 0,-2-5 0,-4-8 0,-1-6 0,-7-7 0,3-3 0,-3-3 0,-1 2 0,-2-8 0,0 6 0,0-6 0,1 8 0,5-2 0,-3 0 0,9 5 0,-7-5 0,6 6 0,1 5 0,5-5 0,13 11 0,6 0 0,6 4 0,6 2 0,1 1 0,3 5 0,5-2 0,0 7 0,2 0 0,-2 6 0,-5 0 0,-1 0 0,-7 2 0,-10 4 0,-2 3 0,-3 8 0,-7 3 0,-3 2 0,-6 3 0,-7 4 0,0 3 0,-12-3 0,2 4 0,-2 1 0,4-5 0,-6-3 0,2 1 0,0 0 0,0-6 0,6 2 0,-1-4 0,1-2 0,8-7 0,11-3 0,15-7 0,8 0 0,9 0 0,8 0 0,4 0 0,-2-5 0,2-1 0,0 2 0,-2 2 0,-2 10 0,-8 3 0,-7 4 0,-6 5 0,-8 3 0,-7 5 0,-4-1 0,-2 2 0,-10-1 0,-7 7 0,-2-1 0,-10 0 0,-5-1 0,-6-4 0,2 1 0,9-7 0,-4 0 0,7-8 0,-1-3 0,10-5 0,9-20 0,8-4 0,8-20 0,9 1 0,10-15 0</inkml:trace>
  <inkml:trace contextRef="#ctx0" brushRef="#br0" timeOffset="48">31062 13669 8912,'-18'0'0,"1"0"0,6 5 0,-1 1 0,7 0 0,-7-6 0,8 0 0,-3 0 0,14 0 0,5 0 0,11-2 0,5-2 0,5-4 0,1-1 0,1-3 0,-1-5 0,1 0 0,-1 0 0,-2 5 0,-3 1 0,-4-1 0,-8-5 0,-2 0 0,-3 0 0,-4 5 0,-10 3 0,-6-1 0,-9 1 0,-2 5 0,-10-2 0,2 6 0,-1 6 0,-3 3 0,6 9 0,0 1 0,0 4 0,4 1 0,10 5 0,3 4 0,8-5 0,0 3 0,0-3 0,4-3 0,8-7 0,3-3 0,19-4 0,-1 3 0,13-9 0,-6-5 0,6-5 0,-8-11 0,2-1 0,-5 0 0,-7-8 0,-5 2 0,-4 0 0,-3-5 0,-5 5 0,-3-2 0,-8 4 0,0-2 0,0 2 0,0 2 0,0 2 0,-2 1 0,-4 5 0,4 3 0,-7 8 0,3 0 0,4 8 0,-4 3 0,4 5 0,2 1 0,0 2 0,0 2 0,0 2 0,0-2 0,0-2 0,0-2 0,0 0 0,0 1 0,0-7 0,0 0 0,2-7 0,4 2 0,-4-4 0,13-2 0,-5-2 0,-1-4 0,7-9 0,-7-10 0,3 0 0,-1 1 0,-1-5 0,3 4 0,-2-2 0,3-3 0,-1 3 0,-1-2 0,3 8 0,-5-2 0,1 4 0,1 2 0,-7 8 0,7 3 0,-7 4 0,7 2 0,-6 0 0,5 0 0,-5 0 0,5 0 0,1 0 0,5 0 0,-5 0 0,-1 0 0,0 0 0,-1 0 0,-2 0 0,-1 2 0,5 4 0,-5 5 0,-1 12 0,2-2 0,-2 8 0,1-1 0,-1 7 0,-4-1 0,4 0 0,-4 1 0,-2-1 0,0 1 0,0-1 0,0-5 0,0-1 0,0-7 0,0 2 0,-2-9 0,-4-3 0,2-7 0,-7 2 0,-3-5 0,-1-14 0,-2-4 0,-1-19 0,1-1 0</inkml:trace>
  <inkml:trace contextRef="#ctx0" brushRef="#br0" timeOffset="49">31733 13084 8912,'-10'-8'0,"-5"6"0,13-13 0,-4 13 0,12-3 0,5 3 0,12 2 0,4 0 0,8 2 0,-1 1 0,0 3 0,1 7 0,-1-1 0,-5 3 0,0 2 0,-3 1 0,3-1 0,-4 6 0,-8 0 0,-2 1 0,-3-1 0,-4-4 0,-8 4 0,0-9 0,-2-5 0,-4-1 0,4-2 0,-13-6 0,11 0 0,-8 0 0,9 0 0,-5 2 0,8 3 0,0 5 0,2 5 0,2-1 0,1-3 0,3 0 0,-2 7 0,-2-1 0,7 0 0,-7 0 0,11 0 0,-3 1 0,3-9 0,2-1 0,0-16 0,1-3 0,-1-5 0,0-1 0,0-6 0,0 0 0,-7 0 0,13-1 0,-4-3 0</inkml:trace>
  <inkml:trace contextRef="#ctx0" brushRef="#br0" timeOffset="50">32352 13256 8912,'-17'-8'0,"8"6"0,-7-5 0,14 7 0,-5 0 0,12 7 0,1 5 0,2-3 0,-2 3 0,-5-1 0,15 6 0,-5 1 0,5-9 0,-5 5 0,0-9 0,-5 1 0,6-6 0,-1-8 0,1 1 0,-1-5 0,-5-1 0,3 5 0,-1-1 0,-4-5 0,5 5 0,3-3 0,-3 9 0,1-5 0,-2 0 0,5 6 0,-3-5 0,7 7 0,-8 0 0,7 0 0,-7 0 0,8 0 0,-5 0 0,-1 0 0,1-2 0,5-2 0,0-2 0,0 1 0,-1 3 0,-5-4 0,5 4 0,-5-4 0,-3 4 0,-1 2 0,-7 8 0,0-6 0,0 6 0</inkml:trace>
  <inkml:trace contextRef="#ctx0" brushRef="#br0" timeOffset="51">32696 13015 8912,'-7'-17'0,"3"2"0,-7 3 0,7-3 0,-2 4 0,4 1 0,2-1 0,2 7 0,4-2 0,9 4 0,8 2 0,0 0 0,2 0 0,2 0 0</inkml:trace>
  <inkml:trace contextRef="#ctx0" brushRef="#br0" timeOffset="52">33058 13136 8912,'-17'11'0,"-1"0"0,7-7 0,0 2 0,7-4 0,-4 0 0,8 4 0,0-5 0,0 9 0,0-4 0,0 5 0,0-3 0,8 0 0,-4-5 0,7-3 0,-7 2 0,2-13 0,-3 5 0,3-5 0,-4-1 0,11-5 0,-5 0 0,2 1 0,3 5 0,-3-2 0,1 7 0,0-7 0,7 11 0,-1-4 0,-6 4 0,1 2 0,-1 0 0,7 0 0,-1 0 0,0 0 0,0 0 0,0 0 0,-5 0 0,-1 0 0,1 0 0,5 0 0,-6-2 0,1-4 0,-1 3 0,5-9 0,-3 1 0,-1 1 0,-7-3 0,7 7 0,-8-7 0,9 9 0,-7-8 0,-1 8 0,-5-3 0,0 14 0,0 5 0,0-3 0,0 3 0,8-8 0,2 3 0</inkml:trace>
  <inkml:trace contextRef="#ctx0" brushRef="#br0" timeOffset="53">33419 12689 8912,'-17'-8'0,"6"6"0,-1-4 0,8 4 0,-3 2 0,10 8 0,9 3 0,-1 5 0,12 1 0,-4 0 0,-1 8 0,-1 2 0</inkml:trace>
  <inkml:trace contextRef="#ctx0" brushRef="#br0" timeOffset="54">31354 14511 8912,'-2'-11'0,"-2"-1"0,-1-1 0,-1-3 0,-2-1 0,6 6 0,-3-1 0,3 8 0,2 4 0,0 12 0,0 3 0,0 16 0,2 5 0,2 6 0,3 4 0,1 0 0,-1 0 0,7-6 0,-3 6 0,-1-8 0,-1 2 0,1-4 0,0-1 0,-1-9 0,3-3 0,3-5 0,-4-7 0,5-3 0,1-8 0,0-8 0,0-2 0</inkml:trace>
  <inkml:trace contextRef="#ctx0" brushRef="#br0" timeOffset="55">31578 14408 8912,'0'17'0,"0"0"0,0 8 0,0 4 0,0 3 0,0 3 0,0 5 0,0 0 0,2 6 0,2-4 0,3 0 0,3 0 0,-1-2 0,3-6 0,1-5 0,-7 0 0,5-8 0,-5 2 0,-8-12 0,-15 4 0,-10-5 0</inkml:trace>
  <inkml:trace contextRef="#ctx0" brushRef="#br0" timeOffset="56">31354 14820 8912,'10'-17'0,"-1"6"0,-3-1 0,4 7 0,7-7 0,0 8 0,0-1 0,8 1 0,4 0 0,1-2 0,-1 2 0,4 3 0,-5 1 0,-1 0 0,2 0 0,-8-6 0,2 0 0,-4 0 0,-2 4 0,0-3 0,-7 3 0,-3-6 0,-14 8 0,-5 2 0,-3 2 0,-2 2 0,5 7 0,1-2 0,1 5 0,-1 1 0,-3-6 0,9 1 0,1 1 0,2 2 0,2 3 0,2-9 0,4-3 0,3-4 0,8-4 0,1-4 0,-1-3 0,0-7 0,0 3 0,0 2 0,1-1 0,-1-13 0,0-1 0</inkml:trace>
  <inkml:trace contextRef="#ctx0" brushRef="#br0" timeOffset="57">32094 14580 8912,'-27'2'0,"4"2"0,4 1 0,-4 7 0,0-7 0,6 15 0,6-3 0,1 6 0,-1 0 0,-3 1 0,9 7 0,3-4 0,6-2 0,1 1 0,12-8 0,-3 3 0,9-10 0,4-3 0,1-3 0,-1-3 0,2-2 0,-6-7 0,5-5 0,1-3 0,-2-2 0,3-6 0,-7 0 0,0-8 0,2-3 0,2-10 0</inkml:trace>
  <inkml:trace contextRef="#ctx0" brushRef="#br0" timeOffset="58">32283 14356 8912,'-11'6'0,"0"0"0,7 1 0,-2-1 0,4-2 0,2 7 0,0 1 0,0 5 0,0 2 0,0 2 0,0 4 0,0 2 0,0-4 0,0 5 0,2-5 0,4 6 0,-4-2 0,3 1 0,-3-5 0,6-4 0,-6-1 0,5-9 0,-5-1 0,4-8 0,4-2 0,7-4 0,0 4 0,0-7 0,1 3 0,4 4 0,1-4 0,-2 4 0,-1 2 0,-3 0 0,0 0 0,-6 0 0,1 0 0,-1 0 0,7 0 0,-9-7 0,-1-3 0</inkml:trace>
  <inkml:trace contextRef="#ctx0" brushRef="#br0" timeOffset="59">32524 14253 8912,'10'17'0,"-4"1"0,-4-1 0,-2 0 0,0 0 0,0 2 0,0 4 0,0-2 0,0 8 0,0 1 0,0 3 0,0-1 0,0-3 0,0 2 0,0-9 0,0 7 0,0-6 0,2 0 0,1-6 0,5-2 0,2-3 0,-7-3 0,3-3 0,-2-4 0,2 4 0,-4-6 0,3-6 0,-3-3 0,-2-9 0,0-5 0,0 0 0,0 1 0,2 4 0,2 1 0,2 0 0,5 0 0,-5 0 0,7 5 0,-1 1 0,9 5 0,4-4 0,0 3 0,-1 3 0,5 2 0,-6 2 0,0 2 0,-6 4 0,0 3 0,1 8 0,-9 3 0,-3 2 0,-6 3 0,-8 6 0,-9-3 0,-10 3 0,-3-4 0,1 1 0,-4-7 0,5 2 0,3-9 0,2-3 0,4-7 0,2 4 0</inkml:trace>
  <inkml:trace contextRef="#ctx0" brushRef="#br0" timeOffset="60">32955 14511 8912,'-10'0'0,"-5"0"0,5 0 0,1 8 0,1-6 0,10 5 0,4-7 0,7 0 0,8 0 0,0 0 0,8 0 0,-6 0 0,5 0 0,-5-7 0,6-5 0,-8-3 0,2-2 0,-10 5 0,-3 1 0,-2-3 0,-5-1 0,-1-2 0,-4 0 0,-3-1 0,1 9 0,-8 3 0,1 4 0,-6 2 0,-1 0 0,1 0 0,2 8 0,4 3 0,-3-1 0,8 1 0,1 1 0,5 5 0,0 0 0,0 0 0,0 1 0,7-9 0,3 5 0,7-9 0,0 1 0,0-6 0,1 0 0,-1 0 0,6-6 0,0 1 0,2-7 0,-2 6 0,-4-5 0,4 5 0,-4-5 0,-2 5 0,0-2 0,0 3 0,-5 3 0,-1-4 0,3 4 0,1 2 0,2 0 0,0 0 0,1 0 0,-1 0 0,0 0 0,0 0 0,0 0 0,1 0 0,-1 0 0,0 0 0,0 0 0,1 0 0,-1 0 0,0 0 0,-6 0 0,1 0 0,-6-6 0,3-1 0,-1-3 0,-4-3 0,-2 3 0,-2-1 0,0 5 0,0-5 0,-8 7 0,-4-2 0,3 4 0,-3 2 0,3 2 0,-3 4 0,5 3 0,7 8 0,0 6 0,0 0 0,5 8 0,3-2 0,4 5 0,7 6 0,-2 4 0,6 8 0,-4-1 0,-2 1 0,0-1 0,-1 1 0,-5-2 0,-5-5 0,-4-4 0,-2-13 0,-2 3 0,-4-8 0,-3-2 0,-9-10 0,1 3 0,0-9 0,0-1 0,0-10 0,1-7 0,5-8 0,-3-8 0,9-11 0,-1-4 0,6-7 0,4-3 0,7-3 0,3 1 0,14-7 0,5-2 0,5-1 0,6-1 0,7 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176969-0A74-9C6E-E09C-86E651069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>
            <a:extLst>
              <a:ext uri="{FF2B5EF4-FFF2-40B4-BE49-F238E27FC236}">
                <a16:creationId xmlns:a16="http://schemas.microsoft.com/office/drawing/2014/main" id="{AB3134B7-4969-A18E-72CE-F5706FB5D0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:notes">
            <a:extLst>
              <a:ext uri="{FF2B5EF4-FFF2-40B4-BE49-F238E27FC236}">
                <a16:creationId xmlns:a16="http://schemas.microsoft.com/office/drawing/2014/main" id="{69F2D6BA-CFB0-B945-A0FB-FC4175508D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1:notes">
            <a:extLst>
              <a:ext uri="{FF2B5EF4-FFF2-40B4-BE49-F238E27FC236}">
                <a16:creationId xmlns:a16="http://schemas.microsoft.com/office/drawing/2014/main" id="{6D3DDFF0-5F07-3760-A773-777F66EA1C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9939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5" name="Google Shape;25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" altLang="zh-CN" b="1" dirty="0"/>
              <a:t>p </a:t>
            </a:r>
            <a:r>
              <a:rPr lang="zh-CN" altLang="en-US" b="1" dirty="0"/>
              <a:t>值的含义</a:t>
            </a:r>
            <a:r>
              <a:rPr lang="zh-CN" altLang="en-US" dirty="0"/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zh-CN" dirty="0"/>
              <a:t>p </a:t>
            </a:r>
            <a:r>
              <a:rPr lang="zh-CN" altLang="en-US" dirty="0"/>
              <a:t>值提供了一种衡量方式，表示在假设 </a:t>
            </a:r>
            <a:r>
              <a:rPr lang="en" altLang="zh-CN" dirty="0"/>
              <a:t>H0H_0H0​ </a:t>
            </a:r>
            <a:r>
              <a:rPr lang="zh-CN" altLang="en-US" dirty="0"/>
              <a:t>为真的前提下，观察到的数据有多么极端。</a:t>
            </a:r>
            <a:r>
              <a:rPr lang="en" altLang="zh-CN" dirty="0"/>
              <a:t>p </a:t>
            </a:r>
            <a:r>
              <a:rPr lang="zh-CN" altLang="en-US" dirty="0"/>
              <a:t>值越小，意味着在假设 </a:t>
            </a:r>
            <a:r>
              <a:rPr lang="en" altLang="zh-CN" dirty="0"/>
              <a:t>H0H_0H0​ </a:t>
            </a:r>
            <a:r>
              <a:rPr lang="zh-CN" altLang="en-US" dirty="0"/>
              <a:t>成立的情况下，观察到数据的概率越小，从而让我们更倾向于认为 </a:t>
            </a:r>
            <a:r>
              <a:rPr lang="en" altLang="zh-CN" dirty="0"/>
              <a:t>H0H_0H0​ </a:t>
            </a:r>
            <a:r>
              <a:rPr lang="zh-CN" altLang="en-US" dirty="0"/>
              <a:t>不成立。</a:t>
            </a:r>
          </a:p>
          <a:p>
            <a:r>
              <a:rPr lang="zh-CN" altLang="en-US" b="1" dirty="0"/>
              <a:t>与显著性水平的比较</a:t>
            </a:r>
            <a:r>
              <a:rPr lang="zh-CN" altLang="en-US" dirty="0"/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显著性水平 </a:t>
            </a:r>
            <a:r>
              <a:rPr lang="el-GR" altLang="zh-CN" dirty="0"/>
              <a:t>α\</a:t>
            </a:r>
            <a:r>
              <a:rPr lang="en" altLang="zh-CN" dirty="0"/>
              <a:t>alpha</a:t>
            </a:r>
            <a:r>
              <a:rPr lang="el-GR" altLang="zh-CN" dirty="0"/>
              <a:t>α </a:t>
            </a:r>
            <a:r>
              <a:rPr lang="zh-CN" altLang="en-US" dirty="0"/>
              <a:t>是预设的阈值，用于判断是否可以拒绝 </a:t>
            </a:r>
            <a:r>
              <a:rPr lang="en" altLang="zh-CN" dirty="0"/>
              <a:t>H0H_0H0​</a:t>
            </a:r>
            <a:r>
              <a:rPr lang="zh-CN" altLang="en" dirty="0"/>
              <a:t>。</a:t>
            </a:r>
            <a:r>
              <a:rPr lang="zh-CN" altLang="en-US" dirty="0"/>
              <a:t>常用的显著性水平是 </a:t>
            </a:r>
            <a:r>
              <a:rPr lang="en-US" altLang="zh-CN" dirty="0"/>
              <a:t>0.05</a:t>
            </a:r>
            <a:r>
              <a:rPr lang="zh-CN" altLang="en-US" dirty="0"/>
              <a:t>，表示有 </a:t>
            </a:r>
            <a:r>
              <a:rPr lang="en-US" altLang="zh-CN" dirty="0"/>
              <a:t>5% </a:t>
            </a:r>
            <a:r>
              <a:rPr lang="zh-CN" altLang="en-US" dirty="0"/>
              <a:t>的容许错误概率。如果 </a:t>
            </a:r>
            <a:r>
              <a:rPr lang="en" altLang="zh-CN" dirty="0"/>
              <a:t>p </a:t>
            </a:r>
            <a:r>
              <a:rPr lang="zh-CN" altLang="en-US" dirty="0"/>
              <a:t>值小于 </a:t>
            </a:r>
            <a:r>
              <a:rPr lang="el-GR" altLang="zh-CN" dirty="0"/>
              <a:t>α\</a:t>
            </a:r>
            <a:r>
              <a:rPr lang="en" altLang="zh-CN" dirty="0"/>
              <a:t>alpha</a:t>
            </a:r>
            <a:r>
              <a:rPr lang="el-GR" altLang="zh-CN" dirty="0"/>
              <a:t>α</a:t>
            </a:r>
            <a:r>
              <a:rPr lang="zh-CN" altLang="el-GR" dirty="0"/>
              <a:t>，</a:t>
            </a:r>
            <a:r>
              <a:rPr lang="zh-CN" altLang="en-US" dirty="0"/>
              <a:t>则结果被视为统计上显著，我们可以拒绝 </a:t>
            </a:r>
            <a:r>
              <a:rPr lang="en" altLang="zh-CN" dirty="0"/>
              <a:t>H0H_0H0​ </a:t>
            </a:r>
            <a:r>
              <a:rPr lang="zh-CN" altLang="en-US" dirty="0"/>
              <a:t>而支持备择假设 </a:t>
            </a:r>
            <a:r>
              <a:rPr lang="en" altLang="zh-CN" dirty="0" err="1"/>
              <a:t>HaH_aHa</a:t>
            </a:r>
            <a:r>
              <a:rPr lang="en" altLang="zh-CN" dirty="0"/>
              <a:t>​</a:t>
            </a:r>
            <a:r>
              <a:rPr lang="zh-CN" altLang="en" dirty="0"/>
              <a:t>。</a:t>
            </a:r>
          </a:p>
          <a:p>
            <a:r>
              <a:rPr lang="en" altLang="zh-CN" b="1" dirty="0"/>
              <a:t>p </a:t>
            </a:r>
            <a:r>
              <a:rPr lang="zh-CN" altLang="en-US" b="1" dirty="0"/>
              <a:t>值与支持原假设的可能性</a:t>
            </a:r>
            <a:r>
              <a:rPr lang="zh-CN" altLang="en-US" dirty="0"/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较低的 </a:t>
            </a:r>
            <a:r>
              <a:rPr lang="en" altLang="zh-CN" dirty="0"/>
              <a:t>p </a:t>
            </a:r>
            <a:r>
              <a:rPr lang="zh-CN" altLang="en-US" dirty="0"/>
              <a:t>值表示在假设 </a:t>
            </a:r>
            <a:r>
              <a:rPr lang="en" altLang="zh-CN" dirty="0"/>
              <a:t>H0H_0H0​ </a:t>
            </a:r>
            <a:r>
              <a:rPr lang="zh-CN" altLang="en-US" dirty="0"/>
              <a:t>为真的情况下获得观察结果的概率非常小。因此，小 </a:t>
            </a:r>
            <a:r>
              <a:rPr lang="en" altLang="zh-CN" dirty="0"/>
              <a:t>p </a:t>
            </a:r>
            <a:r>
              <a:rPr lang="zh-CN" altLang="en-US" dirty="0"/>
              <a:t>值表示我们的数据与 </a:t>
            </a:r>
            <a:r>
              <a:rPr lang="en" altLang="zh-CN" dirty="0"/>
              <a:t>H0H_0H0​ </a:t>
            </a:r>
            <a:r>
              <a:rPr lang="zh-CN" altLang="en-US" dirty="0"/>
              <a:t>的假设差异较大，从而减弱了对 </a:t>
            </a:r>
            <a:r>
              <a:rPr lang="en" altLang="zh-CN" dirty="0"/>
              <a:t>H0H_0H0​ </a:t>
            </a:r>
            <a:r>
              <a:rPr lang="zh-CN" altLang="en-US" dirty="0"/>
              <a:t>的支持。</a:t>
            </a:r>
          </a:p>
          <a:p>
            <a:r>
              <a:rPr lang="zh-CN" altLang="en-US" b="1" dirty="0"/>
              <a:t>错误可能性</a:t>
            </a:r>
            <a:r>
              <a:rPr lang="zh-CN" altLang="en-US" dirty="0"/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尽管小 </a:t>
            </a:r>
            <a:r>
              <a:rPr lang="en" altLang="zh-CN" dirty="0"/>
              <a:t>p </a:t>
            </a:r>
            <a:r>
              <a:rPr lang="zh-CN" altLang="en-US" dirty="0"/>
              <a:t>值可能导致我们拒绝 </a:t>
            </a:r>
            <a:r>
              <a:rPr lang="en" altLang="zh-CN" dirty="0"/>
              <a:t>H0H_0H0​</a:t>
            </a:r>
            <a:r>
              <a:rPr lang="zh-CN" altLang="en" dirty="0"/>
              <a:t>，</a:t>
            </a:r>
            <a:r>
              <a:rPr lang="zh-CN" altLang="en-US" dirty="0"/>
              <a:t>但这不意味着绝对正确。我们仍有可能犯错误，例如在 </a:t>
            </a:r>
            <a:r>
              <a:rPr lang="en" altLang="zh-CN" dirty="0"/>
              <a:t>H0H_0H0​ </a:t>
            </a:r>
            <a:r>
              <a:rPr lang="zh-CN" altLang="en-US" dirty="0"/>
              <a:t>真实的情况下错误地拒绝它（称为第一类错误）。因此，</a:t>
            </a:r>
            <a:r>
              <a:rPr lang="en" altLang="zh-CN" dirty="0"/>
              <a:t>p </a:t>
            </a:r>
            <a:r>
              <a:rPr lang="zh-CN" altLang="en-US" dirty="0"/>
              <a:t>值只是概率性判断，而非绝对性结论。</a:t>
            </a:r>
          </a:p>
          <a:p>
            <a:r>
              <a:rPr lang="zh-CN" altLang="en-US" b="1" dirty="0"/>
              <a:t>统计显著性 </a:t>
            </a:r>
            <a:r>
              <a:rPr lang="en" altLang="zh-CN" b="1" dirty="0"/>
              <a:t>vs. </a:t>
            </a:r>
            <a:r>
              <a:rPr lang="zh-CN" altLang="en-US" b="1" dirty="0"/>
              <a:t>实际显著性</a:t>
            </a:r>
            <a:r>
              <a:rPr lang="zh-CN" altLang="en-US" dirty="0"/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统计显著性仅指在统计上差异足够大，但这并不一定表示该差异在实际中有重要性。例如，一个实验可能显示两种治疗方法在统计上有显著差异，但实际效果差异可能很小，不具有临床意义。因此，统计显著性和实际显著性是两个不同的概念，前者强调数据差异的概率性，后者强调差异在现实应用中的重要性。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49" name="Google Shape;349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1726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altLang="zh-CN" dirty="0"/>
              <a:t>p </a:t>
            </a:r>
            <a:r>
              <a:rPr lang="zh-CN" altLang="en-US"/>
              <a:t>值是统计推断的一部分，但不能孤立地作为决策的依据。有效的推断和决策需要结合常识、上下文信息和对数据的全面理解，确保结论的科学性和合理性。</a:t>
            </a:r>
            <a:endParaRPr/>
          </a:p>
        </p:txBody>
      </p:sp>
      <p:sp>
        <p:nvSpPr>
          <p:cNvPr id="365" name="Google Shape;36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34084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2" name="Google Shape;37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51434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(typically, more than 30 observations)</a:t>
            </a:r>
            <a:endParaRPr/>
          </a:p>
        </p:txBody>
      </p:sp>
      <p:sp>
        <p:nvSpPr>
          <p:cNvPr id="379" name="Google Shape;379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6217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would the sample give us enough evidence to reject the null?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6" name="Google Shape;386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9802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H0: Battery life is more than or equal to 7.8 hours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H1: Battery life is less than 7.8 hours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Left-tailed test </a:t>
            </a:r>
            <a:endParaRPr/>
          </a:p>
        </p:txBody>
      </p:sp>
      <p:sp>
        <p:nvSpPr>
          <p:cNvPr id="394" name="Google Shape;39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390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" name="Google Shape;40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https://www.statisticshowto.datasciencecentral.com/how-to-decide-if-a-hypothesis-test-is-a-left-tailed-test-or-a-right-tailed-test/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Draw a normal distribution (+/- sigma = 68%, +/- 2sigma = 95%, +/-3sigma = 99.7% data)</a:t>
            </a:r>
            <a:endParaRPr/>
          </a:p>
        </p:txBody>
      </p:sp>
      <p:sp>
        <p:nvSpPr>
          <p:cNvPr id="402" name="Google Shape;40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37356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9" name="Google Shape;40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0" name="Google Shape;410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1291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1" name="Google Shape;42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71252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8" name="Google Shape;31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Climbing: greater consequence is the </a:t>
            </a:r>
            <a:r>
              <a:rPr lang="en-US" b="1"/>
              <a:t>type II error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/>
              <a:t>A. Type I error: Thinking that the patient is not sick when, in fact, they are sick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/>
              <a:t>B. Type II error: Thinking that the patient is sick when, in fact, they are not sick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/>
          </a:p>
        </p:txBody>
      </p:sp>
      <p:sp>
        <p:nvSpPr>
          <p:cNvPr id="326" name="Google Shape;32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Climbing: greater consequence is the </a:t>
            </a:r>
            <a:r>
              <a:rPr lang="en-US" b="1"/>
              <a:t>type II error</a:t>
            </a:r>
            <a:endParaRPr/>
          </a:p>
        </p:txBody>
      </p:sp>
      <p:sp>
        <p:nvSpPr>
          <p:cNvPr id="334" name="Google Shape;33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8" name="Google Shape;42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degrees of freedom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is equal to the </a:t>
            </a: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sample size minus the number of intermediate parameters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435" name="Google Shape;435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2" name="Google Shape;44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3" name="Google Shape;443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Probability of less than t is 98.49%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scipy.stats as 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st.t.cdf((0.1*5/0.217),24)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0.984910430480964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P-value is 0.03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 cannot reject the null.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3" name="Google Shape;453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Probability of less than t is 98.49%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scipy.stats as 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st.t.cdf((0.1*5/0.217),24)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0.984910430480964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P-value is 0.03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 cannot reject the null.</a:t>
            </a:r>
            <a:endParaRPr/>
          </a:p>
        </p:txBody>
      </p:sp>
      <p:sp>
        <p:nvSpPr>
          <p:cNvPr id="460" name="Google Shape;460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Shape 49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93" name="Shape 49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i</a:t>
            </a:r>
            <a:r>
              <a:rPr lang="en-US" dirty="0"/>
              <a:t>-share-</a:t>
            </a:r>
            <a:r>
              <a:rPr lang="en-US" dirty="0" err="1"/>
              <a:t>uic.primo.exlibrisgroup.com</a:t>
            </a:r>
            <a:r>
              <a:rPr lang="en-US" dirty="0"/>
              <a:t>/permalink/01CARLI_UIC/1b4dsmk/cdi_proquest_journals_1302944220</a:t>
            </a: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" name="Google Shape;46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27680" y="1183257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2421" y="3429000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828" y="1110597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959" y="4117661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4" name="Rectangle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9" name="Rectangle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7" name="Rectangle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1" name="Oval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Oval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4" name="Oval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6" name="Oval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5" name="Oval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3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90" y="494193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51616" y="3280744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2008" y="1106932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6208" y="4114800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Rectangle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19" name="Oval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0" name="Oval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1" name="Oval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2" name="Oval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Oval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50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792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5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4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3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Oval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1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3" name="Oval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74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8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92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9415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Text"/>
          <p:cNvSpPr txBox="1">
            <a:spLocks noGrp="1"/>
          </p:cNvSpPr>
          <p:nvPr>
            <p:ph type="body" idx="21"/>
          </p:nvPr>
        </p:nvSpPr>
        <p:spPr>
          <a:xfrm>
            <a:off x="844550" y="1143000"/>
            <a:ext cx="10502900" cy="809452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4000">
                <a:latin typeface="Avenir Medium"/>
                <a:sym typeface="Avenir Medium"/>
              </a:defRPr>
            </a:lvl1pPr>
          </a:lstStyle>
          <a:p>
            <a:pPr marL="0" indent="0">
              <a:buSzTx/>
              <a:buNone/>
              <a:defRPr sz="4000">
                <a:latin typeface="Avenir Medium"/>
                <a:ea typeface="Avenir Medium"/>
                <a:cs typeface="Avenir Medium"/>
                <a:sym typeface="Avenir Medium"/>
              </a:defRPr>
            </a:pPr>
            <a:r>
              <a:t>Text</a:t>
            </a:r>
          </a:p>
          <a:p>
            <a:pPr marL="0" indent="0">
              <a:spcBef>
                <a:spcPts val="0"/>
              </a:spcBef>
              <a:buSzTx/>
              <a:buNone/>
              <a:defRPr sz="4000">
                <a:latin typeface="Avenir Medium"/>
                <a:ea typeface="Avenir Medium"/>
                <a:cs typeface="Avenir Medium"/>
                <a:sym typeface="Avenir Medium"/>
              </a:defRPr>
            </a:pPr>
            <a:endParaRPr/>
          </a:p>
          <a:p>
            <a:pPr marL="0" indent="0">
              <a:spcBef>
                <a:spcPts val="0"/>
              </a:spcBef>
              <a:buSzTx/>
              <a:buNone/>
              <a:defRPr sz="4000">
                <a:latin typeface="Avenir Medium"/>
                <a:ea typeface="Avenir Medium"/>
                <a:cs typeface="Avenir Medium"/>
                <a:sym typeface="Avenir Medium"/>
              </a:defRPr>
            </a:pPr>
            <a:endParaRPr/>
          </a:p>
          <a:p>
            <a:pPr marL="0" indent="0">
              <a:spcBef>
                <a:spcPts val="0"/>
              </a:spcBef>
              <a:buSzTx/>
              <a:buNone/>
              <a:defRPr sz="4000">
                <a:latin typeface="Avenir Medium"/>
                <a:ea typeface="Avenir Medium"/>
                <a:cs typeface="Avenir Medium"/>
                <a:sym typeface="Avenir Medium"/>
              </a:defRPr>
            </a:pPr>
            <a:endParaRPr/>
          </a:p>
          <a:p>
            <a:pPr marL="0" indent="0">
              <a:spcBef>
                <a:spcPts val="0"/>
              </a:spcBef>
              <a:buSzTx/>
              <a:buNone/>
              <a:defRPr sz="4000">
                <a:latin typeface="Avenir Medium"/>
                <a:ea typeface="Avenir Medium"/>
                <a:cs typeface="Avenir Medium"/>
                <a:sym typeface="Avenir Medium"/>
              </a:defRPr>
            </a:pPr>
            <a:endParaRPr/>
          </a:p>
          <a:p>
            <a:pPr marL="0" indent="0">
              <a:spcBef>
                <a:spcPts val="0"/>
              </a:spcBef>
              <a:buSzTx/>
              <a:buNone/>
              <a:defRPr sz="4000">
                <a:latin typeface="Avenir Medium"/>
                <a:ea typeface="Avenir Medium"/>
                <a:cs typeface="Avenir Medium"/>
                <a:sym typeface="Avenir Medium"/>
              </a:defRPr>
            </a:pPr>
            <a:endParaRPr/>
          </a:p>
          <a:p>
            <a:pPr marL="0" indent="0">
              <a:spcBef>
                <a:spcPts val="0"/>
              </a:spcBef>
              <a:buSzTx/>
              <a:buNone/>
              <a:defRPr sz="4000">
                <a:latin typeface="Avenir Medium"/>
                <a:ea typeface="Avenir Medium"/>
                <a:cs typeface="Avenir Medium"/>
                <a:sym typeface="Avenir Medium"/>
              </a:defRPr>
            </a:pPr>
            <a:endParaRPr/>
          </a:p>
          <a:p>
            <a:pPr marL="0" indent="0">
              <a:spcBef>
                <a:spcPts val="0"/>
              </a:spcBef>
              <a:buSzTx/>
              <a:buNone/>
              <a:defRPr sz="4000">
                <a:latin typeface="Avenir Medium"/>
                <a:ea typeface="Avenir Medium"/>
                <a:cs typeface="Avenir Medium"/>
                <a:sym typeface="Avenir Medium"/>
              </a:defRPr>
            </a:pPr>
            <a:endParaRPr/>
          </a:p>
          <a:p>
            <a:pPr marL="0" indent="0">
              <a:spcBef>
                <a:spcPts val="0"/>
              </a:spcBef>
              <a:buSzTx/>
              <a:buNone/>
              <a:defRPr sz="4000">
                <a:latin typeface="Avenir Medium"/>
                <a:ea typeface="Avenir Medium"/>
                <a:cs typeface="Avenir Medium"/>
                <a:sym typeface="Avenir Medium"/>
              </a:defRPr>
            </a:pPr>
            <a:endParaRPr/>
          </a:p>
          <a:p>
            <a:pPr marL="0" indent="0">
              <a:spcBef>
                <a:spcPts val="0"/>
              </a:spcBef>
              <a:buSzTx/>
              <a:buNone/>
              <a:defRPr sz="4000">
                <a:latin typeface="Avenir Medium"/>
                <a:ea typeface="Avenir Medium"/>
                <a:cs typeface="Avenir Medium"/>
                <a:sym typeface="Avenir Medium"/>
              </a:defRPr>
            </a:pPr>
            <a:endParaRPr/>
          </a:p>
          <a:p>
            <a:pPr marL="0" indent="0">
              <a:spcBef>
                <a:spcPts val="0"/>
              </a:spcBef>
              <a:buSzTx/>
              <a:buNone/>
              <a:defRPr sz="4000">
                <a:latin typeface="Avenir Medium"/>
                <a:ea typeface="Avenir Medium"/>
                <a:cs typeface="Avenir Medium"/>
                <a:sym typeface="Avenir Medium"/>
              </a:defRPr>
            </a:pPr>
            <a:endParaRPr/>
          </a:p>
          <a:p>
            <a:pPr marL="0" indent="0">
              <a:spcBef>
                <a:spcPts val="0"/>
              </a:spcBef>
              <a:buSzTx/>
              <a:buNone/>
              <a:defRPr sz="4000">
                <a:latin typeface="Avenir Medium"/>
                <a:ea typeface="Avenir Medium"/>
                <a:cs typeface="Avenir Medium"/>
                <a:sym typeface="Avenir Medium"/>
              </a:defRPr>
            </a:pPr>
            <a:endParaRPr/>
          </a:p>
          <a:p>
            <a:pPr marL="0" indent="0">
              <a:spcBef>
                <a:spcPts val="0"/>
              </a:spcBef>
              <a:buSzTx/>
              <a:buNone/>
              <a:defRPr sz="4000">
                <a:latin typeface="Avenir Medium"/>
                <a:ea typeface="Avenir Medium"/>
                <a:cs typeface="Avenir Medium"/>
                <a:sym typeface="Avenir Medium"/>
              </a:defRPr>
            </a:pPr>
            <a:endParaRPr/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846398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10454640" y="1017843"/>
            <a:ext cx="2011680" cy="512064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9853648" y="3676280"/>
            <a:ext cx="3200400" cy="48768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Oval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7" Type="http://schemas.openxmlformats.org/officeDocument/2006/relationships/image" Target="../media/image8.png"/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2.xml"/><Relationship Id="rId5" Type="http://schemas.openxmlformats.org/officeDocument/2006/relationships/image" Target="../media/image640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4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8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customXml" Target="../ink/ink9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10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customXml" Target="../ink/ink1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customXml" Target="../ink/ink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customXml" Target="../ink/ink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customXml" Target="../ink/ink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customXml" Target="../ink/ink17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gif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i-share-uic.primo.exlibrisgroup.com/permalink/01CARLI_UIC/1b4dsmk/cdi_proquest_journals_1302944220" TargetMode="External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2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BF758958-966E-30E9-03B8-AFE2D6F72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>
            <a:extLst>
              <a:ext uri="{FF2B5EF4-FFF2-40B4-BE49-F238E27FC236}">
                <a16:creationId xmlns:a16="http://schemas.microsoft.com/office/drawing/2014/main" id="{CA2D0E18-A4AD-6515-7656-515DBA1093F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27680" y="1183257"/>
            <a:ext cx="8565230" cy="189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Hypothesis Testing: </a:t>
            </a:r>
            <a:r>
              <a:rPr lang="en-US" sz="6000" dirty="0" err="1"/>
              <a:t>Bonferroni</a:t>
            </a:r>
            <a:r>
              <a:rPr lang="en-US" sz="6000" dirty="0"/>
              <a:t> correction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DBD6D5F-FE07-A59C-7F73-8D8E98AA18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089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11869-FB9C-4756-E09D-4D399998E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-237426"/>
            <a:ext cx="9956800" cy="1143000"/>
          </a:xfrm>
        </p:spPr>
        <p:txBody>
          <a:bodyPr/>
          <a:lstStyle/>
          <a:p>
            <a:r>
              <a:rPr lang="en-US" dirty="0"/>
              <a:t>Project Check-in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1DA19-C282-4219-66D6-74C49F488E6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86054" y="905574"/>
            <a:ext cx="10502900" cy="3970318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+mn-lt"/>
              </a:rPr>
              <a:t>Have you signed up for </a:t>
            </a:r>
            <a:r>
              <a:rPr lang="en-US" sz="3600" dirty="0" err="1">
                <a:latin typeface="+mn-lt"/>
              </a:rPr>
              <a:t>Github</a:t>
            </a:r>
            <a:r>
              <a:rPr lang="en-US" sz="3600" dirty="0">
                <a:latin typeface="+mn-lt"/>
              </a:rPr>
              <a:t> Classroom? Please accept the individual assignment (not graded, just </a:t>
            </a:r>
            <a:r>
              <a:rPr lang="en-US" sz="3600" dirty="0" err="1">
                <a:latin typeface="+mn-lt"/>
              </a:rPr>
              <a:t>Github</a:t>
            </a:r>
            <a:r>
              <a:rPr lang="en-US" sz="3600" dirty="0">
                <a:latin typeface="+mn-lt"/>
              </a:rPr>
              <a:t> basics) and the team assignment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+mn-lt"/>
              </a:rPr>
              <a:t>Have a team on </a:t>
            </a:r>
            <a:r>
              <a:rPr lang="en-US" sz="3600" dirty="0" err="1">
                <a:latin typeface="+mn-lt"/>
              </a:rPr>
              <a:t>Github</a:t>
            </a:r>
            <a:r>
              <a:rPr lang="en-US" sz="3600" dirty="0">
                <a:latin typeface="+mn-lt"/>
              </a:rPr>
              <a:t>? Join the team – you can find the team number in the team assignment email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+mn-lt"/>
              </a:rPr>
              <a:t>Then have a project proposal for the team in ppt format (</a:t>
            </a:r>
            <a:r>
              <a:rPr lang="en-US" sz="3600" dirty="0" err="1">
                <a:latin typeface="+mn-lt"/>
              </a:rPr>
              <a:t>Gradescope</a:t>
            </a:r>
            <a:r>
              <a:rPr lang="en-US" sz="3600" dirty="0">
                <a:latin typeface="+mn-lt"/>
              </a:rPr>
              <a:t> Submission)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772FA1D-436F-A6EE-9BA4-1900F589461D}"/>
                  </a:ext>
                </a:extLst>
              </p14:cNvPr>
              <p14:cNvContentPartPr/>
              <p14:nvPr/>
            </p14:nvContentPartPr>
            <p14:xfrm>
              <a:off x="3123000" y="488880"/>
              <a:ext cx="4237200" cy="4487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772FA1D-436F-A6EE-9BA4-1900F58946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13640" y="479520"/>
                <a:ext cx="4255920" cy="450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993059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NOW</a:t>
            </a:r>
            <a:endParaRPr dirty="0"/>
          </a:p>
        </p:txBody>
      </p:sp>
      <p:sp>
        <p:nvSpPr>
          <p:cNvPr id="258" name="Google Shape;258;p4"/>
          <p:cNvSpPr txBox="1">
            <a:spLocks noGrp="1"/>
          </p:cNvSpPr>
          <p:nvPr>
            <p:ph type="body" idx="1"/>
          </p:nvPr>
        </p:nvSpPr>
        <p:spPr>
          <a:xfrm>
            <a:off x="1069847" y="2121408"/>
            <a:ext cx="4606139" cy="4500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507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dirty="0">
              <a:solidFill>
                <a:srgbClr val="000000"/>
              </a:solidFill>
            </a:endParaRPr>
          </a:p>
          <a:p>
            <a:pPr marL="182880" lvl="0" indent="-18288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</a:rPr>
              <a:t>Inferential statistics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</a:rPr>
              <a:t>Hypothesis testing</a:t>
            </a:r>
            <a:endParaRPr dirty="0"/>
          </a:p>
          <a:p>
            <a:pPr marL="457200" lvl="1" indent="-3048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/>
          </a:p>
        </p:txBody>
      </p:sp>
      <p:sp>
        <p:nvSpPr>
          <p:cNvPr id="259" name="Google Shape;259;p4"/>
          <p:cNvSpPr txBox="1"/>
          <p:nvPr/>
        </p:nvSpPr>
        <p:spPr>
          <a:xfrm>
            <a:off x="6441535" y="982797"/>
            <a:ext cx="3081200" cy="9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Formulate Question or Problem</a:t>
            </a:r>
            <a:endParaRPr sz="26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4"/>
          <p:cNvCxnSpPr/>
          <p:nvPr/>
        </p:nvCxnSpPr>
        <p:spPr>
          <a:xfrm>
            <a:off x="6404948" y="1247996"/>
            <a:ext cx="0" cy="576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1" name="Google Shape;261;p4"/>
          <p:cNvCxnSpPr/>
          <p:nvPr/>
        </p:nvCxnSpPr>
        <p:spPr>
          <a:xfrm>
            <a:off x="9797682" y="1247996"/>
            <a:ext cx="0" cy="576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62" name="Google Shape;262;p4"/>
          <p:cNvGrpSpPr/>
          <p:nvPr/>
        </p:nvGrpSpPr>
        <p:grpSpPr>
          <a:xfrm>
            <a:off x="6795349" y="1013008"/>
            <a:ext cx="5396651" cy="1202188"/>
            <a:chOff x="3149725" y="615959"/>
            <a:chExt cx="4047488" cy="901641"/>
          </a:xfrm>
        </p:grpSpPr>
        <p:sp>
          <p:nvSpPr>
            <p:cNvPr id="263" name="Google Shape;263;p4"/>
            <p:cNvSpPr txBox="1"/>
            <p:nvPr/>
          </p:nvSpPr>
          <p:spPr>
            <a:xfrm>
              <a:off x="5714013" y="615959"/>
              <a:ext cx="1483200" cy="6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67"/>
                <a:buFont typeface="Arial"/>
                <a:buNone/>
              </a:pPr>
              <a:r>
                <a:rPr lang="en-US"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Acquire and Clean Data</a:t>
              </a:r>
              <a:endPara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4" name="Google Shape;264;p4"/>
            <p:cNvCxnSpPr/>
            <p:nvPr/>
          </p:nvCxnSpPr>
          <p:spPr>
            <a:xfrm>
              <a:off x="3149725" y="1517600"/>
              <a:ext cx="19590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65" name="Google Shape;265;p4"/>
          <p:cNvGrpSpPr/>
          <p:nvPr/>
        </p:nvGrpSpPr>
        <p:grpSpPr>
          <a:xfrm>
            <a:off x="9797683" y="2605596"/>
            <a:ext cx="2526271" cy="3001605"/>
            <a:chOff x="5401475" y="1810400"/>
            <a:chExt cx="1894703" cy="2251204"/>
          </a:xfrm>
        </p:grpSpPr>
        <p:sp>
          <p:nvSpPr>
            <p:cNvPr id="266" name="Google Shape;266;p4"/>
            <p:cNvSpPr txBox="1"/>
            <p:nvPr/>
          </p:nvSpPr>
          <p:spPr>
            <a:xfrm>
              <a:off x="5720878" y="3384204"/>
              <a:ext cx="1575300" cy="6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67"/>
                <a:buFont typeface="Arial"/>
                <a:buNone/>
              </a:pPr>
              <a:r>
                <a:rPr lang="en-US"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Exploratory Data Analysis</a:t>
              </a:r>
              <a:endPara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7" name="Google Shape;267;p4"/>
            <p:cNvCxnSpPr/>
            <p:nvPr/>
          </p:nvCxnSpPr>
          <p:spPr>
            <a:xfrm>
              <a:off x="5401475" y="1810400"/>
              <a:ext cx="0" cy="1378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cxnSp>
        <p:nvCxnSpPr>
          <p:cNvPr id="268" name="Google Shape;268;p4"/>
          <p:cNvCxnSpPr/>
          <p:nvPr/>
        </p:nvCxnSpPr>
        <p:spPr>
          <a:xfrm rot="10800000">
            <a:off x="6680827" y="2491141"/>
            <a:ext cx="2840800" cy="2066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9" name="Google Shape;269;p4"/>
          <p:cNvSpPr txBox="1"/>
          <p:nvPr/>
        </p:nvSpPr>
        <p:spPr>
          <a:xfrm>
            <a:off x="6761628" y="4749115"/>
            <a:ext cx="2169507" cy="70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inference</a:t>
            </a:r>
            <a:endParaRPr sz="26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4"/>
          <p:cNvCxnSpPr/>
          <p:nvPr/>
        </p:nvCxnSpPr>
        <p:spPr>
          <a:xfrm rot="10800000">
            <a:off x="7125748" y="4833485"/>
            <a:ext cx="2281534" cy="111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1" name="Google Shape;271;p4"/>
          <p:cNvCxnSpPr/>
          <p:nvPr/>
        </p:nvCxnSpPr>
        <p:spPr>
          <a:xfrm rot="10800000">
            <a:off x="6404948" y="2605596"/>
            <a:ext cx="0" cy="1837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72" name="Google Shape;272;p4"/>
          <p:cNvGrpSpPr/>
          <p:nvPr/>
        </p:nvGrpSpPr>
        <p:grpSpPr>
          <a:xfrm>
            <a:off x="6404949" y="5223996"/>
            <a:ext cx="4380633" cy="1519600"/>
            <a:chOff x="2856925" y="3774200"/>
            <a:chExt cx="3285475" cy="1139700"/>
          </a:xfrm>
        </p:grpSpPr>
        <p:sp>
          <p:nvSpPr>
            <p:cNvPr id="273" name="Google Shape;273;p4"/>
            <p:cNvSpPr txBox="1"/>
            <p:nvPr/>
          </p:nvSpPr>
          <p:spPr>
            <a:xfrm>
              <a:off x="3938000" y="4236500"/>
              <a:ext cx="2204400" cy="6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67"/>
                <a:buFont typeface="Arial"/>
                <a:buNone/>
              </a:pPr>
              <a:r>
                <a:rPr lang="en-US"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Reports, Decisions, and Solutions</a:t>
              </a:r>
              <a:endPara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4" name="Google Shape;274;p4"/>
            <p:cNvCxnSpPr/>
            <p:nvPr/>
          </p:nvCxnSpPr>
          <p:spPr>
            <a:xfrm rot="-5400000" flipH="1">
              <a:off x="2997025" y="3634100"/>
              <a:ext cx="801000" cy="1081200"/>
            </a:xfrm>
            <a:prstGeom prst="bentConnector2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75" name="Google Shape;275;p4"/>
          <p:cNvSpPr txBox="1"/>
          <p:nvPr/>
        </p:nvSpPr>
        <p:spPr>
          <a:xfrm>
            <a:off x="9726412" y="4429765"/>
            <a:ext cx="3840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76" name="Google Shape;276;p4"/>
          <p:cNvSpPr txBox="1"/>
          <p:nvPr/>
        </p:nvSpPr>
        <p:spPr>
          <a:xfrm>
            <a:off x="9904768" y="2276440"/>
            <a:ext cx="214800" cy="3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277" name="Google Shape;277;p4"/>
          <p:cNvCxnSpPr/>
          <p:nvPr/>
        </p:nvCxnSpPr>
        <p:spPr>
          <a:xfrm rot="-5400000">
            <a:off x="9180078" y="3506764"/>
            <a:ext cx="2150100" cy="9300"/>
          </a:xfrm>
          <a:prstGeom prst="curvedConnector3">
            <a:avLst>
              <a:gd name="adj1" fmla="val 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8" name="Google Shape;278;p4"/>
          <p:cNvSpPr txBox="1"/>
          <p:nvPr/>
        </p:nvSpPr>
        <p:spPr>
          <a:xfrm>
            <a:off x="6093277" y="1696714"/>
            <a:ext cx="44339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08790" y="4522671"/>
            <a:ext cx="1233321" cy="851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88715" y="4439865"/>
            <a:ext cx="902633" cy="89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61019" y="1840023"/>
            <a:ext cx="906779" cy="1004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Running a Hypothesis Tes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Running a Hypothesis Test</a:t>
            </a:r>
          </a:p>
        </p:txBody>
      </p:sp>
      <p:sp>
        <p:nvSpPr>
          <p:cNvPr id="12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pic>
        <p:nvPicPr>
          <p:cNvPr id="1231" name="Image" descr="Image"/>
          <p:cNvPicPr>
            <a:picLocks noChangeAspect="1"/>
          </p:cNvPicPr>
          <p:nvPr/>
        </p:nvPicPr>
        <p:blipFill>
          <a:blip r:embed="rId2"/>
          <a:srcRect l="2680" t="2680" r="2682" b="2680"/>
          <a:stretch>
            <a:fillRect/>
          </a:stretch>
        </p:blipFill>
        <p:spPr>
          <a:xfrm>
            <a:off x="485565" y="2199976"/>
            <a:ext cx="4110435" cy="39548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114" y="21600"/>
                </a:lnTo>
                <a:cubicBezTo>
                  <a:pt x="108" y="21512"/>
                  <a:pt x="103" y="21349"/>
                  <a:pt x="107" y="21087"/>
                </a:cubicBezTo>
                <a:lnTo>
                  <a:pt x="116" y="20512"/>
                </a:lnTo>
                <a:lnTo>
                  <a:pt x="556" y="20397"/>
                </a:lnTo>
                <a:cubicBezTo>
                  <a:pt x="798" y="20334"/>
                  <a:pt x="1096" y="20242"/>
                  <a:pt x="1217" y="20194"/>
                </a:cubicBezTo>
                <a:cubicBezTo>
                  <a:pt x="2709" y="19607"/>
                  <a:pt x="3826" y="18301"/>
                  <a:pt x="4906" y="15881"/>
                </a:cubicBezTo>
                <a:cubicBezTo>
                  <a:pt x="5616" y="14291"/>
                  <a:pt x="6229" y="12493"/>
                  <a:pt x="7464" y="8370"/>
                </a:cubicBezTo>
                <a:cubicBezTo>
                  <a:pt x="8970" y="3345"/>
                  <a:pt x="9586" y="1776"/>
                  <a:pt x="10376" y="954"/>
                </a:cubicBezTo>
                <a:cubicBezTo>
                  <a:pt x="10665" y="653"/>
                  <a:pt x="10819" y="567"/>
                  <a:pt x="11071" y="570"/>
                </a:cubicBezTo>
                <a:cubicBezTo>
                  <a:pt x="11425" y="574"/>
                  <a:pt x="11769" y="859"/>
                  <a:pt x="12156" y="1469"/>
                </a:cubicBezTo>
                <a:cubicBezTo>
                  <a:pt x="12805" y="2494"/>
                  <a:pt x="13391" y="4110"/>
                  <a:pt x="14712" y="8528"/>
                </a:cubicBezTo>
                <a:cubicBezTo>
                  <a:pt x="15640" y="11629"/>
                  <a:pt x="16102" y="13051"/>
                  <a:pt x="16642" y="14463"/>
                </a:cubicBezTo>
                <a:cubicBezTo>
                  <a:pt x="17844" y="17610"/>
                  <a:pt x="18937" y="19193"/>
                  <a:pt x="20450" y="19980"/>
                </a:cubicBezTo>
                <a:cubicBezTo>
                  <a:pt x="20825" y="20175"/>
                  <a:pt x="21038" y="20253"/>
                  <a:pt x="21585" y="20396"/>
                </a:cubicBezTo>
                <a:lnTo>
                  <a:pt x="21600" y="20400"/>
                </a:lnTo>
                <a:lnTo>
                  <a:pt x="21600" y="20353"/>
                </a:lnTo>
                <a:cubicBezTo>
                  <a:pt x="21439" y="20312"/>
                  <a:pt x="21256" y="20262"/>
                  <a:pt x="21089" y="20204"/>
                </a:cubicBezTo>
                <a:cubicBezTo>
                  <a:pt x="20672" y="20059"/>
                  <a:pt x="20122" y="19758"/>
                  <a:pt x="19771" y="19483"/>
                </a:cubicBezTo>
                <a:cubicBezTo>
                  <a:pt x="18946" y="18838"/>
                  <a:pt x="18180" y="17780"/>
                  <a:pt x="17476" y="16309"/>
                </a:cubicBezTo>
                <a:cubicBezTo>
                  <a:pt x="16699" y="14687"/>
                  <a:pt x="16080" y="12918"/>
                  <a:pt x="14809" y="8687"/>
                </a:cubicBezTo>
                <a:cubicBezTo>
                  <a:pt x="13617" y="4718"/>
                  <a:pt x="13120" y="3262"/>
                  <a:pt x="12571" y="2122"/>
                </a:cubicBezTo>
                <a:cubicBezTo>
                  <a:pt x="11965" y="865"/>
                  <a:pt x="11377" y="348"/>
                  <a:pt x="10795" y="565"/>
                </a:cubicBezTo>
                <a:cubicBezTo>
                  <a:pt x="10092" y="826"/>
                  <a:pt x="9353" y="2244"/>
                  <a:pt x="8408" y="5147"/>
                </a:cubicBezTo>
                <a:cubicBezTo>
                  <a:pt x="8184" y="5836"/>
                  <a:pt x="7654" y="7567"/>
                  <a:pt x="7110" y="9391"/>
                </a:cubicBezTo>
                <a:cubicBezTo>
                  <a:pt x="5697" y="14126"/>
                  <a:pt x="4715" y="16571"/>
                  <a:pt x="3587" y="18169"/>
                </a:cubicBezTo>
                <a:cubicBezTo>
                  <a:pt x="3291" y="18588"/>
                  <a:pt x="2690" y="19231"/>
                  <a:pt x="2354" y="19490"/>
                </a:cubicBezTo>
                <a:cubicBezTo>
                  <a:pt x="1853" y="19875"/>
                  <a:pt x="1255" y="20167"/>
                  <a:pt x="644" y="20325"/>
                </a:cubicBezTo>
                <a:cubicBezTo>
                  <a:pt x="141" y="20456"/>
                  <a:pt x="134" y="20457"/>
                  <a:pt x="116" y="20408"/>
                </a:cubicBezTo>
                <a:cubicBezTo>
                  <a:pt x="107" y="20383"/>
                  <a:pt x="103" y="15679"/>
                  <a:pt x="107" y="9955"/>
                </a:cubicBezTo>
                <a:lnTo>
                  <a:pt x="116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232" name="Line"/>
          <p:cNvSpPr/>
          <p:nvPr/>
        </p:nvSpPr>
        <p:spPr>
          <a:xfrm flipV="1">
            <a:off x="2540781" y="2199976"/>
            <a:ext cx="1" cy="377273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1233" name="Line"/>
          <p:cNvSpPr/>
          <p:nvPr/>
        </p:nvSpPr>
        <p:spPr>
          <a:xfrm>
            <a:off x="511723" y="5972182"/>
            <a:ext cx="411049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4" name="Choose a null and alternative hypothesis.…"/>
              <p:cNvSpPr txBox="1"/>
              <p:nvPr/>
            </p:nvSpPr>
            <p:spPr>
              <a:xfrm>
                <a:off x="4984827" y="1856888"/>
                <a:ext cx="6473244" cy="243207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 anchor="ctr">
                <a:spAutoFit/>
              </a:bodyPr>
              <a:lstStyle/>
              <a:p>
                <a:pPr marL="370417" indent="-370417">
                  <a:buSzPct val="100000"/>
                  <a:buAutoNum type="arabicPeriod"/>
                </a:pPr>
                <a:r>
                  <a:rPr sz="2400" dirty="0"/>
                  <a:t>Choose a null and alternative hypothesis.</a:t>
                </a:r>
              </a:p>
              <a:p>
                <a:pPr marL="370417" indent="-370417">
                  <a:buSzPct val="100000"/>
                  <a:buAutoNum type="arabicPeriod"/>
                </a:pPr>
                <a:r>
                  <a:rPr sz="2400" dirty="0"/>
                  <a:t>Choose a </a:t>
                </a:r>
                <a:r>
                  <a:rPr sz="2400" dirty="0">
                    <a:latin typeface="Gill Sans" panose="020B0502020104020203" pitchFamily="34" charset="-79"/>
                    <a:ea typeface="Avenir Heavy"/>
                    <a:cs typeface="Gill Sans" panose="020B0502020104020203" pitchFamily="34" charset="-79"/>
                    <a:sym typeface="Avenir Heavy"/>
                  </a:rPr>
                  <a:t>significance level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sz="2400" dirty="0"/>
                  <a:t>, generally 5%, 10%</a:t>
                </a:r>
              </a:p>
              <a:p>
                <a:pPr marL="370417" indent="-370417">
                  <a:buSzPct val="100000"/>
                  <a:buAutoNum type="arabicPeriod"/>
                </a:pPr>
                <a:r>
                  <a:rPr sz="2400" dirty="0"/>
                  <a:t>Compute</a:t>
                </a: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endParaRPr sz="2400" dirty="0"/>
              </a:p>
              <a:p>
                <a:pPr marL="370417" indent="-370417">
                  <a:buSzPct val="100000"/>
                  <a:buAutoNum type="arabicPeriod"/>
                </a:pPr>
                <a:r>
                  <a:rPr sz="2400" dirty="0"/>
                  <a:t>p-value: </a:t>
                </a:r>
                <a14:m>
                  <m:oMath xmlns:m="http://schemas.openxmlformats.org/officeDocument/2006/math"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&gt;|</m:t>
                    </m:r>
                    <m:acc>
                      <m:accPr>
                        <m:chr m:val="̂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|)</m:t>
                    </m:r>
                  </m:oMath>
                </a14:m>
                <a:endParaRPr sz="2400" dirty="0"/>
              </a:p>
              <a:p>
                <a:pPr marL="370417" indent="-370417">
                  <a:buSzPct val="100000"/>
                  <a:buAutoNum type="arabicPeriod"/>
                </a:pPr>
                <a:r>
                  <a:rPr sz="2400" dirty="0"/>
                  <a:t>If p-value is &lt; </a:t>
                </a:r>
                <a14:m>
                  <m:oMath xmlns:m="http://schemas.openxmlformats.org/officeDocument/2006/math"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sz="2400" dirty="0"/>
                  <a:t>, reject the null</a:t>
                </a:r>
              </a:p>
            </p:txBody>
          </p:sp>
        </mc:Choice>
        <mc:Fallback xmlns="">
          <p:sp>
            <p:nvSpPr>
              <p:cNvPr id="1234" name="Choose a null and alternative hypothesis.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827" y="1856888"/>
                <a:ext cx="6473244" cy="2432076"/>
              </a:xfrm>
              <a:prstGeom prst="rect">
                <a:avLst/>
              </a:prstGeom>
              <a:blipFill>
                <a:blip r:embed="rId3"/>
                <a:stretch>
                  <a:fillRect l="-2348" t="-2604" b="-520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35" name="Image" descr="Image"/>
          <p:cNvPicPr>
            <a:picLocks noChangeAspect="1"/>
          </p:cNvPicPr>
          <p:nvPr/>
        </p:nvPicPr>
        <p:blipFill>
          <a:blip r:embed="rId4"/>
          <a:srcRect l="76867"/>
          <a:stretch>
            <a:fillRect/>
          </a:stretch>
        </p:blipFill>
        <p:spPr>
          <a:xfrm>
            <a:off x="2085859" y="1744737"/>
            <a:ext cx="962151" cy="571501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36" name="Equation"/>
              <p:cNvSpPr txBox="1"/>
              <p:nvPr/>
            </p:nvSpPr>
            <p:spPr>
              <a:xfrm>
                <a:off x="4245186" y="7810124"/>
                <a:ext cx="1004314" cy="4357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lim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̂</m:t>
                          </m:r>
                        </m:lim>
                      </m:limUpp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f>
                            <m:fPr>
                              <m:type m:val="lin"/>
                              <m:ctrlPr>
                                <a:rPr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 sz="2000"/>
              </a:p>
            </p:txBody>
          </p:sp>
        </mc:Choice>
        <mc:Fallback xmlns="">
          <p:sp>
            <p:nvSpPr>
              <p:cNvPr id="123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186" y="7810124"/>
                <a:ext cx="1004314" cy="435760"/>
              </a:xfrm>
              <a:prstGeom prst="rect">
                <a:avLst/>
              </a:prstGeom>
              <a:blipFill>
                <a:blip r:embed="rId5"/>
                <a:stretch>
                  <a:fillRect l="-2500" t="-38889" r="-8750" b="-13611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F938F8D-EF3C-B40A-E41F-11FF933FED64}"/>
                  </a:ext>
                </a:extLst>
              </p14:cNvPr>
              <p14:cNvContentPartPr/>
              <p14:nvPr/>
            </p14:nvContentPartPr>
            <p14:xfrm>
              <a:off x="765360" y="1538280"/>
              <a:ext cx="10962360" cy="4725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F938F8D-EF3C-B40A-E41F-11FF933FED6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6000" y="1528920"/>
                <a:ext cx="10981080" cy="4744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P-VALUE</a:t>
            </a:r>
            <a:endParaRPr/>
          </a:p>
        </p:txBody>
      </p:sp>
      <p:sp>
        <p:nvSpPr>
          <p:cNvPr id="352" name="Google Shape;352;p14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A 𝒑</a:t>
            </a:r>
            <a:r>
              <a:rPr lang="en-US" b="1" dirty="0"/>
              <a:t>-value </a:t>
            </a:r>
            <a:r>
              <a:rPr lang="en-US" dirty="0"/>
              <a:t>is the probability of obtaining a result that is as extreme or more extreme than the observed data if the null hypothesis were true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If the 𝒑</a:t>
            </a:r>
            <a:r>
              <a:rPr lang="en-US" b="1" dirty="0"/>
              <a:t>-value </a:t>
            </a:r>
            <a:r>
              <a:rPr lang="en-US" dirty="0"/>
              <a:t>is less than the specified </a:t>
            </a:r>
            <a:r>
              <a:rPr lang="en-US" b="1" dirty="0"/>
              <a:t>significance level </a:t>
            </a:r>
            <a:r>
              <a:rPr lang="en-US" dirty="0"/>
              <a:t>𝜶 (commonly set at 0.05), then we conclude that the </a:t>
            </a:r>
            <a:r>
              <a:rPr lang="en-US" b="1" dirty="0"/>
              <a:t>null hypothesis is false </a:t>
            </a:r>
            <a:r>
              <a:rPr lang="en-US" dirty="0"/>
              <a:t>and the alternative hypothesis provides a better explanation of the observed data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The lower the p-value, the less likely that the observed data supports the null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This does not exclude the possibility that our conclusion commits a error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A </a:t>
            </a:r>
            <a:r>
              <a:rPr lang="en-US" b="1" dirty="0"/>
              <a:t>statistically significant </a:t>
            </a:r>
            <a:r>
              <a:rPr lang="en-US" dirty="0"/>
              <a:t>result differs enough from the null hypothesis that a conclusion can be inferred about the population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b="1" dirty="0"/>
              <a:t>Statistical significance </a:t>
            </a:r>
            <a:r>
              <a:rPr lang="en-US" dirty="0"/>
              <a:t>does not necessarily imply </a:t>
            </a:r>
            <a:r>
              <a:rPr lang="en-US" b="1" dirty="0"/>
              <a:t>practical significance </a:t>
            </a:r>
            <a:r>
              <a:rPr lang="en-US" dirty="0"/>
              <a:t>of a result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B9FB853-ED8F-0C10-7E92-3B2719558839}"/>
                  </a:ext>
                </a:extLst>
              </p14:cNvPr>
              <p14:cNvContentPartPr/>
              <p14:nvPr/>
            </p14:nvContentPartPr>
            <p14:xfrm>
              <a:off x="7431480" y="6171480"/>
              <a:ext cx="219240" cy="99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B9FB853-ED8F-0C10-7E92-3B27195588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22120" y="6162120"/>
                <a:ext cx="23796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42FFAA7-2203-43CC-9851-55C6B459900A}"/>
                  </a:ext>
                </a:extLst>
              </p14:cNvPr>
              <p14:cNvContentPartPr/>
              <p14:nvPr/>
            </p14:nvContentPartPr>
            <p14:xfrm>
              <a:off x="5442120" y="2797560"/>
              <a:ext cx="5628960" cy="2222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42FFAA7-2203-43CC-9851-55C6B45990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32760" y="2788200"/>
                <a:ext cx="5647680" cy="224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4304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P-VALUE (WORD OF CAUTION)</a:t>
            </a:r>
            <a:endParaRPr/>
          </a:p>
        </p:txBody>
      </p:sp>
      <p:sp>
        <p:nvSpPr>
          <p:cNvPr id="368" name="Google Shape;368;p16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Char char="▪"/>
            </a:pPr>
            <a:r>
              <a:rPr lang="en-US" b="1" dirty="0"/>
              <a:t>“</a:t>
            </a:r>
            <a:r>
              <a:rPr lang="en-US" dirty="0"/>
              <a:t>𝒑</a:t>
            </a:r>
            <a:r>
              <a:rPr lang="en-US" b="1" dirty="0"/>
              <a:t>-values are not substitutes for common sense.”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US" dirty="0"/>
              <a:t>The American Statistical Association (ASA) provides a set of principles for the proper use and interpretation of 𝒑</a:t>
            </a:r>
            <a:r>
              <a:rPr lang="en-US" b="1" dirty="0"/>
              <a:t>-values</a:t>
            </a:r>
            <a:r>
              <a:rPr lang="en-US" dirty="0"/>
              <a:t>, including:</a:t>
            </a:r>
            <a:endParaRPr dirty="0"/>
          </a:p>
          <a:p>
            <a:pPr marL="548640" lvl="1" indent="-182880">
              <a:lnSpc>
                <a:spcPct val="90000"/>
              </a:lnSpc>
              <a:spcBef>
                <a:spcPts val="1200"/>
              </a:spcBef>
              <a:buSzPct val="85000"/>
              <a:buChar char="▪"/>
            </a:pPr>
            <a:r>
              <a:rPr lang="en-US" dirty="0"/>
              <a:t>𝒑</a:t>
            </a:r>
            <a:r>
              <a:rPr lang="en-US" b="1" dirty="0"/>
              <a:t>-values </a:t>
            </a:r>
            <a:r>
              <a:rPr lang="en-US" dirty="0"/>
              <a:t>do not measure the probability that the studied hypothesis is true, or the probability that the data were produced by random chance alone.”</a:t>
            </a:r>
            <a:endParaRPr dirty="0"/>
          </a:p>
          <a:p>
            <a:pPr marL="548640" lvl="1" indent="-182880">
              <a:lnSpc>
                <a:spcPct val="90000"/>
              </a:lnSpc>
              <a:spcBef>
                <a:spcPts val="1200"/>
              </a:spcBef>
              <a:buSzPct val="85000"/>
              <a:buChar char="▪"/>
            </a:pPr>
            <a:r>
              <a:rPr lang="en-US" dirty="0"/>
              <a:t>“Scientific conclusions and business or policy decisions should not be based only on whether a 𝒑</a:t>
            </a:r>
            <a:r>
              <a:rPr lang="en-US" b="1" dirty="0"/>
              <a:t>-value </a:t>
            </a:r>
            <a:r>
              <a:rPr lang="en-US" dirty="0"/>
              <a:t>passes a specific threshold.”</a:t>
            </a:r>
            <a:endParaRPr dirty="0"/>
          </a:p>
          <a:p>
            <a:pPr marL="548640" lvl="1" indent="-182880">
              <a:lnSpc>
                <a:spcPct val="90000"/>
              </a:lnSpc>
              <a:spcBef>
                <a:spcPts val="1200"/>
              </a:spcBef>
              <a:buSzPct val="85000"/>
              <a:buChar char="▪"/>
            </a:pPr>
            <a:r>
              <a:rPr lang="en-US" dirty="0"/>
              <a:t>“Proper inference requires full reporting and transparency.”</a:t>
            </a:r>
            <a:endParaRPr dirty="0"/>
          </a:p>
          <a:p>
            <a:pPr marL="548640" lvl="1" indent="-182880">
              <a:lnSpc>
                <a:spcPct val="90000"/>
              </a:lnSpc>
              <a:spcBef>
                <a:spcPts val="1200"/>
              </a:spcBef>
              <a:buSzPct val="85000"/>
              <a:buChar char="▪"/>
            </a:pPr>
            <a:r>
              <a:rPr lang="en-US" dirty="0"/>
              <a:t>“A 𝒑</a:t>
            </a:r>
            <a:r>
              <a:rPr lang="en-US" b="1" dirty="0"/>
              <a:t>-value</a:t>
            </a:r>
            <a:r>
              <a:rPr lang="en-US" dirty="0"/>
              <a:t>, or statistical significance, does not measure the size of an effect or the importance of a result.”</a:t>
            </a:r>
            <a:endParaRPr dirty="0"/>
          </a:p>
          <a:p>
            <a:pPr marL="548640" lvl="1" indent="-182880">
              <a:lnSpc>
                <a:spcPct val="90000"/>
              </a:lnSpc>
              <a:spcBef>
                <a:spcPts val="1200"/>
              </a:spcBef>
              <a:buSzPct val="85000"/>
              <a:buChar char="▪"/>
            </a:pPr>
            <a:r>
              <a:rPr lang="en-US" dirty="0"/>
              <a:t>“By itself, a 𝒑</a:t>
            </a:r>
            <a:r>
              <a:rPr lang="en-US" b="1" dirty="0"/>
              <a:t>-value </a:t>
            </a:r>
            <a:r>
              <a:rPr lang="en-US" dirty="0"/>
              <a:t>does not provide a good measure of evidence regarding a model or hypothesis.”</a:t>
            </a:r>
            <a:endParaRPr dirty="0"/>
          </a:p>
          <a:p>
            <a:pPr marL="182880" lvl="0" indent="-83025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endParaRPr dirty="0"/>
          </a:p>
        </p:txBody>
      </p:sp>
      <p:sp>
        <p:nvSpPr>
          <p:cNvPr id="369" name="Google Shape;369;p16"/>
          <p:cNvSpPr/>
          <p:nvPr/>
        </p:nvSpPr>
        <p:spPr>
          <a:xfrm>
            <a:off x="1212465" y="6341496"/>
            <a:ext cx="6075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Source: https://doi.org/10.1080/00031305.2016.1154108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47B28E5-FE0E-624B-3EDB-D08333B3CCB5}"/>
                  </a:ext>
                </a:extLst>
              </p14:cNvPr>
              <p14:cNvContentPartPr/>
              <p14:nvPr/>
            </p14:nvContentPartPr>
            <p14:xfrm>
              <a:off x="1561680" y="4015080"/>
              <a:ext cx="9849960" cy="1048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47B28E5-FE0E-624B-3EDB-D08333B3CC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52320" y="4005720"/>
                <a:ext cx="9868680" cy="106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7455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7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HOW TO COMPUTE A P-VALUE IN GENERAL?</a:t>
            </a:r>
            <a:endParaRPr dirty="0"/>
          </a:p>
        </p:txBody>
      </p:sp>
      <p:sp>
        <p:nvSpPr>
          <p:cNvPr id="375" name="Google Shape;375;p17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Multiple tests exist for computing the p-value (in cases beyond Binary Variables) and providing a comprehensive review is beyond the scope of this class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Differ based on the assumptions they make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Different tests may be best suited to different hypothesis tests and data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We may cover more tests later in the semester (e.g., when we talk about A/B testing)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We will go over two generic and popular ways to compute a p-value: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z-test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t-test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AD1465C-7475-7167-190D-B145FA640C65}"/>
                  </a:ext>
                </a:extLst>
              </p14:cNvPr>
              <p14:cNvContentPartPr/>
              <p14:nvPr/>
            </p14:nvContentPartPr>
            <p14:xfrm>
              <a:off x="1598400" y="2774160"/>
              <a:ext cx="9435600" cy="1465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AD1465C-7475-7167-190D-B145FA640C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9040" y="2764800"/>
                <a:ext cx="9454320" cy="148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3989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GENERAL Z-TEST FOR POPULATION MEANS</a:t>
            </a:r>
            <a:endParaRPr dirty="0"/>
          </a:p>
        </p:txBody>
      </p:sp>
      <p:sp>
        <p:nvSpPr>
          <p:cNvPr id="382" name="Google Shape;382;p18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300" t="-2254" r="-60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 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64B090-1390-CC6E-517D-D2F3640CE7FE}"/>
                  </a:ext>
                </a:extLst>
              </p14:cNvPr>
              <p14:cNvContentPartPr/>
              <p14:nvPr/>
            </p14:nvContentPartPr>
            <p14:xfrm>
              <a:off x="297360" y="426240"/>
              <a:ext cx="11349720" cy="6190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64B090-1390-CC6E-517D-D2F3640CE7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8000" y="416880"/>
                <a:ext cx="11368440" cy="620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9963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GENERAL Z-TEST FOR POPULATION MEANS</a:t>
            </a:r>
            <a:endParaRPr dirty="0"/>
          </a:p>
        </p:txBody>
      </p:sp>
      <p:sp>
        <p:nvSpPr>
          <p:cNvPr id="389" name="Google Shape;389;p19"/>
          <p:cNvSpPr txBox="1">
            <a:spLocks noGrp="1"/>
          </p:cNvSpPr>
          <p:nvPr>
            <p:ph type="body" idx="1"/>
          </p:nvPr>
        </p:nvSpPr>
        <p:spPr>
          <a:xfrm>
            <a:off x="1063752" y="1768298"/>
            <a:ext cx="10064496" cy="422148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301" t="-210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p:sp>
        <p:nvSpPr>
          <p:cNvPr id="390" name="Google Shape;390;p19"/>
          <p:cNvSpPr txBox="1"/>
          <p:nvPr/>
        </p:nvSpPr>
        <p:spPr>
          <a:xfrm>
            <a:off x="8280443" y="3879038"/>
            <a:ext cx="2992854" cy="88537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4793" b="-4314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EDF53B6-3980-13AA-CE42-79F6E655FAAA}"/>
                  </a:ext>
                </a:extLst>
              </p14:cNvPr>
              <p14:cNvContentPartPr/>
              <p14:nvPr/>
            </p14:nvContentPartPr>
            <p14:xfrm>
              <a:off x="2590200" y="2061000"/>
              <a:ext cx="9000000" cy="1683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EDF53B6-3980-13AA-CE42-79F6E655FAA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80840" y="2051640"/>
                <a:ext cx="9018720" cy="170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4012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Z-TEST EXAMPLE</a:t>
            </a:r>
            <a:endParaRPr/>
          </a:p>
        </p:txBody>
      </p:sp>
      <p:sp>
        <p:nvSpPr>
          <p:cNvPr id="397" name="Google Shape;397;p20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300" t="-2103" r="-60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 </a:t>
            </a:r>
            <a:endParaRPr/>
          </a:p>
        </p:txBody>
      </p:sp>
      <p:sp>
        <p:nvSpPr>
          <p:cNvPr id="398" name="Google Shape;398;p20"/>
          <p:cNvSpPr txBox="1"/>
          <p:nvPr/>
        </p:nvSpPr>
        <p:spPr>
          <a:xfrm>
            <a:off x="9320666" y="5337117"/>
            <a:ext cx="1287698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236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2FF37CC-011C-FBA9-7CCB-C47B3ADEC450}"/>
                  </a:ext>
                </a:extLst>
              </p14:cNvPr>
              <p14:cNvContentPartPr/>
              <p14:nvPr/>
            </p14:nvContentPartPr>
            <p14:xfrm>
              <a:off x="390960" y="755280"/>
              <a:ext cx="10803960" cy="5285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2FF37CC-011C-FBA9-7CCB-C47B3ADEC45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1600" y="745920"/>
                <a:ext cx="10822680" cy="530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542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1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Z-TEST EXAMPLE</a:t>
            </a:r>
            <a:endParaRPr/>
          </a:p>
        </p:txBody>
      </p:sp>
      <p:sp>
        <p:nvSpPr>
          <p:cNvPr id="405" name="Google Shape;405;p21"/>
          <p:cNvSpPr txBox="1">
            <a:spLocks noGrp="1"/>
          </p:cNvSpPr>
          <p:nvPr>
            <p:ph type="body" idx="1"/>
          </p:nvPr>
        </p:nvSpPr>
        <p:spPr>
          <a:xfrm>
            <a:off x="1069847" y="2121408"/>
            <a:ext cx="4696771" cy="405079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17" t="-1501" r="-220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 </a:t>
            </a:r>
            <a:endParaRPr/>
          </a:p>
        </p:txBody>
      </p:sp>
      <p:pic>
        <p:nvPicPr>
          <p:cNvPr id="406" name="Google Shape;406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9048" y="1901861"/>
            <a:ext cx="5767438" cy="400936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14419E4-F124-DC6C-DA32-3D825C8AEA5F}"/>
                  </a:ext>
                </a:extLst>
              </p14:cNvPr>
              <p14:cNvContentPartPr/>
              <p14:nvPr/>
            </p14:nvContentPartPr>
            <p14:xfrm>
              <a:off x="1301040" y="2995560"/>
              <a:ext cx="10662120" cy="1671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14419E4-F124-DC6C-DA32-3D825C8AEA5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1680" y="2986200"/>
                <a:ext cx="10680840" cy="169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3380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Z-TEST FOR POPULATION MEANS</a:t>
            </a:r>
            <a:endParaRPr/>
          </a:p>
        </p:txBody>
      </p:sp>
      <p:sp>
        <p:nvSpPr>
          <p:cNvPr id="413" name="Google Shape;413;p22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300" t="-1349" r="-60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 </a:t>
            </a:r>
            <a:endParaRPr/>
          </a:p>
        </p:txBody>
      </p:sp>
      <p:sp>
        <p:nvSpPr>
          <p:cNvPr id="414" name="Google Shape;414;p22"/>
          <p:cNvSpPr txBox="1"/>
          <p:nvPr/>
        </p:nvSpPr>
        <p:spPr>
          <a:xfrm>
            <a:off x="7884426" y="4305803"/>
            <a:ext cx="1159437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7367224" y="5403603"/>
            <a:ext cx="3370217" cy="715089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scipy.stats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st.norm.cdf(-0.555)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2"/>
          <p:cNvSpPr txBox="1"/>
          <p:nvPr/>
        </p:nvSpPr>
        <p:spPr>
          <a:xfrm>
            <a:off x="7367224" y="5038988"/>
            <a:ext cx="2582278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Python (with </a:t>
            </a:r>
            <a:r>
              <a:rPr lang="en-US" sz="16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scipy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sz="16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2"/>
          <p:cNvSpPr/>
          <p:nvPr/>
        </p:nvSpPr>
        <p:spPr>
          <a:xfrm>
            <a:off x="1322439" y="5287695"/>
            <a:ext cx="5004619" cy="830997"/>
          </a:xfrm>
          <a:prstGeom prst="rect">
            <a:avLst/>
          </a:prstGeom>
          <a:noFill/>
          <a:ln w="9525" cap="flat" cmpd="sng">
            <a:solidFill>
              <a:srgbClr val="9934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 𝒑</a:t>
            </a:r>
            <a:r>
              <a:rPr lang="en-US" sz="16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-value </a:t>
            </a:r>
            <a:r>
              <a:rPr lang="en-US"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is the probability of obtaining a result that is as extreme or more extreme than the observed data if the null hypothesis were true</a:t>
            </a:r>
            <a:endParaRPr sz="16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18" name="Google Shape;418;p22"/>
          <p:cNvSpPr txBox="1"/>
          <p:nvPr/>
        </p:nvSpPr>
        <p:spPr>
          <a:xfrm>
            <a:off x="9498608" y="470189"/>
            <a:ext cx="247766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ckwel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Reject the null.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ckwel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Not reject the null.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29840B6-B073-D04B-5843-E6D800C096C0}"/>
                  </a:ext>
                </a:extLst>
              </p14:cNvPr>
              <p14:cNvContentPartPr/>
              <p14:nvPr/>
            </p14:nvContentPartPr>
            <p14:xfrm>
              <a:off x="4950000" y="433440"/>
              <a:ext cx="7106040" cy="6393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29840B6-B073-D04B-5843-E6D800C096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40640" y="424080"/>
                <a:ext cx="7124760" cy="641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605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3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Z-TEST FOR POPULATION MEANS</a:t>
            </a:r>
            <a:endParaRPr/>
          </a:p>
        </p:txBody>
      </p:sp>
      <p:sp>
        <p:nvSpPr>
          <p:cNvPr id="424" name="Google Shape;424;p23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377" t="-1248" r="-62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 </a:t>
            </a:r>
            <a:endParaRPr/>
          </a:p>
        </p:txBody>
      </p:sp>
      <p:sp>
        <p:nvSpPr>
          <p:cNvPr id="425" name="Google Shape;425;p23"/>
          <p:cNvSpPr txBox="1"/>
          <p:nvPr/>
        </p:nvSpPr>
        <p:spPr>
          <a:xfrm>
            <a:off x="4162354" y="4971871"/>
            <a:ext cx="4152431" cy="120032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584" t="-5074" r="-1906" b="-862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6724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TYPE I AND TYPE II ERRORS</a:t>
            </a:r>
            <a:endParaRPr/>
          </a:p>
        </p:txBody>
      </p:sp>
      <p:sp>
        <p:nvSpPr>
          <p:cNvPr id="321" name="Google Shape;321;p10"/>
          <p:cNvSpPr txBox="1">
            <a:spLocks noGrp="1"/>
          </p:cNvSpPr>
          <p:nvPr>
            <p:ph type="body" idx="1"/>
          </p:nvPr>
        </p:nvSpPr>
        <p:spPr>
          <a:xfrm>
            <a:off x="1069848" y="2121407"/>
            <a:ext cx="11122152" cy="439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A </a:t>
            </a:r>
            <a:r>
              <a:rPr lang="en-US" b="1" dirty="0"/>
              <a:t>hypothesis test </a:t>
            </a:r>
            <a:r>
              <a:rPr lang="en-US" dirty="0"/>
              <a:t>has four possible outcomes:</a:t>
            </a:r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lang="en-US"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lang="en-US"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lang="en-US"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lang="en-US"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lang="en-US" dirty="0"/>
          </a:p>
          <a:p>
            <a:pPr marL="182880" indent="-182880">
              <a:lnSpc>
                <a:spcPct val="90000"/>
              </a:lnSpc>
              <a:spcBef>
                <a:spcPts val="1200"/>
              </a:spcBef>
              <a:buSzPts val="1700"/>
              <a:buFont typeface="Wingdings"/>
              <a:buChar char="▪"/>
            </a:pPr>
            <a:r>
              <a:rPr lang="en-US" dirty="0"/>
              <a:t>Each of the errors occurs with a particular probability. Recall: A 𝒑</a:t>
            </a:r>
            <a:r>
              <a:rPr lang="en-US" b="1" dirty="0"/>
              <a:t>-value </a:t>
            </a:r>
            <a:r>
              <a:rPr lang="en-US" dirty="0"/>
              <a:t>is the probability of obtaining a result that is as extreme or more extreme than the observed data if the null hypothesis were true</a:t>
            </a:r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𝜶 is the probability of rejecting the null hypothesis when the null hypothesis is true (</a:t>
            </a:r>
            <a:r>
              <a:rPr lang="en-US" b="1" dirty="0"/>
              <a:t>type I error</a:t>
            </a:r>
            <a:r>
              <a:rPr lang="en-US" dirty="0"/>
              <a:t>)</a:t>
            </a:r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𝜷 is the probability of failing to reject the null hypothesis when the null hypothesis is false (</a:t>
            </a:r>
            <a:r>
              <a:rPr lang="en-US" b="1" dirty="0"/>
              <a:t>type II error</a:t>
            </a:r>
            <a:r>
              <a:rPr lang="en-US" dirty="0"/>
              <a:t>)</a:t>
            </a:r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 </a:t>
            </a:r>
            <a:r>
              <a:rPr lang="en-US" b="1" dirty="0"/>
              <a:t>significance level </a:t>
            </a:r>
            <a:r>
              <a:rPr lang="en-US" dirty="0"/>
              <a:t>of a hypothesis test is 𝜶</a:t>
            </a:r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 </a:t>
            </a:r>
            <a:r>
              <a:rPr lang="en-US" b="1" dirty="0"/>
              <a:t>power </a:t>
            </a:r>
            <a:r>
              <a:rPr lang="en-US" dirty="0"/>
              <a:t>of a hypothesis test is 𝟏−𝜷</a:t>
            </a:r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lang="en-US"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lang="en-US" dirty="0"/>
          </a:p>
        </p:txBody>
      </p:sp>
      <p:pic>
        <p:nvPicPr>
          <p:cNvPr id="322" name="Google Shape;32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4519" y="2550944"/>
            <a:ext cx="6545236" cy="154280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E6D1D3F-9F1A-B6D8-817D-D221E8141C89}"/>
                  </a:ext>
                </a:extLst>
              </p14:cNvPr>
              <p14:cNvContentPartPr/>
              <p14:nvPr/>
            </p14:nvContentPartPr>
            <p14:xfrm>
              <a:off x="55800" y="430560"/>
              <a:ext cx="11610000" cy="6427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E6D1D3F-9F1A-B6D8-817D-D221E8141C8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440" y="421200"/>
                <a:ext cx="11628720" cy="6446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ypes of Erro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Types of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ype 1 Error: - Probability the procedure Reject the null hypothesis when the null is true. Generally set at 5% or 10%.…"/>
              <p:cNvSpPr txBox="1"/>
              <p:nvPr/>
            </p:nvSpPr>
            <p:spPr>
              <a:xfrm>
                <a:off x="1031027" y="1416599"/>
                <a:ext cx="10316423" cy="161313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25400" tIns="25400" rIns="25400" bIns="25400" anchor="ctr">
                <a:spAutoFit/>
              </a:bodyPr>
              <a:lstStyle/>
              <a:p>
                <a:pPr algn="l">
                  <a:defRPr sz="4000" b="0">
                    <a:solidFill>
                      <a:srgbClr val="000000"/>
                    </a:solidFill>
                    <a:latin typeface="Avenir Medium"/>
                    <a:ea typeface="Avenir Medium"/>
                    <a:cs typeface="Avenir Medium"/>
                    <a:sym typeface="Avenir Medium"/>
                  </a:defRPr>
                </a:pPr>
                <a:r>
                  <a:rPr sz="2000" dirty="0">
                    <a:latin typeface="Avenir Heavy"/>
                    <a:ea typeface="Avenir Heavy"/>
                    <a:cs typeface="Avenir Heavy"/>
                    <a:sym typeface="Avenir Heavy"/>
                  </a:rPr>
                  <a:t>Type 1 Error:</a:t>
                </a:r>
                <a:r>
                  <a:rPr sz="2000" dirty="0"/>
                  <a:t> - Probability </a:t>
                </a:r>
                <a:r>
                  <a:rPr sz="2000" dirty="0">
                    <a:latin typeface="Avenir Heavy"/>
                    <a:ea typeface="Avenir Heavy"/>
                    <a:cs typeface="Avenir Heavy"/>
                    <a:sym typeface="Avenir Heavy"/>
                  </a:rPr>
                  <a:t>the procedure</a:t>
                </a:r>
                <a:r>
                  <a:rPr sz="2000" dirty="0"/>
                  <a:t> </a:t>
                </a:r>
                <a:r>
                  <a:rPr lang="en-US" sz="2000" dirty="0"/>
                  <a:t>r</a:t>
                </a:r>
                <a:r>
                  <a:rPr sz="2000" dirty="0"/>
                  <a:t>eject</a:t>
                </a:r>
                <a:r>
                  <a:rPr lang="en-US" sz="2000" dirty="0"/>
                  <a:t>s</a:t>
                </a:r>
                <a:r>
                  <a:rPr sz="2000" dirty="0"/>
                  <a:t> the null hypothesis when the null is true. Generally set at 5% or 10%.</a:t>
                </a:r>
                <a:r>
                  <a:rPr lang="en-US" sz="2000" dirty="0"/>
                  <a:t> This is called “False Positive Rate”</a:t>
                </a:r>
                <a:endParaRPr sz="2000" dirty="0"/>
              </a:p>
              <a:p>
                <a:pPr algn="l">
                  <a:defRPr sz="4000" b="0">
                    <a:solidFill>
                      <a:srgbClr val="000000"/>
                    </a:solidFill>
                    <a:latin typeface="Avenir Medium"/>
                    <a:ea typeface="Avenir Medium"/>
                    <a:cs typeface="Avenir Medium"/>
                    <a:sym typeface="Avenir Medium"/>
                  </a:defRPr>
                </a:pPr>
                <a:endParaRPr sz="2000" dirty="0"/>
              </a:p>
              <a:p>
                <a:pPr algn="l">
                  <a:defRPr sz="4000" b="0">
                    <a:solidFill>
                      <a:srgbClr val="000000"/>
                    </a:solidFill>
                    <a:latin typeface="Avenir Medium"/>
                    <a:ea typeface="Avenir Medium"/>
                    <a:cs typeface="Avenir Medium"/>
                    <a:sym typeface="Avenir Medium"/>
                  </a:defRPr>
                </a:pPr>
                <a:r>
                  <a:rPr sz="2000" u="sng" dirty="0"/>
                  <a:t>Fact: </a:t>
                </a:r>
                <a:r>
                  <a:rPr sz="2000" dirty="0"/>
                  <a:t>If the null is true, the p-value is </a:t>
                </a:r>
                <a:r>
                  <a:rPr sz="2000" dirty="0">
                    <a:latin typeface="Avenir Heavy"/>
                    <a:ea typeface="Avenir Heavy"/>
                    <a:cs typeface="Avenir Heavy"/>
                    <a:sym typeface="Avenir Heavy"/>
                  </a:rPr>
                  <a:t>uniform </a:t>
                </a:r>
                <a:r>
                  <a:rPr sz="2000" dirty="0"/>
                  <a:t>between [0,1].</a:t>
                </a:r>
              </a:p>
              <a:p>
                <a:pPr algn="l">
                  <a:defRPr sz="4000" b="0">
                    <a:solidFill>
                      <a:srgbClr val="000000"/>
                    </a:solidFill>
                    <a:latin typeface="Avenir Medium"/>
                    <a:ea typeface="Avenir Medium"/>
                    <a:cs typeface="Avenir Medium"/>
                    <a:sym typeface="Avenir Medium"/>
                  </a:defRPr>
                </a:pPr>
                <a:r>
                  <a:rPr sz="2000" dirty="0"/>
                  <a:t>So if the null-hypothesis is true, we will reject only </a:t>
                </a:r>
                <a14:m>
                  <m:oMath xmlns:m="http://schemas.openxmlformats.org/officeDocument/2006/math">
                    <m:r>
                      <a:rPr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sz="2000" dirty="0"/>
                  <a:t>% of the time. </a:t>
                </a:r>
              </a:p>
            </p:txBody>
          </p:sp>
        </mc:Choice>
        <mc:Fallback xmlns="">
          <p:sp>
            <p:nvSpPr>
              <p:cNvPr id="189" name="Type 1 Error: - Probability the procedure Reject the null hypothesis when the null is true. Generally set at 5% or 10%.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027" y="1416599"/>
                <a:ext cx="10316423" cy="1613134"/>
              </a:xfrm>
              <a:prstGeom prst="rect">
                <a:avLst/>
              </a:prstGeom>
              <a:blipFill>
                <a:blip r:embed="rId2"/>
                <a:stretch>
                  <a:fillRect l="-1230" t="-2344" b="-781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Prioritize Type 1 - if the cost of switching is high.…"/>
          <p:cNvSpPr txBox="1"/>
          <p:nvPr/>
        </p:nvSpPr>
        <p:spPr>
          <a:xfrm>
            <a:off x="2386910" y="5375226"/>
            <a:ext cx="6532237" cy="666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>
              <a:defRPr sz="4000" b="0">
                <a:solidFill>
                  <a:srgbClr val="000000"/>
                </a:solidFill>
                <a:latin typeface="Avenir Medium"/>
                <a:ea typeface="Avenir Medium"/>
                <a:cs typeface="Avenir Medium"/>
                <a:sym typeface="Avenir Medium"/>
              </a:defRPr>
            </a:pPr>
            <a:r>
              <a:rPr sz="2000"/>
              <a:t>Prioritize Type 1 - if the cost of switching is high.</a:t>
            </a:r>
          </a:p>
          <a:p>
            <a:pPr>
              <a:defRPr sz="4000" b="0">
                <a:solidFill>
                  <a:srgbClr val="000000"/>
                </a:solidFill>
                <a:latin typeface="Avenir Medium"/>
                <a:ea typeface="Avenir Medium"/>
                <a:cs typeface="Avenir Medium"/>
                <a:sym typeface="Avenir Medium"/>
              </a:defRPr>
            </a:pPr>
            <a:r>
              <a:rPr sz="2000"/>
              <a:t>E.g. - you have a vision system in place for detecting … </a:t>
            </a:r>
          </a:p>
        </p:txBody>
      </p:sp>
      <p:sp>
        <p:nvSpPr>
          <p:cNvPr id="192" name="Power: If the null hypothesis is false, the probability that you reject it for the alternative. Generally set it to 80%…"/>
          <p:cNvSpPr txBox="1"/>
          <p:nvPr/>
        </p:nvSpPr>
        <p:spPr>
          <a:xfrm>
            <a:off x="1031027" y="3643444"/>
            <a:ext cx="10316423" cy="159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l">
              <a:defRPr sz="4000" b="0">
                <a:solidFill>
                  <a:srgbClr val="000000"/>
                </a:solidFill>
                <a:latin typeface="Avenir Medium"/>
                <a:ea typeface="Avenir Medium"/>
                <a:cs typeface="Avenir Medium"/>
                <a:sym typeface="Avenir Medium"/>
              </a:defRPr>
            </a:pPr>
            <a:r>
              <a:rPr sz="2000" dirty="0">
                <a:latin typeface="Avenir Heavy"/>
                <a:ea typeface="Avenir Heavy"/>
                <a:cs typeface="Avenir Heavy"/>
                <a:sym typeface="Avenir Heavy"/>
              </a:rPr>
              <a:t>Power:</a:t>
            </a:r>
            <a:r>
              <a:rPr sz="2000" dirty="0"/>
              <a:t> If the null hypothesis is false, the probability that you reject it for the alternative. Generally set it to 80%</a:t>
            </a:r>
            <a:br>
              <a:rPr sz="2000" dirty="0"/>
            </a:br>
            <a:endParaRPr sz="2000" dirty="0"/>
          </a:p>
          <a:p>
            <a:pPr algn="l">
              <a:defRPr sz="4000" b="0">
                <a:solidFill>
                  <a:srgbClr val="000000"/>
                </a:solidFill>
                <a:latin typeface="Avenir Medium"/>
                <a:ea typeface="Avenir Medium"/>
                <a:cs typeface="Avenir Medium"/>
                <a:sym typeface="Avenir Medium"/>
              </a:defRPr>
            </a:pPr>
            <a:r>
              <a:rPr sz="2000" dirty="0">
                <a:latin typeface="Avenir Heavy"/>
                <a:ea typeface="Avenir Heavy"/>
                <a:cs typeface="Avenir Heavy"/>
                <a:sym typeface="Avenir Heavy"/>
              </a:rPr>
              <a:t>Type 2 Error</a:t>
            </a:r>
            <a:r>
              <a:rPr sz="2000" dirty="0"/>
              <a:t> = </a:t>
            </a:r>
            <a:r>
              <a:rPr sz="2000" dirty="0">
                <a:latin typeface="Avenir Heavy"/>
                <a:ea typeface="Avenir Heavy"/>
                <a:cs typeface="Avenir Heavy"/>
                <a:sym typeface="Avenir Heavy"/>
              </a:rPr>
              <a:t>1 - Power</a:t>
            </a:r>
            <a:r>
              <a:rPr sz="2000" dirty="0"/>
              <a:t> </a:t>
            </a:r>
            <a:r>
              <a:rPr lang="en-US" sz="2000" dirty="0"/>
              <a:t> (</a:t>
            </a:r>
            <a:r>
              <a:rPr sz="2000" dirty="0"/>
              <a:t>probability of not rejecting the </a:t>
            </a:r>
            <a:r>
              <a:rPr lang="en-US" sz="2000" dirty="0"/>
              <a:t>null when it is false). This is called as ”False Negative Rate”</a:t>
            </a:r>
            <a:endParaRPr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87294B2-AE1A-A348-59AA-29AE5112B8D2}"/>
                  </a:ext>
                </a:extLst>
              </p14:cNvPr>
              <p14:cNvContentPartPr/>
              <p14:nvPr/>
            </p14:nvContentPartPr>
            <p14:xfrm>
              <a:off x="5265720" y="2111400"/>
              <a:ext cx="6442560" cy="4345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87294B2-AE1A-A348-59AA-29AE5112B8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56360" y="2102040"/>
                <a:ext cx="6461280" cy="4363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0" animBg="1" advAuto="0"/>
      <p:bldP spid="191" grpId="0" animBg="1" advAuto="0"/>
      <p:bldP spid="192" grpId="0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305B3-0A29-385D-F8ED-37650D6B5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ypes of Error">
            <a:extLst>
              <a:ext uri="{FF2B5EF4-FFF2-40B4-BE49-F238E27FC236}">
                <a16:creationId xmlns:a16="http://schemas.microsoft.com/office/drawing/2014/main" id="{F1E1A4B9-DAF2-721E-B012-2CA574E0B0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Types of Error</a:t>
            </a:r>
          </a:p>
        </p:txBody>
      </p:sp>
      <p:sp>
        <p:nvSpPr>
          <p:cNvPr id="190" name="Slide Number">
            <a:extLst>
              <a:ext uri="{FF2B5EF4-FFF2-40B4-BE49-F238E27FC236}">
                <a16:creationId xmlns:a16="http://schemas.microsoft.com/office/drawing/2014/main" id="{527C1538-4295-A280-4EE3-8E8D07FB09C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6021883" y="6540500"/>
            <a:ext cx="141885" cy="2305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192" name="Power: If the null hypothesis is false, the probability that you reject it for the alternative. Generally set it to 80%…">
            <a:extLst>
              <a:ext uri="{FF2B5EF4-FFF2-40B4-BE49-F238E27FC236}">
                <a16:creationId xmlns:a16="http://schemas.microsoft.com/office/drawing/2014/main" id="{16559AC8-C721-5A93-E88A-6FC87085FA51}"/>
              </a:ext>
            </a:extLst>
          </p:cNvPr>
          <p:cNvSpPr txBox="1"/>
          <p:nvPr/>
        </p:nvSpPr>
        <p:spPr>
          <a:xfrm>
            <a:off x="934613" y="1472829"/>
            <a:ext cx="10316423" cy="1282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l">
              <a:defRPr sz="4000" b="0">
                <a:solidFill>
                  <a:srgbClr val="000000"/>
                </a:solidFill>
                <a:latin typeface="Avenir Medium"/>
                <a:ea typeface="Avenir Medium"/>
                <a:cs typeface="Avenir Medium"/>
                <a:sym typeface="Avenir Medium"/>
              </a:defRPr>
            </a:pPr>
            <a:r>
              <a:rPr sz="2000" dirty="0">
                <a:latin typeface="Avenir Heavy"/>
                <a:ea typeface="Avenir Heavy"/>
                <a:cs typeface="Avenir Heavy"/>
                <a:sym typeface="Avenir Heavy"/>
              </a:rPr>
              <a:t>Power:</a:t>
            </a:r>
            <a:r>
              <a:rPr sz="2000" dirty="0"/>
              <a:t> If the null hypothesis is false, the probability that you reject it for the alternative. Generally set it to 80%</a:t>
            </a:r>
            <a:br>
              <a:rPr sz="2000" dirty="0"/>
            </a:br>
            <a:endParaRPr sz="2000" dirty="0"/>
          </a:p>
          <a:p>
            <a:pPr algn="l">
              <a:defRPr sz="4000" b="0">
                <a:solidFill>
                  <a:srgbClr val="000000"/>
                </a:solidFill>
                <a:latin typeface="Avenir Medium"/>
                <a:ea typeface="Avenir Medium"/>
                <a:cs typeface="Avenir Medium"/>
                <a:sym typeface="Avenir Medium"/>
              </a:defRPr>
            </a:pPr>
            <a:r>
              <a:rPr sz="2000" dirty="0">
                <a:latin typeface="Avenir Heavy"/>
                <a:ea typeface="Avenir Heavy"/>
                <a:cs typeface="Avenir Heavy"/>
                <a:sym typeface="Avenir Heavy"/>
              </a:rPr>
              <a:t>Type 2 Error</a:t>
            </a:r>
            <a:r>
              <a:rPr sz="2000" dirty="0"/>
              <a:t> = </a:t>
            </a:r>
            <a:r>
              <a:rPr sz="2000" dirty="0">
                <a:latin typeface="Avenir Heavy"/>
                <a:ea typeface="Avenir Heavy"/>
                <a:cs typeface="Avenir Heavy"/>
                <a:sym typeface="Avenir Heavy"/>
              </a:rPr>
              <a:t>1 - Power</a:t>
            </a:r>
            <a:r>
              <a:rPr sz="2000" dirty="0"/>
              <a:t> </a:t>
            </a:r>
            <a:r>
              <a:rPr lang="en-US" sz="2000" dirty="0"/>
              <a:t> (</a:t>
            </a:r>
            <a:r>
              <a:rPr sz="2000" dirty="0"/>
              <a:t>probability of not rejecting the </a:t>
            </a:r>
            <a:r>
              <a:rPr lang="en-US" sz="2000" dirty="0"/>
              <a:t>null when it is false)</a:t>
            </a:r>
            <a:endParaRPr sz="2000" dirty="0"/>
          </a:p>
        </p:txBody>
      </p:sp>
      <p:pic>
        <p:nvPicPr>
          <p:cNvPr id="3" name="Picture 2" descr="Red is null&#10;Blue is alternate">
            <a:extLst>
              <a:ext uri="{FF2B5EF4-FFF2-40B4-BE49-F238E27FC236}">
                <a16:creationId xmlns:a16="http://schemas.microsoft.com/office/drawing/2014/main" id="{937FD7BF-F533-BC6D-B8A9-AB83476B1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800" y="3041606"/>
            <a:ext cx="3551936" cy="35519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FF3100-DD92-C9B8-4F8F-6EAAB3EDD6CE}"/>
                  </a:ext>
                </a:extLst>
              </p14:cNvPr>
              <p14:cNvContentPartPr/>
              <p14:nvPr/>
            </p14:nvContentPartPr>
            <p14:xfrm>
              <a:off x="4708440" y="5372640"/>
              <a:ext cx="270000" cy="148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FF3100-DD92-C9B8-4F8F-6EAAB3EDD6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99080" y="5363280"/>
                <a:ext cx="288720" cy="16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4444825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52936" y="180109"/>
            <a:ext cx="5912912" cy="142938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1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TYPE I AND TYPE II ERRORS</a:t>
            </a:r>
            <a:endParaRPr/>
          </a:p>
        </p:txBody>
      </p:sp>
      <p:sp>
        <p:nvSpPr>
          <p:cNvPr id="330" name="Google Shape;330;p11"/>
          <p:cNvSpPr txBox="1">
            <a:spLocks noGrp="1"/>
          </p:cNvSpPr>
          <p:nvPr>
            <p:ph type="body" idx="1"/>
          </p:nvPr>
        </p:nvSpPr>
        <p:spPr>
          <a:xfrm>
            <a:off x="1069848" y="1969008"/>
            <a:ext cx="10596000" cy="4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Suppose that the </a:t>
            </a:r>
            <a:r>
              <a:rPr lang="en-US" b="1" dirty="0"/>
              <a:t>null hypothesis </a:t>
            </a:r>
            <a:r>
              <a:rPr lang="en-US" dirty="0"/>
              <a:t>is that your rock climbing equipment is safe. </a:t>
            </a:r>
            <a:endParaRPr dirty="0"/>
          </a:p>
          <a:p>
            <a:pPr marL="27432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r>
              <a:rPr lang="en-US" dirty="0"/>
              <a:t>A. The </a:t>
            </a:r>
            <a:r>
              <a:rPr lang="en-US" b="1" dirty="0"/>
              <a:t>type I error </a:t>
            </a:r>
            <a:r>
              <a:rPr lang="en-US" dirty="0"/>
              <a:t>is thinking that the rock climbing equipment is not safe when, in fact, it is safe </a:t>
            </a:r>
            <a:endParaRPr dirty="0"/>
          </a:p>
          <a:p>
            <a:pPr marL="27432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None/>
            </a:pPr>
            <a:r>
              <a:rPr lang="en-US" dirty="0"/>
              <a:t>B. The </a:t>
            </a:r>
            <a:r>
              <a:rPr lang="en-US" b="1" dirty="0"/>
              <a:t>type II error </a:t>
            </a:r>
            <a:r>
              <a:rPr lang="en-US" dirty="0"/>
              <a:t>is thinking that the rock climbing equipment is safe when, in fact, it is not safe. 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Which error has greater consequence? 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Suppose that the </a:t>
            </a:r>
            <a:r>
              <a:rPr lang="en-US" b="1" dirty="0"/>
              <a:t>null hypothesis </a:t>
            </a:r>
            <a:r>
              <a:rPr lang="en-US" dirty="0"/>
              <a:t>is that a patient is sick. </a:t>
            </a:r>
            <a:r>
              <a:rPr lang="en-US" b="1" dirty="0"/>
              <a:t>What are the type I and type II errors?</a:t>
            </a:r>
            <a:endParaRPr dirty="0"/>
          </a:p>
          <a:p>
            <a:pPr marL="27432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r>
              <a:rPr lang="en-US" dirty="0"/>
              <a:t>A. </a:t>
            </a:r>
            <a:r>
              <a:rPr lang="en-US" b="1" dirty="0"/>
              <a:t>Type I error</a:t>
            </a:r>
            <a:r>
              <a:rPr lang="en-US" dirty="0"/>
              <a:t>:</a:t>
            </a:r>
            <a:endParaRPr dirty="0"/>
          </a:p>
          <a:p>
            <a:pPr marL="27432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None/>
            </a:pPr>
            <a:r>
              <a:rPr lang="en-US" dirty="0"/>
              <a:t>B.</a:t>
            </a:r>
            <a:r>
              <a:rPr lang="en-US" b="1" dirty="0"/>
              <a:t> Type II error: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Which error has the greater consequence?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A014603-F423-7D25-6F9C-EB3D4FACACE8}"/>
                  </a:ext>
                </a:extLst>
              </p14:cNvPr>
              <p14:cNvContentPartPr/>
              <p14:nvPr/>
            </p14:nvContentPartPr>
            <p14:xfrm>
              <a:off x="4701960" y="3565800"/>
              <a:ext cx="6344280" cy="2834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A014603-F423-7D25-6F9C-EB3D4FACAC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92600" y="3556440"/>
                <a:ext cx="6363000" cy="2853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3281" y="220710"/>
            <a:ext cx="5792567" cy="154280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TYPE I AND TYPE II ERRORS</a:t>
            </a:r>
            <a:endParaRPr/>
          </a:p>
        </p:txBody>
      </p:sp>
      <p:sp>
        <p:nvSpPr>
          <p:cNvPr id="338" name="Google Shape;338;p12"/>
          <p:cNvSpPr txBox="1">
            <a:spLocks noGrp="1"/>
          </p:cNvSpPr>
          <p:nvPr>
            <p:ph type="body" idx="1"/>
          </p:nvPr>
        </p:nvSpPr>
        <p:spPr>
          <a:xfrm>
            <a:off x="1069848" y="1969008"/>
            <a:ext cx="10596000" cy="4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Suppose that the </a:t>
            </a:r>
            <a:r>
              <a:rPr lang="en-US" b="1" dirty="0"/>
              <a:t>null hypothesis </a:t>
            </a:r>
            <a:r>
              <a:rPr lang="en-US" dirty="0"/>
              <a:t>is that your rock climbing equipment is safe. </a:t>
            </a:r>
            <a:endParaRPr dirty="0"/>
          </a:p>
          <a:p>
            <a:pPr marL="27432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r>
              <a:rPr lang="en-US" dirty="0"/>
              <a:t>A. The </a:t>
            </a:r>
            <a:r>
              <a:rPr lang="en-US" b="1" dirty="0"/>
              <a:t>type I error </a:t>
            </a:r>
            <a:r>
              <a:rPr lang="en-US" dirty="0"/>
              <a:t>is thinking that the rock climbing equipment is not safe when, in fact, it is safe </a:t>
            </a:r>
            <a:endParaRPr dirty="0"/>
          </a:p>
          <a:p>
            <a:pPr marL="27432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None/>
            </a:pPr>
            <a:r>
              <a:rPr lang="en-US" dirty="0"/>
              <a:t>B. The </a:t>
            </a:r>
            <a:r>
              <a:rPr lang="en-US" b="1" dirty="0"/>
              <a:t>type II error </a:t>
            </a:r>
            <a:r>
              <a:rPr lang="en-US" dirty="0"/>
              <a:t>is thinking that the rock climbing equipment is safe when, in fact, it is not safe. 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Which error has greater consequence? 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Suppose that the </a:t>
            </a:r>
            <a:r>
              <a:rPr lang="en-US" b="1" dirty="0"/>
              <a:t>null hypothesis </a:t>
            </a:r>
            <a:r>
              <a:rPr lang="en-US" dirty="0"/>
              <a:t>is that a patient is sick. </a:t>
            </a:r>
            <a:r>
              <a:rPr lang="en-US" b="1" dirty="0"/>
              <a:t>What are the type I and type II errors?</a:t>
            </a:r>
            <a:endParaRPr dirty="0"/>
          </a:p>
          <a:p>
            <a:pPr marL="27432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r>
              <a:rPr lang="en-US" dirty="0"/>
              <a:t>A. </a:t>
            </a:r>
            <a:r>
              <a:rPr lang="en-US" b="1" dirty="0"/>
              <a:t>Type I error</a:t>
            </a:r>
            <a:r>
              <a:rPr lang="en-US" dirty="0"/>
              <a:t>: Thinking that the patient is not sick when, in fact, they are sick</a:t>
            </a:r>
            <a:endParaRPr dirty="0"/>
          </a:p>
          <a:p>
            <a:pPr marL="27432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None/>
            </a:pPr>
            <a:r>
              <a:rPr lang="en-US" dirty="0"/>
              <a:t>B.</a:t>
            </a:r>
            <a:r>
              <a:rPr lang="en-US" b="1" dirty="0"/>
              <a:t> Type II error: </a:t>
            </a:r>
            <a:r>
              <a:rPr lang="en-US" dirty="0"/>
              <a:t>Thinking that the patient is sick when, in fact, they are not sick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Which error has the greater consequence?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T-TEST FOR POPULATION MEANS</a:t>
            </a:r>
            <a:endParaRPr/>
          </a:p>
        </p:txBody>
      </p:sp>
      <p:sp>
        <p:nvSpPr>
          <p:cNvPr id="431" name="Google Shape;431;p24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300" t="-2103" r="-60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 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7CB024B-94BC-3753-58B3-C7EAB38AC481}"/>
                  </a:ext>
                </a:extLst>
              </p14:cNvPr>
              <p14:cNvContentPartPr/>
              <p14:nvPr/>
            </p14:nvContentPartPr>
            <p14:xfrm>
              <a:off x="1158480" y="786240"/>
              <a:ext cx="10408320" cy="1850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7CB024B-94BC-3753-58B3-C7EAB38AC4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49120" y="776880"/>
                <a:ext cx="10427040" cy="186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5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T-TEST FOR POPULATION MEANS</a:t>
            </a:r>
            <a:endParaRPr/>
          </a:p>
        </p:txBody>
      </p:sp>
      <p:sp>
        <p:nvSpPr>
          <p:cNvPr id="438" name="Google Shape;438;p25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301" t="-2254" b="-150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 </a:t>
            </a:r>
            <a:endParaRPr/>
          </a:p>
        </p:txBody>
      </p:sp>
      <p:sp>
        <p:nvSpPr>
          <p:cNvPr id="439" name="Google Shape;439;p25"/>
          <p:cNvSpPr txBox="1"/>
          <p:nvPr/>
        </p:nvSpPr>
        <p:spPr>
          <a:xfrm>
            <a:off x="8135394" y="3879038"/>
            <a:ext cx="2992854" cy="101361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4189" b="-658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D9E37F1-9E1F-DFF3-F9C8-B099D3DB3925}"/>
                  </a:ext>
                </a:extLst>
              </p14:cNvPr>
              <p14:cNvContentPartPr/>
              <p14:nvPr/>
            </p14:nvContentPartPr>
            <p14:xfrm>
              <a:off x="5204160" y="1621800"/>
              <a:ext cx="5965920" cy="3014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D9E37F1-9E1F-DFF3-F9C8-B099D3DB39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94800" y="1612440"/>
                <a:ext cx="5984640" cy="3033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6"/>
          <p:cNvSpPr txBox="1">
            <a:spLocks noGrp="1"/>
          </p:cNvSpPr>
          <p:nvPr>
            <p:ph type="title"/>
          </p:nvPr>
        </p:nvSpPr>
        <p:spPr>
          <a:xfrm>
            <a:off x="1069848" y="-61927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T-TEST FOR POPULATION MEANS</a:t>
            </a:r>
            <a:endParaRPr dirty="0"/>
          </a:p>
        </p:txBody>
      </p:sp>
      <p:sp>
        <p:nvSpPr>
          <p:cNvPr id="446" name="Google Shape;446;p26"/>
          <p:cNvSpPr txBox="1">
            <a:spLocks noGrp="1"/>
          </p:cNvSpPr>
          <p:nvPr>
            <p:ph type="body" idx="1"/>
          </p:nvPr>
        </p:nvSpPr>
        <p:spPr>
          <a:xfrm>
            <a:off x="1063752" y="1108288"/>
            <a:ext cx="10058400" cy="405079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300" t="-1349" r="-60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 </a:t>
            </a:r>
            <a:endParaRPr/>
          </a:p>
        </p:txBody>
      </p:sp>
      <p:pic>
        <p:nvPicPr>
          <p:cNvPr id="447" name="Google Shape;447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357" y="4018323"/>
            <a:ext cx="7337910" cy="2046731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6"/>
          <p:cNvSpPr txBox="1"/>
          <p:nvPr/>
        </p:nvSpPr>
        <p:spPr>
          <a:xfrm>
            <a:off x="5545493" y="2811601"/>
            <a:ext cx="1467853" cy="53553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t="-7951" b="-1363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9" name="Google Shape;449;p26" descr="A close up of text on a white background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73267" y="4021481"/>
            <a:ext cx="3703515" cy="2103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7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456" name="Google Shape;456;p2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050026" y="1790929"/>
            <a:ext cx="7846142" cy="474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463" name="Google Shape;463;p2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047127" y="1782816"/>
            <a:ext cx="7967030" cy="4780219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8"/>
          <p:cNvSpPr/>
          <p:nvPr/>
        </p:nvSpPr>
        <p:spPr>
          <a:xfrm>
            <a:off x="2359742" y="4582487"/>
            <a:ext cx="3288889" cy="125787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65" name="Google Shape;465;p28"/>
          <p:cNvSpPr/>
          <p:nvPr/>
        </p:nvSpPr>
        <p:spPr>
          <a:xfrm>
            <a:off x="6099048" y="5024939"/>
            <a:ext cx="3324593" cy="5941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Large Scale Experimentation"/>
          <p:cNvSpPr txBox="1">
            <a:spLocks noGrp="1"/>
          </p:cNvSpPr>
          <p:nvPr>
            <p:ph type="title"/>
          </p:nvPr>
        </p:nvSpPr>
        <p:spPr>
          <a:xfrm>
            <a:off x="639078" y="-383213"/>
            <a:ext cx="9956800" cy="1143000"/>
          </a:xfrm>
          <a:prstGeom prst="rect">
            <a:avLst/>
          </a:prstGeom>
        </p:spPr>
        <p:txBody>
          <a:bodyPr/>
          <a:lstStyle/>
          <a:p>
            <a:r>
              <a:rPr dirty="0"/>
              <a:t>Large Scale Experimentation</a:t>
            </a:r>
          </a:p>
        </p:txBody>
      </p:sp>
      <p:sp>
        <p:nvSpPr>
          <p:cNvPr id="362" name="Let’s assume we are running 10000 experiments this year. In each experiment, we compute a p-value, and then reject the null at the 5% significance level."/>
          <p:cNvSpPr txBox="1">
            <a:spLocks noGrp="1"/>
          </p:cNvSpPr>
          <p:nvPr>
            <p:ph type="body" idx="21"/>
          </p:nvPr>
        </p:nvSpPr>
        <p:spPr>
          <a:xfrm>
            <a:off x="919079" y="699287"/>
            <a:ext cx="10502900" cy="1938992"/>
          </a:xfrm>
          <a:prstGeom prst="rect">
            <a:avLst/>
          </a:prstGeom>
        </p:spPr>
        <p:txBody>
          <a:bodyPr anchor="t"/>
          <a:lstStyle>
            <a:lvl1pPr marL="0" indent="0">
              <a:buClrTx/>
              <a:buSzTx/>
              <a:buNone/>
              <a:defRPr sz="4000">
                <a:solidFill>
                  <a:srgbClr val="000000"/>
                </a:solidFill>
                <a:latin typeface="Avenir Medium"/>
                <a:ea typeface="Avenir Medium"/>
                <a:cs typeface="Avenir Medium"/>
                <a:sym typeface="Avenir Medium"/>
              </a:defRPr>
            </a:lvl1pPr>
          </a:lstStyle>
          <a:p>
            <a:r>
              <a:rPr sz="2400" dirty="0">
                <a:latin typeface="+mn-lt"/>
              </a:rPr>
              <a:t>Let’s assume we are running 10000 experiments this year. </a:t>
            </a:r>
            <a:r>
              <a:rPr lang="en-US" sz="2400" dirty="0">
                <a:latin typeface="+mn-lt"/>
              </a:rPr>
              <a:t>Each experiment can be a subpopulation for example, or various testing conditions. </a:t>
            </a:r>
          </a:p>
          <a:p>
            <a:endParaRPr lang="en-US" sz="2400" dirty="0">
              <a:latin typeface="+mn-lt"/>
            </a:endParaRPr>
          </a:p>
          <a:p>
            <a:r>
              <a:rPr sz="2400" dirty="0">
                <a:latin typeface="+mn-lt"/>
              </a:rPr>
              <a:t>In each experiment, we compute a p-value, and then reject the null at the 5% significance level.</a:t>
            </a:r>
            <a:r>
              <a:rPr lang="en-US" sz="2400" dirty="0">
                <a:latin typeface="+mn-lt"/>
              </a:rPr>
              <a:t> </a:t>
            </a:r>
            <a:endParaRPr sz="2400" dirty="0">
              <a:latin typeface="+mn-lt"/>
            </a:endParaRPr>
          </a:p>
        </p:txBody>
      </p:sp>
      <p:sp>
        <p:nvSpPr>
          <p:cNvPr id="3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24</a:t>
            </a:fld>
            <a:endParaRPr/>
          </a:p>
        </p:txBody>
      </p:sp>
      <p:sp>
        <p:nvSpPr>
          <p:cNvPr id="364" name="How many experiments will we declare to be significant - i.e. declared as a discovery?"/>
          <p:cNvSpPr txBox="1"/>
          <p:nvPr/>
        </p:nvSpPr>
        <p:spPr>
          <a:xfrm>
            <a:off x="668523" y="6277695"/>
            <a:ext cx="10038389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4000" b="0">
                <a:solidFill>
                  <a:srgbClr val="000000"/>
                </a:solidFill>
                <a:latin typeface="Avenir Medium"/>
                <a:ea typeface="Avenir Medium"/>
                <a:cs typeface="Avenir Medium"/>
                <a:sym typeface="Avenir Medium"/>
              </a:defRPr>
            </a:lvl1pPr>
          </a:lstStyle>
          <a:p>
            <a:r>
              <a:rPr sz="2000" dirty="0"/>
              <a:t>How many experiments will we declare to be significant - i.e. declared as a discovery? </a:t>
            </a:r>
          </a:p>
        </p:txBody>
      </p:sp>
      <p:sp>
        <p:nvSpPr>
          <p:cNvPr id="379" name=".04"/>
          <p:cNvSpPr txBox="1"/>
          <p:nvPr/>
        </p:nvSpPr>
        <p:spPr>
          <a:xfrm>
            <a:off x="3729752" y="3035276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.04</a:t>
            </a:r>
          </a:p>
        </p:txBody>
      </p:sp>
      <p:sp>
        <p:nvSpPr>
          <p:cNvPr id="380" name=".2"/>
          <p:cNvSpPr txBox="1"/>
          <p:nvPr/>
        </p:nvSpPr>
        <p:spPr>
          <a:xfrm>
            <a:off x="8390813" y="3035276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.2</a:t>
            </a:r>
          </a:p>
        </p:txBody>
      </p:sp>
      <p:sp>
        <p:nvSpPr>
          <p:cNvPr id="381" name=".12"/>
          <p:cNvSpPr txBox="1"/>
          <p:nvPr/>
        </p:nvSpPr>
        <p:spPr>
          <a:xfrm>
            <a:off x="8814199" y="3035276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.12</a:t>
            </a:r>
          </a:p>
        </p:txBody>
      </p:sp>
      <p:sp>
        <p:nvSpPr>
          <p:cNvPr id="382" name=".43"/>
          <p:cNvSpPr txBox="1"/>
          <p:nvPr/>
        </p:nvSpPr>
        <p:spPr>
          <a:xfrm>
            <a:off x="4654197" y="3035276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.43</a:t>
            </a:r>
          </a:p>
        </p:txBody>
      </p:sp>
      <p:sp>
        <p:nvSpPr>
          <p:cNvPr id="383" name=".5"/>
          <p:cNvSpPr txBox="1"/>
          <p:nvPr/>
        </p:nvSpPr>
        <p:spPr>
          <a:xfrm>
            <a:off x="7928590" y="3035276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.5</a:t>
            </a:r>
          </a:p>
        </p:txBody>
      </p:sp>
      <p:sp>
        <p:nvSpPr>
          <p:cNvPr id="384" name=".001"/>
          <p:cNvSpPr txBox="1"/>
          <p:nvPr/>
        </p:nvSpPr>
        <p:spPr>
          <a:xfrm>
            <a:off x="6464250" y="3035276"/>
            <a:ext cx="325410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.001</a:t>
            </a:r>
          </a:p>
        </p:txBody>
      </p:sp>
      <p:sp>
        <p:nvSpPr>
          <p:cNvPr id="385" name=".22"/>
          <p:cNvSpPr txBox="1"/>
          <p:nvPr/>
        </p:nvSpPr>
        <p:spPr>
          <a:xfrm>
            <a:off x="4191974" y="3035276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.22</a:t>
            </a:r>
          </a:p>
        </p:txBody>
      </p:sp>
      <p:sp>
        <p:nvSpPr>
          <p:cNvPr id="386" name=".2"/>
          <p:cNvSpPr txBox="1"/>
          <p:nvPr/>
        </p:nvSpPr>
        <p:spPr>
          <a:xfrm>
            <a:off x="6079701" y="3035276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.2</a:t>
            </a:r>
          </a:p>
        </p:txBody>
      </p:sp>
      <p:sp>
        <p:nvSpPr>
          <p:cNvPr id="387" name=".3"/>
          <p:cNvSpPr txBox="1"/>
          <p:nvPr/>
        </p:nvSpPr>
        <p:spPr>
          <a:xfrm>
            <a:off x="7466368" y="3035276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.3</a:t>
            </a:r>
          </a:p>
        </p:txBody>
      </p:sp>
      <p:sp>
        <p:nvSpPr>
          <p:cNvPr id="388" name=".6"/>
          <p:cNvSpPr txBox="1"/>
          <p:nvPr/>
        </p:nvSpPr>
        <p:spPr>
          <a:xfrm>
            <a:off x="5155256" y="3035276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.6</a:t>
            </a:r>
          </a:p>
        </p:txBody>
      </p:sp>
      <p:sp>
        <p:nvSpPr>
          <p:cNvPr id="389" name=".1"/>
          <p:cNvSpPr txBox="1"/>
          <p:nvPr/>
        </p:nvSpPr>
        <p:spPr>
          <a:xfrm>
            <a:off x="3306366" y="3035276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.1</a:t>
            </a:r>
          </a:p>
        </p:txBody>
      </p:sp>
      <p:sp>
        <p:nvSpPr>
          <p:cNvPr id="390" name=".67"/>
          <p:cNvSpPr txBox="1"/>
          <p:nvPr/>
        </p:nvSpPr>
        <p:spPr>
          <a:xfrm>
            <a:off x="6965309" y="3035276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.67</a:t>
            </a:r>
          </a:p>
        </p:txBody>
      </p:sp>
      <p:sp>
        <p:nvSpPr>
          <p:cNvPr id="391" name=".2"/>
          <p:cNvSpPr txBox="1"/>
          <p:nvPr/>
        </p:nvSpPr>
        <p:spPr>
          <a:xfrm>
            <a:off x="2844144" y="3035276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.2</a:t>
            </a:r>
          </a:p>
        </p:txBody>
      </p:sp>
      <p:sp>
        <p:nvSpPr>
          <p:cNvPr id="392" name=".9"/>
          <p:cNvSpPr txBox="1"/>
          <p:nvPr/>
        </p:nvSpPr>
        <p:spPr>
          <a:xfrm>
            <a:off x="5617478" y="3035276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.9</a:t>
            </a:r>
          </a:p>
        </p:txBody>
      </p:sp>
      <p:sp>
        <p:nvSpPr>
          <p:cNvPr id="407" name=".4"/>
          <p:cNvSpPr txBox="1"/>
          <p:nvPr/>
        </p:nvSpPr>
        <p:spPr>
          <a:xfrm>
            <a:off x="3754234" y="3884155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 dirty="0"/>
              <a:t>.4</a:t>
            </a:r>
          </a:p>
        </p:txBody>
      </p:sp>
      <p:sp>
        <p:nvSpPr>
          <p:cNvPr id="408" name=".01"/>
          <p:cNvSpPr txBox="1"/>
          <p:nvPr/>
        </p:nvSpPr>
        <p:spPr>
          <a:xfrm>
            <a:off x="8337622" y="3884155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.01</a:t>
            </a:r>
          </a:p>
        </p:txBody>
      </p:sp>
      <p:sp>
        <p:nvSpPr>
          <p:cNvPr id="409" name=".21"/>
          <p:cNvSpPr txBox="1"/>
          <p:nvPr/>
        </p:nvSpPr>
        <p:spPr>
          <a:xfrm>
            <a:off x="8799845" y="3884155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.21</a:t>
            </a:r>
          </a:p>
        </p:txBody>
      </p:sp>
      <p:sp>
        <p:nvSpPr>
          <p:cNvPr id="410" name=".43"/>
          <p:cNvSpPr txBox="1"/>
          <p:nvPr/>
        </p:nvSpPr>
        <p:spPr>
          <a:xfrm>
            <a:off x="4639843" y="3884155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.43</a:t>
            </a:r>
          </a:p>
        </p:txBody>
      </p:sp>
      <p:sp>
        <p:nvSpPr>
          <p:cNvPr id="411" name=".7"/>
          <p:cNvSpPr txBox="1"/>
          <p:nvPr/>
        </p:nvSpPr>
        <p:spPr>
          <a:xfrm>
            <a:off x="7914236" y="3884155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.7</a:t>
            </a:r>
          </a:p>
        </p:txBody>
      </p:sp>
      <p:sp>
        <p:nvSpPr>
          <p:cNvPr id="412" name=".3"/>
          <p:cNvSpPr txBox="1"/>
          <p:nvPr/>
        </p:nvSpPr>
        <p:spPr>
          <a:xfrm>
            <a:off x="6527569" y="3884155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.3</a:t>
            </a:r>
          </a:p>
        </p:txBody>
      </p:sp>
      <p:sp>
        <p:nvSpPr>
          <p:cNvPr id="413" name=".22"/>
          <p:cNvSpPr txBox="1"/>
          <p:nvPr/>
        </p:nvSpPr>
        <p:spPr>
          <a:xfrm>
            <a:off x="4177620" y="3884155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.22</a:t>
            </a:r>
          </a:p>
        </p:txBody>
      </p:sp>
      <p:sp>
        <p:nvSpPr>
          <p:cNvPr id="414" name=".2"/>
          <p:cNvSpPr txBox="1"/>
          <p:nvPr/>
        </p:nvSpPr>
        <p:spPr>
          <a:xfrm>
            <a:off x="6065347" y="3884155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.2</a:t>
            </a:r>
          </a:p>
        </p:txBody>
      </p:sp>
      <p:sp>
        <p:nvSpPr>
          <p:cNvPr id="415" name=".35"/>
          <p:cNvSpPr txBox="1"/>
          <p:nvPr/>
        </p:nvSpPr>
        <p:spPr>
          <a:xfrm>
            <a:off x="7413177" y="3884155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.35</a:t>
            </a:r>
          </a:p>
        </p:txBody>
      </p:sp>
      <p:sp>
        <p:nvSpPr>
          <p:cNvPr id="416" name=".6"/>
          <p:cNvSpPr txBox="1"/>
          <p:nvPr/>
        </p:nvSpPr>
        <p:spPr>
          <a:xfrm>
            <a:off x="5140902" y="3884155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.6</a:t>
            </a:r>
          </a:p>
        </p:txBody>
      </p:sp>
      <p:sp>
        <p:nvSpPr>
          <p:cNvPr id="417" name=".1"/>
          <p:cNvSpPr txBox="1"/>
          <p:nvPr/>
        </p:nvSpPr>
        <p:spPr>
          <a:xfrm>
            <a:off x="3292012" y="3884155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.1</a:t>
            </a:r>
          </a:p>
        </p:txBody>
      </p:sp>
      <p:sp>
        <p:nvSpPr>
          <p:cNvPr id="418" name=".72"/>
          <p:cNvSpPr txBox="1"/>
          <p:nvPr/>
        </p:nvSpPr>
        <p:spPr>
          <a:xfrm>
            <a:off x="6950955" y="3884155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.72</a:t>
            </a:r>
          </a:p>
        </p:txBody>
      </p:sp>
      <p:sp>
        <p:nvSpPr>
          <p:cNvPr id="419" name=".04"/>
          <p:cNvSpPr txBox="1"/>
          <p:nvPr/>
        </p:nvSpPr>
        <p:spPr>
          <a:xfrm>
            <a:off x="2790953" y="3884155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.04</a:t>
            </a:r>
          </a:p>
        </p:txBody>
      </p:sp>
      <p:sp>
        <p:nvSpPr>
          <p:cNvPr id="420" name=".01"/>
          <p:cNvSpPr txBox="1"/>
          <p:nvPr/>
        </p:nvSpPr>
        <p:spPr>
          <a:xfrm>
            <a:off x="5564287" y="3884155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.01</a:t>
            </a:r>
          </a:p>
        </p:txBody>
      </p:sp>
      <p:sp>
        <p:nvSpPr>
          <p:cNvPr id="435" name=".04"/>
          <p:cNvSpPr txBox="1"/>
          <p:nvPr/>
        </p:nvSpPr>
        <p:spPr>
          <a:xfrm>
            <a:off x="3715398" y="4658855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.04</a:t>
            </a:r>
          </a:p>
        </p:txBody>
      </p:sp>
      <p:sp>
        <p:nvSpPr>
          <p:cNvPr id="436" name=".28"/>
          <p:cNvSpPr txBox="1"/>
          <p:nvPr/>
        </p:nvSpPr>
        <p:spPr>
          <a:xfrm>
            <a:off x="8337622" y="4658855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.28</a:t>
            </a:r>
          </a:p>
        </p:txBody>
      </p:sp>
      <p:sp>
        <p:nvSpPr>
          <p:cNvPr id="437" name=".12"/>
          <p:cNvSpPr txBox="1"/>
          <p:nvPr/>
        </p:nvSpPr>
        <p:spPr>
          <a:xfrm>
            <a:off x="8799845" y="4658855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.12</a:t>
            </a:r>
          </a:p>
        </p:txBody>
      </p:sp>
      <p:sp>
        <p:nvSpPr>
          <p:cNvPr id="438" name=".56"/>
          <p:cNvSpPr txBox="1"/>
          <p:nvPr/>
        </p:nvSpPr>
        <p:spPr>
          <a:xfrm>
            <a:off x="4639843" y="4658855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.56</a:t>
            </a:r>
          </a:p>
        </p:txBody>
      </p:sp>
      <p:sp>
        <p:nvSpPr>
          <p:cNvPr id="439" name=".6"/>
          <p:cNvSpPr txBox="1"/>
          <p:nvPr/>
        </p:nvSpPr>
        <p:spPr>
          <a:xfrm>
            <a:off x="7914236" y="4658855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.6</a:t>
            </a:r>
          </a:p>
        </p:txBody>
      </p:sp>
      <p:sp>
        <p:nvSpPr>
          <p:cNvPr id="440" name=".81"/>
          <p:cNvSpPr txBox="1"/>
          <p:nvPr/>
        </p:nvSpPr>
        <p:spPr>
          <a:xfrm>
            <a:off x="6488732" y="4658855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.81</a:t>
            </a:r>
          </a:p>
        </p:txBody>
      </p:sp>
      <p:sp>
        <p:nvSpPr>
          <p:cNvPr id="441" name=".003"/>
          <p:cNvSpPr txBox="1"/>
          <p:nvPr/>
        </p:nvSpPr>
        <p:spPr>
          <a:xfrm>
            <a:off x="4138783" y="4658855"/>
            <a:ext cx="325410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.003</a:t>
            </a:r>
          </a:p>
        </p:txBody>
      </p:sp>
      <p:sp>
        <p:nvSpPr>
          <p:cNvPr id="442" name=".2"/>
          <p:cNvSpPr txBox="1"/>
          <p:nvPr/>
        </p:nvSpPr>
        <p:spPr>
          <a:xfrm>
            <a:off x="6065347" y="4658855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.2</a:t>
            </a:r>
          </a:p>
        </p:txBody>
      </p:sp>
      <p:sp>
        <p:nvSpPr>
          <p:cNvPr id="443" name=".3"/>
          <p:cNvSpPr txBox="1"/>
          <p:nvPr/>
        </p:nvSpPr>
        <p:spPr>
          <a:xfrm>
            <a:off x="7452014" y="4658855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.3</a:t>
            </a:r>
          </a:p>
        </p:txBody>
      </p:sp>
      <p:sp>
        <p:nvSpPr>
          <p:cNvPr id="444" name=".32"/>
          <p:cNvSpPr txBox="1"/>
          <p:nvPr/>
        </p:nvSpPr>
        <p:spPr>
          <a:xfrm>
            <a:off x="5102065" y="4658855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.32</a:t>
            </a:r>
          </a:p>
        </p:txBody>
      </p:sp>
      <p:sp>
        <p:nvSpPr>
          <p:cNvPr id="445" name=".6"/>
          <p:cNvSpPr txBox="1"/>
          <p:nvPr/>
        </p:nvSpPr>
        <p:spPr>
          <a:xfrm>
            <a:off x="3292012" y="4658855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.6</a:t>
            </a:r>
          </a:p>
        </p:txBody>
      </p:sp>
      <p:sp>
        <p:nvSpPr>
          <p:cNvPr id="446" name=".67"/>
          <p:cNvSpPr txBox="1"/>
          <p:nvPr/>
        </p:nvSpPr>
        <p:spPr>
          <a:xfrm>
            <a:off x="6950955" y="4658855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.67</a:t>
            </a:r>
          </a:p>
        </p:txBody>
      </p:sp>
      <p:sp>
        <p:nvSpPr>
          <p:cNvPr id="447" name=".91"/>
          <p:cNvSpPr txBox="1"/>
          <p:nvPr/>
        </p:nvSpPr>
        <p:spPr>
          <a:xfrm>
            <a:off x="2790953" y="4658855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.91</a:t>
            </a:r>
          </a:p>
        </p:txBody>
      </p:sp>
      <p:sp>
        <p:nvSpPr>
          <p:cNvPr id="448" name=".45"/>
          <p:cNvSpPr txBox="1"/>
          <p:nvPr/>
        </p:nvSpPr>
        <p:spPr>
          <a:xfrm>
            <a:off x="5564287" y="4658855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.45</a:t>
            </a:r>
          </a:p>
        </p:txBody>
      </p:sp>
      <p:sp>
        <p:nvSpPr>
          <p:cNvPr id="463" name=".78"/>
          <p:cNvSpPr txBox="1"/>
          <p:nvPr/>
        </p:nvSpPr>
        <p:spPr>
          <a:xfrm>
            <a:off x="3736422" y="5436999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.78</a:t>
            </a:r>
          </a:p>
        </p:txBody>
      </p:sp>
      <p:sp>
        <p:nvSpPr>
          <p:cNvPr id="464" name=".40"/>
          <p:cNvSpPr txBox="1"/>
          <p:nvPr/>
        </p:nvSpPr>
        <p:spPr>
          <a:xfrm>
            <a:off x="8358647" y="5436999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.40</a:t>
            </a:r>
          </a:p>
        </p:txBody>
      </p:sp>
      <p:sp>
        <p:nvSpPr>
          <p:cNvPr id="465" name=".12"/>
          <p:cNvSpPr txBox="1"/>
          <p:nvPr/>
        </p:nvSpPr>
        <p:spPr>
          <a:xfrm>
            <a:off x="8820869" y="5436999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.12</a:t>
            </a:r>
          </a:p>
        </p:txBody>
      </p:sp>
      <p:sp>
        <p:nvSpPr>
          <p:cNvPr id="466" name=".79"/>
          <p:cNvSpPr txBox="1"/>
          <p:nvPr/>
        </p:nvSpPr>
        <p:spPr>
          <a:xfrm>
            <a:off x="4660867" y="5436999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.79</a:t>
            </a:r>
          </a:p>
        </p:txBody>
      </p:sp>
      <p:sp>
        <p:nvSpPr>
          <p:cNvPr id="467" name=".05"/>
          <p:cNvSpPr txBox="1"/>
          <p:nvPr/>
        </p:nvSpPr>
        <p:spPr>
          <a:xfrm>
            <a:off x="7896424" y="5436999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.05</a:t>
            </a:r>
          </a:p>
        </p:txBody>
      </p:sp>
      <p:sp>
        <p:nvSpPr>
          <p:cNvPr id="468" name=".1"/>
          <p:cNvSpPr txBox="1"/>
          <p:nvPr/>
        </p:nvSpPr>
        <p:spPr>
          <a:xfrm>
            <a:off x="6548593" y="5436999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.1</a:t>
            </a:r>
          </a:p>
        </p:txBody>
      </p:sp>
      <p:sp>
        <p:nvSpPr>
          <p:cNvPr id="469" name=".22"/>
          <p:cNvSpPr txBox="1"/>
          <p:nvPr/>
        </p:nvSpPr>
        <p:spPr>
          <a:xfrm>
            <a:off x="4198644" y="5436999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 dirty="0"/>
              <a:t>.22</a:t>
            </a:r>
          </a:p>
        </p:txBody>
      </p:sp>
      <p:sp>
        <p:nvSpPr>
          <p:cNvPr id="470" name=".3"/>
          <p:cNvSpPr txBox="1"/>
          <p:nvPr/>
        </p:nvSpPr>
        <p:spPr>
          <a:xfrm>
            <a:off x="6086371" y="5436999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.3</a:t>
            </a:r>
          </a:p>
        </p:txBody>
      </p:sp>
      <p:sp>
        <p:nvSpPr>
          <p:cNvPr id="471" name=".3"/>
          <p:cNvSpPr txBox="1"/>
          <p:nvPr/>
        </p:nvSpPr>
        <p:spPr>
          <a:xfrm>
            <a:off x="7473038" y="5436999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.3</a:t>
            </a:r>
          </a:p>
        </p:txBody>
      </p:sp>
      <p:sp>
        <p:nvSpPr>
          <p:cNvPr id="472" name=".02"/>
          <p:cNvSpPr txBox="1"/>
          <p:nvPr/>
        </p:nvSpPr>
        <p:spPr>
          <a:xfrm>
            <a:off x="5123089" y="5436999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.02</a:t>
            </a:r>
          </a:p>
        </p:txBody>
      </p:sp>
      <p:sp>
        <p:nvSpPr>
          <p:cNvPr id="473" name=".34"/>
          <p:cNvSpPr txBox="1"/>
          <p:nvPr/>
        </p:nvSpPr>
        <p:spPr>
          <a:xfrm>
            <a:off x="3274200" y="5436999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.34</a:t>
            </a:r>
          </a:p>
        </p:txBody>
      </p:sp>
      <p:sp>
        <p:nvSpPr>
          <p:cNvPr id="474" name=".67"/>
          <p:cNvSpPr txBox="1"/>
          <p:nvPr/>
        </p:nvSpPr>
        <p:spPr>
          <a:xfrm>
            <a:off x="6971979" y="5436999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.67</a:t>
            </a:r>
          </a:p>
        </p:txBody>
      </p:sp>
      <p:sp>
        <p:nvSpPr>
          <p:cNvPr id="475" name=".2"/>
          <p:cNvSpPr txBox="1"/>
          <p:nvPr/>
        </p:nvSpPr>
        <p:spPr>
          <a:xfrm>
            <a:off x="2850813" y="5436999"/>
            <a:ext cx="168316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.2</a:t>
            </a:r>
          </a:p>
        </p:txBody>
      </p:sp>
      <p:sp>
        <p:nvSpPr>
          <p:cNvPr id="476" name=".92"/>
          <p:cNvSpPr txBox="1"/>
          <p:nvPr/>
        </p:nvSpPr>
        <p:spPr>
          <a:xfrm>
            <a:off x="5585312" y="5436999"/>
            <a:ext cx="246862" cy="22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sz="1100"/>
              <a:t>.92</a:t>
            </a:r>
          </a:p>
        </p:txBody>
      </p:sp>
      <p:sp>
        <p:nvSpPr>
          <p:cNvPr id="477" name="p-values"/>
          <p:cNvSpPr txBox="1"/>
          <p:nvPr/>
        </p:nvSpPr>
        <p:spPr>
          <a:xfrm>
            <a:off x="1764434" y="2976788"/>
            <a:ext cx="806311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b="0">
                <a:solidFill>
                  <a:srgbClr val="000000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dirty="0">
                <a:latin typeface="Gill Sans" panose="020B0502020104020203" pitchFamily="34" charset="-79"/>
                <a:cs typeface="Gill Sans" panose="020B0502020104020203" pitchFamily="34" charset="-79"/>
              </a:rPr>
              <a:t>p-values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3240C8D-908F-EE99-B700-1E8601DC1080}"/>
              </a:ext>
            </a:extLst>
          </p:cNvPr>
          <p:cNvGrpSpPr/>
          <p:nvPr/>
        </p:nvGrpSpPr>
        <p:grpSpPr>
          <a:xfrm>
            <a:off x="2790953" y="3320332"/>
            <a:ext cx="6336287" cy="2788763"/>
            <a:chOff x="5545452" y="6657680"/>
            <a:chExt cx="12672574" cy="5577525"/>
          </a:xfrm>
          <a:effectLst>
            <a:glow rad="48693">
              <a:schemeClr val="accent2">
                <a:satMod val="175000"/>
              </a:schemeClr>
            </a:glow>
          </a:effectLst>
        </p:grpSpPr>
        <p:sp>
          <p:nvSpPr>
            <p:cNvPr id="2" name="Thumbs Up">
              <a:extLst>
                <a:ext uri="{FF2B5EF4-FFF2-40B4-BE49-F238E27FC236}">
                  <a16:creationId xmlns:a16="http://schemas.microsoft.com/office/drawing/2014/main" id="{B810D942-B0ED-2E2E-58F0-5159AC7D5C1E}"/>
                </a:ext>
              </a:extLst>
            </p:cNvPr>
            <p:cNvSpPr/>
            <p:nvPr/>
          </p:nvSpPr>
          <p:spPr>
            <a:xfrm>
              <a:off x="7394342" y="6677622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1">
                <a:lumOff val="13529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4" name="Thumbs Up">
              <a:extLst>
                <a:ext uri="{FF2B5EF4-FFF2-40B4-BE49-F238E27FC236}">
                  <a16:creationId xmlns:a16="http://schemas.microsoft.com/office/drawing/2014/main" id="{1DFFEAC9-75C7-60B4-FF03-C879463A1540}"/>
                </a:ext>
              </a:extLst>
            </p:cNvPr>
            <p:cNvSpPr/>
            <p:nvPr/>
          </p:nvSpPr>
          <p:spPr>
            <a:xfrm>
              <a:off x="12912302" y="6657680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1">
                <a:lumOff val="13529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5" name="Thumbs Up">
              <a:extLst>
                <a:ext uri="{FF2B5EF4-FFF2-40B4-BE49-F238E27FC236}">
                  <a16:creationId xmlns:a16="http://schemas.microsoft.com/office/drawing/2014/main" id="{D9CE0677-B71B-3E50-1952-9C58152262EC}"/>
                </a:ext>
              </a:extLst>
            </p:cNvPr>
            <p:cNvSpPr/>
            <p:nvPr/>
          </p:nvSpPr>
          <p:spPr>
            <a:xfrm>
              <a:off x="5581905" y="8279180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1">
                <a:lumOff val="13529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6" name="Thumbs Up">
              <a:extLst>
                <a:ext uri="{FF2B5EF4-FFF2-40B4-BE49-F238E27FC236}">
                  <a16:creationId xmlns:a16="http://schemas.microsoft.com/office/drawing/2014/main" id="{0A23B263-59F6-A74F-5565-2E7AFA27F008}"/>
                </a:ext>
              </a:extLst>
            </p:cNvPr>
            <p:cNvSpPr/>
            <p:nvPr/>
          </p:nvSpPr>
          <p:spPr>
            <a:xfrm>
              <a:off x="11092121" y="8279180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1">
                <a:lumOff val="13529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7" name="Thumbs Up">
              <a:extLst>
                <a:ext uri="{FF2B5EF4-FFF2-40B4-BE49-F238E27FC236}">
                  <a16:creationId xmlns:a16="http://schemas.microsoft.com/office/drawing/2014/main" id="{0765E213-5830-A93E-85DC-ECFACA33609B}"/>
                </a:ext>
              </a:extLst>
            </p:cNvPr>
            <p:cNvSpPr/>
            <p:nvPr/>
          </p:nvSpPr>
          <p:spPr>
            <a:xfrm>
              <a:off x="16597570" y="8200190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1">
                <a:lumOff val="13529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8" name="Thumbs Up">
              <a:extLst>
                <a:ext uri="{FF2B5EF4-FFF2-40B4-BE49-F238E27FC236}">
                  <a16:creationId xmlns:a16="http://schemas.microsoft.com/office/drawing/2014/main" id="{5A41228D-2813-9256-5E64-4ADDFEF36AE0}"/>
                </a:ext>
              </a:extLst>
            </p:cNvPr>
            <p:cNvSpPr/>
            <p:nvPr/>
          </p:nvSpPr>
          <p:spPr>
            <a:xfrm>
              <a:off x="8277566" y="9756480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1">
                <a:lumOff val="13529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9" name="Thumbs Up">
              <a:extLst>
                <a:ext uri="{FF2B5EF4-FFF2-40B4-BE49-F238E27FC236}">
                  <a16:creationId xmlns:a16="http://schemas.microsoft.com/office/drawing/2014/main" id="{A3255FB3-1001-EE69-C343-DA47CCCB4173}"/>
                </a:ext>
              </a:extLst>
            </p:cNvPr>
            <p:cNvSpPr/>
            <p:nvPr/>
          </p:nvSpPr>
          <p:spPr>
            <a:xfrm>
              <a:off x="7406711" y="9756483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1">
                <a:lumOff val="13529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0" name="Thumbs Up">
              <a:extLst>
                <a:ext uri="{FF2B5EF4-FFF2-40B4-BE49-F238E27FC236}">
                  <a16:creationId xmlns:a16="http://schemas.microsoft.com/office/drawing/2014/main" id="{1AAD1988-522E-7091-E726-D2B9E55D507F}"/>
                </a:ext>
              </a:extLst>
            </p:cNvPr>
            <p:cNvSpPr/>
            <p:nvPr/>
          </p:nvSpPr>
          <p:spPr>
            <a:xfrm>
              <a:off x="10262729" y="11312769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1">
                <a:lumOff val="13529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1" name="Thumbs Up">
              <a:extLst>
                <a:ext uri="{FF2B5EF4-FFF2-40B4-BE49-F238E27FC236}">
                  <a16:creationId xmlns:a16="http://schemas.microsoft.com/office/drawing/2014/main" id="{56847247-977C-BD96-FAB5-977FC8579F3B}"/>
                </a:ext>
              </a:extLst>
            </p:cNvPr>
            <p:cNvSpPr/>
            <p:nvPr/>
          </p:nvSpPr>
          <p:spPr>
            <a:xfrm>
              <a:off x="15714345" y="11430000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1">
                <a:lumOff val="13529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2" name="Thumbs Up">
              <a:extLst>
                <a:ext uri="{FF2B5EF4-FFF2-40B4-BE49-F238E27FC236}">
                  <a16:creationId xmlns:a16="http://schemas.microsoft.com/office/drawing/2014/main" id="{E972A3B5-EDD0-1EFC-A2F3-7642A38366E8}"/>
                </a:ext>
              </a:extLst>
            </p:cNvPr>
            <p:cNvSpPr/>
            <p:nvPr/>
          </p:nvSpPr>
          <p:spPr>
            <a:xfrm rot="10800000" flipH="1">
              <a:off x="5545452" y="6729780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3" name="Thumbs Up">
              <a:extLst>
                <a:ext uri="{FF2B5EF4-FFF2-40B4-BE49-F238E27FC236}">
                  <a16:creationId xmlns:a16="http://schemas.microsoft.com/office/drawing/2014/main" id="{5BC22E43-3DE0-1AFD-E9ED-9E01A40B281F}"/>
                </a:ext>
              </a:extLst>
            </p:cNvPr>
            <p:cNvSpPr/>
            <p:nvPr/>
          </p:nvSpPr>
          <p:spPr>
            <a:xfrm rot="10800000" flipH="1">
              <a:off x="6459849" y="6729783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4" name="Thumbs Up">
              <a:extLst>
                <a:ext uri="{FF2B5EF4-FFF2-40B4-BE49-F238E27FC236}">
                  <a16:creationId xmlns:a16="http://schemas.microsoft.com/office/drawing/2014/main" id="{E5414E35-5C14-4C78-7103-663C72C87086}"/>
                </a:ext>
              </a:extLst>
            </p:cNvPr>
            <p:cNvSpPr/>
            <p:nvPr/>
          </p:nvSpPr>
          <p:spPr>
            <a:xfrm rot="10800000" flipH="1">
              <a:off x="8288645" y="6751557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5" name="Thumbs Up">
              <a:extLst>
                <a:ext uri="{FF2B5EF4-FFF2-40B4-BE49-F238E27FC236}">
                  <a16:creationId xmlns:a16="http://schemas.microsoft.com/office/drawing/2014/main" id="{F1467DAF-4D20-F96F-251B-F1794E63221F}"/>
                </a:ext>
              </a:extLst>
            </p:cNvPr>
            <p:cNvSpPr/>
            <p:nvPr/>
          </p:nvSpPr>
          <p:spPr>
            <a:xfrm rot="10800000" flipH="1">
              <a:off x="9224813" y="6795102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6" name="Thumbs Up">
              <a:extLst>
                <a:ext uri="{FF2B5EF4-FFF2-40B4-BE49-F238E27FC236}">
                  <a16:creationId xmlns:a16="http://schemas.microsoft.com/office/drawing/2014/main" id="{B6468F42-5FEB-891D-8468-A80AFE89D5CF}"/>
                </a:ext>
              </a:extLst>
            </p:cNvPr>
            <p:cNvSpPr/>
            <p:nvPr/>
          </p:nvSpPr>
          <p:spPr>
            <a:xfrm rot="10800000" flipH="1">
              <a:off x="10160983" y="6773333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7" name="Thumbs Up">
              <a:extLst>
                <a:ext uri="{FF2B5EF4-FFF2-40B4-BE49-F238E27FC236}">
                  <a16:creationId xmlns:a16="http://schemas.microsoft.com/office/drawing/2014/main" id="{490893AD-7E75-8981-09FD-FE551182C79D}"/>
                </a:ext>
              </a:extLst>
            </p:cNvPr>
            <p:cNvSpPr/>
            <p:nvPr/>
          </p:nvSpPr>
          <p:spPr>
            <a:xfrm rot="10800000" flipH="1">
              <a:off x="11118928" y="6773336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8" name="Thumbs Up">
              <a:extLst>
                <a:ext uri="{FF2B5EF4-FFF2-40B4-BE49-F238E27FC236}">
                  <a16:creationId xmlns:a16="http://schemas.microsoft.com/office/drawing/2014/main" id="{43020734-69F6-E389-13B0-5303AAD695C6}"/>
                </a:ext>
              </a:extLst>
            </p:cNvPr>
            <p:cNvSpPr/>
            <p:nvPr/>
          </p:nvSpPr>
          <p:spPr>
            <a:xfrm rot="10800000" flipH="1">
              <a:off x="11989783" y="6708026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9" name="Thumbs Up">
              <a:extLst>
                <a:ext uri="{FF2B5EF4-FFF2-40B4-BE49-F238E27FC236}">
                  <a16:creationId xmlns:a16="http://schemas.microsoft.com/office/drawing/2014/main" id="{7FA22FBC-68B5-2E4A-C10F-CEA181600BB3}"/>
                </a:ext>
              </a:extLst>
            </p:cNvPr>
            <p:cNvSpPr/>
            <p:nvPr/>
          </p:nvSpPr>
          <p:spPr>
            <a:xfrm rot="10800000" flipH="1">
              <a:off x="13883894" y="6751560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20" name="Thumbs Up">
              <a:extLst>
                <a:ext uri="{FF2B5EF4-FFF2-40B4-BE49-F238E27FC236}">
                  <a16:creationId xmlns:a16="http://schemas.microsoft.com/office/drawing/2014/main" id="{24EC51BF-A1C9-8B9F-069A-B49FEE3B89FD}"/>
                </a:ext>
              </a:extLst>
            </p:cNvPr>
            <p:cNvSpPr/>
            <p:nvPr/>
          </p:nvSpPr>
          <p:spPr>
            <a:xfrm rot="10800000" flipH="1">
              <a:off x="14820062" y="6795105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 dirty="0"/>
            </a:p>
          </p:txBody>
        </p:sp>
        <p:sp>
          <p:nvSpPr>
            <p:cNvPr id="21" name="Thumbs Up">
              <a:extLst>
                <a:ext uri="{FF2B5EF4-FFF2-40B4-BE49-F238E27FC236}">
                  <a16:creationId xmlns:a16="http://schemas.microsoft.com/office/drawing/2014/main" id="{7D34E1EB-051C-AE7B-B7FE-81170A889BB3}"/>
                </a:ext>
              </a:extLst>
            </p:cNvPr>
            <p:cNvSpPr/>
            <p:nvPr/>
          </p:nvSpPr>
          <p:spPr>
            <a:xfrm rot="10800000" flipH="1">
              <a:off x="15756232" y="6773336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22" name="Thumbs Up">
              <a:extLst>
                <a:ext uri="{FF2B5EF4-FFF2-40B4-BE49-F238E27FC236}">
                  <a16:creationId xmlns:a16="http://schemas.microsoft.com/office/drawing/2014/main" id="{BB509335-880D-0AC7-35C9-E4977C5439C3}"/>
                </a:ext>
              </a:extLst>
            </p:cNvPr>
            <p:cNvSpPr/>
            <p:nvPr/>
          </p:nvSpPr>
          <p:spPr>
            <a:xfrm rot="10800000" flipH="1">
              <a:off x="16714177" y="6773339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23" name="Thumbs Up">
              <a:extLst>
                <a:ext uri="{FF2B5EF4-FFF2-40B4-BE49-F238E27FC236}">
                  <a16:creationId xmlns:a16="http://schemas.microsoft.com/office/drawing/2014/main" id="{93C9F123-1B17-90A3-0A77-D90AC849A0C4}"/>
                </a:ext>
              </a:extLst>
            </p:cNvPr>
            <p:cNvSpPr/>
            <p:nvPr/>
          </p:nvSpPr>
          <p:spPr>
            <a:xfrm rot="10800000" flipH="1">
              <a:off x="17585032" y="6708029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24" name="Thumbs Up">
              <a:extLst>
                <a:ext uri="{FF2B5EF4-FFF2-40B4-BE49-F238E27FC236}">
                  <a16:creationId xmlns:a16="http://schemas.microsoft.com/office/drawing/2014/main" id="{62B2B0CD-362B-D5A3-EC63-C3CF307B149F}"/>
                </a:ext>
              </a:extLst>
            </p:cNvPr>
            <p:cNvSpPr/>
            <p:nvPr/>
          </p:nvSpPr>
          <p:spPr>
            <a:xfrm rot="10800000" flipH="1">
              <a:off x="12033323" y="8340867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25" name="Thumbs Up">
              <a:extLst>
                <a:ext uri="{FF2B5EF4-FFF2-40B4-BE49-F238E27FC236}">
                  <a16:creationId xmlns:a16="http://schemas.microsoft.com/office/drawing/2014/main" id="{1CCB4945-EC38-B524-B86D-42C793065F59}"/>
                </a:ext>
              </a:extLst>
            </p:cNvPr>
            <p:cNvSpPr/>
            <p:nvPr/>
          </p:nvSpPr>
          <p:spPr>
            <a:xfrm rot="10800000" flipH="1">
              <a:off x="12969491" y="8384412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26" name="Thumbs Up">
              <a:extLst>
                <a:ext uri="{FF2B5EF4-FFF2-40B4-BE49-F238E27FC236}">
                  <a16:creationId xmlns:a16="http://schemas.microsoft.com/office/drawing/2014/main" id="{0104428E-F419-149E-5EE1-04EF729AF25B}"/>
                </a:ext>
              </a:extLst>
            </p:cNvPr>
            <p:cNvSpPr/>
            <p:nvPr/>
          </p:nvSpPr>
          <p:spPr>
            <a:xfrm rot="10800000" flipH="1">
              <a:off x="13905661" y="8362643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27" name="Thumbs Up">
              <a:extLst>
                <a:ext uri="{FF2B5EF4-FFF2-40B4-BE49-F238E27FC236}">
                  <a16:creationId xmlns:a16="http://schemas.microsoft.com/office/drawing/2014/main" id="{79058CAA-A94F-6A15-2EAC-CC269E24066B}"/>
                </a:ext>
              </a:extLst>
            </p:cNvPr>
            <p:cNvSpPr/>
            <p:nvPr/>
          </p:nvSpPr>
          <p:spPr>
            <a:xfrm rot="10800000" flipH="1">
              <a:off x="14863606" y="8362646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28" name="Thumbs Up">
              <a:extLst>
                <a:ext uri="{FF2B5EF4-FFF2-40B4-BE49-F238E27FC236}">
                  <a16:creationId xmlns:a16="http://schemas.microsoft.com/office/drawing/2014/main" id="{DD65F64D-9655-8D8D-A21C-1CDCDAB141D9}"/>
                </a:ext>
              </a:extLst>
            </p:cNvPr>
            <p:cNvSpPr/>
            <p:nvPr/>
          </p:nvSpPr>
          <p:spPr>
            <a:xfrm rot="10800000" flipH="1">
              <a:off x="15734461" y="8297336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29" name="Thumbs Up">
              <a:extLst>
                <a:ext uri="{FF2B5EF4-FFF2-40B4-BE49-F238E27FC236}">
                  <a16:creationId xmlns:a16="http://schemas.microsoft.com/office/drawing/2014/main" id="{A6991BEE-BA12-A8D0-E1EF-8ACDFC16D090}"/>
                </a:ext>
              </a:extLst>
            </p:cNvPr>
            <p:cNvSpPr/>
            <p:nvPr/>
          </p:nvSpPr>
          <p:spPr>
            <a:xfrm rot="10800000" flipH="1">
              <a:off x="12033326" y="9864864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30" name="Thumbs Up">
              <a:extLst>
                <a:ext uri="{FF2B5EF4-FFF2-40B4-BE49-F238E27FC236}">
                  <a16:creationId xmlns:a16="http://schemas.microsoft.com/office/drawing/2014/main" id="{A8451E96-AE39-8F16-325F-EA4DD6DE7228}"/>
                </a:ext>
              </a:extLst>
            </p:cNvPr>
            <p:cNvSpPr/>
            <p:nvPr/>
          </p:nvSpPr>
          <p:spPr>
            <a:xfrm rot="10800000" flipH="1">
              <a:off x="12969494" y="9908409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31" name="Thumbs Up">
              <a:extLst>
                <a:ext uri="{FF2B5EF4-FFF2-40B4-BE49-F238E27FC236}">
                  <a16:creationId xmlns:a16="http://schemas.microsoft.com/office/drawing/2014/main" id="{1D858E5C-D3C8-B275-D214-27C0DA5B7BCF}"/>
                </a:ext>
              </a:extLst>
            </p:cNvPr>
            <p:cNvSpPr/>
            <p:nvPr/>
          </p:nvSpPr>
          <p:spPr>
            <a:xfrm rot="10800000" flipH="1">
              <a:off x="13905664" y="9886640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32" name="Thumbs Up">
              <a:extLst>
                <a:ext uri="{FF2B5EF4-FFF2-40B4-BE49-F238E27FC236}">
                  <a16:creationId xmlns:a16="http://schemas.microsoft.com/office/drawing/2014/main" id="{74508412-A812-5BB1-8671-D45DBC184AE1}"/>
                </a:ext>
              </a:extLst>
            </p:cNvPr>
            <p:cNvSpPr/>
            <p:nvPr/>
          </p:nvSpPr>
          <p:spPr>
            <a:xfrm rot="10800000" flipH="1">
              <a:off x="14863609" y="9886643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33" name="Thumbs Up">
              <a:extLst>
                <a:ext uri="{FF2B5EF4-FFF2-40B4-BE49-F238E27FC236}">
                  <a16:creationId xmlns:a16="http://schemas.microsoft.com/office/drawing/2014/main" id="{91C72198-ED8B-2CC5-DE05-F17EEB5665B8}"/>
                </a:ext>
              </a:extLst>
            </p:cNvPr>
            <p:cNvSpPr/>
            <p:nvPr/>
          </p:nvSpPr>
          <p:spPr>
            <a:xfrm rot="10800000" flipH="1">
              <a:off x="15734464" y="9821333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34" name="Thumbs Up">
              <a:extLst>
                <a:ext uri="{FF2B5EF4-FFF2-40B4-BE49-F238E27FC236}">
                  <a16:creationId xmlns:a16="http://schemas.microsoft.com/office/drawing/2014/main" id="{F7B0BCC9-11A5-4E55-3DBC-7620DFCB89FF}"/>
                </a:ext>
              </a:extLst>
            </p:cNvPr>
            <p:cNvSpPr/>
            <p:nvPr/>
          </p:nvSpPr>
          <p:spPr>
            <a:xfrm rot="10800000" flipH="1">
              <a:off x="11140708" y="11454180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35" name="Thumbs Up">
              <a:extLst>
                <a:ext uri="{FF2B5EF4-FFF2-40B4-BE49-F238E27FC236}">
                  <a16:creationId xmlns:a16="http://schemas.microsoft.com/office/drawing/2014/main" id="{0C298332-37F7-EEF6-963D-CDF5E8B474E0}"/>
                </a:ext>
              </a:extLst>
            </p:cNvPr>
            <p:cNvSpPr/>
            <p:nvPr/>
          </p:nvSpPr>
          <p:spPr>
            <a:xfrm rot="10800000" flipH="1">
              <a:off x="12076876" y="11497725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36" name="Thumbs Up">
              <a:extLst>
                <a:ext uri="{FF2B5EF4-FFF2-40B4-BE49-F238E27FC236}">
                  <a16:creationId xmlns:a16="http://schemas.microsoft.com/office/drawing/2014/main" id="{CAE757AB-6789-CA6E-577E-E92F5B297E23}"/>
                </a:ext>
              </a:extLst>
            </p:cNvPr>
            <p:cNvSpPr/>
            <p:nvPr/>
          </p:nvSpPr>
          <p:spPr>
            <a:xfrm rot="10800000" flipH="1">
              <a:off x="13013046" y="11475956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37" name="Thumbs Up">
              <a:extLst>
                <a:ext uri="{FF2B5EF4-FFF2-40B4-BE49-F238E27FC236}">
                  <a16:creationId xmlns:a16="http://schemas.microsoft.com/office/drawing/2014/main" id="{0EAADF00-3227-A722-BED5-1B061FFFF37E}"/>
                </a:ext>
              </a:extLst>
            </p:cNvPr>
            <p:cNvSpPr/>
            <p:nvPr/>
          </p:nvSpPr>
          <p:spPr>
            <a:xfrm rot="10800000" flipH="1">
              <a:off x="13970991" y="11475959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38" name="Thumbs Up">
              <a:extLst>
                <a:ext uri="{FF2B5EF4-FFF2-40B4-BE49-F238E27FC236}">
                  <a16:creationId xmlns:a16="http://schemas.microsoft.com/office/drawing/2014/main" id="{A76488D1-BB92-AA43-7CDF-8F696797BDD3}"/>
                </a:ext>
              </a:extLst>
            </p:cNvPr>
            <p:cNvSpPr/>
            <p:nvPr/>
          </p:nvSpPr>
          <p:spPr>
            <a:xfrm rot="10800000" flipH="1">
              <a:off x="14841846" y="11410649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39" name="Thumbs Up">
              <a:extLst>
                <a:ext uri="{FF2B5EF4-FFF2-40B4-BE49-F238E27FC236}">
                  <a16:creationId xmlns:a16="http://schemas.microsoft.com/office/drawing/2014/main" id="{56F7AF99-0549-435B-227B-B3898F0F61AB}"/>
                </a:ext>
              </a:extLst>
            </p:cNvPr>
            <p:cNvSpPr/>
            <p:nvPr/>
          </p:nvSpPr>
          <p:spPr>
            <a:xfrm rot="10800000" flipH="1">
              <a:off x="5567234" y="11497725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40" name="Thumbs Up">
              <a:extLst>
                <a:ext uri="{FF2B5EF4-FFF2-40B4-BE49-F238E27FC236}">
                  <a16:creationId xmlns:a16="http://schemas.microsoft.com/office/drawing/2014/main" id="{AD96FA0E-5FBD-315F-146A-B127E082B69F}"/>
                </a:ext>
              </a:extLst>
            </p:cNvPr>
            <p:cNvSpPr/>
            <p:nvPr/>
          </p:nvSpPr>
          <p:spPr>
            <a:xfrm rot="10800000" flipH="1">
              <a:off x="6503402" y="11541270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41" name="Thumbs Up">
              <a:extLst>
                <a:ext uri="{FF2B5EF4-FFF2-40B4-BE49-F238E27FC236}">
                  <a16:creationId xmlns:a16="http://schemas.microsoft.com/office/drawing/2014/main" id="{30DD3DDF-7D34-CE88-472D-65A41B85FAB0}"/>
                </a:ext>
              </a:extLst>
            </p:cNvPr>
            <p:cNvSpPr/>
            <p:nvPr/>
          </p:nvSpPr>
          <p:spPr>
            <a:xfrm rot="10800000" flipH="1">
              <a:off x="7439572" y="11519501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42" name="Thumbs Up">
              <a:extLst>
                <a:ext uri="{FF2B5EF4-FFF2-40B4-BE49-F238E27FC236}">
                  <a16:creationId xmlns:a16="http://schemas.microsoft.com/office/drawing/2014/main" id="{30CD4038-FFE1-5C5A-6941-8254E0CD3F6A}"/>
                </a:ext>
              </a:extLst>
            </p:cNvPr>
            <p:cNvSpPr/>
            <p:nvPr/>
          </p:nvSpPr>
          <p:spPr>
            <a:xfrm rot="10800000" flipH="1">
              <a:off x="8397517" y="11519504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43" name="Thumbs Up">
              <a:extLst>
                <a:ext uri="{FF2B5EF4-FFF2-40B4-BE49-F238E27FC236}">
                  <a16:creationId xmlns:a16="http://schemas.microsoft.com/office/drawing/2014/main" id="{435C481C-41E4-A069-ACA2-C502E768D2AE}"/>
                </a:ext>
              </a:extLst>
            </p:cNvPr>
            <p:cNvSpPr/>
            <p:nvPr/>
          </p:nvSpPr>
          <p:spPr>
            <a:xfrm rot="10800000" flipH="1">
              <a:off x="9268372" y="11454194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44" name="Thumbs Up">
              <a:extLst>
                <a:ext uri="{FF2B5EF4-FFF2-40B4-BE49-F238E27FC236}">
                  <a16:creationId xmlns:a16="http://schemas.microsoft.com/office/drawing/2014/main" id="{2F806A53-9763-0D88-C1DC-1EE3D32DCD44}"/>
                </a:ext>
              </a:extLst>
            </p:cNvPr>
            <p:cNvSpPr/>
            <p:nvPr/>
          </p:nvSpPr>
          <p:spPr>
            <a:xfrm rot="10800000" flipH="1">
              <a:off x="6503404" y="8362643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45" name="Thumbs Up">
              <a:extLst>
                <a:ext uri="{FF2B5EF4-FFF2-40B4-BE49-F238E27FC236}">
                  <a16:creationId xmlns:a16="http://schemas.microsoft.com/office/drawing/2014/main" id="{793B1612-BE53-3F87-361C-BA62E0F7B3D5}"/>
                </a:ext>
              </a:extLst>
            </p:cNvPr>
            <p:cNvSpPr/>
            <p:nvPr/>
          </p:nvSpPr>
          <p:spPr>
            <a:xfrm rot="10800000" flipH="1">
              <a:off x="7439572" y="8406188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46" name="Thumbs Up">
              <a:extLst>
                <a:ext uri="{FF2B5EF4-FFF2-40B4-BE49-F238E27FC236}">
                  <a16:creationId xmlns:a16="http://schemas.microsoft.com/office/drawing/2014/main" id="{50A30910-9002-1500-9515-292F9F08DFE6}"/>
                </a:ext>
              </a:extLst>
            </p:cNvPr>
            <p:cNvSpPr/>
            <p:nvPr/>
          </p:nvSpPr>
          <p:spPr>
            <a:xfrm rot="10800000" flipH="1">
              <a:off x="8375742" y="8384419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47" name="Thumbs Up">
              <a:extLst>
                <a:ext uri="{FF2B5EF4-FFF2-40B4-BE49-F238E27FC236}">
                  <a16:creationId xmlns:a16="http://schemas.microsoft.com/office/drawing/2014/main" id="{FAA08C25-001A-36ED-E4C8-63105E8CC892}"/>
                </a:ext>
              </a:extLst>
            </p:cNvPr>
            <p:cNvSpPr/>
            <p:nvPr/>
          </p:nvSpPr>
          <p:spPr>
            <a:xfrm rot="10800000" flipH="1">
              <a:off x="9333687" y="8384422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48" name="Thumbs Up">
              <a:extLst>
                <a:ext uri="{FF2B5EF4-FFF2-40B4-BE49-F238E27FC236}">
                  <a16:creationId xmlns:a16="http://schemas.microsoft.com/office/drawing/2014/main" id="{126C68F8-0A7A-1F74-E19F-7067EEFCA161}"/>
                </a:ext>
              </a:extLst>
            </p:cNvPr>
            <p:cNvSpPr/>
            <p:nvPr/>
          </p:nvSpPr>
          <p:spPr>
            <a:xfrm rot="10800000" flipH="1">
              <a:off x="10204542" y="8319112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49" name="Thumbs Up">
              <a:extLst>
                <a:ext uri="{FF2B5EF4-FFF2-40B4-BE49-F238E27FC236}">
                  <a16:creationId xmlns:a16="http://schemas.microsoft.com/office/drawing/2014/main" id="{FD32CB8D-6764-C4CA-4596-7F9FBDF6B939}"/>
                </a:ext>
              </a:extLst>
            </p:cNvPr>
            <p:cNvSpPr/>
            <p:nvPr/>
          </p:nvSpPr>
          <p:spPr>
            <a:xfrm rot="10800000" flipH="1">
              <a:off x="5567226" y="9799548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50" name="Thumbs Up">
              <a:extLst>
                <a:ext uri="{FF2B5EF4-FFF2-40B4-BE49-F238E27FC236}">
                  <a16:creationId xmlns:a16="http://schemas.microsoft.com/office/drawing/2014/main" id="{BE292EEC-775D-BA5F-F120-DE5199186D61}"/>
                </a:ext>
              </a:extLst>
            </p:cNvPr>
            <p:cNvSpPr/>
            <p:nvPr/>
          </p:nvSpPr>
          <p:spPr>
            <a:xfrm rot="10800000" flipH="1">
              <a:off x="6481623" y="9799551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51" name="Thumbs Up">
              <a:extLst>
                <a:ext uri="{FF2B5EF4-FFF2-40B4-BE49-F238E27FC236}">
                  <a16:creationId xmlns:a16="http://schemas.microsoft.com/office/drawing/2014/main" id="{3D1252BF-3C19-4069-BC53-0A8DEAF8302C}"/>
                </a:ext>
              </a:extLst>
            </p:cNvPr>
            <p:cNvSpPr/>
            <p:nvPr/>
          </p:nvSpPr>
          <p:spPr>
            <a:xfrm rot="10800000" flipH="1">
              <a:off x="9203051" y="9864864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52" name="Thumbs Up">
              <a:extLst>
                <a:ext uri="{FF2B5EF4-FFF2-40B4-BE49-F238E27FC236}">
                  <a16:creationId xmlns:a16="http://schemas.microsoft.com/office/drawing/2014/main" id="{609F97D8-A327-D308-B1C0-2D8B7F613CBB}"/>
                </a:ext>
              </a:extLst>
            </p:cNvPr>
            <p:cNvSpPr/>
            <p:nvPr/>
          </p:nvSpPr>
          <p:spPr>
            <a:xfrm rot="10800000" flipH="1">
              <a:off x="10117448" y="9864867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53" name="Thumbs Up">
              <a:extLst>
                <a:ext uri="{FF2B5EF4-FFF2-40B4-BE49-F238E27FC236}">
                  <a16:creationId xmlns:a16="http://schemas.microsoft.com/office/drawing/2014/main" id="{6789ADEA-5631-4296-DC4B-08158B9A2938}"/>
                </a:ext>
              </a:extLst>
            </p:cNvPr>
            <p:cNvSpPr/>
            <p:nvPr/>
          </p:nvSpPr>
          <p:spPr>
            <a:xfrm rot="10800000" flipH="1">
              <a:off x="16670640" y="9886638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54" name="Thumbs Up">
              <a:extLst>
                <a:ext uri="{FF2B5EF4-FFF2-40B4-BE49-F238E27FC236}">
                  <a16:creationId xmlns:a16="http://schemas.microsoft.com/office/drawing/2014/main" id="{0E7C6401-807B-A561-FB9F-95904E796D03}"/>
                </a:ext>
              </a:extLst>
            </p:cNvPr>
            <p:cNvSpPr/>
            <p:nvPr/>
          </p:nvSpPr>
          <p:spPr>
            <a:xfrm rot="10800000" flipH="1">
              <a:off x="17585037" y="9886641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55" name="Thumbs Up">
              <a:extLst>
                <a:ext uri="{FF2B5EF4-FFF2-40B4-BE49-F238E27FC236}">
                  <a16:creationId xmlns:a16="http://schemas.microsoft.com/office/drawing/2014/main" id="{864E9D02-2FE1-F026-189E-98D85BEBE4C3}"/>
                </a:ext>
              </a:extLst>
            </p:cNvPr>
            <p:cNvSpPr/>
            <p:nvPr/>
          </p:nvSpPr>
          <p:spPr>
            <a:xfrm rot="10800000" flipH="1">
              <a:off x="16648872" y="11432409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56" name="Thumbs Up">
              <a:extLst>
                <a:ext uri="{FF2B5EF4-FFF2-40B4-BE49-F238E27FC236}">
                  <a16:creationId xmlns:a16="http://schemas.microsoft.com/office/drawing/2014/main" id="{1737E105-3A3B-BD73-5D72-0E28EFD7B7F6}"/>
                </a:ext>
              </a:extLst>
            </p:cNvPr>
            <p:cNvSpPr/>
            <p:nvPr/>
          </p:nvSpPr>
          <p:spPr>
            <a:xfrm rot="10800000" flipH="1">
              <a:off x="17563269" y="11432412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57" name="Thumbs Up">
              <a:extLst>
                <a:ext uri="{FF2B5EF4-FFF2-40B4-BE49-F238E27FC236}">
                  <a16:creationId xmlns:a16="http://schemas.microsoft.com/office/drawing/2014/main" id="{AAE83646-100A-185F-5BF7-5166787C89FA}"/>
                </a:ext>
              </a:extLst>
            </p:cNvPr>
            <p:cNvSpPr/>
            <p:nvPr/>
          </p:nvSpPr>
          <p:spPr>
            <a:xfrm rot="10800000" flipH="1">
              <a:off x="17519721" y="8340887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58" name="Thumbs Up">
              <a:extLst>
                <a:ext uri="{FF2B5EF4-FFF2-40B4-BE49-F238E27FC236}">
                  <a16:creationId xmlns:a16="http://schemas.microsoft.com/office/drawing/2014/main" id="{2BF5314B-C343-6247-BF4A-F56516BC797C}"/>
                </a:ext>
              </a:extLst>
            </p:cNvPr>
            <p:cNvSpPr/>
            <p:nvPr/>
          </p:nvSpPr>
          <p:spPr>
            <a:xfrm rot="10800000" flipH="1">
              <a:off x="11031845" y="9864870"/>
              <a:ext cx="632989" cy="69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99" extrusionOk="0">
                  <a:moveTo>
                    <a:pt x="8533" y="0"/>
                  </a:moveTo>
                  <a:cubicBezTo>
                    <a:pt x="8363" y="1"/>
                    <a:pt x="8192" y="58"/>
                    <a:pt x="8054" y="179"/>
                  </a:cubicBezTo>
                  <a:cubicBezTo>
                    <a:pt x="7531" y="638"/>
                    <a:pt x="6970" y="1441"/>
                    <a:pt x="7087" y="2734"/>
                  </a:cubicBezTo>
                  <a:cubicBezTo>
                    <a:pt x="7292" y="4997"/>
                    <a:pt x="9344" y="5714"/>
                    <a:pt x="7908" y="8149"/>
                  </a:cubicBezTo>
                  <a:cubicBezTo>
                    <a:pt x="7908" y="8149"/>
                    <a:pt x="6742" y="8020"/>
                    <a:pt x="4459" y="8430"/>
                  </a:cubicBezTo>
                  <a:cubicBezTo>
                    <a:pt x="2536" y="8776"/>
                    <a:pt x="1728" y="8552"/>
                    <a:pt x="884" y="8969"/>
                  </a:cubicBezTo>
                  <a:cubicBezTo>
                    <a:pt x="-570" y="9687"/>
                    <a:pt x="-101" y="11442"/>
                    <a:pt x="1349" y="12003"/>
                  </a:cubicBezTo>
                  <a:cubicBezTo>
                    <a:pt x="110" y="12750"/>
                    <a:pt x="-255" y="14477"/>
                    <a:pt x="1873" y="15239"/>
                  </a:cubicBezTo>
                  <a:cubicBezTo>
                    <a:pt x="682" y="16392"/>
                    <a:pt x="668" y="17858"/>
                    <a:pt x="2539" y="18352"/>
                  </a:cubicBezTo>
                  <a:cubicBezTo>
                    <a:pt x="1295" y="19566"/>
                    <a:pt x="2436" y="21027"/>
                    <a:pt x="3759" y="21027"/>
                  </a:cubicBezTo>
                  <a:cubicBezTo>
                    <a:pt x="13755" y="21027"/>
                    <a:pt x="12101" y="20342"/>
                    <a:pt x="15234" y="20342"/>
                  </a:cubicBezTo>
                  <a:cubicBezTo>
                    <a:pt x="18665" y="20342"/>
                    <a:pt x="21030" y="21599"/>
                    <a:pt x="21030" y="21599"/>
                  </a:cubicBezTo>
                  <a:lnTo>
                    <a:pt x="21030" y="11829"/>
                  </a:lnTo>
                  <a:cubicBezTo>
                    <a:pt x="21030" y="11829"/>
                    <a:pt x="18103" y="11058"/>
                    <a:pt x="16154" y="10113"/>
                  </a:cubicBezTo>
                  <a:cubicBezTo>
                    <a:pt x="15350" y="9722"/>
                    <a:pt x="14504" y="9210"/>
                    <a:pt x="13676" y="6613"/>
                  </a:cubicBezTo>
                  <a:cubicBezTo>
                    <a:pt x="12912" y="4218"/>
                    <a:pt x="11140" y="3961"/>
                    <a:pt x="10515" y="2980"/>
                  </a:cubicBezTo>
                  <a:cubicBezTo>
                    <a:pt x="10128" y="2452"/>
                    <a:pt x="9578" y="1231"/>
                    <a:pt x="9220" y="425"/>
                  </a:cubicBezTo>
                  <a:cubicBezTo>
                    <a:pt x="9099" y="153"/>
                    <a:pt x="8817" y="-1"/>
                    <a:pt x="853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B54543E-52D9-3413-A05F-FA2CCAB46186}"/>
                  </a:ext>
                </a:extLst>
              </p14:cNvPr>
              <p14:cNvContentPartPr/>
              <p14:nvPr/>
            </p14:nvContentPartPr>
            <p14:xfrm>
              <a:off x="160920" y="37800"/>
              <a:ext cx="12031200" cy="6820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B54543E-52D9-3413-A05F-FA2CCAB461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1560" y="28440"/>
                <a:ext cx="12049920" cy="6838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How can we correct this?"/>
          <p:cNvSpPr txBox="1">
            <a:spLocks noGrp="1"/>
          </p:cNvSpPr>
          <p:nvPr>
            <p:ph type="title"/>
          </p:nvPr>
        </p:nvSpPr>
        <p:spPr>
          <a:xfrm>
            <a:off x="609600" y="-153988"/>
            <a:ext cx="9956800" cy="1143000"/>
          </a:xfrm>
          <a:prstGeom prst="rect">
            <a:avLst/>
          </a:prstGeom>
        </p:spPr>
        <p:txBody>
          <a:bodyPr/>
          <a:lstStyle/>
          <a:p>
            <a:r>
              <a:rPr dirty="0"/>
              <a:t>How can we correct this?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0" name="The problem: Even if the null is true for every single experiment - we will get a p-value under .05,  5% of the time.…"/>
              <p:cNvSpPr txBox="1">
                <a:spLocks noGrp="1"/>
              </p:cNvSpPr>
              <p:nvPr>
                <p:ph type="body" idx="21"/>
              </p:nvPr>
            </p:nvSpPr>
            <p:spPr>
              <a:xfrm>
                <a:off x="954684" y="1227156"/>
                <a:ext cx="10502901" cy="3108543"/>
              </a:xfrm>
              <a:prstGeom prst="rect">
                <a:avLst/>
              </a:prstGeom>
            </p:spPr>
            <p:txBody>
              <a:bodyPr/>
              <a:lstStyle/>
              <a:p>
                <a:pPr>
                  <a:buClrTx/>
                  <a:defRPr sz="4000">
                    <a:solidFill>
                      <a:srgbClr val="000000"/>
                    </a:solidFill>
                    <a:latin typeface="Avenir Medium"/>
                    <a:ea typeface="Avenir Medium"/>
                    <a:cs typeface="Avenir Medium"/>
                    <a:sym typeface="Avenir Medium"/>
                  </a:defRPr>
                </a:pPr>
                <a:r>
                  <a:rPr lang="en-US" sz="2800" dirty="0">
                    <a:latin typeface="Gill Sans" panose="020B0502020104020203" pitchFamily="34" charset="-79"/>
                    <a:ea typeface="Avenir Heavy"/>
                    <a:cs typeface="Gill Sans" panose="020B0502020104020203" pitchFamily="34" charset="-79"/>
                    <a:sym typeface="Avenir Heavy"/>
                  </a:rPr>
                  <a:t>The problem: Even if the null is true for every single experiment - we will get a p-value under </a:t>
                </a:r>
                <a14:m>
                  <m:oMath xmlns:m="http://schemas.openxmlformats.org/officeDocument/2006/math">
                    <m:r>
                      <a:rPr lang="en-US" sz="2800" dirty="0" smtClean="0">
                        <a:latin typeface="Cambria Math" panose="02040503050406030204" pitchFamily="18" charset="0"/>
                        <a:ea typeface="Avenir Heavy"/>
                        <a:cs typeface="Avenir Heavy"/>
                        <a:sym typeface="Avenir Heavy"/>
                      </a:rPr>
                      <m:t>.05,  5%</m:t>
                    </m:r>
                  </m:oMath>
                </a14:m>
                <a:r>
                  <a:rPr lang="en-US" sz="2800" dirty="0">
                    <a:latin typeface="Gill Sans" panose="020B0502020104020203" pitchFamily="34" charset="-79"/>
                    <a:ea typeface="Avenir Heavy"/>
                    <a:cs typeface="Gill Sans" panose="020B0502020104020203" pitchFamily="34" charset="-79"/>
                    <a:sym typeface="Avenir Heavy"/>
                  </a:rPr>
                  <a:t> of the time. Why? </a:t>
                </a:r>
              </a:p>
              <a:p>
                <a:pPr>
                  <a:buClrTx/>
                  <a:defRPr sz="4000">
                    <a:solidFill>
                      <a:srgbClr val="000000"/>
                    </a:solidFill>
                    <a:latin typeface="Avenir Medium"/>
                    <a:ea typeface="Avenir Medium"/>
                    <a:cs typeface="Avenir Medium"/>
                    <a:sym typeface="Avenir Medium"/>
                  </a:defRPr>
                </a:pPr>
                <a:endParaRPr lang="en-US" sz="2800" dirty="0">
                  <a:latin typeface="Gill Sans" panose="020B0502020104020203" pitchFamily="34" charset="-79"/>
                  <a:ea typeface="Avenir Heavy"/>
                  <a:cs typeface="Gill Sans" panose="020B0502020104020203" pitchFamily="34" charset="-79"/>
                  <a:sym typeface="Avenir Heavy"/>
                </a:endParaRPr>
              </a:p>
              <a:p>
                <a:pPr>
                  <a:buClrTx/>
                  <a:defRPr sz="4000">
                    <a:solidFill>
                      <a:srgbClr val="000000"/>
                    </a:solidFill>
                    <a:latin typeface="Avenir Medium"/>
                    <a:ea typeface="Avenir Medium"/>
                    <a:cs typeface="Avenir Medium"/>
                    <a:sym typeface="Avenir Medium"/>
                  </a:defRPr>
                </a:pPr>
                <a:r>
                  <a:rPr lang="en-US" sz="2800" dirty="0"/>
                  <a:t>That’s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10000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∙5%=500 </m:t>
                    </m:r>
                  </m:oMath>
                </a14:m>
                <a:r>
                  <a:rPr lang="en-US" sz="2800" dirty="0"/>
                  <a:t>potentially false discoveries - at a huge potential cost!</a:t>
                </a:r>
              </a:p>
              <a:p>
                <a:pPr>
                  <a:buClrTx/>
                  <a:defRPr sz="4000">
                    <a:solidFill>
                      <a:srgbClr val="000000"/>
                    </a:solidFill>
                    <a:latin typeface="Avenir Medium"/>
                    <a:ea typeface="Avenir Medium"/>
                    <a:cs typeface="Avenir Medium"/>
                    <a:sym typeface="Avenir Medium"/>
                  </a:defRPr>
                </a:pPr>
                <a:endParaRPr lang="en-US" sz="2800" dirty="0"/>
              </a:p>
              <a:p>
                <a:pPr>
                  <a:buClrTx/>
                  <a:defRPr sz="4000">
                    <a:solidFill>
                      <a:srgbClr val="000000"/>
                    </a:solidFill>
                    <a:latin typeface="Avenir Medium"/>
                    <a:ea typeface="Avenir Medium"/>
                    <a:cs typeface="Avenir Medium"/>
                    <a:sym typeface="Avenir Medium"/>
                  </a:defRPr>
                </a:pPr>
                <a:r>
                  <a:rPr lang="en-US" sz="2800" dirty="0"/>
                  <a:t>How can we get around this?</a:t>
                </a:r>
              </a:p>
            </p:txBody>
          </p:sp>
        </mc:Choice>
        <mc:Fallback xmlns="">
          <p:sp>
            <p:nvSpPr>
              <p:cNvPr id="480" name="The problem: Even if the null is true for every single experiment - we will get a p-value under .05,  5% of the time.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1"/>
              </p:nvPr>
            </p:nvSpPr>
            <p:spPr>
              <a:xfrm>
                <a:off x="954684" y="1227156"/>
                <a:ext cx="10502901" cy="3108543"/>
              </a:xfrm>
              <a:prstGeom prst="rect">
                <a:avLst/>
              </a:prstGeom>
              <a:blipFill>
                <a:blip r:embed="rId2"/>
                <a:stretch>
                  <a:fillRect l="-1208" t="-2033" r="-966" b="-4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998E320-1DE9-A0FF-C832-76BF75049D11}"/>
                  </a:ext>
                </a:extLst>
              </p14:cNvPr>
              <p14:cNvContentPartPr/>
              <p14:nvPr/>
            </p14:nvContentPartPr>
            <p14:xfrm>
              <a:off x="5414400" y="334080"/>
              <a:ext cx="4060440" cy="1039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998E320-1DE9-A0FF-C832-76BF75049D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5040" y="324720"/>
                <a:ext cx="4079160" cy="1058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AE850-7273-4910-EF11-474624405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How can we correct this?">
            <a:extLst>
              <a:ext uri="{FF2B5EF4-FFF2-40B4-BE49-F238E27FC236}">
                <a16:creationId xmlns:a16="http://schemas.microsoft.com/office/drawing/2014/main" id="{E9FC739B-8FF0-3099-6835-BE813E75A8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-153988"/>
            <a:ext cx="10835793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How many false positives? Intuition from Binomial Distribution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0" name="The problem: Even if the null is true for every single experiment - we will get a p-value under .05,  5% of the time.…">
                <a:extLst>
                  <a:ext uri="{FF2B5EF4-FFF2-40B4-BE49-F238E27FC236}">
                    <a16:creationId xmlns:a16="http://schemas.microsoft.com/office/drawing/2014/main" id="{E7DAD3B2-8E58-1733-7E55-3B8CDA350455}"/>
                  </a:ext>
                </a:extLst>
              </p:cNvPr>
              <p:cNvSpPr txBox="1">
                <a:spLocks noGrp="1"/>
              </p:cNvSpPr>
              <p:nvPr>
                <p:ph type="body" idx="21"/>
              </p:nvPr>
            </p:nvSpPr>
            <p:spPr>
              <a:xfrm>
                <a:off x="942492" y="989012"/>
                <a:ext cx="10502901" cy="5669116"/>
              </a:xfrm>
              <a:prstGeom prst="rect">
                <a:avLst/>
              </a:prstGeom>
            </p:spPr>
            <p:txBody>
              <a:bodyPr/>
              <a:lstStyle/>
              <a:p>
                <a:pPr marL="457200" indent="-457200">
                  <a:buClrTx/>
                  <a:buFont typeface="Arial" panose="020B0604020202020204" pitchFamily="34" charset="0"/>
                  <a:buChar char="•"/>
                  <a:defRPr sz="4000">
                    <a:solidFill>
                      <a:srgbClr val="000000"/>
                    </a:solidFill>
                    <a:latin typeface="Avenir Medium"/>
                    <a:ea typeface="Avenir Medium"/>
                    <a:cs typeface="Avenir Medium"/>
                    <a:sym typeface="Avenir Medium"/>
                  </a:defRPr>
                </a:pPr>
                <a:r>
                  <a:rPr lang="en-US" sz="2800" dirty="0">
                    <a:latin typeface="+mn-lt"/>
                    <a:ea typeface="Avenir Heavy"/>
                    <a:cs typeface="Gill Sans" panose="020B0502020104020203" pitchFamily="34" charset="-79"/>
                    <a:sym typeface="Avenir Heavy"/>
                  </a:rPr>
                  <a:t>Suppose we perform </a:t>
                </a:r>
                <a14:m>
                  <m:oMath xmlns:m="http://schemas.openxmlformats.org/officeDocument/2006/math">
                    <m:r>
                      <a:rPr lang="en-US" sz="2800" dirty="0" smtClean="0">
                        <a:latin typeface="Cambria Math" panose="02040503050406030204" pitchFamily="18" charset="0"/>
                        <a:ea typeface="Avenir Heavy"/>
                        <a:cs typeface="Avenir Heavy"/>
                        <a:sym typeface="Avenir Heavy"/>
                      </a:rPr>
                      <m:t>𝑁</m:t>
                    </m:r>
                  </m:oMath>
                </a14:m>
                <a:r>
                  <a:rPr lang="en-US" sz="2800" dirty="0">
                    <a:latin typeface="+mn-lt"/>
                    <a:ea typeface="Avenir Heavy"/>
                    <a:cs typeface="Gill Sans" panose="020B0502020104020203" pitchFamily="34" charset="-79"/>
                    <a:sym typeface="Avenir Heavy"/>
                  </a:rPr>
                  <a:t> independent test, each with a pre-set type 1 error of </a:t>
                </a:r>
                <a14:m>
                  <m:oMath xmlns:m="http://schemas.openxmlformats.org/officeDocument/2006/math">
                    <m:r>
                      <a:rPr lang="en-US" sz="28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venir Heavy"/>
                        <a:sym typeface="Avenir Heavy"/>
                      </a:rPr>
                      <m:t>𝛼</m:t>
                    </m:r>
                  </m:oMath>
                </a14:m>
                <a:r>
                  <a:rPr lang="en-US" sz="2800" dirty="0">
                    <a:latin typeface="+mn-lt"/>
                  </a:rPr>
                  <a:t>. </a:t>
                </a:r>
              </a:p>
              <a:p>
                <a:pPr marL="457200" indent="-457200">
                  <a:buClrTx/>
                  <a:buFont typeface="Arial" panose="020B0604020202020204" pitchFamily="34" charset="0"/>
                  <a:buChar char="•"/>
                  <a:defRPr sz="4000">
                    <a:solidFill>
                      <a:srgbClr val="000000"/>
                    </a:solidFill>
                    <a:latin typeface="Avenir Medium"/>
                    <a:ea typeface="Avenir Medium"/>
                    <a:cs typeface="Avenir Medium"/>
                    <a:sym typeface="Avenir Medium"/>
                  </a:defRPr>
                </a:pPr>
                <a:r>
                  <a:rPr lang="en-US" sz="2800" dirty="0">
                    <a:latin typeface="+mn-lt"/>
                  </a:rPr>
                  <a:t>Each test can be incorrect with probability </a:t>
                </a:r>
                <a14:m>
                  <m:oMath xmlns:m="http://schemas.openxmlformats.org/officeDocument/2006/math">
                    <m:r>
                      <a:rPr lang="en-US" sz="28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venir Heavy"/>
                        <a:sym typeface="Avenir Heavy"/>
                      </a:rPr>
                      <m:t>𝛼</m:t>
                    </m:r>
                  </m:oMath>
                </a14:m>
                <a:r>
                  <a:rPr lang="en-US" sz="2800" dirty="0">
                    <a:latin typeface="+mn-lt"/>
                  </a:rPr>
                  <a:t>, so number of false positives follows a binomial distribution,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800" dirty="0">
                    <a:latin typeface="+mn-lt"/>
                  </a:rPr>
                  <a:t> is the number of trails. So probability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>
                    <a:latin typeface="+mn-lt"/>
                  </a:rPr>
                  <a:t> false positives is,</a:t>
                </a:r>
                <a:br>
                  <a:rPr lang="en-US" sz="2800" dirty="0">
                    <a:latin typeface="+mn-lt"/>
                  </a:rPr>
                </a:br>
                <a:r>
                  <a:rPr lang="en-US" sz="2800" dirty="0">
                    <a:latin typeface="+mn-lt"/>
                  </a:rPr>
                  <a:t>		</a:t>
                </a:r>
                <a14:m>
                  <m:oMath xmlns:m="http://schemas.openxmlformats.org/officeDocument/2006/math">
                    <m:r>
                      <a:rPr lang="el-G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+mn-lt"/>
                            <a:ea typeface="Cambria Math" panose="02040503050406030204" pitchFamily="18" charset="0"/>
                          </a:rPr>
                          <m:t>false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+mn-lt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+mn-lt"/>
                            <a:ea typeface="Cambria Math" panose="02040503050406030204" pitchFamily="18" charset="0"/>
                          </a:rPr>
                          <m:t>positives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br>
                  <a:rPr lang="en-US" sz="2800" b="0" dirty="0">
                    <a:latin typeface="+mn-lt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</m:t>
                    </m:r>
                    <m: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+mn-lt"/>
                            <a:ea typeface="Cambria Math" panose="02040503050406030204" pitchFamily="18" charset="0"/>
                          </a:rPr>
                          <m:t>false</m:t>
                        </m:r>
                        <m:r>
                          <m:rPr>
                            <m:nor/>
                          </m:rPr>
                          <a:rPr lang="en-US" sz="2800">
                            <a:latin typeface="+mn-lt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+mn-lt"/>
                            <a:ea typeface="Cambria Math" panose="02040503050406030204" pitchFamily="18" charset="0"/>
                          </a:rPr>
                          <m:t>positives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endParaRPr lang="en-US" sz="2800" b="0" dirty="0">
                  <a:latin typeface="+mn-lt"/>
                  <a:ea typeface="Cambria Math" panose="02040503050406030204" pitchFamily="18" charset="0"/>
                </a:endParaRPr>
              </a:p>
              <a:p>
                <a:pPr>
                  <a:buClrTx/>
                  <a:defRPr sz="4000">
                    <a:solidFill>
                      <a:srgbClr val="000000"/>
                    </a:solidFill>
                    <a:latin typeface="Avenir Medium"/>
                    <a:ea typeface="Avenir Medium"/>
                    <a:cs typeface="Avenir Medium"/>
                    <a:sym typeface="Avenir Medium"/>
                  </a:defRPr>
                </a:pPr>
                <a:br>
                  <a:rPr lang="en-US" sz="2800" b="0" dirty="0">
                    <a:latin typeface="+mn-lt"/>
                    <a:ea typeface="Cambria Math" panose="02040503050406030204" pitchFamily="18" charset="0"/>
                  </a:rPr>
                </a:br>
                <a:endParaRPr lang="en-US" sz="2800" b="0" dirty="0">
                  <a:latin typeface="+mn-lt"/>
                  <a:ea typeface="Cambria Math" panose="02040503050406030204" pitchFamily="18" charset="0"/>
                </a:endParaRPr>
              </a:p>
              <a:p>
                <a:pPr marL="457200" indent="-457200">
                  <a:buClrTx/>
                  <a:buFont typeface="Arial" panose="020B0604020202020204" pitchFamily="34" charset="0"/>
                  <a:buChar char="•"/>
                  <a:defRPr sz="4000">
                    <a:solidFill>
                      <a:srgbClr val="000000"/>
                    </a:solidFill>
                    <a:latin typeface="Avenir Medium"/>
                    <a:ea typeface="Avenir Medium"/>
                    <a:cs typeface="Avenir Medium"/>
                    <a:sym typeface="Avenir Medium"/>
                  </a:defRPr>
                </a:pPr>
                <a:r>
                  <a:rPr lang="en-US" sz="2800" b="0" dirty="0">
                    <a:latin typeface="+mn-lt"/>
                    <a:ea typeface="Cambria Math" panose="02040503050406030204" pitchFamily="18" charset="0"/>
                  </a:rPr>
                  <a:t>So,       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el-G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eqArr>
                          <m:eqArrPr>
                            <m:ctrlPr>
                              <a:rPr lang="el-G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l-G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ℙ</m:t>
                            </m:r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+mn-lt"/>
                                    <a:ea typeface="Cambria Math" panose="02040503050406030204" pitchFamily="18" charset="0"/>
                                  </a:rPr>
                                  <m:t>at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+mn-lt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+mn-lt"/>
                                    <a:ea typeface="Cambria Math" panose="02040503050406030204" pitchFamily="18" charset="0"/>
                                  </a:rPr>
                                  <m:t>least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 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+mn-lt"/>
                                    <a:ea typeface="Cambria Math" panose="02040503050406030204" pitchFamily="18" charset="0"/>
                                  </a:rPr>
                                  <m:t>false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+mn-lt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+mn-lt"/>
                                    <a:ea typeface="Cambria Math" panose="02040503050406030204" pitchFamily="18" charset="0"/>
                                  </a:rPr>
                                  <m:t>positive</m:t>
                                </m:r>
                              </m:e>
                            </m:d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l-G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ℙ</m:t>
                            </m:r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0 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+mn-lt"/>
                                    <a:ea typeface="Cambria Math" panose="02040503050406030204" pitchFamily="18" charset="0"/>
                                  </a:rPr>
                                  <m:t>false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+mn-lt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+mn-lt"/>
                                    <a:ea typeface="Cambria Math" panose="02040503050406030204" pitchFamily="18" charset="0"/>
                                  </a:rPr>
                                  <m:t>positives</m:t>
                                </m:r>
                              </m:e>
                            </m:d>
                          </m:e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                                       ≤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m:rPr>
                                <m:nor/>
                              </m:rPr>
                              <a:rPr lang="en-US" sz="600" baseline="30000" dirty="0">
                                <a:latin typeface="+mn-lt"/>
                              </a:rPr>
                              <m:t> </m:t>
                            </m:r>
                            <m:r>
                              <a:rPr lang="en-US" sz="600" b="0" i="1" baseline="30000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</m:e>
                        </m:eqArr>
                      </m:e>
                    </m:borderBox>
                  </m:oMath>
                </a14:m>
                <a:endParaRPr lang="en-US" sz="2800" dirty="0">
                  <a:latin typeface="+mn-lt"/>
                </a:endParaRPr>
              </a:p>
              <a:p>
                <a:pPr marL="457200" indent="-457200">
                  <a:buClrTx/>
                  <a:buFont typeface="Arial" panose="020B0604020202020204" pitchFamily="34" charset="0"/>
                  <a:buChar char="•"/>
                  <a:defRPr sz="4000">
                    <a:solidFill>
                      <a:srgbClr val="000000"/>
                    </a:solidFill>
                    <a:latin typeface="Avenir Medium"/>
                    <a:ea typeface="Avenir Medium"/>
                    <a:cs typeface="Avenir Medium"/>
                    <a:sym typeface="Avenir Medium"/>
                  </a:defRPr>
                </a:pPr>
                <a:r>
                  <a:rPr lang="en-US" sz="2800" dirty="0">
                    <a:latin typeface="+mn-lt"/>
                  </a:rPr>
                  <a:t>The calculation suggests to set the significance level 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sz="5400" dirty="0">
                  <a:latin typeface="+mn-lt"/>
                </a:endParaRPr>
              </a:p>
            </p:txBody>
          </p:sp>
        </mc:Choice>
        <mc:Fallback xmlns="">
          <p:sp>
            <p:nvSpPr>
              <p:cNvPr id="480" name="The problem: Even if the null is true for every single experiment - we will get a p-value under .05,  5% of the time.…">
                <a:extLst>
                  <a:ext uri="{FF2B5EF4-FFF2-40B4-BE49-F238E27FC236}">
                    <a16:creationId xmlns:a16="http://schemas.microsoft.com/office/drawing/2014/main" id="{E7DAD3B2-8E58-1733-7E55-3B8CDA35045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1"/>
              </p:nvPr>
            </p:nvSpPr>
            <p:spPr>
              <a:xfrm>
                <a:off x="942492" y="989012"/>
                <a:ext cx="10502901" cy="5669116"/>
              </a:xfrm>
              <a:prstGeom prst="rect">
                <a:avLst/>
              </a:prstGeom>
              <a:blipFill>
                <a:blip r:embed="rId2"/>
                <a:stretch>
                  <a:fillRect l="-1087" t="-1116" r="-1812" b="-4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61CFAEF-7C6B-5E79-DC95-906F80754730}"/>
                  </a:ext>
                </a:extLst>
              </p14:cNvPr>
              <p14:cNvContentPartPr/>
              <p14:nvPr/>
            </p14:nvContentPartPr>
            <p14:xfrm>
              <a:off x="56520" y="3600"/>
              <a:ext cx="12111120" cy="5771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61CFAEF-7C6B-5E79-DC95-906F807547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160" y="-5760"/>
                <a:ext cx="12129840" cy="579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9363416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How can we correct this?"/>
          <p:cNvSpPr txBox="1">
            <a:spLocks noGrp="1"/>
          </p:cNvSpPr>
          <p:nvPr>
            <p:ph type="title"/>
          </p:nvPr>
        </p:nvSpPr>
        <p:spPr>
          <a:xfrm>
            <a:off x="621792" y="-334690"/>
            <a:ext cx="9956800" cy="1143000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latin typeface="+mn-lt"/>
              </a:rPr>
              <a:t>Going back to Multiple Hypothesis Testing</a:t>
            </a:r>
            <a:endParaRPr dirty="0">
              <a:latin typeface="+mn-lt"/>
            </a:endParaRPr>
          </a:p>
        </p:txBody>
      </p:sp>
      <p:sp>
        <p:nvSpPr>
          <p:cNvPr id="4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>
                <a:latin typeface="+mn-lt"/>
              </a:rPr>
              <a:t>27</a:t>
            </a:fld>
            <a:endParaRPr>
              <a:latin typeface="+mn-lt"/>
            </a:endParaRPr>
          </a:p>
        </p:txBody>
      </p:sp>
      <p:sp>
        <p:nvSpPr>
          <p:cNvPr id="485" name="The problem, even for tests that are significant, to get this small a p-value, we will need phenomenally large sample sizes - which is not worth it to the firm!…"/>
          <p:cNvSpPr txBox="1"/>
          <p:nvPr/>
        </p:nvSpPr>
        <p:spPr>
          <a:xfrm>
            <a:off x="459204" y="4585604"/>
            <a:ext cx="10502900" cy="197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>
              <a:spcBef>
                <a:spcPts val="2950"/>
              </a:spcBef>
              <a:defRPr sz="4000" b="0">
                <a:solidFill>
                  <a:srgbClr val="000000"/>
                </a:solidFill>
                <a:latin typeface="Avenir Medium"/>
                <a:ea typeface="Avenir Medium"/>
                <a:cs typeface="Avenir Medium"/>
                <a:sym typeface="Avenir Medium"/>
              </a:defRPr>
            </a:pPr>
            <a:r>
              <a:rPr lang="en-US" sz="2000" dirty="0">
                <a:latin typeface="+mn-lt"/>
              </a:rPr>
              <a:t>Disadvantage:</a:t>
            </a:r>
            <a:r>
              <a:rPr sz="2000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E</a:t>
            </a:r>
            <a:r>
              <a:rPr sz="2000" dirty="0">
                <a:latin typeface="+mn-lt"/>
              </a:rPr>
              <a:t>ven for tests that </a:t>
            </a:r>
            <a:r>
              <a:rPr sz="2000" dirty="0">
                <a:latin typeface="+mn-lt"/>
                <a:ea typeface="Avenir Heavy"/>
                <a:cs typeface="Gill Sans" panose="020B0502020104020203" pitchFamily="34" charset="-79"/>
                <a:sym typeface="Avenir Heavy"/>
              </a:rPr>
              <a:t>are</a:t>
            </a:r>
            <a:r>
              <a:rPr sz="2000" dirty="0">
                <a:latin typeface="+mn-lt"/>
              </a:rPr>
              <a:t> significant, to get this small a p-value, we will need phenomenally large sample sizes - which is not worth it to the firm!</a:t>
            </a:r>
          </a:p>
          <a:p>
            <a:pPr>
              <a:spcBef>
                <a:spcPts val="2950"/>
              </a:spcBef>
              <a:defRPr sz="4000" b="0">
                <a:solidFill>
                  <a:srgbClr val="000000"/>
                </a:solidFill>
                <a:latin typeface="Avenir Medium"/>
                <a:ea typeface="Avenir Medium"/>
                <a:cs typeface="Avenir Medium"/>
                <a:sym typeface="Avenir Medium"/>
              </a:defRPr>
            </a:pPr>
            <a:r>
              <a:rPr lang="en-US" sz="2000" dirty="0">
                <a:latin typeface="+mn-lt"/>
              </a:rPr>
              <a:t>Modern Alternative: </a:t>
            </a:r>
            <a:r>
              <a:rPr sz="2000" dirty="0">
                <a:latin typeface="+mn-lt"/>
              </a:rPr>
              <a:t>Over the last 25 years, a different metric has emerged as the gold standard in large scale experimentation - the </a:t>
            </a:r>
            <a:r>
              <a:rPr sz="2000" dirty="0">
                <a:latin typeface="+mn-lt"/>
                <a:ea typeface="Avenir Heavy"/>
                <a:cs typeface="Gill Sans" panose="020B0502020104020203" pitchFamily="34" charset="-79"/>
                <a:sym typeface="Avenir Heavy"/>
              </a:rPr>
              <a:t>False Discovery Rate</a:t>
            </a:r>
            <a:r>
              <a:rPr lang="en-US" sz="2000" dirty="0">
                <a:latin typeface="+mn-lt"/>
                <a:ea typeface="Avenir Heavy"/>
                <a:cs typeface="Gill Sans" panose="020B0502020104020203" pitchFamily="34" charset="-79"/>
                <a:sym typeface="Avenir Heavy"/>
              </a:rPr>
              <a:t>. We won’t discuss more about this in CS 418, but you can read about this if you are interested in this sort of thing </a:t>
            </a:r>
            <a:r>
              <a:rPr lang="en-US" sz="2000" dirty="0">
                <a:latin typeface="+mn-lt"/>
                <a:ea typeface="Avenir Heavy"/>
                <a:cs typeface="Gill Sans" panose="020B0502020104020203" pitchFamily="34" charset="-79"/>
                <a:sym typeface="Avenir Heavy"/>
                <a:hlinkClick r:id="rId3"/>
              </a:rPr>
              <a:t>here</a:t>
            </a:r>
            <a:r>
              <a:rPr lang="en-US" sz="2000" dirty="0">
                <a:latin typeface="+mn-lt"/>
                <a:ea typeface="Avenir Heavy"/>
                <a:cs typeface="Gill Sans" panose="020B0502020104020203" pitchFamily="34" charset="-79"/>
                <a:sym typeface="Avenir Heavy"/>
              </a:rPr>
              <a:t> (use UIC library login).</a:t>
            </a:r>
            <a:endParaRPr sz="2000" dirty="0">
              <a:latin typeface="+mn-lt"/>
              <a:ea typeface="Avenir Heavy"/>
              <a:cs typeface="Gill Sans" panose="020B0502020104020203" pitchFamily="34" charset="-79"/>
              <a:sym typeface="Avenir Heavy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6" name="Equation"/>
              <p:cNvSpPr txBox="1"/>
              <p:nvPr/>
            </p:nvSpPr>
            <p:spPr>
              <a:xfrm>
                <a:off x="317415" y="1666770"/>
                <a:ext cx="10786479" cy="227081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ar-A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some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test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fails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e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.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we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make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false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discovery</m:t>
                          </m:r>
                        </m:e>
                      </m:d>
                      <m:r>
                        <a:rPr lang="ar-A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ar-A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ar-AE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ar-AE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fails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OR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 2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fails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OR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 3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fails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OR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 ….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OR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 10000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fails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defTabSz="457200" latinLnBrk="1">
                  <a:defRPr sz="1800" b="0">
                    <a:solidFill>
                      <a:srgbClr val="000000"/>
                    </a:solidFill>
                  </a:defRPr>
                </a:pPr>
                <a:br>
                  <a:rPr lang="ar-AE" dirty="0">
                    <a:latin typeface="+mn-lt"/>
                  </a:rPr>
                </a:br>
                <a:r>
                  <a:rPr lang="en-US" dirty="0">
                    <a:latin typeface="+mn-lt"/>
                  </a:rPr>
                  <a:t>								 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	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       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1">
                            <a:solidFill>
                              <a:srgbClr val="000000"/>
                            </a:solidFill>
                            <a:latin typeface="+mn-lt"/>
                          </a:rPr>
                          <m:t>1 </m:t>
                        </m:r>
                        <m:r>
                          <m:rPr>
                            <m:nor/>
                          </m:rPr>
                          <a:rPr lang="en-US" i="1">
                            <a:solidFill>
                              <a:srgbClr val="000000"/>
                            </a:solidFill>
                            <a:latin typeface="+mn-lt"/>
                          </a:rPr>
                          <m:t>fails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1">
                            <a:solidFill>
                              <a:srgbClr val="000000"/>
                            </a:solidFill>
                            <a:latin typeface="+mn-lt"/>
                          </a:rPr>
                          <m:t>2 </m:t>
                        </m:r>
                        <m:r>
                          <m:rPr>
                            <m:nor/>
                          </m:rPr>
                          <a:rPr lang="en-US" i="1">
                            <a:solidFill>
                              <a:srgbClr val="000000"/>
                            </a:solidFill>
                            <a:latin typeface="+mn-lt"/>
                          </a:rPr>
                          <m:t>fails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1">
                            <a:solidFill>
                              <a:srgbClr val="000000"/>
                            </a:solidFill>
                            <a:latin typeface="+mn-lt"/>
                          </a:rPr>
                          <m:t>3 </m:t>
                        </m:r>
                        <m:r>
                          <m:rPr>
                            <m:nor/>
                          </m:rPr>
                          <a:rPr lang="en-US" i="1">
                            <a:solidFill>
                              <a:srgbClr val="000000"/>
                            </a:solidFill>
                            <a:latin typeface="+mn-lt"/>
                          </a:rPr>
                          <m:t>fails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1">
                            <a:solidFill>
                              <a:srgbClr val="000000"/>
                            </a:solidFill>
                            <a:latin typeface="+mn-lt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i="1">
                            <a:solidFill>
                              <a:srgbClr val="000000"/>
                            </a:solidFill>
                            <a:latin typeface="+mn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i="1">
                            <a:solidFill>
                              <a:srgbClr val="000000"/>
                            </a:solidFill>
                            <a:latin typeface="+mn-lt"/>
                          </a:rPr>
                          <m:t>fails</m:t>
                        </m:r>
                      </m:e>
                    </m:d>
                  </m:oMath>
                </a14:m>
                <a:endParaRPr lang="en-US" dirty="0">
                  <a:solidFill>
                    <a:srgbClr val="000000"/>
                  </a:solidFill>
                  <a:latin typeface="+mn-lt"/>
                </a:endParaRPr>
              </a:p>
              <a:p>
                <a:pPr defTabSz="457200" latinLnBrk="1">
                  <a:defRPr sz="1800" b="0">
                    <a:solidFill>
                      <a:srgbClr val="000000"/>
                    </a:solidFill>
                  </a:defRPr>
                </a:pPr>
                <a:br>
                  <a:rPr lang="en-US" i="1" dirty="0">
                    <a:solidFill>
                      <a:srgbClr val="000000"/>
                    </a:solidFill>
                    <a:latin typeface="+mn-lt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                             =.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000005+.000005+.000005+⋯+.000005</m:t>
                      </m:r>
                    </m:oMath>
                  </m:oMathPara>
                </a14:m>
                <a:endParaRPr lang="en-US" i="1" dirty="0">
                  <a:solidFill>
                    <a:srgbClr val="000000"/>
                  </a:solidFill>
                  <a:latin typeface="+mn-lt"/>
                </a:endParaRPr>
              </a:p>
              <a:p>
                <a:pPr defTabSz="457200" latinLnBrk="1">
                  <a:defRPr sz="1800" b="0">
                    <a:solidFill>
                      <a:srgbClr val="000000"/>
                    </a:solidFill>
                  </a:defRPr>
                </a:pPr>
                <a:br>
                  <a:rPr lang="en-US" dirty="0">
                    <a:latin typeface="+mn-lt"/>
                  </a:rPr>
                </a:br>
                <a:r>
                  <a:rPr lang="en-US" dirty="0">
                    <a:latin typeface="+mn-lt"/>
                  </a:rPr>
                  <a:t>									   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=.000005×100000=5%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defTabSz="457200" latinLnBrk="1">
                  <a:defRPr sz="1800" b="0">
                    <a:solidFill>
                      <a:srgbClr val="000000"/>
                    </a:solidFill>
                  </a:defRPr>
                </a:pPr>
                <a:endParaRPr dirty="0">
                  <a:latin typeface="+mn-lt"/>
                </a:endParaRPr>
              </a:p>
            </p:txBody>
          </p:sp>
        </mc:Choice>
        <mc:Fallback xmlns="">
          <p:sp>
            <p:nvSpPr>
              <p:cNvPr id="48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15" y="1666770"/>
                <a:ext cx="10786479" cy="2270814"/>
              </a:xfrm>
              <a:prstGeom prst="rect">
                <a:avLst/>
              </a:prstGeom>
              <a:blipFill>
                <a:blip r:embed="rId4"/>
                <a:stretch>
                  <a:fillRect l="-1293" t="-222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7" name="Bonferroni Correction: Reject the p-value if it is under .05/n"/>
              <p:cNvSpPr txBox="1"/>
              <p:nvPr/>
            </p:nvSpPr>
            <p:spPr>
              <a:xfrm>
                <a:off x="2468939" y="3730851"/>
                <a:ext cx="6059351" cy="49096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25400" tIns="25400" rIns="25400" bIns="25400" anchor="ctr">
                <a:spAutoFit/>
              </a:bodyPr>
              <a:lstStyle/>
              <a:p>
                <a:pPr>
                  <a:spcBef>
                    <a:spcPts val="2950"/>
                  </a:spcBef>
                  <a:defRPr sz="4000" b="0">
                    <a:solidFill>
                      <a:srgbClr val="000000"/>
                    </a:solidFill>
                    <a:latin typeface="Avenir Medium"/>
                    <a:ea typeface="Avenir Medium"/>
                    <a:cs typeface="Avenir Medium"/>
                    <a:sym typeface="Avenir Medium"/>
                  </a:defRPr>
                </a:pPr>
                <a:r>
                  <a:rPr lang="en-US" sz="2000" dirty="0">
                    <a:latin typeface="+mn-lt"/>
                    <a:ea typeface="Avenir Heavy"/>
                    <a:cs typeface="Gill Sans" panose="020B0502020104020203" pitchFamily="34" charset="-79"/>
                    <a:sym typeface="Avenir Heavy"/>
                  </a:rPr>
                  <a:t>Bonferroni Correction:</a:t>
                </a:r>
                <a:r>
                  <a:rPr lang="en-US" sz="2000" dirty="0">
                    <a:latin typeface="+mn-lt"/>
                  </a:rPr>
                  <a:t> Reject the p-value if it is under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.05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sz="2000" dirty="0">
                  <a:latin typeface="+mn-lt"/>
                </a:endParaRPr>
              </a:p>
            </p:txBody>
          </p:sp>
        </mc:Choice>
        <mc:Fallback xmlns="">
          <p:sp>
            <p:nvSpPr>
              <p:cNvPr id="487" name="Bonferroni Correction: Reject the p-value if it is under .05/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939" y="3730851"/>
                <a:ext cx="6059351" cy="490968"/>
              </a:xfrm>
              <a:prstGeom prst="rect">
                <a:avLst/>
              </a:prstGeom>
              <a:blipFill>
                <a:blip r:embed="rId5"/>
                <a:stretch>
                  <a:fillRect l="-2092" b="-1000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1" name="Rectangle"/>
          <p:cNvSpPr/>
          <p:nvPr/>
        </p:nvSpPr>
        <p:spPr>
          <a:xfrm>
            <a:off x="2379751" y="3648261"/>
            <a:ext cx="7199530" cy="700865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 b="0">
                <a:latin typeface="+mn-lt"/>
                <a:ea typeface="+mn-ea"/>
                <a:cs typeface="+mn-cs"/>
                <a:sym typeface="Helvetica Neue Medium"/>
              </a:defRPr>
            </a:pPr>
            <a:endParaRPr sz="160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3BA8A-8BA1-6E4B-05E1-D64DA1D87803}"/>
              </a:ext>
            </a:extLst>
          </p:cNvPr>
          <p:cNvSpPr txBox="1"/>
          <p:nvPr/>
        </p:nvSpPr>
        <p:spPr>
          <a:xfrm>
            <a:off x="1512231" y="905839"/>
            <a:ext cx="90663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The calculation from before suggests to set the significance level at .000005 = .05/10000, assuming only nulls. Now, formal justification: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BF7B774-9A9C-6A22-D91A-9C9ECFA39BD2}"/>
                  </a:ext>
                </a:extLst>
              </p14:cNvPr>
              <p14:cNvContentPartPr/>
              <p14:nvPr/>
            </p14:nvContentPartPr>
            <p14:xfrm>
              <a:off x="929160" y="2293560"/>
              <a:ext cx="11262960" cy="3364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BF7B774-9A9C-6A22-D91A-9C9ECFA39BD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9800" y="2284200"/>
                <a:ext cx="11281680" cy="3382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" grpId="0" animBg="1" advAuto="0"/>
      <p:bldP spid="487" grpId="0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ACKNOWLEDGMENTS</a:t>
            </a:r>
            <a:endParaRPr/>
          </a:p>
        </p:txBody>
      </p:sp>
      <p:sp>
        <p:nvSpPr>
          <p:cNvPr id="471" name="Google Shape;471;p29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These slides use materials by the Berkeley DS 100 team, Elena </a:t>
            </a:r>
            <a:r>
              <a:rPr lang="en-US" dirty="0" err="1"/>
              <a:t>Zheleva</a:t>
            </a:r>
            <a:r>
              <a:rPr lang="en-US" dirty="0"/>
              <a:t>, Gonzalo Bello, Lalit Jain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9064</TotalTime>
  <Words>2423</Words>
  <Application>Microsoft Macintosh PowerPoint</Application>
  <PresentationFormat>宽屏</PresentationFormat>
  <Paragraphs>269</Paragraphs>
  <Slides>28</Slides>
  <Notes>21</Notes>
  <HiddenSlides>1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1" baseType="lpstr">
      <vt:lpstr>Arial</vt:lpstr>
      <vt:lpstr>Avenir Heavy</vt:lpstr>
      <vt:lpstr>Avenir Medium</vt:lpstr>
      <vt:lpstr>Calibri</vt:lpstr>
      <vt:lpstr>Cambria Math</vt:lpstr>
      <vt:lpstr>Consolas</vt:lpstr>
      <vt:lpstr>Gill Sans</vt:lpstr>
      <vt:lpstr>Gill Sans MT</vt:lpstr>
      <vt:lpstr>Rockwell</vt:lpstr>
      <vt:lpstr>Times</vt:lpstr>
      <vt:lpstr>Wingdings</vt:lpstr>
      <vt:lpstr>Wingdings 2</vt:lpstr>
      <vt:lpstr>Oriel</vt:lpstr>
      <vt:lpstr>Hypothesis Testing: Bonferroni correction</vt:lpstr>
      <vt:lpstr>Project Check-in</vt:lpstr>
      <vt:lpstr>NOW</vt:lpstr>
      <vt:lpstr>Running a Hypothesis Test</vt:lpstr>
      <vt:lpstr>P-VALUE</vt:lpstr>
      <vt:lpstr>P-VALUE (WORD OF CAUTION)</vt:lpstr>
      <vt:lpstr>HOW TO COMPUTE A P-VALUE IN GENERAL?</vt:lpstr>
      <vt:lpstr>GENERAL Z-TEST FOR POPULATION MEANS</vt:lpstr>
      <vt:lpstr>GENERAL Z-TEST FOR POPULATION MEANS</vt:lpstr>
      <vt:lpstr>Z-TEST EXAMPLE</vt:lpstr>
      <vt:lpstr>Z-TEST EXAMPLE</vt:lpstr>
      <vt:lpstr>Z-TEST FOR POPULATION MEANS</vt:lpstr>
      <vt:lpstr>Z-TEST FOR POPULATION MEANS</vt:lpstr>
      <vt:lpstr>TYPE I AND TYPE II ERRORS</vt:lpstr>
      <vt:lpstr>Types of Error</vt:lpstr>
      <vt:lpstr>Types of Error</vt:lpstr>
      <vt:lpstr>TYPE I AND TYPE II ERRORS</vt:lpstr>
      <vt:lpstr>TYPE I AND TYPE II ERRORS</vt:lpstr>
      <vt:lpstr>T-TEST FOR POPULATION MEANS</vt:lpstr>
      <vt:lpstr>T-TEST FOR POPULATION MEANS</vt:lpstr>
      <vt:lpstr>T-TEST FOR POPULATION MEANS</vt:lpstr>
      <vt:lpstr>EXERCISE</vt:lpstr>
      <vt:lpstr>EXERCISE</vt:lpstr>
      <vt:lpstr>Large Scale Experimentation</vt:lpstr>
      <vt:lpstr>How can we correct this?</vt:lpstr>
      <vt:lpstr>How many false positives? Intuition from Binomial Distribution</vt:lpstr>
      <vt:lpstr>Going back to Multiple Hypothesis Testing</vt:lpstr>
      <vt:lpstr>ACKNOWLEDGMENTS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DATA SCIENCE</dc:title>
  <dc:subject/>
  <dc:creator>sathya@uic.edu</dc:creator>
  <cp:keywords/>
  <dc:description/>
  <cp:lastModifiedBy>yuting lu</cp:lastModifiedBy>
  <cp:revision>479</cp:revision>
  <dcterms:created xsi:type="dcterms:W3CDTF">2017-08-21T17:08:06Z</dcterms:created>
  <dcterms:modified xsi:type="dcterms:W3CDTF">2024-10-28T22:10:28Z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Sathya Ravi</vt:lpwstr>
  </property>
</Properties>
</file>