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if" ContentType="image/ti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ink/ink1.xml" ContentType="application/inkml+xml"/>
  <Override PartName="/ppt/notesSlides/notesSlide2.xml" ContentType="application/vnd.openxmlformats-officedocument.presentationml.notesSlide+xml"/>
  <Override PartName="/ppt/ink/ink2.xml" ContentType="application/inkml+xml"/>
  <Override PartName="/ppt/notesSlides/notesSlide3.xml" ContentType="application/vnd.openxmlformats-officedocument.presentationml.notesSlide+xml"/>
  <Override PartName="/ppt/ink/ink3.xml" ContentType="application/inkml+xml"/>
  <Override PartName="/ppt/notesSlides/notesSlide4.xml" ContentType="application/vnd.openxmlformats-officedocument.presentationml.notesSlide+xml"/>
  <Override PartName="/ppt/ink/ink4.xml" ContentType="application/inkml+xml"/>
  <Override PartName="/ppt/notesSlides/notesSlide5.xml" ContentType="application/vnd.openxmlformats-officedocument.presentationml.notesSlide+xml"/>
  <Override PartName="/ppt/ink/ink5.xml" ContentType="application/inkml+xml"/>
  <Override PartName="/ppt/notesSlides/notesSlide6.xml" ContentType="application/vnd.openxmlformats-officedocument.presentationml.notesSlide+xml"/>
  <Override PartName="/ppt/ink/ink6.xml" ContentType="application/inkml+xml"/>
  <Override PartName="/ppt/notesSlides/notesSlide7.xml" ContentType="application/vnd.openxmlformats-officedocument.presentationml.notesSlide+xml"/>
  <Override PartName="/ppt/ink/ink7.xml" ContentType="application/inkml+xml"/>
  <Override PartName="/ppt/ink/ink8.xml" ContentType="application/inkml+xml"/>
  <Override PartName="/ppt/ink/ink9.xml" ContentType="application/inkml+xml"/>
  <Override PartName="/ppt/notesSlides/notesSlide8.xml" ContentType="application/vnd.openxmlformats-officedocument.presentationml.notesSlide+xml"/>
  <Override PartName="/ppt/ink/ink10.xml" ContentType="application/inkml+xml"/>
  <Override PartName="/ppt/notesSlides/notesSlide9.xml" ContentType="application/vnd.openxmlformats-officedocument.presentationml.notesSlide+xml"/>
  <Override PartName="/ppt/ink/ink11.xml" ContentType="application/inkml+xml"/>
  <Override PartName="/ppt/notesSlides/notesSlide10.xml" ContentType="application/vnd.openxmlformats-officedocument.presentationml.notesSlide+xml"/>
  <Override PartName="/ppt/ink/ink12.xml" ContentType="application/inkml+xml"/>
  <Override PartName="/ppt/notesSlides/notesSlide11.xml" ContentType="application/vnd.openxmlformats-officedocument.presentationml.notesSlide+xml"/>
  <Override PartName="/ppt/ink/ink13.xml" ContentType="application/inkml+xml"/>
  <Override PartName="/ppt/notesSlides/notesSlide12.xml" ContentType="application/vnd.openxmlformats-officedocument.presentationml.notesSlide+xml"/>
  <Override PartName="/ppt/ink/ink14.xml" ContentType="application/inkml+xml"/>
  <Override PartName="/ppt/notesSlides/notesSlide13.xml" ContentType="application/vnd.openxmlformats-officedocument.presentationml.notesSlide+xml"/>
  <Override PartName="/ppt/ink/ink15.xml" ContentType="application/inkml+xml"/>
  <Override PartName="/ppt/notesSlides/notesSlide14.xml" ContentType="application/vnd.openxmlformats-officedocument.presentationml.notesSlide+xml"/>
  <Override PartName="/ppt/ink/ink16.xml" ContentType="application/inkml+xml"/>
  <Override PartName="/ppt/ink/ink17.xml" ContentType="application/inkml+xml"/>
  <Override PartName="/ppt/notesSlides/notesSlide15.xml" ContentType="application/vnd.openxmlformats-officedocument.presentationml.notesSlide+xml"/>
  <Override PartName="/ppt/ink/ink18.xml" ContentType="application/inkml+xml"/>
  <Override PartName="/ppt/ink/ink19.xml" ContentType="application/inkml+xml"/>
  <Override PartName="/ppt/notesSlides/notesSlide16.xml" ContentType="application/vnd.openxmlformats-officedocument.presentationml.notesSlide+xml"/>
  <Override PartName="/ppt/ink/ink20.xml" ContentType="application/inkml+xml"/>
  <Override PartName="/ppt/ink/ink21.xml" ContentType="application/inkml+xml"/>
  <Override PartName="/ppt/notesSlides/notesSlide17.xml" ContentType="application/vnd.openxmlformats-officedocument.presentationml.notesSlide+xml"/>
  <Override PartName="/ppt/ink/ink22.xml" ContentType="application/inkml+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ink/ink23.xml" ContentType="application/inkml+xml"/>
  <Override PartName="/ppt/notesSlides/notesSlide20.xml" ContentType="application/vnd.openxmlformats-officedocument.presentationml.notesSlide+xml"/>
  <Override PartName="/ppt/ink/ink24.xml" ContentType="application/inkml+xml"/>
  <Override PartName="/ppt/notesSlides/notesSlide21.xml" ContentType="application/vnd.openxmlformats-officedocument.presentationml.notesSlide+xml"/>
  <Override PartName="/ppt/ink/ink25.xml" ContentType="application/inkml+xml"/>
  <Override PartName="/ppt/ink/ink26.xml" ContentType="application/inkml+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60" r:id="rId1"/>
  </p:sldMasterIdLst>
  <p:notesMasterIdLst>
    <p:notesMasterId r:id="rId37"/>
  </p:notesMasterIdLst>
  <p:sldIdLst>
    <p:sldId id="438" r:id="rId2"/>
    <p:sldId id="332" r:id="rId3"/>
    <p:sldId id="423" r:id="rId4"/>
    <p:sldId id="434" r:id="rId5"/>
    <p:sldId id="296" r:id="rId6"/>
    <p:sldId id="298" r:id="rId7"/>
    <p:sldId id="443" r:id="rId8"/>
    <p:sldId id="442" r:id="rId9"/>
    <p:sldId id="439" r:id="rId10"/>
    <p:sldId id="440" r:id="rId11"/>
    <p:sldId id="441" r:id="rId12"/>
    <p:sldId id="261" r:id="rId13"/>
    <p:sldId id="262" r:id="rId14"/>
    <p:sldId id="263" r:id="rId15"/>
    <p:sldId id="264" r:id="rId16"/>
    <p:sldId id="265" r:id="rId17"/>
    <p:sldId id="362" r:id="rId18"/>
    <p:sldId id="363" r:id="rId19"/>
    <p:sldId id="364" r:id="rId20"/>
    <p:sldId id="365" r:id="rId21"/>
    <p:sldId id="366" r:id="rId22"/>
    <p:sldId id="367" r:id="rId23"/>
    <p:sldId id="368" r:id="rId24"/>
    <p:sldId id="266" r:id="rId25"/>
    <p:sldId id="370" r:id="rId26"/>
    <p:sldId id="371" r:id="rId27"/>
    <p:sldId id="444" r:id="rId28"/>
    <p:sldId id="372" r:id="rId29"/>
    <p:sldId id="373" r:id="rId30"/>
    <p:sldId id="270" r:id="rId31"/>
    <p:sldId id="374" r:id="rId32"/>
    <p:sldId id="375" r:id="rId33"/>
    <p:sldId id="271" r:id="rId34"/>
    <p:sldId id="273" r:id="rId35"/>
    <p:sldId id="286" r:id="rId36"/>
  </p:sldIdLst>
  <p:sldSz cx="12192000" cy="6858000"/>
  <p:notesSz cx="6858000" cy="9144000"/>
  <p:defaultTextStyle>
    <a:defPPr>
      <a:defRPr lang="en-GB"/>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36" roundtripDataSignature="AMtx7mgjr6sOdHEeufIgXygRCCpSkdg5S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1E43D9A-B9CC-D204-4563-8196A434CD32}" name="Ravi, Sathya" initials="" userId="S::sathya@uic.edu::617e2e82-06a6-4137-a700-b460764285c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E86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CA29F83C-5B16-4E0F-93E5-201A7CBD518D}">
  <a:tblStyle styleId="{CA29F83C-5B16-4E0F-93E5-201A7CBD518D}" styleName="Table_0">
    <a:wholeTbl>
      <a:tcTxStyle b="off" i="off">
        <a:font>
          <a:latin typeface="Rockwell"/>
          <a:ea typeface="Rockwell"/>
          <a:cs typeface="Rockwell"/>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F7E8E7"/>
          </a:solidFill>
        </a:fill>
      </a:tcStyle>
    </a:wholeTbl>
    <a:band1H>
      <a:tcTxStyle b="off" i="off"/>
      <a:tcStyle>
        <a:tcBdr/>
        <a:fill>
          <a:solidFill>
            <a:srgbClr val="EFCECA"/>
          </a:solidFill>
        </a:fill>
      </a:tcStyle>
    </a:band1H>
    <a:band2H>
      <a:tcTxStyle b="off" i="off"/>
      <a:tcStyle>
        <a:tcBdr/>
      </a:tcStyle>
    </a:band2H>
    <a:band1V>
      <a:tcTxStyle b="off" i="off"/>
      <a:tcStyle>
        <a:tcBdr/>
        <a:fill>
          <a:solidFill>
            <a:srgbClr val="EFCECA"/>
          </a:solidFill>
        </a:fill>
      </a:tcStyle>
    </a:band1V>
    <a:band2V>
      <a:tcTxStyle b="off" i="off"/>
      <a:tcStyle>
        <a:tcBdr/>
      </a:tcStyle>
    </a:band2V>
    <a:lastCol>
      <a:tcTxStyle b="on" i="off">
        <a:font>
          <a:latin typeface="Rockwell"/>
          <a:ea typeface="Rockwell"/>
          <a:cs typeface="Rockwell"/>
        </a:font>
        <a:schemeClr val="lt1"/>
      </a:tcTxStyle>
      <a:tcStyle>
        <a:tcBdr/>
        <a:fill>
          <a:solidFill>
            <a:schemeClr val="accent1"/>
          </a:solidFill>
        </a:fill>
      </a:tcStyle>
    </a:lastCol>
    <a:firstCol>
      <a:tcTxStyle b="on" i="off">
        <a:font>
          <a:latin typeface="Rockwell"/>
          <a:ea typeface="Rockwell"/>
          <a:cs typeface="Rockwell"/>
        </a:font>
        <a:schemeClr val="lt1"/>
      </a:tcTxStyle>
      <a:tcStyle>
        <a:tcBdr/>
        <a:fill>
          <a:solidFill>
            <a:schemeClr val="accent1"/>
          </a:solidFill>
        </a:fill>
      </a:tcStyle>
    </a:firstCol>
    <a:lastRow>
      <a:tcTxStyle b="on" i="off">
        <a:font>
          <a:latin typeface="Rockwell"/>
          <a:ea typeface="Rockwell"/>
          <a:cs typeface="Rockwell"/>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b="off" i="off"/>
      <a:tcStyle>
        <a:tcBdr/>
      </a:tcStyle>
    </a:seCell>
    <a:swCell>
      <a:tcTxStyle b="off" i="off"/>
      <a:tcStyle>
        <a:tcBdr/>
      </a:tcStyle>
    </a:swCell>
    <a:firstRow>
      <a:tcTxStyle b="on" i="off">
        <a:font>
          <a:latin typeface="Rockwell"/>
          <a:ea typeface="Rockwell"/>
          <a:cs typeface="Rockwell"/>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3194"/>
    <p:restoredTop sz="75703"/>
  </p:normalViewPr>
  <p:slideViewPr>
    <p:cSldViewPr snapToGrid="0">
      <p:cViewPr varScale="1">
        <p:scale>
          <a:sx n="59" d="100"/>
          <a:sy n="59" d="100"/>
        </p:scale>
        <p:origin x="192" y="680"/>
      </p:cViewPr>
      <p:guideLst/>
    </p:cSldViewPr>
  </p:slid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138" Type="http://schemas.openxmlformats.org/officeDocument/2006/relationships/viewProps" Target="viewProps.xml"/><Relationship Id="rId141"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4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136"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139"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137"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2.916"/>
    </inkml:context>
    <inkml:brush xml:id="br0">
      <inkml:brushProperty name="height" value="0.053" units="cm"/>
      <inkml:brushProperty name="color" value="#FF0000"/>
    </inkml:brush>
  </inkml:definitions>
  <inkml:trace contextRef="#ctx0" brushRef="#br0">11048 9577 8912,'-15'-12'0,"1"3"0,3 1 0,7 2 0,-4 10 0,10 6 0,2 7 0,2 2 0,1 0 0,-3 0 0,2 2 0,-2 2 0,-2 2 0,-2-4 0,0 2 0,0-2 0,0-2 0,0-2 0,0-5 0,-2-3 0,-2 1 0,-2-1 0,1-5 0,-3 4 0,6-8 0,-6 0 0,6 5 0,-3 1 0,3 0 0,-6-4 0,8 4 0,0-5 0,0 7 0,0-8 0,0 0 0,8 0 0,-4 0 0,7 0 0,2-2 0,10-4 0,0 3 0,12-9 0,5-1 0,17-10 0,6 2 0,12-8 0,5 1 0,10-7 0,0 1 0,-6-1 0,-5 7 0,-11-1 0,-22 10 0,-11 2 0,-20 7 0,-9 10 0,-12 0 0,-6 2 0,-10 4 0,-1 3 0,-12 9 0,-1 1 0,-14 2 0,0 2 0,-3-2 0,-4 0 0,-1 2 0,-1-4 0,-4 4 0,2-4 0,3-2 0,7 0 0,-1 0 0,10-1 0,13-5 0,6-1 0,12-5 0,3-3 0,10 6 0,6-10 0,9-4 0,4 2 0,13-7 0,5-2 0,12-10 0,9-12 0,1-9 0</inkml:trace>
  <inkml:trace contextRef="#ctx0" brushRef="#br0" timeOffset="1">13147 9284 8912,'0'-19'0,"0"-4"0,0 2 0,0-5 0,0-1 0,0 2 0,0 0 0,0 4 0,0 2 0,-1 2 0,-5 0 0,4 9 0,-4 8 0,6 17 0,6 19 0,5 14 0,5 11 0,1 14 0,0 7 0,-2 8 0,-9-42 0,0 1 0,2 5 0,-1 1 0,-1 2 0,0 1 0,0-3 0,1 0 0,0-1 0,-1-1 0,-1-3 0,0-2 0,3 38 0,-1-10 0,-1-13 0,-4-19 0,4-15 0,-4-16 0,-2-17 0,0-19 0,-8-11 0,-2-18 0</inkml:trace>
  <inkml:trace contextRef="#ctx0" brushRef="#br0" timeOffset="2">13836 9009 8912,'9'-17'0,"-1"-2"0,0-4 0,-6 4 0,5 6 0,-7 18 0,0 14 0,0 21 0,6 4 0,0 8 0,1 7 0,-1 4 0,4 4 0,7 2 0,0 0-178,0-1 1,0 9 177,1 3 0,3 4 0,-2 0 0,-4-2 0,0-1 0,-7-13 0,-2-5 0,-4-19 0,-18-19 0,-3-8 0</inkml:trace>
  <inkml:trace contextRef="#ctx0" brushRef="#br0" timeOffset="3">13354 9869 8912,'-12'0'0,"1"0"0,7-8 0,-2-3 0,14-6 0,9-6 0,18-6 0,18-11 0,16-8 0,-28 20 0,2 1 0,3 0 0,0 0 0,2-2 0,1 1 0,1 2 0,0 0-152,-4 3 1,0 0 0,36-11 151,-13 11 0,-10 12 0,-13 5 0,2 4 27,-8 2 1,-8 8 0,-7 1 0</inkml:trace>
  <inkml:trace contextRef="#ctx0" brushRef="#br0" timeOffset="4">14662 9525 8912,'-27'27'0,"-4"-8"0,8-8 0,-7-5 0,3 6 0,0 1 0,4 2 0,-1 4 0,1 4 0,0 6 0,5 11 0,7-2 0,0 8 0,7 0 0,0 4 0,10-3 0,11-1 0,2-10 0,10-1 0,-1-10 0,7-14 0,5-3 0,0-8 0,6-8 0,-6-3 0,-6-12 0,-7-6 0,0-3 0,0-3 0,-12 1 0,2-1 0,-11-5 0,0 0 0,-6-2 0,-6 2 0,-4 9 0,-7-3 0,-2 5 0,-4 1 0,2 3 0,-8 10 0,1 3 0,1 6 0,2 6 0,8 6 0,5 10 0,1 6 0,7 9 0,-3-4 0</inkml:trace>
  <inkml:trace contextRef="#ctx0" brushRef="#br0" timeOffset="5">15178 9697 8912,'-17'-17'0,"0"0"0,1 5 0,5 1 0,-4 7 0,7-2 0,-4 12 0,5 5 0,7 12 0,0 4 0,0 9 0,0 2 0,0 3 0,7 4 0,5-4 0,-3-1 0,3-6 0,-2 6 0,3-2 0,-4-3 0,-1-5 0,-2-9 0,-6 2 0,2-9 0,3-3 0,-3-7 0,6 2 0,-8-12 0,0-6 0,0-10 0,-6-5 0,1-10 0,-1-1 0,-2-2 0,4-8 0,-7 3 0,7-3 0,-2 2 0,-1-2 0,1 8 0,0-6 0,6 6 0,0 8 0,0 9 0,8 4 0,1 9 0,11 6 0,1 10 0,2 11 0,-1 8 0,-4 9 0,-1 6 0,0 1 0,0 4 0,1-4 0,-7 1 0,0-2 0,-5-6 0,6 0 0,-9-1 0,3-10 0,-2-6 0,0-5 0,2 1 0,-1-5 0,-5-8 0,0-12 0,2-11 0,4-6 0,-2-5 0,7-6 0,-1 4 0,1-4 0,5-2 0,-7 3 0,3 5 0,-1 3 0,1 10 0,-1-2 0,1 12 0,-7 11 0,7 11 0,-8 12 0,1 6 0,3 4 0,-2 1 0,5 2 0,-3 0 0,3 1 0,8-5 0,1-3 0,8 0 0,1-7 0,5-10 0,1-4 0,-1-8 0,6-2 0,0-4 0,-1-4 0,-9-9 0,-3-4 0,-2-5 0,-2-5 0,-6-1 0,-5-1 0,-1 1 0,-7 0 0,2-1 0,-6 3 0,-6 3 0,-4 6 0,-7 12 0,-2 3 0,-4 8 0,2 2 0,-8 4 0,6 11 0,-5 12 0,7 5 0,0 6 0,5 4 0,5 0 0,7 4 0,-2-8 0,6 2 0,6-2 0,11-6 0,12 1 0,11-3 0,6-9 0,4-2 0,3-9 0,1-7 0,-3-3 0,5-9 0,-12-10 0,7-10 0</inkml:trace>
  <inkml:trace contextRef="#ctx0" brushRef="#br0" timeOffset="6">17019 9422 8912,'-28'0'0,"1"0"0,0-2 0,0-4 0,4 4 0,-5-3 0,7 10 0,-2 7 0,9 11 0,5 7 0,1 8 0,4 8 0,4 4 0,6 2 0,4-1 0,7 1 0,0-3 0,0-3 0,1-4 0,-1-7 0,2-7 0,4 1 0,-4-16 0,4-1 0,-10-8 0,-1-4 0,-1 0 0,6-4 0,1-6 0,-1-7 0,-6-6 0,1 0 0,-1-5 0,6-13 0,-1 5 0,-5-4 0,3-2 0,-7 2 0,1 2 0,0 1 0,-3 11 0,-5 3 0,0 4 0,0 11 0,0 8 0,0 17 0,0 18 0,2 7 0,4 9 0,3-1 0,9-4 0,1-4 0,4-8 0,5-1 0,5-5 0,1-5 0,1-11 0,-1-5 0,1-7 0,-7-9 0,1-9 0,-8-6 0,2-11 0,-6-7 0,-5-4 0,-3-3 0,-3-3 0,-4-5 0,4 0 0,-5-1 0,-2 9 0,-3 3 0,-2 6 0,-2 5 0,3 7 0,3 10 0,-6 11 0,8 7 0,0 0 0</inkml:trace>
  <inkml:trace contextRef="#ctx0" brushRef="#br0" timeOffset="7">18069 9577 8912,'-34'17'0,"1"6"0,5 0 0,-5 1 0,6-1 0,0 6 0,5 4 0,2 1 0,3 0 0,8-1 0,3-5 0,6-1 0,6-4 0,3-6 0,8 0 0,3-1 0,2-11 0,-1-1 0,8-9 0,0-1 0,3-9 0,-3-6 0,-6-4 0,2-4 0,-2-5 0,-2-1 0,-10 1 0,-3 0 0,-8-1 0,0 1 0,0-1 0,-2-5 0,-4 0 0,-3 6 0,-8 7 0,-3 2 0,-3 4 0,4 10 0,-4 5 0,4 4 0,2 2 0,8 0 0,-7 8 0,7 1 0</inkml:trace>
  <inkml:trace contextRef="#ctx0" brushRef="#br0" timeOffset="8">18362 9611 8912,'17'0'0,"6"-2"0,0-4 0,5 4 0,-3-1 0,2 6 0,4 9 0,-1 3 0,-1 2 0,-4 2 0,-8 4 0,-2 2 0,-3 6 0,-7-4 0,-3-3 0,-9 5 0,-5-6 0,-11 0 0,-5-6 0,1-7 0,0-5 0,2-3 0,4-2 0,2-7 0,2-5 0,7-11 0,5-5 0,3-7 0,2-5 0,2-4 0,3-7 0,7 1 0,11 4 0,4-2 0,7 8 0,2 0 0,4-2 0,-3 11 0,3-3 0,2 11 0,-2 0 0,0 10 0,-5 1 0,-9 1 0,7-6 0,-6 0 0</inkml:trace>
  <inkml:trace contextRef="#ctx0" brushRef="#br0" timeOffset="9">19084 8940 8912,'-17'0'0,"0"0"0,0 0 0,7 0 0,3 2 0,7 6 0,0 9 0,0 10 0,0 9 0,0 10 0,1 8 0,5 14 0,2 1 0,5 2 0,-1 1 0,1 3 0,2 3 0,3-9 0,-7 2 0,1-14 0,-9-7 0,3-10 0,-4-4 0,-2-17 0,0-4 0</inkml:trace>
  <inkml:trace contextRef="#ctx0" brushRef="#br0" timeOffset="10">19480 9147 8912,'0'-12'0,"0"1"0,-2 7 0,-3-2 0,-5 4 0,-7 2 0,-8 4 0,-4 6 0,-3 9 0,-3 6 0,1 9 0,0 6 0,1 6 0,4-4 0,6 2 0,4 4 0,10 0 0,3-3 0,6 1 0,6-11 0,5 1 0,12-13 0,6 0 0,9-8 0,4-4 0,2-5 0,2-6 0,6-6 0,7-11 0,2-9 0</inkml:trace>
  <inkml:trace contextRef="#ctx0" brushRef="#br0" timeOffset="11">20840 9078 8912,'0'-34'0,"0"5"0,2 0 0,1-1 0,3-3 0,6 6 0,-5 6 0,3 6 0,3 4 0,4 7 0,6-2 0,-2 12 0,8 9 0,0 10 0,-2 9 0,3 14 0,-7 4 0,2-1 0,-2 7 0,-10 3 0,4 0 0,-1 2 0,-1 0 0,-5-6 0,-5 6 0,-12-7 0,-10 1 0,-18-2 0,-17 3 0,-9-12-251,-13-1 1,-5-8 250,-7-9 0,6-3 0,0-8 0,15-7 0,3-6 0,13-8 0,9-7 0,11-9 0,6-8 0,12-1 0,5-11 0,8-4 0,9-2 0,6-3 0,12-3 0,4 8 0,-5 4 0,5 11 125,1 6 0,-5 12 1,0 7-1,-1 10-125,-1 11 0,4 15 0,-8 14 0,7 10 0,-1 1 0,5 6 0,6-6 0,14 1-320,15-7 1,15-7 319,-36-23 0,1-2 0,1-4 0,0-3 0,-1-2 0,-1-3 0,46 3 0,-6-10 0,4 0 0,3 0 0</inkml:trace>
  <inkml:trace contextRef="#ctx0" brushRef="#br0" timeOffset="12">23042 9336 8912,'-1'9'0,"-5"-3"0,-6-2 0,-5 0 0,-6 2 0,4 1 0,-6-1 0,2 5 0,0 5 0,-5 10 0,7 7 0,3 9 0,5 8 0,9-3 0,-2 11 0,4-7 0,2-5 0,10-6 0,7-11 0,2-6 0,12-12 0,3-7 0,5-8 0,7-13 0,-6-12 0,7-11 0,-1-6 0,-11-5 0,-7-5 0,-8-1 0,-9 2 0,-11-5 0,-11 3 0,-18 2 0,-6 9 0,-16 6 0,-1 11 0,-9 6 0,4 12 0,-1 7 0,7 15 0,9 5 0,7 18 0,8-1 0,12 11 0,6-2 0,9-4 0,15-10 0,19 5 0,10-6 0</inkml:trace>
  <inkml:trace contextRef="#ctx0" brushRef="#br0" timeOffset="13">23765 9301 8912,'12'0'0,"-1"0"0,-7 0 0,4 8 0,-8 4 0,0 11 0,-2 5 0,-4 5 0,2 3 0,-7 4 0,-1 4 0,-5 8 0,2-3 0,1-1 0,3-6 0,-3-6 0,5 3 0,-3-11 0,9-9 0,-3-2 0,2-11 0,-2 0 0,4-14 0,-3-9 0,3-10 0,2-13 0,7-6 0,5-11 0,3-4 0,2-8 0,2 2 0,4 4 0,2 4 0,4 7 0,9 5 0,-3 7 0,3 7 0,-4 16 0,1 9 0,-1 8 0,-5 17 0,-1 18 0,-7 9 0,2 11 0,-3 4 0,-3 3 0,6-1 0,0 2 0,2 2 0,-3-8 0,5-7 0,8-10 0,7-4 0,2-2 0</inkml:trace>
  <inkml:trace contextRef="#ctx0" brushRef="#br0" timeOffset="14">26123 8769 8912,'-44'0'0,"-4"-6"0,10-2 0,3 0 0,5 1 0,9 5 0,-2 13 0,-2 9 0,4 16 0,4 6 0,3 9 0,10 16 0,-1 14 0,3 3 0,2 2 0,2-8 0,3-2 0,7-1 0,3-1 0,4 1 0,4-6 0,-4-8 0,4-4 0,-5-11 0,-7-6 0,-3-11 0,-8-5 0</inkml:trace>
  <inkml:trace contextRef="#ctx0" brushRef="#br0" timeOffset="15">25658 8854 8912,'-25'-17'0,"6"-2"0,8-2 0,3-2 0,10-5 0,9 5 0,20-6 0,11 6 0,14 2 0,12 2 0,5 4 0,13 3 0,4 5-245,-39 6 1,1 2-1,0 2 1,-1 1 244,2 1 0,-2 2 0,29 16 0,-13 5 0,-17 7 117,-16 5 1,-15 0-118,-13 11 0,-14-7 0,-9 14 0,-12-9 0,-17 9 0,-9 3-157,19-29 1,-3-1 0,1-1 0,-2-1 156,-3 0 0,0-1 0,0-1 0,0 0 0,1-1 0,0-1 0,-38 25 0,5-4 0,20-12 0,-5 1 0,9-12 0,-9-4 0</inkml:trace>
  <inkml:trace contextRef="#ctx0" brushRef="#br0" timeOffset="16">26725 9422 8912,'6'42'0,"0"-8"0,-3-7 0,-1-2 0,-2 2 0,0 7 0,0 0 0,0 1 0,0 1 0,0 4 0,0-4 0,0 5 0,2-11 0,4-1 0,-4-2 0,4 1 0,1-3 0,-1-8 0,0-7 0,-6-3 0,0-7 0</inkml:trace>
  <inkml:trace contextRef="#ctx0" brushRef="#br0" timeOffset="17">26863 8958 8912,'-42'7'0,"5"-3"0,-3 8 0,6-7 0,5 5 0,8-1 0,8 1 0,5-6 0,8 11 0,10-13 0,7 4 0,2-4 0,8-2 0,-1 0 0,1 0 0,-6 0 0,2 0 0,-4-8 0,-1-4 0,-3 3 0,-4-3 0,-3 1 0,-10-4 0,-4 3 0,-9 5 0,-10 7 0,0 0 0,0 0 0,-5 7 0,3 3 0</inkml:trace>
  <inkml:trace contextRef="#ctx0" brushRef="#br0" timeOffset="18">27276 9336 8912,'9'8'0,"-3"-7"0,-12 5 0,-3-4 0,-14 4 0,0 1 0,2 3 0,2 3 0,-4 5 0,0 4 0,0-1 0,6 8 0,1 0 0,5 5 0,3-5 0,8-2 0,0-3 0,0-3 0,2-3 0,4-7 0,3-3 0,9-8 0,1-8 0,4-3 0,-2-10 0,7-2 0,-7-8 0,2 2 0,-3-1 0,-3-1 0,0 5 0,0 1 0,0 2 0,1 6 0,-3-1 0,-4 1 0,5 8 0,-7 1 0,3 16 0,-1 3 0,-5 10 0,5 2 0,-5 2 0,6-4 0,-1 2 0,-1-2 0,5-2 0,-4-2 0,5-7 0,1-5 0,8 5 0,2 0 0</inkml:trace>
  <inkml:trace contextRef="#ctx0" brushRef="#br0" timeOffset="19">27844 9284 8912,'2'-17'0,"3"0"0,3 0 0,3 0 0,10 5 0,-3 1 0,5 7 0,0-2 0,-2 2 0,5 0 0,-1-1 0,-4 1 0,-2 4 0,-1 6 0,-1-3 0,0 9 0,-7-6 0,-5 5 0,-3 2 0,-2 10 0,-2-2 0,-3 8 0,-11-6 0,-7 6 0,-2-6 0,2 5 0,4-1 0,-4 3 0,4-3 0,2-2 0,0-2 0,0-6 0,7 0 0,4 1 0,4-7 0,2 1 0,0-9 0,2 7 0,6-6 0,7 1 0,6-1 0,10 0 0,-2 2 0,9 3 0,2 9 0,2 4 0,-2 1 0,-2 14 0,8-3 0,-7 12 0,-1 0 0,-9 3 0,-12 3 0,-8-6 0,-9 0 0,-9-8 0,-8 2 0,-8-6 0,-10-5 0,-5 2 0,-2-8 0,0-2 0,0-2 0,4-8 0,9 1 0,-2-9 0,8 3 0,2-6 0,10-6 0,-2-5 0,7-12 0,0-4 0,6-7 0,6-6 0,0 0 0,13-8 0,-2 2 0,6-6 0,0-5 0,4-4 0,7-8 0</inkml:trace>
  <inkml:trace contextRef="#ctx0" brushRef="#br0" timeOffset="20">29014 9164 8912,'17'-8'0,"0"1"0,0-5 0,1-1 0,1 7 0,2 2 0,2 2 0,2-3 0,-2-1 0,-4 0 0,4 6 0,-4 6 0,-2 0 0,-7 9 0,-5 0 0,-5 8 0,-5 4 0,-7 2 0,-11 5 0,-4 0 0,-7 1 0,-1-1 0,1 0 0,0 1 0,-1-1 0,7-7 0,1-4 0,4-4 0,8-2 0,-3 0 0,16 1 0,-3-3 0,10-4 0,13 3 0,10-9 0,11 7 0,3-4 0,0 1 0,0 4 0,6 5 0,-3 5 0,-1-2 0,2 7 0,-9 1 0,-3 5 0,-3 1 0,-12-3 0,-6-1 0,-3-3 0,-6-7 0,-10 2 0,-6 0 0,-11-6 0,-3 4 0,-9-9 0,-7-3 0,-4 3 0,-3-8 0,-3 1 0,6-3 0,0-2 0,6 0 0,-6 0 0,10 0 0,1-2 0,10-1 0,6-3 0,10-13 0,3 2 0,19-20 0,7 1 0</inkml:trace>
  <inkml:trace contextRef="#ctx0" brushRef="#br0" timeOffset="21">30253 9319 8912,'9'-42'0,"1"7"0,-4 1 0,-4 1 0,1 12 0,-6 6 0,-13 6 0,-7 9 0,-7 1 0,1 5 0,-3 11 0,-3 12 0,6 5 0,1 7 0,7-3 0,-2 8 0,6-8 0,5 2 0,6-4 0,5-1 0,2-9 0,5-3 0,4-4 0,7-1 0,2-9 0,4-3 0,4-4 0,9-4 0,2-6 0,2-9 0,6-2 0,-5-10 0,-1 6 0,-6-5 0,-1 7 0,-5-2 0,3 4 0,-8 1 0,-8 1 0,0 8 0,-11 9 0,8 11 0,-7 6 0,9 4 0,3 4 0,4 2 0,17-4 0,2 6 0,8-14 0,4 2 0,7-11 0,4-1 0,4-18 0,2-6 0</inkml:trace>
  <inkml:trace contextRef="#ctx0" brushRef="#br0" timeOffset="22">15040 11605 8912,'-28'12'0,"-1"-1"0,-3 1 0,-7 1 0,-5 4 0,-2 8 0,1 6 0,1 18 0,-4 11 0,4 12 0,2 14 0,3 0 0,11 6 0,7-4 0,7-2 0,1 9 0,7-1 0,2-8 0,2-6 0,4-7 0,4-10 0,6-10 0,3-11 0,12-17 0,7-19 0,1-12 0,7-4 0</inkml:trace>
  <inkml:trace contextRef="#ctx0" brushRef="#br0" timeOffset="23">15316 12173 8912,'-25'5'0,"-2"1"0,-2-2 0,1-2 0,-1-2 0,-5 0 0,-3 4 0,1 5 0,0 10 0,3 6 0,10 6 0,0 9 0,6 4 0,6 7 0,3 1 0,10 0 0,4-3 0,5-3 0,6-6 0,6-11 0,-2-6 0,8-12 0,-6-3 0,4-8 0,-1-4 0,1-7 0,-4-5 0,6-18 0,-8 1 0,2-12 0,-6 5 0,-4-6 0,-3-2 0,-2-2 0,-3-7 0,-5 0 0,0 5 0,0 6 0,0 0 0,0-3 0,-2 3 0,-3 6 0,1 13 0,-8 10 0,9 7 0,-5 14 0,8 8 0,2 14 0,4 20 0,5 6 0,4 5 0,3-2 0,-1 8 0,-6-7 0,1 1 0,-1-1 0,6 1 0,-1-11 0,-5 0 0,4-10 0,-3-7 0,-3-5 0,3-6 0,-1-11 0,7-7 0,-1-9 0,0-14 0,0-6 0,0-11 0,-1 2 0,-5-6 0,-5 0 0,-4 0 0,4 6 0,-1-2 0,1 3 0,-6 3 0,0 7 0,0 4 0,0 4 0,0 10 0,0 3 0,0 12 0,0 5 0,0 12 0,6-2 0,1 6 0,3-1 0,3 1 0,3 0 0,1 2 0,0-5 0,0-6 0,1-1 0,-1 0 0,0-6 0,0 1 0,6-8 0,0 2 0,0-6 0,-6-6 0,2-4 0,4-7 0,-9-6 0,3 0 0,-10-2 0,3 4 0,-2-2 0,-4 2 0,-3 2 0,-1 2 0,0 6 0,0-1 0,0 8 0,0-3 0,0 16 0,0 8 0,8 3 0,4 8 0,5-5 0,6 6 0,-4-6 0,4 5 0,-2-7 0,0 0 0,4-5 0,1-5 0,1-7 0,2 2 0,3-12 0,-3-5 0,-4-7 0,-2-5 0,-6 2 0,-5-7 0,1 1 0,-7-2 0,-1-1 0,-5 7 0,-7 6 0,-5 5 0,-3 8 0,-2-1 0,-6 5 0,0 7 0,2 9 0,2 5 0,7 9 0,1-1 0,7 3 0,-2 3 0,4-3 0,2-3 0,10 1 0,7-7 0,10-2 0,13-9 0,6-5 0,11-7 0,4-7 0,16-18 0,1-11 0</inkml:trace>
  <inkml:trace contextRef="#ctx0" brushRef="#br0" timeOffset="24">17897 12087 8912,'11'0'0,"-1"-2"0,-2-4 0,-4 18 0,-8 3 0,-2 12 0,2 9 0,-4 16 0,3 3 0,-1 8 0,-2 8 0,6 1 0,-3-3 0,3-2 0,2-4 0,0 0 0,2-13 0,2-10 0,1-8 0,9-17 0,-3 3 0,4-13 0,3 1 0,-1-19 0,0-6 0</inkml:trace>
  <inkml:trace contextRef="#ctx0" brushRef="#br0" timeOffset="25">18413 12207 8912,'-2'10'0,"-3"-5"0,1-1 0,-8 2 0,9 4 0,-5 7 0,2 2 0,0 4 0,1 3 0,5 9 0,2-1 0,3 1 0,5-1 0,7 0 0,6-7 0,2-6 0,2-7 0,3-9 0,5-10 0,5-7 0,-10-11 0,5-5 0,-14-7 0,-4-5 0,-2 4 0,-9-4 0,-8 3 0,-9 3 0,-12 1 0,-6 5 0,-9-1 0,-2 12 0,-6-2 0,4 13 0,2 4 0,3 6 0,1 2 0,13 11 0,2-9 0,9 9 0,5-4 0,7 4 0</inkml:trace>
  <inkml:trace contextRef="#ctx0" brushRef="#br0" timeOffset="26">19291 11623 8912,'17'0'0,"-7"-8"0,-5-4 0,3 3 0,-2-3 0,-8 9 0,-2 5 0,-7 15 0,5 15 0,-4 16 0,1 9 0,-1 12 0,4 9 0,-5 14 0,1 4-205,5-45 0,-1 1 0,-2 2 0,1 1 205,0-1 0,2 1 0,1-2 0,1 1 0,-1-5 0,2-1 0,0 38-78,2-12 1,0-11 77,0-5 0,2-14 0,2-10 0,3-11 0,3-10 0,-6-5 0,7-12 0,1-7 0,7-8 0</inkml:trace>
  <inkml:trace contextRef="#ctx0" brushRef="#br0" timeOffset="27">19790 12018 8912,'0'-17'0,"0"0"0,0 7 0,0 33 0,0 8 0,0 28 0,0 0 0,0 4 0,0 4 0,0 2 0,0-1 0,0 1 0,0 0 0,0 0 0,6-8 0,-1-4 0,9-11 0,-3-6 0,5-11 0,1-4 0</inkml:trace>
  <inkml:trace contextRef="#ctx0" brushRef="#br0" timeOffset="28">20100 12018 8912,'9'2'0,"-1"2"0,0 1 0,-7 1 0,15-8 0,-3-3 0,8-7 0,8-3 0,9-4 0,2-4 0,14 2 0,-3-8 0,5 0 0,-4-5 0,-1 2 0,-1 1 0,-4 6 0,-6 6 0,-11 0 0,-6 13 0,-12 1 0,2 14 0,-7 8 0,-2 10 0,-10 13 0,4 10 0,-3 7 0,-3 6 0,2-6 0,-7 8 0,1-2 0,3 4 0,-3 2 0,7-6 0,-7 0 0,8-7 0,-3 3 0,1-4 0,0-3 0,0-10 0,6-14 0,-5-7 0,-1 2 0,0-11 0,6-12 0,-7-10 0,-3-7 0</inkml:trace>
  <inkml:trace contextRef="#ctx0" brushRef="#br0" timeOffset="29">20323 12173 8912,'-9'7'0,"1"-5"0,12 4 0,8-12 0,16-3 0,24-8 0,15-6 0,13-2 0,6 0 0,6 0 0,-45 11 0,1-1 0,4 4 0,0 0 0,-1-1 0,1 1 0,0 2 0,-1 0 0</inkml:trace>
  <inkml:trace contextRef="#ctx0" brushRef="#br0" timeOffset="30">21012 10763 8912,'9'-8'0,"14"4"0,2-5 0,15 5 0,18 12 0,11 17 0,17 20 0,-40-16 0,1 2 0,1 3 0,0 4 0,0 5 0,-1 4-588,1 4 1,-4 5-1,-4 7 1,-3 4 587,-4 0 0,-3 3 0,-3 9 0,-6 3 0,-8-1 0,-5 0 0,-4 3 0,-5 0 0,-2 4 0,-7 0 0,-7 0 0,-6 0 0,6-25 0,-2 0 0,-2 0 0,-5 2 0,-2 0 0,-1 0 0,-1 2 0,-2 0 0,-1-1 0,-1-2 0,-2-2 0,1 0 0,-1-3 0,-1 1 0,1-2 0,1 0 0,1-1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3.223"/>
    </inkml:context>
    <inkml:brush xml:id="br0">
      <inkml:brushProperty name="height" value="0.053" units="cm"/>
      <inkml:brushProperty name="color" value="#FF0000"/>
    </inkml:brush>
  </inkml:definitions>
  <inkml:trace contextRef="#ctx0" brushRef="#br0">2272 2837 8912,'-18'-10'0,"7"-3"0,-1 7 0,1-5 0,-6 5 0,0 2 0,-3 4 0,-1 6 0,-2 5 0,2 5 0,0 10 0,-2 9 0,4 7 0,-4 9 0,4 1 0,2 0 0,7 7 0,5 4 0,3-4 0,2-2 0,0-11 0,0-6 0,6-3 0,-1-3 0,11-9 0,1-8 0,0-2 0,8-9 0,-2-2 0,0-2 0,5-10 0,-5-3 0,2-7 0,-2-4 0,-2-3 0,8-4 0,-14-1 0,2 7 0,-5-6 0,-1 6 0,-1 2 0,-4 10 0,-4-5 0,5 14 0,-7-3 0,0 10 0,0 7 0,0 11 0,0-2 0,0 5 0,0 1 0,0 0 0,0 0 0,0 1 0,8-3 0,3-8 0,7 1 0,4-1 0,-1-8 0,8-3 0,0-4 0,5-2 0,-1-8 0,-5-3 0,3-4 0,-8-3 0,0-1 0,-6-4 0,-2 4 0,-3-4 0,1 4 0,-7 2 0,0 0 0,-6 0 0,0 5 0,0 1 0,0 7 0,-8-4 0,6 10 0,-4 4 0,5 3 0,1 9 0,5 5 0,1 0 0,7 5 0,-1-5 0,-3 0 0,3-6 0,-1 0 0,7 1 0,1-1 0,4 0 0,-4-7 0,4-5 0,-4-3 0,-2-2 0,0 0 0</inkml:trace>
  <inkml:trace contextRef="#ctx0" brushRef="#br0" timeOffset="1">2736 3112 8912,'-27'-8'0,"3"-1"0,6-8 0,9 7 0,3-3 0,12 7 0,5 2 0,12 2 0,6 2 0,3 0 0,3 0 0,-1 0 0</inkml:trace>
  <inkml:trace contextRef="#ctx0" brushRef="#br0" timeOffset="2">3046 3284 8912,'15'17'0,"-1"0"0,-5 0 0,-1 1 0,-2-7 0,-6 1 0,0 3 0,0 6 0,0-2 0,0 4 0,5-4 0,3-2 0,2 0 0,3 1 0,2-7 0,2 1 0,1-7 0,-1 7 0,0-8 0,0 1 0,0-3 0,1-2 0,-7-7 0,1-5 0,-3-5 0,3-6 0,-3 2 0,-5-8 0,2 1 0,-2 1 0,-3-6 0,-1 5 0,8 3 0,-6-8 0,6 7 0</inkml:trace>
  <inkml:trace contextRef="#ctx0" brushRef="#br0" timeOffset="3">3648 3387 8912,'-5'12'0,"-3"-3"0,-2-1 0,5-3 0,-7-5 0,10-1 0,2-5 0,8-6 0,9-11 0,6 2 0,0-7 0,0-1 0,2 2 0,-6-5 0,4 3 0,-4 2 0,-2-1 0,-7 7 0,-5-2 0,-3 4 0,-2 2 0,-3 7 0,-9 4 0,1 6 0,-14 6 0,0 7 0,-4 8 0,4 6 0,2 8 0,-1 1 0,2 2 0,5 4 0,4 2 0,9-6 0,-2 2 0,8-9 0,10-2 0,1-8 0,16 1 0,-6-10 0,5-6 0,7-4 0,5-4 0,-2-4 0,-1-6 0,-9-3 0,1-2 0,-6-2 0,6-4 0,-8 4 0,2-4 0,-10 4 0,-2 2 0,-7-1 0,2 1 0,-4 8 0,-2 1 0,0 8 0,0 8 0,0 3 0,0-1 0,0 1 0,0-7 0,0 11 0,0-13 0,0 6 0,2-10 0,3-4 0,3-5 0,4-12 0,5 2 0,-2-6 0,6 0 0,0 1 0,4 5 0,-2-2 0,2 9 0,-2 3 0,-4 7 0,4-2 0,2 12 0,-2 5 0,-2 12 0,-8 6 0,-1 4 0,1 1 0,-4 0 0,3 1 0,-6-7 0,5 1 0,-7-8 0,11 11 0,-5-5 0</inkml:trace>
  <inkml:trace contextRef="#ctx0" brushRef="#br0" timeOffset="4">5025 3060 8912,'-10'18'0,"5"-1"0,3-6 0,2 1 0,0-8 0,2 3 0,3-7 0,5 0 0,7 0 0,0 0 0,8 8 0,2 1 0</inkml:trace>
  <inkml:trace contextRef="#ctx0" brushRef="#br0" timeOffset="5">5094 3542 8912,'-8'17'0,"-1"-7"0,-9-3 0,9-9 0,3-3 0,4-5 0,2-9 0,2-2 0,4-2 0,3 0 0,9-2 0,-1-2 0</inkml:trace>
  <inkml:trace contextRef="#ctx0" brushRef="#br0" timeOffset="6">6539 3043 8912,'-5'12'0,"-3"-3"0,-2-1 0,-3-4 0,3-2 0,-1-2 0,-1-2 0,-5-4 0,0-6 0,0-3 0,0-2 0,-2 2 0,-4 3 0,2-1 0,-6 7 0,0 2 0,0 2 0,4 12 0,-5 7 0,-1 10 0,-4 15 0,5 10 0,5 9 0,4 7 0,1 7 0,3-4 0,4 3 0,5-7 0,4-10 0,10-9 0,3-19 0,6-6 0,6-12 0,-2-5 0,8-14 0,2-9 0,1-10 0,8-13 0,0-6 0,1-9 0,-7-2 0,-7-8 0,-4 2 0,-4-12 0,-2-5 0,-7 1 0,-5 1 0,-5 2 0,-5 3 0,-5 6 0,-7 10 0,5 9 0,1 20 0,5 10 0,-5 13 0,7 12 0,-2 10 0,6 12 0,6 9 0,2 14 0,3 11 0,4 6 0,-3 5 0,3-3-144,2 3 1,2-3 143,4-2 0,-4-4 0,6-6 0,-2-9 0,0-6 0,0-12 0,-6-9 0,1-4 0,-1-2 0,-8-7 0,-1-10 0,-8-10 0,0-7 0</inkml:trace>
  <inkml:trace contextRef="#ctx0" brushRef="#br0" timeOffset="7">7142 3250 8912,'-27'0'0,"2"0"0,2-2 0,0-4 0,-2 2 0,2-7 0,4 5 0,-6-4 0,2 3 0,0 3 0,0 2 0,6 4 0,0 4 0,2 9 0,3 8 0,3 7 0,5-3 0,-2 2 0,2-1 0,2 1 0,2 5 0,2-7 0,4-4 0,-2-6 0,7-5 0,-5 1 0,6-7 0,1-4 0,2-6 0,2-6 0,1-7 0,5-2 0,0-4 0,0-4 0,-6-7 0,0 5 0,0 1 0,-2 7 0,-1-2 0,-5 4 0,-1 2 0,5 5 0,-1 1 0,-4 7 0,5-2 0,-7 12 0,1 3 0,-1 9 0,-4-1 0,6 0 0,-3 0 0,1 0 0,7 0 0,-1 1 0,3-1 0,2-8 0,1-3 0,-1-4 0,0-2 0,0 0 0</inkml:trace>
  <inkml:trace contextRef="#ctx0" brushRef="#br0" timeOffset="8">7417 2837 8912,'11'2'0,"1"4"0,-6-3 0,5 9 0,-7 1 0,2 10 0,-10 4 0,-4 7 0,1 3 0,-1 3 0,-4 4 0,7 7 0,-3 1 0,4-1 0,-2 1 0,3-1 0,1-9 0,2-7 0,0-1 0,7-15 0,3 6 0</inkml:trace>
  <inkml:trace contextRef="#ctx0" brushRef="#br0" timeOffset="9">7262 3353 8912,'-17'-2'0,"2"-4"0,3-5 0,-1 1 0,7-1 0,2 5 0,10-6 0,11 7 0,14-7 0,7 1 0,8 1 0,5-5 0,7 3 0,3-1 0,8 2 0,0-5 0,-1 5 0,-1-4 0,-3-3 0,-9 3 0,-7 4 0,-6-5 0,-15 14 0,-18-5 0,-15 7 0,-9 5 0,-8 1 0,2 8 0,-8-3 0,7 4 0,-5 3 0,2-1 0,4 0 0,2 6 0,2 0 0,1 0 0,5-6 0,-3 6 0,7 0 0,-1-2 0,0-2 0,3-2 0,5 0 0,0-5 0,0-1 0,7-7 0,5 2 0,3-4 0,2-2 0,1-6 0,1-2 0,2-1 0,2-5 0,0-1 0,-6-2 0,0 5 0,0 1 0,0 1 0,1-1 0,-1-2 0,0 7 0,0 0 0,0 6 0,1 0 0,-1 0 0,0-8 0,0 7 0,0-5 0,8-4 0,2 1 0</inkml:trace>
  <inkml:trace contextRef="#ctx0" brushRef="#br0" timeOffset="10">8346 2940 8912,'-7'10'0,"-5"3"0,-11-7 0,4 7 0,-4-1 0,-2 10 0,2 7 0,0 4 0,6 1 0,2 0 0,3 1 0,5-1 0,7 1 0,7-3 0,5-3 0,5-3 0,6-3 0,4-4 0,5 2 0,-1-5 0,-2-5 0,-7-1 0,7 1 0,-8 4 0,2-3 0,-11-3 0,-7 3 0,-3-6 0,-4 5 0,-3 1 0,-7-3 0,-3 5 0,-2-9 0,-6 7 0,0-7 0,-8 1 0,12-13 0,-6-3 0</inkml:trace>
  <inkml:trace contextRef="#ctx0" brushRef="#br0" timeOffset="11">8518 3284 8912,'10'9'0,"-2"-1"0,-8-8 0,0 2 0,0 4 0,1-4 0,5 3 0,6-3 0,3-4 0,2-3 0,0 1 0,1-8 0,6-1 0,3-8 0,2-4 0,0-2 0,-8 4 0,2-5 0,-12 7 0,-5-2 0,-4 2 0,-2-2 0,-4 11 0,-8 1 0,-1 7 0,-16 4 0,1 8 0,-7 5 0,3 8 0,3 8 0,-2 5 0,8 6 0,1-1 0,4 6 0,3-4 0,4 2 0,7 0 0,8-5 0,7-2 0,12-2 0,0-9 0,11-8 0,-3-7 0,11-10 0,0-2 0,4-4 0,-4-9 0,-2-8 0,-4-13 0,-1 1 0,-1-8 0,1 2 0,-9-6 0,-3 1 0,-3 2 0,-3-4 0,-2-2 0,-3 1 0,-5-7 0,-7 11 0,0-3 0,0 2 0,0 6 0,0 11 0,0 10 0,0 8 0,0 9 0,0 2 0,0 9 0,0 14 0,0 8 0,0 7 0,0 6 0,0 7 0,0 7 0,0-1 0,0 2 0,0-1 0,0-5 0,0 4 0,0-5 0,0-6 0,8 2 0,3-8 0,5-6 0,1-5 0,6-10 0,0-2 0,0-7 0,-6-10 0</inkml:trace>
  <inkml:trace contextRef="#ctx0" brushRef="#br0" timeOffset="12">8983 3232 8912,'-6'-17'0,"2"0"0,6 0 0,14 0 0,12-1 0,7-5 0,7-1 0,9-1 0,11 0 0,4-6 0,11-3 0,1-10 0</inkml:trace>
  <inkml:trace contextRef="#ctx0" brushRef="#br0" timeOffset="13">10342 2287 8912,'-17'0'0,"0"0"0,0 0 0,0 0 0,-8 0 0,-4 0 0,2 4 0,-1 5 0,-3 12 0,-2 10 0,-1 1 0,0 16 0,1 3 0,4 5 0,-1 9 0,7-2 0,2-10 0,9-1 0,5-12 0,7 0 0,0-5 0,0-7 0,2-3 0,3-8 0,-1-7 0,8-4 0,-7-5 0,7-1 0,-1 0 0,7 0 0,5-7 0,1-5 0,1-3 0,0-2 0,4 5 0,-6 1 0,2-1 0,-2-5 0,-4 8 0,4 3 0,-10 4 0,-2 2 0,-5 0 0,4 2 0,-3 4 0,-1 5 0,-6 12 0,-6-4 0,1 4 0,-7 2 0,6-2 0,-5 6 0,3-7 0,1-1 0,-1-1 0,2-3 0,6 0 0,0 0 0,0 0 0,0 1 0,0-1 0,2-2 0,4-4 0,4 5 0,7-7 0,0 9 0,-6-1 0,1 0 0,-6 2 0,3 2 0,1 2 0,-1-2 0,-5 4 0,2-2 0,-4 2 0,-2-3 0,0-2 0,0 2 0,-6 3 0,-2-4 0,1-3 0,-1-5 0,-5-2 0,11-1 0,-6-2 0,8-24 0,8-3 0,1-15 0</inkml:trace>
  <inkml:trace contextRef="#ctx0" brushRef="#br0" timeOffset="14">10583 2837 8912,'16'-2'0,"-3"-4"0,-2-5 0,-7 1 0,2-1 0,-4 5 0,0-4 0,4 3 0,5 3 0,-1 2 0,1 2 0,2 0 0,10 0 0,-3 4 0,3 5 0,-4 9 0,-2 1 0,-2 6 0,-3-2 0,1 7 0,-7-1 0,-1 3 0,-5 3 0,-9-7 0,-8 1 0,-1 0 0,-6 3 0,1-3 0,0-6 0,-6-4 0,6-2 0,0-8 0,6-3 0,0-4 0,0-2 0</inkml:trace>
  <inkml:trace contextRef="#ctx0" brushRef="#br0" timeOffset="15">11048 2699 8912,'-8'16'0,"-3"-5"0,1-1 0,-1-5 0,-1 3 0,-5 3 0,-6 7 0,0-1 0,0 2 0,8 10 0,2 1 0,1 3 0,8 7 0,-1 0 0,3 8 0,2-3 0,2-2 0,5-3 0,9-6 0,5-5 0,7 1 0,-5-7 0,6-8 0,-6-9 0,7-4 0,-3-2 0</inkml:trace>
  <inkml:trace contextRef="#ctx0" brushRef="#br0" timeOffset="16">11358 3146 8912,'0'29'0,"0"-2"0,0-1 0,0 1 0,-6-6 0,0 2 0,1 4 0,5 2 0,0-5 0,0-1 0,0 2 0,0-2 0,1 0 0,5-6 0,6-2 0,3-3 0,-4-4 0,1-8 0,-1 0 0,7 0 0,-1-8 0,0-9 0,0-10 0</inkml:trace>
  <inkml:trace contextRef="#ctx0" brushRef="#br0" timeOffset="17">11547 2854 8912,'-25'0'0,"6"0"0,-4 0 0,-2-6 0,2 1 0,0-1 0,6 6 0,0-6 0,0 0 0,0 3 0,7-1 0,4-2 0,4 4 0,2-6 0,10 8 0,5 0 0,8 0 0,4 0 0,-6 0 0,11-7 0,-5-3 0</inkml:trace>
  <inkml:trace contextRef="#ctx0" brushRef="#br0" timeOffset="18">11805 2493 8912,'-9'-8'0,"-5"-7"0,8-8 0,1 0 0,5 6 0,0 0 0,0 0 0,7 5 0,5 1 0,3 7 0,4-2 0,2 4 0,2 2 0,2 10 0,-2 7 0,-4 6 0,4 6 0,-6 9 0,-5-4 0,-3 4 0,-5-1 0,2 1 0,-2 2 0,-2 0 0,-2-5 0,0-3 0,0-3 0,0 3 0,0-3 0,0-4 0,0-2 0,-6-4 0,0-2 0,0 0 0,5-2 0,-5-3 0,4 3 0,-4-13 0,12 4 0,-4-4 0,13-2 0,-5 0 0,1 0 0,1 0 0,-9 7 0,3 5 0,-4 5 0,-2 6 0,0-2 0,0 7 0,0 3 0,0 9 0,0 2 0,0 4 0,0 4 0,0-4 0,0 3 0,0 3 0,0 3 0,0-3 0,0 1 0,-2-11 0,-4 0 0,-5 0 0,-4-2 0,-3-5 0,-4-8 0,-1-4 0,-6-4 0,6-2 0,-8-2 0,3-3 0,-3-5 0,0-7 0,5 0 0,1 0 0,2-7 0,6-5 0,7-11 0,4-5 0,4-5 0,2-1 0</inkml:trace>
  <inkml:trace contextRef="#ctx0" brushRef="#br0" timeOffset="19">12493 3473 8912,'0'11'0,"0"1"0,0-8 0,0 5 0,0-3 0,0-4 0,0 13 0,0-3 0,6 3 0,0 2 0,2-5 0,-3-1 0,-3 1 0,14 5 0,-7 0 0,8 0 0</inkml:trace>
  <inkml:trace contextRef="#ctx0" brushRef="#br0" timeOffset="20">12631 3164 8912,'-11'-6'0,"-1"0"0,6-2 0,-5 3 0,7 1 0,-2-8 0,5 7 0,1-7 0,0-1 0,9 5 0,8 2 0,8-1 0,10 1 0,7 0 0,4 6 0,3-5 0,3-1 0,7-7 0,2 3 0</inkml:trace>
  <inkml:trace contextRef="#ctx0" brushRef="#br0" timeOffset="21">13010 3387 8912,'-10'0'0,"4"-2"0,12-4 0,4 3 0,7-9 0,6 8 0,0-3 0,0 1 0,2 0 0,-6 0 0,6 6 0</inkml:trace>
  <inkml:trace contextRef="#ctx0" brushRef="#br0" timeOffset="22">13061 3593 8912,'-11'10'0,"1"-2"0,3-1 0,1-5 0,29-10 0,-8-1 0,20-10 0,-3 5 0,1 1 0,1-10 0,0 4 0,1-6 0</inkml:trace>
  <inkml:trace contextRef="#ctx0" brushRef="#br0" timeOffset="23">13853 3026 8912,'-8'10'0,"6"5"0,-3-4 0,3 1 0,2 5 0,-6-2 0,0 14 0,1 1 0,5 9 0,0 3 0,0 2 0,0-6 0,0 2 0,5 0 0,1-6 0,15 5 0,-2-13 0</inkml:trace>
  <inkml:trace contextRef="#ctx0" brushRef="#br0" timeOffset="24">12597 1994 8912,'-12'8'0,"3"4"0,1 3 0,4 4 0,2 4 0,2-2 0,0 6 0,0-1 0,0 1 0,0-6 0,0 2 0,0-4 0,0-2 0,2-1 0,4-5 0,-2-5 0,5-12 0,-1-5 0,-4-5 0,3-9 0,-1-3 0,2-7 0,-2-3 0,3-2 0,1 2 0,3 7 0,-7 3 0,7 7 0,-1-2 0,3 9 0,2 3 0,0 9 0,1 2 0,5 15 0,1 14 0,3 5 0,4 6 0,1 4 0,3 8 0,1-2 0,4-5 0,12-3 0,9-7 0</inkml:trace>
  <inkml:trace contextRef="#ctx0" brushRef="#br0" timeOffset="25">15453 2802 8912,'18'-7'0,"-7"5"0,-1-6 0,-1 3 0,-1-3 0,-1-2 0,-3-3 0,-2 3 0,-2-1 0,0-2 0,0-3 0,-2-1 0,-3 0 0,1 2 0,-6 1 0,1 3 0,-1-3 0,4 7 0,-5 1 0,-3 4 0,-1 4 0,0 6 0,1 9 0,3 10 0,0 5 0,-7 3 0,7 5 0,1 0 0,1-2 0,-1-2 0,6-7 0,-1 0 0,3-8 0,2 2 0,0-4 0,0-2 0,7-8 0,5-3 0,3-6 0,2-6 0,6-11 0,0-11 0,0 1 0,-6-2 0,1-5 0,-1-6 0,-2-1 0,-3 7 0,-5 7 0,-7 4 0,6 4 0,0 2 0,-1 8 0,-5 3 0,0 12 0,0 5 0,2 6 0,4 6 0,-2-4 0,5 4 0,1-4 0,0-2 0,1-1 0,6-5 0,2 3 0,4-9 0,-4 1 0,4-6 0,2-2 0,-2-4 0,6-5 0,-6-12 0,0 4 0,-6-6 0,0 2 0,0 0 0,-5-5 0,-1 5 0,-7 0 0,2 6 0,-4-1 0,-2 1 0,0 10 0,0 7 0,2 9 0,3 14 0,-1 4 0,6 7 0,-3 1 0,7-1 0,-3 0 0,5 1 0,1-3 0,0-1 0,0-3 0,-1-1 0,-3 2 0,-2-6 0,-7 2 0,2-3 0,-4 1 0,-2-5 0,-2-7 0,-4 0 0,-3-7 0,-9 2 0,1-4 0,-8-2 0,-1 0 0</inkml:trace>
  <inkml:trace contextRef="#ctx0" brushRef="#br0" timeOffset="26">16538 2579 8912,'9'-8'0,"-1"-1"0,-24-1 0,-6 4 0,-9 6 0,-4 6 0,-1 10 0,-2 8 0,-2 3 0,0 0 0,7 3 0,4-1 0,6-6 0,10 6 0,4-1 0,1-1 0,2-2 0,6-8 0,14 0 0,3 0 0,2 1 0,8-3 0,1-2 0,5-1 0,1-7 0,1 7 0,-3-6 0,-3 5 0,-4-7 0,-2 11 0,0-5 0,-2 1 0,-2 1 0,-4-7 0,-3 7 0,1-1 0,-7 7 0,-3-1 0,-8 0 0,-11 0 0,-7 0 0,-7 6 0,1 0 0,-3 0 0,-1-8 0,5-3 0,-13 3 0,5-5 0</inkml:trace>
  <inkml:trace contextRef="#ctx0" brushRef="#br0" timeOffset="27">16882 2802 8912,'-8'10'0,"-1"5"0,-9-3 0,9 3 0,3 2 0,4 0 0,2 1 0,0-1 0,2 0 0,4 0 0,-2 6 0,7 0 0,2-2 0,3-8 0,1-3 0,0-2 0,0-5 0,2-1 0,4-2 0,-3 0 0,2-2 0,-2-3 0,-3-5 0,0-7 0,0 0 0,-5-2 0,-1-4 0,-5 2 0,5-8 0,-7 8 0,4-4 0,-8 8 0,0 0 0,0 0 0,0 11 0,0 12 0,0 3 0,0 14 0,0 2 0,0 0 0,0 2 0,6-5 0,1 5 0,3-2 0,1-2 0,6-6 0,1-2 0,-1-3 0,8-4 0,-6-8 0,4 0 0,-2-2 0,2-4 0,-4-9 0,4-8 0,-4 2 0,-8-4 0,1 2 0,-6-6 0,5 6 0,-7-5 0,2 5 0,-4 2 0,5 2 0,-5 7 0,4 1 0,-4 7 0,-2 6 0,0 15 0,0 0 0,0 6 0,0 2 0,0 0 0,0 2 0,0-1 0,0 3 0,0 2 0,0-9 0,-6 3 0,0-2 0,1-4 0,5 4 0,-2-6 0,-2-3 0,-2-3 0,0-7 0,6 2 0,0-12 0,0-3 0,0-9 0,0-5 0,0 0 0,6-7 0,0 1 0,7-1 0,-1 1 0,-3-2 0,3 9 0,-3-1 0,5 5 0,-5 1 0,-1 0 0,5 8 0,-1 3 0,3 4 0,0 4 0,-3 4 0,3 3 0,-5 10 0,-1 2 0,-3 2 0,-2 0 0,2-6 0,-5 0 0,5 1 0,-4-1 0,-2 0 0,0-7 0,0 5 0,0-13 0,0 5 0,0-14 0,0-5 0,2-5 0,2-4 0,2-2 0,1-7 0,-1 1 0,-2-2 0,7 3 0,-5 3 0,4 8 0,-1-1 0,1 1 0,-5 8 0,7 3 0,-6 4 0,5 2 0,-5 8 0,5 3 0,1 10 0,5 4 0,0 0 0,0 0 0,1 0 0,-1-3 0,6-8 0,0 3 0,7-9 0,-1 3 0,3-7 0,3 2 0,-1-12 0,1-5 0,-7-7 0,-1-5 0,0-5 0,0-5 0,-8-1 0,-2-1 0,-2 7 0,-9-1 0,0 2 0,-6-1 0,-8 5 0,-3 11 0,-5 5 0,-1 7 0,-6 4 0,0 7 0,-5 2 0,3 16 0,0 4 0,0 5 0,2-2 0,6 4 0,5-2 0,1 2 0,7-3 0,-2 3 0,12-10 0,6-1 0,12-10 0,11-2 0,9-9 0,6-6 0,3-12 0,4-7 0,-3-15 0,5-12 0</inkml:trace>
  <inkml:trace contextRef="#ctx0" brushRef="#br0" timeOffset="28">19756 2802 8912,'0'-17'0,"0"6"0,0-1 0,0-1 0,0-2 0,0 3 0,-2 1 0,-2-3 0,-2-1 0,-7 0 0,1 1 0,-3 3 0,-2-2 0,-2 5 0,-2 2 0,-4 6 0,-2 6 0,-2 11 0,-5 12 0,1 11 0,3 8 0,3 5 0,2 5 0,2 5 0,6-6 0,2 0 0,3-7 0,6-4 0,5-6 0,8-8 0,5-9 0,9-7 0,2-16 0,7-10 0,-1-7 0,3-8 0,3-9 0,-8-8 0,-4-4 0,1 2 0,-1-2 0,-2 2 0,-9-2 0,-6 4 0,-4 0 0,3 11 0,1-3 0,0 11 0,-6 6 0,0 11 0,0 14 0,0 9 0,0 17 0,0 18 0,2 13 0,3 9 0,3 14 0,3-2 0,5 8 0,-5-6 0,5-8 0,1-7 0,0-10 0,0-17 0,0-6 0,1-12 0,-7-11 0,1-11 0,-3-13 0,4-11 0,-1-10 0,1-10 0,3-8 0,1-12 0,-2-3 0,-3-8 0,1-5-132,-7-1 1,1 1 131,-1 5 0,-4 2 0,4 4 0,-4 0 0,-2 12 0,-2 5 0,-4 17 0,4 12 0,-11 17 0,7 11 0,8 5 0,7 1 0</inkml:trace>
  <inkml:trace contextRef="#ctx0" brushRef="#br0" timeOffset="29">20358 2871 8912,'0'17'0,"-6"-5"0,0-1 0,-5-5 0,5 6 0,-7-1 0,3 6 0,-1 0 0,-1 1 0,7 1 0,-7 4 0,8-2 0,-1 5 0,3-1 0,2-4 0,2-2 0,3-1 0,-1-1 0,8 0 0,-3-6 0,3 1 0,3-8 0,-4 1 0,5-3 0,1-2 0,0-7 0,0-5 0,0-9 0,-1-2 0,-3 0 0,-1-1 0,-3-1 0,3-4 0,1-3 0,-7 3 0,5 4 0,-5 2 0,2 6 0,-3 5 0,-1-1 0,8 7 0,-8 1 0,5 12 0,-5 7 0,4 7 0,1 7 0,-3-1 0,5 2 0,-5-1 0,6 7 0,-1-8 0,6-5 0,6-2 0,0-3 0,6-8 0,-4-3 0,1-6 0,5-6 0,1-5 0,3-12 0,-3 2 0,-3-8 0,2 2 0,-8-1 0,-2-3 0,-10 8 0,-3 0 0,-8 6 0,-8 2 0,-5 2 0,-8 3 0,-8 2 0,2 3 0,-1 5 0,5 2 0,-4 3 0,2 7 0,4 3 0,2 2 0,2 0 0,5 6 0,1 0 0,7 8 0,-2-3 0,4 3 0,2-2 0,2 3 0,4-3 0,3-4 0,9-2 0,5-6 0,0-6 0,7-3 0,-1-8 0,3 0 0,3 0 0,-7-8 0,1-5 0,0-8 0,-2-8 0,3 2 0,-7-1 0,0-1 0,-6-5 0,-5 1 0,-1 3 0,1 3 0,-3 2 0,1 4 0,-4 10 0,-5-5 0,7 14 0,-8 2 0,0 12 0,0 9 0,0 2 0,0 2 0,0-4 0,0 2 0,0-2 0,0 3 0,0-1 0,0 0 0,0-4 0,0 2 0,0 2 0,-2-5 0,-4-7 0,5 1 0,-7 5 0,0-8 0,6-1 0,-5-16 0,7-3 0,7-12 0,5-6 0,3-3 0,2-3 0,1 1 0,-1 0 0,0 7 0,0 4 0,0 4 0,1 2 0,-1 1 0,0 5 0,-6 3 0,1 8 0,1 0 0,-5 8 0,-2 3 0,-4 10 0,-2 2 0,2 6 0,3-6 0,-3 5 0,4-5 0,-2 0 0,1-5 0,-3-7 0,4 0 0,-4 1 0,0-3 0,4-3 0,-4-4 0,5-2 0,-7 0 0,0 0 0,-7 0 0,5 0 0,-8 0 0,4 0 0,4 0 0,-5 0 0,7 0 0,-8 0 0,-1 0 0</inkml:trace>
  <inkml:trace contextRef="#ctx0" brushRef="#br0" timeOffset="30">21425 3112 8912,'9'0'0,"-1"0"0,-8 8 0,0 3 0,-2 4 0,-4 3 0,4 1 0,-3 4 0,1-4 0,0 6 0,-2-3 0,2 1 0,1-5 0,-3-7 0,4 0 0,-6-3 0,8-8 0,8-9 0,4-14 0,3-4 0,2-7 0,2-7 0,2 1 0,2 2 0,-2 2 0,4 1 0,-2 3 0,-2 3 0,-2 6 0,-2 12 0,1 5 0,-1-2 0,-2 5 0,-4 6 0,-5 13 0,2 7 0,-2 5 0,1 11 0,-1-5 0,-4-2 0,4-3 0,-3-2 0,3 1 0,-2 3 0,8-8 0,-3-6 0,3-5 0,3-9 0,-4 3 0,-3-4 0,7-10 0,-5-1 0</inkml:trace>
  <inkml:trace contextRef="#ctx0" brushRef="#br0" timeOffset="31">22182 2613 8912,'-2'-11'0,"-2"-1"0,-3 1 0,-3 1 0,4 3 0,-5 7 0,5 0 0,-3 4 0,1 5 0,4 8 0,2 18 0,2 1 0,0 6 0,0 6 0,8 1 0,3 3 0,5 0 0,1-1 0,0 1 0,-2-3 0,-1-1 0,-3-2 0,-1-2 0,1 2 0,-3-10 0,-8-7 0,-8-8 0,-1 4 0</inkml:trace>
  <inkml:trace contextRef="#ctx0" brushRef="#br0" timeOffset="32">22010 3043 8912,'-12'0'0,"1"0"0,-1 0 0,3 0 0,1 0 0,18-6 0,7-1 0,10-3 0,5-1 0,3-6 0,1 1 0,4 5 0,4-4 0,8 3 0,-1 4 0,-7-7 0,-2 6 0</inkml:trace>
  <inkml:trace contextRef="#ctx0" brushRef="#br0" timeOffset="33">22647 2871 8912,'-18'10'0,"1"-4"0,0 1 0,0-1 0,1 7 0,5-1 0,-2 9 0,5 4 0,0-1 0,1 1 0,1 6 0,6-4 0,2 1 0,4 1 0,1-8 0,5 2 0,3-4 0,-4-4 0,5-3 0,1-7 0,0-10 0,0-5 0</inkml:trace>
  <inkml:trace contextRef="#ctx0" brushRef="#br0" timeOffset="34">22647 2613 8912,'-35'10'0,"1"-4"0,1-4 0,5-2 0,3 0 0,8 0 0,5 0 0,1 0 0,7 0 0,4 0 0,11 0 0,-1 0 0,1 0 0,-1-2 0,1-4 0,5 4 0,-13-6 0,9 8 0,-8 0 0,3 2 0,-7 4 0,0 4 0,0 7 0,0 0 0,0 0 0,0 0 0</inkml:trace>
  <inkml:trace contextRef="#ctx0" brushRef="#br0" timeOffset="35">23111 2734 8912,'16'-17'0,"-5"-1"0,-5 1 0,-4 0 0,-2 0 0,0 5 0,0 1 0,-8 7 0,6-4 0,-6 18 0,8 7 0,0 8 0,0 9 0,0 3 0,0 3 0,0 4 0,0 7 0,0 1 0,0-2 0,0-3 0,0-1 0,2 0 0,4 6 0,-4-9 0,4-2 0,-12-5 0,-4-2 0</inkml:trace>
  <inkml:trace contextRef="#ctx0" brushRef="#br0" timeOffset="36">22836 3112 8912,'-10'-17'0,"-3"5"0,7 1 0,0 5 0,6-5 0,0 5 0,0-6 0,2 7 0,4-7 0,6 7 0,11-7 0,5 8 0,12-3 0,6 1 0,4 0 0,5-1 0,9 1 0,-9-4 0,20-7 0,-14 0 0</inkml:trace>
  <inkml:trace contextRef="#ctx0" brushRef="#br0" timeOffset="37">23455 2923 8912,'-23'15'0,"-1"-2"0,-1-1 0,0 1 0,0 3 0,2 1 0,4 0 0,-4 0 0,12 0 0,3 1 0,10-3 0,4-4 0,5-5 0,4-4 0,3-2 0,-1-2 0,0-4 0,0-1 0,0-5 0,1-3 0,-1 5 0,0-1 0,0-1 0,-5 9 0,-1-3 0,-5 4 0,5 2 0,1-8 0,5 6 0,0-3 0,-5 5 0,-3 5 0,1 5 0,-1 0 0,-3 3 0,6-7 0,-9 7 0,20-11 0,-3 6 0</inkml:trace>
  <inkml:trace contextRef="#ctx0" brushRef="#br0" timeOffset="38">23886 2476 8912,'-18'-10'0,"1"5"0,0 3 0,0 5 0,0 7 0,1 11 0,5 10 0,-3 1 0,9 14 0,-7 2 0,6 9 0,1 2 0,5 4 0,0-7 0,0-9 0,7-1 0,5-11 0,-3 3 0,3-13 0,1-4 0,3-6 0,1-15 0,0-8 0,0-3 0,-1-10 0,-5-2 0,4 0 0,-3 6 0,3 0 0,2-1 0,0 1 0,-5 8 0,-1 3 0,1 4 0,5 2 0,0 8 0,-5 1 0,-1 8 0,3 1 0,1-1 0,2 0 0,-5-7 0,-1-5 0,1-3 0,5-2 0,0-7 0,0-3 0</inkml:trace>
  <inkml:trace contextRef="#ctx0" brushRef="#br0" timeOffset="39">24213 2373 8912,'-23'17'0,"0"0"0,0-2 0,6-1 0,1-1 0,5 6 0,-3-2 0,9 6 0,3-4 0,6-1 0,5-3 0,8-2 0,2-3 0,4-3 0,-3-1 0,2-6 0,-2 0 0,-5-2 0,-4-3 0,3-5 0,-9-7 0,1 0 0,-8-1 0,-3 1 0,1 8 0,-8 3 0,7 4 0,-5 0 0,0-2 0,1-1 0,-3-1 0,-5 6 0</inkml:trace>
  <inkml:trace contextRef="#ctx0" brushRef="#br0" timeOffset="40">23662 2957 8912,'-17'17'0,"0"-7"0,-1-2 0,9-8 0,3 0 0,14-2 0,9-4 0,10-5 0,7 1 0,4-2 0,2-1 0,-1-2 0,3-2 0,-2-1 0,6 3 0,-6 4 0,8-3 0,-2 9 0,3-9 0,3 5 0,0-9 0</inkml:trace>
  <inkml:trace contextRef="#ctx0" brushRef="#br0" timeOffset="41">24712 2785 8912,'-23'0'0,"0"0"0,2 0 0,2 0 0,7 2 0,1 4 0,5-2 0,-6 7 0,9 1 0,-3 5 0,4 0 0,2 0 0,0 0 0,0 1 0,8 5 0,3-1 0,-1-4 0,1-7 0,-5-5 0,5 3 0,3-1 0,1-4 0,2-2 0,0-2 0,-5-2 0,-1-4 0,1-3 0,5-9 0,0 1 0,0 0 0,1-6 0,-1 0 0,0-5 0,-2 3 0,-1 0 0,-3 0 0,-5 2 0,5 6 0,-1 0 0,2 0 0,-3 1 0,-3 5 0,-2 3 0,7 8 0,-7 8 0,2 3 0,-3 5 0,3 1 0,-2 0 0,8 0 0,-7-2 0,7-3 0,-3 3 0,5-5 0,-3 1 0,3 1 0,1-9 0,2 3 0,0-4 0,0-2 0,3 0 0,3 0 0,-2 0 0,7-2 0,3-4 0,1-5 0,1-6 0,-4-6 0,1 4 0,-7-4 0,-2-2 0,-9 2 0,1-2 0,-7 2 0,-1 4 0,-5-4 0,-1 10 0,-5 1 0,-6 9 0,-11-3 0,-2 4 0,-3 2 0,-5 15 0,5 8 0,-5 8 0,-1 3 0,5 1 0,0-1 0,10 6 0,0 2 0,8 0 0,3 0 0,2 6 0,6-2 0,16-4 0,6-2 0,11-6 0,7-5 0,10-6 0,7-12 0,14-3 0,-2-8-848,11-23 0,-9-6 0,5-22 0</inkml:trace>
  <inkml:trace contextRef="#ctx0" brushRef="#br0" timeOffset="42">568 2957 8912,'-12'0'0,"1"0"0,1-7 0,-1-5 0,1 3 0,7-3 0,-3-1 0,-6 3 0,7-1 0,1-3 0,2 7 0,2-1 0,0 23 0,2 4 0,2 16 0,3 1 0,3 4 0,-4 6 0,5 11 0,-1-3 0,1 3 0,2-3 0,-7-3 0,6-1 0,-5-4 0,3-10 0,3-11 0,3-2 0,1-14 0</inkml:trace>
  <inkml:trace contextRef="#ctx0" brushRef="#br0" timeOffset="43">310 2923 8912,'-17'0'0,"-3"-6"0,-3 0 0,4-1 0,-4 1 0,4 4 0,2-13 0,8 5 0,5-7 0,15 0 0,10-2 0,19-4 0,4 4 0,8-4 0,0 4 0,-1 2 0,1 7 0,-1 4 0,-7 4 0,-3 2 0,-13 10 0,-5 7-848,-11 16 0,3 10 0,-5 9 0</inkml:trace>
  <inkml:trace contextRef="#ctx0" brushRef="#br0" timeOffset="44">447 3628 8912,'8'17'0,"-4"-6"0,7 1 0,-5-8 0,6 1 0,-5-12 0,10-10 0,-1-8 0,12-10 0,-5-5 0,6 0 0,-6-6 0,6 6 0,-1-6 0,7 6 0,-8 0 0,-5 6 0,-2 1 0,-3 5 0,-6 3 0,1 8 0,-7 7 0,7 4 0,-8 4 0,3 2 0,-7 10 0,0 7 0,0 2 0,0 10 0,0-6 0,0 5 0,0 1 0,0 5 0,0-5 0,0 0 0,2-2 0,4 1 0,-4 3 0,4-8 0,-4 0 0,-2-6 0,0 0 0,0-7 0,2-3 0,3-7 0,-3-7 0,4-5 0,-4-9 0,-2-2 0,6-7 0,-1 1 0,3-2 0,-2 3 0,-2 3 0,7 8 0,-5-1 0,5 1 0,-5 2 0,5 4 0,-5-3 0,6 8 0,-1 1 0,6 5 0,1 0 0,-7 0 0,0 0 0,1 0 0,5-6 0,0 0 0,1-7 0,-1 3 0,0-7 0,-6 0 0,1 0 0,-8 0 0,1-1 0,5 1 0,-8 0 0,4 0 0,-4 7 0,-2 3 0,0 10 0,0 7 0,0 7 0,0 12 0,0-1 0,0 11 0,0 3 0,2 2 0,3 3 0,-1-3 0,8 2 0,-7-8 0,7 2 0,-3 3 0,3-3 0,1-6 0,-7-5 0,2-10 0,-3-2 0,-3 0 0,6-15 0,-8-2 0,0-9 0</inkml:trace>
  <inkml:trace contextRef="#ctx0" brushRef="#br0" timeOffset="45">1187 3060 8912,'0'18'0,"2"-7"0,4 0 0,-4-7 0,13 4 0,-3-8 0,3 0 0,2 0 0,-5-6 0,-1 0 0,1 1 0,5 5 0,0 0 0,0 0 0,-5 0 0,-1 0 0,-7 7 0,2 5 0,-4 3 0,-2 2 0,0 2 0,0 4 0,-2-4 0,-4 4 0,2-2 0,-7 2 0,7-11 0,-11 11 0,5-14 0</inkml:trace>
  <inkml:trace contextRef="#ctx0" brushRef="#br0" timeOffset="46">1480 3026 8912,'0'17'0,"0"0"0,0 1 0,0-1 0,0 0 0,0-6 0,0 1 0,0-6 0,0 5 0,0 2 0,0-3 0,0 1 0,0-7 0,8 4 0,-5-8 0,9 0 0,-6-2 0,5-4 0,-7-3 0,2-8 0,1-1 0,-1 1 0,0-2 0,-6-4 0,0 4 0,0-4 0,0 4 0,0 2 0,0 0 0,0-1 0,0 7 0,0-1 0,0 9 0,2 3 0,3 11 0,-3 4 0,4 3 0,-2-1 0,2 0 0,-3 6 0,9 0 0,-6 0 0,5-6 0,1-7 0,-1-3 0,-1-9 0,-1-3 0,1-7 0,-4-3 0,5-2 0,-7-8 0,2-4 0,-5 2 0,-1-1 0,6-1 0,0-5 0,0-1 0,-6 1 0,0 1 0,0 5 0,0 3 0,0 8 0,0 7 0,0 4 0,0 12 0,0 6 0,0 11 0,0 5 0,0 12 0,2-1 0,3 6 0,-3-1 0,4 2 0,2 2 0,-3-8 0,3 0 0,-2-5 0,-2-3 0,5-3 0,1-8 0,-1-8 0,-5-5 0,11-8 0,-13-16 0,6-3 0</inkml:trace>
  <inkml:trace contextRef="#ctx0" brushRef="#br0" timeOffset="47">1669 2906 8912,'-25'26'0,"6"-3"0,6-5 0,-1-7 0,7 4 0,-1-13 0,12 6 0,7-8 0,11-10 0,18-7 0,9-2 0,9-10 0,7-5 0,-2-6 0,11-8 0,5 4 0</inkml:trace>
  <inkml:trace contextRef="#ctx0" brushRef="#br0" timeOffset="48">13733 4384 8912,'-12'6'0,"1"0"0,-1-1 0,-5-5 0,0 0 0,-1 0 0,7 0 0,0 0 0,-3 0 0,5 6 0,-1 2 0,0 1 0,1 5 0,-1 9 0,-3 5 0,3 5 0,3 1 0,1 6 0,6 2 0,0 2 0,0 4 0,2-8 0,4-5 0,5-11 0,4-5 0,3-3 0,-1-5 0,6-3 0,2-10 0,0-4 0,-1-5 0,1-12 0,-2-6 0,-4-3 0,4-3 0,-4 1 0,-1 0 0,-9-1 0,-3 1 0,-4 1 0,-2 5 0,-10-3 0,-7 10 0,-10 4 0,-5 3 0,-8 11 0,-1-3 0,1 12 0,6 5 0,5 4 0,0 3 0,10 5 0,2 1 0,10 3 0,5-6 0,2 4 0</inkml:trace>
  <inkml:trace contextRef="#ctx0" brushRef="#br0" timeOffset="49">14042 4453 8912,'0'-17'0,"0"5"0,0 1 0,0-2 0,0 3 0,0-1 0,-2 7 0,-3-2 0,3 14 0,-4 9 0,4 10 0,2 5 0,2 8 0,4 0 0,-2 6 0,7-6 0,-5 4 0,3-8 0,-1-3 0,3-4 0,-5-1 0,6-3 0,-5-10 0,3-3 0,3-6 0,3-6 0,1-6 0,0-11 0,0-12 0,0-3 0,-1-5 0,-5-3 0,4 2 0,-3-8 0,-4 8 0,-3-2 0,-3 5 0,-2 5 0,0 1 0,0 8 0,0 6 0,0 15 0,0 9 0,0 14 0,0 6 0,0 3 0,0 3 0,2 5 0,4 0 0,1-2 0,5-9 0,3 1 0,-3-7 0,3 0 0,4-5 0,4-1 0,-4-8 0,4-3 0,-2-12 0,2-5 0,2-12 0,4-6 0,3-11 0,-3-6 0,-2 0 0,1-5 0,-7 9 0,2-10 0,-4 4 0,-1-3 0,-7-1 0,-1 1 0,-3-1 0,-1 10 0,-6 8 0,0 7 0,0 10 0,0 7 0,-2 6 0,-2 16 0,-3 11 0,-3 7 0,4 12 0,-3 4 0,1 4 0,1 1 0,1 1 0,4 0 0,-4-1 0,4-1 0,2-4 0,0 1 0,0-6 0,8 1 0,1-6 0,1-2 0,-4-7 0,3-6 0,1-4 0,7 0 0</inkml:trace>
  <inkml:trace contextRef="#ctx0" brushRef="#br0" timeOffset="50">14645 4522 8912,'-25'17'0,"6"-7"0,-4-5 0,9-3 0,3-2 0,7 0 0,-2 0 0,12 0 0,5 0 0,12 0 0,6-6 0,9-1 0,2-3 0,3-1 0,-3-6 0,4-1 0,7 1 0,-7 0 0,-4 0 0,4-8 0,-7 6 0,5-6 0</inkml:trace>
  <inkml:trace contextRef="#ctx0" brushRef="#br0" timeOffset="51">15212 4281 8912,'0'17'0,"0"-7"0,-1 5 0,-5-3 0,4-3 0,-4 3 0,4-1 0,2 8 0,0 4 0,0-2 0,0 8 0,0-1 0,0 9 0,0 3 0,0-2 0,0 8 0,0-8 0,0 2 0,6 2 0,0-2 0,-1 0 0,-5-5 0,0-1 0,0-1 0,0-5 0,-15-3 0,-4-8 0</inkml:trace>
  <inkml:trace contextRef="#ctx0" brushRef="#br0" timeOffset="52">15058 4505 8912,'17'-18'0,"-2"1"0,-3 0 0,3 0 0,-4 0 0,-1 1 0,1 5 0,-5-2 0,6 7 0,1 2 0,2 2 0,2 2 0,1 0 0,-1 8 0,0 3 0,6 3 0,0-1 0,-2-2 0,-2 1 0,-2 5 0,1 0 0,-1 0 0,-2-5 0,-3-1 0,-5 1 0,-7 5 0,0 2 0,0 2 0,0 2 0,-7 2 0,-5-2 0,-3-2 0,-2 7 0,7-7 0,-13 4 0,4-7 0</inkml:trace>
  <inkml:trace contextRef="#ctx0" brushRef="#br0" timeOffset="53">15488 4539 8912,'9'0'0,"-1"2"0,-8 4 0,2-4 0,4 3 0,-4 5 0,5-1 0,-7 9 0,0-7 0,0 0 0,0 3 0,2-1 0,2 1 0,2-3 0,-2 2 0,3-3 0,-1 1 0,2-7 0,-3 2 0,-3-4 0,13-2 0,-7-2 0,4-4 0,-7-5 0,3-6 0,-2-6 0,5 2 0,-5-8 0,0 6 0,-6-6 0,0 7 0,0-7 0,0 14 0,0-3 0,2 7 0,3-1 0,-3 5 0,8 9 0,-6 3 0,1 7 0,3 11 0,-2 6 0,1 3 0,5 2 0,1-5 0,-7 0 0,7-6 0,-1 5 0,1-7 0,1 0 0,-3-7 0,1-7 0,5-7 0,2 0 0,4 0 0,-4-9 0,4-8 0,2-3 0,-2-8 0,0-3 0,-6-9 0,0 2 0,0-8 0,-5 6 0,-1-6 0,-1 0 0,3-5 0,-1-1 0,-9 2 0,3 5 0,2-3 0,-2 8 0,-1 1 0,-5 11 0,0 3 0,0 15 0,0 12 0,0 16 0,0 14 0,0 14 0,0 4 0,0 1 0,-5 1 0,-1-1 0,0 1 0,6-1 0,0 1 0,0 0 0,0-1 0,2-7 0,4-4 0,-4-3 0,3-3 0,5-9 0,1-8 0,-1-7 0,1-10 0,1 0 0,3-2 0,-3-4 0,3-6 0,-4-11 0,-3-3 0,7-16 0,-5-2 0</inkml:trace>
  <inkml:trace contextRef="#ctx0" brushRef="#br0" timeOffset="54">15987 4298 8912,'-17'17'0,"-1"-1"0,1-5 0,10-3 0,7-8 0,13-6 0,10 0 0,8-5 0,-3 5 0,3 0 0,-3-1 0,5 3 0,-4-7 0,1 7 0,-1-2 0,3-2 0,-3 3 0,-4-7 0,-2 6 0,4-15 0,-1 2 0</inkml:trace>
  <inkml:trace contextRef="#ctx0" brushRef="#br0" timeOffset="55">16727 4281 8912,'-25'0'0,"6"0"0,-6 0 0,8 0 0,7 0 0,3 0 0,8-6 0,5 1 0,4-1 0,15-2 0,1-1 0</inkml:trace>
  <inkml:trace contextRef="#ctx0" brushRef="#br0" timeOffset="56">16744 4642 8912,'-27'25'0,"4"-8"0,4-9 0,2-6 0,7-2 0,3-2 0,7-4 0,0-3 0,2-9 0,3 1 0,7 0 0,11 0 0,6 0 0,3-6 0,2 0 0,1-15 0,-1 1 0</inkml:trace>
  <inkml:trace contextRef="#ctx0" brushRef="#br0" timeOffset="57">18499 4023 8912,'0'-17'0,"0"0"0,-2 0 0,-1-1 0,-3 1 0,-8-2 0,3-2 0,-6-2 0,-6 2 0,4 2 0,-4 2 0,4 0 0,1 1 0,1 5 0,0 5 0,6 4 0,1 6 0,2 8 0,-3 7 0,5 15 0,0 6 0,6 4 0,0 4 0,0 5 0,0 9 0,0-5 0,0 0 0,0-5 0,-2 1 0,-1 1 0,-3-1 0,2-3 0,-4-10 0,3 0 0,1-4 0,-4-1 0,3-1 0,-1-7 0,6-4 0,0-12 0,7 5 0,3-7 0</inkml:trace>
  <inkml:trace contextRef="#ctx0" brushRef="#br0" timeOffset="58">18017 4522 8912,'-26'0'0,"1"-2"0,8-4 0,-1 4 0,11-7 0,9 3 0,13-5 0,10 1 0,9-2 0,10 1 0,8-6 0,0 5 0,5 1 0,-4 1 0,-1-1 0,-2-2 0,-4 7 0,3-15 0,-5 2 0</inkml:trace>
  <inkml:trace contextRef="#ctx0" brushRef="#br0" timeOffset="59">19102 4092 8912,'-16'-19'0,"3"-2"0,1-2 0,-1 2 0,-2 4 0,-2 5 0,-1 5 0,1 7 0,-8 9 0,-3 10 0,-5 14 0,-1 11 0,5 7 0,0 7 0,8 3 0,-2 7 0,6 1 0,6 0 0,3 0 0,8 0 0,0-6 0,2-4 0,4-6 0,5-9 0,4-13 0,3-8 0,1-12 0,4-5 0,3-4 0,9-10 0,-1-1 0</inkml:trace>
  <inkml:trace contextRef="#ctx0" brushRef="#br0" timeOffset="60">19188 4281 8912,'0'-11'0,"0"-1"0,2 3 0,3-3 0,-3 3 0,4 3 0,4 4 0,1-4 0,4 4 0,3 4 0,-1 4 0,0 4 0,0 7 0,0 2 0,1 4 0,-1-2 0,0 7 0,-2-5 0,-3 4 0,-5 0 0,1 0 0,-6-6 0,4 2 0,-6 1 0,-6-1 0,-4 2 0,-7-2 0,0-4 0,0 4 0,0-10 0,-1-1 0,1-8 0,0 3 0,0-7 0</inkml:trace>
  <inkml:trace contextRef="#ctx0" brushRef="#br0" timeOffset="61">19566 4264 8912,'0'-10'0,"0"3"0,-2 7 0,-3 0 0,1 0 0,-8 0 0,1 13 0,-6 4 0,-2 18 0,-3 1 0,1 6 0,6 6 0,-2 7 0,5 2 0,5-1 0,1-10 0,12-6 0,5-12 0,7-5 0,4-11 0,5-4 0,15-24 0,2-3 0</inkml:trace>
  <inkml:trace contextRef="#ctx0" brushRef="#br0" timeOffset="62">19756 3954 8912,'-12'0'0,"1"0"0,7 2 0,-2 4 0,6 0 0,6 11 0,0-4 0,9 12 0,6 0 0,4 4 0,3 11 0,7 6 0,-8 3 0,-4 3 0,-4-1 0,-4 3 0,-4 3 0,-5 6 0,-6 4 0,-6 2 0,-11-2-131,-11-4 0,-13 2 131,-5-8-619,-3 8 1,-3-19-1,1 4 1</inkml:trace>
  <inkml:trace contextRef="#ctx0" brushRef="#br0" timeOffset="63">21115 4694 8912,'-17'5'0,"0"1"0,-1-2 0,1-2 0,8-2 0,3 0 0,12 0 0,3 0 0,8 0 0,1 0 0,-1 0 0,8 0 0,3 0 0,3 0 0,-2 0 0,3-2 0,-3-4 0,-4 4 0,0-5 0,-1-1 0,-4 6 0,2-4 0,-10 5 0,-1-5 0,-11 0 0,-7 2 0,-14 2 0,-8 2 0,-5 6 0,-7 0 0,5 5 0,-4-5 0,4 7 0,1-1 0,7-3 0,-1 3 0,8-3 0,-2 5 0,4-3 0,2-7 0,-1 4 0</inkml:trace>
  <inkml:trace contextRef="#ctx0" brushRef="#br0" timeOffset="64">22251 4212 8912,'17'0'0,"-2"-7"0,-1-3 0,-5-1 0,-1-1 0,-4-1 0,-2 3 0,-2-1 0,0-3 0,0-1 0,0-2 0,-2 0 0,-4 0 0,2 5 0,-7 3 0,-3 1 0,-1-4 0,-2 7 0,0 1 0,-3 10 0,-1 5 0,-1 4 0,-7 10 0,6 4 0,-2 3 0,2 3 0,4-1 0,-4 1 0,6-1 0,5 0 0,5 1 0,7-1 0,0 0 0,0 1 0,7-7 0,5 1 0,11-8 0,4 4 0,1-2 0,1 0 0,0 0 0,5-6 0,0-6 0,1 1 0,-8-3 0,-4 3 0,-4 1 0,-2-7 0,-8 7 0,-3-3 0,-12 7 0,-5 0 0,-12 1 0,-4-1 0,-7 0 0,-1-8 0,3-1 0,1-2 0,3 0 0,7-1 0,-2-5 0,4-7 0,1-3 0,1-7 0</inkml:trace>
  <inkml:trace contextRef="#ctx0" brushRef="#br0" timeOffset="65">22681 4298 8912,'10'17'0,"-3"1"0,-7 1 0,2 4 0,4 5 0,-4 5 0,4 1 0,1 1 0,-1-1 0,-2-2 0,-2-3 0,0 2 0,3-8 0,-3 0 0,4-6 0,-4 0 0,-2-8 0,0-5 0,0-15 0,0-3 0,0-14 0,0-3 0,0-9 0,0 4 0,0-4 0,6 3 0,-1 3 0,3 5 0,-2 1 0,-2 7 0,7-2 0,2 4 0,3 9 0,1 4 0,-6 12 0,1 6 0,-1 3 0,5 4 0,-3 4 0,-2 6 0,-7 1 0,2-1 0,-2 1 0,2-7 0,-4 6 0,3-6 0,-3 0 0,-2-6 0,0-6 0,0 1 0,0-8 0,2-6 0,4-15 0,-2-3 0,5-6 0,1-1 0,-1 0 0,1 1 0,1-3 0,5-2 0,-5 8 0,4 0 0,3 6 0,-1 0 0,0 8 0,0 1 0,-1 10 0,-5 4 0,-3 3 0,-6 8 0,3 0 0,-3 1 0,4-1 0,-2-6 0,2 1 0,-3-7 0,9 7 0,-6-8 0,5 2 0,1-5 0,5-1 0,0 0 0,-2-7 0,-1-3 0,-3 1 0,-7-1 0,2 4 0,-4 4 0,-2-5 0,0 9 0,0 3 0,0-1 0,0 8 0,0-1 0,0 6 0,1 1 0,5-1 0,-2 0 0,7 0 0,-5-5 0,6-1 0,-1-7 0,6 4 0,1-8 0,-3-2 0,-2-2 0,-3-6 0,-3-5 0,1 2 0,-2-10 0,-4 4 0,4 0 0,-6-3 0,-6 0 0,-4-1 0,-7 5 0,0 7 0,0 0 0,-1 1 0,1-1 0,0 3 0,0 8 0,7 2 0,4 4 0,12 3 0,4 8 0</inkml:trace>
  <inkml:trace contextRef="#ctx0" brushRef="#br0" timeOffset="66">23782 4333 8912,'-24'0'0,"4"0"0,-3 0 0,4 0 0,2 0 0,0 0 0,0 0 0,0 7 0,-1 5 0,3 3 0,4 2 0,3 2 0,8 4 0,0-4 0,2 4 0,4-4 0,5-1 0,6-1 0,6 0 0,-2-7 0,8-5 0,0-5 0,5-5 0,-5-5 0,-1-7 0,-7 0 0,2-1 0,-5 1 0,-7 0 0,2-2 0,-7-4 0,0 4 0,-6-4 0,-2 4 0,-4 4 0,-7 1 0,-8 3 0,0 5 0,-8-5 0,2 7 0,-1-2 0,3 4 0,0 2 0,-2 0 0</inkml:trace>
  <inkml:trace contextRef="#ctx0" brushRef="#br0" timeOffset="67">24213 4023 8912,'-6'-11'0,"0"-1"0,0-1 0,-1-2 0,3 3 0,-8 1 0,9 7 0,-5 4 0,8 11 0,0 14 0,0 10 0,0 1 0,0 8 0,2 0 0,4 0 0,-3-4 0,9 6 0,-8-8 0,1 2 0,3 2 0,-2-2 0,0 0 0,-6-5 0,0-1 0,0 0 0</inkml:trace>
  <inkml:trace contextRef="#ctx0" brushRef="#br0" timeOffset="68">24041 4315 8912,'-10'0'0,"-5"-7"0,13-3 0,-4-1 0,12-1 0,5 9 0,12-3 0,6-4 0,11-1 0,-4 1 0,6-1 0,-1-3 0,-1-1 0,0-4 0,-6-4 0,1 4 0,-1-6 0</inkml:trace>
  <inkml:trace contextRef="#ctx0" brushRef="#br0" timeOffset="69">24436 3989 8912,'0'-12'0,"0"1"0,0 5 0,0-5 0,0 7 0,0-4 0,0 10 0,0 4 0,0 5 0,0 12 0,-2 6 0,-1 5 0,-3 6 0,0-1 0,6 6 0,-6-6 0,1 1 0,-7 2 0,6-2 0,1-2 0,5-9 0,-8 3 0,6-13 0,-4 4 0,4-11 0,2-6 0,0-12 0,2-4 0,4-7 0,4-6 0,7 0 0,-6-5 0,1 5 0,-1 0 0,7 7 0,-1 3 0,0 2 0,6 7 0,0-2 0,0 4 0,-4 2 0,2 0 0,2 0 0,2 8 0,-2 3 0,-4-1 0,4 1 0,-4-5 0,-2 5 0,-4-7 0,5 2 0,-5-12 0,12-3 0</inkml:trace>
  <inkml:trace contextRef="#ctx0" brushRef="#br0" timeOffset="70">16245 5536 8912,'-6'-11'0,"1"-1"0,-3 7 0,2-7 0,4 8 0,-5 4 0,7 12 0,0 5 0,0 4 0,1 4 0,5 2 0,-4 3 0,4 10 0,-4-2 0,-2 8 0,0-2 0,0 2 0,0 4 0,0-4 0,0 1 0,0-1 0,0 2 0,0-8 0,-6-7 0,0-11 0,1-10 0,5-6 0,0-12 0,0-11 0,0-12 0,5-3 0,1-3 0,6-1 0,-7-4 0,9 9 0,-3-3 0,2 3 0,-1 5 0,3 1 0,-3 7 0,-3 1 0,3 0 0,-1 8 0,6 1 0,1 8 0,-1 13 0,0 6 0,-2 6 0,-3 6 0,3 1 0,-3 3 0,3-1 0,2 0 0,-5-1 0,-1-4 0,1-5 0,5-8 0,0-3 0,0-2 0,-5-7 0,-1 2 0,1-6 0,5-6 0,-6-3 0,1-8 0,-3-1 0,3 1 0,1-2 0,-7-2 0,-2-2 0,-2 2 0,0 4 0,3 5 0,-3-3 0,6 11 0,-8-7 0,0 7 0,0-4 0,0 16 0,0 4 0,2 1 0,3-2 0,-1 5 0,8-5 0,-1 2 0,6-1 0,-5 1 0,-1-7 0,1 0 0,5-6 0,0 0 0,1 0 0,-1-2 0,0-4 0,0-3 0,0-9 0,-5 1 0,-1 0 0,-5 0 0,5 0 0,-7-1 0,2 1 0,-4 0 0,-2 0 0,0 0 0,0-1 0,0 1 0,0 0 0,0 8 0,0 1 0,8 16 0,3 3 0,-1 6 0,1 6 0,2 4 0,3 0 0,1 9 0,0-7 0,-5 7 0,-3-7 0,-1 1 0,-4-1 0,-2 1 0,-2-7 0,-8 6 0,-3-6 0,-5 0 0,-16-6 0,-5 0 0</inkml:trace>
  <inkml:trace contextRef="#ctx0" brushRef="#br0" timeOffset="71">16589 5674 8912,'-17'0'0,"7"-8"0,-5-1 0,15-7 0,0 5 0,12 3 0,9 1 0,7 5 0,11-4 0,3 4 0,2 2 0,1-6 0,7 1 0,-8-1 0,6-2 0,-6-1 0</inkml:trace>
  <inkml:trace contextRef="#ctx0" brushRef="#br0" timeOffset="72">17450 5502 8912,'17'0'0,"-2"7"0,-3 5 0,3 9 0,-4 2 0,-3 13 0,-2-1 0,1 8 0,-1-1 0,-2 2 0,-2 4 0,-2 2 0,0 1 0,0-1 0,0-4 0,0-4 0,-15-8 0,-5 1 0</inkml:trace>
  <inkml:trace contextRef="#ctx0" brushRef="#br0" timeOffset="73">17329 5897 8912,'8'-17'0,"-1"0"0,5 0 0,1 5 0,-7 1 0,7-1 0,-1-5 0,3 2 0,2 3 0,8-1 0,2 5 0,4 1 0,3-1 0,-3-3 0,9 5 0,-10 0 0,-1 6 0,-6 0 0,6 0 0,-14 0 0,2 0 0,-5 2 0,-1 4 0,-5 5 0,-4 5 0,-2 1 0,0 0 0,0 0 0,0 6 0,0 0 0,0 0 0,0-6 0,0 0 0,0 0 0,0 1 0,2-3 0,3-4 0,7-5 0,1-6 0,-1-6 0,3-3 0,-3-8 0,-3-6 0,3 0 0,-7-8 0,7 3 0,-8 1 0,1-2 0,-5 8 0,-5-2 0,-7 4 0,-3 2 0,-4 2 0,-4 3 0,4 5 0,-4 7 0,4 0 0,1 0 0,3 1 0,4 5 0,3 4 0,16 7 0,1 0 0</inkml:trace>
  <inkml:trace contextRef="#ctx0" brushRef="#br0" timeOffset="74">18258 5691 8912,'-24'0'0,"-1"0"0,-4 0 0,-2 0 0,8 0 0,1 2 0,4 4 0,1-5 0,0 5 0,0 4 0,7-6 0,4 7 0,4 2 0,4-3 0,4 1 0,4-7 0,7 2 0,0-2 0,0 2 0,1-5 0,-1 5 0,0-4 0,0-2 0,0 0 0,1 0 0,-1 6 0,0 0 0,0 7 0,0-4 0,1 9 0,-1 1 0,0 4 0,-5-2 0,-3 5 0,-1 1 0,-4 0 0,-3 7 0,-1 6 0,0 6 0,0-6 0,-7 2 0,-5-1 0,-3-5 0,-2 4 0,-6-11 0,0-6 0,0-6 0,6-6 0,0-5 0,-1-4 0,7-4 0,-1-4 0,9-11 0,-3-12 0,4-3 0,2-3 0,4 1 0,7 0 0,1-8 0,11-4 0,3-4 0,3-1 0,-2 5 0,2 0 0,-1 0 0,7-6 0,-3 3 0,-3 3 0,1 4 0,-7 8 0,-2 1 0,-9 4 0,1-1 0,-7 7 0,0 6 0,-6 5 0,0 8 0,0-3 0,0 14 0,0 5 0,0 5 0,0 4 0,0 4 0,0 2 0,0 1 0,0 7 0,0-1 0,0 1 0,5-1 0,1 0 0,6 1 0,-7-1 0,7-5 0,-6-1 0,1-1 0,-1 2 0,-4-4 0,4-8 0,-4 0 0,-2 0 0,0 0 0,7-7 0,3-2 0</inkml:trace>
  <inkml:trace contextRef="#ctx0" brushRef="#br0" timeOffset="75">19188 5674 8912,'-18'0'0,"-4"2"0,-1 3 0,-6-3 0,6 4 0,-6 4 0,6 1 0,-7-1 0,3 1 0,0 2 0,4 3 0,10-1 0,1-4 0,9 5 0,-3-5 0,4 4 0,4 1 0,4-5 0,-3 3 0,9-9 0,-1 1 0,7-6 0,-1 0 0,0 0 0,0 0 0,-2-2 0,-3-4 0,3 3 0,-3-9 0,3 1 0,2-5 0,0 5 0,-5-2 0,-1 7 0,-5-2 0,6 2 0,-7 5 0,5-7 0,-1 2 0,1 0 0,-4 1 0,5 5 0,-5 0 0,3-2 0,1-2 0,0-2 0,1-1 0,6 1 0,-5 4 0,-1-4 0,1-3 0,5-1 0</inkml:trace>
  <inkml:trace contextRef="#ctx0" brushRef="#br0" timeOffset="76">19360 5657 8912,'9'7'0,"-1"-5"0,-8 8 0,0-5 0,0-3 0,0 14 0,0-5 0,0-1 0,0 1 0,0 1 0,0 5 0,0 0 0,0 0 0,0 0 0,0 0 0,0 1 0,0-1 0,0-6 0,0 1 0,0-8 0,0 3 0,6-14 0,1-5 0,3-3 0,3-2 0,-3-2 0,1-4 0,1 2 0,5-8 0,-6 8 0,1-2 0,-2 10 0,1 1 0,4 3 0,-3-3 0,3 6 0,2 5 0,0 1 0,1 1 0,-1 5 0,-6 4 0,1 7 0,-8 0 0,1 0 0,-3 1 0,-2-1 0,6-6 0,0 1 0,0-1 0,-6-1 0,7-12 0,3-14 0,-1-5 0,7-3 0,-5 1 0,2 4 0,-1-4 0,3-2 0,-3 2 0,1 0 0,-1 6 0,3 7 0,-4 4 0,5 5 0,1 2 0,0 5 0,-2 10 0,-3 6 0,3 7 0,-3-6 0,-3 6 0,1-6 0,-1-2 0,1-2 0,-1-8 0,3 1 0,3-9 0,-5 5 0</inkml:trace>
  <inkml:trace contextRef="#ctx0" brushRef="#br0" timeOffset="77">21132 5811 8912,'-15'-11'0,"2"1"0,1 3 0,-1 3 0,-3 2 0,-1 2 0,0 0 0,0 0 0,0 0 0,1 2 0,3 4 0,1 5 0,-1 4 0,3 2 0,1 1 0,1-1 0,3 0 0,5 0 0,-2-5 0,-2-1 0,-2 3 0,2-5 0,10 3 0,-2-9 0,7 3 0,5-4 0,5-2 0,0-6 0,7 1 0,-1-9 0,2 3 0,-4-5 0,-8 1 0,0 2 0,0 1 0,0 3 0,1-3 0,-7 5 0,1 7 0,-9-8 0,13 6 0,-14-4 0,3 12 0,-3-2 0,-2 7 0,8-7 0,2 4 0,7-8 0,0 0 0,0-6 0,0-2 0,1-1 0,-1-4 0,-6-3 0,1-1 0,-3 0 0,3 0 0,1 0 0,-7-1 0,5 7 0,-5-1 0,0 9 0,-6-5 0,0 10 0,0 5 0,2 11 0,3 8 0,-3 7 0,4 1 0,-4 6 0,-2 1 0,0 6 0,0-1 0,6-2 0,-1 0 0,-1-2 0,-2-4 0,0-3 0,4-7 0,-4 5 0,7-16 0,-3 0 0,-4-15 0,6-19 0,-8-10 0</inkml:trace>
  <inkml:trace contextRef="#ctx0" brushRef="#br0" timeOffset="78">21425 5691 8912,'11'-6'0,"1"-1"0,-1-3 0,-1-3 0,5-1 0,-3 3 0,5-8 0,6 7 0,-4-5 0,4 11 0,-4-5 0,-2 5 0,0 0 0,-1 8 0,-3 4 0,-2 5 0,-7 12 0,2 6 0,-12 4 0,-5 1 0,-4 0 0,-3 1 0,-5-1 0,0 0 0,-1 5 0,1-5 0,3 4 0,-2-9 0,8-4 0,3-2 0,-1-4 0,-5-2 0</inkml:trace>
  <inkml:trace contextRef="#ctx0" brushRef="#br0" timeOffset="79">22010 5691 8912,'0'17'0,"0"-5"0,0-1 0,-2-5 0,-4 5 0,4 1 0,-3 5 0,3 2 0,2 4 0,0-2 0,0 8 0,0 3 0,0 6 0,0 0 0,0 8 0,0-7 0,0 1 0,0-2 0,0 2 0,0-9 0,0 3 0,0-11 0,0 0 0,0-12 0,0-3 0</inkml:trace>
  <inkml:trace contextRef="#ctx0" brushRef="#br0" timeOffset="80">21924 5605 8912,'-10'-17'0,"1"5"0,3 1 0,4-1 0,-4-5 0,4 0 0,2 6 0,0-1 0,14 8 0,3-1 0,12 3 0,-1 2 0,-1 2 0,2 3 0,-6 5 0,5 7 0,-7 6 0,2 2 0,-5 2 0,-7 3 0,-3 3 0,-8 1 0,0 0 0,0 1 0,0-1 0,0 0 0,-6-1 0,0-4 0,-7 3 0,3-5 0</inkml:trace>
  <inkml:trace contextRef="#ctx0" brushRef="#br0" timeOffset="81">22234 5708 8912,'17'0'0,"-6"0"0,1 0 0,-3 2 0,5 2 0,-3 2 0,3-3 0,1 1 0,2 2 0,-2-2 0,-3 7 0,3-1 0,-3 1 0,3 5 0,2-5 0,-7-1 0,-3 1 0,1 2 0,-6 3 0,13-7 0,-13-1 0,6-8 0,-8-2 0,0-4 0,0-3 0,0-9 0,7-4 0,5-1 0,3 2 0,2 2 0,1-4 0,-1 0 0,0 2 0,0 9 0,0-3 0,1 13 0,-1-4 0,-6 4 0,-1 4 0,-2 4 0,-5 5 0,-1 5 0,-2 1 0,0 6 0,0 0 0,0 5 0,0-5 0,2 0 0,4-6 0,-2 1 0,7-3 0,3-4 0,1-3 0,2-8 0,0 0 0,0-9 0,1-9 0,-3-1 0,-4-9 0,3 5 0,-8-4 0,-3 2 0,-1 4 0,-2-4 0,0 2 0,-7 2 0,-5 10 0,-5-3 0,-6 9 0,4-1 0,-4 6 0,-4 0 0,0 0 0</inkml:trace>
  <inkml:trace contextRef="#ctx0" brushRef="#br0" timeOffset="82">22939 5605 8912,'10'0'0,"-3"2"0,-7 4 0,8-3 0,3 9 0,7-1 0,5 7 0,5-1 0,5 0 0,-1 0 0,-3 0 0,4 1 0,-5-1 0,-1 0 0,2 0 0,-8-2 0,2-3 0,-4-6 0,-2-5 0,0-1 0</inkml:trace>
  <inkml:trace contextRef="#ctx0" brushRef="#br0" timeOffset="83">23404 5381 8912,'-17'0'0,"-1"0"0,1 0 0,0 0 0,0 8 0,0 4 0,-8 12 0,-4 11 0,-11 22 0,-6 21 0,20-32 0,0 2 0,-3 6 0,1 1 0,4 3 0,2 0-256,-1 3 0,0-1 1,4-4-1,2-1 256,2-3 0,1-1 0,1-3 0,1-1 0,-5 39 0,0-15 0,0-4 0,-1-16 0</inkml:trace>
  <inkml:trace contextRef="#ctx0" brushRef="#br0" timeOffset="84">20478 17932 8912,'-17'0'0,"0"0"0,5-5 0,1-1 0,1-2 0,-3 3 0,2-7 0,7-3 0,-4-2 0,8 7 0,2 2 0,2 10 0,3 4 0,3 6 0,0 5 0,3 4 0,-3 4 0,-3 1 0,1 1 0,-2 2 0,-3 3 0,7-3 0,-2 1 0,-5-1 0,1 2 0,2-8 0,-4 1 0,4-1 0,-4-9 0,-2 3 0,0-4 0,0-3 0,0-2 0,0-10 0,0-4 0,0-11 0,0-12 0,0-3 0,0-5 0,0-1 0,0-2 0,0-8 0,0 2 0,1-1 0,5 1 0,-2 4 0,7 7 0,3 1 0,9 0 0,-4 7 0,4 4 0,2 11 0,-2 7 0,2 5 0,-3 5 0,-2 7 0,3 9 0,-4 4 0,-2 1 0,0 3 0,0 5 0,-5-1 0,-3-2 0,1-5 0,-1-1 0,-5 4 0,2-6 0,-4 5 0,-2-5 0,0 0 0,0-6 0,0 8 0,0-13 0,-8 11 0,-1-14 0</inkml:trace>
  <inkml:trace contextRef="#ctx0" brushRef="#br0" timeOffset="85">21167 17709 8912,'-12'15'0,"3"-1"0,1-3 0,2-7 0,8 4 0,4-8 0,5 0 0,12-6 0,6 0 0,-2-7 0,1 1 0,1 3 0,6-3 0,-3 3 0,-3-3 0,-4 3 0,-8 3 0,8 4 0,1-6 0</inkml:trace>
  <inkml:trace contextRef="#ctx0" brushRef="#br0" timeOffset="86">21322 17984 8912,'-6'17'0,"0"0"0,-5-5 0,5-1 0,0-7 0,8-4 0,4-11 0,5-5 0,12-1 0,-4 0 0,4 0 0,2 0 0,-2-1 0,6 1 0,-6 0 0,0 0 0,-6 0 0</inkml:trace>
  <inkml:trace contextRef="#ctx0" brushRef="#br0" timeOffset="87">21700 17554 8912,'15'-2'0,"-3"-3"0,3-5 0,-3-7 0,9-2 0,2-4 0,5 4 0,-5-4 0,8-2 0,-2 2 0,-3 2 0,1 10 0,-2 5 0,-4 6 0,-10 7 0,-5 11 0,-6 6 0,-6 11 0,-9 7 0,-8 4 0,-5-2 0,3 0 0,0-2 0,0-4 0,-4-2 0,6-1 0,0-7 0,6-1 0,0-2 0,7-2 0,3-14 0,16-1 0,9-8 0,6 0 0,11 0 0,5-2 0,0-4 0,2 4 0,-2-3 0,-3 3 0,3 2 0,-12 0 0,-5 0 0,-3 7 0,-11 3 0,-3 7 0,-8 2 0,-10 4 0,-7-2 0,-17 8 0,-4 1 0,-6 3 0,-4-1 0,-1-3 0,-1 3 0,0-3 0,3 2 0,3-3 0,6-3 0,9-8 0,4 1 0,2-1 0,2-8 0,-1-1 0,-3-8 0</inkml:trace>
  <inkml:trace contextRef="#ctx0" brushRef="#br0" timeOffset="88">23473 18173 8912,'0'-19'0,"0"-4"0,0 4 0,0-4 0,0 4 0,0 2 0,-2 2 0,-4 1 0,-5 5 0,-5 1 0,-9 2 0,-3 6 0,-5 2 0,-1 4 0,-6 5 0,-1 10 0,5 4 0,6 2 0,3 0 0,4 1 0,9 5 0,-3-5 0,11-1 0,1 0 0,3-2 0,2-4 0,9 4 0,9-2 0,6-6 0,11-6 0,-1 1 0,1 5 0,5-6 0,0 1 0,6-6 0,-6 5 0,-6-5 0,-5 5 0,-8-1 0,2 1 0,-11 4 0,-9-3 0,-6 3 0,-9 2 0,-11 3 0,-7 1 0,-7 1 0,-3-1 0,-6-1 0,6-3 0,0-6 0,6 1 0,5-9 0,0 3 0,-1-4 0,5-10 0,0-1 0</inkml:trace>
  <inkml:trace contextRef="#ctx0" brushRef="#br0" timeOffset="89">23800 18190 8912,'-18'10'0,"1"-2"0,0-8 0,-6 1 0,0 5 0,-2-2 0,4 7 0,-2 3 0,2 1 0,2 2 0,2 1 0,7 4 0,5 1 0,3 0 0,2-6 0,0 1 0,0-1 0,0-6 0,0 1 0,7-8 0,5 1 0,-3-3 0,3-2 0,-1 0 0,7 0 0,-3-7 0,-4-5 0,5-3 0,-5-2 0,2-1 0,-1 1 0,3 6 0,-3-1 0,-3 1 0,3-4 0,1 3 0,0 3 0,-1 3 0,3 4 0,-7-4 0,3 12 0,3 4 0,-9 7 0,9-6 0,-3 1 0,-1-1 0,1 6 0,1-1 0,5-5 0,0 4 0,0-3 0,-3-5 0,3-1 0,-9 2 0,9-2 0,-2-3 0,8-1 0,4-2 0</inkml:trace>
  <inkml:trace contextRef="#ctx0" brushRef="#br0" timeOffset="90">24161 18259 8912,'-17'10'0,"5"-3"0,1-7 0,7 0 0,-11 0 0,13 2 0,-4 4 0,10-2 0,2 7 0,1-3 0,-1 9 0,-2-7 0,7 13 0,-7-8 0,2 8 0,2-2 0,-3 2 0,1-4 0,-6 4 0,0-4 0,0-2 0,0 0 0,0 0 0,0-9 0,0-8 0,0-10 0,0-7 0,0-6 0,2 2 0,4-7 0,-4-1 0,3-5 0,-1 5 0,0 2 0,2 1 0,-3-1 0,5 11 0,-2-1 0,7 4 0,-3-2 0,7 3 0,-6 5 0,1 7 0,-2 7 0,1 5 0,4 3 0,-3 2 0,-5 6 0,-1 0 0,2 0 0,-2-6 0,1 0 0,-1 0 0,-4 1 0,4-1 0,-5 0 0,-1-7 0,0-3 0,0-7 0,2-7 0,4-5 0,-4-5 0,4-4 0,-2-4 0,1-2 0,-1 1 0,8-3 0,-7 4 0,7 8 0,-6 2 0,5 3 0,1-1 0,5 7 0,0 2 0,-2 4 0,-3 6 0,3 2 0,-4 3 0,5 4 0,1-3 0,0-3 0,0 3 0,1-8 0,-1 1 0,-6-3 0,1-2 0,-1 0 0,6 0 0,1 0 0,-1 0 0,0-7 0,0-5 0,-5-3 0,-1-2 0,-1-2 0,1-4 0,-1 2 0,-6-6 0,1 0 0,-1 0 0,-2 6 0,-2-1 0,0 2 0,0 3 0,0 8 0,-6 9 0,1 11 0,-7 12 0,6 6 0,-1 11 0,1 6 0,4 3 0,-4 3 0,4-2 0,2-5 0,0 9 0,0-8 0,0 7 0,0-9 0,0 2 0,0 0 0,2-8 0,4 2 0,-4-5 0,4-7 0,3-3 0,-5-15 0,8-5 0,-1-10 0,6-5 0</inkml:trace>
  <inkml:trace contextRef="#ctx0" brushRef="#br0" timeOffset="91">24763 18018 8912,'12'0'0,"1"0"0,4-1 0,4-5 0,10 4 0,-4-4 0,1 4 0,1 2 0,-2 0 0,2 0 0,-5 2 0,-6 4 0,-3 3 0,-4 9 0,-5 1 0,-4 4 0,-10 3 0,-3 9 0,-10-1 0,-2 1 0,-8-1 0,3 0 0,1 1 0,-2-1 0,8-7 0,-2-4 0,4-4 0,2-10 0,0-1 0</inkml:trace>
  <inkml:trace contextRef="#ctx0" brushRef="#br0" timeOffset="92">25193 17692 8912,'16'-8'0,"-3"-1"0,-1-1 0,-9 0 0,3 5 0,-4 5 0,-4 2 0,-4 13 0,-3 10 0,-8 9 0,-1 10 0,3 6 0,2 5 0,1 1 0,3 7 0,-3 5 0,5-5 0,7 6 0,0-6 0,0 0 0,7-9 0,5-8 0,3-16 0,2-1 0,2-16 0,4-7 0,-2-4 0,8-2 0,-2-14 0,2-3 0,1-11 0,-7-1 0,8-5 0,-3-7 0,-3 5 0,-2-4 0,-6 4 0,-3 1 0,-5 1 0,-1 0 0,-2-1 0,-6 1 0,-2 7 0,-4 4 0,-4 6 0,-7 5 0,4 5 0,-4 7 0,7 2 0,-13 3 0,10 5 0,-4 7 0,1 6 0,9 2 0,-1 2 0,0 3 0,3 3 0,5 1 0,0-1 0,0-5 0,0 5 0,0-5 0,7-1 0,5-2 0,5-4 0,6-6 0,-2-3 0,8-1 0,-1-3 0,7-8 0,5-8 0,0-3 0,0-6 0,-5-6 0,-1-4 0,0-7 0,-1-1 0,-4 1 0,1-1 0,-7 1 0,0 1 0,-6 5 0,-1-5 0,-5 5 0,-3 1 0,-8-2 0,0 8 0,0 4 0,0 13 0,0 16 0,0-1 0,0 12 0,0 4 0,0 2 0,5-3 0,1 3 0,6-6 0,-7 5 0,7-6 0,-6 0 0,5-2 0,-5-3 0,0 0 0,1 0 0,-5-5 0,4-1 0,-12-1 0,-5 1 0,-12 4 0,-6-3 0,-5 3 0,-7 2 0,-3 0 0,0 1 0,-5-1 0,3 0 0,-4 0 0,-9 8 0,-2 2 0</inkml:trace>
  <inkml:trace contextRef="#ctx0" brushRef="#br0" timeOffset="93">27362 6104 8912,'9'0'0,"-1"0"0,-8 0 0,0-8 0,2 6 0,4-4 0,3 4 0,8 4 0,1 4 0,-1 4 0,2 9 0,4 4 0,6 5 0,3 12 0,3 6 0,-1 4 0,0 3 0,1 5 0,-1 5 0,1-4 0,-1-2 0,0-3 0,-1-5 0,-4-3 0,-6-6 0,-4-11 0,-2-6 0,0-4 0,0-2 0,-5-7 0,-1-4 0,-7-5 0,4-1 0,-8-7 0,-10-3 0,-7-7 0,-8-8 0,-9-2 0</inkml:trace>
  <inkml:trace contextRef="#ctx0" brushRef="#br0" timeOffset="94">27586 6344 8912,'0'-11'0,"-2"1"0,-2 1 0,-2-1 0,-7 6 0,3-9 0,-5 5 0,1 1 0,3-1 0,5 0 0,-5 3 0,5 3 0,-5-4 0,-3 4 0,-1 4 0,-2 4 0,3 5 0,-3 12 0,4 4 0,-10 7 0,4 1 0,1-1 0,1 2 0,0 4 0,2-5 0,3-1 0,-3 1 0,3-7 0,3-3 0,-3-2 0,7-12 0,-7-5 0,8-19 0,-3-6 0</inkml:trace>
  <inkml:trace contextRef="#ctx0" brushRef="#br0" timeOffset="95">27672 6224 8912,'9'-8'0,"-1"6"0,-6-5 0,3 7 0,-3 0 0,14 0 0,-5 0 0,4 0 0,3 0 0,1 5 0,4 1 0,-2 2 0,7-2 0,5-5 0,1 5 0,12 4 0,-17-1 0,13 8 0</inkml:trace>
  <inkml:trace contextRef="#ctx0" brushRef="#br0" timeOffset="96">27689 7393 8912,'0'-27'0,"0"4"0,0 4 0,0 2 0,-2 0 0,-2 0 0,-4 1 0,-1 5 0,-3 3 0,-5 8 0,0 0 0,0 0 0,0 16 0,-1 7 0,1 17 0,0 9 0,0 9 0,-1 3 0,7 2 0,0 6 0,7-6 0,-2 0 0,4-8 0,2 2 0,0-5 0,0-6 0,6-12 0,0-11 0,7-6 0,-2-5 0,10-5 0,2-7 0,8-15 0,-2-8 0,3-15 0,3-8 0,-3 0 0,-3-5 0,1 3 0,-7-9 0,0 9 0,-6 4 0,-1 2 0,-5 4 0,4 9 0,-13 4 0,6 18 0,-6 8 0,2 13 0,2 7 0,5 9 0,-5-1 0,7-2 0,-1 1 0,-1-6 0,6 0 0,-3-4 0,9-5 0,-2-3 0,2-3 0,3-3 0,9-10 0,-7 1 0,1-13 0,-2 3 0,2-14 0,-3 1 0,-3-7 0,-4 1 0,4 0 0,-9 5 0,-3 0 0,-7 8 0,2-2 0,-6 6 0,-6 6 0,-4-3 0,-7 9 0,0 1 0,0 9 0,-2 7 0,-4 11 0,4 2 0,-4 5 0,6-1 0,5 2 0,-3 1 0,3 2 0,5-5 0,1 0 0,-2-8 0,2 2 0,3-4 0,1-2 0,4-6 0,3 1 0,5-8 0,7 1 0,8-12 0,4-10 0,3-10 0,3-6 0,-7-1 0,1 0 0,-2-3 0,1-3 0,-3 4 0,-7-4 0,-7 11 0,-1 6 0,-3 4 0,-3 2 0,-2 7 0,-2 3 0,-8 30 0,6-8 0,-3 19 0,3-5 0,2 0 0,0 1 0,0-7 0,0 0 0,0-6 0,5 0 0,1 1 0,8-3 0,-3-4 0,-1-3 0,1-8 0,2 0 0,3 0 0,1-8 0,0-3 0,-5-4 0,-1-3 0,-1-6 0,3-5 0,-3-4 0,-3-1 0,5 2 0,-7 3 0,1-2 0,-6 8 0,6-5 0,0 5 0,-1 0 0,-3 15 0,4 8 0,-4 10 0,4 13 0,-4-2 0,-2 7 0,0 1 0,0 5 0,2-1 0,3-4 0,-1-5 0,8-6 0,-9-1 0,3 0 0,2-6 0,-1-1 0,3-2 0,0-5 0,1-8 0,-1-5 0,-5-7 0,3-8 0,3-4 0,3-1 0,-8 1 0,5-3 0,-5 3 0,1 4 0,-3 2 0,2 4 0,-2 2 0,5 0 0,-7 7 0,6 16 0,-8 11 0,0 12 0,0 0 0,0-3 0,0 3 0,2-2 0,4 1 0,-3 3 0,9-8 0,-6-6 0,5-5 0,2-1 0,3-1 0,1-5 0,2-10 0,2-7 0,2-3 0,6-10 0,-4-6 0,-1-5 0,1-4 0,4-2 0,-6 2 0,0 4 0,-6-5 0,-5 7 0,-1 5 0,-7 5 0,2 6 0,-4 11 0,-2 7 0,-8 13 0,-4 10 0,5 8 0,1-3 0,4 7 0,2 5 0,0-4 0,0 4 0,2-4 0,4-1 0,3-3 0,9-3 0,-1 3 0,0-5 0,0 0 0,0-4 0,-1-10 0,-5-1 0,-1-1 0,-5 6 0,-5-1 0,0-3 0,-9-3 0,-6-3 0,-5 5 0,-2-7 0,2 1 0,-3-6 0,-3 0 0,7-8 0,-6-1 0</inkml:trace>
  <inkml:trace contextRef="#ctx0" brushRef="#br0" timeOffset="97">29599 7066 8912,'-17'8'0,"-1"-6"0,1 6 0,0-8 0,0 0 0,0 0 0,3 0 0,-3 0 0,4 7 0,-10 5 0,4 3 0,1 2 0,7 6 0,-1 0 0,9 6 0,-3-6 0,4 7 0,2-1 0,8-4 0,3-2 0,4 1 0,3-1 0,-1 0 0,0-6 0,0 1 0,0-1 0,1-2 0,-1-2 0,0-3 0,0-2 0,1 3 0,-1-5 0,0 7 0,0-11 0,-7 13 0,-5-3 0,-10 3 0,-7 2 0,-11 6 0,-5 0 0,-5 6 0,-1-6 0,-1 0 0,1-6 0,1 0 0,5 0 0,3-7 0,8-4 0,-1-5 0,1-1 0</inkml:trace>
  <inkml:trace contextRef="#ctx0" brushRef="#br0" timeOffset="98">29943 7307 8912,'17'0'0,"-5"0"0,-1 0 0,-7 0 0,4-8 0,-10 8 0,-4 0 0,4 8 0,-4 9 0,5 2 0,1 4 0,0-2 0,0 8 0,0 0 0,0 5 0,0-5 0,0-1 0,0-5 0,0 6 0,0-8 0,0 2 0,0-12 0,0-3 0</inkml:trace>
  <inkml:trace contextRef="#ctx0" brushRef="#br0" timeOffset="99">29960 7256 8912,'0'-35'0,"0"-1"0,0-4 0,-5 3 0,-1-3 0,0 4 0,6 2 0,0 7 0,0 4 0,2 6 0,4 5 0,3 5 0,9 7 0,4 0 0,1 0 0,8 7 0,-2 5 0,11 3 0,4 2 0</inkml:trace>
  <inkml:trace contextRef="#ctx0" brushRef="#br0" timeOffset="100">30425 7066 8912,'-17'10'0,"0"-4"0,-8-4 0,-4-2 0,2 5 0,-1 1 0,-1 7 0,-6-1 0,1 5 0,0 6 0,1-2 0,4 8 0,6-6 0,12 5 0,3 1 0,8 5 0,0-1 0,0-5 0,10 3 0,7-8 0,2-6 0,10-7 0,2-3 0,1-3 0,2-10 0,1-5 0,-1-10 0,1-2 0,-7-8 0,1 3 0,-6-5 0,6-1 0,-6 0 0,3-1 0,-1 1 0,-4-1 0,-4 7 0,-5-1 0,1 8 0,-7-2 0,0 10 0,-6 1 0,0 8 0,0-1 0,0 10 0,0 7 0,0 3 0,6 2 0,-1 1 0,9-1 0,-3 0 0,-1-6 0,1 1 0,3 1 0,-1 3 0,-2 1 0,3-6 0,-8 1 0,5-7 0,-5 7 0,1-8 0,-3 3 0,2 1 0,0-6 0,-6 6 0,0-8 0,2-8 0,3-4 0,-3-3 0,4-2 0,-2-2 0,0-2 0,3-4 0,3-2 0,-4 6 0,5-2 0,-5 4 0,5 2 0,-5 0 0,5 0 0,-5 7 0,6 4 0,1 4 0,2 4 0,3 4 0,-1 4 0,0 7 0,-6 6 0,1 0 0,-1 5 0,7-5 0,1 0 0,4-6 0,-4-1 0,4-5 0,2 2 0,-2-7 0,-1 0 0,-4-6 0</inkml:trace>
  <inkml:trace contextRef="#ctx0" brushRef="#br0" timeOffset="101">28102 9095 8912,'11'-6'0,"1"1"0,-8-9 0,-4 12 0,-4 4 0,-6 14 0,2 8 0,5 9 0,1-1 0,2 14 0,0 0 0,0 6 0,0 1 0,0 3 0,2 1 0,3-2 0,-1 5 0,8-3 0,-8-2 0,1-9 0,-3-6 0,-2-11 0,-2-6 0,-3-12 0,-13-18 0,-8-13 0</inkml:trace>
  <inkml:trace contextRef="#ctx0" brushRef="#br0" timeOffset="102">27964 9336 8912,'-8'-17'0,"7"-1"0,-5 1 0,-2 0 0,2 0 0,3-6 0,8 0 0,5-2 0,7 2 0,10 4 0,7-4 0,8 4 0,10 2 0,7 7 0,4 5 0,2 5 0,-2 5 0,-5 5 0,-12 7 0,-4 14 0,-8 3 0,-15 12 0,-7 0 0,-10 3 0,-8 3 0,-11 0 0,-12-1 0,2 1 0,-1-3 0,-3-1 0,-1-2 0,-1-8 0,4 2 0,-1-11 0,7-6 0,-8-12 0,4-3 0</inkml:trace>
  <inkml:trace contextRef="#ctx0" brushRef="#br0" timeOffset="103">28635 9473 8912,'-7'27'0,"-3"-4"0,-7-11 0,5 1 0,1-7 0,7-1 0,-4-5 0,8 0 0,8-2 0,5-3 0,8-7 0,6-3 0,8-2 0,-1-6 0,0 0 0,7-6 0,-1 4 0,-4-1 0,-5-5 0,1 4 0,-3-1 0,-10 7 0,-2-2 0,-11 9 0,0 3 0,-6 7 0,-6-2 0,-11 8 0,-12 8 0,-3 9 0,-3 6 0,3 3 0,3 7 0,-2-1 0,8 1 0,6-3 0,6-3 0,7 1 0,-2-7 0,4 0 0,2-6 0,2-7 0,6-4 0,7-4 0,6-2 0,8-2 0,-6-4 0,7-6 0,-1-10 0,4 1 0,1-8 0,-7 8 0,-4-2 0,2 4 0,-2 2 0,-1-1 0,-4 3 0,-1 4 0,-8 3 0,-1 16 0,-8 1 0,0 8 0,0-5 0,0-1 0,0-7 0,0 2 0,0-12 0,0 2 0,2-7 0,4-2 0,-2-3 0,7-1 0,-5 0 0,5 0 0,-5-1 0,5 3 0,3 4 0,-7-5 0,9 9 0,-5-5 0,-1 5 0,1 7 0,1 0 0,5 0 0,0 0 0,0 0 0,1 0 0,-1 0 0,0-6 0,0 0 0,0 1 0,1 5 0,-1-6 0,0 0 0,-2-2 0,-3 3 0,1 1 0,-7-8 0,0 7 0,-6-7 0,5 6 0,1-5 0,0 5 0,-6-5 0,-2 7 0,-4-2 0,4 4 0,-5 2 0,7 2 0,0 4 0,0 4 0,0 7 0,5 0 0,1 0 0,0 0 0,2 1 0,-1 4 0,5 1 0,1 0 0,-7-6 0,5 1 0,-5-1 0,5 0 0,-5 0 0,0 0 0,-6 1 0,0-1 0,0 0 0,-2 0 0,-4-1 0,-5-3 0,-5-2 0,-1-7 0,0 4 0</inkml:trace>
  <inkml:trace contextRef="#ctx0" brushRef="#br0" timeOffset="104">29978 9061 8912,'17'0'0,"-8"0"0,7 0 0,-15 0 0,7 2 0,-8 3 0,0-1 0,0 8 0,2-1 0,4 6 0,-4 6 0,3 0 0,-1 0 0,2-6 0,-4 6 0,6 0 0,-3-2 0,1-2 0,2-3 0,-3-5 0,-3 4 0,6-5 0</inkml:trace>
  <inkml:trace contextRef="#ctx0" brushRef="#br0" timeOffset="105">30064 9044 8912,'-18'-25'0,"1"0"0,0-4 0,2-1 0,3 7 0,5 0 0,7 6 0,-6 5 0,0 1 0,8 7 0,9-2 0,7-1 0,5 1 0,3-2 0,9 2 0,-1 3 0,1-9 0,-1-7 0,0-8 0</inkml:trace>
  <inkml:trace contextRef="#ctx0" brushRef="#br0" timeOffset="106">30563 8476 8912,'-18'0'0,"1"0"0,6 0 0,-1 0 0,1 0 0,-6 0 0,5 0 0,1 0 0,1 10 0,-1 7 0,-3 8 0,8 9 0,1 8 0,5 4 0,0 4 0,0 3 0,0 3 0,0 1 0,7-2 0,5-9 0,3-4 0,2-7 0,1-9 0,-1-3 0,0-4 0,0-9 0,0-4 0,1-6 0,-1-6 0,6-6 0,0-10 0,0-5 0,-6-8 0,0 1 0,0 0 0,0-1 0,1 1 0,-7 1 0,1 5 0,-9 3 0,3 8 0,-4 0 0,-2 7 0,0 4 0,0 12 0,0 5 0,0 7 0,-2 3 0,-2 2 0,-1-2 0,-1-2 0,6-2 0,2 0 0,4 0 0,-3-1 0,9-5 0,-6-3 0,5-8 0,1 0 0,5 0 0,0-8 0,0-3 0,0-5 0,1-1 0,-1 0 0,0 0 0,0-1 0,0 1 0,-5 2 0,-1 4 0,1-5 0,-1 16 0,-1 2 0,-2 13 0,-5 12 0,-1 11 0,-2 3 0,0 8 0,0 3 0,0-1 0,0 7 0,-5-5 0,-1-1 0,0-8 0,6-4 0,-2-10 0,-4-1 0,3-10 0,-9-2 0,-1-9 0,-3-6 0,-1-2 0</inkml:trace>
  <inkml:trace contextRef="#ctx0" brushRef="#br0" timeOffset="107">30339 9078 8912,'-44'-8'0,"4"-3"0,13 1 0,10-1 0,7 5 0,10-5 0,14-10 0,14-14 0,28-16 0,-13 17 0,6-1 0,7-3 0,4 0-491,8-5 1,2 0-1,1-3 1,1 0 490,0 0 0,0 0 0,-3 0 0,-1 0 0,1 3 0,0 0 0,0 1 0,0-1 0,-4 0 0,0 0 0</inkml:trace>
  <inkml:trace contextRef="#ctx0" brushRef="#br0" timeOffset="108">1738 15972 8912,'-11'0'0,"-1"0"0,8 0 0,-9-1 0,7-5 0,-1 2 0,1-7 0,2 1 0,-7-2 0,7-3 0,-2 4 0,4 3 0,2 0 0,0 7 0,0-5 0,0 4 0,0-6 0,0 8 0,0-2 0,0-3 0,0 3 0,0-6 0,0 8 0,0 0 0</inkml:trace>
  <inkml:trace contextRef="#ctx0" brushRef="#br0" timeOffset="109">1790 16007 8912,'0'-10'0,"0"-5"0,-2 5 0,-4 1 0,4-1 0,-4 5 0,4-7 0,-3 3 0,-1-3 0,2-1 0,-3 3 0,-1 1 0,-2 1 0,7 0 0,-5 5 0,0-3 0,6 0 0,-5 4 0,7-4 0,7 5 0,5-5 0,3 4 0,2 2 0,8 0 0,4 0 0,3-6 0,3 0 0,-1 1 0,1-3 0,1 6 0,4-4 0,-4 4 0,5 2 0,-5 0 0,-2 0 0,3 0 0,3 0 0,-2 0 0,8 0 0,-6 0 0,6 0 0,4 2 0,5 4 0,-1-4 0,3 4 0,-2-4 0,3-2 0,-5 0 0,5 0 0,-7 0 0,-5 0 0,2 2 0,-6 1 0,2 5 0,4 2 0,2-5 0,1 7 0,9-8 0,3 1 0,11-3-159,6-2 1,-3 0 158,-2 0 0,1-2 0,2-1 0,8-5 0,-36 3 0,0 0 0,45-4 0,-43 3 0,0 0 0,38-7 0,-4 7 0,-6 0 0,-5 6 0,-5 0 0,5 0 0,-4 0 0,-3 0 0,3 2 0,4 4 0,-10-2 0,4 7 0,-12-5-41,0 6 1,5-9 40,1 3 0,-2-4 0,2-2 0,-2 0 0,4 0 0,-2-2 0,2-4 0,-6 3 0,-1-9 0,-5 6 0,-1-5 0,2 5 0,3-5 0,-4 7 0,5-2 0,1-1 0,0 1 0,3 2 0,3 2 0,1-4 0,3 1 0,-2-7 0,-4 6 0,6-7 7,0 2 1,2 1-8,9-1 0,-5 1 0,5-1 0,-7-5 0,1 7 0,-5-3 0,-6 1 0,2 5 0,-8-5 0,8 1 0,-1-1 0,-3-3 0,2 9 0,-2-7-1,2 6 1,2-7 0,-7 1 0,-7 3 0,-5-1 0,0 3 0,-2 3 0,6 0 0,-5-2 0,5 4 0,2-3 0,-1 3 0,1 2 0,-2 0 75,-4 0 0,1 0 0,-4 0 0,-1 0-75,0 0 0,4 0 0,-6 0 0,-2 0 0,6 7 0,0-5 0,8 4 0,13-4 0,3-2 0,-1 0 0,-4 0 0,2 0 0,2 0 0,2 2 0,0 4 0,-8-4 0,-3 3 0,-3-3 0,2-2 0,3 0 0,3 0 0,2 0 0,-8 0 0,6 0 0,-3 0 0,-1 0 42,0 0 0,-7 0-42,-6 0 0,-6 0 0,6 0 0,-8 0 0,2 0 0,-4 0 0,-1 0 0,-1 2 0,1 2 0,-1 2 0,0-3 0,-7 5 0,-4-2 0,2 2 0,-2-3 0,0 3 0,-6 3 0,0 5 0,1-5 0,-1 4 0,0 3 0,0-1 0,-2 0 0,-1 2 0,-3 4 0,-5-2 0,5 8 0,-7-1 0,2 7 0,2 5 0,-3 0 0,3 8 0,-2-2 0,-2 15 0,5 4 0,-1 0 0,-4 1 0,3-1 0,-1-2 0,0 2 0,-6-7 0,0-1 0,0-5 0,0 1 0,0 2 0,0 3 0,0-3 0,0 4 0,0-1 0,0 5 0,0-6 0,-6 4 0,0-9 0,-5 1 0,5-13 0,-2 2 0,5-5 0,-3-3 0,2-7 0,-4-6 0,3-4 0,-3 0 0,2 0 0,2-1 0,-7-5 0,5 3 0,-5-9 0,-1 7 0,-5-5 0,0 1 0,0 0 0,-6-3 0,0-5 0,-8 6 0,3 0 0,-7 0 0,-5-6 0,2 0 0,-8 0 0,0 0 0,-6 0 0,1 0 0,-1 0 0,0 0 0,1 0 0,-1 1 0,1 5 0,-3-2 0,-3 8 0,1-7 0,-7 7 0,-10-7-256,-13 7 1,0-1 255,-5 7 0,-5-5 0,48-4 0,-2-1 0,-2-1 0,-1-1 0,-2 6 0,-1-1 0,0-1 0,0 0 0,3-2 0,0 1 0,4-1 0,1 1 0,-38 8 0,7 2 0,5 4 0,3-10 0,2 5 0,-7-5 0,-4 4 0,-6-5 0,-2-1 0,-2 1 0,0-3 0,-6 6 0,40-9 0,-3 0 0,-5 1 0,-3 1-299,-10 1 1,-1-1 0,4 1 0,0 0 298,-1-1 0,1 1 0,7-1 0,0-1 0,4-1 0,0 0 0,8 1 0,1-1-5,2-3 1,1 0 0,-39 8 0,2-3 0,6-1 4,0 1 0,-12 3 0,43-7 0,-1-2 0,0 2 0,1 0-135,-4-1 1,1 0 0,1-2-1,0 1 135,2 4 0,-1 0 0,-4-1 0,-3 1-117,-3 3 0,-2 0 0,0 0 0,-2 1 117,-5 1 0,-1 1 0,3-3 0,0 1 0,3 1 0,0 1 0,2-3 0,0 1 0,-1-1 0,2-1 0,9-3 0,1-1 250,1-1 0,1 0 0,-33 5-250,9-2 0,-2-1 0,3-5 0,-1 6 0,6 0 0,-1-1 0,-5-5 0,-3 2 0,-1 4 0,3-2 0,7 7 0,-5 1 0,-1 5 0,-2-5 0,14-1 0,8-7 5,20 2 0,3-5 1,1-1-1,5 0-5,1 0 0,-6 0 279,2 0 0,3-7-279,-3-5 0,-3 3 522,-3-3 1,-5 3-523,6-3 0,-3-1 0,-9 5 0,-1 1 178,-3-1 1,-9 2-179,-5 6 0,-1 0 0,2 0 0,0 0 0,12 0 0,3-2 0,13-1 0,1-3 0,0 2 0,1-6 0,4-1 0,5-2 0,6 1 0,-1-3 0,-4 3 0,4-3 0,-6-2 0,2 0 0,0 0 0,-7 5 0,1 1 0,-3-1 0,-3-5 0,3 5 0,3 1 0,-4 5 0,5-5 0,-3-1 0,3-3 0,5 2 0,3 1 0,3 1 0,0-6 0,0-1 0,0 1 0,-1-2 0,1-4 0,0 2 0,0-7 0,0-1 0,-1-6 0,1 1 0,0 0 0,5-6 0,1-1 0,5-6 0,-5 1 0,7 2 0,-2-2 0,4 0 0,2-7 0,0-1 0,0 3 0,0-5 0,0 10 0,6 2 0,0-1 0,1-1 0,-1-6 0,-4 3 0,6 1 0,-3 2 0,1-2 0,8-1 0,-3-3 0,-1 2 0,1 4 0,-5-3 0,5 3 0,1 2 0,5-2 0,-6 0 0,1-3 0,1-1 0,3-2 0,-1 6 0,-4-5 0,5-1 0,-5 6 0,-3 4 0,-2 2 0,-3 6 0,3 5 0,-4 4 0,4 8 0,-4-2 0,-2-4 0,2 4 0,3-4 0,-1 10 0,8 1 0,-7 3 0,7-3 0,-6-3 0,5 4 0,-1 1 0,1-1 0,2 5 0,-5-4 0,2 3 0,1-7 0,6 12 0,1-3 0,-7-3 0,0 2 0,-5 1 0,6 5 0,1 0 0,2-8 0,3 6 0,-1-4 0,-6 4 0,1 2 0,-1 0 0,6 0 0,-5 0 0,-1 0 0,3 0 0,1 0 0,-3 8 0,-1 3 0,0 5 0,7 1 0,-1 0 0,0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3.333"/>
    </inkml:context>
    <inkml:brush xml:id="br0">
      <inkml:brushProperty name="height" value="0.053" units="cm"/>
      <inkml:brushProperty name="color" value="#FF0000"/>
    </inkml:brush>
    <inkml:brush xml:id="br1">
      <inkml:brushProperty name="width" value="0.05292" units="cm"/>
      <inkml:brushProperty name="height" value="0.05292" units="cm"/>
      <inkml:brushProperty name="color" value="#3165BB"/>
    </inkml:brush>
  </inkml:definitions>
  <inkml:trace contextRef="#ctx0" brushRef="#br0">3407 1204 8912,'-17'0'0,"6"0"0,-1 0 0,6 0 0,-3-2 0,1-4 0,2 6 0,8 0 0,4 9 0,0 16 0,9 8 0,4 9 0,0 7 0,6 7 0,-2 13 0,0 5 0,-6 3 0,-1 1 0,-5 4 0,3-7 0,-9-7 0,3-3 0,-2-13 0,-3 1 0,7-14 0,0-9 0,-1-11 0,-5-9 0,11-18 0,-5-1 0</inkml:trace>
  <inkml:trace contextRef="#ctx0" brushRef="#br0" timeOffset="1">3270 1393 8912,'-8'-25'0,"6"6"0,-4-4 0,8-2 0,10 2 0,13 0 0,11-2 0,16 0 0,11-3 0,4-3 0,1 8 0,3 0 0,0 8 0,2 4 0,-1 5 0,-14 8 0,-1 9 0,-19 8 0,-15 16 0,-11 7 0,-7 4 0,-12 3 0,-11 3 0,-12-2 0,-10-5 0,-2 3 0,2-8 0,3 6 0,-3-6 0,4-3 0,1-7 0,9 3 0,3-5 0,3-5 0,3-6 0,8 1 0,1-17 0,8 5 0,0-12 0,0-5 0,8-12 0,1-4 0</inkml:trace>
  <inkml:trace contextRef="#ctx0" brushRef="#br0" timeOffset="2">4044 1737 8912,'12'0'0,"-3"-2"0,1-2 0,-1-2 0,-3-2 0,5 3 0,-5-3 0,6-3 0,-7 3 0,7 8 0,1 0 0,2 2 0,3 4 0,-1 3 0,0 8 0,0 8 0,1 4 0,-7 3 0,0 3 0,-7-1 0,2 0 0,-4 7 0,-2-1 0,0-6 0,0-7 0,-2-2 0,-4-4 0,2-10 0,-7-5 0,5-4 0,-5-2 0,5-10 0,-5-7 0,7-8 0,-2-9 0,4-3 0,2-3 0,2-2 0,4-3 0,3-5 0,9 6 0,-1 0 0,0 4 0,6 5 0,0 7 0,0-3 0,-6 8 0,-2 6 0,-3 6 0,3 7 0,-5-4 0</inkml:trace>
  <inkml:trace contextRef="#ctx0" brushRef="#br0" timeOffset="3">4543 1908 8912,'8'18'0,"-6"-9"0,7 5 0,-3-9 0,-2-1 0,7-8 0,3-1 0,-5-9 0,3 3 0,-1-6 0,6-4 0,1-2 0,-1 2 0,-6-4 0,1 2 0,-8 0 0,1 6 0,-3-2 0,-2-4 0,0 4 0,-2-4 0,-3 11 0,-5-1 0,-7 7 0,0 2 0,-1 10 0,3 5 0,4 5 0,-5 9 0,5 3 0,1 5 0,-1 1 0,7 0 0,-2 1 0,6-6 0,6-1 0,11-1 0,12 2 0,11-7 0,6-10 0,11-4 0,12-8 0,9 0 0</inkml:trace>
  <inkml:trace contextRef="#ctx0" brushRef="#br0" timeOffset="4">5317 1599 8912,'-24'27'0,"-5"-4"0,-5-2 0,-7 2 0,5-2 0,-4 7 0,9-1 0,5 4 0,1-3 0,4 3 0,9-1 0,6-1 0,5-2 0,1-4 0,7-4 0,5 4 0,3-12 0,2-5 0,2 2 0,4-3 0,-4-1 0,4-10 0,2-3 0,-2-8 0,0-8 0,-4-4 0,2-5 0,2-6 0,-2 1 0,-7-6 0,-3-3 0,2-2 0,-5-1 0,-2-1 0,1-2 0,-1-1 0,-2-2 0,-2 1 0,-2 9 0,0 1 0,-6 15 0,-1 4 0,-3 12 0,0 9 0,-1 12 0,3 13 0,8 16 0,0 7 0,0 9 0,0 7 0,0-1 0,0 0 0,0-5 0,0-1 0,0 1 0,0-2 0,0-5 0,8-3 0,1-9 0,3-4 0,-1-6 0,1-6 0,5-6 0,6-3 0,0-8 0,0-8 0,-6-3 0,6-6 0,0-6 0,-2-4 0,-9-8 0,1 1 0,-7 0 0,1 1 0,-1 5 0,-4 3 0,4 8 0,-4-1 0,-4 5 0,-4 7 0,4 14 0,-4 15 0,4 7 0,2-1 0,0 4 0,0 1 0,0 0 0,0 1 0,0-3 0,0-3 0,8 1 0,4-7 0,-3-2 0,3-9 0,-1 1 0,6-7 0,0 0 0,1-6 0,-7-2 0,1-4 0,-1-11 0,6-10 0</inkml:trace>
  <inkml:trace contextRef="#ctx0" brushRef="#br0" timeOffset="5">5593 1324 8912,'-25'25'0,"6"-6"0,-4 4 0,4-4 0,2-2 0,1 0 0,5 0 0,5 1 0,4-1 0,4-6 0,4 1 0,5-8 0,10 1 0,4-3 0,2-2 0,0-7 0,1-5 0,3-3 0,-8-2 0,0-6 0,-6 0 0,-7 0 0,-5 6 0,-3-1 0,-2 1 0,-4 8 0,-7 3 0,-6 4 0,-12 2 0,-3 2 0,3 2 0,-2 3 0,3 3 0,3 1 0,8 14 0,-1 2 0</inkml:trace>
  <inkml:trace contextRef="#ctx0" brushRef="#br0" timeOffset="6">6023 1547 8912,'-17'0'0,"3"0"0,-3 0 0,4 0 0,-12 0 0,2 0 0,0 0 0,-6 10 0,6 7 0,1 8 0,4 11 0,1 4 0,0 6 0,7 4 0,5 1 0,3 1 0,2 0 0,9-8 0,8-4 0,8-10 0,10-1 0,-1-16 0,1-1 0,7-10 0,4-8 0,-2-4 0,1-7 0,-6-13 0,1-5 0,4-11 0,0 2 0</inkml:trace>
  <inkml:trace contextRef="#ctx0" brushRef="#br0" timeOffset="7">6384 1221 8912,'-9'-8'0,"-5"-1"0,9-9 0,-9 9 0,11 1 0,-9 8 0,2 8 0,-1 3 0,-2 18 0,5 7 0,0 6 0,1 6 0,1 2 0,6 1 0,0 1 0,0-1 0,6 7 0,1-1 0,5-4 0,7-5 0,-2 0 0,6-8 0,2-7 0,-2-10 0,-2-6 0,-2-6 0,-2-3 0,0-8 0,1-4 0,-1-7 0,0-3 0,0-14 0,-1-1 0,-5-6 0,2 3 0,-7 3 0,6-1 0,-7 7 0,9 0 0,-10 13 0,7 5 0,-7 10 0,2 7 0,-4 3 0,-2 2 0,1 6 0,3 0 0,2 0 0,-2 2 0,0-8 0,1 0 0,-3 1 0,14-9 0,-7-7 0,8-4 0</inkml:trace>
  <inkml:trace contextRef="#ctx0" brushRef="#br0" timeOffset="8">6694 1272 8912,'-7'10'0,"3"5"0,-8-3 0,3 3 0,-3 2 0,5 0 0,-1 0 0,6 6 0,-4 0 0,6 0 0,6-6 0,4 1 0,7-1 0,-6-8 0,1-3 0,-1 2 0,6-3 0,-7-1 0,-4-9 0,-4-5 0,-2-7 0,-2 2 0,-4 3 0,-4-3 0,-7 5 0,0-7 0</inkml:trace>
  <inkml:trace contextRef="#ctx0" brushRef="#br0" timeOffset="9">6195 1891 8912,'-27'10'0,"4"-4"0,4-5 0,2-1 0,8 0 0,3-7 0,12-5 0,18-5 0,18-6 0,12-5 0,9-5 0,4 4 0,2 1 0,0 1-105,0-2 1,-8-3 104,-4 3 0,-3-3 0,-3-3 0</inkml:trace>
  <inkml:trace contextRef="#ctx0" brushRef="#br0" timeOffset="10">7193 1444 8912,'-25'17'0,"6"-5"0,-4-1 0,-3-5 0,-3 6 0,2-1 0,0 6 0,1 2 0,-1 4 0,6 4 0,-2 7 0,11 1 0,7-1 0,3 6 0,2 0 0,2 0 0,3-5 0,5-8 0,7-4 0,2-10 0,4-2 0,-2-7 0,6 2 0,0-6 0,0-6 0,-5-3 0,7-9 0,-8-4 0,2-1 0,-6-6 0,-5 6 0,1-6 0,-7 6 0,0-7 0,-6 1 0,0 4 0,0 2 0,-2 4 0,-4 2 0,2 2 0,-7 2 0,-3 1 0,7 8 0,-1-3 0,16 7 0,1 0 0</inkml:trace>
  <inkml:trace contextRef="#ctx0" brushRef="#br0" timeOffset="11">7417 1565 8912,'8'9'0,"-7"6"0,15-13 0,-14 6 0,5 0 0,-5-1 0,4 5 0,-4 3 0,4-4 0,-4 5 0,-1 1 0,5 0 0,-4 0 0,6 1 0,-8-1 0,0-6 0,0 1 0,0-9 0,0 5 0,0-8 0,0-9 0,0-9 0,0-8 0,2-7 0,3-1 0,7-1 0,3 1 0,0 1 0,-3 5 0,3-3 0,-3 8 0,5 2 0,6 10 0,2-3 0,3 9 0,5 1 0,-4 10 0,1 5 0,-1 12 0,1 4 0,-7 9 0,-2 2 0,-1 2 0,-5 1 0,-4-7 0,5 0 0,-14 1 0,5-1 0</inkml:trace>
  <inkml:trace contextRef="#ctx0" brushRef="#br0" timeOffset="12">929 2149 8912,'10'-7'0,"-4"-5"0,-5-3 0,-1-2 0,0-1 0,0 1 0,-5 0 0,-3 0 0,-1 0 0,5 7 0,4 12 0,13 15 0,8 10 0,8 5 0,5 16 0,4 6 0,3 5 0,-3 6 0,-2 2 0,-1 1 0,-9-1 0,-3-4 0,-4-5 0,-1-5 0,-9-9 0,-3-6 0,-8-9 0,-9-12 0,-3-2 0,-15-9 0,-7-15 0,-8-11 0,-7-14 0</inkml:trace>
  <inkml:trace contextRef="#ctx0" brushRef="#br0" timeOffset="13">792 2338 8912,'-2'-40'0,"-4"0"0,4 0 0,-2 4 0,8-3 0,8-1 0,5 0 0,6 6 0,5-1 0,5 1 0,9 0 0,4-1 0,11 1 0,6-1 0,2 3 0,-2 3 0,2-1 0,-7 7 0,-9 8 0,-8 9 0,-7 8 0,-5 9 0,-12 3 0,-11 14 0,-4 1 0,-2 5 0</inkml:trace>
  <inkml:trace contextRef="#ctx0" brushRef="#br0" timeOffset="14">946 2648 8912,'-17'32'0,"2"-3"0,3-6 0,-3-12 0,15-5 0,4-14 0,15-9 0,14-10 0,18-7 0,1-6 0,9 2 0,-4-8 0,8 0 0,-1-6 0,1 3 0,-2 3 0,-6-2 0,-11 8 0,-6 0 0,-11 6 0,3-8 0,-5-2 0</inkml:trace>
  <inkml:trace contextRef="#ctx0" brushRef="#br0" timeOffset="15">1618 2115 8912,'0'17'0,"0"0"0,0 0 0,-8 6 0,-4 0 0,3 0 0,-3-6 0,3 8 0,-3 4 0,5 3 0,7 3 0,0-1 0,0 0 0,2-5 0,3-2 0,7-2 0,9-10 0,4-9 0,2-4 0,1-4 0,7-4 0,-7-6 0,1-10 0,-8-1 0,2-12 0,-6 5 0,-5-10 0,-5-2 0,-7 1 0,0 3 0,0 2 0,-7 7 0,-5 1 0,-3 5 0,-2-4 0,-1 4 0,1 8 0,0-1 0,0 11 0,7-1 0,3 6 0,7 2 0,0 4 0,0-3 0,3 7 0,9-2 0,-1 5 0,14-3 0</inkml:trace>
  <inkml:trace contextRef="#ctx0" brushRef="#br0" timeOffset="16">1979 2115 8912,'17'0'0,"0"7"0,1-5 0,-1 6 0,0-8 0,0-2 0,0-4 0,1 4 0,-1-3 0,2 3 0,2 2 0,2 0 0,-2 0 0,-2 7 0,-2 5 0,-1 3 0,-3 2 0,-3 1 0,-3-1 0,-1 6 0,-6 0 0,0 5 0,0-5 0,0 2 0,0-2 0,-8-10 0,-3 4 0,-4-3 0,-3-5 0,1-3 0,0-6 0,0-6 0,5-5 0,1-12 0,5-4 0,-5-7 0,7-6 0,-2 0 0,4 0 0,2-2 0,2-1 0,4-2 0,1 3 0,5 7 0,3 1 0,-3-1 0,9 11 0,2 6 0,7 3 0,-1 9 0,3 1 0,5 5 0,3 0 0,4 7 0,7 3 0</inkml:trace>
  <inkml:trace contextRef="#ctx0" brushRef="#br0" timeOffset="17">8467 1358 8912,'-2'16'0,"-4"-5"0,-5-5 0,3-6 0,2-6 0,4 4 0,10-6 0,1 1 0,9-3 0</inkml:trace>
  <inkml:trace contextRef="#ctx0" brushRef="#br0" timeOffset="18">8622 1771 8912,'-35'0'0,"1"0"0,1 0 0,5 0 0,3-6 0,9-1 0,5-3 0,3 6 0,24-9 0,6 7 0,11-2 0,7 3 0,4-13 0,8-8 0</inkml:trace>
  <inkml:trace contextRef="#ctx0" brushRef="#br0" timeOffset="19">9654 16402 8912,'12'0'0,"-1"0"0,-1-2 0,1-3 0,-3 1 0,-8-8 0,2 3 0,1-5 0,3 3 0,0 5 0,-4-3 0,4 1 0,-5 0 0,5 3 0,4 3 0,1-4 0,5 4 0,1 2 0,0 2 0,0 4 0,8-2 0,4 7 0,3 2 0,1 8 0,-5 4 0,-5 2 0,-4 2 0,-1 5 0,-9 2 0,-3 4 0,-14-1 0,-9 7 0,-8-1 0,-9 7 0,-8-2 0,-2-3 0,-2-3 0,0-2 0,8-7 0,-2-7 0,11-7 0,6 2 0,4-11 0,9-5 0,3-16 0,9-8 0,3-12 0,7-9 0,11-6 0,3-8 0</inkml:trace>
  <inkml:trace contextRef="#ctx0" brushRef="#br0" timeOffset="20">10325 16351 8912,'-7'-18'0,"3"1"0,-8 0 0,1 8 0,-8 3 0,-4 4 0,6 4 0,-1 4 0,-3 9 0,10 8 0,-10 15 0,4 2 0,5 2 0,-3 4 0,5 2 0,6 1 0,2 11 0,2 3 0,4-4 0,8-2 0,7-11 0,15-6 0,3-5 0,3-9 0,6-9 0,3-9 0,5-10 0,3-9 0,-3-1 0,5-28 0,-7 4 0</inkml:trace>
  <inkml:trace contextRef="#ctx0" brushRef="#br0" timeOffset="21">740 10247 8912,'-8'12'0,"-3"-1"0,-3 2 0,3 5 0,5 5 0,4 3 0,4 9 0,4-1 0,5 0 0,7-5 0,5 0 0,7-1 0,8-1 0,1-4 0,7-11 0,1-7 0,3-3 0,-2-6 0,0-5 0,0-10 0,-6-6 0,-10-4 0,-3-5 0,-10-1 0,-2 1 0,-9 0 0,-6-1 0,-4 7 0,-4-1 0,4 0 0,-11 6 0,7 12 0,0 20 0,6 26 0,0 16 0,0 18 0,8 13 0,3 10 0,-3-39 0,0 1 0,0 0 0,1 1 0,0 3 0,-1 0-202,1 3 0,-1-1 1,0-1-1,0 0 202,-3-1 0,1-1 0,1-3 0,-1-1 0,0 39 0,0-12 0,-6-23 0,-8-7 0,-5-16 0,-8-1 0,-8-5 0,-3-11 0,-3-11 0,3-4 0,3-2 0,-2-15 0,9-8 0,-1-17 0,5-12 0,9-7 0,3-10 0,4-5 0,4-3 0,4-1 0,5-4 0,6 5 0,6 3 0,4-1 293,8 7 1,1 8-294,4 15 0,2 1 0,8 2 0,1 9 0,9 8 0,5 2 0</inkml:trace>
  <inkml:trace contextRef="#ctx0" brushRef="#br0" timeOffset="22">9344 1324 8912,'-7'-25'0,"-5"-4"0,-1-3 0,-1-1 0,5 3 0,-1 3 0,1 2 0,-1 14 0,-1 17 0,3 11 0,8 17 0,0 2 0,0 5 0,2 2 0,4 9 0,3-2 0,1-4 0,5 1 0,-3-7 0,3-1 0,2-3 0,0-2 0,1 1 0,1-9 0,2-5 0,2-7 0,-2-8 0,-2-4 0,-2-2 0,0-10 0,0-7 0,-1-8 0,-3-9 0,-3-1 0,-3 1 0,-1-1 0,-6 1 0,0 2 0,0 3 0,0 4 0,0 8 0,0 7 0,0 3 0,2 9 0,2 5 0,1 10 0,7 8 0,-4 10 0,1-1 0,5 0 0,7-1 0,2-4 0,5-7 0,-5-10 0,8 1 0,-3-7 0,9-8 0,-3-9 0,4-12 0,-9-6 0,-4-5 0,-2-5 0,-6-3 0,-5-2 0,-7 4 0,-10-5 0,-7-1 0,-11-6 0,-2 2 0,-3 5 0,-3 10 0,8 12 0,0 6 0,6 6 0,2 5 0,3 14 0,8 9 0,8 9 0,6 7 0,7 1 0,8 1 0,9 7 0,10 2 0</inkml:trace>
  <inkml:trace contextRef="#ctx0" brushRef="#br0" timeOffset="23">10411 1358 8912,'-9'-7'0,"-7"5"0,5-4 0,-10 2 0,-2 0 0,0-1 0,-2 1 0,4 4 0,-8 6 0,3 3 0,-3 8 0,4 6 0,8 0 0,0 8 0,-1-3 0,9 3 0,3-1 0,4-3 0,2-2 0,4-2 0,8-6 0,-1-7 0,12-5 0,-2-3 0,2-2 0,-2-7 0,8-5 0,-1-5 0,-1-6 0,4-2 0,-8-3 0,2-3 0,-3 8 0,-4-6 0,-1 7 0,0-1 0,-7 5 0,-1 1 0,-3 0 0,-4 6 0,-2-1 0,0 8 0,0-1 0,0 10 0,-2 3 0,-2 5 0,-2-1 0,3 1 0,1 2 0,2 3 0,0-1 0,0 0 0,0 0 0,2-5 0,3-1 0,-3-5 0,6 3 0,-2 1 0,-1 0 0,9-7 0,-10 11 0,7-9 0,-7 1 0,11-6 0,-11 0 0,6-2 0,-3-3 0,5-5 0,-7-7 0,7 0 0,-6-1 0,1 3 0,-1 4 0,-2-5 0,7 5 0,-5-2 0,5 1 0,-5-1 0,6 7 0,-7 0 0,7 6 0,-6 2 0,5 4 0,1-2 0,5 7 0,0-5 0,0 3 0,2 1 0,4 0 0,-2-7 0,8 3 0,-6-4 0,6-2 0,-8 0 0,2 0 0,-4-6 0,-2-1 0,0-3 0,0-3 0,-7-3 0,-4-1 0,-4-8 0,-2-3 0,0-5 0,0-1 0,0 5 0,0 1 0,-2-3 0,-4-1 0,4 5 0,-13 2 0,13 15 0,-6 7 0,8 14 0,0 4 0,2 18 0,2 5 0,2 4 0,5 4 0,-5 5 0,7-5 0,-1 0 0,-3-2 0,3 2 0,-1-4 0,6-8 0,1 1 0,-1-1 0,0-1 0,0-5 0,-5-3 0,-1-8 0,-7-7 0,4-2 0,-8-8 0</inkml:trace>
  <inkml:trace contextRef="#ctx0" brushRef="#br0" timeOffset="24">11048 1358 8912,'-17'0'0,"1"-2"0,5-3 0,3 3 0,8-8 0,2 6 0,6-3 0,9-3 0,4 1 0,14-3 0,-3-3 0,14 3 0,0-3 0,5-2 0,1 0 0,0 0 0,7-1 0,2 1 0</inkml:trace>
  <inkml:trace contextRef="#ctx0" brushRef="#br0" timeOffset="25">12235 894 8912,'-17'0'0,"0"0"0,0 0 0,0 0 0,5 6 0,1 0 0,-1 9 0,-3 0 0,3 6 0,5 10 0,7-3 0,0 7 0,0 5 0,2-4 0,3 4 0,7-3 0,3-3 0,2 0 0,1 1 0,-1-7 0,0 1 0,-7-8 0,5 4 0,-6-8 0</inkml:trace>
  <inkml:trace contextRef="#ctx0" brushRef="#br0" timeOffset="26">11994 1238 8912,'10'-17'0,"-2"0"0,-1-1 0,-5 7 0,4-1 0,4 9 0,1-3 0,4 4 0,2 2 0,8 0 0,6 0 0,7 0 0,8 0 0,-2 0 0,2 0 0,-6-6 0,6 0 0,-8-1 0,2 1 0,-13 2 0,-8-5 0,-5 1 0,-11 2 0,5 6 0,-10 0 0,-4 2 0,-5 4 0,1-2 0,1 7 0,-1 3 0,1 1 0,3 2 0,-5 0 0,7 1 0,-2-1 0,4-6 0,2 1 0,0-9 0,8 5 0,1-8 0,8-2 0,1-5 0,-1-11 0,0 1 0,0-6 0,1-2 0,-1 2 0,-2-5 0,-3 5 0,-5 0 0,-9 8 0,-3 3 0,-5 5 0,-7 7 0,-6 1 0,0 5 0,-4 4 0,10 7 0,-2-6 0,13 1 0,-7-1 0,3 7 0</inkml:trace>
  <inkml:trace contextRef="#ctx0" brushRef="#br0" timeOffset="27">13320 860 8912,'0'17'0,"0"0"0,0 0 0,0 0 0,0 1 0,-2 1 0,-2 4 0,-2 3 0,2 1 0,2 11 0,2-3 0,2 5 0,4 0 0,-2-2 0,7 6 0,3-2 0,1-4 0,2-1 0,0-3 0,1-1 0,-1-5 0,0-3 0,-7-15 0,-3-3 0</inkml:trace>
  <inkml:trace contextRef="#ctx0" brushRef="#br0" timeOffset="28">13320 842 8912,'0'-26'0,"0"1"0,0 8 0,0 5 0,0 1 0,0 5 0,1-4 0,5 3 0,6 1 0,11 6 0,3 0 0,9 0 0,7 8 0,4 3 0,3 4 0,1 3 0,-4 1 0,-6 4 0,-5-2 0,-7 7 0,-5-5 0,-11 6 0,-5-6 0,-7 6 0,-9-7 0,-8 7 0,-3-2 0,-8 2 0,-3-7 0,-1-2 0,-3-3 0,1 0 0</inkml:trace>
  <inkml:trace contextRef="#ctx0" brushRef="#br0" timeOffset="29">13784 963 8912,'12'0'0,"-3"2"0,1 2 0,-1 1 0,5 1 0,9-6 0,-8 0 0,8 0 0,-8 6 0,8 1 0,-4 3 0,-2 3 0,-1-1 0,-5 5 0,3-4 0,-9 10 0,7-4 0,-6-1 0,-1-1 0,-5 0 0,0-6 0,-2-1 0,-3-2 0,-5-3 0,-5-7 0,3-3 0,5-5 0,7-7 0,0-6 0,0 0 0,0-7 0,2 1 0,5-4 0,10-1 0,1 5 0,5 1 0,3 7 0,3-2 0,-2 4 0,1 1 0,1 9 0,6 3 0,-7 4 0,-1 4 0,-2 4 0,-4 5 0,-4 5 0,-5 1 0,1 0 0,-7 0 0,-1 0 0,-5 1 0,0-7 0,0 1 0,8-9 0,4 3 0,3-6 0,2-6 0,0-3 0,0-8 0,6-1 0,0 1 0,4-2 0,-10-4 0,2 4 0,-13-4 0,-2 4 0,-2 2 0,-10 7 0,-3 5 0,-12 3 0,-6 2 0,-3 2 0,-5 5 0,-1 9 0,-2 5 0,2 9 0,9-1 0,-2 3 0,9 3 0,6-7 0,10 1 0,6-2 0,8 3 0,11-5 0,14-6 0,18-5 0,18-14 0,8 0 0,9-16 0,0-3 0</inkml:trace>
  <inkml:trace contextRef="#ctx0" brushRef="#br0" timeOffset="30">15230 808 8912,'-35'12'0,"1"-3"0,-1-1 0,1-4 0,0 5 0,-1 3 0,1-1 0,-1 6 0,7-1 0,-1 12 0,8-5 0,0 6 0,6-1 0,3-1 0,8-2 0,-1-8 0,3 0 0,2 1 0,7-7 0,5 0 0,3-7 0,2 2 0,6-10 0,0-2 0,6-13 0,-4 0 0,1-6 0,5-5 0,0-3 0,-3-1 0,3-2 0,-8-4 0,0 1 0,-6-5 0,0 1 0,0-1 0,-7 5 0,-4-1 0,-4 4 0,-2 2 0,0-1 0,-2 10 0,-4 10 0,-5 13 0,-5 12 0,5 18 0,-1 7 0,8 16 0,-1 1 0,3 5 0,2 1 0,2-5 0,3 4 0,-1-3 0,8-3 0,-1-1 0,-1-4 0,5-6 0,-3-11 0,-3-6 0,3-12 0,-1-3 0,6-8 0,1-4 0,1-8 0,2-10 0,2-9 0,0-11 0,-6-4 0,0-4 0,0-1 0,0 1 0,1 4 0,-1-1 0,-2 8 0,-2 7 0,-1 7 0,-8 14 0,3 3 0,-7 12 0,0 7 0,0 12 0,-1 13 0,-3 6 0,-2 2 0,2 4 0,-4 2 0,3 1 0,-1-7 0,6-4 0,0-3 0,0-3 0,2-1 0,4-7 0,5-8 0,4-9 0,3-24 0,-1-4 0</inkml:trace>
  <inkml:trace contextRef="#ctx0" brushRef="#br0" timeOffset="31">15591 688 8912,'-8'-17'0,"5"-1"0,-9 1 0,3 0 0,-3 0 0,3 7 0,3 4 0,4-3 0,-6 7 0,10 0 0,6 10 0,7 1 0,6 5 0,2-7 0,2 9 0,2-7 0</inkml:trace>
  <inkml:trace contextRef="#ctx0" brushRef="#br0" timeOffset="32">16176 722 8912,'-27'0'0,"-3"0"0,7 0 0,-6 0 0,4 0 0,0 0 0,1 0 0,-1 8 0,2 3 0,4 6 0,-2 8 0,7 8 0,9 5 0,3 10 0,2-2 0,7-3 0,5 3 0,11-9 0,5-3 0,5-7 0,1-10 0,1-8 0,-1-3 0,1-12 0,-1-5 0,0-12 0,-1-6 0,-3-3 0,-1-2 0,0-7 0,5 1 0,-5-7 0,0 1 0,-8-4 0,2-2 0,-4-1 0,-2-4 0,-6 5 0,1 1 0,-8 7 0,1 9 0,-5 10 0,-5 8 0,1 8 0,-6 11 0,1 5 0,-1 10 0,1 10 0,-3 13 0,-3-2 0,3 8 0,5 0 0,1 6 0,4-3 0,2-3 0,0-4 0,0-7 0,0-1 0,0 0 0,13-1 0,7-4 0,4-8 0,7-8 0,2-5 0,1-8 0</inkml:trace>
  <inkml:trace contextRef="#ctx0" brushRef="#br0" timeOffset="33">16469 705 8912,'-42'9'0,"0"-1"0,-4-8 0,11-6 0,12 1 0,8-1 0,9 6 0,20-8 0,26-3 0,21-6 0,25-6 0,8 2 0,-43 7 0,1-1 0,-1 1 0,-1-1 0,-1 2 0,0 0 0,1-3 0,-1-1-151,43-12 1,-46 10 0,0-2 0,40-23-1</inkml:trace>
  <inkml:trace contextRef="#ctx0" brushRef="#br0" timeOffset="34">18104 756 8912,'-25'-1'0,"-2"-3"0,0-2 0,2 2 0,0 2 0,-3 2 0,9 8 0,1 3 0,13 12 0,-1 4 0,6 2 0,6-1 0,3-1 0,10 2 0,4-6 0,6-4 0,11-4 0,4-3 0,2-9 0,0-6 0,-2-7 0,2-7 0,-4 0 0,-10-2 0,-1-2 0,-2-2 0,-10-6 0,-2 6 0,-2-6 0,-9 6 0,-2 2 0,-2 2 0,-2 10 0,0 11 0,0 15 0,0 15 0,0 14 0,0 17 0,0 6 0,0 5-181,0 1 0,5 1 181,1 5 0,0-1 0,-6-11 0,0-10 0,-2-17 0,-2-4 0,-2-5 0,-7-16 0,2 0 0,-10-11 0,-2-1 0,-2-8 0,2-3 0,-4-7 0,-7 1 0,-1-9 0,1-2 0,-1-2 90,1 2 1,1 2-1,5-5 1,7-1-91,7 0 0,9 4 0,10-5 0,7 7 0,11-2 0,9 2 0,8-2 0,8 4 0,-4-14 0,8 6 0</inkml:trace>
  <inkml:trace contextRef="#ctx0" brushRef="#br0" timeOffset="35">19893 739 8912,'0'-17'0,"-2"0"0,-2 0 0,-3 1 0,-3 5 0,-7-2 0,-8 5 0,-2 0 0,-3 1 0,-3 3 0,-1 10 0,-2 5 0,-5 4 0,5 8 0,-2 2 0,5 4 0,5 7 0,7-2 0,-2 7 0,6-5 0,5-2 0,4-7 0,8-4 0,8-4 0,7-4 0,10-3 0,10-7 0,10-5 0,-1-5 0,2-7 0,0-3 0,-8-8 0,3 0 0,-7 4 0,-5 6 0,-2-1 0,-5 9 0,-10-9 0,3 12 0,-15-3 0,0 10 0,0 7 0,0 3 0,-6 10 0,1 4 0,-7 5 0,7 6 0,-7-2 0,6 8 0,-5-6 0,5 6 0,-5 0 0,5 5 0,-6-7 0,7-3 0,-9-5 0,3-2 0,1-7 0,-1-4 0,-1-6 0,-5-5 0,0-7 0,2-5 0,3-5 0,-3-7 0,3-11 0,-3-4 0,-2-7 0,5 3 0,1-3 0,7 9 0,-2-9 0,4 3 0,2-3 0,0 5 0,0 1 0,8 1 0,4-4 0,5 5 0,6 1 0,4 0 0,7 2 0,0 4 0,1-4 0,-3 6 0,-3 5 0,7-1 0,-5 7 0,-1 2 0,3 2 0,-8 2 0,-2 0 0,2 0 0,-2 0 0,-2 8 0,-10 4 0,4 9 0,-3 1 0,-3 3 0,3-2 0,-8 2 0,1 4 0,-3 1 0,-2-7 0,0 6 0,0-6 0,0 2 0,0-2 0,-5-10 0,-3 4 0,-2-4 0,-3-3 0,-2-2 0,-2-16 0,-1-2 0</inkml:trace>
  <inkml:trace contextRef="#ctx0" brushRef="#br0" timeOffset="36">20014 705 8912,'-2'-17'0,"-2"0"0,-2-1 0,-5 7 0,5-1 0,0 9 0,6-5 0,2 8 0,6 0 0,9 0 0,8 2 0,9 4 0,3-3 0,1 7 0,2-2 0,8 5 0,-4-3 0</inkml:trace>
  <inkml:trace contextRef="#ctx0" brushRef="#br0" timeOffset="37">20513 877 8912,'-17'15'0,"-1"-1"0,1-3 0,0 2 0,5 3 0,1 1 0,7 0 0,-2 0 0,-1 0 0,1 1 0,0 6 0,8-4 0,4 2 0,-2-8 0,7-3 0,-5-7 0,5 2 0,3-4 0,1-2 0,2-8 0,1-3 0,-1-7 0,0-4 0,-2-5 0,-3-8 0,3 1 0,-5 0 0,1-1 0,1 1 0,-9 1 0,3 5 0,2 1 0,-3 6 0,-1-2 0,6 0 0,-8 14 0,7 9 0,-3 11 0,-2 4 0,7 2 0,-5 6 0,6 0 0,-1 0 0,6-6 0,0 1 0,1-1 0,1-6 0,2-1 0,4-2 0,1-5 0,-3-3 0,4-5 0,0-7 0,0-3 0,-6-2 0,2-1 0,-10 1 0,-1 0 0,-9 0 0,3 0 0,-6-1 0,-6 1 0,-3 8 0,-8 3 0,-6 4 0,0 2 0,-6 2 0,4 4 0,0 5 0,0 4 0,2 8 0,6 0 0,6 6 0,1-4 0,3 0 0,3 0 0,2 3 0,2-5 0,9 0 0,9-6 0,6-7 0,11-5 0,5-3 0,0-2 0,2-2 0,-2-3 0,-3-5 0,3-7 0,-9 0 0,-5 0 0,-1-1 0,-4 1 0,-7 8 0,-3 3 0,-7 4 0,11 2 0,-13 2 0,4 4 0,-4 3 0,-2 8 0,0 1 0,0-1 0,-8 0 0,4 0 0,-7 0 0,-3 1 0,5-9 0,-1-5 0,3-8 0,1-5 0,6-9 0,0-1 0,0-4 0,2-5 0,4-5 0,-1-1 0,12-1 0,-3 1 0,9 0 0,-4 1 0,-2 5 0,2 3 0,4 8 0,-4 7 0,4 4 0,-4 4 0,-1 2 0,-3 8 0,-2 5 0,-3 6 0,-3 4 0,5 8 0,-6-2 0,5 1 0,-5-1 0,7-4 0,-1-8 0,3-8 0,10 7 0,2-7 0</inkml:trace>
  <inkml:trace contextRef="#ctx0" brushRef="#br0" timeOffset="38">22388 499 8912,'-17'-8'0,"-2"4"0,-4-7 0,4 7 0,-6-2 0,0 4 0,-3 2 0,-3 2 0,2 4 0,-1 9 0,7 8 0,0 8 0,6-3 0,1 3 0,5-2 0,3 3 0,8-3 0,0-3 0,0 3 0,8-8 0,3 2 0,10-4 0,4-4 0,0-1 0,0-3 0,0-1 0,-2 1 0,-4-1 0,4-6 0,-4 1 0,-2-1 0,-5 4 0,-1-2 0,-7 7 0,4-4 0,-8 9 0,-2-1 0,-4 0 0,-5 0 0,-12 0 0,2 1 0,-8-1 0,8-2 0,-2-3 0,4 1 0,2-7 0,-1-3 0,9-8 0,1-5 0</inkml:trace>
  <inkml:trace contextRef="#ctx0" brushRef="#br0" timeOffset="39">22715 688 8912,'-34'9'0,"5"7"0,1-5 0,5 4 0,-4 4 0,0 4 0,0 6 0,8-2 0,2 1 0,2-1 0,9 2 0,2 1 0,10-7 0,9-2 0,8-9 0,8-5 0,-3-7 0,5-2 0,1-3 0,1-7 0,-3-9 0,-3-2 0,-6 2 0,-6-3 0,-5 1 0,1-2 0,-7 2 0,-2 4 0,-10-4 0,-4 9 0,-7 3 0,0-1 0,0-5 0,1 6 0,5-1 0,3 1 0,8-6 0</inkml:trace>
  <inkml:trace contextRef="#ctx0" brushRef="#br0" timeOffset="40">23042 739 8912,'-17'-9'0,"6"-5"0,-1 9 0,8-9 0,-3 12 0,9-3 0,3 10 0,5 7 0,0 3 0,5 2 0,-4 0 0,-3 6 0,-2 0 0,1 6 0,-1-6 0,0 6 0,-6-6 0,0 1 0,0-1 0,0-4 0,0 4 0,-8-6 0,-3-5 0,3-4 0,0-16 0,8-4 0,0-10 0,0-7 0,2-9 0,4-2 0,4-1 0,7 7 0,0 2 0,0 3 0,0 0 0,3 8 0,1 4 0,2 2 0,0 3 0,-6 12 0,0 0 0,0 0 0,-2 2 0,-3 4 0,1 4 0,-7 7 0,0 0 0,-1 0 0,1 0 0,8 0 0,-5-7 0,6-6 0,-3-8 0,1 0 0,-7-7 0,6-1 0,-7-5 0,7 0 0,-7 0 0,7 0 0,-6-1 0,5 1 0,-5 0 0,5 5 0,-3 3 0,2 1 0,-5 3 0,7 5 0,-8 7 0,3 7 0,-1 5 0,0 4 0,5 5 0,-5-5 0,7 6 0,-1-6 0,-3-2 0,3-10 0,-1 3 0,7-9 0,-1 1 0,0-6 0,0 0 0,0 0 0,1-13 0,-1-4 0,-2-5 0,-3-2 0,3 3 0,-4-8 0,-3 0 0,-2-5 0,-4 7 0,-2 4 0,0 4 0,0 2 0,-8 2 0,-4 3 0,-3 7 0,-2 10 0,0 5 0,-2 9 0,-2 4 0,-2 5 0,2 5 0,9 1 0,-3 3 0,3 3 0,5-10 0,1 5 0,4-7 0,2 1 0,8-2 0,3-4 0,6-10 0,6 2 0,6-5 0,4-6 0,9-6 0,4-10 0,3-7 0,3-15 0</inkml:trace>
  <inkml:trace contextRef="#ctx0" brushRef="#br0" timeOffset="41">24230 533 8912,'0'-17'0,"0"0"0,0-1 0,0 1 0,7 8 0,5 3 0,3 4 0,2 2 0,6 2 0,0 4 0,0 3 0,-6 8 0,1 3 0,-1 2 0,-2-1 0,-3 8 0,-5-6 0,-7 6 0,0-3 0,0 3 0,-7 2 0,-5-8 0,-3-2 0,-2-2 0,1-2 0,5 0 0,3-7 0,10-7 0,6-12 0,9-8 0,8-20 0,9 1 0</inkml:trace>
  <inkml:trace contextRef="#ctx0" brushRef="#br0" timeOffset="42">24815 378 8912,'-42'0'0,"4"14"0,-8 3 0,2 13 0,-2 5 0,6 1 0,11 10 0,6-6 0,12 6 0,5-10 0,12-1 0,13-3 0,13-9 0,8-2 0,4-2 0,2-9 0,6-5 0,-1-5 0,1-5 0,5-5 0,1-7 0,7-16 0,-4-3 0</inkml:trace>
  <inkml:trace contextRef="#ctx0" brushRef="#br0" timeOffset="43">18534 2407 8912,'17'-32'0,"-2"1"0,-1 2 0,-3-1 0,-7-1 0,2 3 0,-4-3 0,-2 8 0,0 2 0,0 2 0,0 2 0,0 7 0,0 3 0,0 8 0,0 5 0,0 6 0,0 13 0,0 13 0,0 17 0,0 23 0,0-28 0,0 4 0,-3 8 0,0 4 0,-1 8 0,0 4 0,0 10 0,1 2-389,0-23 1,0 1-1,1 1 1,0 3-1,0 1 1,0 0 388,2 7 0,0 1 0,0-1 0,1-8 0,-1-2 0,1 0 0,0 0 0,1-1 0,1-2 0,1 20 0,3-6-161,4-10 1,1-4-1,-2-5 1,-1-4 160,3-8 0,-1-2 0,3 38-70,-3-12 0,-1-11 70,1-5 0,4-1 0,-5-6 0,0-7 0,-5-5 0,3-13 0,-2-3 2100,-1-4-2100,-5-9 0,0-4 408,0-12 0,0 2-408,0-7 0,2-10 98,4-14 1,2-9-99,3-13 0,3-8 0,-9-15 0,-7-8 0,-2 36 0,-1 1 0</inkml:trace>
  <inkml:trace contextRef="#ctx0" brushRef="#br0" timeOffset="44">18551 2304 8912,'-2'15'0,"-4"-3"0,4-5 0,-5-9 0,7-3 0,0 1 0,0-8 0,7 7 0,7-5 0,7 1 0,7-1 0,13 4 0,6-5 0,11-3 0,11-1 0,7-4 0,12-2 0,6-4 0,-43 12 0,1-1 0,3 0 0,1-2-55,4-4 0,0 0 1,5 2-1,0-1 1,0-1-1,-1-2 0,-4 2 1,0 0 54,-2 0 0,-1 0 0,-2 2 0,1 2-186,-2 1 0,1 1 0,0 1 0,0-1 186,3 0 0,-1 0 0,-1 3 0,-1 3 0,-4 2 0,-1 0 0,1 0 0,0-1 0,0-1 0,1 1 0,4-2 0,1 0 0,5 1 0,2-1 0,0-2 0,0-1 0,-2 1 0,0-1 0,2 1 0,1-1 0,-1 0 0,2 0 0,2 2 0,1 0 0,3-1 0,0-1 0,-5 3 0,-1-1 0,-5 1 0,-1 1 0,-3 3 0,-1 1 0,-4 0 0,-1 2 0,3 1 0,-1 0 0,-1 1 0,-1 0 0,2 0 0,0 0 0,38 0 0,-3 0-200,-6 0 0,6 0 200,-7 0 0,9 2 0,-4 4 0,9-4-171,-41 0 0,1 1 0,-2-1 0,-1-2 171,3 0 0,-1 0 0,4 0 0,1 0 0,4 0 0,0 0 0,3 0 0,0 0 0,6 0 0,0 0 0,-5 0 0,-1-2 0,-6 0 0,-1-1 0,-3 1 0,-1 0 0,0-4 0,-1 0 0,-2 3 0,1 1 0,2-4 0,-1 0 0,36-5 0,-10-7 0,-7 3 56,-4 4 1,1-3-57,5 9 0,1-7 0,5 6 0,3-1 0,-4 1 0,4 4 0,0-4 0,-1 3 0,-3-3 0,2-2 0,10-3 0,4-3 47,-45 11 0,1 1 0,38-10-47,-4 6 0,-4-5 0,4 5 0,-4-5 0,4 5 0,-5-5 0,5 5 0,-2-6 0,-10 7 0,-3-9 95,-2 3 0,-10 1 0,10 1 0,0 1-95,4 4 0,-1 2 0,8 2 0,-7 0 0,2 0 0,-6 0 0,-6 0 0,4 0 0,-4 0 0,6 6 206,5 0 1,1 1-207,11-1 0,-4-4 0,8 4 0,-6-2 0,-4 1 0,-7-3 0,1 4 0,5 2 0,1-3 0,2 7 0,-1-6 0,1 5 0,-8-5 0,1 5 0,-6-5 0,0 2 0,0-3 0,-1-3 0,1 4 0,2-2 0,0 0 0,-2 1 105,-8-1 0,0-2-105,-4-2 0,3 2 0,-5 2 0,4 2 0,2-3 0,8-1 0,6-2 0,7 2 95,-2 4 1,3-4-96,-3 4 0,-2-5 0,-3-1 0,-1 0 0,13 0 0,-11 2 0,10 4 0,-11-4 0,1 4 0,-3-4-45,-4-2 0,-4 0 45,-14 0 0,1 0 168,-1 0 1,1 0-169,0 0 0,-10 0 31,-8 0 1,-1 0-32,-10 0 0,0 0 204,-6 0 1,-6 0-205,1 0 0,-1 5 98,6 1-98,1 0 0,-3-4 0,-2 2 0,-1 1 0,-8 1 0,9-4 0,-5 2 0,1 1 0,-3 7 0,5-6 0,1 1 0,5-1 0,0-2 0,1 7 0,1-5 0,2 4 0,2-1 0,-2 1 0,4-6 0,-3 1 0,1 3 0,-5 0 0,-1-1 0,0 1 0,0-2 0,-1-5 0,-5 5 0,-3-4 0,-1 6 0,-3-6 0,8 3 0,-9-3 0,13 14 0,-7-7 0,8 8 0,-5-3 0,-1 3 0,-5-4 0,6 10 0,-1-2 0,-1 2 0,3 4 0,-7 7 0,0 6 0,-6 2 0,-2 2 0,-4 4 0,0 2 0,-11 1 0,2 3 0,-14 3 0,6 10-191,-6 8 0,6 1 191,-5-2 0,7-1 0,-2 7 0,-2-1 0,2 1 0,6-9 0,5-8 0,3 5 0,-5 9 0,5-3-88,1-3 0,-3-4 88,5-10 0,-6-3 0,7 3 0,-7-4 0,5-3 0,-1-2 0,0-2 0,-3 0 0,5 5 0,-2 1 0,5-1 0,-5 1 0,-2-1 0,5-3 0,-7 4 0,8-10 187,-1 9 1,-3-11-188,2 1 0,-5-11 45,5-1 1,-2-2 0,5 1 0,-5-5-46,-2-4 0,5 0 0,-7 4 0,6-4 0,-5 4 0,5-9 0,-5-3 0,-1 1 0,-5 3 0,0-4 0,-2 3 0,-4-9 0,2 7 0,-8-6 0,0 1 0,-3-3 0,1 2 0,3-2 0,-7 3 0,-5-1 0,-2 2 0,4-5 0,-2 3 0,1-2 0,-7 4 0,-5-3 0,-3 1 0,-9-6 0,-2 0 0,-9 0 0,-5 0-187,-7 0 1,8 0 186,3 0 0,4 0 0,3 0 0,-3-6 0,-4 1 0,5-7 0,-7 5 0,1-1 0,-5 0 0,3-5 0,-2 1 0,7 5 0,0 1 0,6 4 0,4 2 0,-9-6 0,-15 1 0,0-1 0,-11 6 0,2 0-248,-1 0 1,45 0 0,1 0 247,-1 0 0,0 0 0,1 0 0,-1 0 0,-3 0 0,1 0 0,-43 0-210,5 0 1,12 0 209,5 0 0,12 0 0,6 0 0,3 0-15,2 0 0,-7 0 15,-4 0 0,-6 0 0,-5 0 0,1-8 0,-7-1 0,-5-3 0,-4 1 0,-3 5 0,40 2 0,-1-1 0,-4 0 0,-1 0 0,-2 0 0,-2 0 0,-8 3 0,0-1 0,0-3 0,0 0 0,-2 0 0,-1 1-5,-2 0 0,-1 0 0,1 1 0,1 1 0,1 2 0,1 2 1,5-2-1,2 0 5,5-2 0,1 0 0,4 2 0,1 0 0,-38-5 0,-1 6 0,44 2 0,0 0 0,-41 6 0,8 1 0,-2-3 0,4 6 0,-6-3 0,-6 3 0,39-5 0,-1 1 0,-3-2 0,-1-1 0,-3 1 0,0 0-90,4 2 1,-1 1-1,-8-3 1,-2 1 89,-3 4 0,-1 1 0,-1-2 0,0-1 0,4 0 0,1 0 0,8-3 0,3-1 0,-29 5 0,11-1 121,10 1 1,-5-6-122,7 1 0,-8 3 0,8-2 0,-4-1 0,-2-5 0,-6 2 0,1 4 0,-10-2-216,-2 7 0,35-5 1,-2 0 215,-6 2 0,-2 1 0,2-3 0,1-1 0,0 1 0,2 0 0,4-2 0,4 1 0,-26 9 0,10-5 167,9-1 0,5-2-167,4-6 0,-3 0 526,3 0 0,-10 0-526,-1 0 0,-6 0 0,4 0 0,-3 0 0,-3 0 0,-9 2 0,-6 3 0,-18-3-130,47 1 0,-1 0 0,-1-2 0,1 0 130,-46-1 0,12 0 0,11 0 0,9 0 375,8 0 1,3 0-376,15 0 0,-8 0 0,0 0 0,-6 0 0,-3 0 0,0 0 0,5 0 0,-5-2 0,-1-4 0,-5 4 0,6-3 0,-8 3 0,2 2 0,-6 0-167,-6 0 0,-7 0 167,-4 0 0,6 0 0,19 0 0,9 0 360,10 0 1,2 0-361,5 0 0,-3 0 0,9 0 0,-3 0 0,-2 0 0,-7 0 0,1 0 0,-6-6 0,6 0 0,-8 1 180,2 5 1,4 0-181,2 0 0,4-2 0,2-4 0,5 4 0,2-4 0,2 4 0,4 2 0,8 0 0,1 0 0,8 0 0,-11 0 0,13 0 0,-5 0 0,7 0 0,0 0 0,7 0 0,-3 0 0,8 0 0,-1 0 0,6-7 0,0-3 0</inkml:trace>
  <inkml:trace contextRef="#ctx0" brushRef="#br0" timeOffset="45">18637 4831 8912,'0'-9'0,"-2"1"0,-4 8 0,4-2 0,-3-4 0,1 5 0,-2-5 0,4 4 0,-5 2 0,8 0 0,5 0 0,6 0 0,5 0 0,6 0 0,6 0 0,3 0 0,10-2 0,6-4 0,5-3 0,5-1 0,5-3 0,-6 7 0,6-5 0,-5 5 0,-3 0 0,-1-2 0,-10 7 0,-4-5 0,-6 4 0,-5 2 0,-2 2 0,-4 4 0,-4-3 0,4 9 0,2-6 0,-2 5 0,-1-7 0,-4 2 0,-1-4 0,0-2 0</inkml:trace>
  <inkml:trace contextRef="#ctx0" brushRef="#br0" timeOffset="46">17157 4831 8912,'-17'-7'0,"0"5"0,1-6 0,5 0 0,3 7 0,8-7 0,2 8 0,2-2 0,4-2 0,1-2 0,3-5 0,5 5 0,0-1 0,0 1 0,2-4 0,4 1 0,4-12 0,8 4 0,-1-6 0,0 0 0,8-4 0,4-7 0,10-7 0,3-1 0,2-3 0,4-9 0,-4 4 0,3-1 0,2 1-136,3 10 0,2 2 136,-14 9 0,3-3 0,-5 5 0,2-2 0,-1 1 0,-4 1 0,-7-2 0,3-1 0,-8 7 0,1-6 0,-7 6 0,0-5 0,1 5 0,1 0 0,2 5 0,3 1 0,-3 0 0,-4 0 136,-5 0 0,-4 7-136,-8 4 0,-6-1 0,1 1 0,-8 0 0,3 6 0,-14 0 0,5 0 0,-6 0 0,8 0 0,0 0 0,-8 8 0,5-6 0,-9 4 0,1-4 0,-7-2 0</inkml:trace>
  <inkml:trace contextRef="#ctx0" brushRef="#br0" timeOffset="47">18775 3456 8912,'-18'0'0,"1"-6"0,0 0 0,0-7 0,7 11 0,3-6 0,7 8 0,7 0 0,5 0 0,5 2 0,4 4 0,2 6 0,8 3 0,-3 2 0,5 0 0,1 0 0,-1 6 0,-5 0 0,3 8 0,-8-3 0,-4 7 0,-6 5 0,-5 4 0,-8 7 0,-2 9 0,-4 3 0,-11-4 0,-17 0 0,-10-7 0</inkml:trace>
  <inkml:trace contextRef="#ctx0" brushRef="#br0" timeOffset="48">12442 4797 8912,'-2'-29'0,"-2"2"0,-4 3 0,1 3 0,-3 3 0,3 5 0,-1 2 0,2 7 0,6 4 0,2 13 0,2 8 0,2 8 0,7 3 0,-1 3 0,3 1 0,2 4 0,0-2 0,0 6 0,1 0 0,-1 0 0,-6 0 0,1 2 0,-8 4 0,3-6 0,-1 1 0,0 1 0,0-8 0,-6 3 0,0-20 0,-8 1 0,-2-12 0</inkml:trace>
  <inkml:trace contextRef="#ctx0" brushRef="#br0" timeOffset="49">12356 4677 8912,'-2'-20'0,"-2"-1"0,-2-2 0,3 2 0,3 2 0,5 2 0,-1 2 0,8 2 0,3 3 0,6 2 0,0 3 0,8 5 0,-3 0 0,3 0 0,2 2 0,-8 3 0,5 5 0,-5 7 0,0 0 0,-6 0 0,-1 6 0,-5 4 0,-5 4 0,-4 5 0,-10 10 0,-3 0 0,-5-2 0,-1-1 0,0 0 0,0-5 0,0-4 0,-1-5 0,1 3 0,0-5 0</inkml:trace>
  <inkml:trace contextRef="#ctx0" brushRef="#br0" timeOffset="50">12872 4969 8912,'17'-2'0,"1"-4"0,-1-5 0,-6 1 0,1-1 0,-7-1 0,5-5 0,0 0 0,-1 0 0,-3 5 0,5 1 0,-5 7 0,5-2 0,1 4 0,5 2 0,0 8 0,1 3 0,-3 5 0,-2 1 0,-1 2 0,1 4 0,-3-2 0,1 8 0,-7-8 0,2 1 0,-4-2 0,-2-3 0,0 0 0,0-7 0,0-5 0,0-10 0,-6-7 0,0-11 0,0-4 0,6-7 0,0 0 0,0-1 0,6 1 0,2-1 0,1 3 0,5 3 0,1-1 0,2 7 0,0 0 0,1 6 0,-1 0 0</inkml:trace>
  <inkml:trace contextRef="#ctx0" brushRef="#br0" timeOffset="51">13492 4969 8912,'0'9'0,"0"7"0,0-14 0,0 5 0,0-7 0,7-7 0,5-5 0,3-3 0,0-2 0,-3-1 0,1 1 0,-7 0 0,5 0 0,-5 0 0,0-1 0,-6 1 0,-2 0 0,-4 0 0,-3 5 0,-9 1 0,1 7 0,0-2 0,0 5 0,0 1 0,5 9 0,1 8 0,1 2 0,-1 10 0,3-2 0,8 1 0,2 3 0,4-8 0,11 6 0,12-7 0,5-1 0,6-9 0,6-4 0,11-8 0,5-16 0,6-3 0</inkml:trace>
  <inkml:trace contextRef="#ctx0" brushRef="#br0" timeOffset="52">14025 4677 8912,'-19'28'0,"-2"-1"0,-4 0 0,-2-1 0,6 3 0,-2 5 0,6 1 0,6-1 0,-3-1 0,9-5 0,-1 5 0,6-4 0,7-10 0,5-2 0,3-4 0,2-3 0,1-3 0,-1-7 0,0 0 0,0 0 0,0-7 0,-1-7 0,-3-7 0,-1-7 0,-3-5 0,3-1 0,1-6 0,-5-2 0,-1-4 0,1-8 0,3 3 0,-5-7 0,0-1 0,-6 2 0,0-6 0,0 6 0,6 7 0,-1 10 0,1 11 0,-6 6 0,0 12 0,0 9 0,0 19 0,0 17 0,0 14 0,0 9 0,0 10 0,0 8 0,0-1 0,0-5 0,2-8 0,4-3 0,-2-7 0,7-5 0,1-6 0,5-11 0,0-6 0,0-12 0,0-3 0,1-8 0,-1-2 0,0-4 0,6-9 0,0-8 0,2-8 0,-2 3 0,-4-5 0,4-1 0,-6-6 0,-6 0 0,3 1 0,-8 11 0,-1-3 0,-5 8 0,0 0 0,0 6 0,0 0 0,0 7 0,0 5 0,0 10 0,0 11 0,0 7 0,0 5 0,0-5 0,0 6 0,0-6 0,6 0 0,0-6 0,5 0 0,-3 0 0,1 0 0,1 1 0,1-1 0,5-8 0,-5-3 0,-1 2 0,1-2 0,-5-1 0,5-5 0,1 0 0,5 0 0,0 0 0</inkml:trace>
  <inkml:trace contextRef="#ctx0" brushRef="#br0" timeOffset="53">14472 4401 8912,'-28'27'0,"1"-2"0,2 0 0,10-6 0,9 4 0,6-6 0,6-5 0,3-5 0,9-7 0,-1-6 0,0-1 0,-2-3 0,-3-3 0,1-2 0,-7-3 0,0-5 0,-6 1 0,0-1 0,0 5 0,-8 3 0,-3 4 0,1 3 0,-1 8 0,5 2 0,-4 4 0,3 5 0,3 4 0,-6 10 0,1 2 0</inkml:trace>
  <inkml:trace contextRef="#ctx0" brushRef="#br0" timeOffset="54">14817 4522 8912,'0'-27'0,"0"4"0,0 4 0,0 2 0,0 5 0,-2 3 0,-4 1 0,-4 2 0,-7 6 0,0 4 0,0 8 0,5 7 0,3 17 0,-1 4 0,1 6 0,5 4 0,-2 1 0,4-1 0,2-4 0,0-2 0,2-6 0,4 0 0,5-5 0,5-3 0,1-13 0,8-3 0,3-14 0,1-2 0,2-6 0,-1-9 0,7-15 0,-11-12 0</inkml:trace>
  <inkml:trace contextRef="#ctx0" brushRef="#br0" timeOffset="55">15247 4075 8912,'-29'6'0,"2"-1"0,3 1 0,3 2 0,1-6 0,3 3 0,6 5 0,1 3 0,1 6 0,-1 4 0,6 10 0,-1 1 0,10 0 0,7 7 0,3-5 0,2-2 0,2 1 0,4-1 0,-2-1 0,8-5 0,-8-3 0,2-8 0,-4-2 0,-2-1 0,1-5 0,-1-1 0,-6-2 0,1-6 0,-7 0 0,7 0 0,-6-8 0,5-3 0,-7-5 0,2-1 0,-4 0 0,-2 0 0,5 0 0,1-1 0,0 1 0,1 2 0,5 3 0,-4 5 0,7 7 0,-8 2 0,5 3 0,3 5 0,-5 7 0,-1 0 0,5-5 0,-9-1 0,7-5 0,-6 6 0,7-9 0,-3-3 0,7-9 0</inkml:trace>
  <inkml:trace contextRef="#ctx0" brushRef="#br0" timeOffset="56">15488 4092 8912,'0'10'0,"-6"-1"0,0-3 0,-1-2 0,1 7 0,4-5 0,-4 5 0,4 1 0,2 5 0,0 0 0,0 0 0,0-5 0,0-1 0,0-7 0,0 4 0,0-8 0,0-2 0,0-4 0,0 4 0,0-5 0</inkml:trace>
  <inkml:trace contextRef="#ctx0" brushRef="#br0" timeOffset="57">15144 4522 8912,'-10'17'0,"-5"-2"0,3-3 0,3-5 0,-3-7 0,8 0 0,-3-7 0,11-7 0,7-5 0,12-4 0,8-7 0,3 1 0,8-3 0,4-3 0,4 1 0,1-1 0,1 1 0,0 0 0</inkml:trace>
  <inkml:trace contextRef="#ctx0" brushRef="#br0" timeOffset="58">15952 4144 8912,'-34'17'0,"0"0"0,-1 0 0,8-5 0,4-1 0,4 1 0,4 5 0,2 0 0,1 0 0,8 0 0,4 0 0,12 1 0,-3-9 0,3-3 0,5-4 0,6-2 0,0 0 0,-6 0 0,0 0 0,1 0 0,-1-8 0,-2-1 0,-3-9 0,-3 1 0,-3 0 0,-4 0 0,4 0 0,-5 0 0,-1-1 0,0 9 0,0-14 0,0 4 0</inkml:trace>
  <inkml:trace contextRef="#ctx0" brushRef="#br0" timeOffset="59">16142 4195 8912,'2'15'0,"1"-1"0,3-3 0,-2 3 0,-2-5 0,-2 3 0,6-7 0,-1 7 0,3-8 0,-2 1 0,-4 5 0,5-8 0,-7 4 0,0-12 0,0 2 0,0-7 0,0 5 0,0-6 0,0-5 0,0-6 0,0 0 0,0-2 0,0 4 0,0-7 0,6 1 0,0-2 0,1 5 0,-1 6 0,2 1 0,3 0 0,5 6 0,-5-1 0,6 8 0,6-1 0,-4 10 0,6 9 0,-2 7 0,0 7 0,6 5 0,-6 1 0,0-5 0,-6-1 0,-2 1 0,-3 6 0,3 7 0,-5 1 0</inkml:trace>
  <inkml:trace contextRef="#ctx0" brushRef="#br0" timeOffset="60">15436 4934 8912,'-6'-17'0,"-1"2"0,-3 2 0,-3 1 0,-2-1 0,-3-3 0,3 5 0,2 1 0,-1 3 0,-5 3 0,2 2 0,-8 2 0,8 0 0,0 13 0,1 7 0,5 4 0,5 7 0,4 3 0,2 6 0,2 4 0,4 8 0,3 0 0,9-3 0,-1-1 0,0-2 0,2 0 0,4 5 0,-4-1 0,4-4 0,-4-4 0,-1-8 0,-3-5 0,-2 0 0,-3-1 0,-3-1 0,-1-2 0,-6-8 0,-15 0 0,-4 0 0</inkml:trace>
  <inkml:trace contextRef="#ctx0" brushRef="#br0" timeOffset="61">15058 5553 8912,'-6'-17'0,"0"0"0,-5 6 0,5-1 0,0 1 0,6-7 0,2 1 0,4 0 0,7 0 0,8 0 0,6-6 0,7 0 0,3-2 0,3 2 0,4 2 0,8-8 0,-9 8 0,-2-2 0,-5 4 0,-2 2 0,-1 0 0,-4 0 0,-5 7 0,-6 4 0,-9 5 0,-1 1 0,-8 1 0,0 5 0,-2 4 0,-4 7 0,4 0 0,-3 0 0,3 1 0,2-1 0,2 0 0,3 0 0,-3-5 0,4-1 0,3 0 0,3 7 0,3-9 0,2-3 0,-5-4 0,-1-2 0,1 0 0,5-8 0,0-3 0,-5-10 0,-1-2 0,-1-6 0,1 6 0,3-5 0,-9 3 0,1 0 0,2 0 0,-6 2 0,3 6 0,-1 6 0,2-1 0,-4 8 0,6-3 0,-8 9 0,0 3 0,1 5 0,5 7 0,-2 0 0,8 0 0,-7-1 0,7-5 0,-1 4 0,6-7 0,1 3 0,-1 3 0,0-8 0,0-3 0,0-1 0,1-9 0,-7-3 0,1-7 0,-9 0 0,3 0 0,2 5 0,-2 1 0,-1-1 0,-5-5 0,0 0 0,0 0 0,0-1 0,0 1 0,0 0 0,0 7 0,0 3 0,2 7 0,4 0 0,-4 2 0,4 3 0,-5-3 0,5 8 0,0-4 0,2-4 0,-3 3 0,-1-3 0,8-2 0,-7 0 0,7 0 0,-6 0 0,5 0 0,2 0 0,-3 0 0,1 0 0,-5 0 0,6 0 0,-7 0 0,7 0 0,-6-6 0,5 1 0,-5-1 0,5 6 0,-7 0 0,4 0 0,-1 0 0,3 0 0</inkml:trace>
  <inkml:trace contextRef="#ctx0" brushRef="#br0" timeOffset="62">16348 4831 8912,'-2'-9'0,"-3"3"0,1-2 0,-8 3 0,7-1 0,-7 6 0,6 0 0,-3 2 0,1 4 0,4 5 0,2 10 0,2 2 0,0 7 0,0-1 0,0-2 0,0 2 0,2-7 0,4 7 0,2-8 0,5 2 0,-1-4 0,1-2 0,2-7 0,2-4 0,1-4 0,-1-2 0,8-8 0,1-2 0</inkml:trace>
  <inkml:trace contextRef="#ctx0" brushRef="#br0" timeOffset="63">16520 4608 8912,'-11'0'0,"-1"0"0,9 0 0,-5 2 0,8 3 0,0 1 0,0 11 0,0-1 0,0 12 0,0 1 0,0 5 0,0 1 0,0-1 0,2 0 0,4 1 0,-3-3 0,9-3 0,-6 2 0,5-9 0,-1 1 0,1-5 0,2-7 0,-5-1 0,2-3 0,3-3 0,-3-4 0,1-6 0,-1 3 0,1-9 0,3 1 0,-9-7 0,9 7 0,-3-1 0,-1 3 0,1-3 0,3 7 0,-5 3 0,3 2 0,-1 0 0,-1 0 0,-1 6 0,-3-1 0,-4 3 0,4-2 0,-5-4 0,7 5 0,2-7 0</inkml:trace>
  <inkml:trace contextRef="#ctx0" brushRef="#br0" timeOffset="64">16796 4659 8912,'-12'-5'0,"1"-3"0,-3-2 0,5 5 0,-3-7 0,8 8 0,-3-3 0,7 7 0,7 0 0,5 0 0,3 0 0,4 0 0,4 0 0,-4 0 0,6 7 0,-7 3 0</inkml:trace>
  <inkml:trace contextRef="#ctx0" brushRef="#br0" timeOffset="65">16451 5055 8912,'-26'9'0,"1"5"0,8-9 0,5 1 0,1-6 0,7-2 0,-2-3 0,14-5 0,9-7 0,10-2 0,13-4 0,4 2 0,9-6 0,3 0 0,1 1 0,1 3 0,-7-6 0,1 8 0,0-12 0,-1 7 0</inkml:trace>
  <inkml:trace contextRef="#ctx0" brushRef="#br0" timeOffset="66">17295 4814 8912,'-19'17'0,"-4"0"0,-4 3 0,-8 2 0,1-8 0,0 3 0,1-4 0,4 5 0,5-7 0,6 1 0,9-9 0,1 5 0,10-2 0,4-1 0,5-1 0,5-2 0,7-2 0,-1 0 0,7-6 0,-6-1 0,-2-1 0,-2 1 0,-2-5 0,1 6 0,-7-1 0,1 1 0,-9 4 0,5-13 0,-10 13 0,-4-4 0,3 4 0,-9 2 0,-1 0 0,3 0 0,-1 0 0,5 0 0,-4 2 0,3 4 0,1-4 0,6 7 0,0-3 0,0-4 0,8 6 0,1-8 0,8 0 0,1 0 0,-1 0 0,0 0 0,0 0 0,1 5 0,-1 1 0,0 0 0,0-6 0,0 0 0,1 0 0,-1 0 0,0 0 0,-7 0 0,5 0 0,-13 0 0,7 0 0,-3 0 0,2-2 0,3-4 0,4-5 0,-3-10 0,3-4 0,2-2 0,6 0 0,0-1 0,0-3 0,-6 8 0,3 0 0,3 6 0,-4 6 0,6 1 0,-3 2 0,1 5 0,0 8 0,-5 7 0,-1 11 0,-2 5 0,-2 3 0,-1-2 0,-1 3 0,7-3 0,-1 3 0,0 3 0</inkml:trace>
  <inkml:trace contextRef="#ctx0" brushRef="#br0" timeOffset="67">1050 4333 8912,'0'-18'0,"-6"1"0,0 0 0,2 0 0,3 4 0,2 9 0,5 15 0,-2 12 0,7 15 0,1 6 0,-3 8 0,5 5 0,-6 0 0,-1 5 0,1-1 0,-1 4 0,-1-8 0,-4 0 0,4-7 0,-4-2 0,-2-2 0,0-8 0,0 2 0,-8-13 0,-3-10 0,-12-8 0,-4-9 0</inkml:trace>
  <inkml:trace contextRef="#ctx0" brushRef="#br0" timeOffset="68">774 4608 8912,'-9'-17'0,"-6"-6"0,3 0 0,4-6 0,3 6 0,5-2 0,5 2 0,7 2 0,11-5 0,7-1 0,9 0 0,7 6 0,11-2 0,4 4 0,8 2 0,-2 2 0,-4 3 0,-6 8 0,-11 16 0,-13 1 0,-16 16 0,-8-1 0,-9 7 0</inkml:trace>
  <inkml:trace contextRef="#ctx0" brushRef="#br0" timeOffset="69">929 5175 8912,'27'10'0,"-2"-3"0,-8-7 0,6-2 0,0-3 0,8-5 0,-3-7 0,11-8 0,1-4 0,0-3 0,2-2 0,-6-1 0,4 1 0,-3-1 0,-3 1 0,1 0 0</inkml:trace>
  <inkml:trace contextRef="#ctx0" brushRef="#br0" timeOffset="70">1480 4831 8912,'10'0'0,"-3"8"0,1-6 0,-4 13 0,7-3 0,-7-3 0,2 3 0,1-1 0,-1 6 0,-2 0 0,-2 1 0,0 5 0,3-1 0,-3 3 0,4-2 0,-4-2 0,-2 8 0,0-8 0,-2 0 0,-2-6 0,-1-3 0,-1-9 0,6 5 0,0-16 0,0-3 0,0-12 0,0-6 0,7-5 0,5-4 0,3-2 0,2 2 0,-5 1 0,-1 3 0,1 7 0,5 4 0,2 4 0,4 2 0,-4 7 0,4 5 0,-6 10 0,-5 7 0,5 3 0,-2 2 0,6 0 0,0 1 0,-1 3 0,-3-4 0,0 4 0,0-10 0,6-3 0,0-2 0,0-4 0,-6-2 0,2 0 0,4 0 0,-6-8 0,1-3 0,-1-7 0,-6-5 0,-3 4 0,0-6 0,-1 1 0,-5 5 0,4-4 0,-4 4 0,-2 1 0,0 1 0,0 8 0,0 1 0,0 31 0,0-2 0,2 19 0,2-4 0,1-1 0,3 5 0,-2 0 0,1 6 0,5-6 0,1 6 0,-7-6 0,5 0 0,-5-6 0,0 1 0,-4-1 0,4 0 0,-5-7 0,5-4 0,-4-4 0,-2-9 0,0-3 0</inkml:trace>
  <inkml:trace contextRef="#ctx0" brushRef="#br0" timeOffset="71">2117 4745 8912,'0'-17'0,"0"0"0,0 0 0,0 0 0,2 5 0,3 1 0,5 1 0,7-1 0,2 5 0,4 4 0,-4 2 0,4 0 0,2 6 0,-2-1 0,6 9 0,-6-3 0,-2 6 0,-10 6 0,3-2 0,-9 8 0,-7 0 0,-9 5 0,-4 0 0,-8 7 0,0-1 0,0-2 0,-2-2 0,6-7 0,-2-2 0,5-3 0,5-3 0,0-9 0,-7-4 0</inkml:trace>
  <inkml:trace contextRef="#ctx0" brushRef="#br0" timeOffset="72">2495 4848 8912,'8'18'0,"-4"-1"0,7 0 0,-5-5 0,3-1 0,1 2 0,0 3 0,1-5 0,6 1 0,1-9 0,-1 3 0,0-4 0,0-2 0,0 0 0,1-2 0,-1-4 0,-8 1 0,-3-13 0,4 5 0,-8-12 0,3 8 0,-3 0 0,-2 0 0,0-1 0,0 7 0,0 0 0,0 7 0,0-2 0,0 12 0,0 3 0,0 8 0,6 1 0,0-1 0,5 0 0,-5 0 0,7 0 0,-1 1 0,3-3 0,2-4 0,0-3 0,1-8 0,-1 0 0,0 0 0,0-2 0,0-4 0,1-5 0,-1-12 0,-6 2 0,1-8 0,-1 1 0,7-7 0,-7-7 0,0-4 0,-7-3 0,2-3 0,-4-5 0,-2 0 0,0-1 0,0 9 0,0 3 0,0 6 0,0 19 0,0 5 0,0 26 0,0 9 0,0 13 0,0 12 0,2 16 0,4 8 0,-5 1 0,5 6 0,-4-5 0,-2-3 0,0-4 0,0-5 0,6-7 0,0-5 0,7 0 0,-2-12 0,-1-5 0,2-18 0,-3-5 0,3-12 0,-5-11 0,-7-10 0</inkml:trace>
  <inkml:trace contextRef="#ctx0" brushRef="#br0" timeOffset="73">3012 4711 8912,'-18'9'0,"7"-1"0,-1-8 0,9 8 0,-3-6 0,12 3 0,5-3 0,12-2 0,4-7 0,7-5 0,2 3 0,3-3 0,3-1 0,2-2 0,-6-10 0,12-2 0,-6-7 0</inkml:trace>
  <inkml:trace contextRef="#ctx0" brushRef="#br0" timeOffset="74">3700 4591 8912,'-17'7'0,"-1"-5"0,1 6 0,8-8 0,1 0 0,16-6 0,3-2 0,6-1 0,6-5 0,-2 5 0,8-3 0,-8 1 0,4-6 0</inkml:trace>
  <inkml:trace contextRef="#ctx0" brushRef="#br0" timeOffset="75">3751 4969 8912,'-7'17'0,"-3"0"0,1-7 0,-7 5 0,15-15 0,-5 0 0,6-8 0,6-9 0,-5 0 0,15-15 0,-7-5 0</inkml:trace>
  <inkml:trace contextRef="#ctx0" brushRef="#br0" timeOffset="76">5214 4247 8912,'-17'0'0,"0"0"0,0 0 0,-1 0 0,-1 0 0,-2 2 0,-2 3 0,2 7 0,-4 11 0,2 5 0,2 7 0,2 5 0,10 11 0,1 13 0,2 2 0,1 3 0,1 0 0,10 0 0,5-1 0,4 1 0,3-2 0,-1-6 0,0-11 0,0-14 0,2-3 0,4-10 0,-2-8 0,8-9 0,-8-4 0,4-25 0,-8-6 0</inkml:trace>
  <inkml:trace contextRef="#ctx0" brushRef="#br0" timeOffset="77">5300 4505 8912,'17'9'0,"-7"6"0,-2-13 0,-6 6 0,3-8 0,-1 0 0,8 0 0,3-2 0,6-4 0,8 3 0,11-9 0,-4 8 0,6-1 0,-2 3 0,1 2 0,4 0 0,-4 0 0,-9 7 0,-9 5 0,-6 5 0,-5 6 0,-5-2 0,-7 7 0,-9 1 0,-8 6 0,-8-1 0,-10 0 0,1-5 0,-1 0 0,3-8 0,3 2 0,6-6 0,4-6 0,8-3 0,-1-8 0,8-2 0,-1-4 0,3-5 0,9-20 0,3-5 0</inkml:trace>
  <inkml:trace contextRef="#ctx0" brushRef="#br0" timeOffset="78">5885 4384 8912,'0'10'0,"-7"-3"0,3-7 0,-8 0 0,9 8 0,-3 4 0,-2-1 0,2 6 0,1-2 0,5 14 0,0 0 0,0 5 0,0 1 0,2-1 0,3 0 0,7 1 0,9-1 0,2 1 0,0-3 0,-6-3 0,8-5 0,2-6 0</inkml:trace>
  <inkml:trace contextRef="#ctx0" brushRef="#br0" timeOffset="79">6230 4694 8912,'17'0'0,"-6"0"0,1 0 0,-8 0 0,5 7 0,-5 7 0,2 7 0,-1-2 0,-5 4 0,-2-2 0,-1 0 0,-3 2 0,2-2 0,2-2 0,2-2 0,0 0 0,0 0 0,2-1 0,4-5 0,-4-3 0,5-8 0</inkml:trace>
  <inkml:trace contextRef="#ctx0" brushRef="#br0" timeOffset="80">6264 4470 8912,'-6'-11'0,"0"-1"0,1 8 0,12-3 0,5 7 0,11 0 0,4 0 0</inkml:trace>
  <inkml:trace contextRef="#ctx0" brushRef="#br0" timeOffset="81">6711 4969 8912,'-2'15'0,"-1"-2"0,-3-1 0,2 1 0,-4 3 0,1 1 0,-3 0 0,6 0 0,-1 0 0,1-5 0,-2-1 0,4 1 0,-4 5 0,5-8 0,1-1 0</inkml:trace>
  <inkml:trace contextRef="#ctx0" brushRef="#br0" timeOffset="82">6866 4453 8912,'0'11'0,"0"1"0,0-1 0,0 7 0,0 5 0,2 1 0,2 1 0,2 0 0,13 4 0,-2-4 0,4-1 0,4 1 0,-6-4 0,4-9 0,-4 1 0,-2-7 0,1-2 0,-1-2 0,2-4 0,4-4 0,-8-4 0,8-7 0,-11-6 0,10 0 0,-12-7 0,7 1 0,-11 2 0,0-1 0,1 7 0,-1-2 0,2 6 0,-3 5 0,-3 6 0,4 12 0,-4 11 0,-2 12 0,0 9 0,0 2 0,0 6 0,0-6 0,0 6 0,0-6 0,0 2 0,0-2 0,-2-7 0,-4 7 0,3-15 0,-7 3 0,0-7 0,1-3 0,-3-1 0,-5-8 0,0-3 0,6-4 0,-1-2 0,1-2 0,-5-4 0,5-5 0,3-1 0,8-5 0,0 4 0,0-12 0</inkml:trace>
  <inkml:trace contextRef="#ctx0" brushRef="#br0" timeOffset="83">7572 4763 8912,'9'-8'0,"-1"6"0,-8-6 0,0 8 0,0 8 0,0 3 0,0 5 0,0 1 0,0 6 0,0 0 0,0 0 0,0-6 0,0 0 0,0 0 0,0 0 0,0 1 0,0-1 0,0 0 0,0-7 0,0-3 0,0-7 0</inkml:trace>
  <inkml:trace contextRef="#ctx0" brushRef="#br0" timeOffset="84">7589 4436 8912,'-10'7'0,"-3"-3"0,7 8 0,-5-7 0,5 7 0,-2-1 0,5 7 0,-3-1 0,0-6 0,8-1 0,4-3 0,3-1 0,9-8 0,-1-2 0,-2-3 0,-3-3 0,3-1 0,-7-6 0,3-1 0,-3 9 0,-10 1 0,-4 8 0,2 0 0,-7 0 0,5 0 0,-6 0 0,-1 0 0,5 8 0,3 3 0,-5-3 0,8 0 0,-5-8 0</inkml:trace>
  <inkml:trace contextRef="#ctx0" brushRef="#br0" timeOffset="85">7658 3937 8912,'11'2'0,"1"4"0,-6-4 0,5 4 0,6-3 0,6 3 0,13 11 0,-1 12 0,11 5 0,0 6 0,1 12 0,-1 11 0,-5 6 0,-5 5 0,-17 5 0,-8 7 0,-7 0-291,-4 0 1,-15 1 290,-8 5 0,3-48 0,-4 0 0,0 2 0,-4 0 0,-6 2 0,-2-1-373,-1 2 1,-1 0 372,-3 5 0,0 1 0,-3 0 0,0 0 0,-1 3 0,-2-1 0,-1-2 0,-1-1 0</inkml:trace>
  <inkml:trace contextRef="#ctx0" brushRef="#br0" timeOffset="86">4388 4040 8912,'0'-17'0,"0"0"0,0 0 0,0 0 0,0-1 0,0 1 0,0 0 0,0 0 0,2 2 0,2 1 0,2 3 0,-2-3 0,-1 7 0,3 1 0,-4 12 0,4 7 0,-4 10 0,-2 11 0,-8 10 0,-3 14 0,-7 9 0,-5 9 0,-3 0 0,-1 1 0,-6 5 0,5-2 0,1-3-128,-2-3 0,8-7 128,-2-10 0,12-9 0,5-19 0,12-14 0,5-15 0,10-10 0,2-13 0,8-3 0,-3-9 0,5 3 0,1 3 0,-5-3 0,0 3 0,-2 4 85,1 2 0,3 6 1,-8 6-86,-2 5 0,-10 14 0,-5 9 0,-4 15 0,-2 14 0,-8 0 0,-3 5 0,-5-3 0,-1 10 0,2-5 0,3-1 0,-1-8 0,7-4 0,3-4 0,1-2 0,2-5 0,0 0 0,5-3 0,1 3 0,7 4 0,-1-5 0,-2 5 0,1 1 0,0 0 0,7 1 0,-1 5 0,0 0 0,2-2 0,4-1 0,-2-5 0,8-3 0,-6 1 0,5-7 0,1 6 0,6-6 0,1 0 0,4-6 0,12 0 0,9 0 0</inkml:trace>
  <inkml:trace contextRef="#ctx0" brushRef="#br0" timeOffset="87">8243 4006 8448,'34'-32'0,"-1"1"0,-3 2 0,-1 1 0,2 1 0,-1 6 0,1 8 57,-2 7 0,-3 4 1,5 4-1,-4 4-57,-2 5 0,-2 12 0,-8 6 0,-2 3 39,-1 2 0,-8 3-39,1 3 0,-3-2 0,-4 8 0,-2 2 19,-1 1 1,-1-5-20,6-4 0,0 2 0,0-1 0,0-1 59,0 2 0,0-14-59,0 1 0,6-8 0,1-6 0,3-1 0,3-3 0,3-7 0,1 2 0,0-10 0,0-2 0,6-7 0,0 1 0,0-1 0,-6 0 0,0 1 0,-5 8 0,-1-1 0,-7 3 0,4 9 0,-10 7 0,-4 7 0,-1 0 0,-7 7 0,5 5 0,1 5 0,2 0 0,6 8 0,0 0 0,0 5 0,2 1 0,4 0 0,-2-1 0,7 1 0,1 5 0,5 0 0,0 1 0,-2-7 0,-1-1 0,-3-4 0,-7 0 0,2-12 0,-6 2 0,-6-13 0,-3 0 0,-9-6 0,-5-1 0,0-5 0,2-5 0,2-4 0,2-2 0,0 0 0,0 0 0,-1 0 0,1-8 0,0-3 0,6 1 0,-1-1 0,8-1 0,-3-5 0,7 0 0</inkml:trace>
  <inkml:trace contextRef="#ctx0" brushRef="#br0" timeOffset="88">9207 5175 8912,'17'0'0,"0"0"0,0 0 0,-7 0 0,-3 0 0,-7 2 0,0 6 0,0 7 0,0 6 0,0 8 0,0-6 0,0 7 0,0-1 0,2 1 0,4-1 0,-4 2 0,4-9 0,-4 0 0,5-3 0,3-10 0,7-1 0</inkml:trace>
  <inkml:trace contextRef="#ctx0" brushRef="#br0" timeOffset="89">9189 5038 8912,'-11'0'0,"-1"0"0,9-8 0,-5 6 0,8-8 0,0 5 0,10 3 0,5-4 0,8 4 0,4 2 0,1 0 0,14-7 0,2-3 0</inkml:trace>
  <inkml:trace contextRef="#ctx0" brushRef="#br0" timeOffset="90">9585 5072 8912,'17'0'0,"1"0"0,-1-2 0,0-2 0,0-1 0,0-1 0,1 6 0,-1 0 0,0 0 0</inkml:trace>
  <inkml:trace contextRef="#ctx0" brushRef="#br0" timeOffset="91">9620 5450 8912,'17'-17'0,"10"0"0,5-2 0,6-4 0,1-6 0,12-3 0,3-3 0</inkml:trace>
  <inkml:trace contextRef="#ctx0" brushRef="#br0" timeOffset="92">10274 5020 8912,'0'12'0,"0"-1"0,0 3 0,0 7 0,0 2 0,0 7 0,0-1 0,0 3 0,0 3 0,0-1 0,0 0 0,0 1 0,-8-1 0,-2 1 0</inkml:trace>
  <inkml:trace contextRef="#ctx0" brushRef="#br0" timeOffset="93">9069 3851 8912,'17'8'0,"-5"0"0,-3 5 0,-1-2 0,-2 5 0,1 5 0,-3 0 0,6 5 0,-1 1 0,1 0 0,-6 2 0,1 5 0,-1 0 0,2 1 0,-4-7 0,4-1 0,-5-2 0,-1-4 0,0-2 0,0-2 0,0-7 0,-1-4 0,-3-14 0,-2-9 0,-6-2 0,7-10 0,-3 0 0,2-5 0,4 0 0,-3-1 0,3 1 0,4-1 0,2 1 0,1 0 0,9 7 0,-3 4 0,4 6 0,5 5 0,2 7 0,7 3 0,6 15 0,5 4 0,-2 12 0,8 0 0,-6 3 0,6 2 0,-6 1 0,6-1 0,0-7 0,5-2 0</inkml:trace>
  <inkml:trace contextRef="#ctx0" brushRef="#br0" timeOffset="94">16245 8734 8912,'10'0'0,"-3"0"0,-7 0 0,0-2 0,0-4 0,0 5 0,0-7 0,0 0 0,-2 6 0,-3-3 0,3 1 0,-4-2 0,4 4 0,2-13 0,-8 13 0,6-8 0,-3 5 0,3 3 0,-6-6 0,6 1 0,-7 5 0,3-4 0,-4 12 0,-7 3 0,6 8 0,-1 1 0,8-7 0,-1 0 0,3 3 0,2-5 0,0 3 0,0-8 0,0 11 0,0-13 0,2 6 0,3-8 0,5-8 0,1 0 0,1-3 0,-6-5 0,3 5 0,-1-4 0,-2 3 0,-6 1 0,1 5 0,5-5 0,-4 5 0,4-6 0,-4 7 0,-2-7 0,-8 8 0,4-3 0,-7 7 0,5 0 0,-5 0 0,7 2 0,-2 3 0,-2 5 0,3 7 0,1 0 0,2 1 0,2-1 0,0-6 0,0 1 0,0-1 0,0 6 0,0-5 0,2-3 0,2 1 0,1-1 0,9-5 0,-5 12 0,9-15 0,-1 5 0,0-4 0,0-10 0,-5-1 0,-1-8 0,-7 0 0,2-1 0,-4 1 0,-2 0 0,0 0 0,0 0 0,-2 5 0,-4 1 0,2 5 0,-7-6 0,-1 9 0,-5-3 0,0 4 0,5 4 0,1 4 0,1 3 0,-1 8 0,-3 1 0,9-1 0,-1 6 0,6 0 0,0-2 0,0-2 0,0-2 0,0 0 0,0 0 0,0 0 0,6-5 0,-1-1 0,9-7 0,-3 2 0,5-4 0,1-2 0,0 0 0,0-8 0,0-3 0,1-10 0,-1-2 0,-2-6 0,-3 6 0,1-5 0,-7 5 0,-2 2 0,-3 2 0,-1-1 0,0-2 0,-1 8 0,-5-3 0,-4 11 0,-7 0 0,0 5 0,0 1 0,-1 7 0,1 5 0,0 3 0,0 2 0,0 8 0,-1 4 0,1 1 0,0-1 0,7 1 0,5-7 0,-3 6 0,2-6 0,2-2 0,3-2 0,1-2 0,5-5 0,1-1 0,7-7 0,-1 2 0,3-12 0,4-7 0,2-8 0,2-8 0,0 4 0,-6 2 0,-1-2 0,-5 2 0,3-5 0,-9 5 0,1 0 0,-6 6 0,0 0 0,0-1 0,-8 7 0,-3 1 0,-4 3 0,-3 1 0,1 6 0,0 8 0,0 3 0,0 4 0,-1 3 0,3-1 0,2 0 0,3 2 0,2 4 0,-3-10 0,5 5 0,1-5 0,5 4 0,0-7 0,1 3 0,5-7 0,6-2 0,3-10 0,2-6 0,0-3 0,1-2 0,-1 2 0,-2 1 0,-2 3 0,-1-3 0,-8-1 0,3-2 0,-7 0 0,0 0 0,-2 7 0,-3 4 0,1 4 0,-8 2 0,7 0 0,-7 0 0,7 2 0,-7 4 0,8-2 0,-3 5 0,1 1 0,0-1 0,0 3 0,6-1 0,0 1 0,0-1 0,0 7 0,8-9 0,2-1 0</inkml:trace>
  <inkml:trace contextRef="#ctx0" brushRef="#br0" timeOffset="95">16211 8854 8912,'0'18'0,"0"-1"0,0 2 0,0 4 0,0 6 0,-2 3 0,-4 2 0,4 1 0,-6 1 0,3 2 0,-1 2 0,-6 6 0,5-6 0,-1 0 0,0 3 0,-3-7 0,3 4 0,1-4 0,-1-1 0,0-5 0,3 5 0,1-11 0,-6 13 0,3-1 0,3 2 0,-4 2 0,2-5 0,-5-1 0,5 0 0,-1 1 0,3-1 0,-2 3 0,2 3 0,-3-10 0,1 5 0,-2-5 0,2 5 0,3-7 0,-9 1 0,6-2 0,-5 1 0,5 5 0,-5-5 0,7 5 0,-2 1 0,-2-1 0,3-3 0,1-1 0,2 2 0,2-5 0,0 3 0,0-2 0,0 1 0,0-1 0,0-4 0,0-2 0,0 6 0,0-2 0,0-4 0,0 3 0,0-1 0,0 2 0,0-2 0,0-2 0,0 8 0,-6-2 0,1 1 0,-3 5 0,2-5 0,4 5 0,-5 3 0,1 2 0,0 2 0,-7 6 0,1-6 0,5 1 0,1-7 0,-2 0 0,3 1 0,-7-1 0,6 0 0,1-7 0,5-2 0,-2-2 0,-4 0 0,4 2 0,-4-2 0,4-2 0,2 7 0,-5 1 0,-1 5 0,0 1 0,6-1 0,-2 0 0,-4 1 0,5 3 0,-5 0 0,4-1 0,2 1 0,0 0 0,0-4 0,0 1 0,0-1 0,0-3 0,0 3 0,0-9 0,0 9 0,0-9 0,0 2 0,0 2 0,0 3 0,0-7 0,0 9 0,0-3 0,0 3 0,0 1 0,0-1 0,6 0 0,-1 1 0,1-1 0,-6 1 0,2-1 0,4 0 0,-4 1 0,3-1 0,-3 0 0,-2 1 0,0 5 0,0 0 0,6 0 0,0-5 0,0-1 0,-6 0 0,0 1 0,0-1 0,5 1 0,1-1 0,0 0 0,-6 1 0,2-1 0,3 0 0,-3 1 0,4-1 0,-4 1 0,-2-1 0,0 0 0,0 1 0,0-1 0,0 1 0,0-1 0,0 0 0,0 1 0,0-1 0,0-5 0,0-1 0,2-1 0,4 2 0,-4 3 0,3-3 0,3-4 0,-2-2 0,-1 2 0,-5-3 0,6 7 0,0-6 0,0 6 0,-4-6 0,1 0 0,3 1 0,0-5 0,-6 4 0,6-3 0,-1-3 0,1 0 0,-6 0 0,0 0 0,0 0 0,0-5 0,0-1 0,0 3 0,0-5 0,0 3 0,0-6 0,0 5 0,0 0 0,0 7 0,0-1 0,0 0 0,0 2 0,0 4 0,0-4 0,0 4 0,0-4 0,0-2 0,0 6 0,0 0 0,0-6 0,0-5 0,0-1 0,0 7 0,6-1 0,-1 0 0,-1 0 0,-2 0 0,-2 0 0,0 1 0,0-1 0,0-6 0,0 1 0,0-6 0,0 5 0,0-5 0,0 5 0,0 3 0,0-5 0,0 3 0,0-9 0,0 13 0,0-13 0,0 9 0,0-8 0,0 3 0,0-7 0,0 8 0,0-6 0,0 6 0,0-8 0,0 0 0,8-8 0,1-2 0</inkml:trace>
  <inkml:trace contextRef="#ctx0" brushRef="#br1" timeOffset="96">30012 1719 8912,'-10'10'0,"1"-2"0,3-8 0,-5 0 0,-7 0 0,-3 0 0,-4 0 0,-3 1 0,-9 3 0,-6 2 0,-7 7 0,-4-1 0,-3 1 0,-6-1 0,-4 9 0,-4-4 0,-3 2 0,-7 0 0,33-10 0,-1-1 0,-3 1 0,0-1 0,0 1 0,-1 0 0,1-1 0,-1 1 0,2 0 0,-1-1 0,-1 0 0,1-1 0,-2 0 0,1 0 0,-2-1 0,1-1 0,2 0 0,0 0 0,-43 6 0,3-3 0,8-1 0,0-5 0,9 4 0,1-2 0,5 0 0,-2 1 0,-4-1 0,-1 4 0,-4-2 0,3 7-160,8-2 1,-5 5 159,-1 1 0,1 0 0,7-2 0,4-1 0,5-3 0,12-5 0,6 5 0,6-1 0,5 3 0,6-1 0,10-6 0,1 5 0,3-5 0,-3 5 0,-3-5 0,4 5 0,-5-5 159,-1 6 1,0-3-160,0 3 0,-1 3 0,1-4 0,0-1 0,0 1 0,-6 1 0,0 7 0,0 2 0,-2 2 0,-4 2 0,-11-2 0,4-2 0,-4 7 0,-2-7 0,2 2 0,1-2 0,3 2 0,3-4 0,5 4 0,-3 2 0,8-2 0,-2 0 0,4-6 0,-2 0 0,2 0 0,2 1 0,2-1 0,2-6 0,1 1 0,3 1 0,-2 2 0,3 3 0,-2-1 0,7 0 0,-7 0 0,3 6 0,-3 0 0,-1 6 0,7-6 0,-5 7 0,5-1 0,-6 3 0,7 3 0,-1-1 0,6 1 0,0-1 0,0 0 0,-2 1 0,-4-1 0,4 0 0,-3 1 0,3-1 0,0 3 0,-2 1 0,-2 2 0,1 0 0,5-6 0,-6 8 0,0 4 0,0-4 0,6-2 0,0-3 0,0-3 0,2 0 0,4 1 0,-2-7 0,5-1 0,1-2 0,-1-4 0,-5-8 0,2-1 0,4-1 0,-1 5 0,8-3 0,1-2 0,-1-7 0,0 2 0,0-2 0,0 0 0,3 1 0,2-1 0,5-2 0,8-2 0,5 0 0,0 0 0,10 0 0,1 0 0,1 8 0,5 3 0,3-1 0,-3 1 0,8-5 0,-2 5 0,-4-1 0,-1 3 0,-5-3 0,-1-2 0,7-1 0,4-1 0,-3-4 0,-3 4 0,2-5 0,-1-1 0,5 6 0,-6 0 0,0 0 0,-5-6 0,-6 0 0,0 0 0,-6 0 0,6 0 0,2 0 0,1 0 0,3 0 0,0 0 0,-3 0 0,-3 0 0,2 0 0,-8 0 0,0 0 0,-5 0 0,-1 0 0,1 0 0,-7 0 0,1 0 0,-6 5 0,6 1 0,1 0 0,3 2 0,1-7 0,0 5 0,7-4 0,-1-2 0,6 0 0,-6 0 0,8 0 0,-3 0 0,-1 0 0,2 0 0,-2 0 0,2 0 0,2 0 0,-6-2 0,0-2 0,0-1 0,6-1 0,-2 6 0,4-2 0,1-4 0,7 4 0,-1-3 0,12-3 0,-6 2 0,0 0 0,-11 6 0,-1 0 0,1 0 0,-2-5 0,-3-1 0,-3 2 0,-2 2 0,1 2 0,-3 0 0,2-5 0,4-1 0,1 0 0,-6 6 0,4-6 0,-4 1 0,4-1 0,-4 6 0,-1-6 0,-6 0 0,1 1 0,-1 5 0,-1 0 0,-3 0 0,-1 0 0,1 0 0,3 0 0,1 0 0,1 0 0,-1 0 0,6 0 0,0 0 0,1 0 0,1 0 0,-4 0 0,8 0 0,-6 0 0,6 0 0,-6 0 0,6 0 0,2 0 0,1 0 0,5 0 0,3 0 0,-3 0 0,3 0 0,3 0 0,-3 0 0,0 0 0,-7 0 0,-2 0 0,-2 0 0,-8 0 0,2 0 0,-6 0 0,-5 0 0,-2 0 0,-4 0 0,-4 0 0,4 0 0,-4 0 0,-2 0 0,6 0 0,0 0 0,0 2 0,-6 3 0,8-3 0,4 4 0,9-4 0,4-2 0,0 0 0,0 0 0,6 0 0,-2 0 0,-2-6 0,2 0 0,-10-5 0,-1 5 0,-3-7 0,-9 1 0,-6 3 0,-5-3 0,-3 1 0,3-6 0,-5-6 0,-5-2 0,2-2 0,2-3 0,2-5 0,-3-5 0,-1-4 0,8-7 0,-1-3 0,6-3 0,-1-2 0,-5-4 0,4-2 0,-3 7 0,1-7 0,1 2 0,-5-4 0,-1-1 0,-3 5 0,-5 0 0,-1 0 0,-5-6 0,-4 8 0,-7 3 0,-6 3 0,-2 0 0,0-3 0,1 3 0,-5 1 0,6 3 0,0-1 0,6 1 0,-2 5 0,-4 0 0,4 8 0,-4-2 0,2 3 0,-2 3 0,4 7 0,-4 4 0,3 0 0,3 4 0,0 4 0,0 0 0,0-1 0,-1-1 0,-1 6 0,-4-1 0,4 7 0,-4-7 0,-3 3 0,-3-5 0,-6 5 0,-5 1 0,-6-5 0,-11 1 0,2 3 0,-9-3 0,3 1 0,-2-7 0,-2 7 0,8 0 0,-1-3 0,-1-1 0,6-2 0,-5-1 0,-1 1 0,2 0 0,-3 0 0,3 0 0,3 0 0,-3-1 0,-6 3 0,-6 2 0,-11 3 0,-10 2 0,-6 3 0,45 4 0,-1 2 0,1 1 0,-1 1-147,0 0 1,1 0-1,-43 9 147,8-7 0,8 7 0,9-6 0,0-1-67,0 3 0,2-6 67,4 4 0,4-3 0,7 3 0,8-4 0,2 6 0,2-3 0,0 1 0,0 8 0,5-3 0,1-1 0,-1 1 0,9-7 0,3 2 0,11-3 217,6 3 0,20-2-217,9 7 0,17-5 0,12 6 0,14-9 0,5 13 0,6-7 0</inkml:trace>
  <inkml:trace contextRef="#ctx0" brushRef="#br1" timeOffset="97">27499 2166 8912,'-1'10'0,"-5"-4"0,4-4 0,-13-2 0,13 0 0,-6-2 0,8-4 0,0-6 0,0-10 0,2-9 0,4-7 0,9-8 0,10-13 0,4-10 0,7-9 0,-16 30 0,2-2 0,3-1 0,2-1 0,-2-4 0,1-1-146,0 2 0,0 1 0,-4 7 0,0 1 146,18-34 0,-11 22 0,-8 14 0,-8 12 0,-5 15 0,-8 9 0,0 10 0,0 4 0,0-4 0,0 5 584,0-7-584,-8 0 0,6 0 0,-21 0 0,4 0 0</inkml:trace>
  <inkml:trace contextRef="#ctx0" brushRef="#br1" timeOffset="98">27620 963 8912,'-29'0'0,"2"0"0,3 0 0,8 0 0,9 0 0,16-2 0,8-4 0,16-3 0,13-9 0,4 1 0,1 0 0,1 0 0,-1 0 0,1-1 0,0 1 0,-1 8 0,1 3 0,-2 4 0,-4 2 0,-4 2 0,-8 4 0,-13 5 0,-6 12 0,-5 8 0,-6 7 0,-4-2 0,-6 4 0,-9 2 0,-8-2 0,-2 2 0,2-1 0,4-11 0,-4 3 0,4-9 0,2-8 0,-1 1 0,1-8 0</inkml:trace>
  <inkml:trace contextRef="#ctx0" brushRef="#br1" timeOffset="99">28308 602 8912,'-7'9'0,"-3"-1"0,1-8 0,1 8 0,8 3 0,0 4 0,2 4 0,4 2 0,5 2 0,4 6 0,2-6 0,6 6 0,0-6 0,2 5 0,-4-5 0,2-2 0,-2-2 0,-2-7 0,-1-1 0,-7-7 0,1 2 0,-1-4 0,0-12 0,1-7 0,-6-2 0,5-10 0,-7 0 0,4-5 0,-3 2 0,1 3 0,0-2 0,-6 8 0,6 1 0,-1 4 0,1 1 0,2 8 0,-5 3 0,9 12 0,-2 3 0,3 8 0,-2 1 0,3-1 0,1 0 0,2 0 0,0-2 0,1-3 0,-1 1 0,0-7 0,-5 0 0,-1-6 0,-5 0 0,5 0 0,-5-2 0,4-4 0,-3-5 0,-3-5 0,-2-1 0,-2 0 0,0 0 0,0 0 0,-6-1 0,0 1 0,1 0 0,5 0 0,0 0 0,0-1 0,0 9 0,0-6 0,0 5 0</inkml:trace>
  <inkml:trace contextRef="#ctx0" brushRef="#br1" timeOffset="100">29169 636 8912,'0'10'0,"0"-3"0,0-9 0,0-3 0,5 1 0,1-8 0,8 1 0,-3-6 0,4 0 0,1-1 0,-5 1 0,2 0 0,-7 0 0,6 0 0,-7-1 0,1 9 0,-6 1 0,-2 8 0,-3 4 0,-7 6 0,-3 9 0,-2 6 0,1 3 0,5 7 0,-3-3 0,9-3 0,-1 1 0,6-7 0,0 2 0,0-2 0,2-6 0,4 2 0,5-7 0,4-5 0,8-1 0,0-6 0,8-8 0,-3-3 0,-1-6 0,2-6 0,-2-4 0,3-7 0,-3 1 0,-2 5 0,-2-5 0,-6 4 0,-5 5 0,-1 1 0,-1 4 0,1 1 0,-3 9 0,-8 1 0,0 10 0,0 4 0,-2 5 0,-2 10 0,-2 2 0,2-2 0,3 0 0,1 2 0,0-9 0,0 3 0,0-4 0,0 4 0,0 1 0,0-1 0,-8-8 0,-2-1 0,-7-8 0</inkml:trace>
  <inkml:trace contextRef="#ctx0" brushRef="#br1" timeOffset="101">29513 499 8912,'6'-29'0,"-1"0"0,3 8 0,-2-2 0,-4 4 0,3 2 0,-1 0 0,2 0 0,4 7 0,9 2 0,2 8 0,4 2 0,1 4 0,-3 4 0,6 7 0,-2-6 0,1 1 0,7-1 0,-1 6 0,-5-7 0,5-4 0,-11 1 0,0-1 0,-9 0 0,-3-6 0,-9 0 0,-2 0 0,-8 0 0,-9 0 0,-2 0 0,-4 0 0,4 2 0,-4 3 0,4-3 0,2 6 0,-1-2 0,1-1 0,6 7 0,-1-6 0,8 1 0,-1-1 0,3-4 0,2 13 0,2-7 0,3 3 0,5 3 0,7-9 0,0 1 0,1-6 0,1 6 0,4 0 0,-4 7 0,4-2 0,-2 5 0,-2 1 0,0 0 0,-4 0 0,-7 2 0,3 4 0,-7-2 0,2 8 0,-4-6 0,-2 6 0,-6-8 0,-1 2 0,-1-4 0,0-2 0,-5 0 0,11-7 0,-13-10 0,5-10 0</inkml:trace>
  <inkml:trace contextRef="#ctx0" brushRef="#br1" timeOffset="102">30150 292 8912,'0'-11'0,"0"-1"0,0 9 0,0-3 0,0 12 0,0 5 0,0 12 0,0 4 0,0 7 0,0 2 0,0 4 0,0-3 0,0 3 0,0 2 0,0-2 0,0 6 0,0-6 0,0-6 0,0-7 0,0-2 0,0-4 0,0-10 0,0-3 0,0-8 0,2-8 0,3-3 0,7-4 0,1-3 0,0 1 0,-1 0 0,1 0 0,3 0 0,1 0 0,0 7 0,0-3 0,0 7 0,1 0 0,-1 6 0,0 0 0,-5 2 0,-1 4 0,-7-2 0,2 7 0,-4-7 0,-2 4 0,0-8 0,0 0 0</inkml:trace>
  <inkml:trace contextRef="#ctx0" brushRef="#br1" timeOffset="103">30477 275 8912,'0'29'0,"0"-1"0,5 3 0,1 9 0,2-2 0,-3 8 0,-1-6 0,8 4 0,1-4 0,2-7 0,3-1 0,-1-9 0,0 0 0,0-13 0,0-5 0,1-5 0,-1-5 0,-2-5 0,-1-7 0,-5-2 0,-1-4 0,-1 2 0,-1-8 0,-4 6 0,4-5 0,-4 7 0,-2-2 0,5 4 0,1 1 0,0 9 0,2 1 0,-5 22 0,9 3 0,-8 10 0,1-5 0,3 9 0,-2-2 0,0-3 0,-6 3 0,1-2 0,3 3 0,2-3 0,-2-2 0,-2 0 0,-2-2 0,-8-10 0,-3 4 0,3-11 0,-15 9 0,4-5 0</inkml:trace>
  <inkml:trace contextRef="#ctx0" brushRef="#br1" timeOffset="104">30391 636 8912,'-12'-2'0,"1"-3"0,7 3 0,-4-8 0,8 4 0,10 2 0,7-7 0,15 0 0,14-7 0,12 7 0,3-1 0,2-1 0,0-2 0,-8 5 0,5-13 0,-9 4 0</inkml:trace>
  <inkml:trace contextRef="#ctx0" brushRef="#br1" timeOffset="105">31526 327 8912,'-17'-18'0,"0"3"0,2 2 0,1 1 0,3 1 0,-3-1 0,-1 3 0,-2 1 0,5 3 0,1 5 0,-3 0 0,7 9 0,-1 8 0,2 10 0,1 5 0,-1 9 0,6 1 0,0 2 0,0 3 0,2-3 0,4 2 0,-4-6 0,3 6 0,3-8 0,-2 2 0,-1-5 0,3-7 0,-6 5 0,4-4 0,-6-7 0,-6-4 0,-4-3 0,-9-9 0,-2-2 0,-2-3 0,-7-8 0,3-3 0</inkml:trace>
  <inkml:trace contextRef="#ctx0" brushRef="#br1" timeOffset="106">31268 705 8912,'17'-8'0,"1"-1"0,-1-8 0,6 5 0,0 1 0,2-1 0,-3-5 0,0 5 0,4 1 0,1 0 0,0 1 0,0-3 0,1 7 0,-1-6 0,-4 7 0,-4-1 0,4 6 0,-10-2 0,-1-4 0,-8 4 0,3 2 0,-9 10 0,-3 7 0,3 2 0,-4 4 0,-2-4 0,3 4 0,-1 2 0,6 0 0,0 0 0,0 0 0,0-3 0,0-4 0,0-7 0,0 1 0,8-7 0,3 7 0,-1-8 0,1 1 0,1-8 0,5-3 0,-2-9 0,-2-1 0,-3-5 0,-2 0 0,-1-6 0,-1-1 0,-4 1 0,4-2 0,-6 8 0,-6-2 0,2 4 0,-7 2 0,-1 2 0,-5 3 0,0 7 0,0 3 0,-1 2 0,9 7 0,1 3 0</inkml:trace>
  <inkml:trace contextRef="#ctx0" brushRef="#br1" timeOffset="107">31991 602 8912,'17'-19'0,"0"-2"0,1-2 0,-1 2 0,6 4 0,0 5 0,0-3 0,-6 20 0,-2 1 0,-3 10 0,-7 6 0,-3 7 0,-2 11 0,0-3 0,0 3 0,0 2 0,0-2 0,-2-2 0,-3-9 0,1 1 0,-6-7 0,3-2 0,3-2 0,-6-9 0,8-3 0,-5-22 0,7-8 0,7-7 0,5-5 0,3-7 0,2-4 0,6-3 0,2-1 0,0 2 0,0 2 0,3 8 0,-5-2 0,0 6 0,-5 5 0,-1 4 0,-8 16 0,-9 1 0,-9 8 0</inkml:trace>
  <inkml:trace contextRef="#ctx0" brushRef="#br1" timeOffset="108">28773 1547 8912,'0'12'0,"0"1"0,0 4 0,0 6 0,0 2 0,0 0 0,2 6 0,2-3 0,1 5 0,-1 1 0,-2-1 0,-2-5 0,0-5 0,0-4 0,0-2 0,0-7 0,0-2 0</inkml:trace>
  <inkml:trace contextRef="#ctx0" brushRef="#br1" timeOffset="109">28738 1444 8912,'2'10'0,"4"-4"0,-2-5 0,7 1 0,3 4 0,1-4 0,2 4 0,1-4 0,-1 5 0,0 3 0</inkml:trace>
  <inkml:trace contextRef="#ctx0" brushRef="#br1" timeOffset="110">28979 1668 8912,'-17'0'0,"8"0"0,1 0 0,12-6 0,7 0 0,1-7 0,11 1 0,3 3 0,3-3 0,4-1 0,1-2 0,-1 3 0,-5 1 0,12-8 0,-3-8 0</inkml:trace>
  <inkml:trace contextRef="#ctx0" brushRef="#br1" timeOffset="111">30786 774 8912,'-11'0'0,"-1"0"0,1-2 0,1-4 0,3-4 0,7-7 0,0 0 0,0 0 0,0 0 0,2 1 0,3 5 0,-1-4 0,6 3 0,-1-3 0,1-2 0,-4 0 0,5 1 0,2 5 0,-5-4 0,2 13 0,-5-4 0,-3 4 0,6 2 0,-8 2 0,0 4 0,0-3 0,0 9 0,-6-6 0,-1 5 0,-3 2 0,6-3 0,-2 1 0,-3-7 0,-1 12 0,-7-7 0</inkml:trace>
  <inkml:trace contextRef="#ctx0" brushRef="#br1" timeOffset="112">30614 344 8912,'-23'-29'0,"0"2"0,2 3 0,2 3 0,10 2 0,3 1 0,-2 7 0,3-1 0,-1 9 0,6 3 0,7 5 0,3 11 0,0 3 0,5 15 0,-4 0 0,3 12 0,-1 0 0,-3 4 0,-3 1 0,-1 1 0,-6 0 0,0-1 0,0 1 0,0-1 0,0 1 0,0-2 0,0-5 0,0 3 0,0-10 0,0-3 0,0-5 0,2-14 0,4 1 0,5-11 0,12-1 0,-4-5 0,4-5 0,2-13 0,-2-10 0,0-5 0,-6-1 0,-7-1 0,5-7 0,-5-2 0</inkml:trace>
  <inkml:trace contextRef="#ctx0" brushRef="#br1" timeOffset="113">30494 653 8912,'-17'0'0,"-1"0"0,1 0 0,0 0 0,9-5 0,8-1 0,21-6 0,14 7 0,13-9 0,1 3 0,9-3 0,3 3 0,-4-4 0,6 3 0,-2 3 0,3-3-271,-5 8 0,0-18 1,2 2-1</inkml:trace>
  <inkml:trace contextRef="#ctx0" brushRef="#br1" timeOffset="114">29444 1358 8912,'-17'0'0,"5"0"0,1 0 0,-2 0 0,-3 0 0,-1 0 0,6 0 0,-1 0 0,8 0 0,-11-7 0,5-3 0</inkml:trace>
  <inkml:trace contextRef="#ctx0" brushRef="#br1" timeOffset="115">29220 1410 8912,'-11'0'0,"-1"0"0,7 6 0,-7-1 0,6 1 0,-5-6 0,5 0 0,-5 0 0,7 0 0,-4 0 0,8-2 0,0-4 0,0 4 0,8-5 0,-4 7 0,7 0 0,-7-8 0,4 6 0,-8-7 0,0 3 0,0 4 0,0-7 0,0 3 0,0 4 0,0-13 0,0 3 0,0 3 0,0-3 0,0 6 0,0-5 0,0-1 0,0-5 0,0 0 0,0 8 0,0 1 0,0 31 0,0-2 0,0 19 0,0-2 0,0 2 0,0 4 0,0 8 0,0-1 0,0 1 0,0 0 0,0-1 0,5 1 0,1-1 0,0-9 0,-6-7 0,0-9 0,0-8 0,0-1 0,8-8 0,1-1 0</inkml:trace>
  <inkml:trace contextRef="#ctx0" brushRef="#br1" timeOffset="116">29134 1496 8912,'0'-17'0</inkml:trace>
  <inkml:trace contextRef="#ctx0" brushRef="#br1" timeOffset="117">29444 1204 8912,'0'17'0,"-2"0"0,-2 0 0,-1 0 0,-7 0 0,4-1 0,-1-5 0,3 3 0,-5-7 0,-3 3 0,5-1 0,-3 3 0,8 3 0,-3-3 0,1 3 0,0 2 0,-5 6 0,5 0 0,-2 0 0,5-6 0,-3 2 0,2 4 0,2-4 0,2 4 0,0-4 0,0-2 0,0-7 0,0 5 0,0-13 0,2 4 0,4-12 0,3 0 0,10-9 0,3-6 0,0-4 0,3 4 0,-2-2 0,-4 4 0,4 2 0,-4 0 0,-1 0 0,7 7 0,-6 2 0,4 8 0,-6 2 0,-6 4 0,3 9 0,-7 8 0,1 0 0,0 2 0,-3-4 0,-5 8 0,8-8 0,3 2 0,-1-4 0,1-2 0,1-8 0,5-3 0,0-4 0,1-2 0,-1-9 0,0-9 0,0 1 0,8-23 0,2 4 0</inkml:trace>
  <inkml:trace contextRef="#ctx0" brushRef="#br1" timeOffset="118">30029 1289 8912,'0'-17'0,"0"6"0,0-1 0,0 9 0,0-5 0,0 8 0,0 13 0,0 4 0,0 14 0,0 2 0,0 7 0,0 4 0,0-4 0,0 6 0,6-8 0,0 2 0,-1 4 0,-5 2 0,0-4 0,0-2 0,0-4 0,0-2 0,0-5 0,0 0 0,2-14 0,4 2 0,-4-11 0,6 2 0</inkml:trace>
  <inkml:trace contextRef="#ctx0" brushRef="#br1" timeOffset="119">30046 1358 8912,'0'-11'0,"0"-1"0,0 9 0,0-13 0,2 14 0,4-3 0,4 3 0,7 2 0,0 0 0,0 0 0,0 5 0,1 1 0,-1 8 0,-2-5 0,-3 8 0,-7 0 0,-3 1 0,-2-1 0,0 0 0,-6 6 0,1 0 0,-9 2 0,3-2 0,-2-10 0,1 4 0,-3-3 0,5 3 0,-7 0 0</inkml:trace>
  <inkml:trace contextRef="#ctx0" brushRef="#br1" timeOffset="120">30408 1410 8912,'-2'11'0,"-4"1"0,2-3 0,-7 3 0,5 3 0,-4-3 0,1 3 0,-1 2 0,5 0 0,-7 0 0,8 1 0,-1-1 0,3 0 0,4-2 0,3-3 0,5-5 0,7-7 0,-5 0 0,-1 0 0,-1-9 0,3-6 0,-2-6 0,-7-2 0,2 5 0,-4-5 0,-2 1 0,-2 1 0,-4 1 0,2 3 0,-7 0 0,1 0 0,-1 0 0,-4 7 0,5-5 0,-1 13 0,-1-4 0,8 4 0,-3 2 0,7 8 0,0 1 0</inkml:trace>
  <inkml:trace contextRef="#ctx0" brushRef="#br1" timeOffset="121">30700 1410 8912,'0'-10'0,"0"3"0,0 7 0,0 0 0,0 7 0,0 5 0,0-3 0,0 3 0,0-1 0,0 6 0,0 1 0,0-9 0,0 6 0,0-13 0,0 6 0</inkml:trace>
  <inkml:trace contextRef="#ctx0" brushRef="#br1" timeOffset="122">30717 1272 8912,'10'0'0,"0"0"0,-5 0 0,-1 0 0,8 0 0,-7 0 0,7 0 0,-1 8 0,7 1 0,-1 9 0</inkml:trace>
  <inkml:trace contextRef="#ctx0" brushRef="#br1" timeOffset="123">31010 1358 8912,'10'12'0,"-5"-1"0,-3-7 0,4 11 0,0-3 0,-1-5 0,-6 9 0,-5-5 0,4-1 0,-4 1 0,-3 1 0,7 5 0,-14 0 0,14-7 0,-5-3 0,7-7 0,0-7 0,0-5 0,7-9 0,5-2 0,3-2 0,2 2 0,1 4 0,1-4 0,2 2 0,2-2 0,0 10 0,-6-4 0,0 9 0,0-3 0,1 7 0,-1-2 0,-6 6 0,1 6 0,-3-2 0,3 7 0,3-5 0,-5 5 0,1 1 0,1-3 0,-7 1 0,7-6 0,1 2 0,-3-1 0,1-5 0,-1-7 0,1-5 0,4-5 0,-3-4 0,3-4 0,2-2 0,1-1 0,-1-7 0,-6 1 0,1 0 0,-1-1 0,-1 1 0,-3 7 0,-7 4 0,0 4 0,0 9 0,0 7 0,-1 14 0,-5 12 0,-2 9 0,-3 9 0,-5 4 0,5 13 0,3-5 0,3 5 0,-3-5 0,2-1 0,2-3 0,2-3 0,4 2 0,4-8 0,-2-2 0,7-9 0,-1-4 0,3-10 0,-1-4 0,1-5 0,2-12 0,3-11 0,-1-9 0</inkml:trace>
  <inkml:trace contextRef="#ctx0" brushRef="#br1" timeOffset="124">31526 1358 8912,'-26'0'0,"1"0"0,7 0 0,1 0 0,8 0 0,5 0 0,17 0 0,16 0 0,13-9 0,17-7 0,10-7 0,9-3 0,-32 8 0,0-1 0,2-3 0,0 1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3.458"/>
    </inkml:context>
    <inkml:brush xml:id="br0">
      <inkml:brushProperty name="width" value="0.05292" units="cm"/>
      <inkml:brushProperty name="height" value="0.05292" units="cm"/>
      <inkml:brushProperty name="color" value="#3165BB"/>
    </inkml:brush>
  </inkml:definitions>
  <inkml:trace contextRef="#ctx0" brushRef="#br0">17501 8476 8912,'-23'-19'0,"0"-2"0,0 0 0,-1 6 0,2 5 0,-6 12 0,-5 6 0,-5 9 0,-6 19 0,-8 22 0,-1 14 0,24-32 0,1 2 0,0 9 0,2 2 0,-3 3 0,1 2 0,4 1 0,2 1 0,2 2 0,2 2 0,2-3 0,3 0-241,3 0 0,3-2 0,1-5 1,2-1 240,2 0 0,4-3 0,13 25 0,8-12 0,8-17 0,5-18 0,4-7 116,6-7 0,4-7-116,2-7 0,7-3 0,4-9 0,4 1 0,2-16 0,3 4 0,9-6 0,7-3 0</inkml:trace>
  <inkml:trace contextRef="#ctx0" brushRef="#br0" timeOffset="1">18086 8854 8912,'-17'-17'0,"-2"2"0,-2 4 0,-4 3 0,-2 2 0,-3 0 0,5 1 0,2 5 0,-2 2 0,2 3 0,2 7 0,2 3 0,2 10 0,0 4 0,7 5 0,4 4 0,4 2 0,2-2 0,0-1 0,0-3 0,4-5 0,6-2 0,7-3 0,2-3 0,8-3 0,2-7 0,3-3 0,4-8 0,3 0 0,1 0 0,8-16 0,-4-3 0</inkml:trace>
  <inkml:trace contextRef="#ctx0" brushRef="#br0" timeOffset="2">18310 8751 8912,'-11'0'0,"-1"0"0,8 2 0,-1 4 0,-3 5 0,2 12 0,-5 6 0,5 11 0,-2 4 0,4 8 0,-1 1 0,1 4 0,2-3 0,2 3 0,0-5 0,0-6 0,0-6 0,0-12 0,2-5 0,2-9 0,3-5 0,3-1 0,-4-4 0,5-10 0,1-9 0,5-8 0,-2-8 0,-3 3 0,3-3 0,-4 2 0,-1-1 0,-1 7 0,-1 2 0,-4 2 0,6 2 0,-7 7 0,9 4 0,-6 6 0,5 6 0,-5-2 0,5 7 0,-5 1 0,5 5 0,3 0 0,1 0 0,2 1 0,1-1 0,-1-6 0,0 1 0,0-9 0,0 3 0,1-4 0,-3-4 0,-2-4 0,-1-5 0,-3-4 0,3-2 0,-5-1 0,-7 1 0,0-8 0,-7 6 0,-5-2 0,-3 8 0,-2 7 0,0 4 0,-1 10 0,1 3 0,2 6 0,3 6 0,5 2 0,7 6 0,0-3 0,0 3 0,9-6 0,9-2 0,8-4 0,14-2 0,4-7 0,8-5 0,7-3 0,2-2 0</inkml:trace>
  <inkml:trace contextRef="#ctx0" brushRef="#br0" timeOffset="3">19050 9095 8912,'-17'0'0,"-2"0"0,-2 0 0,-2 0 0,-2 2 0,2 4 0,4 5 0,-4 12 0,6-2 0,3 8 0,5 1 0,1 3 0,4 1 0,10 1 0,11-9 0,12-3 0,3-4 0,3-1 0,1-9 0,2-3 0,4-4 0,2-2 0,-7-8 0,-3-3 0,-1-10 0,-10-2 0,7-8 0,-3 4 0</inkml:trace>
  <inkml:trace contextRef="#ctx0" brushRef="#br0" timeOffset="4">19446 8889 8912,'-10'17'0,"5"0"0,1 2 0,0 4 0,-2 6 0,2 3 0,2 5 0,2 3 0,0-2 0,0 6 0,0-2 0,0-4 0,2-3 0,4-7 0,-2 3 0,7-8 0,-7-8 0,19-7 0,-4-8 0</inkml:trace>
  <inkml:trace contextRef="#ctx0" brushRef="#br0" timeOffset="5">19756 8992 8912,'-10'-8'0,"-5"6"0,3-3 0,3 3 0,-5 2 0,-3 2 0,-4 3 0,-4 5 0,2 7 0,2 6 0,-7 0 0,5 6 0,-4-4 0,2-1 0,4 1 0,2 0 0,2-2 0,1-4 0,5 4 0,3-4 0,10-4 0,4-1 0,7-5 0,8-1 0,6-2 0,7-6 0,3 0 0,3 0 0,4 0 0,8 0 0,-1 0 0,-1 0 0,-4 0 0,-6 0 0,4 0 0,-8-8 0,6-2 0</inkml:trace>
  <inkml:trace contextRef="#ctx0" brushRef="#br0" timeOffset="6">20874 8940 8912,'10'-17'0,"-3"-2"0,-1-2 0,0-2 0,-2 2 0,-8 14 0,-4 14 0,-1 20 0,5 15 0,-2 13 0,4 5 0,2 1 0,0-4 0,0 6 0,0 0 0,0-2 0,0-2 0,0-7 0,0-2 0,0-3 0,0-5 0,0-5 0,0 1 0,-8-27 0,-9 5 0,-10-16 0</inkml:trace>
  <inkml:trace contextRef="#ctx0" brushRef="#br0" timeOffset="7">20719 8975 8912,'0'-27'0,"0"0"0,0 4 0,6 4 0,2-6 0,3 3 0,8-1 0,8 0 0,13 6 0,10 1 0,7 5 0,1-3 0,-7 9 0,-1 1 0,-4 10 0,-8 7 0,-7 8 0,-8 6 0,-12 7 0,-3 8 0,-8 4 0,-10 4 0,-7 1 0,-2-1 0,-10-4 0,-5 1 0,-6-6 0,-8-1 0,4-6 0</inkml:trace>
  <inkml:trace contextRef="#ctx0" brushRef="#br0" timeOffset="8">21270 9301 8912,'-17'12'0,"0"-2"0,-1-1 0,1 1 0,8-5 0,3 7 0,6-3 0,7 5 0,11-3 0,1-7 0,9 2 0,1-6 0,6-6 0,-1 2 0,-2-7 0,-1-3 0,-2-1 0,-8-2 0,2 0 0,-10-2 0,-1-4 0,-9 4 0,3-4 0,-4-2 0,-2 2 0,-8 0 0,-3 6 0,-6 1 0,-6 5 0,4 3 0,-4 8 0,2 10 0,-2 7 0,6 8 0,-1 9 0,3 1 0,9-1 0,-1 6 0,1 0 0,4 0 0,-2-5 0,8-3 0,7-3 0,7-4 0,5-8 0,-2-7 0,7-5 0,-5-3 0,6-2 0,0-9 0,5-9 0,-1-1 0,-3-9 0,-3-1 0,-2 2 0,-2-3 0,-6 7 0,-8 0 0,-3 6 0,-4-1 0,-2 9 0,0 3 0,0 12 0,0 5 0,0 5 0,0 1 0,2-2 0,4-3 0,3-5 0,16 1 0,2 1 0</inkml:trace>
  <inkml:trace contextRef="#ctx0" brushRef="#br0" timeOffset="9">22062 9301 8912,'9'-7'0,"-1"-5"0,-3-3 0,1-2 0,-2 0 0,-2 5 0,-2 1 0,0-3 0,-2 7 0,-4 1 0,-3 12 0,-8 5 0,-1 6 0,1 6 0,6 2 0,-1 8 0,1-1 0,1 4 0,2 1 0,8-9 0,0 3 0,0-6 0,2 0 0,4-1 0,4-3 0,7-9 0,6-4 0,0-8 0,7-2 0,-1-4 0,4-11 0,1-12 0,0-3 0,1-3 0,-8-1 0,-4-4 0,-4 4 0,-2-5 0,-8 11 0,-3 1 0,-6 4 0,-6 2 0,-3 2 0,-8 16 0,-6-1 0,0 6 0,0 8 0,6 3 0,-1 6 0,1 6 0,6 4 0,-1 7 0,8 1 0,-1-1 0,5-5 0,5-1 0,7-7 0,11 2 0,4-5 0,9-7 0,4-5 0,6-4 0,4-10 0,1-3 0,-1-12 0,-4-6 0,-4 2 0,-8-1 0,-1-1 0,-4-6 0,-5-5 0,-6 2 0,-3 4 0,-4 3 0,-3 8 0,-8-5 0,0 12 0,0-1 0,0 11 0,0 1 0,0 10 0,0 13 0,0 12 0,0 8 0,0 8 0,-2 12 0,-4 5 0,5 3 0,-5 3 0,4 0 0,2 0 0,0 0 0,0-1 0,0-1 0,0-4 0,0-11 0,0-12 0,0-11 0,0-7 0,0-10 0,-8-4 0,-1-8 0</inkml:trace>
  <inkml:trace contextRef="#ctx0" brushRef="#br0" timeOffset="10">22733 9147 8912,'-8'9'0,"6"-1"0,-4-6 0,12 4 0,11-5 0,12 5 0,-2 4 0,1 1 0,1 6 0,-2 6 0,0-2 0,-4 8 0,-10 0 0,4 5 0,-11 0 0,0 1 0,-12-1 0,-6 1 0,-5-1 0,-6 0 0,-2-1 0,-3-4 0,-3-7 0,8-10 0,0-4 0,6-8 0,0 0 0</inkml:trace>
  <inkml:trace contextRef="#ctx0" brushRef="#br0" timeOffset="11">23387 8734 8912,'-18'0'0,"7"0"0,-1 0 0,7 0 0,-7 0 0,3 15 0,-3 8 0,5 16 0,7 6 0,0 13 0,0 5 0,0 6 0,0 5 0,0-5 0,1 0 0,3-10 0,2-6 0,7-11 0,-1-7 0,3-10 0,2-14 0,1-3 0,-1-8 0,-6-2 0,1-4 0,-1-5 0,6-12 0,-1-2 0,-5-4 0,3-1 0,-9 7 0,9-8 0,-5 4 0,3-1 0,-1-1 0,-7 8 0,11-4 0,-13 8 0,8 7 0,-4 5 0,-5 16 0,5 6 0,-4 4 0,-2 4 0,0-4 0,0 8 0,2-8 0,4 2 0,-2-6 0,7-6 0,1 5 0,5-14 0,0 3 0,0-18 0,0-6 0</inkml:trace>
  <inkml:trace contextRef="#ctx0" brushRef="#br0" timeOffset="12">23679 8717 8912,'-34'27'0,"5"5"0,0-3 0,8 3 0,-2 5 0,6 1 0,6 2 0,3 0 0,8-6 0,13-7 0,5-4 0,8-6 0,-3-5 0,6-5 0,-6-7 0,0-7 0,-8-5 0,-1-5 0,-3-6 0,-7 2 0,2-8 0,-4 3 0,-2-3 0,-8-1 0,-4 7 0,-1 0 0,2 5 0,-5 9 0,5 3 0,-10-1 0,-2 1 0,0 0 0,6 6 0,-2 8 0,-4 3 0,-4 4 0,-8 3 0</inkml:trace>
  <inkml:trace contextRef="#ctx0" brushRef="#br0" timeOffset="13">23008 9267 8912,'-34'0'0,"5"-2"0,0-4 0,8 5 0,4-9 0,11 4 0,14-1 0,9-5 0,18-3 0,16 3 0,8-9 0,10-2 0,8 1 0,1 6 0,1 3 0,-5 1 0,-11 1 0,-5-6 0,-5 0 0,-1-8 0,-1-2 0</inkml:trace>
  <inkml:trace contextRef="#ctx0" brushRef="#br0" timeOffset="14">24178 8958 8912,'-42'26'0,"4"-1"0,-8-8 0,-6 6 0,-5 2 0,0 2 0,-3 3 0,22 1 0,4-2 0,18-4 0,11-8 0,5 0 0,5 0 0,7-2 0,11-3 0,2-5 0,3-7 0,5 0 0,-4 0 0,3-1 0,2-5 0,-7-4 0,-4-7 0,-4 0 0,-1 0 0,-9-2 0,-3-2 0,-4-2 0,-2 2 0,0 2 0,0 1 0,0 1 0,0 0 0,-6 0 0,0 0 0,2-1 0,3 9 0,2 1 0,5 8 0,4-7 0,7-3 0</inkml:trace>
  <inkml:trace contextRef="#ctx0" brushRef="#br0" timeOffset="15">24367 9026 8912,'10'0'0,"0"6"0,-5 0 0,-3 0 0,6-4 0,-8 3 0,0 5 0,-2 7 0,-4 0 0,2 2 0,-7 4 0,1-4 0,-3 6 0,2-2 0,-3 0 0,5 0 0,-3-6 0,6-2 0,-5-3 0,5 1 0,-5-7 0,7 0 0,-4-8 0,8-4 0,0-7 0,0-8 0,2-12 0,4-7 0,9-13 0,8 1 0,2-9 0,-2 4 0,-4 5 0,4 6 0,2 8 0,0 0 0,1 7 0,5 8 0,2 12 0,1 5 0,0 14 0,1 9 0,5 10 0,0 13 0,-5 4 0,-7 7 0,-7-1 0,2-2 0,-4-4 0,-1-2 0,-7-2 0,0-6 0,-7-5 0,2-1 0,-6-8 0,-6-3 0,-3-8 0,-8-9 0</inkml:trace>
  <inkml:trace contextRef="#ctx0" brushRef="#br0" timeOffset="16">24884 7960 8912,'-17'-17'0,"-1"0"0,24 17 0,11 12 0,20 20 0,8 20 0,5 11 0,4 15 0,-26-33 0,1 2 0,3 4 0,-1 3 0,-1 0 0,-1 2-89,2 9 0,-4 2 0,-7-1 0,-4 0 0,-2 2 0,-5 0 0,-5-1 0,-4-1 89,-5 1 0,-5-2 0,-6-9 0,-7-3-165,-8 0 1,-6-3-1,-1-3 1,-3-2 164,-4-2 0,-2 0 0,-1 1 0,-1 0-259,-5 2 1,-1 0 0,-1-3 0,-1 0 258,-3 0 0,0 0 0,1-1 0,1 0 0,-2-5 0,0 0 0,-3 0 0,1 1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3.475"/>
    </inkml:context>
    <inkml:brush xml:id="br0">
      <inkml:brushProperty name="width" value="0.05292" units="cm"/>
      <inkml:brushProperty name="height" value="0.05292" units="cm"/>
      <inkml:brushProperty name="color" value="#3165BB"/>
    </inkml:brush>
  </inkml:definitions>
  <inkml:trace contextRef="#ctx0" brushRef="#br0">4543 1341 8912,'8'-25'0,"-6"6"0,5-13 0,-7 5 0,0-7 0,0-3 0,0-3 0,-5 2 0,-1-8 0,2 0 0,2 2 0,2 2 0,0 8 0,0 7 0,0 4 0,0 14 0,0 9 0,0 11 0,0 18 0,0 13 0,0 11 0,6 10 0,0 12 0,5 1 0,-5 4 0,7 5 0,-3-7 0,1 4 0,1 4 0,-3-12-132,3 7 1,3-11 131,-4-7 0,5-5 0,1-12 0,0-14 0,0-15 0,1-11 0,-1-17 0,0-16 0,0-17 0,0-8 0</inkml:trace>
  <inkml:trace contextRef="#ctx0" brushRef="#br0" timeOffset="1">5111 808 8912,'0'-9'0,"0"3"0,0 12 0,0 7 0,0 16 0,0 7 0,0 17 0,0 3 0,0 1 0,0 14 0,0-2 0,6-3 0,-1-3 0,7-5 0,-6 5 0,5-10 0,-5-1 0,-2-10 0,-2-6 0,-4-11 0,-4-8 0,-11 0 0,-10-7 0</inkml:trace>
  <inkml:trace contextRef="#ctx0" brushRef="#br0" timeOffset="2">4681 1513 8912,'-27'-8'0,"2"-1"0,8-8 0,9 7 0,8 4 0,16-3 0,12-3 0,20-3 0,9-2 0,16 0 0,7-2 0,3-2 0,-3-2 0,10-8 0,-4 2 0,4 5-217,-4 1 0,-8 4 217,-3 1 0,3-7 0,0-1 0</inkml:trace>
  <inkml:trace contextRef="#ctx0" brushRef="#br0" timeOffset="3">5799 1169 8912,'-25'17'0,"-3"1"0,1-1 0,-2 0 0,1 2 0,1 4 0,-9 4 0,7 7 0,-6 0 0,13 1 0,-1-3 0,5-3 0,9 2 0,3-9 0,4 1 0,4-7 0,4-5 0,5-5 0,10-4 0,2-2 0,8-2 0,-2-4 0,-3-3 0,3-9 0,-2-6 0,1-5 0,-3-2 0,0 3 0,-6-5 0,4 5 0,-4-3 0,-1 2 0,-3 3 0,-4 3 0,5 4 0,-7-4 0,1 4 0,3 11 0,-7 8 0,0 8 0,-6 9 0,0 9 0,0 9 0,0-1 0,0 6 0,1-3 0,5-3 0,-2 0 0,8 1 0,1-8 0,10-5 0,-4-2 0,4-3 0,-4-8 0,-2-3 0,-1-6 0,-3-8 0,-2-9 0,1 0 0,5-8 0</inkml:trace>
  <inkml:trace contextRef="#ctx0" brushRef="#br0" timeOffset="4">6178 1307 8912,'17'-27'0,"-2"2"0,-3 8 0,-4 0 0,-8 7 0,0 4 0,0 12 0,1 6 0,3 11 0,2 3 0,-2 1 0,3 6 0,-1-5 0,8-1 0,-3 2 0,4-8 0,3 2 0,-1-4 0,0-2 0,6-8 0,0-3 0,-2-4 0,-2-2 0,-2-8 0,0-3 0,1-6 0,-1-6 0,-6-2 0,1-4 0,-3-3 0,3 3 0,-3-1 0,-3 1 0,-2 4 0,6 8 0,-3 0 0,-3 0 0,6-1 0,-1 1 0</inkml:trace>
  <inkml:trace contextRef="#ctx0" brushRef="#br0" timeOffset="5">6883 1204 8912,'10'17'0,"-4"0"0,-4 0 0,-2 6 0,0 0 0,-2 2 0,-4-2 0,-2-4 0,-3 4 0,-2 2 0,5-3 0,0 0 0,1-3 0,1 5 0,6 3 0,0 0 0,0-4 0,0-12 0,0-11 0,0-9 0</inkml:trace>
  <inkml:trace contextRef="#ctx0" brushRef="#br0" timeOffset="6">6849 1135 8912,'0'-17'0,"0"-1"0,0 9 0,8 1 0,-6 8 0,13 2 0,-4 4 0,5 3 0,3 10 0,2 2 0,2 2 0,7 0 0,-1-5 0,4 4 0,1 1 0,-2 8 0,-3-2 0,2-3 0,-8 3 0,-4 2 0,-6 1 0,1 1 0,-9-5 0,-1 5 0,-10-5 0,-1-3 0,-5-2 0,-3-4 0,4-2 0,-5-7 0,-1-4 0,7-4 0,3-12 0,7-7 0,6-6 0,-1-6 0,11-9 0,-1 4 0,6-3 0,0 1 0,0 7 0,2 1 0,-4 1 0,4-2 0,-4 6 0,-2 12 0,1-2 0,-1 7 0,0 2 0,-6 10 0,1 5 0,-3 4 0,3 3 0,5 1 0,0 4 0,1-4 0,6 2 0,1-6 0,4-3 0,3-9 0,3 3 0,-6-4 0,-1-2 0,-1 0 0,2 0 0,-4-8 0,-8-3 0,0-4 0,0-3 0,-7-1 0,-5-2 0,-3-4 0,-2-1 0,0 3 0,0-6 0,-7 8 0,-5-2 0,-9 10 0,-2 1 0,-2 9 0,2-3 0,2 6 0,-5 6 0,1 5 0,4 4 0,2 8 0,1 0 0,9 6 0,3-6 0,4 5 0,2-5 0,16 0 0,6-6 0,7 6 0,2 2 0,-3 0 0,3 0 0,2 4 0,1-7 0,-7 17 0,-4 1 0,-6 2 0,-6 4 0,-3 0 0,-8 5 0,0 3 0,0 3 0,-8-11 0,-3 0 0,-4-8 0,-3-4 0,1-5 0,0-1 0,5-8 0,1-3 0,0 0 0,1-15 0,2-4 0,8-15 0,8-8 0,2-9 0</inkml:trace>
  <inkml:trace contextRef="#ctx0" brushRef="#br0" timeOffset="7">9086 1066 8912,'10'-8'0,"-3"-1"0,-7-8 0,-7 5 0,-7 3 0,-7 1 0,-7 4 0,-5 2 0,-1 2 0,-1 8 0,1 3 0,-1 6 0,3 5 0,3 2 0,6 3 0,4-4 0,2 6 0,7-6 0,5 5 0,3-5 0,4 4 0,3 0 0,7-1 0,9-5 0,2 2 0,7-4 0,-1-1 0,4-1 0,1 0 0,-1-2 0,-5-1 0,-5-3 0,-4 3 0,-1 1 0,-1 2 0,-8 0 0,-3 0 0,-12 2 0,-5 4 0,-6-3 0,-6 4 0,-6-1 0,-3 0 0,-1 0 0,4-6 0,-1 1 0,7-1 0,0-8 0,15-5 0,8-15 0,10-3 0,13-14 0,3-1 0,9-5 0,1-7 0,4 1 0,4-6 0,10 6 0,3 0 0,6-2 0,10 6 0,2-4 0,-3 3 0,-9 3 0,-11 7 0,-12 4 0,-11 4 0,-16 12 0,-19 7 0,-5 2 0,-18 9 0,6 6 0,-5 6 0,1 2 0,-4-4 0,5 2 0,1-2 0,2 4 0,6-2 0,5 0 0,1-6 0,-1 0 0,3 0 0,3-1 0,12-5 0,5-5 0,4-4 0,10-4 0,4-4 0,-2-9 0,1-8 0,-1 0 0,2 6 0,-4-1 0,-8 1 0,0 0 0,0 0 0,0 0 0,-7 7 0,-2 2 0,-8 10 0,0 4 0,0 6 0,0 3 0,0 2 0,0 2 0,0 4 0,0-4 0,0 4 0,2-4 0,3-2 0,-1-1 0,8-5 0,-1 3 0,6-9 0,0-1 0,1-2 0,-1-2 0,0-2 0,0-4 0,1-3 0,-1-8 0,-2-1 0,-2 1 0,-1-2 0,1-4 0,1 4 0,-3-4 0,4 4 0,-3 2 0,-3 2 0,3 3 0,-6-1 0,5 7 0,-7 0 0,4 8 0,-8 4 0,5 3 0,1 9 0,0-1 0,-6 0 0,0 6 0,0 0 0,2-2 0,3-2 0,-3-2 0,4 0 0,-2 1 0,2-1 0,-4 0 0,3 0 0,-1 0 0,0 1 0,2-1 0,-1-6 0,-5 1 0,0-8 0,0 3 0,-7-14 0,-3-3 0</inkml:trace>
  <inkml:trace contextRef="#ctx0" brushRef="#br0" timeOffset="8">9912 1049 8912,'0'-12'0,"-2"3"0,-2-1 0,-1 1 0,-1 3 0,6-6 0,0 9 0,2-5 0,4 8 0,11 0 0,12 2 0,3 4 0,18 3 0,3 8 0</inkml:trace>
  <inkml:trace contextRef="#ctx0" brushRef="#br0" timeOffset="9">10566 1307 8912,'-25'0'0,"6"0"0,-4 0 0,-4 0 0,-1 0 0,3 0 0,2 0 0,2 0 0,-2 0 0,4 2 0,-4 3 0,10-1 0,1 8 0,8 5 0,-2 6 0,5 2 0,1-3 0,0-2 0,0 3 0,1-4 0,5-2 0,2 0 0,3 0 0,5-7 0,-5-5 0,10-3 0,2-2 0,6-7 0,-6-5 0,5-11 0,-5-5 0,6-5 0,-6-1 0,6-2 0,-6-5 0,0-3 0,-6-7 0,0-3 0,0-3 0,-2-6 0,-3-4 0,-4 8 0,-8 7 0,-2 16 0,-4 13 0,2 6 0,-7 6 0,-1 14 0,-5 20 0,5 14 0,1 20 0,7 4 0,-2 8 0,6 0 0,6-1 0,6-1 0,3-4 0,8 2 0,0-8 0,9-7 0,3-10 0,-1-3 0,8-18 0,-7-4 0</inkml:trace>
  <inkml:trace contextRef="#ctx0" brushRef="#br0" timeOffset="10">12149 705 8912,'0'-12'0,"0"5"0,0 5 0,0 13 0,0 20 0,0 7 0,0 10 0,0 9 0,0 12 0,-5 2 0,-3 7 0,-2 0 0,-3 1 0,-2-7 0,-3 1 0,1-8 0,0-8 0,-8-13 0,-3-10 0,-13-7 0,-3-10 0,-7 1 0</inkml:trace>
  <inkml:trace contextRef="#ctx0" brushRef="#br0" timeOffset="11">11754 1289 8912,'0'-11'0,"0"0"0,1 5 0,3-6 0,4-1 0,1-2 0,11-2 0,10-3 0,10-1 0,12-2 0,9-5 0,14 5 0,-3-6 0,7 6 0,-3 0 0,-3-1 0,-6 4 0,-10-2 0,-7-5 0,-23 0 0,-2-7 0</inkml:trace>
  <inkml:trace contextRef="#ctx0" brushRef="#br0" timeOffset="12">12493 774 8912,'-17'9'0,"0"5"0,0-9 0,0 9 0,-1-3 0,7 10 0,1 6 0,1 4 0,-1 5 0,6 10 0,-1-1 0,3 5 0,2 2 0,0-1 0,0 1 0,-6 3 0,0-3 0,1-4 0,5-14 0,-2-1 0,-4-5 0,4 3 0,-4-8 0,4-8 0,10-11 0,4-16 0,9-1 0,2-16 0,1 1 0,-3-7 0,2 1 0,-2-1 0,0 9 0,2 3 0,-4 4 0,4 1 0,-3 3 0,-3 4 0,0 3 0,0 0 0,0 7 0,1-5 0,1 10 0,4 1 0,-2 9 0,7-3 0,5 3 0,5-3 0,-2 4 0,5-3 0,1-5 0,-2-1 0,2-4 0,-6-2 0,-1 0 0,-9 0 0,-5-8 0,-3-3 0,-9-4 0,-3-3 0,-6 1 0,-6 0 0,-3 0 0,-9 0 0,-5 0 0,1-1 0,-7 9 0,6 3 0,-2 4 0,2 2 0,4 0 0,-4 2 0,6 4 0,5 5 0,-1 5 0,7 1 0,-1 0 0,1 0 0,4 0 0,-4 0 0,4 1 0,2-1 0,8 0 0,3-2 0,5-3 0,1-5 0,0-7 0,0 0 0,1 0 0,-1 0 0,0 0 0,6-1 0,0-5 0,0-2 0,-6-3 0,-6-3 0,-1 7 0,0-1 0,-1 0 0,-3-3 0,5 5 0,-7-1 0,4 3 0,-1-2 0,-5 8 0,12 7 0,-8 9 0,5-1 0,-5 0 0,7 0 0,-1 0 0,3-1 0,2-5 0,0-5 0,1-4 0,1-2 0,4 0 0,-2-2 0,7-4 0,-7-5 0,2-12 0,-4-6 0,-1-11 0,-1 2 0,0-8 0,-6 0 0,1-5 0,-8-7 0,2 1 0,-5 2 0,-1 9 0,0 7 0,0 9 0,0 5 0,-7 17 0,-3 10 0,-1 16 0,-1 14 0,3 6 0,-3 14 0,-1-4 0,7 9 0,0 2 0,6-2 0,0 1 0,0-7 0,2-7 0,4-4 0,4 0 0,7-3 0,-2-7 0,-3-3 0,3-4 0,-6-13 0,9-3 0</inkml:trace>
  <inkml:trace contextRef="#ctx0" brushRef="#br0" timeOffset="13">13354 1255 8912,'0'-11'0,"0"-1"0,0-1 0,0 5 0,15-5 0,8 7 0,12 0 0,10 6 0,11 0 0,19 0 0,5-7 0,12-5 0,-44 5 0,1-1 0,2 0 0,-1-1-485,2-3 0,0-1 1,3-3-1,1-2 1,0-4-1,0 0 1</inkml:trace>
  <inkml:trace contextRef="#ctx0" brushRef="#br0" timeOffset="14">14972 516 8912,'-46'-6'0,"2"0"0,2 3 0,3 1 0,-3 11 0,2 8 0,-6 10 0,6 13 0,2 4 0,9 10 0,6 3 0,4 6 0,10 10 0,3 1 0,12 1-122,5-7 0,12-1 122,6-4 0,3 0 0,3-11 0,-3-4 0,-3-14 0,1-7 0,-7-4 0,8-12 0,-4-3 0</inkml:trace>
  <inkml:trace contextRef="#ctx0" brushRef="#br0" timeOffset="15">15230 1014 8912,'-18'0'0,"3"2"0,4 4 0,-5 4 0,5 9 0,-4 4 0,-3 5 0,1 7 0,2 3 0,3 4 0,7 2 0,3 2 0,2 5 0,9-7 0,7-4 0,5-5 0,0-7 0,-2-3 0,-2-8 0,0-7 0,0-2 0</inkml:trace>
  <inkml:trace contextRef="#ctx0" brushRef="#br0" timeOffset="16">15040 1014 8912,'0'-34'0,"0"0"0,0-1 0,0 1 0,2 7 0,4 6 0,7 6 0,8 3 0,6 9 0,8-3 0,7 4 0,4 2 0,-4 8 0,-2 5 0,-4 6 0,-1 4 0,-9 7 0,-3-1 0,-11 4 0,-7 1 0,-1 0 0,2 1 0,-4-3 0,2-1 0,-6-4 0,-4-3 0,-5 5 0,5-6 0,-7 8 0,3-12 0,-7 5 0</inkml:trace>
  <inkml:trace contextRef="#ctx0" brushRef="#br0" timeOffset="17">15522 1083 8912,'12'0'0,"-1"0"0,-5 0 0,5 0 0,1 0 0,5 0 0,0 2 0,0 4 0,1 5 0,-3 5 0,-4 1 0,5 6 0,-5 0 0,-3 7 0,-2-1 0,-4 1 0,-2-1 0,-2 2 0,-4-8 0,2-1 0,-7-4 0,-1-3 0,-5-4 0,0-5 0,5-12 0,1-5 0,7-6 0,-2-6 0,12-4 0,5-7 0,10-1 0,2 1 0,8 0 0,-2-1 0,5 6 0,4 3 0,2 1 0,-1 4 0,-3 8 0,-2 1 0,-1 8 0,-4-2 0,-5 5 0,-8 2 0,-5 5 0,-3 4 0,-8 7 0,0 0 0,0 0 0,2-7 0,4-4 0,3-4 0,8-2 0,1 0 0,-1-2 0,-2-4 0,-3-6 0,1 3 0,-7-3 0,5 1 0,-5-6 0,0 5 0,-6 1 0,-2 1 0,-4-1 0,-9 3 0,-8 8 0,-8 2 0,2 4 0,3 3 0,-3 9 0,-2 1 0,-1 4 0,5 1 0,4 5 0,4 2 0,2-8 0,7 7 0,5-1 0,6-2 0,11 1 0,3-9 0,20-1 0,-3-3 0,14-9 0,-8-1 0,2-5 0,4-7 0,0-3 0</inkml:trace>
  <inkml:trace contextRef="#ctx0" brushRef="#br0" timeOffset="18">16520 1100 8912,'-7'-9'0,"3"-1"0,-8 5 0,7 3 0,-7-4 0,1 4 0,-7 2 0,9 8 0,3 3 0,4 4 0,2 3 0,0-1 0,0 0 0,2 0 0,4 0 0,7-1 0,8-5 0,0 2 0,8-7 0,0 0 0,5-6 0,1-2 0,-1-4 0,0-3 0,1-8 0,-1-1 0,1 1 0,-9-6 0,-3 0 0,-5 2 0,-7 2 0,2 8 0,-7-1 0,6 7 0,-7-7 0,1 8 0,-4-3 0,4 7 0,-4 0 0,13 0 0,-5 7 0,1 1 0,-1 5 0,-3-1 0,-1-1 0,-6 6 0,6 1 0,-1-1 0,1 0 0,-6 0 0,0 0 0,2 1 0,4-1 0,-4 0 0,3 0 0,-3-5 0,-2-1 0,0-7 0,0 11 0,0-5 0</inkml:trace>
  <inkml:trace contextRef="#ctx0" brushRef="#br0" timeOffset="19">16951 877 8912,'-18'0'0,"1"-8"0,0-3 0,2-5 0,3-1 0,3 6 0,5-1 0,-2-1 0,0 5 0,14 1 0,3 7 0,12 0 0,6 0 0,5 2 0,7 3 0,-5 5 0,4 7 0,2 0 0,-2 0 0,0 1 0,-5-1 0</inkml:trace>
  <inkml:trace contextRef="#ctx0" brushRef="#br0" timeOffset="20">17364 1307 8912,'-18'-8'0,"1"6"0,8-13 0,1 5 0,16-5 0,3 4 0,10-5 0,2 5 0,11-3 0,-3 1 0,0 2 0,1-3 0,-7 5 0,-2-3 0,-4 6 0,-2-5 0,-7 7 0,-6-9 0,-14 5 0,-7-1 0,-12 5 0,1-2 0,-3 4 0,2 2 0,-1 0 0,7 0 0,0 0 0,13 0 0,3 0 0,7 0 0</inkml:trace>
  <inkml:trace contextRef="#ctx0" brushRef="#br0" timeOffset="21">17914 1066 8912,'-7'-17'0,"3"5"0,-8 1 0,8 7 0,-3-4 0,1 10 0,0 4 0,1 4 0,5 7 0,0 0 0,0 0 0,2 0 0,3 1 0,-1-3 0,8-4 0,-1 5 0,6-5 0,6-3 0,0-3 0,2-3 0,-4-2 0,2-2 0,-2-3 0,4-7 0,-2-11 0,-2 2 0,-8-5 0,-1-1 0,1 0 0,-5 6 0,-3-2 0,5 4 0,-8 9 0,4 5 0,-12 10 0,2 11 0,-7 7 0,7 7 0,-2-1 0,4-2 0,2 1 0,0-7 0,2 2 0,4-4 0,5-1 0,5-9 0,1-3 0,8-4 0,3-2 0,-1-10 0,0-5 0,0-8 0,-1-4 0,-3-1 0,6-7 0,-8-5 0,2 0 0,-4 0 0,-4 5 0,-3 3 0,-6 3 0,1 4 0,-1 8 0,0 8 0,-6 14 0,0 13 0,0 10 0,0 1 0,5 3 0,3 5 0,2 1 0,3 2 0,2 0 0,3-5 0,-3-3 0,-4-3 0,3 1 0,-9-7 0,7 0 0,-6-6 0,-1-5 0,-5-1 0,-2-7 0,-3 2 0,-5-4 0,-7-2 0,0 0 0,0 0 0,-1 0 0,1 0 0,6-8 0,-1-3 0,8-5 0,-3-1 0</inkml:trace>
  <inkml:trace contextRef="#ctx0" brushRef="#br0" timeOffset="22">20083 602 8912,'15'-33'0,"-2"3"0,-1 5 0,1 6 0,-5-2 0,-3 11 0,-10-5 0,-7 3 0,-5 5 0,-4 9 0,-4 3 0,-2 7 0,-1 3 0,-7 2 0,7 6 0,-1 0 0,8 6 0,-2-6 0,10 7 0,3-3 0,2 2 0,5-1 0,3-5 0,5 6 0,5-2 0,7 1 0,2 3 0,4-8 0,-2 2 0,8-2 0,-1-4 0,5 6 0,-2-4 0,-3-4 0,-7 4 0,2-10 0,-4 3 0,-1-3 0,-9 4 0,-9-7 0,-11 4 0,-12-3 0,-6-3 0,-3-2 0,-3 7 0,6-5 0,1 3 0,-1 1 0,2-1 0,2-5 0,8 2 0,8-4 0,1-2 0,8-2 0,2-4 0,4-5 0,11-12 0,17-11 0,10-10 0</inkml:trace>
  <inkml:trace contextRef="#ctx0" brushRef="#br0" timeOffset="23">20530 533 8912,'0'-17'0,"0"0"0,0-1 0,-8 9 0,6-6 0,-7 16 0,3 5 0,2 6 0,-7 16 0,5 7 0,-5 5 0,5 13 0,-6-1 0,3 3 0,-3-3 0,5-1 0,7 1 0,-2 0 0,-4-1 0,4-7 0,-4-6 0,6-7 0,6-8 0,-4-4 0,8-10 0,-5-3 0,-1-6 0,6-6 0,-1-5 0,1-4 0,1-8 0,7 0 0,-1 0 0,0 6 0,-6 0 0,1-1 0,1 1 0,3 8 0,-5 1 0,1 8 0,-9 2 0,3 4 0,-4 5 0,4 4 0,-1 3 0,1-7 0,-6 1 0,8-3 0,3 4 0,5-1 0,1-8 0,8-4 0,1-10 0</inkml:trace>
  <inkml:trace contextRef="#ctx0" brushRef="#br0" timeOffset="24">20771 671 8912,'-29'-12'0,"2"3"0,3 1 0,3 4 0,1 2 0,3 2 0,0 2 0,0 4 0,7 3 0,4 9 0,-1-1 0,1 0 0,0-6 0,6 1 0,6-1 0,2 5 0,-1-3 0,1-2 0,5-7 0,-1 2 0,-3-4 0,3-2 0,-6 0 0,5 0 0,-7 0 0,6-8 0,-5-3 0,-3 3 0,6-7 0,-8 5 0</inkml:trace>
  <inkml:trace contextRef="#ctx0" brushRef="#br0" timeOffset="25">21218 1049 8912,'-32'-29'0,"1"2"0,4 3 0,3 3 0,-5 1 0,6 5 0,2 4 0,2 5 0,-4 6 0,0 6 0,-6 5 0,6 12 0,2 6 0,2 3 0,4 3 0,3-1 0,5 0 0,7 1 0,0-9 0,0-3 0,0-3 0,0-3 0,9-8 0,7-3 0,5-4 0,9-4 0,-1-4 0,3-5 0,3-12 0,-7-4 0,1-7 0,-2-1 0,4-1 0,-5-2 0,-1-2 0,-2-6 0,-6 6 0,-1-14 0,-5 3 0,2 1 0,-7 4 0,0 8 0,-6-2 0,0 5 0,0 7 0,-2 11 0,-4 11 0,2 14 0,-7 9 0,5 9 0,-3 15 0,-1 4 0,1 5 0,-1-4 0,-1 0 0,3-2 0,8 2 0,0 3 0,0-5 0,2 0 0,4-4 0,5-3 0,12-3 0,4-5 0,7-1 0,1-9 0,-1-1 0,0-9 0,1-9 0,-1-2 0,1-4 0,-3-9 0,-3-8 0,-6-7 0,-12 1 0,-3 0 0,-8-5 0,0 3 0,0-9 0,-2 4 0,-4 2 0,2 5 0,-7 0 0,-1 8 0,-5 4 0,0 11 0,6 12 0,-1 6 0,3 10 0,-5 7 0,5 6 0,1 5 0,2-2 0,6 8 0,0-8 0,0 2 0,8-6 0,3-5 0,7 4 0,3-7 0,3-1 0,3-8 0,8-7 0,5-10 0,8-2 0,-3-4 0,5-11 0,2-10 0</inkml:trace>
  <inkml:trace contextRef="#ctx0" brushRef="#br0" timeOffset="26">22388 1255 8912,'-11'0'0,"0"-2"0,-3-2 0,-1-1 0,3-7 0,1 6 0,-1-7 0,5 11 0,7-4 0,9 5 0,14 1 0,6 0 0,3 0 0,3 0 0,-1 0 0</inkml:trace>
  <inkml:trace contextRef="#ctx0" brushRef="#br0" timeOffset="27">22853 1272 8912,'-11'0'0,"-1"0"0,8 0 0,-3 0 0,11 0 0,5 0 0,10-2 0,6-3 0,4-5 0,5-7 0,8 0 0,2 0 0</inkml:trace>
  <inkml:trace contextRef="#ctx0" brushRef="#br0" timeOffset="28">23352 1238 8912,'-11'0'0,"-1"0"0,6 0 0,-5 0 0,7 0 0,-3 0 0,7 0 0,9-2 0,8-4 0,8-11 0,10-10 0</inkml:trace>
  <inkml:trace contextRef="#ctx0" brushRef="#br0" timeOffset="29">24213 378 8912,'-6'-15'0,"12"4"0,11 11 0,17 11 0,6 14 0,2 9 0,2 12 0,4 9 0,-4 16 0,-21-28 0,-2 2 0,0 5 0,-2 3 0,-1 5 0,-3 3 0,-4 2 0,-3 2-387,-3 3 1,-4 1 0,-4-2-1,-2 0 387,-2 2 0,-3-1 0,-5-3 0,-5-2 0,-4 5 0,-3 0 0,-3-2 0,-3 0 0,-3 0 0,-1-2 0,2-6 0,-1 0 0,-3 7 0,-2 0 0,1-7 0,0-1 0,-4 0 0,0 0 0</inkml:trace>
  <inkml:trace contextRef="#ctx0" brushRef="#br0" timeOffset="30">13147 7445 8912,'6'-6'0,"0"1"0,-1 0 0,0 1 0,3-1 0,-2-2 0,4 1 0,1 0 0,4 1 0,-3 0 0,2 0 0,1 1 0,1 2 0,1-2 0,1 1 0,-1 0 0,3 0 0,0 3 0,3 0 0,-1 0 0,1 1 0,1 2 0,2-1 0,-3 4 0,6-3 0,3 1 0,2 0 0,3-2 0,3 2 0,3-1 0,0 0-263,0-3 1,0-1 262,0-2 0,-3 1 0,0-4 0,1 0 0,5-2 0,1-1 0,-2 1 0,0 0 0,-8 2 0,0 0 0,-2 3 0,-2 0-65,-1 3 0,1 0 65,-1 0 0,-3 0 0,0 0 0,1 0 0,-3 0 0,-1 0 0,-2 0 0,-5 1 0,1 2 0,1-2 0,-1 1 0,0-1 0,1-1 0,1 3 0,0 0 0,3 0 259,-2-3 0,-1 0-259,1 0 0,-3 0 34,3 0 0,-1 0 1,1 1-1,-3 1-34,-2 1 0,1 0 0,1-3 0,-2 0 0,2 0 0,-3 3 0,-3-1 0,3 1 0,-3-3 0,2 0 0,1 0 0,-2 0 0,-1 0 0,-3 0 0,0 0 0,2 0 0,-2 0 0,1 0 0,-4 0 0,1-1 0,-1-2 0,4 2 0,-1-4 0,0 0 0,-2 0 0,0 0 0,0 0 0,-1-3 0,1 2 0,-2-1 0,-1-2 0,2 0 0,-2-3 0,-2 2 0,2-2 0,1 1 0,0-1 0,2 0 0,0 0 0,-1 0 0,1-2 0,2-2 0,1 5 0,-1-2 0,-2 2 0,-1 0 0,0-2 0,-1 1 0,-1 1 0,-4-1 0,4 0 0,-4-3 0,1 1 0,-3-3 0,-3 0 0,-2-1 0,-3-2 0,-1 3 0,0-1 0,1 2 0,-1 1 0,-2 2 0,-1-2 0,-3 5 0,1-2 0,0 3 0,0 0 0,-3 2 0,-3 1 0,-5-1 0,-1 4 0,-5 1 0,-2 1 0,-6 1 0,-4 0 0,0-2-245,-3-1 1,3 0 244,3 3 0,-1 0 0,1 0 0,4 0 0,-4 0 0,0 0 0,0 1 0,-1 1 0,-2 1 0,5 3 0,-5 0 0,-2-1 0,21-2 0,-1 0 0,-2-2 0,-1 0 0,-2 2 0,1 0 0,-2 0 0,0 1 0,2 0 0,-1-1 0,2 1 0,0 0 0,2-1 0,0 0 0,0 0 0,1 0 0,0 0 0,0-2 0,-21 3 0,6 0 0,4 2 0,5-3 0,-2 2-34,5-2 1,-2 3 33,1-3 0,-2 1 0,-6-2 0,-3 3 0,-3 5 0,0 1 0,0 4 0,-1 4 0,22-10 0,-2 2 0,-1 2 0,0 0-180,-3-2 0,1 0 0,2 3 0,0-1 180,1-1 0,2-1 0,-15 10 0,6-1 0,5-3 0,5-1 0,4-2 0,0 1 0,4 1 0,-1-2 0,-1 2 225,-2-2 0,1 6-225,2 0 0,-2 3 32,5-3 1,-1 3-33,4-3 0,3 1 190,2-1 0,2-1 1,2 5-1,2 0-190,3 1 0,2 3 0,4-5 0,1 1 0,4-1 0,2 1 0,1-4 0,-1-3 0,4-3 0,-4-3 0,2 0 0,0-2 0,2-4 0,-1 2 0,1-4 0,0 0 0,3-3 0,0 0 0,3 0 0,-1 0 0,3 0 0,-3 0 0,1 2 0,-4 4 0,-5 5 0,0 4 0,-7 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3.506"/>
    </inkml:context>
    <inkml:brush xml:id="br0">
      <inkml:brushProperty name="width" value="0.05292" units="cm"/>
      <inkml:brushProperty name="height" value="0.05292" units="cm"/>
      <inkml:brushProperty name="color" value="#3165BB"/>
    </inkml:brush>
  </inkml:definitions>
  <inkml:trace contextRef="#ctx0" brushRef="#br0">3476 5227 8912,'-9'-12'0,"3"1"0,-4-1 0,3-5 0,-5 0 0,5 0 0,-1 0 0,-2-1 0,-7 3 0,0 2 0,0 1 0,-2 7 0,-2-5 0,-4 4 0,-2 8 0,-2 10 0,-5 16 0,-1 16 0,1 15 0,0 14 0,17-27 0,1 2 0,1 2 0,1 1 0,2 2 0,1 1 0,5 5 0,1 0 0,1 2 0,2-1 0,1-5 0,0 0 0,2 0 0,0-3 0,7 38 0,9-13 0,2-16 0,10-10 0,-6-16 0,6-18 0,-1-2 0,7-9 0,1-2 0,4-2 0,-4-10 0,6-17 0,-7-11 0</inkml:trace>
  <inkml:trace contextRef="#ctx0" brushRef="#br0" timeOffset="1">3924 5416 8912,'-2'-17'0,"-2"-1"0,-4 1 0,-1 0 0,-3 8 0,-5 3 0,0 4 0,-6 6 0,0 7 0,2 12 0,2 8 0,1 7 0,1 8 0,8 0 0,3 9 0,4-5 0,2-5 0,2-4 0,4 4 0,5-6 0,12-1 0,6-9 0,3-12 0,8-2 0,1-9 0,6-2 0,-1-10 0,-4-11 0,0-10 0</inkml:trace>
  <inkml:trace contextRef="#ctx0" brushRef="#br0" timeOffset="2">4491 5450 8912,'-1'-11'0,"-5"1"0,-6 3 0,-3 1 0,-2 6 0,0 0 0,-1 0 0,-5 7 0,1 5 0,-1 3 0,5 2 0,3 1 0,4-1 0,-3 2 0,8 4 0,1-4 0,5 4 0,2-6 0,3-5 0,5 1 0,7-7 0,6-1 0,2-5 0,0 0 0,0 0 0,3-2 0,-5-3 0,6-5 0,-4-7 0,0 0 0,0 0 0,-2-1 0,-6 1 0,-2 0 0,-4 0 0,3 5 0,-8 1 0,1 5 0,-1-5 0,-4 5 0,4-6 0,-4 9 0,-2-5 0,0 8 0,1 0 0,5 0 0,4 0 0,7 0 0,0 0 0,0 0 0,1 0 0,-1 0 0,6-6 0,0 1 0,0-7 0,-6 6 0,2-1 0,2 3 0,2-2 0,0 0 0,-14 6 0,-1 8 0,-8 4 0,0 3 0,-6-4 0,1 1 0,-9-1 0,10 1 0,-7-1 0,7-7 0,-11 4 0,13-10 0,-4-4 0,6-4 0,6-7 0,-2 6 0,7-1 0,1 1 0,5-6 0,0-1 0,0 7 0,1 0 0,-1 7 0,0-2 0,0 4 0,0 2 0,1 0 0,-1 0 0,0 0 0,0 8 0,0 3 0,1-3 0,-1-2 0,0 3 0,8-7 0,2 6 0</inkml:trace>
  <inkml:trace contextRef="#ctx0" brushRef="#br0" timeOffset="3">5920 4728 8912,'-6'12'0,"-2"-3"0,-1-1 0,3 5 0,-5-1 0,7-3 0,-4 3 0,2 3 0,1 6 0,-1 0 0,6 6 0,0-1 0,0 1 0,0 0 0,0 2 0,2 3 0,4-3 0,-3-3 0,9 3 0,-8-8 0,3 4 0,1 0 0,-6-6 0,7 4 0,-3-12 0,-4-3 0,12-16 0,-9-3 0,7-4 0,-5-5 0,1-1 0,0-2 0,5 1 0,-1 4 0,3 3 0,2 4 0,0-3 0,0 7 0,1-1 0,-1 0 0,0 3 0,0 5 0,0 0 0,-1 7 0,-5 5 0,-3 9 0,-8 2 0,-10 7 0,-7-1 0,-2 3 0,-8 1 0,0-3 0,1-1 0,5-8 0,-2 2 0,-4-4 0,0-2 0</inkml:trace>
  <inkml:trace contextRef="#ctx0" brushRef="#br0" timeOffset="4">6453 4917 8912,'-7'16'0,"-5"-5"0,-1-3 0,1-1 0,-3-5 0,13 8 0,-4-5 0,4-3 0,12 6 0,7-8 0,2-2 0,10-4 0,0-3 0,5-8 0,6-1 0,-2 1 0,-3-2 0,-5-4 0,-3 4 0,2-4 0,2 4 0,-9 2 0,-6 0 0,-10 0 0,-5 5 0,-1 1 0,-3 7 0,-9-2 0,-7 8 0,-15 7 0,-3 11 0,-3 4 0,4 7 0,-4 9 0,-2-4 0,1 5 0,3 2 0,9 3 0,7-4 0,10-2 0,8-3 0,16-3 0,9-9 0,19-8 0,6-9 0,4-6 0,7-4 0,0-4 0,3-3 0,-7-9 0,1 1 0,-5 0 0,-16-6 0,-5 0 0,-6 0 0,-5 6 0</inkml:trace>
  <inkml:trace contextRef="#ctx0" brushRef="#br0" timeOffset="5">5094 6138 8912,'-12'0'0,"3"-2"0,-1-2 0,1-2 0,-5 3 0,5 1 0,-3 2 0,8 7 0,-1 5 0,3 3 0,2 2 0,2 1 0,1 1 0,3 2 0,-2 2 0,4 1 0,-3-1 0,7-2 0,-4 6 0,-1-2 0,1-4 0,5-2 0,-3-2 0</inkml:trace>
  <inkml:trace contextRef="#ctx0" brushRef="#br0" timeOffset="6">5438 6104 8912,'10'7'0,"-3"-5"0,-7 6 0,0-8 0,-2 2 0,-3 3 0,1 3 0,-6 5 0,2-1 0,3-1 0,5 7 0,0-9 0,0-1 0,2-24 0,3-6 0,3-1 0,4 0 0,3-2 0,-4 2 0,5 0 0,1 6 0,0 0 0,0 1 0,0 3 0,1 1 0,-1 9 0,0-3 0,-5 4 0,-1 2 0,0 2 0,7 4 0,-7 1 0,1 5 0,-1 3 0,6-3 0,0 3 0,1-6 0,-1-3 0,-6 2 0,1-3 0,7 1 0,8-6 0</inkml:trace>
  <inkml:trace contextRef="#ctx0" brushRef="#br0" timeOffset="7">6075 5743 8912,'0'-18'0,"0"1"0,0 0 0,-8 7 0,-3 5 0,-5 3 0,-1 2 0,0 7 0,0 5 0,-6 3 0,0 2 0,6 2 0,7 2 0,0 4 0,1 2 0,5-4 0,-2 6 0,6-8 0,6 2 0,4-2 0,7 1 0,0-2 0,0 1 0,2-6 0,4-4 0,-4 1 0,4 5 0,-4-6 0,-1 1 0,-7-6 0,1 5 0,-9-5 0,3 5 0,-6-7 0,-6 2 0,-5 1 0,-12-1 0,2 0 0,-8-6 0,-7 8 0,-8 1 0</inkml:trace>
  <inkml:trace contextRef="#ctx0" brushRef="#br0" timeOffset="8">5180 5760 8912,'-2'11'0,"-4"1"0,-1-1 0,-5 6 0,-1-5 0,5-1 0,-2 3 0,7-5 0,-3 3 0,4-9 0,2 5 0,2-10 0,2-4 0,1-5 0,7 1 0,-6-1 0,-1 7 0,-5-11 0,8 13 0,-6-6 0,13 8 0,-5 0 0</inkml:trace>
  <inkml:trace contextRef="#ctx0" brushRef="#br0" timeOffset="9">6522 5846 8912,'-17'0'0,"0"-2"0,-1-4 0,7 4 0,1-6 0,3 1 0,-5-3 0,7-7 0,-1 0 0,8 0 0,3 0 0,-1 1 0,8 5 0,-8-5 0,3 5 0,1-4 0,-6 5 0,5-5 0,-7 13 0,-1-4 0,-5 12 0,-6 5 0,3 10 0,-3 2 0,8 8 0,-1-2 0,-3-3 0,2 3 0,1 0 0,5 3 0,0-3 0,0-6 0,2 2 0,3-3 0,5-1 0,7-9 0,6-4 0,0-8 0,8 0 0,-5 0 0</inkml:trace>
  <inkml:trace contextRef="#ctx0" brushRef="#br0" timeOffset="10">6746 5674 8912,'6'-17'0,"-1"-1"0,1 1 0,-6 0 0,2 2 0,4 3 0,-4-3 0,13 13 0,-4-4 0,5 12 0,1 5 0,-2 12 0,-3 6 0,3-2 0,-4 1 0,3 3 0,-3 2 0,5 1 0,-5 0 0,-1-1 0,1-5 0,-7-3 0,2-8 0,-3 1 0,3-1 0,-4-11 0,4-12 0,-4-6 0,-2-16 0,0-1 0,0-5 0,2-1 0,1-1 0,5-2 0,2-2 0,1 1 0,6 11 0,-1-5 0,-5 5 0,10 1 0,-4 0 0,2 2 0,8-5 0,0 3 0</inkml:trace>
  <inkml:trace contextRef="#ctx0" brushRef="#br0" timeOffset="11">7400 5055 8912,'-12'-6'0,"3"-2"0,-1 1 0,1-1 0,5-5 0,-6 11 0,4-4 0,5 6 0,-5 6 0,2 9 0,-2 8 0,4 13 0,-3 1 0,3 3 0,2 2 0,0 6 0,0-3 0,2 5 0,3 2 0,-1-7 0,8-1 0,1-3 0,2-9 0,3 1 0,-1-11 0,8-6 0,3-11 0,5-3 0,1-4 0,3-5 0,3-10 0,4-10 0,7-13 0,1-2 0,0-4 0,-1-10 0,1 5 0,-10-3 0,-8 9 0,-9 4 0,-6 5 0,-9 4 0,-4 3 0,-6 12 0,-6 11 0,-6 4 0,-11 2 0,-5 2 0,-5 4 0,-1 9 0,-1 8 0,1 6 0,0-6 0,1 5 0,4-5 0,4 6 0,8-6 0,2-2 0,4-2 0,3 4 0,8 0 0,9-2 0,9-10 0,8-3 0,15-8 0,3 0 0,7 0 0,1-4 0,-1-6 0,1-9 0,0-5 0,-3-5 0,-3-6 0,-6 1 0,-11 0 0,2 5 0,-10 0 0,-6 1 0,-7 1 0,-6 0 0,-2 4 0,-8 10 0,-4-4 0,-3 5 0,-2 1 0,0 3 0,0 8 0,-3 0 0,-3 0 0,10 8 0,-4 3 0,5 5 0,1 1 0,-2 6 0,7 0 0,0 0 0,6-4 0,0 2 0,0 2 0,0 0 0,0-6 0,0 0 0,8-8 0,3-3 0,6-4 0,6-2 0,-2-8 0,6-5 0,-2-8 0,-4-8 0,4-3 0,-2-2 0,0-1 0,-6 1 0,-6-6 0,-1-2 0,-2-2 0,-4-4 0,-3-2 0,-1-1 0,-1-3 0,-5-3 0,-4 1 0,-7-7 0,6 16 0,-1 1 0,6 15 0,-5 8 0,7 16 0,-2 12 0,-1 18 0,1 17 0,0 16 0,6-1 0,0 6 0,0 2 0,0-1 0,0 1 0,6 2 0,0-8 0,1 0 0,-1-5 0,-2-1 0,5 1 0,-1-2 0,-4-5 0,0 3 0,1-8 0,-5-1 0,0-11 0,-7-3 0,-10-8 0</inkml:trace>
  <inkml:trace contextRef="#ctx0" brushRef="#br0" timeOffset="12">7383 5485 8912,'-62'17'0,"7"0"0,7 0 0,8 0 0,13 1 0,10-1 0,11-8 0,18-3 0,14-17 0,20-7 0,14-12 0,8-3 0,11-7 0,5-4 0,-36 19 0,1-1 0,0-3 0,0 0 0,4 0 0,-1 1-149,-3 2 0,0 1 0,-3 1 1,-1 2 148,42-24 0,-1 0 0,-8-6 0</inkml:trace>
  <inkml:trace contextRef="#ctx0" brushRef="#br0" timeOffset="13">7968 5932 8912,'-18'0'0,"3"-2"0,4-4 0,3 12 0,8-1 0,0 9 0,0 3 0,8 6 0,1 0 0,3 0 0,-1 2 0,1-6 0,5 4 0,0-4 0,0-2 0,-1-6 0,-3-1 0,-2 0 0,3-1 0,1-5 0,2-2 0,0-10 0,1-1 0,-1-3 0,0-5 0,-5 0 0,-1 0 0,-7 5 0,2 1 0,-4-3 0,5 7 0,-5-1 0,6 0 0,-8 6 0,0-5 0,0 7 0,5-2 0,1-4 0,6 2 0,-7-7 0,9 5 0,-3-5 0,5-3 0,3 7 0,4 1 0,-4-2 0,4 3 0,2-1 0,-2 6 0,-1 2 0,3 3 0,-7-1 0,-1 8 0,-2-1 0,-9 6 0,5 1 0,-5-1 0,0 6 0,-6 0 0,-8-2 0,-3-10 0,-12 12 0,-4-4 0</inkml:trace>
  <inkml:trace contextRef="#ctx0" brushRef="#br0" timeOffset="14">7899 5794 8912,'-17'0'0,"-1"-6"0,1 1 0,8-3 0,5 4 0,8-2 0,11-1 0,8 1 0,7 4 0,-1-4 0,9-1 0,3 1 0,-3 2 0,-2 2 0,-2-5 0,1-3 0</inkml:trace>
  <inkml:trace contextRef="#ctx0" brushRef="#br0" timeOffset="15">7434 6963 8912,'-11'-2'0,"-1"-3"0,8 3 0,-5-12 0,5 7 0,-2-3 0,2-1 0,12-8 0,9-2 0,10-2 0,7-8 0,9 2 0,6-1 0,7 1 0,7-1 0,-4 5 0,0 0 0,1 0 0,-11 8 0,-9 5 0,-11 9 0,-6-3 0,-4 4 0,-9 2 0,-10 0 0,-10 0 0</inkml:trace>
  <inkml:trace contextRef="#ctx0" brushRef="#br0" timeOffset="16">7796 6757 8912,'0'17'0,"0"-5"0,0-1 0,-2-7 0,-4 2 0,4-3 0,-4 3 0,4-4 0,2 13 0,0-3 0,2 3 0,2 2 0,2 0 0,-2 1 0,-2-1 0,-2 0 0,0 8 0,0 4 0,0-5 0,0-1 0,-2 2 0,-4 0 0,-6 0 0,-3 0 0,-2-2 0,0-6 0,-1-2 0,1-4 0,0-3 0,0-8 0,0 0 0,-1 0 0,1-2 0,0-4 0,7 3 0,5-9 0,3-5 0,2-6 0,0 0 0,0 6 0,15 0 0,4 0 0</inkml:trace>
  <inkml:trace contextRef="#ctx0" brushRef="#br0" timeOffset="17">7968 7015 8912,'-12'0'0,"1"-2"0,-3-4 0,7 4 0,-7-13 0,9 4 0,-3 3 0,2 2 0,4 4 0,-5 2 0,12 8 0,3 3 0,2 5 0,-1-5 0,3 1 0,3-3 0,-4 3 0,-1 1 0,1-7 0,-5 1 0,6-1 0,-7-4 0,7 4 0,-1-4 0,1-8 0,-1 0 0,-7-7 0,2 1 0,1 3 0,-1-3 0,0 1 0,2 1 0,-7-5 0,13 11 0,-8-7 0,1 7 0,-1-2 0,-2 4 0,7 2 0,-5 6 0,5 0 0,-5 5 0,6-5 0,-7 5 0,7-5 0,-1 6 0,7-7 0,-1-1 0,-6-2 0,1-2 0,-1 0 0,6-8 0,-1-1 0,-3-8 0,-3-1 0,-3 1 0,-1 0 0,-6 0 0,0 0 0,0-1 0,0 1 0,0 15 0,0 8 0,2 9 0,4 8 0,-4 4 0,3 7 0,3 1 0,0-1 0,-1 1 0,1-1 0,3 6 0,-5 0 0,0-5 0,-6-7 0,6-1 0,-1 2 0,1-5 0,-6-6 0,0-1 0,0 0 0</inkml:trace>
  <inkml:trace contextRef="#ctx0" brushRef="#br0" timeOffset="18">8312 6980 8912,'0'-28'0,"-2"1"0,-2 2 0,-2 4 0,1 2 0,5 2 0,1 0 0,5 1 0,6 5 0,3-2 0,2 7 0,8 0 0,4 6 0,1 0 0,1 0 0,-4 0 0,-2 0 0,-2 2 0,-6 4 0,-2 3 0,-4 8 0,-3 1 0,-8-1 0,0 0 0,0 0 0,-8 6 0,-3 0 0,-2-2 0,1-2 0,-3-2 0,3 1 0,-3-1 0,-2 0 0</inkml:trace>
  <inkml:trace contextRef="#ctx0" brushRef="#br0" timeOffset="19">8656 6688 8912,'-8'10'0,"6"5"0,-5-5 0,7 7 0,0 0 0,5 0 0,3 0 0,2 0 0,-5-5 0,7-1 0,-6-5 0,5 6 0,-5-7 0,5 7 0,1-8 0,5 1 0,0-3 0,0-2 0,-1-2 0,-5-3 0,-1-5 0,-5-7 0,-3 0 0,6-1 0,-2-1 0,0-4 0,-1 4 0,-5-4 0,6 10 0,0 2 0,-1-1 0,-5-5 0,0 7 0,0 5 0,0 12 0,0 10 0,0 10 0,0 6 0,0 1 0,0 8 0,0 4 0,0-2 0,0 2 0,0 0 0,0 3 0,0-3 0,0-6 0,-1-3 0,-5-3 0,2-2 0,-7-3 0,5-4 0,-6-8 0,7-7 0,-7-5 0,1-10 0,-7-5 0</inkml:trace>
  <inkml:trace contextRef="#ctx0" brushRef="#br0" timeOffset="20">9052 6207 8912,'0'-17'0,"0"9"0,0 8 0,5 8 0,1 9 0,6 8 0,-5 5 0,3 6 0,3 5 0,-3 4 0,1-4 0,-5 4 0,6-5 0,-7 2 0,7-1 0,-8 1 0,1 3 0,-3-4 0,-2-5 0,0-2 0,0 1 0</inkml:trace>
  <inkml:trace contextRef="#ctx0" brushRef="#br0" timeOffset="21">8983 6585 8912,'-8'-17'0,"6"0"0,-3-1 0,3 1 0,2 0 0,0 0 0,7 7 0,7 3 0,5 1 0,4 0 0,7 0 0,-1 6 0,4 0 0,1 0 0,0-5 0,-1-1 0,-2 0 0,-3-1 0,-1 5 0,2-4 0,-1-4 0,-10-1 0,3-4 0,-10-3 0,-1 7 0,1 0 0,-7-1 0,2-5 0,-4 0 0,-2-1 0,-6 7 0,0 0 0,-7 7 0,1-2 0,-1 6 0,1 6 0,-3 3 0,4 10 0,-5 2 0,-1 2 0,6 8 0,-1-2 0,6 3 0,-5 2 0,7 1 0,-2-1 0,4-1 0,2-5 0,0 3 0,2-8 0,4-2 0,6-2 0,9-10 0,2-3 0,7-4 0,-1-2 0,3-15 0,3-4 0</inkml:trace>
  <inkml:trace contextRef="#ctx0" brushRef="#br0" timeOffset="22">9602 6275 8912,'-17'-26'0,"6"-5"0,-1 8 0,8 0 0,-3 14 0,7 1 0,2 8 0,3 0 0,9 2 0,7 4 0,-2 5 0,4 12 0,-4-2 0,-2 8 0,0-6 0,-1 4 0,-3-1 0,-1 1 0,-9-4 0,3 6 0,-4-8 0,-2 2 0,0-4 0,0-2 0,0 0 0,-2-7 0,-4-5 0,5-5 0,-5-7 0,6-12 0,6-14 0,3-9 0,8-10 0,2-1 0,4-4 0,4 1 0,8-7 0,-1 8 0,0-1 0,1 11 0,-1 10 0,-7 8 0,-4 10 0,-4 8 0,-2 1 0</inkml:trace>
  <inkml:trace contextRef="#ctx0" brushRef="#br0" timeOffset="23">8105 7685 8912,'-2'-17'0,"-1"0"0,-5 0 0,0 0 0,1-1 0,-1 9 0,2 3 0,4 6 0,-3 6 0,3 3 0,2 10 0,0 2 0,0 2 0,5 6 0,1-6 0,0 6 0,-6-5 0,0 1 0,0 0 0,0-2 0,0-6 0,0 0 0,0 1 0,0-1 0,0 0 0,0 0 0,0-15 0,0-8 0,6-15 0,-1-7 0,3-7 0,-2-5 0,1-2 0,5-4 0,3-3 0,-3 3 0,3-2 0,2 2 0,0 12 0,1 11 0,-7 6 0,0 5 0,1 5 0,5 7 0,-2 9 0,-1 8 0,-5 10 0,-1 6 0,4 1 0,-7 0 0,3-1 0,-2-4 0,-3 1 0,9-7 0,-6 0 0,5-6 0,-5-7 0,5-5 0,1 5 0,5-1 0</inkml:trace>
  <inkml:trace contextRef="#ctx0" brushRef="#br0" timeOffset="24">8587 7445 8912,'-17'5'0,"0"1"0,1 2 0,5-3 0,-4-1 0,3 8 0,-1-1 0,1 6 0,-1 3 0,7 1 0,2 1 0,2-1 0,10 4 0,4-2 0,3 0 0,2-6 0,8-5 0,4-1 0,1-7 0,-1 2 0,1-6 0,-7-6 0,0 2 0,-5-7 0,-3-1 0,-4-5 0,-5 0 0,-4 0 0,-2 0 0,-8-1 0,-3 1 0,-6 2 0,-4 2 0,-2 1 0,2-1 0,2 3 0,1-1 0,-7-1 0,-1-5 0</inkml:trace>
  <inkml:trace contextRef="#ctx0" brushRef="#br0" timeOffset="25">8862 7152 8912,'0'-26'0,"0"1"0,0 8 0,0-1 0,0 1 0,0 8 0,0 5 0,0 13 0,0 10 0,0 6 0,0 12 0,0 8 0,0-1 0,0 2 0,0-2 0,0 2 0,0 2 0,0-8 0,0 0 0,0-6 0,0-1 0,0-4 0,0-5 0,2-8 0,4-5 0,-2-3 0,7-8 0,1-8 0,5-3 0,-5-7 0,-1-4 0,1-3 0,3-6 0,-2 2 0,-1-1 0,-3-1 0,3 3 0,-5-3 0,-7 8 0,0 6 0,0 6 0,-2 7 0,-3-2 0,-3 19 0,-3 10 0,-3 8 0,8 3 0,-5-1 0,5-5 0,1 3 0,5-8 0,0 6 0,0-7 0,1 1 0,5-5 0,-2-3 0,7-4 0,3-5 0,1-4 0,2-2 0,1 0 0,-3-2 0,-4-4 0,3-3 0,-9-8 0,1-1 0,-6-6 0,0-3 0</inkml:trace>
  <inkml:trace contextRef="#ctx0" brushRef="#br0" timeOffset="26">8828 7479 8912,'-27'0'0,"2"0"0,8 0 0,6 0 0,-1 0 0,10-6 0,2 1 0,16-15 0,12 3 0,7-6 0,5 0 0,-4 2 0,4-7 0,4-9 0,0 1 0,8-6 0</inkml:trace>
  <inkml:trace contextRef="#ctx0" brushRef="#br0" timeOffset="27">9275 7049 8912,'-17'0'0,"6"0"0,-1 0 0,1 0 0,-1 0 0,1 0 0,7 2 0,-2 4 0,4 5 0,2 6 0,0 6 0,0-2 0,0 8 0,0-2 0,0 3 0,0-1 0,0 2 0,6-5 0,0 3 0,0-2 0,-6 1 0,0-3 0,0-8 0,0-7 0,7-2 0,1-16 0,5-3 0,-1-5 0,1-1 0,2-6 0,3 0 0,1 0 0,4 6 0,-4 2 0,4 3 0,-4-1 0,-2 7 0,0 1 0,1-3 0,-7 6 0,1-4 0,-9 4 0,5 4 0,-8 4 0,-2 4 0,-4 7 0,-3 0 0,-8 0 0,-1 0 0,1 0 0,0-5 0,0-1 0,0 3 0,-1 1 0,1-3 0,0-1 0,7-7 0,-5 11 0,5-5 0</inkml:trace>
  <inkml:trace contextRef="#ctx0" brushRef="#br0" timeOffset="28">9516 7118 8912,'-2'-12'0,"-3"3"0,-5-1 0,1 1 0,1 5 0,2-2 0,1 12 0,1 5 0,2 5 0,2 7 0,0 0 0,0 7 0,0-1 0,0 1 0,0-1 0,0 2 0,0-8 0,0-1 0,0-4 0,7-1 0,3-8 0,7-3 0,0-4 0,-1-4 0,-5-4 0,3-3 0,-9-8 0,7-6 0,-7 0 0,1-2 0,-6 2 0,0 4 0,0-4 0,0 2 0,0-2 0,-7-4 0,-3-7 0</inkml:trace>
  <inkml:trace contextRef="#ctx0" brushRef="#br0" timeOffset="29">9654 7049 8912,'-11'-9'0,"-1"3"0,8 4 0,-5 4 0,3 4 0,4 3 0,-4 8 0,4 2 0,2 2 0,0 2 0,0-2 0,0-1 0,0-3 0,6 0 0,0 0 0,2-7 0,-3-5 0,-1-3 0,8-2 0,-1 0 0,6-2 0,0-3 0,-7-5 0,-4-9 0,-2-2 0,1-2 0,-3 0 0,4 6 0,-4 0 0,-2 0 0,0-1 0,0 1 0,-8-8 0,-1-1 0</inkml:trace>
  <inkml:trace contextRef="#ctx0" brushRef="#br0" timeOffset="30">9912 6705 8912,'-11'0'0,"-1"0"0,8 2 0,-1 4 0,3 5 0,2 12 0,0 4 0,0 7 0,0 3 0,0 3 0,0-2 0,0 8 0,7-2 0,5 2 0,-3-6 0,3-11 0,-1-5 0,7 1 0,-1 2 0</inkml:trace>
  <inkml:trace contextRef="#ctx0" brushRef="#br0" timeOffset="31">10153 6654 8912,'-17'17'0,"-2"2"0,-4 4 0,2-2 0,-6 8 0,2 1 0,4 3 0,2-1 0,2-3 0,0 1 0,1-7 0,5-2 0,5-2 0,6-7 0,6-1 0,3-7 0,9 2 0,6-4 0,5-2 0,0 0 0,5 0 0,-3-8 0,9-3 0,-9-5 0,-3-1 0,1-8 0,5-1 0</inkml:trace>
  <inkml:trace contextRef="#ctx0" brushRef="#br0" timeOffset="32">10205 6327 8912,'17'17'0,"0"0"0,0 1 0,6 6 0,0 7 0,-2 9 0,-2 12 0,-3 17 0,-5 16 0,-3 9 0,-7-42 0,-2-1 0,-7 45 0,-3-3 0,-5-1 0,-1 0 0,6-43 0,-1 1-552,1-1 0,-1 0 552,0 1 0,1 1 0,2 0 0,1 1 0,0 0 0,-1-1 0</inkml:trace>
  <inkml:trace contextRef="#ctx0" brushRef="#br0" timeOffset="33">5627 11176 8912,'8'9'0,"3"-3"0,5-4 0,1-2 0,0-2 0,0-4 0,-5 4 0,-1-4 0,1 3 0,-3-3 0,7 4 0,-5-4 0,2 2 0,1 1 0,-3-3 0,1-6 0,5 7 0,-6-3 0,1 2 0,-1 3 0,7-7 0,-1 2 0,0 3 0,0 5 0,0-6 0,1 0 0,6-2 0,5 3 0,0 3 0,5-4 0,-1-2 0,13 3 0,0-3 0,5 2 0,3 4 0,3-3 0,-1-3 0,7 2 0,-2 1 0,0 3 0,-7-2 0,-7-2 0,-1 0 0,6 6 0,-1-5 0,1-1 0,0 0 0,-1 6 0,1-2 0,0-3 0,-3 3 0,-3-4 0,-2 4 0,-4 2 0,-3 0 0,3 0 0,-2 0 0,0 0 0,4 0 0,2 0 0,2 0 0,6 0 0,7 0 0,2 0 0,2 0 0,1 0 0,-9-2 0,2-4 0,3 3 0,-3-9 0,0 6 0,-5-5 0,0 1 0,-1-1 0,1-4 0,-1 3 0,1-3 0,0-2 0,-1 5 0,1 1 0,-2-6 0,-4-6 0,-4 0 0,-8 6 0,0-6 0,1-2 0,-1-2 0,1-4 0,-7-1 0,1-2 0,-6-7 0,6-1 0,1-1 0,3-5 0,-5 4 0,1-2 0,-2 2 0,2-2 0,-5 4 0,-6 8 0,-3-1 0,-4 1 0,3 5 0,-8 1 0,-1 7 0,-5-2 0,0-2 0,0 2 0,-2-6 0,-3 6 0,-5-5 0,-7 5 0,0 0 0,-1-2 0,-6 4 0,-5-8 0,2 8 0,-2-2 0,1-3 0,-7-3 0,1-3 0,0-3 0,-1 3 0,1 3 0,-3-3 0,-3 3 0,2 2 0,-8-1 0,-2 7 0,-9-2 0,-6 3 0,-12 5 0,-7 2 0,-8 1 0,2 7 0,-4-7 0,12 8-141,6-1 1,3 1 140,2-2 0,8 2 0,3-7 0,5 5 0,1-5 0,6 5 0,0-6 0,3 3 0,-3-3 0,-2-1 0,8 7 0,-10 1 0,-2 5 0,-7 0 0,-10 0 0,-2 0 0,-3 0 0,-1 7 0,-11 5 0,14-3 0,-5 1 0,14-1 140,10 1 1,5-6-141,13 1 0,1-1 0,-1 2 0,7-4 0,-1 4 0,-1 1 0,-11-1 0,-1 5 0,-4-5 0,-3 8 0,3-3 0,-4-1 0,-2 1 0,1 0 0,-1 7 0,8-1 0,4 0 0,4 0 0,1 0 0,9-5 0,3-1 0,3-7 0,3 10 0,0-9 0,2 3 0,3-2 0,-3-4 0,4 3 0,-5 3 0,-1 0 0,-2 1 0,-4 5 0,2 1 0,-8 2 0,6 2 0,-5 4 0,5 4 0,-6 7 0,0 1 0,3-1 0,-5-2 0,8-3 0,2 2 0,8-8 0,3-1 0,2 3 0,1-6 0,1 4 0,4 2 0,-4-2 0,4 0 0,2-6 0,-5 6 0,-1 0 0,-2 6 0,3-6 0,1 7 0,-8-1 0,7 7 0,-7-1 0,8 3 0,-3-10 0,1 5 0,0 1 0,0 4 0,6-3 0,0 3 0,0-9 0,0-3 0,0 3 0,0 2 0,0 1 0,2 1 0,4-5 0,-4 5 0,4-5 0,-2 9 0,1-3 0,-3 10 0,4-10 0,2 7 0,-1-1 0,3 4 0,3 0 0,2 3 0,3-7 0,5 1 0,0-7 0,7-2 0,-3-3 0,2-4 0,-1 0 0,-5-12 0,6 4 0,-8-5 0,2-1 0,2-3 0,-2-8 0,-2 0 0,-2 0 0,-8 0 0,1 0 0,-8 0 0,11 0 0,-13 2 0,5 2 0,1 3 0,4 3 0,-3-4 0,3 5 0,-1 6 0,6 6 0,0 13 0,1-1 0,-1 3 0,0-4 0</inkml:trace>
  <inkml:trace contextRef="#ctx0" brushRef="#br0" timeOffset="34">1807 671 8912,'0'-18'0,"0"1"0,0 0 0,-2-2 0,-2-2 0,-2-2 0,3 2 0,-5 8 0,2 1 0,0 1 0,-1 1 0,5 4 0,-4 12 0,4 6 0,2 18 0,0 10 0,0 8 0,0 4 0,2 12 0,4 5 0,-4 4 0,5-4 0,-1-1 0,0 1 0,5-2 0,-5-4 0,6 0 0,-7-11 0,7 1 0,-4-13 0,1-1 0,-5-18 0,-4-6 0,-10-15 0</inkml:trace>
  <inkml:trace contextRef="#ctx0" brushRef="#br0" timeOffset="35">1755 894 8912,'12'10'0,"-1"-5"0,-7-3 0,4-4 0,-8-3 0,7 1 0,5-8 0,5-3 0,6-6 0,0 2 0,11-4 0,-1 4 0,13 2 0,-6-1 0,6 1 0,-2 6 0,4 1 0,-6 3 0,-6 3 0,-5 2 0,-14 10 0,0 1 0</inkml:trace>
  <inkml:trace contextRef="#ctx0" brushRef="#br0" timeOffset="36">1876 1307 8912,'-10'0'0,"3"-2"0,7-4 0,0-4 0,0-7 0,9 0 0,6 0 0,8 0 0,4 0 0,2-1 0,5 1 0,3 6 0,3-1 0,-4 1 0,4-6 0,4-1 0,0 1 0</inkml:trace>
  <inkml:trace contextRef="#ctx0" brushRef="#br0" timeOffset="37">2495 1049 8912,'-9'34'0,"-9"-1"0,1-5 0,0-1 0,-6-4 0,4 4 0,2 7 0,5-5 0,3-3 0,1-1 0,4-4 0,4-3 0,6-7 0,4-3 0,7-8 0,2 0 0,4 0 0,-2-8 0,8-3 0,-1-7 0,5-5 0,-3-3 0,-1-1 0,-2-4 0,1 8 0,-8-5 0,-9 5 0,-7-2 0,2 2 0,-4 4 0,-2-4 0,-8 10 0,-4 3 0,-3 1 0,-2-1 0,-6 6 0,0-2 0,0 5 0,6 1 0,-8 0 0,-2 0 0</inkml:trace>
  <inkml:trace contextRef="#ctx0" brushRef="#br0" timeOffset="38">2994 1032 8912,'2'-10'0,"4"4"0,-4 2 0,4-1 0,-4 3 0,5-6 0,5 8 0,3 6 0,2 0 0,-5 7 0,-1-2 0,-1 5 0,1 1 0,-3 6 0,-8 0 0,6 0 0,-1-6 0,1 0 0,-6 0 0,0 1 0,-8-9 0,5-1 0,-9-8 0,8-10 0,-2-7 0,6-8 0,6-9 0,6-1 0,3 1 0,10-6 0,4 0 0,3 0 0,2 5 0,7 3 0,-1 3 0,8 4 0,-12 0 0,6-1 0</inkml:trace>
  <inkml:trace contextRef="#ctx0" brushRef="#br0" timeOffset="39">3751 808 8912,'0'-17'0,"0"0"0,0-1 0,0 1 0,0 0 0,0 0 0,0 0 0,0 7 0,0 6 0,0 16 0,6 7 0,0 15 0,2 8 0,-5 4 0,5 4 0,2 1 0,-5 1 0,7 0 0,-1-1 0,7 1 0,-7-3 0,0-3 0,1 2 0,5-8 0,-7-7 0,5-1 0,-5-5 0</inkml:trace>
  <inkml:trace contextRef="#ctx0" brushRef="#br0" timeOffset="40">3855 894 8912,'-2'-25'0,"-4"-2"0,-5-1 0,-5-1 0,5 2 0,-1-1 0,3 3 0,-3 8 0,3 1 0,3 5 0,4 3 0,2 8 0,12 0 0,3 2 0,2 4 0,8-2 0,4 7 0,-3 1 0,1 3 0,0-2 0,0-1 0,-6-1 0,2 6 0,-6 6 0,-6 0 0,3 8 0,-8-2 0,-1-3 0,-5 3 0,-7 0 0,-5 5 0,-5 0 0,-6 1 0,4-1 0,-4 1 0,-2-7 0,2 1 0,0-8 0,6 2 0,0-12 0,-8-3 0,-2-8 0</inkml:trace>
  <inkml:trace contextRef="#ctx0" brushRef="#br0" timeOffset="41">4027 1066 8912,'17'0'0,"0"0"0,0 0 0,-7 0 0,5-8 0,-11 1 0,8-5 0,1 6 0,-3 5 0,1 1 0,0 0 0,7 0 0,-7 1 0,1 5 0,-1 4 0,6 7 0,-1 0 0,-3 0 0,-3 1 0,-3-1 0,7 0 0,-12 0 0,3 0 0,-3-5 0,-2-1 0,0-7 0,0 4 0,-6-10 0,1-4 0,1-5 0,2-5 0,2-9 0,0-3 0,6 1 0,-1-2 0,15 7 0,-3-7 0,4 0 0,-4-5 0,0-1 0</inkml:trace>
  <inkml:trace contextRef="#ctx0" brushRef="#br0" timeOffset="42">4939 842 8912,'-29'33'0,"-1"-4"0,-5-6 0,-3-4 0,-2 4 0,5-1 0,3 7 0,3-6 0,4 6 0,8-6 0,8 0 0,3-6 0,6-2 0,6-2 0,5-1 0,4-8 0,3 1 0,1-8 0,4-3 0,-2-8 0,7 3 0,-1-10 0,2-2 0,-4-6 0,-8 7 0,0 0 0,0 3 0,-1-4 0,-5 1 0,-3 4 0,-8 7 0,0-1 0,0-5 0,-8 8 0,-3 3 0,-5 12 0,-1 3 0,0 3 0,0-1 0,7-7 0,2 4 0</inkml:trace>
  <inkml:trace contextRef="#ctx0" brushRef="#br0" timeOffset="43">5558 808 8912,'-7'10'0,"-5"-5"0,3-3 0,-3-2 0,1 0 0,1 2 0,4 4 0,5 3 0,1 9 0,1 6 0,5 5 0,-2 6 0,8 5 0,-1-2 0,6 8 0,2-6 0,4 6 0,-4-6 0,4 4 0,-5-4 0,-7-8 0,2 3 0,-7-7 0,0-1 0,-6 2 0,-4-8 0,-7 2 0,-3-4 0,-15-4 0,-1-2 0,-3-1 0,5-8 0,-1 1 0,6-6 0,-6-11 0,8-7 0,-11-23 0,5-2 0</inkml:trace>
  <inkml:trace contextRef="#ctx0" brushRef="#br0" timeOffset="44">5593 395 8912,'-17'18'0,"7"-1"0,2 0 0,10-2 0,4-3 0,0 1 0,11-7 0,-4 0 0,12-6 0,-2 0 0,0 0 0,6 0 0,-6 0 0,2-2 0,-2-4 0,-6-4 0,0-7 0,-2 0 0,-9 0 0,0 0 0,-8-1 0,-4 1 0,-5 0 0,-7 2 0,-5 3 0,2 5 0,-7 7 0,7 0 0,-2 0 0,4 7 0,1 5 0,1 5 0,0 6 0,7-2 0,5 8 0,10 5 0,9 6 0,5-2 0,4-1 0,8-3 0,3 0 0,10 1 0</inkml:trace>
  <inkml:trace contextRef="#ctx0" brushRef="#br0" timeOffset="45">6298 980 8912,'-17'0'0,"0"0"0,0 0 0,0 0 0,1 2 0,5 4 0,3-4 0,8 5 0,0-7 0,10-2 0,5-3 0,6-7 0,0-3 0,0-2 0,2-1 0,-6 1 0,2 0 0,-7 0 0,-5 0 0,-1-1 0,-6 1 0,0 0 0,0 0 0,-2 5 0,-3 1 0,-5 7 0,-7-2 0,0 4 0,-1 2 0,1 10 0,0 7 0,2 2 0,1 10 0,5 2 0,1 1 0,4 2 0,10 1 0,4-3 0,7-3 0,13-4 0,5-8 0,11-2 0,0-3 0,-2-5 0,1-7 0,9-15 0,-1-4 0,7-15 0</inkml:trace>
  <inkml:trace contextRef="#ctx0" brushRef="#br0" timeOffset="46">6901 705 8912,'-33'-17'0,"4"0"0,5 1 0,6 5 0,1 5 0,0 4 0,0 2 0,2 14 0,3 3 0,-1 11 0,7 1 0,-6 5 0,7 7 0,-1-5 0,6 4 0,0-4 0,0-1 0,0-1 0,0 0 0,2-1 0,4-4 0,-3-7 0,9-10 0,-1 1 0,7-7 0,-1 0 0,0-6 0,2-8 0,4-3 0,4-12 0,7-6 0,-1-3 0,-5-3 0,5-1 0,-4-4 0,-3 2 0,1-8 0,-2-2 0,-4-2 0,-4-1 0,-5-1 0,-5 1 0,-7 1 0,0 6 0,0 10 0,-2 7 0,-3 10 0,1 7 0,-8 4 0,1 14 0,-6 9 0,0 10 0,-1 13 0,1 6 0,0 11 0,5-3 0,1 3 0,7-2 0,-2-1 0,6 1 0,6 1 0,4-12 0,7 7 0,6-16 0,0-1 0,7-9 0,-1 3 0,4-12 0,1 1 0,-7-11 0,-4-1 0,-4-3 0,-10-4 0,-3-3 0,-4-5 0,-2-7 0</inkml:trace>
  <inkml:trace contextRef="#ctx0" brushRef="#br0" timeOffset="47">6987 963 8912,'-40'9'0,"-1"-3"0,3-4 0,9-2 0,12 0 0,10-2 0,7-4 0,17 3 0,12-9 0,18-1 0,16-10 0,6-4 0,6-7 0,-4-1-139,3 1 0,-11-1 139,-5 1 0,-5-2 0,-1-4 0,-8-4 0,-2-8 0</inkml:trace>
  <inkml:trace contextRef="#ctx0" brushRef="#br0" timeOffset="48">2151 1461 8912,'-17'-15'0,"0"2"0,-1 1 0,1-1 0,0-2 0,0-3 0,2 1 0,3 0 0,3-6 0,5-2 0,-2-1 0,2-5 0,-5 6 0,-1-7 0,-7 5 0</inkml:trace>
  <inkml:trace contextRef="#ctx0" brushRef="#br0" timeOffset="49">1927 172 8912,'-2'-25'0,"-1"-2"0,-3 1 0,-7-5 0,3 8 0,-2 2 0,1 4 0,9 15 0</inkml:trace>
  <inkml:trace contextRef="#ctx0" brushRef="#br0" timeOffset="50">1785-1 8912,'-20'30'0,"-9"27"0,-3 21 0,14-27 0,1 1 0,0 5 0,0 1 0,-1 3 0,1 2 0,0 10 0,2 3 0,0 9 0,1 2 0,3 8 0,1 1-134,5-29 0,0 1 0,2 0 1,0 0-1,1 0 0,1 0 1,2-1-1,2-1 0,1 0 0,4 28 1,3-1 133,3-4 0,4-4 0,5-13 0,4-5 0,4-9 0,3-5 0,2-8 0,3-4 0,2-6 0,4-5 0,1-4 0,3-4-51,5-1 1,1-2-1,-6-4 1,0-1 50,-1-2 0,1-2 0,1-3 0,0-2 0,1-2 0,1 0 0,5-2 0,1 0 0,2-1 0,0 0 0,-2 0 0,1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3.557"/>
    </inkml:context>
    <inkml:brush xml:id="br0">
      <inkml:brushProperty name="width" value="0.05292" units="cm"/>
      <inkml:brushProperty name="height" value="0.05292" units="cm"/>
      <inkml:brushProperty name="color" value="#3165BB"/>
    </inkml:brush>
  </inkml:definitions>
  <inkml:trace contextRef="#ctx0" brushRef="#br0">23369 4917 8912,'-17'0'0,"0"0"0,0 0 0,0 0 0,-1 0 0,1 0 0,8-2 0,1-1 0,2-5 0,0-2 0,1-1 0,5-6 0,2-2 0,3-4 0,5-12 0,9-11 0,4-5 0,6-6 0,3-3 0,3-5 0,-1 4 0,0 2 0,7-2 0,-1 9 0,-6 5 0,-7 14 0,-2 4 0,-4 6 0,-8 6 0,-1 6 0,-9 3 0,5 10 0,-8 4 0,0 5 0,0-3 0,0 0 0,2-8 0,4 0 0,-4-8 0,3-4 0,-3-10 0,-2-5 0</inkml:trace>
  <inkml:trace contextRef="#ctx0" brushRef="#br0" timeOffset="1">23473 3903 8912,'-8'-17'0,"6"-1"0,-4 1 0,4-2 0,2-2 0,2-4 0,4-1 0,6 5 0,10-2 0,7 5 0,9 7 0,4 5 0,2 4 0,2 20 0,6 10 0,2 14 0,3 16 0,-11 1 0,0 6 0,-8-2 0,-4 2 0,-5 0 0,0-2 0,-16-4 0,-1-8 0,-9-1 0,-3-4 0,0-6 0,-7-11 0,-3-4 0</inkml:trace>
  <inkml:trace contextRef="#ctx0" brushRef="#br0" timeOffset="2">24333 2768 8912,'0'-17'0,"0"5"0,0 1 0,0-2 0,0-3 0,0-1 0,0 0 0,0 5 0,0 1 0,0 0 0,0-1 0,0 1 0,0-1 0,0-5 0,0 0 0,0 0 0,0-1 0,0 1 0,0 6 0,0-1 0,0-1 0,0-2 0,0-3 0,0 1 0,0 0 0,0 6 0,0-1 0,0 6 0,0-5 0,0 7 0,0 12 0,0 15 0,2 7 0,4 7 0,3 3 0,1 5 0,5 7 0,-3 5 0,3-5 0,2 0 0,-5-1 0,-1-5 0,-5-4 0,3-2 0,-1-5 0,-4-7 0,-4-5 0,-6-11 0,-3-12 0,-9-10 0</inkml:trace>
  <inkml:trace contextRef="#ctx0" brushRef="#br0" timeOffset="3">24230 2441 8912,'-17'0'0,"5"0"0,1 0 0,7 0 0,-2 0 0,14-1 0,7-5 0,6-6 0,10-3 0,-3-2 0,11 5 0,1 1 0,0 7 0,-6-2 0,-1 4 0,-4 2 0,-5 8 0,-6 4 0,-3 10 0,-4 7 0,-5 4 0,-12 3 0,-7 2 0,-8 2 0,-4 6 0,-4-6 0,-3 0 0,3-5 0,4-5 0,2-7 0,4-2 0,2-15 0,0-8 0,0-8 0</inkml:trace>
  <inkml:trace contextRef="#ctx0" brushRef="#br0" timeOffset="4">24780 2545 8912,'0'11'0,"0"1"0,0-1 0,0 6 0,0 0 0,0 1 0,0-1 0,8-2 0,4-4 0,-3 3 0,3-6 0,1-1 0,2 1 0,3-2 0,-1-6 0,0-8 0,0-7 0,-2-10 0,-3 0 0,-6 0 0,-4-5 0,-2 1 0,0-2 0,0 3 0,-8-3 0,-4 8 0,-3 4 0,-2 6 0,0-1 0,0 9 0,-6 1 0,0 9 0,0 5 0,5 9 0,3 2 0,4 2 0,-3 2 0,9-2 0,-1-4 0,6 6 0,0-8 0</inkml:trace>
  <inkml:trace contextRef="#ctx0" brushRef="#br0" timeOffset="5">25125 2390 8912,'5'11'0,"1"1"0,6-6 0,-7 5 0,3-5 0,-4 5 0,3 3 0,3 1 0,-6-4 0,2 1 0,-5 1 0,-1 2 0,0-5 0,0 5 0,0-5 0</inkml:trace>
  <inkml:trace contextRef="#ctx0" brushRef="#br0" timeOffset="6">25056 2304 8912,'0'-17'0,"0"-1"0,0 9 0,0-6 0,0 3 0,0 5 0,7-3 0,5 4 0,3 4 0,2-5 0</inkml:trace>
  <inkml:trace contextRef="#ctx0" brushRef="#br0" timeOffset="7">25366 2355 8912,'17'10'0,"-6"3"0,-1-5 0,-3 2 0,-1 1 0,-6 6 0,-2 0 0,-3 1 0,3-1 0,-4 0 0,4 0 0,0-5 0,-4-1 0,4-5 0,-3 5 0,3-7 0,2 4 0,0-10 0,-2-4 0,-2-7 0,-2-8 0,1 0 0,5-8 0,0 2 0,0-1 0,0-5 0,0 6 0,0-1 0,0-1 0,0 8 0,0-2 0,0-4 0,7 10 0,5 0 0,3 9 0,2 7 0,0 1 0,1 0 0,5 7 0,0 5 0,-1 11 0,-4 5 0,5-1 0,0 2 0,0-3 0,-6 3 0,0-6 0,0-4 0,0-2 0,1 0 0</inkml:trace>
  <inkml:trace contextRef="#ctx0" brushRef="#br0" timeOffset="8">25744 1788 8912,'-6'12'0,"1"-1"0,-7-5 0,6 5 0,-5 1 0,5 5 0,1 6 0,5 2 0,0 1 0,0 5 0,7 1 0,5 3 0,3-7 0,2 1 0,2-2 0,2 2 0,2-7 0,-2-2 0,0-3 0,2 0 0,-4-6 0,4 1 0,-4-8 0,-1 1 0,-3-5 0,-2-3 0,-3-7 0,-2-5 0,3 1 0,-5-9 0,0 4 0,-6 2 0,-2 0 0,-4 0 0,2 0 0,-6-1 0,3 1 0,1 8 0,6 1 0,0 8 0,0 8 0,2 5 0,4 6 0,5 4 0,5 6 0,1-6 0,0 7 0,0-1 0,0 1 0,1-1 0,-3 2 0,-4-8 0,3-1 0,-9-4 0,1-1 0,-21-8 0,-4-1 0</inkml:trace>
  <inkml:trace contextRef="#ctx0" brushRef="#br0" timeOffset="9">25607 2269 8912,'-8'10'0,"-4"-4"0,9-6 0,8-6 0,14-5 0,22-12 0,10-12 0,14-11 0,8-3 0,7-3 0,-38 26 0,0 1 0,5-1 0,0 0 0,1 0 0,0 0 0</inkml:trace>
  <inkml:trace contextRef="#ctx0" brushRef="#br0" timeOffset="10">26622 1651 8912,'-17'0'0,"5"-6"0,1 0 0,7 10 0,-2 11 0,6 8 0,6 4 0,-2 0 0,7 3 0,3-1 0,1 1 0,-4 5 0,1 5 0,-3-4 0,5 4 0,-5-3 0,-1-3 0,-2-2 0,-6-3 0,0 4 0,-8-14 0,-2 6 0</inkml:trace>
  <inkml:trace contextRef="#ctx0" brushRef="#br0" timeOffset="11">26467 2063 8912,'0'-17'0,"2"2"0,4 3 0,-3-1 0,9 7 0,-6-7 0,5 1 0,4-3 0,6-2 0,0 0 0,8-1 0,-6-4 0,6-1 0,-2-6 0,3 4 0,-3 0 0,-2 0 0,-2-3 0,-6 5 0,0-4 0,0 10 0,-7-4 0,-2 11 0,-8 1 0,-6 3 0,0 12 0,0 5 0,6 12 0,0-2 0,0 8 0,0 0 0,0 5 0,0-2 0,0-1 0,0-2 0,0 1 0,2 1 0,4-3 0,-4 3 0,4-8 0,-4 0 0,-2-6 0,1-2 0,5-3 0,-4 3 0,6-13 0,-6-4 0,3-15 0,-1-2 0,8-10 0,-7 0 0,7-5 0,1 0 0,3-1 0,1 9 0,0 3 0,0 3 0,0 3 0,1 2 0,-1 4 0,0 5 0,0 4 0,0 4 0,1 4 0,1 3 0,4 8 0,-4 0 0,4 1 0,-4-3 0,-2-4 0,0 5 0,1-5 0,-1-3 0,0-2 0,-6-5 0,1-1 0,-6 0 0,3-1 0,-1-5 0,-2-4 0,-6-7 0,0-2 0,0-4 0,-2 4 0,-4-4 0,2-2 0,-5 2 0,-1 2 0,0 2 0,5 8 0,-7-1 0,8 8 0,-11-3 0,13 16 0,-5 7 0,1 5 0,0 0 0,0 3 0,6-1 0,0 0 0,0-6 0,0 1 0,0-1 0,0-6 0,0 1 0,8-8 0,-4 3 0,7-7 0,-5-2 0,5-3 0,-5-5 0,6-7 0,1 0 0,-3 1 0,1 5 0,-5-2 0,5 7 0,-5 0 0,6 6 0,-1 2 0,6 2 0,0 2 0,-5 7 0,-1-2 0,1 3 0,5-3 0,-5 5 0,-1-5 0,-1-1 0,3-1 0,-2-1 0,3-4 0,-5-3 0,3-1 0,-1-7 0,7-5 0,-7-5 0,0-6 0,-5-4 0,4-9 0,-3-4 0,-3-6 0,-2-5 0,-2-7 0,0 3 0,0-8 0,0 7 0,0-1 0,-6 13 0,1 10 0,-3 9 0,2 14 0,4 12 0,-3 17 0,3 12 0,2 10 0,5 8 0,1-2 0,2 4 0,-2 1 0,1 1 0,7-1 0,-3 1 0,2 0 0,3-9 0,1-2 0,-6-7 0,1-5 0,-1 1 0,7-7 0,-1-6 0,0-5 0,0-8 0,-7-4 0,-3-10 0</inkml:trace>
  <inkml:trace contextRef="#ctx0" brushRef="#br0" timeOffset="12">27586 1754 8912,'-18'0'0,"1"0"0,0-6 0,0 0 0,5 1 0,1 5 0,7 0 0,-4-2 0,10-4 0,4-6 0,13-3 0,15-2 0,3-6 0,9 0 0,-2 0 0,2 6 0,-2 0 0,-6 0 0,2-1 0,-2 1 0,-2 0 0,-1 0 0</inkml:trace>
  <inkml:trace contextRef="#ctx0" brushRef="#br0" timeOffset="13">28549 1444 8912,'-34'12'0,"-1"-3"0,3-1 0,3-4 0,-9 3 0,4-1 0,-5 7 0,5-1 0,7-3 0,4 3 0,4 1 0,2 3 0,7 1 0,5 0 0,3 0 0,2 0 0,0-5 0,0-1 0,5 1 0,3 3 0,2-4 0,3-5 0,2-4 0,2-2 0,1 0 0,-1-2 0,0-4 0,0-9 0,0-8 0,1 0 0,-1-1 0,-2 4 0,-3-3 0,3-1 0,-4 1 0,-1-6 0,0 6 0,-1 2 0,1 2 0,-7 2 0,13 0 0,-14 5 0,3 1 0,-3 7 0,-2-2 0,2 12 0,2 5 0,2 5 0,-2 1 0,5 0 0,3 0 0,-3 0 0,3 1 0,-1-1 0,6-2 0,1-3 0,-1-5 0,0-7 0,-6 0 0,1 0 0,-1-2 0,5-3 0,-5-7 0,3-3 0,-9-2 0,1-1 0,-6 1 0,0 0 0,0 0 0,0 0 0,0-1 0,0 9 0,0-6 0,8 13 0,-4-4 0,7 12 0,0 1 0,7 5 0,-1-5 0,6-7 0,0 0 0,0 0 0,-6 0 0,0-1 0,0-3 0,1-4 0,-1-1 0,-8-3 0,-3-5 0,2 0 0,-3-1 0,1 7 0,-6 0 0,0 5 0,-2-4 0,-3 3 0,-7 3 0,-3 4 0,-2 6 0,-1 3 0,1 8 0,6 6 0,-1 2 0,1 2 0,1 3 0,3-3 0,7 2 0,0-2 0,0 1 0,1 3 0,7-8 0,7-4 0,6-6 0,10 1 0,-2-9 0,5 1 0,6-6 0,-3-8 0,20-17 0,-4-11 0</inkml:trace>
  <inkml:trace contextRef="#ctx0" brushRef="#br0" timeOffset="14">29874 1014 8912,'-27'10'0,"-5"-2"0,3-8 0,4-6 0,2 0 0,4 2 0,2 2 0,8 4 0,3 4 0,6 5 0,6 5 0,3 3 0,8 4 0,3-4 0,2 4 0,-2 2 0,3-2 0,-4-6 0,-2-6 0,0-1 0,0 1 0,0-5 0,1-4 0,-1-2 0,-8-8 0,-1-1 0,-8-8 0,0-1 0,0 1 0,0 0 0,0 0 0,6 5 0,0 1 0,-1-1 0,-5-5 0,2 6 0,4-1 0,-4 8 0,7-9 0,-3 7 0,-4 1 0,6-3 0,-8 6 0,7-6 0,-3 8 0,8 0 0,1 0 0,-3 0 0,1 0 0,1 0 0,5 0 0,0 6 0,0 0 0,0 7 0,1-1 0,-1-3 0,-2 3 0,-2 1 0,-1 2 0,-2 3 0,1-1 0,-1-6 0,-5 1 0,-3-1 0,4 4 0,-12-3 0,4-4 0,-21-8 0,4 0 0</inkml:trace>
  <inkml:trace contextRef="#ctx0" brushRef="#br0" timeOffset="15">29788 808 8912,'-11'10'0,"-1"-5"0,7-3 0,-7-2 0,8 0 0,-3 0 0,9 0 0,5 0 0,10 0 0,10 0 0,8-2 0,5-3 0,4 3 0,15-6 0,2 8 0</inkml:trace>
  <inkml:trace contextRef="#ctx0" brushRef="#br0" timeOffset="16">30786 911 8912,'-17'0'0,"-2"-5"0,-4-1 0,4 0 0,-4 6 0,2 0 0,-2 0 0,2 0 0,-8 0 0,8 8 0,-2 3 0,4 4 0,2 3 0,2 5 0,3-1 0,5 1 0,7-5 0,0-1 0,0 0 0,0-7 0,7-3 0,5-7 0,9-2 0,2-3 0,0 1 0,-6-8 0,0-1 0,0-2 0,6 3 0,0 1 0,0 7 0,-6-2 0,6 2 0,0-1 0,8 3 0,-3-4 0,-1 4 0,2 2 0,3 2 0,7 4 0,-3-4 0,14 5 0,-6-7 0</inkml:trace>
  <inkml:trace contextRef="#ctx0" brushRef="#br0" timeOffset="17">25383 3387 8912,'-17'-17'0,"-1"7"0,1 5 0,0 3 0,0 2 0,-2 2 0,-4 3 0,2 7 0,-6 13 0,2 7 0,4 6 0,8 10 0,3-2 0,2 4 0,5 1 0,1-1 0,2-4 0,2-6 0,3-4 0,7-7 0,9-4 0,4-6 0,1-10 0,3-7 0,6-8 0,-1-11 0,0-11 0,-1-7 0,-4-5 0,1 2 0,-7-8 0,8 0 0,-5-5 0</inkml:trace>
  <inkml:trace contextRef="#ctx0" brushRef="#br0" timeOffset="18">25555 3301 8912,'9'-13'0,"-3"-4"0,-4 1 0,0 7 0,4 1 0,-4 2 0,11 10 0,-5 6 0,1 9 0,5 6 0,-5 3 0,3 7 0,-1 5 0,6 0 0,-1 0 0,-5-6 0,4-1 0,-3-4 0,3-3 0,2-3 0,-5-6 0,-1 1 0,-5-3 0,6-9 0,1-3 0,0-10 0,-1-10 0,1-3 0,-7-8 0,5-1 0,-5-5 0,0-1 0,-6 1 0,0 2 0,0 3 0,0 6 0,0 4 0,0 2 0,0-1 0,0 9 0,0 1 0,0 22 0,2 3 0,3 2 0,-1 6 0,8-2 0,-3 0 0,5-6 0,-3 0 0,3 0 0,1-5 0,2-1 0,-5-7 0,-1 2 0,1-4 0,5-2 0,0-8 0,-6-2 0,-1-7 0,-2-2 0,-5-4 0,-1 4 0,-2-4 0,0 4 0,0 2 0,0 0 0,0 7 0,8 2 0,-6 8 0,13 8 0,-5 2 0,7 7 0,0 0 0,0 0 0,1-1 0,-1-5 0,0 2 0,0-7 0,0 0 0,1-6 0,-1 0 0,0 0 0,0-8 0,-1-3 0,-3-5 0,-2-1 0,-5-2 0,6-4 0,-9-2 0,3-3 0,-4-5 0,-2 5 0,0-3 0,0 2 0,0 5 0,0 6 0,0 1 0,0 8 0,0 3 0,0 12 0,0 5 0,0 12 0,6 2 0,0 3 0,7 5 0,-2-4 0,5 1 0,1-1 0,0 1 0,0-7 0,-1 6 0,-5-6 0,3 0 0,-9-6 0,1 0 0,-6 0 0,0 1 0,0-1 0,-4-2 0,-7-3 0,-1 3 0,-11-4 0,-3-1 0,-3 1 0,-2-7 0,3 2 0,-5-4 0,4-2 0,-3-8 0,-3-1 0</inkml:trace>
  <inkml:trace contextRef="#ctx0" brushRef="#br0" timeOffset="19">26553 2837 8912,'0'-12'0,"0"1"0,0 7 0,0-11 0,0 15 0,0 2 0,0 13 0,6 4 0,-1 10 0,7 5 0,-6 6 0,7 8 0,-1-2 0,3-2 0,2 2 0,0-8 0,0 2 0,3-6 0,3-5 0,-4-4 0,4-8 0,-4-7 0,0-3 0,4-7 0,-4-9 0,4-8 0,-10-3 0,-1-8 0,-1-3 0,-1-1 0,-3-3 0,-7 1 0,0 5 0,0 1 0,-7 9 0,-5 1 0,-3 1 0,-2 17 0,0 0 0,1 10 0,5 5 0,-3 2 0,9 0 0,-1 8 0,6 4 0,0-2 0,0 1 0,2-7 0,2 2 0,3-4 0,3-1 0,7-3 0,6-4 0,0-3 0,-4-8 0,2-2 0,2-4 0,6-9 0,-6-8 0,0-8 0,-6 3 0,0 1 0,0-2 0,-1 6 0,-5-5 0,-1 13 0,-7-3 0,3 3 0,8 7 0,-11 3 0,9 10 0,-3 7 0,3 11 0,1-4 0,-7 4 0,7 2 0,-1-2 0,-3 5 0,1-5 0,0-2 0,-1-2 0,-5-1 0,2-1 0,-4 0 0,-2 0 0</inkml:trace>
  <inkml:trace contextRef="#ctx0" brushRef="#br0" timeOffset="20">26622 3215 8912,'-17'0'0,"-1"0"0,9-2 0,3-4 0,4 3 0,4-9 0,4-1 0,11-2 0,12-3 0,9 1 0,4-2 0,2-4 0,2-4 0,6-7 0</inkml:trace>
  <inkml:trace contextRef="#ctx0" brushRef="#br0" timeOffset="21">27964 2613 8912,'-17'0'0,"0"0"0,-1 0 0,-1 2 0,-2 2 0,-2 4 0,2 1 0,0 3 0,0 5 0,-2 0 0,2 0 0,2 6 0,2 0 0,7 2 0,5-4 0,3 2 0,2-2 0,7-2 0,5-2 0,9-5 0,4-1 0,0 1 0,-1-3 0,5 5 0,-6-9 0,6 7 0,-6-5 0,0 3 0,2 3 0,-6-3 0,4 1 0,-4-1 0,-2 1 0,-2 5 0,-1-5 0,-3 4 0,-7 3 0,2-1 0,-10 0 0,-2 0 0,-7-2 0,1-3 0,-9 1 0,-2-7 0,0 0 0,6-6 0,0 0 0,-8-8 0,-2-1 0</inkml:trace>
  <inkml:trace contextRef="#ctx0" brushRef="#br0" timeOffset="22">28102 2321 8912,'0'17'0,"0"0"0,0 1 0,0-7 0,0 2 0,0 5 0,0 3 0,0 9 0,0-1 0,2 3 0,3 5 0,7 1 0,3 2 0,2 6 0,1-6 0,-1 0 0,0-6 0,-2-1 0,-3-4 0,1-5 0,-7-6 0,-2-1 0,3-10 0,-1-7 0,0-7 0,-6-10 0,-2-6 0,-2-2 0,-2-2 0,3-3 0,1-9 0,2-1 0,-6 0 0,0 6 0,2 1 0,2 5 0,2 1 0,0 4 0,2 6 0,4 0 0,-2 7 0,7 10 0,1 8 0,5 3 0,-2 6 0,-3 6 0,3-4 0,-3 4 0,7-4 0,0-3 0,-4-3 0,0-2 0,1-7 0,1 4 0,0-8 0,0 0 0,-5-2 0,-3-4 0,-1-5 0,4 1 0,-7-1 0,3 7 0,-2-2 0,-4 4 0,5 2 0,-7 0 0,8 8 0,-4 2 0,5 7 0,1 0 0,-1 0 0,1-5 0,1-1 0,5-1 0,-5 1 0,-1 2 0,1-7 0,-5 0 0,5-6 0,-5 0 0,6 0 0,-9-2 0,3-4 0,-4-5 0,-4-4 0,-4-3 0,-5 1 0,-4 0 0,-3 2 0,1 1 0,0 3 0,0 7 0,0-2 0,5-1 0,1 1 0,-1-7 0,-5 3 0</inkml:trace>
  <inkml:trace contextRef="#ctx0" brushRef="#br0" timeOffset="23">28911 2527 8912,'-12'-9'0,"1"3"0,5-2 0,-6 3 0,7-3 0,-7 2 0,8 4 0,-3-3 0,7 10 0,0 7 0,7-3 0,5 3 0,3 1 0,2 3 0,1-5 0,-1 1 0,-6-9 0,1 3 0,-7-4 0,7-2 0,1 0 0,-3 0 0,1 0 0,-7 0 0,11-2 0,-3-4 0,3-5 0,-3 3 0,-1 2 0,1-1 0,3-1 0,-4-1 0,5 5 0,-7-10 0,8 9 0,-7-9 0,-4 3 0,1 1 0,-1-1 0,6-1 0,-7-5 0,1 0 0,2 0 0,-6 0 0,3-1 0,-3 1 0,-2 0 0,0-6 0,0 0 0,-2-5 0,-3 5 0,1-6 0,-6 6 0,1 2 0,-1 2 0,6 7 0,-1 1 0,-5 0 0,8 1 0,-6-5 0,8 15 0,0 0 0,0 7 0,0 11 0,6 4 0,0 1 0,7 2 0,-1-2 0,3 4 0,2 7 0,1 1 0,-1-1 0,0 0 0,0 1 0,0-6 0,1-1 0,-1-1 0,0 2 0,0-5 0,8-6 0,2-1 0</inkml:trace>
  <inkml:trace contextRef="#ctx0" brushRef="#br0" timeOffset="24">29754 2218 8912,'-17'0'0,"-1"-2"0,1-2 0,0-2 0,-6 1 0,0 3 0,0-2 0,-2-2 0,6 1 0,-4 5 0,4 0 0,2 0 0,2 1 0,3 5 0,-1 4 0,5 7 0,0 2 0,1 4 0,1-4 0,6 4 0,0 2 0,0-2 0,0 0 0,0-6 0,8-2 0,3-3 0,-1-5 0,1-7 0,3 0 0,1 0 0,2-2 0,0-3 0,1-11 0,-1-7 0,-6-7 0,1 1 0,-3 2 0,3-1 0,1-1 0,-7-5 0,0-3 0,1-3 0,-5 4 0,4-4 0,-4 6 0,-2 5 0,-6-2 0,0 8 0,-1 2 0,1 10 0,4 3 0,-6 10 0,8 6 0,0 9 0,0 10 0,0 7 0,0 4 0,2 4 0,4 2 0,-2-4 0,7 6 0,3-9 0,7-1 0,4-6 0,1 1 0,3-6 0,5-2 0,7-12 0,-1-5 0,8-4 0,-4-2 0</inkml:trace>
  <inkml:trace contextRef="#ctx0" brushRef="#br0" timeOffset="25">30356 1616 8912,'0'-7'0,"0"7"0,0 11 0,0 12 0,0 11 0,0 14 0,0 11 0,0 2 0,0 4 0,6 4 0,1 4 0,1-1 0,0-5 0,-2-8 0,-6-13 0,5-6 0,1-9 0,-2-2 0,0-16 0,1-2 0,-1-20 0,8-10 0,1-6 0,2-6 0,-3-7 0,-1-2 0,1-2 0,5 4 0,0-2 0,0 1 0,1 3 0,-1 2 0,0 7 0,0 4 0,0 4 0,1 2 0,-1 7 0,0 5 0,0 10 0,0 5 0,3 9 0,1 2 0,2 2 0,5 0 0,-5-6 0,8-2 0,-3-3 0,3 1 0,0-7 0,-3-2 0,3-2 0,-6-8 0,-2 0 0,2-13 0,-2 0 0,-2-4 0,-2-2 0,-8-5 0,1 1 0,-9 2 0,3-1 0,-4 7 0,-2-2 0,-8 5 0,-3 7 0,-10 1 0,-2 5 0,-8 5 0,5 0 0,-3 9 0,0 6 0,8 5 0,-2 3 0,4 1 0,4 7 0,3-4 0,7-3 0,-3 5 0,2-6 0,1 2 0,5-2 0,0-10 0,0 4 0,7-11 0,5 0 0,5-4 0,6-2 0,-4-2 0,4-4 0,2-5 0,-2-12 0,2 2 0,-4-6 0,2 2 0,-2 4 0,3-4 0,-1 2 0,0 0 0,-5 6 0,-3 0 0,-2 2 0,-1 3 0,1 7 0,-3 3 0,1 2 0,-5 2 0,5 3 0,-7-1 0,2 8 0,3-9 0,3 3 0,-3 2 0,3-2 0,-1-1 0,7-5 0,-1 0 0,-2-2 0,-1-3 0,-5-7 0,-1-3 0,-1 3 0,-1 1 0,-4-1 0,4-5 0,-4 6 0,-2-1 0,0-1 0,0 5 0,2 1 0,3 7 0,-3 2 0,4 3 0,4-3 0,-7 12 0,9-9 0,-6 3 0,5-2 0,-5-4 0,5 3 0,1-3 0,5-2 0,-6-5 0,1-1 0,-3-8 0,3 3 0,3-4 0,-3-2 0,3-1 0,0 1 0,-1 0 0,-3 0 0,-5 5 0,5 1 0,-5 7 0,6-2 0,-7 4 0,7 2 0,-7 0 0,5 2 0,0 2 0,-1 2 0,1 7 0,1-1 0,4-3 0,-3 3 0,5-9 0,4 3 0,2-4 0,-2-2 0,0-6 0,2 1 0,-2-14 0,8 1 0,-8-5 0,2 1 0,-6-5 0,-5 0 0,1-4 0,-7 9 0,-3-1 0,-8 5 0,-5 9 0,-7 3 0,-2 8 0,-4 10 0,4 1 0,-4 16 0,4-7 0,3 7 0,5 2 0,5 1 0,6-3 0,6-1 0,7-7 0,16 2 0,11-5 0,8-7 0,11-5 0,4-12 0,4-3 0,-6-24 0,-1-3 0</inkml:trace>
  <inkml:trace contextRef="#ctx0" brushRef="#br0" timeOffset="26">27104 3817 8912,'-18'0'0,"1"-2"0,0-2 0,0-2 0,0 5 0,1 6 0,5 12 0,3 8 0,8 12 0,0 5 0,0 9 0,8 1 0,3 5 0,5 2 0,1-1 0,0-5 0,0-5 0,0-8 0,1-11 0,-1-5 0,0-6 0,0-9 0,0-3 0,1-6 0,-1-6 0,-6-5 0,1-12 0,-3-4 0,3-7 0,-3-1 0,-3 1 0,-2 0 0,7-1 0,-7 6 0,4 3 0,-2 1 0,-1 4 0,1 2 0,-6 2 0,0 7 0,0 2 0,-2 29 0,-2 8 0,-1 5 0,-1-3 0,6-2 0,0-1 0,0 5 0,2-5 0,4-5 0,3-5 0,8-7 0,2 2 0,4-7 0,-3-2 0,3-10 0,-4-3 0,-2-9 0,0-4 0,-2-3 0,-3 0 0,-6 0 0,-5-4 0,-1 6 0,-7 1 0,-5 4 0,-3 3 0,-2 4 0,-2 3 0,-2 8 0,-2 0 0,2 0 0,9 0 0,-3 0 0,13 2 0,-2 2 0,8 1 0,11-1 0,8-9 0,8 1 0,-2-8 0,3 1 0,2-6 0,1 5 0,1 1 0,1-3 0,-3-1 0,-3 4 0,-14-1 0,0 8 0,-7-11 0,-3 21 0,-7 1 0,0 16 0,0 2 0,0-4 0,2 2 0,4-2 0,-2-2 0,7-2 0,-5 1 0,3-1 0,1-2 0,0-4 0,1-3 0,6-8 0,0 0 0,1-2 0,-1-4 0,-6-11 0,1-11 0,-1 1 0,5-2 0,-3-1 0,-2-3 0,-7-1 0,2-1 0,2 9 0,-3 3 0,1 9 0,-6 3 0,2 7 0,4-2 0,-2 18 0,7 5 0,-5 10 0,5-4 0,1 5 0,5-5 0,0 6 0,0-8 0,1-4 0,-1-3 0,0-11 0,0 3 0,0-4 0,1-2 0,-1-10 0,-2-5 0,-3-8 0,-7-4 0,-3-1 0,-2-7 0,0 1 0,0 0 0,-7-1 0,-5 1 0,3-1 0,-3 1 0,8 5 0,-1 1 0,3-3 0,-6-1 0,-2-3 0</inkml:trace>
  <inkml:trace contextRef="#ctx0" brushRef="#br0" timeOffset="27">29186 3421 8912,'0'-17'0,"-2"2"0,-4 3 0,2 1 0,-7 11 0,7 6 0,-2 17 0,4 5 0,2 5 0,6 7 0,0 0 0,5 8 0,-3-2 0,0 5 0,-1 7 0,5-11 0,-6 5 0,-1-6 0,-5 1 0,0-3 0,0-2 0,0-9 0,0-10 0,-9-12 0,-7-5 0,-5-4 0,-17-10 0,2-1 0</inkml:trace>
  <inkml:trace contextRef="#ctx0" brushRef="#br0" timeOffset="28">28825 3490 8912,'0'-17'0,"0"0"0,0 0 0,0-1 0,0 1 0,0 0 0,1 2 0,7 1 0,9 5 0,10 1 0,9-5 0,10 1 0,2 5 0,15 1 0,-2-2 0,2 3 0,-3 1 0,-11 10 0,-5 5 0,-9 4 0,-10 10 0,-14 4 0,-3 5 0,-8 6 0,-2-3 0,-4 3 0,-3-4 0,-10-2 0,-3 1 0,0-1 0,-7-1 0,6-5 0,0-3 0,6-8 0,0-7 0,-1-3 0,1-7 0</inkml:trace>
  <inkml:trace contextRef="#ctx0" brushRef="#br0" timeOffset="29">29478 3439 8912,'0'-18'0,"0"1"0,0 0 0,0 6 0,0-1 0,0 8 0,-7-1 0,-3 10 0,1 7 0,-7 5 0,5 6 0,3 4 0,3 7 0,1-5 0,-2-1 0,4 1 0,-4 3 0,4-3 0,2-6 0,0-4 0,0-2 0,0-5 0,0-1 0,2-7 0,4 2 0,4-6 0,7-6 0,0-5 0,0-5 0,0-7 0,1 0 0,-1-5 0,0 5 0,-5-6 0,-1 6 0,-1-2 0,1 4 0,-5-1 0,-2 1 0,1 9 0,-3 4 0,6 8 0,-8 2 0,0 4 0,0 6 0,0 3 0,2 2 0,4 0 0,3 0 0,8-1 0,1-5 0,-1-5 0,0-4 0,0-4 0,0-4 0,-5-1 0,-1-5 0,-5-3 0,6 3 0,-7-3 0,5-2 0,-3 0 0,-1 5 0,-6 1 0,0 7 0,2-2 0,2 12 0,2 5 0,-1 5 0,-5 1 0,2 0 0,4 0 0,-4 6 0,4 0 0,-2 0 0,1-6 0,-3 0 0,4 1 0,-4-1 0,-2-8 0,0-1 0,0-8 0</inkml:trace>
  <inkml:trace contextRef="#ctx0" brushRef="#br0" timeOffset="30">29685 3318 8912,'-10'-17'0,"-5"6"0,4-1 0,1 3 0,-1-3 0,7 5 0,-4 7 0,14 1 0,0 5 0,7-4 0,-3 13 0,7-5 0</inkml:trace>
  <inkml:trace contextRef="#ctx0" brushRef="#br0" timeOffset="31">29891 3353 8912,'12'0'0,"-1"0"0,-5 0 0,6 0 0,-1 0 0,6 0 0,1 0 0,1 0 0,2 2 0,2 3 0,1-1 0,-1 8 0,-3-1 0,2 6 0,-2 6 0,-3 0 0,-6 0 0,-1-6 0,-3 0 0,-3 1 0,-2-1 0,-4-8 0,-3-3 0,1-4 0,-8-2 0,8-4 0,-1-7 0,-3-1 0,2-13 0,3 2 0,1 1 0,2-7 0,0 6 0,2-6 0,3 6 0,-1-5 0,8 5 0,-1 0 0,6 6 0</inkml:trace>
  <inkml:trace contextRef="#ctx0" brushRef="#br0" timeOffset="32">30339 3250 8912,'0'11'0,"0"0"0,2-5 0,4 6 0,-5-7 0,5 7 0,-4-1 0,-2 6 0,0 1 0,0-1 0,2 0 0,4 0 0,-4-5 0,5-3 0,1-1 0,2-2 0,7-6 0,0 0 0,0-2 0,0-4 0,-5-4 0,-1-9 0,3-2 0,1-2 0,0-7 0,-3 1 0,1-3 0,-7-3 0,2 1 0,-3 0 0,-3 1 0,4 4 0,-4 6 0,-2 4 0,0 2 0,0 8 0,0 3 0,0 12 0,0 5 0,0 12 0,0 6 0,0 3 0,0 3 0,2-1 0,3 0 0,-3-5 0,4 0 0,-2-10 0,2-2 0,-4 0 0,13-9 0,-4 1 0,5-9 0,1-7 0,0-11 0,0-1 0,0-4 0,-1 2 0,-5-7 0,5 7 0,-5-2 0,-3-2 0,-1 2 0,-1 2 0,0 2 0,0 7 0,-6 1 0,0 7 0,0-3 0,0 8 0,0 5 0,0 6 0,0 3 0,0 2 0,0-5 0,0-1 0,0-5 0,0 5 0,0-5 0,1 4 0,3-1 0,2 1 0,2-5 0,-3 7 0,-1-8 0,8 1 0,-7 3 0,7-2 0,-6 0 0,5-6 0,-5 0 0,5 0 0,3 0 0,-5 0 0,3 0 0,-3-2 0,3-4 0,1 2 0,-7-7 0,7-1 0,-3-5 0</inkml:trace>
  <inkml:trace contextRef="#ctx0" brushRef="#br0" timeOffset="33">30821 2854 8912,'0'17'0,"-8"-7"0,4 3 0,-7-7 0,7 0 0,-4-6 0,8 0 0,8 0 0,2-2 0,7-2 0,0-2 0,0-7 0,0 3 0</inkml:trace>
  <inkml:trace contextRef="#ctx0" brushRef="#br0" timeOffset="34">31268 3009 8912,'17'-8'0,"1"-3"0,-9-5 0,-3-1 0,-4 6 0,-2-1 0,0-1 0,-8 5 0,-3 3 0,-5-3 0,-1 2 0,0 2 0,0 2 0,0 10 0,-1 4 0,1-3 0,0 3 0,0-1 0,-1 6 0,7 0 0,1 1 0,3-1 0,1 0 0,6 0 0,0 0 0,2-1 0,6-3 0,7-2 0,6 3 0,8-5 0,-6 3 0,5-1 0,-5 7 0,0-7 0,-6 0 0,1 1 0,-1 3 0,-2-1 0,-3-3 0,-5-5 0,-7 5 0,0-5 0,0 5 0,-2-7 0,-3 2 0,-5-4 0,-7-2 0,0-8 0,-1-1 0</inkml:trace>
  <inkml:trace contextRef="#ctx0" brushRef="#br0" timeOffset="35">31440 2923 8912,'0'17'0,"0"0"0,0-5 0,0-1 0,0-7 0,2 4 0,4-8 0,3 0 0,9 0 0,1-2 0,2-4 0,4-5 0,1-5 0,3-1 0,6 0 0,-7-8 0,1-4 0,-8 5 0,2 1 0,-6-2 0,-4 0 0,-3 0 0,-2 0 0,-3 2 0,-12 8 0,-5 4 0,-5 3 0,-6 8 0,-2 8 0,-3 3 0,-5 6 0,4 8 0,-3 8 0,-3 5 0,7 4 0,-1-2 0,8-2 0,-2 8 0,6-2 0,5 2 0,12-6 0,14-11 0,7-7 0,8-2 0,11-11 0,6-3 0,5-4 0,7-2 0,-7-8 0,5-3 0,-7-3 0,-1 3 0,-8-3 0,-11 9 0,-8-9 0,-4 12 0,-24-5 0,-20 22 0,-17 4 0</inkml:trace>
  <inkml:trace contextRef="#ctx0" brushRef="#br0" timeOffset="36">30132 4264 8912,'-24'0'0,"2"6"0,-6 1 0,-1 3 0,2 3 0,-7 10 0,1 6 0,-5 5 0,0 6 0,2 4 0,3 8 0,4 1 0,6 5 0,6-11 0,6 5 0,3-20 0,8-3 0,0-8 0,0-4 0,2-7 0,4-4 0,5-12 0,12-6 0,-2-11 0,8-5 0,2-5 0,1-1 0,-5-6 0,-4 0 0,-2-8 0,2 2 0,-10-2 0,2 1 0,-3 1 0,-3-2 0,-5-2 0,2-1 0,-4-1 0,-2 1 0,0 5 0,0 0 0,0 13 0,-2 3 0,-4 9 0,4 9 0,-3 18 0,3 11 0,2 12 0,7 5 0,5 6 0,1 4 0,-1 8 0,3-6 0,-4 0 0,5-2 0,1 3 0,0-5 0,0-5 0,-1 1 0,-5-9 0,4-7 0,-3-4 0,3-9 0,2-9 0,1 0 0,-1-2 0,0-5 0,0-11 0,0-1 0,1-9 0,1 5 0,4-6 0,-10 2 0,4-1 0,-5-3 0,-1 8 0,-3 0 0,0-2 0,-7 12 0,5-4 0,-4 9 0,-2-3 0,0 7 0,0-2 0,0 12 0,0-2 0,0 7 0,0 1 0,0 5 0,0-6 0,2-1 0,4-2 0,-2-3 0,7-5 0,-5 0 0,5 0 0,-5-5 0,6-1 0,-7-6 0,7 5 0,-1-3 0,-1-3 0,5 3 0,-3-1 0,1 5 0,-2-5 0,5 7 0,-5-2 0,-1 4 0,1 2 0,3 0 0,-1 2 0,-2 4 0,-1 3 0,-4 9 0,-4-1 0,3 0 0,-3 0 0,-2 2 0,0 4 0,0-4 0,0 4 0,0-4 0,0-2 0,-7-7 0,-5-4 0,-9-4 0,-2-2 0,-7 0 0,-5-8 0,-9-2 0</inkml:trace>
  <inkml:trace contextRef="#ctx0" brushRef="#br0" timeOffset="37">30218 4195 8912,'-28'-23'0,"-1"0"0,8 0 0,-2 6 0,6 0 0,5 0 0,-3 0 0,15 1 0,0 5 0,10 1 0,13 6 0,5-3 0,5-3 0,7 5 0,0-7 0,0 8 0,2-19 0,2 4 0</inkml:trace>
  <inkml:trace contextRef="#ctx0" brushRef="#br0" timeOffset="38">30821 3731 8912,'0'-10'0,"0"3"0,2 7 0,3 0 0,-1 7 0,8 5 0,-1 11 0,6 5 0,1 7 0,-1 5 0,-2-2 0,-3 8 0,3 0 0,-4 5 0,-1-5 0,1 0 0,-7-8 0,2 2 0,-4-5 0,-2-7 0,-2-5 0,-4-11 0,4-5 0,-21 1 0,4 2 0</inkml:trace>
  <inkml:trace contextRef="#ctx0" brushRef="#br0" timeOffset="39">30855 4178 8912,'-17'-17'0,"5"0"0,1-1 0,7 1 0,-2 0 0,5 6 0,1-1 0,7-1 0,7-6 0,7-2 0,7 0 0,5 5 0,1-7 0,1 4 0,-1 2 0,0 0 0,1 0 0,-3-1 0,-1 3 0,-4 2 0,-2 1 0,-2 3 0,-6-3 0,-8 5 0,-1 7 0,-8 2 0,0 3 0,-6 5 0,0 7 0,-5 0 0,5 0 0,-5 1 0,5-1 0,0 0 0,4 0 0,-1 0 0,-3 1 0,0-7 0,6 1 0,0-7 0,0 7 0,0-8 0,8 3 0,3-7 0,5-9 0,1-9 0,6 1 0,0-6 0,7-3 0,-3-1 0,2-2 0,-1 1 0,-1 7 0,2-2 0,-4 5 0,-8 7 0,0-2 0,0 7 0,0 0 0,-5 6 0,-2 2 0,-3 4 0,-1-2 0,-6 7 0,8 0 0,-7 1 0,5-1 0,-4-7 0,-2 4 0,8-8 0,-4-8 0,5-3 0,-1-5 0,3-1 0,-5 0 0,5 0 0,-5 0 0,6 5 0,-7 1 0,9-1 0,-5 1 0,9-1 0,-7 9 0,1-3 0,1 4 0,2 2 0,2 0 0,1 0 0,-1 0 0,0 0 0,0 0 0,0 0 0,1 0 0,5 0 0,0 0 0,-2 0 0,-2 0 0,-2-8 0,8-9 0,2-10 0</inkml:trace>
  <inkml:trace contextRef="#ctx0" brushRef="#br0" timeOffset="40">32111 3335 8912,'-11'-15'0,"-1"4"0,1-3 0,-6 9 0,0-1 0,-1 6 0,1 4 0,0 7 0,-2 4 0,-4 20 0,-2-3 0,-4 14 0,8 2 0,8 2 0,5-5 0,8 1 0,0-8 0,0 3 0,10-7 0,7-5 0,8-6 0,9-12 0,6-3 0,3-8 0,-1-2 0,0-4 0,5-4 0,-1-7 0,2-8 0,-2-3 0,2-5 0,-8-1 0,0 0 0,-5-3 0,-3 1 0,-3 2 0,-10-3 0,-8 14 0,-7 0 0,4 6 0,-16 17 0,-3 10 0,-3 11 0,3 6 0,-3-1 0,9 3 0,-1 2 0,6-9 0,2 1 0,4-5 0,5-7 0,12-1 0,6-3 0,3-3 0,12-10 0,8-5 0,-1-4 0,7-3 0,1-6 0,-2-5 0,8-11 0,-3-4 0</inkml:trace>
  <inkml:trace contextRef="#ctx0" brushRef="#br0" timeOffset="41">6350 1685 8912,'-33'0'0,"5"0"0,5 0 0,4 0 0,11 0 0,8 0 0,10 0 0,11 2 0,4 2 0,1 1 0,5-1 0,9-2 0,6-2 0,6 0 0,5 0 0,14-8 0,17-3 0,-36 3 0,3-1 0,8-2 0,4-1 0,18-1 0,6-1-147,-19 3 1,3-1 0,1 1 0,6 0-1,1 0 1,3 0 0,-15 3 0,2 0-1,1 1 1,0 0 0,3 0 0,1 0-1,0 0 1,1 1 146,2 0 0,1 0 0,0 0 0,2-1 0,5 0 0,1-1 0,1 0 0,-2 1-340,-1-1 1,0 1 0,-1 0 0,0 0 0,0-1 0,0 0 0,0 0-1,-2-1 340,-2 1 0,-1-1 0,-1 1 0,0-1 0,-1 1 0,-2-1 0,1 0 0,0 1 0,1-1 0,0 1 0,0-1 0,-1 0 0,-2 1 0,-2-1 0,1 1 0,-2-1 0,21-3 0,-2 1 0,0 0 0,-1 0 0,-1 0 0,-2 0-219,-6 1 1,-1 1-1,0-1 1,-1 0-1,1-1 1,-1 0 218,-2 1 0,0 1 0,-2-1 0,-1 1 0,0 0 0,-2 1 0,-4-1 0,-1 0 0,-1 0 0,27-4 0,-1-1-145,-4 0 1,-2 1 0,-10 3 0,-1-1 144,-5-1 0,-1 1 0,-9 4 0,-4 1 258,-8 0 1,-2 1-1,36 1-258,-21-2 0,-7 4 0,-16 2 2163,-12 0-2163,-14 0 0,-18 0 1027,-19 0 1,-21 4-1028,-25 7 0,-22 1 0,37-2 0,-1 3 0,-3 0 0,-1 0 0,-1 1 0,-1-1 0</inkml:trace>
  <inkml:trace contextRef="#ctx0" brushRef="#br0" timeOffset="42">9241 1032 8912,'-2'-18'0,"-4"1"0,-3 0 0,-3 2 0,1 3 0,5 7 0,-3 10 0,1 11 0,4 10 0,2 12 0,2 18 0,0 5 0,0 6 0,0-2 0,0 11 0,0 1 0,0 3 0,0 4 0,0 0 0,0-6 0,0-9 0,0-10 0,0-13 0,0-6 0,0-3 0,0-18 0,0-4 0,0-23 0,0-1 0,0-8 0,0-1 0,2-1 0,4-2 0,5-2 0,-3 0 0,15-1 0,-4-3 0</inkml:trace>
  <inkml:trace contextRef="#ctx0" brushRef="#br0" timeOffset="43">9207 2201 8912,'-18'0'0,"7"0"0,-1 0 0,-1 0 0,-2 0 0,-2 0 0,-1 0 0,1 0 0,0 0 0,0 0 0,0 0 0,5 7 0,1 5 0,-1 3 0,3 2 0,1 8 0,8 4 0,0 1 0,0-1 0,0 3 0,2-5 0,4 0 0,5-4 0,4-6 0,3-5 0,4-5 0,3-7 0,2-2 0,4-3 0,1-13 0,3-10 0,-1-5 0,0-1 0,-1-1 0,-4 1 0,-6 0 0,-12-1 0,-3 7 0,-8 1 0,-2 2 0,-4 4 0,-11 8 0,-12 1 0,-9 8 0,-2-1 0,2 5 0,9 5 0,4-3 0,8 4 0,7-4 0,-5 6 0,5 1 0</inkml:trace>
  <inkml:trace contextRef="#ctx0" brushRef="#br0" timeOffset="44">10256 1272 8912,'-7'-26'0,"3"10"0,-8 16 0,9 16 0,-3 12 0,-2 5 0,2 3 0,3 4 0,1 6 0,2-2 0,0 2 0,0-6 0,0 6 0,0 5 0,0 7 0,5-1 0,1-6 0,15 1 0,-2 0 0</inkml:trace>
  <inkml:trace contextRef="#ctx0" brushRef="#br0" timeOffset="45">10411 2115 8912,'-5'11'0,"-1"1"0,0 1 0,6 10 0,0 6 0,0 3 0,0 2 0,0 1 0,0 1 0,2 2 0,4 3 0,5-3 0,-1-10 0,1-5 0,8-4 0,8-1 0</inkml:trace>
  <inkml:trace contextRef="#ctx0" brushRef="#br0" timeOffset="46">11857 963 8912,'0'-17'0,"0"-1"0,0 1 0,0 10 0,0 9 0,0 13 0,0 12 0,0 7 0,0 6 0,0 4 0,0 8 0,0-1 0,0 1 0,0-1 0,0 1 0,0-1 0,2 1 0,3 0 0,7-1 0,-3-1 0,3-4 0,-1 3 0,7-12 0,-1 5 0</inkml:trace>
  <inkml:trace contextRef="#ctx0" brushRef="#br0" timeOffset="47">11943 1960 8912,'0'-17'0,"0"0"0,0-1 0,0 1 0,0 6 0,0-1 0,7 3 0,5-3 0,3-1 0,2 7 0,3 0 0,3-1 0,-2 5 0,7-4 0,1 4 0,3 2 0,-1 0 0,-2 0 0,-14 8 0,2 3 0,-11 7 0,0 5 0,-14 5 0,-9 12 0,-8 2 0,-9 6 0,-1-2 0,1 2 0,5-1 0,0-1 0,14-4 0,-2-7 0,11-7 0,0 1 0,6-10 0,6-2 0,11-7 0,12-10 0,13-2 0,8-4 0,7-5 0,4-5 0,-3-8 0,5-5 0,-8 2 0,3-1 0,-13 5 0,-4-6 0,-7 6 0,-5-6 0,-4 1 0,-8-7 0</inkml:trace>
  <inkml:trace contextRef="#ctx0" brushRef="#br0" timeOffset="48">15126 860 8912,'-11'-6'0,"-1"-2"0,-1 1 0,-2-3 0,-4 1 0,-2-5 0,-2-1 0,-2 3 0,4 3 0,-4 1 0,-2 4 0,4 2 0,-4 4 0,1 4 0,-1 6 0,4 12 0,-4 11 0,2 9 0,4 5 0,-2 3 0,6 0 0,-2 1 0,13 1 0,2-3 0,3-7 0,1-8 0,0-7 0,1-6 0,5-12 0,-2-3 0,8-8 0,1-2 0,8-4 0,2-7 0,-2-8 0,4-11 0,-2-9 0,5-8 0,-3-1 0,0-5 0,0-1 0,-2 3 0,-6 1 0,-5 1 0,-1-1 0,-7-3 0,2 3 0,-4 12 0,-2 17 0,0 4 0,-8 2 0,0 11 0,-3 10 0,5 13 0,4 8 0,-4 9 0,1 6 0,-1 8 0,6-2 0,6 2 0,-1-2 0,7 3 0,-6-3 0,5-4 0,-5-2 0,5-9 0,-5-3 0,7-7 0,-1 2 0,3-11 0,2-6 0,1-4 0,-1-2 0,6-10 0,0-7 0,2-2 0,-3-10 0,-4 0 0,1-3 0,-8 1 0,-3 3 0,0 1 0,-3-2 0,-3 4 0,4 8 0,-4 0 0,-2 0 0,-2 2 0,-4 3 0,4 4 0,-5 12 0,7 8 0,0-1 0,0 12 0,0 2 0,0-2 0,7 0 0,5-6 0,-3 0 0,5 0 0,3-1 0,4-5 0,2-3 0,-6-8 0,0 0 0,1-2 0,-1-4 0,0-5 0,0-5 0,0-1 0,-1 0 0,-5 0 0,4-6 0,-3 0 0,-4 0 0,-3 6 0,3 5 0,-2 1 0,-1 7 0,-5-4 0,0 8 0,0 8 0,0 5 0,0 7 0,0 3 0,-1 5 0,-5-5 0,4 2 0,-4-2 0,2-4 0,-1 4 0,1-4 0,-8-2 0,8-7 0,-11 5 0,6-5 0</inkml:trace>
  <inkml:trace contextRef="#ctx0" brushRef="#br0" timeOffset="49">15161 791 8912,'-8'-15'0,"-1"1"0,-3 5 0,1 1 0,5-3 0,-6 5 0,16 0 0,2 6 0,13 0 0,4 0 0,10-2 0,1-4 0,0 5 0,7-5 0,-5-4 0,6 1 0,2-8 0</inkml:trace>
  <inkml:trace contextRef="#ctx0" brushRef="#br0" timeOffset="50">15780 619 8912,'10'0'0,"-2"0"0,-8 0 0,1 2 0,5 4 0,-4 5 0,4 12 0,-4 6 0,-2 3 0,0 4 0,0 5 0,2-3 0,3 8 0,-3-1 0,4 7 0,-4-8 0,-2-4 0,-8-4 0,-1-1 0,-8-1 0</inkml:trace>
  <inkml:trace contextRef="#ctx0" brushRef="#br0" timeOffset="51">15660 997 8912,'9'-17'0,"-1"-6"0,-8 0 0,0 0 0,0 6 0,0 0 0,0 0 0,8 1 0,3 5 0,1-4 0,5 3 0,-2 5 0,14 1 0,5-2 0,8 1 0,2-1 0,4 0 0,-6-3 0,-2 5 0,1-5 0,-7 5 0,2 0 0,-13 6 0,-7-2 0,-11-4 0,-3 5 0,-2-7 0,-2 14 0,-3-1 0,-5 9 0,-7-3 0,1 4 0,5 3 0,1-3 0,7-2 0,-3-1 0,2 1 0,-6 2 0,9 3 0,-7-1 0,8-8 0,2-1 0,4-8 0,-3 0 0,9 0 0,-1-8 0,7-3 0,-1-2 0,0 1 0,0-3 0,0 3 0,-1 3 0,-5-3 0,4 3 0,-3-3 0,-3 5 0,1 5 0,0-2 0,-1-2 0,-3 0 0,5 6 0,-5 0 0,6 0 0,-9 0 0,5 8 0,-8-6 0,0 13 0,0-11 0,0 8 0,0-9 0,0 5 0,0-8 0,0 0 0,6-2 0,1-2 0,3-1 0,-4-7 0,5 6 0,-5-5 0,5 5 0,-1-1 0,1 1 0,5 4 0,-5-4 0,4 4 0,3 10 0,-7 0 0,1 3 0,-9-3 0,13-1 0,-7 3 0</inkml:trace>
  <inkml:trace contextRef="#ctx0" brushRef="#br0" timeOffset="52">16778 567 8912,'-7'-17'0,"3"0"0,-7 0 0,5 0 0,-6-1 0,7 9 0,-7 3 0,1 4 0,-7 2 0,1 8 0,0 3 0,0 12 0,0 6 0,5 9 0,3 2 0,1 0 0,4 2 0,-4-5 0,3 3 0,-1-4 0,6-2 0,6-1 0,-1-4 0,9-5 0,-3-6 0,10-9 0,2-3 0,2-4 0,-2-2 0,4-2 0,7-4 0,-5-3 0,0-9 0,-3-4 0,3-1 0,-2-2 0,-4 2 0,-6 4 0,0-4 0,-2-2 0,-9 0 0,-2 0 0,-2 0 0,-4 3 0,-4 4 0,-5 3 0,-4 4 0,-3-3 0,1 8 0,2 3 0,1 8 0,3 7 0,-2 3 0,3 10 0,-1 4 0,7-1 0,-2 7 0,4-5 0,2 10 0,0-9 0,0-2 0,8-3 0,3 3 0,12-6 0,6-12 0,3 3 0,3-9 0,-1-6 0,1-24 0,-1-12 0</inkml:trace>
  <inkml:trace contextRef="#ctx0" brushRef="#br0" timeOffset="53">17587 309 8912,'-17'-1'0,"0"-3"0,0-2 0,-1 2 0,9 0 0,1 1 0,1-3 0,5 8 0,-4 9 0,4 12 0,4 6 0,2 5 0,1 6 0,3-2 0,-2 8 0,-2-2 0,7 2 0,-7 2 0,2-8 0,-4 4 0,-2-8 0,2-5 0,3-4 0,-3-5 0,4-4 0,-4-9 0,-2-1 0,0-23 0,0 3 0,0-11 0,2 4 0,3 2 0,-1 0 0,8-1 0,-1 1 0,6 2 0,1 4 0,-1-3 0,0 8 0,0 3 0,1 1 0,-1 2 0,0 0 0,0 2 0,0 3 0,-7 5 0,-2 7 0,-8 0 0,0-5 0,0-1 0,-8 1 0,-4 5 0,-3 0 0,-2 0 0,0-5 0,0-1 0,5-7 0,1 2 0,-1-4 0,-5-2 0</inkml:trace>
  <inkml:trace contextRef="#ctx0" brushRef="#br0" timeOffset="54">18000 636 8912,'-17'0'0,"0"0"0,0 0 0,-1 0 0,1 0 0,8 0 0,1 0 0,10 0 0,4 0 0,3 0 0,8 0 0,3 0 0,3 0 0,-2 0 0,7 0 0,-5-7 0,6-5 0,-2-3 0,1-2 0,-3-1 0,-10 1 0,-3 0 0,-4 0 0,-8 0 0,-2 1 0,-4 5 0,-4-3 0,-7 9 0,-6-1 0,0 6 0,-5 2 0,3 6 0,0 7 0,0 6 0,2 8 0,6-7 0,0 9 0,-1-2 0,9 3 0,3 3 0,4-3 0,2-3 0,2 1 0,6-7 0,9-2 0,10-2 0,5-9 0,3-4 0,5-5 0,2-2 0,2-5 0,4-6 0,-1-5 0,-1-6 0,-4-4 0,-7-15 0,-1-1 0</inkml:trace>
  <inkml:trace contextRef="#ctx0" brushRef="#br0" timeOffset="55">18482 275 8912,'8'17'0,"-6"0"0,3 1 0,-3 7 0,-2 3 0,0 10 0,0 4 0,0 2 0,0 4 0,2 0 0,4-2 0,-4-4 0,4-8 0,1-1 0,-1-5 0,0-3 0,-6-8 0,0-7 0,0-10 0,0-10 0</inkml:trace>
  <inkml:trace contextRef="#ctx0" brushRef="#br0" timeOffset="56">18362 636 8912,'-18'0'0,"1"0"0,6-6 0,-1 1 0,8-1 0,-1 6 0,10-2 0,9-2 0,7-2 0,13-5 0,12 5 0,12-7 0,5 1 0,11-9 0,7-1 0,3-17 0,2 3 0</inkml:trace>
  <inkml:trace contextRef="#ctx0" brushRef="#br0" timeOffset="57">19738 430 8912,'-9'-17'0,"-1"-1"0,6 1 0,-1 0 0,1 0 0,2 0 0,2 7 0,0 33 0,0 8 0,0 26 0,0 2 0,0-2 0,0 6 0,0-5 0,0-3 0,0-1 0,8-5 0,1-1 0,3-6 0,-1-6 0,1-7 0,5-17 0,0-5 0,0-7 0</inkml:trace>
  <inkml:trace contextRef="#ctx0" brushRef="#br0" timeOffset="58">20719 602 8912,'0'-23'0,"0"0"0,0 2 0,0 2 0,-2 2 0,-3 1 0,-7 5 0,-11 3 0,-6 8 0,-5 0 0,-6 0 0,2 14 0,-8 5 0,-2 7 0,-2 11 0,6-1 0,4 10 0,6-2 0,5 2 0,4 1 0,8-6 0,7-1 0,5-6 0,5-7 0,5-6 0,7-8 0,3-7 0,10-4 0,4-2 0,5-8 0,6-3 0,-1-12 0,6-6 0,-6 2 0,1-1 0,-10 1 0,-1-2 0,-6 3 0,6 3 0,-8 4 0,2-4 0,-10 4 0,-1 1 0,-9 1 0,5 8 0,-8 1 0,2 14 0,4-1 0,-2 7 0,7-6 0,-5 7 0,5-2 0,-7-3 0,11 7 0,-7-11 0,3 8 0,-3-9 0,-8 13 0,8-7 0,-6 8 0,5 1 0,-7-9 0,0-1 0,0-8 0,0-8 0,0-3 0,0-5 0,8 1 0,3 4 0,-1-3 0,1 9 0,1-7 0,5 6 0,0 1 0,1 5 0,-1 0 0,0 0 0,2 0 0,4 0 0,-2 2 0,8 3 0,-8-1 0,2 8 0,2-3 0,-2 3 0,-1-3 0,-4-5 0,-1 2 0,0-2 0,0-3 0,-1-2 0,-5-5 0,-3 2 0,-8-7 0,0-3 0,0-1 0,0-2 0,0 0 0,-2 5 0,-4 1 0,-3-1 0,-9 1 0,1-1 0,0 8 0,0-1 0,-1 3 0,7 7 0,0 1 0,5 8 0,-6-3 0,8-1 0,-3 1 0,1 2 0,0 3 0,1-5 0,5 1 0,0-7 0,0 7 0,0-8 0,2 3 0,3-7 0,-1 0 0,8 0 0,-1-2 0,6-3 0,0-5 0,1-7 0,-1-8 0,0-4 0,0-3 0,1-2 0,-3-3 0,-4-3 0,5 2 0,-5-8 0,-3 8 0,-3-2 0,-3 5 0,-2 7 0,6 3 0,0 8 0,0 7 0,-6 4 0,0 14 0,-2 9 0,-4 10 0,4 7 0,-4 7 0,4-5 0,2 4 0,0 2 0,0-2 0,0 0 0,0-5 0,2-1 0,4 0 0,-2-5 0,7 0 0,1-10 0,5-2 0,0-8 0,0-9 0,1 0 0</inkml:trace>
  <inkml:trace contextRef="#ctx0" brushRef="#br0" timeOffset="59">22062 378 8912,'-25'0'0,"11"0"0,-3 0 0,6-7 0,-1-5 0,4 5 0,10-7 0,4 8 0,4 1 0,7 5 0,2 7 0,2 5 0,2 3 0,-2 2 0,-2 2 0,-2 4 0,1-2 0,-1 8 0,-6-6 0,1 6 0,-8-7 0,1 7 0,-3-2 0,-4 2 0,-3-5 0,-7 1 0,-9-6 0,-2 4 0,-8-6 0,3-5 0,1 1 0,-2-7 0,3 0 0,-3-6 0,4 0 0,8-2 0,0-4 0,-1-5 0,9-5 0,3-1 0,4-2 0,2-4 0,6 4 0,0-4 0,7 10 0,-1 1 0,3 8 0,2-1 0,0 3 0,0 2 0,6 0 0,0 0 0,6 0 0,-4 0 0,0 2 0,0 3 0,5-3 0,-1 4 0,3 2 0,3-3 0,1 1 0,4-6 0,4 0 0,8-7 0,0-3 0</inkml:trace>
  <inkml:trace contextRef="#ctx0" brushRef="#br0" timeOffset="60">22801 413 8912,'-17'9'0,"0"-3"0,8-4 0,3-2 0,12-2 0,5-4 0,12-3 0,6-7 0,5 3 0,6 2 0,-3 1 0,3-1 0,-4-5 0,-2 7 0,1-9 0</inkml:trace>
  <inkml:trace contextRef="#ctx0" brushRef="#br0" timeOffset="61">22819 877 8912,'-18'0'0,"1"0"0,0 0 0,8 0 0,1 0 0,31-8 0,9-5 0,8-8 0,16 2 0,-4-4 0,5-2 0,0 2 0,-3 0 0,3 6 0,-3 0 0,-3-8 0,1-2 0</inkml:trace>
  <inkml:trace contextRef="#ctx0" brushRef="#br0" timeOffset="62">23817 258 8912,'11'0'0,"1"0"0,-8 0 0,3 2 0,-7 4 0,0 18 0,0 16 0,-7 12 0,-5 9 0,-5 10 0,-6 5 0,6 10 0,0 6 0,8-43 0,2 1-143,4-1 0,0 0 0,0 42 143,8-5 0,-3-7 0,6-11 0</inkml:trace>
  <inkml:trace contextRef="#ctx0" brushRef="#br0" timeOffset="63">19136 1427 8912,'10'-2'0,"-5"-4"0,-1-3 0,0-3 0,2 1 0,-1 9 0,-5 2 0,0 10 0,-5 14 0,-1 9 0,2 9 0,2 8 0,2-3 0,0 13 0,0-3 0,0 0 0,0 0 0,0-5 0,2-8 0,2-4 0,4-4 0,1-1 0,-5-3 0,2-3 0,-4-6 0,5-4 0,3-2 0</inkml:trace>
  <inkml:trace contextRef="#ctx0" brushRef="#br0" timeOffset="64">20031 1822 8912,'9'-19'0,"-3"-2"0,-4-2 0,-2 2 0,-2 2 0,-4 2 0,-5 8 0,-10 1 0,-2 2 0,2 0 0,0 1 0,0 5 0,-2 2 0,2 3 0,2 5 0,2 7 0,1 6 0,5 0 0,-3 8 0,9-3 0,-1 5 0,6 1 0,0-5 0,0-3 0,0-1 0,0-4 0,8-2 0,3-1 0,-1-9 0,1-3 0,3-4 0,8-2 0,-1-2 0,8-4 0,-8-9 0,2-8 0,4-6 0,0 4 0,-1 1 0,-3-1 0,2-4 0,-2 6 0,0-5 0,-6 5 0,1 0 0,-3 6 0,-4-1 0,5 9 0,-7 1 0,1 10 0,-5 4 0,3 3 0,-2 9 0,2-1 0,-3 0 0,-3 0 0,4 0 0,-2 0 0,1 1 0,-3-1 0,6 0 0,-8 0 0,0-7 0,0-3 0,2-7 0,4 0 0,-3-7 0,9-5 0,-6-3 0,5-2 0,1 0 0,5-1 0,0 1 0,0 0 0,0-6 0,1 0 0,5 6 0,0 6 0,0 7 0,-6-2 0,0 4 0,0 2 0,0 2 0,1 4 0,-1 3 0,0 9 0,0-1 0,0-8 0,1-3 0,-1-4 0,2-2 0,4 0 0,-10-2 0,4-4 0,-5 2 0,-1-7 0,3 0 0,-8-7 0,-1 1 0,-5 0 0,0 0 0,0 0 0,0-1 0,-7 3 0,-5 4 0,3 3 0,-3 8 0,1 2 0,-7 4 0,3 3 0,4 8 0,-3 1 0,7 1 0,-1 2 0,0 2 0,1 0 0,1-6 0,4 0 0,-4 0 0,4 0 0,2 0 0,2-7 0,4-4 0,4-4 0,7-4 0,0-4 0,0-5 0,0-10 0,1-2 0,1-8 0,4 2 0,-6-3 0,0-2 0,0-3 0,-5-3 0,1 4 0,-1-4 0,-5 3 0,1 3 0,-6 7 0,4 4 0,-4 4 0,-2 2 0,0 8 0,0 1 0,0 10 0,0 4 0,0 9 0,0 10 0,0 1 0,0 7 0,0 5 0,0-2 0,0 6 0,0-7 0,1-1 0,5 1 0,4-3 0,7-3 0,-2 1 0,-3-7 0,9 6 0,-4-6 0,2-2 0,0-2 0,-2-2 0,1 0 0</inkml:trace>
  <inkml:trace contextRef="#ctx0" brushRef="#br0" timeOffset="65">21614 1496 8912,'-17'0'0,"0"-2"0,-1-4 0,1 4 0,0-3 0,0 12 0,2 10 0,1 10 0,3 6 0,5 1 0,-6 0 0,9 6 0,-3 1 0,10 4 0,1-4 0,11-1 0,1-6 0,0-1 0,6-5 0,4-9 0,0-9 0,-1-3 0,7-1 0,-6-6 0</inkml:trace>
  <inkml:trace contextRef="#ctx0" brushRef="#br0" timeOffset="66">21786 1616 8912,'-11'0'0,"-1"0"0,7 0 0,-7 0 0,8 8 0,-2 3 0,-1 6 0,1 6 0,-2 4 0,5 8 0,-3-1 0,2 0 0,2-1 0,2-5 0,8 3 0,3-8 0,-1-2 0,1-10 0,3-3 0,9-8 0,-4-2 0,4-4 0,-4-5 0,-2-12 0,0 2 0,-1-8 0,-3-1 0,-2-3 0,-7-1 0,2 0 0,-4 5 0,-2 0 0,-2 8 0,-4-2 0,-3 4 0,-9 2 0,1 7 0,0 3 0,7 7 0,-5 0 0,6 0 0</inkml:trace>
  <inkml:trace contextRef="#ctx0" brushRef="#br0" timeOffset="67">22320 1547 8912,'-8'12'0,"-3"-3"0,-5-1 0,-1-4 0,7-2 0,-5-2 0,13 0 0,-3 0 0,10 0 0,7 0 0,11-8 0,5-3 0,7 1 0,3 1 0,2 1 0,-2 4 0,-3 0 0,-6-1 0,3 3 0,-5-6 0</inkml:trace>
  <inkml:trace contextRef="#ctx0" brushRef="#br0" timeOffset="68">22320 1891 8912,'-8'35'0,"-2"-9"0,-7-3 0,6-11 0,-1-7 0,8-3 0,-1-2 0,10 0 0,13-7 0,12-7 0,9-5 0,6-4 0,-1-1 0,2 1 0,0 4 0,13-22 0,3 5 0</inkml:trace>
  <inkml:trace contextRef="#ctx0" brushRef="#br0" timeOffset="69">23111 1496 8912,'-28'-6'0,"1"0"0,0 3 0,0 1 0,0-4 0,-1 0 0,1 0 0,4 6 0,4 2 0,-4 4 0,6 4 0,5 7 0,7 0 0,3 0 0,2 0 0,0 1 0,2 3 0,3-4 0,11 2 0,7-13 0,5-1 0,-5-5 0,8 0 0,-4 0 0,-1 0 0,-3 0 0,2 0 0,-2 0 0,0 0 0,-6 0 0,0 0 0,1 0 0,-3 8 0,-4 3 0,3 12 0,-8 6 0,-1 5 0,-5 7 0,0 2 0,0 11 0,0 1 0,0 3 0,-7-1 0,-3-5 0</inkml:trace>
  <inkml:trace contextRef="#ctx0" brushRef="#br0" timeOffset="70">23645 2115 8912,'11'2'0,"1"1"0,1 3 0,-5 0 0,-1-6 0,1-8 0,2-1 0</inkml:trace>
  <inkml:trace contextRef="#ctx0" brushRef="#br0" timeOffset="71">24419 2132 8912,'-17'0'0,"0"0"0,-1 0 0,9 0 0,1 0 0,8-8 0,0-1 0</inkml:trace>
  <inkml:trace contextRef="#ctx0" brushRef="#br0" timeOffset="72">24161 241 8912,'-17'0'0,"7"-2"0,4-4 0,5 2 0,1-7 0,7-1 0,5-5 0,3 6 0,2-1 0,2-1 0,4-2 0,2-1 0,4 5 0,1-3 0,-5 9 0,0-1 0,0-2 0,-2 6 0,-6-1 0,-2 6 0,-3 9 0,-4 5 0,-8 6 0,-4 9 0,-8 9 0,1 1 0,-12-4 0,2 4 0,-2 2 0,4-6 0,-4 2 0,4-6 0,3-3 0,3-4 0,1-2 0,9-2 0,-5-6 0,18-8 0,7-3 0,2-6 0,10-6 0,5-5 0,6-12 0,8 4 0,-2-4 0,7-2 0,-1 2 0,2 0 0,-12 8 0,0 2 0,0 1 0,-2 6 0,-6-5 0,-7 7 0,-2-11 0,-8 5 0</inkml:trace>
  <inkml:trace contextRef="#ctx0" brushRef="#br0" timeOffset="73">23232 1152 8912,'0'-12'0,"2"1"0,3-2 0,5-1 0,7 3 0,0 5 0,1-2 0,-1 3 0,-6-1 0,-1 8 0,-1 4 0,1 5 0,-6 4 0,1 4 0,-3 2 0,-2 2 0,0 6 0,0-6 0,0 6 0,-2-6 0,-1-1 0,-3 3 0,0-6 0,6 4 0,0-4 0,0-1 0,2-9 0,4-3 0,5-4 0,12-2 0,-2-8 0,8-3 0,2-5 0,1-8 0,2-3 0</inkml:trace>
  <inkml:trace contextRef="#ctx0" brushRef="#br0" timeOffset="74">25073 688 8912,'10'-8'0,"-5"-3"0,-5 3 0,-5 2 0,1 4 0,-8 2 0,-1 2 0,-2 4 0,-4 4 0,-1 7 0,1 0 0,4 0 0,3 8 0,1 4 0,1-3 0,7 1 0,-3-2 0,2-4 0,8 4 0,2-2 0,7-6 0,-2-6 0,7-7 0,3 2 0,4-6 0,1-6 0,-5-5 0,2-12 0,-4 2 0,-1-8 0,-1 6 0,0-5 0,-7 7 0,-5-2 0,-5 3 0,-5 3 0,-9 0 0,-7 0 0,0 7 0,-7 5 0,5 3 0,-6 2 0,8 0 0,-2 0 0,6 2 0,5 3 0,5-3 0,7 14 0,0-7 0</inkml:trace>
  <inkml:trace contextRef="#ctx0" brushRef="#br0" timeOffset="75">25297 636 8912,'7'10'0,"-3"-3"0,8-7 0,-8 2 0,1 4 0,-3-4 0,4 7 0,2-5 0,-1 4 0,1 1 0,5-3 0,-1 6 0,-3-3 0,3 3 0,-8 3 0,1-4 0,3 5 0,-2 1 0,-1 0 0,-5 0 0,0-5 0,0-1 0,0-7 0,0 11 0,-5-15 0,-1 0 0,2-9 0,2-7 0,2-3 0,0-4 0,0 2 0,0-7 0,2 5 0,4-6 0,3 6 0,9-5 0,-1 7 0,0-2 0,8 4 0,-6-6 0,6-2 0</inkml:trace>
  <inkml:trace contextRef="#ctx0" brushRef="#br0" timeOffset="76">25779 275 8912,'0'-17'0,"0"0"0,0 0 0,0-1 0,0 9 0,0 3 0,0 14 0,0 9 0,0 15 0,0 14 0,0 12 0,0 3 0,-2 2 0,-4 0 0,4 0 0,-4 6 0,4-5 0,2 5 0,0-11 0,0 5 0,6-8 0,0-3 0,5-8 0,-5-4 0,2-12 0,-3-5 0,-1-6 0,8-5 0,-8-4 0,11-16 0,-6-17 0,9-11 0</inkml:trace>
  <inkml:trace contextRef="#ctx0" brushRef="#br0" timeOffset="77">26192 464 8912,'-8'-9'0,"6"1"0,-6 10 0,8 4 0,0 9 0,0 8 0,0 9 0,0 1 0,0 7 0,0 4 0,0-4 0,0 6 0,6-6 0,0 6 0,5-10 0,-3 0 0,0-7 0,-1-4 0,7-2 0,-5-6 0,8 0 0</inkml:trace>
  <inkml:trace contextRef="#ctx0" brushRef="#br0" timeOffset="78">26553 241 8912,'10'-8'0,"-3"6"0,-5-5 0,4 7 0,-4 17 0,3 11 0,-3 20 0,-2 15 0,-5 6 0,-3 5 0,-2 7 0,-3 3 0,4 2 0,-3 0 0,8-8-102,-2-4 0,5-5 102,1-6 0,0-3 0,-8-17 0,-2-1 0</inkml:trace>
  <inkml:trace contextRef="#ctx0" brushRef="#br0" timeOffset="79">23541 1857 8912,'-11'0'0,"0"2"0,-3 4 0,-1 5 0,-2 4 0,1 4 0,5 4 0,-3 4 0,9 7 0,1-1 0,2-4 0,2 3 0,0-3 0,2-4 0,4-3 0,5-4 0,4-7 0,3-3 0,-1-8 0,6-4 0,0-6 0,-2-9 0,-2-6 0,-2-3 0,0-7 0,-1 7 0,-3-1 0,-3-2 0,-3-1 0,-1 0 0,-6 3 0,-2 4 0,-4 8 0,2 0 0,-7-1 0,0 9 0,-7 3 0,1 4 0,0 2 0,0 8 0,-1 1 0,1 9 0</inkml:trace>
  <inkml:trace contextRef="#ctx0" brushRef="#br0" timeOffset="80">23731 1822 8912,'17'0'0,"0"0"0,0 0 0,1 0 0,-1 0 0,-2 2 0,-3 4 0,1-2 0,-7 7 0,7 1 0,-3 5 0,1 0 0,1 0 0,-9 1 0,3-1 0,4 0 0,-8 0 0,5 0 0,-7-7 0,0-4 0,0-12 0,0-9 0,0-8 0,0-2 0,0 2 0,0 2 0,0-8 0,2 6 0,4-5 0,-4-1 0,5-5 0</inkml:trace>
  <inkml:trace contextRef="#ctx0" brushRef="#br0" timeOffset="81">24213 1375 8912,'0'-9'0,"0"-1"0,0 5 0,0 5 0,0 0 0,0 7 0,0 10 0,0 16 0,2 7 0,1 10 0,3 7 0,0 4 0,-6 8 0,2-2 0,3-4 0,-1 0 0,8-12 0,-3 3 0,3-14 0,3-7 0,-5-9 0,7-6 0</inkml:trace>
  <inkml:trace contextRef="#ctx0" brushRef="#br0" timeOffset="82">24591 1479 8912,'-17'-12'0,"0"1"0,3 7 0,-3-2 0,8 4 0,-14 2 0,13 6 0,-9 4 0,2 3 0,1 6 0,-3 10 0,14-1 0,-7-1 0,6 2 0,1-3 0,5 3 0,2-4 0,3-8 0,5-2 0,7-3 0,0 1 0,1-7 0,-1-4 0,0-6 0,0 0 0,0-7 0,1-1 0,-1-5 0,0 0 0,0 0 0,-2-6 0,-3 0 0,3 2 0,-3 9 0,-5-3 0,1 6 0,0-1 0,-6 2 0,5 16 0,-7 3 0,0 12 0,0 6 0,0 4 0,0 1 0,0 0 0,0 1 0,0-1 0,0 0 0,0-1 0,0-4 0,0-5 0,8-6 0,1-1 0</inkml:trace>
  <inkml:trace contextRef="#ctx0" brushRef="#br0" timeOffset="83">24918 1204 8912,'6'-12'0,"2"3"0,1 1 0,-5-6 0,9 5 0,-7-8 0,7 7 0,-11-5 0,6 13 0,-8-6 0,0 8 0,0 8 0,0 3 0,0 12 0,0-2 0,0 10 0,0 3 0,0 5 0,0 10 0,0 3 0,0 1 0,0 10 0,0 2 0,0 10 0,0-5 0,0 5 0,0-12 0,0-6 0,0-3 0,0-3 0,0-7 0,-8-9 0,-1-10 0</inkml:trace>
  <inkml:trace contextRef="#ctx0" brushRef="#br0" timeOffset="84">11908 7892 8912,'0'9'0,"0"-1"0,0-8 0,0 0 0,0-8 0,0-1 0,0-9 0,0 7 0,2 1 0,4 3 0,-4-1 0,4 2 0,-4 5 0,5-15 0,-5 14 0,6-5 0,-8 7 0,2 0 0,3 0 0,-3 0 0,6 0 0,-8 0 0,6 2 0,1 1 0,3 3 0,-6 8 0,9-11 0,-7 9 0,7-6 0,-1 5 0,3-7 0,2 2 0,0 1 0,1 1 0,1-1 0,4 1 0,-4 0 0,4-3 0,2-3 0,-2 4 0,1 2 0,-1-2 0,-2 1 0,6-3 0,0 2 0,0-2 0,-4 3 0,5-1 0,-5 2 0,6-3 0,-6-3 0,6 4 0,-8-4 0,2-2 0,-4 2 0,0 2 0,2 1 0,2-1 0,0-2 0,-6-2 0,0 0 0,0 0 0,1 0 0,-1 0 0,0 0 0,0 0 0,0 0 0,3 0 0,1 0 0,2 0 0,5 0 0,-5 0 0,8 0 0,-3 0 0,5 0 0,1 0 0,7 0 0,-1-2 0,-2-2 0,-2-1 0,3-3 0,-5 2 0,4 2 0,-9-7 0,1 7 0,-1-2 0,4 3 0,-7-1 0,1-2 0,-4 2 0,2 2 0,-2 2 0,6 0 0,-6 0 0,1 0 0,-1 0 0,4 0 0,8 0 0,-1 0 0,0 0 0,1 0 0,-1 0 0,-5 0 0,0 0 0,-1 0 0,7 0 0,-3 0 0,-3 0 0,3 0 0,-3 0 0,2 2 0,-3 4 0,5-4 0,-5 4 0,-1-5 0,2-1 0,-2 6 0,1 0 0,3 0 0,-6-4 0,0 1 0,0 3 0,-1 0 0,-1-6 0,-4 2 0,4 3 0,-2-3 0,2 4 0,-3 4 0,4-1 0,-1 1 0,0-5 0,6 3 0,-6-2 0,6 5 0,-6-5 0,1 2 0,-1-3 0,-2-3 0,8 4 0,-8 2 0,4-3 0,-2-1 0,0-2 0,7-2 0,-1 0 0,-2 0 0,2 0 0,-1-2 0,7-3 0,-3 1 0,-3-8 0,3 8 0,-3-1 0,4-3 0,-1 2 0,-1 2 0,-3 3 0,-1-5 0,2 0 0,1 0 0,-7 6 0,2 0 0,-2 0 0,-4 0 0,4 0 0,2 2 0,-2 2 0,0 2 0,2-2 0,-4-2 0,7-2 0,-1 5 0,2 1 0,3 0 0,-3-6 0,-2 0 0,2 0 0,-3 0 0,5 0 0,-4 0 0,-2 0 0,3 0 0,-5 0 0,0 0 0,-6 0 0,6 0 0,0 0 0,0 2 0,-6 3 0,1-3 0,-1 4 0,0-4 0,0-2 0,0 0 0,1 0 0,-1 0 0,0 0 0,0 0 0,0 0 0,1 0 0,-1 0 0,0 0 0,0 0 0,0 0 0,1 0 0,-1 0 0,0 0 0,0-2 0,1-4 0,-7 4 0,0-3 0,1 3 0,5 2 0,0-2 0,1-4 0,5 4 0,-1-4 0,3-1 0,-2 1 0,-2-2 0,8 3 0,-6 1 0,6-8 0,-8 9 0,4-5 0,-3 2 0,1 1 0,0-3 0,-5 2 0,-7 4 0,0-3 0,-7 1 0,2-2 0,-4 4 0,-2-6 0,0 8 0,-8 0 0,6 0 0,-7 0 0,3 0 0,4 0 0,-5 0 0,7 0 0,0 0 0,-8 0 0,6 0 0,-13 8 0,-10 2 0,-11 7 0</inkml:trace>
  <inkml:trace contextRef="#ctx0" brushRef="#br0" timeOffset="85">8845 9112 8912,'-9'0'0,"1"-2"0,8-3 0,0-5 0,8-7 0,1 0 0</inkml:trace>
  <inkml:trace contextRef="#ctx0" brushRef="#br0" timeOffset="86">9017 8958 8912,'10'9'0,"-2"-1"0,-8-8 0,0 0 0,0-8 0,1 1 0,5-5 0,-2-3 0,7 3 0,3-3 0,1-2 0,-3 5 0,-1 1 0,1 1 0,5-1 0,2-4 0,4 3 0,-2 5 0,8 1 0,-6-2 0,5 2 0,1 1 0,5 5 0,3 0 0,3 0 0,-4 0 0,4 0 0,4 0 0,2 0 0,-2 0 0,2 0 0,0 0 0,6 0 0,-1 0 0,3 2 0,1 1 0,3 3 0,-1 6 0,-6-7 0,7 7 0,-1-6 0,1 5 0,-7-5 0,-1-1 0,-4-5 0,9 0 0,-3 0 0,3-5 0,-3-3 0,1 0 0,5 1 0,-5-5 0,5 7 0,-5-1 0,-1 6 0,-6 2 0,0 4 0,0 5 0,5 12 0,3 6 0,3 11 0,10 2 0,8 4 0,-32-22 0,2-1 0,41 16 0,0-7 0,-4-7 0,-6-6-148,-7-2 0,6-7 148,-1-5 0,7-3 0,-7-2 0,8 0 0,-1 0 0,-1 0 0,-5 0 0,-3 0 0,-14 0 0,-1 0 0,2 0 0,2 0 0,8 0 0,0 0 0,0 0 0,0 8 0,0 3 0,-1 12 0,1 6 0,-6-2 0,1 1 0,4-7 0,9 2 0,-1-4 0,1-1 0,-8-3 0,-6-4 0,-8-1 0,3-4 0,-1-4 0,-5 3 0,3-3 0,-9-2 0,4 0 0,1 0 0,7 0 0,-1 0 0,0 0 0,3 0 0,-7 0 0,4 0 0,-3 2 148,-2 4 0,-8-4-148,-4 4 0,4-3 0,2 3 0,3-4 0,1 4 0,-2-2 0,-2 1 0,0-3 0,5 4 0,-5-4 0,0-2 0,-8 0 0,2 0 0,2 0 0,-1 0 0,-1 0 0,-6 0 0,1 0 0,-1 0 0,6 0 0,0 0 0,8 0 0,-2 0 0,4-6 0,1 0 0,3 1 0,3 5 0,-3 0 0,3 0 0,-9 0 0,-2 0 0,2 0 0,1 0 0,-5-6 0,-3 0 0,-3 0 0,2 6 0,-4-5 0,4-1 0,2-2 0,-1 3 0,-1 1 0,-6-8 0,-5 8 0,0-1 0,-3 3 0,5 0 0,-4-2 0,-2-2 0,5 1 0,-1 5 0,-2 0 0,1 0 0,-1 0 0,2 0 0,3-2 0,-3-4 0,3 4 0,3-4 0,1-1 0,4 1 0,4-5 0,6 3 0,-2 0 0,-2 1 0,-6-7 0,6 3 0,-6 1 0,6-1 0,-6-1 0,6-5 0,-8 6 0,2-1 0,-3 1 0,-3-5 0,2 3 0,4 2 0,-1 5 0,7-6 0,-6 7 0,6-7 0,-8 6 0,2-5 0,-4 7 0,-1-2 0,-7 5 0,1 1 0,-6 0 0,4 0 0,-2 0 0,-4 0 0,-2 1 0,-2 5 0,0-4 0,0 4 0,1-2 0,-1 1 0,2-3 0,4 4 0,-4-4 0,4-2 0,2 2 0,0 2 0,2 1 0,3-1 0,3-2 0,1-2 0,0 6 0,1 0 0,1 1 0,4-1 0,-3-4 0,3 4 0,-4-4 0,-1-2 0,-1 0 0,0 0 0,1 0 0,-1 0 0,1-2 0,-1-4 0,2 2 0,5-7 0,-3 5 0,8-6 0,-6 3 0,6-5 0,0 5 0,-2 1 0,-2-3 0,-8 5 0,1-5 0,-1 5 0,0-2 0,1 3 0,-7 3 0,1-4 0,-8 4 0,2 2 0,-4-6 0,-2 1 0,-5-1 0,-1 6 0,1 0 0,-3 0 0,-1 0 0,-8 0 0,0 0 0,0-8 0,8 6 0,-6-5 0,7 7 0,-3 0 0,-4 0 0,5 0 0,-5 0 0,4 0 0,-4 0 0,6 0 0,-6 0 0,3 0 0,-3 0 0,6 0 0,-8 0 0,0 0 0,8 0 0,-7 2 0,5 3 0,-4-3 0,-2 6 0,0-8 0,0 0 0,-8 0 0,7 0 0,-7 0 0,8 0 0,-2 2 0,-4 3 0,4-1 0,-3 8 0,-5-1 0,0 6 0</inkml:trace>
  <inkml:trace contextRef="#ctx0" brushRef="#br0" timeOffset="87">13440 8579 8912,'10'0'0,"-3"-2"0,-7-3 0,0 3 0,0-6 0,2 10 0,4 2 0,5 2 0,-1 5 0,3-5 0,6 0 0,8 1 0,15-5 0,10 4 0,7-6 0,12-6 0,3-5 0,7-5 0,-5-1 0,-1 0 0,-12 0 0,-6 0 0,-5 1 0,-6 5 0,-6-3 0,-11 9 0,-12-1 0,-10 6 0,-8 0 0,-5 0 0,-4 0 0,-9 0 0,-6 0 0,-9 0 0,-2 2 0,-10 4 0,2-4 0,-4 5 0,2-1 0,-2 0 0,-2-1 0,-1-5 0,5 2 0,0 4 0,6-4 0,-6 4 0,10 1 0,1-1 0,3 6 0,9-7 0,6 3 0,5-2 0,8-4 0,-1 11 0,10-7 0,5 1 0,7-3 0,2 2 0,4-2 0,10-2 0,7-2 0,8 0 0,-3 0 0,5-8 0,2-4 0,-1-3 0,1-2 0,-2 0 0,-4 0 0,3-1 0,-3 1 0,-2 0 0,2 0 0,-10 0 0,-1 1 0,-12 3 0,-10 2 0,-5 7 0,-18-4 0,-7 8 0,-12 0 0,-9 0 0,-6 2 0,-7 4 0,-7 3 0,1 8 0,-1 1 0,7-1 0,-7 6 0,1 0 0,0 5 0,5-5 0,2 0 0,5-6 0,-1 1 0,11-1 0,-1-2 0,13-3 0,11-5 0,16-7 0,15 0 0,12 0 0,3-2 0,18-3 0,-2-7 0,13-11 0,-2 2 0,2-8 0,-2 7 0,-3-7 0,5-2 0,4-1 0,7-8 0,1 0 0,-2-1 0,-10 7 0,-12 5 0,-11 1 0,-3 7 0,-18 4 0,-13 9 0,-26 12 0,-12 5 0,-14 10 0,-9 6 0,-14 4 0,-10 5 0,-7 1 0</inkml:trace>
  <inkml:trace contextRef="#ctx0" brushRef="#br0" timeOffset="88">12838 8717 8912,'0'11'0,"0"1"0,0 1 0,2 4 0,3 6 0,7 6 0,3 5 0,2 5 0,2 1 0,4-2 0,-4-2 0,4-1 0,-5-3 0,-7-3 0,4-6 0,-3-12 0,3 1 0,0-12 0,-3-8 0,1-9 0,-7-12 0,2 0 0,-3-11 0,-3-2 0,4 2 0,-4-6 0,0 6 0,2 2 0,1 2 0,3 9 0,-2 4 0,3 2 0,1-2 0,3 10 0,-7-4 0,7 11 0,-3-9 0,7 5 0</inkml:trace>
  <inkml:trace contextRef="#ctx0" brushRef="#br0" timeOffset="89">13354 8854 8912,'-2'10'0,"-4"-4"0,4-4 0,-5-2 0,-1 0 0,4 2 0,-7 3 0,7-1 0,-2 8 0,-1-1 0,1 6 0,-2 0 0,2 1 0,5-1 0,-5 0 0,4 0 0,2 0 0,0 1 0,0-1 0,2-2 0,4-3 0,-3-5 0,9-7 0,-6 0 0,5-2 0,2-2 0,3-1 0,1-14 0,0 1 0,0-3 0,1 4 0,-1 0 0,0 0 0,0 0 0,0-1 0,-5 9 0,-1 3 0,1-3 0,-3 7 0,-1-6 0,-8 16 0,0 3 0,0 4 0,0 3 0,0-9 0,0-1 0,0-8 0,8 0 0,-5-6 0,9 0 0,-1-5 0,7 5 0,-1 2 0,0-3 0,0 1 0,-1 2 0,-5 10 0,4 2 0,-3 3 0,-3 4 0,3-3 0,-8 3 0,1 2 0,3 6 0,-2 0 0,0 0 0,-6-6 0,0 0 0,0-5 0,1-3 0,5-1 0,4-2 0,7-6 0,0-8 0,0-3 0,1-7 0,-1-4 0,0 2 0,0-2 0,0 0 0,1 0 0,-1 2 0,0-2 0,-6 8 0,1 3 0,-1-1 0,5 1 0,-3 1 0,-1 3 0,-9 1 0,5 13 0,-8 5 0,0 3 0,2 2 0,4 1 0,-4-1 0,3 0 0,-1 0 0,2 0 0,-2-5 0,7-1 0,-5 1 0,5 5 0,-7 0 0,4-7 0,-8-3 0</inkml:trace>
  <inkml:trace contextRef="#ctx0" brushRef="#br0" timeOffset="90">14077 8820 8912,'7'-17'0,"-5"0"0,4 0 0,-4-1 0,-2 1 0,0 6 0,0-1 0,0 8 0,0-3 0,0 7 0,8 0 0,3 0 0,4 0 0,3 0 0,6 7 0,3 3 0</inkml:trace>
  <inkml:trace contextRef="#ctx0" brushRef="#br0" timeOffset="91">14352 8872 8912,'-19'17'0,"-4"0"0,4 4 0,-4-4 0,4 8 0,2-13 0,-1 7 0,1-8 0,8 4 0,3 3 0,-2-7 0,2 1 0,1-9 0,12 5 0,3-8 0,7 0 0,0-2 0,1-4 0,-1-5 0,0-4 0,0-1 0,0 5 0,1-4 0,-1 3 0,0-3 0,0-2 0,0 5 0,1 1 0,-7 5 0,1-5 0,-7 7 0,7-2 0,-8 6 0,1 6 0,-3-2 0,-2 7 0,0 0 0,0 7 0,0-1 0,-7 0 0,-3 0 0</inkml:trace>
  <inkml:trace contextRef="#ctx0" brushRef="#br0" timeOffset="92">14507 8854 8912,'-12'-17'0,"1"0"0,7 6 0,-2-1 0,4 8 0,2-11 0,0 13 0,0 2 0,0 12 0,6 9 0,0 3 0,-2 3 0,-2 4 0,3-4 0,1 1 0,0 1 0,-6 5 0,0-1 0,0-5 0,0-3 0,0 0 0,0-6 0,0 4 0,0-4 0,0-2 0,0-5 0,0-1 0,0-7 0,0 4 0,0-10 0,2-4 0,2-5 0,1-5 0,7-1 0,-6 0 0,7-2 0,-2-4 0,3 4 0,-3-4 0,5 6 0,-5 5 0,4-3 0,3 5 0,-1 1 0,-6 1 0,1 8 0,-8 2 0,1 4 0,-3 5 0,-2 12 0,0-4 0,0 4 0,-2 2 0,-2 0 0,-1 0 0,1 0 0,-4-2 0,3-6 0,-1 0 0,6 0 0,-6-5 0,0-1 0,1-7 0,12-4 0,3-15 0,7-8 0,0-8 0,0 4 0</inkml:trace>
  <inkml:trace contextRef="#ctx0" brushRef="#br0" timeOffset="93">14937 8786 8912,'0'-17'0,"0"-1"0,6 7 0,0-1 0,-1 7 0,-5-7 0,0 8 0,0-1 0,-2 10 0,-3 7 0,1 11 0,-8 5 0,7 7 0,-5 5 0,2 4 0,5 0 0,1 4 0,2-8 0,0 4 0,0-10 0,5 4 0,1-9 0,9-2 0,1-3 0,5-3 0,0-5 0,6-11 0,1 1 0,-1-4 0,2-2 0,-6-8 0,5-3 0,-7-10 0,2-2 0,-5-2 0,-7 2 0,2 2 0,-7-7 0,0 7 0,-6-2 0,0 4 0,-8 3 0,-3 5 0,-5 17 0,-1 11 0,2 11 0,3 1 0,-1 4 0,7 1 0,1 6 0,5 0 0,7 0 0,5-5 0,13-3 0,11-5 0,12-10 0,7-9 0,10-14 0,-4-4 0</inkml:trace>
  <inkml:trace contextRef="#ctx0" brushRef="#br0" timeOffset="94">19446 8390 8912,'-27'0'0,"4"0"0,2 0 0,0 0 0,-2 0 0,6 0 0,5 0 0,9 0 0,-3 0 0,12 0 0,5 0 0,4 0 0,4 6 0,4 0 0,4 5 0,8-5 0,9 2 0,5-5 0,9 3 0,3-2 0,2-2 0,6-2 0,2 0 0,3 0 0,1 0 0,7 0 0,2 0 0,-2 0 0,-13-8 0,0-3 0,-19 3 0,-5 2 0,-14-1 0,-8 1 0,-13 0 0,-10 6 0,-10 0 0,-7 0 0,-6 0 0,-12 0 0,-10 0 0,-7 0 0,-5 0 0,-5 6 0,-6 0 0,-1 7 0,0-1 0,0-3 0,2 3 0,2 1 0,2 2 0,-6 2 0,-5 1 0,-9-1-179,3 0 1,0 0 178,5 0 0,10 1 0,19-1 0,12-6 0,11 1 0,15-8 0,14 1 0,11-3 0,18-2 0,11-7 0,11-5 0,12-3 0,19-2 0,3-1 0,-42 10 0,0-1 0,45-8 0,-3 0 0,3-6-202,-2 0 1,-44 11 0,0 1 201,38-6 0,0-4 0,-19 2 0,-12 3 335,-11 1-335,-15 8 0,-12-1 0,-17 8 0,-14 0 0,-8 2 0,-13 2 0,-9 1 0,-11 9 0,-3-3 0,-5-1 0,6 1 0,0-5 0,5 5 0,6-5 0,0 6 0,8-9 0,-2 5 0,5-2 313,7-1 0,9-1-313,7-9 0,1-5 0,-7-7 0</inkml:trace>
  <inkml:trace contextRef="#ctx0" brushRef="#br0" timeOffset="95">19136 7806 8912,'-6'-12'0,"1"1"0,-1 5 0,4-4 0,-2 1 0,-2-1 0,1 7 0,12 3 0,5 11 0,3 6 0,2 4 0,0 4 0,1 2 0,-1-4 0,0 3 0,0-1 0,1-4 0,-7-2 0,0-1 0,-5-7 0,4 1 0,-3 1 0,7-5 0,-12-3 0,3-10 0,-3-5 0,-2-7 0,2-2 0,4-4 0,-4-4 0,4-7 0,-4 5 0,-2 0 0,5 6 0,1-5 0,2 7 0,-3-2 0,7 6 0,3 5 0,2-1 0,1 7 0,-1 0 0,0 6 0,6 2 0,0 4 0,7 4 0,-3 7 0</inkml:trace>
  <inkml:trace contextRef="#ctx0" brushRef="#br0" timeOffset="96">19704 7892 8912,'-17'0'0,"5"0"0,1 0 0,5 0 0,-5 0 0,-1 0 0,-5 0 0,0 2 0,-1 3 0,1-1 0,0 8 0,2-7 0,3 7 0,-3-1 0,4 6 0,-3-5 0,3-1 0,-5 1 0,14 5 0,-3 0 0,10-7 0,7-5 0,5-8 0,6-3 0,-4-7 0,4 1 0,2 3 0,-2-3 0,2 1 0,-2-7 0,-4 3 0,4 4 0,-4 1 0,-2 6 0,0-1 0,1-1 0,-7 6 0,1 0 0,-9 2 0,3 3 0,-4-1 0,-2 8 0,0-1 0,0 6 0,0 1 0,0-9 0,8-1 0,-6-8 0,13-8 0,-6-1 0</inkml:trace>
  <inkml:trace contextRef="#ctx0" brushRef="#br0" timeOffset="97">19876 7874 8912,'8'-9'0,"-6"1"0,7 8 0,-3 0 0,-2 2 0,7 4 0,-5 3 0,5 9 0,-7-1 0,2 0 0,2 0 0,-3 0 0,1 1 0,-6-1 0,2 0 0,4 0 0,-4 0 0,5 1 0,-7-1 0,0-8 0,8-1 0,1-10 0,1-4 0,5-3 0,-3-8 0,3-1 0,2 1 0,1 0 0,-1 0 0,0 0 0,0-1 0,0 1 0,1 8 0,-9 1 0,5 16 0,-9 3 0,1 1 0,-6 5 0,0-4 0,0 10 0,0-4 0,0-2 0,0 1 0,0-1 0,0 0 0,0 0 0,0 0 0,6 1 0,-1-1 0,1-6 0,-6 1 0,0-9 0,0-3 0,0-9 0</inkml:trace>
  <inkml:trace contextRef="#ctx0" brushRef="#br0" timeOffset="98">20203 7685 8912,'-8'-17'0,"6"8"0,-5 1 0,7 8 0,2 0 0,3 0 0,7 0 0,5 6 0,4 1 0,4 3 0,2 3 0,3 1 0,11-3 0,-5 12 0,6-4 0</inkml:trace>
  <inkml:trace contextRef="#ctx0" brushRef="#br0" timeOffset="99">20582 7960 8912,'-12'12'0,"1"-1"0,1-5 0,-1 6 0,-5-9 0,7 13 0,-8-7 0,-1 6 0,3-1 0,4-3 0,-3 1 0,8 5 0,1-7 0,5 5 0,2-13 0,3 3 0,-1-3 0,8-2 0,-1 0 0,6-2 0,1-3 0,-1 1 0,0-8 0,-6 9 0,1-3 0,-6-2 0,5 3 0,-7-1 0,11 6 0,-5 0 0,-1 0 0,7 0 0,-14 0 0,13-16 0,-6-3 0</inkml:trace>
  <inkml:trace contextRef="#ctx0" brushRef="#br0" timeOffset="100">20668 7771 8912,'-10'0'0,"2"2"0,8 4 0,0 3 0,0 14 0,0 2 0,2 2 0,4 4 0,-4 1 0,4 2 0,1 1 0,-1-1 0,6-1 0,-7-5 0,1 3 0,-6-8 0,2 0 0,4-6 0,-4 0 0,5-7 0,-1-5 0,0-10 0,-1-7 0,3-3 0,-4-2 0,7 0 0,-5-1 0,6 1 0,-7 0 0,7 0 0,-3 0 0,5-1 0,-3 1 0,-5 8 0,5 3 0,-7 4 0,4 2 0,-8 2 0,0 4 0,0 3 0,0 8 0,-8-1 0,-3-5 0,1 4 0,-1-3 0,1 3 0,-3 2 0,1 1 0,9-9 0,-5-1 0,8-16 0,0-1 0</inkml:trace>
  <inkml:trace contextRef="#ctx0" brushRef="#br0" timeOffset="101">20943 7720 8912,'0'-17'0,"0"-1"0,0 1 0,0 8 0,2 9 0,4 11 0,-4 6 0,3 6 0,-3 4 0,-2 7 0,0 1 0,0-1 0,2 0 0,4 1 0,-4-6 0,3-1 0,3-5 0,-2 6 0,7-8 0,-1 2 0,1-4 0,-1-2 0,9-7 0,-4-5 0,6-3 0,0-2 0,-4-2 0,4-3 0,-2-7 0,2-3 0,-6-4 0,0-4 0,-2 4 0,-9-4 0,0 4 0,-6 1 0,0 1 0,0 0 0,-2 2 0,-4 3 0,2 5 0,-7 7 0,0 2 0,-7 3 0,1 9 0,0 7 0,5 5 0,1 9 0,7-1 0,-2 1 0,4-1 0,2 0 0,8 1 0,4-1 0,11 1 0,5-1 0,5-13 0,1-4 0,2-11 0,3 0 0,1-6 0,-2-6 0,-2-19 0,-1-11 0</inkml:trace>
  <inkml:trace contextRef="#ctx0" brushRef="#br0" timeOffset="102">9396 12585 8912,'11'-11'0,"3"-1"0,-1-1 0,2-2 0,1-2 0,1-1 0,-7 9 0,-3 1 0,-7 8 0,0 0 0,8 0 0,-4 0 0,7 0 0,-5 0 0,5 0 0,-5 0 0,6 0 0,1-2 0,2-3 0,2 3 0,1-4 0,5 4 0,0 2 0,5-6 0,-5 1 0,10-3 0,-1 4 0,8-2 0,4 3 0,0-5 0,2 2 0,4-5 0,-4 5 0,3-5 0,3 5 0,-6-6 0,0 7 0,-10-7 0,-1 6 0,-1-1 0,-5 1 0,-4 4 0,-2-4 0,1 4 0,-1 2 0,2 0 0,-2 0 0,6-1 0,3-5 0,3 4 0,-1-4 0,1 4 0,-1 2 0,0 0 0,1 0 0,-1 0 0,1 0 0,5-5 0,0-1 0,-6 0 0,-5 6 0,-2-2 0,2-4 0,3 5 0,-3-5 0,-3 4 0,3 2 0,0-2 0,-2-4 0,11 4 0,-4-3 0,6 3 0,1 2 0,-3-6 0,8 0 0,-6-1 0,6 1 0,-6 4 0,6-4 0,-8 4 0,2 2 0,-3 0 0,-3 0 0,0 0 0,1-2 0,-1-1 0,1-3 0,5 0 0,0 6 0,2 0 0,-2 0 0,-4 0 0,5 0 0,3 0 0,0 0 0,0 0 0,-4 0 0,-4 0 0,-2 0 0,5 0 0,-5 0 0,4 0 0,-9 0 0,4 0 0,1 0 0,-2 0 0,-3 0 0,4 0 0,-5 0 0,7 0 0,5 0 0,-2 0 0,6 0 0,-2 0 0,0 0 0,-4 0 0,5 0 0,1 0 0,-6 0 0,10 2 0,-8 2 0,-2 2 0,-2-1 0,4 1 0,1 0 0,6 5 0,-1-5 0,4 5 0,2-5 0,5 6 0,0-7 0,1 1 0,-7-6 0,1 6 0,0 0 0,-1-3 0,1-1 0,-8-2 0,-4 0 0,-2 0 0,2 0 0,-3 0 0,3 0 0,2 0 0,-2 0 0,-2 0 0,-1 0 0,3 0 0,0 0 0,-6 0 0,-5 0 0,0 0 0,5 0 0,-7 0 0,-4 0 0,-4 0 0,-2 0 0,0 0 0,1 0 0,-1 0 0,0 0 0,0 0 0,0 0 0,1 0 0,-1 0 0,0 0 0,0 0 0,6 0 0,0 0 0,2 0 0,-2 0 0,6 0 0,3 0 0,-3 0 0,0 0 0,-1 6 0,7 0 0,-1 1 0,0-1 0,-5-4 0,0 4 0,0 1 0,5-1 0,-2 2 0,-3-2 0,4-5 0,-5 5 0,5 2 0,1-2 0,1-1 0,-1-5 0,-1 0 0,-3 2 0,1 2 0,5 2 0,-7-1 0,5-5 0,3 0 0,3 0 0,2 0 0,-2 0 0,-4 2 0,4 4 0,-9-4 0,-2 4 0,-1-4 0,7-2 0,-3 2 0,-1 1 0,-4 3 0,-3-2 0,7 4 0,-2-3 0,-2 3 0,1-2 0,-5-4 0,6 3 0,-1 3 0,7-2 0,-1-1 0,1 3 0,-1-6 0,1 4 0,5-2 0,0 1 0,0-3 0,-6 4 0,1-4 0,-1-2 0,3 0 0,-1 0 0,0 2 0,-3 3 0,-3-3 0,5 4 0,1-4 0,4-2 0,-3 2 0,3 4 0,-2-4 0,2 3 0,4-3 0,8-2 0,-1 0 0,1 0 0,5 0 0,1 0 0,1-2 0,-2-3 0,3 3 0,3-4 0,6-2 0,-1 3 0,9-9 0,9 5 0,0-3 0,0 1 0,0-1 0,0-5 0,8 0-198,-46 8 0,1 1 1,3 2-1,0 0 198,2 0 0,1 1 0,-3 0 0,1 0 0,1 0 0,1-1 0,0-2 0,1 0 0,-2 3 0,1 1 0,-2-1 0,1 0 0,-2 2 0,1 1 0,1-2 0,1 0 0,-1 1 0,1 0 0,2-3 0,1 1 0,-4 2 0,1 0 0,0 0 0,0 0 0,0 3 0,-1 0 0,2 0 0,1-2 0,3 0 0,1-1 0,-3 2 0,0 0 0,-2-2 0,-1 0 0,-3 2 0,-1 0 0,0 1 0,0 0 0,2 3 0,1 0 0,0 0 0,1 0 0,1 0 0,1 1 0,-5-1 0,-1 0 0,0-2 0,-1 2-243,42 8 0,0-5 243,-41 0 0,1-1 0,-2-2 0,0 0 0,3 2 0,1 0 0,-4-1 0,-1-1 0,43 1 0,-4-2 0,-2-2 0,6 6 0,-1 0 0,1-1 0,-6-5 0,0 0 0,0 0 0,0 0 0,-2 0 0,-1 0 0,-3 0 0,0-2 0,6-3 0,-3 3 0,-9-4 0,-7 4 0,-15 2 0,-1 0 0,1 0 0,5 0 0,1 0 0,-3 0 0,-1 0 0,-8 0 0,-1 0 0,-1 6 375,2 0 0,-6-1-375,-11-5 0,2 6 0,-8 2 0,-2-1 263,-2 1 1,-2 0-264,0-3 0,0-1 0,1 8 0,-7-9 0,1 3 0,-7-4 0,7-2 0,-8 2 0,1 4 0,-1-4 0,2 3 0,-4-3 0,7-2 0,-3 0 0,-4 0 0,13 0 0,-3 0 0,3 0 0,2 0 0,1 0 0,-1 0 0,0 0 0,0 0 0,2 0 0,4 0 0,-4 0 0,4 0 0,2 6 0,0 0 0,2-2 0,3-3 0,-3-1 0,2 0 0,-1 0 0,7 0 0,-3 2 0,-3 4 0,4-4 0,-7 4 0,3-4 0,0-2 0,-8 0 0,2 0 0,-4 0 0,-2 0 0,0 0 0,-5 0 0,-1 0 0,-5 0 0,5 0 0,-7-8 0,4 6 0,-8-6 0,0 8 0,0 0 0,8 0 0,3 0 0,4 0 0,2-5 0,1-1 0,-1 0 0,0 6 0,0 0 0,1 0 0,-7 0 0,0 0 0,3 0 0,1 0 0,0-2 0,-3-3 0,3 3 0,-11-6 0,8 8 0,1 0 0,-5 0 0,-1 0 0,-7 0 0,0 0 0,-7 0 0,5 0 0,-8 0 0,4 0 0,-5 0 0,-12 0 0,-6 0 0,-13 8 0,-9 3 0,-16 12 0,-27 4 0,41-10 0,1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3.660"/>
    </inkml:context>
    <inkml:brush xml:id="br0">
      <inkml:brushProperty name="width" value="0.05292" units="cm"/>
      <inkml:brushProperty name="height" value="0.05292" units="cm"/>
      <inkml:brushProperty name="color" value="#3165BB"/>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57D200"/>
    </inkml:brush>
    <inkml:brush xml:id="br3">
      <inkml:brushProperty name="width" value="0.05292" units="cm"/>
      <inkml:brushProperty name="height" value="0.05292" units="cm"/>
    </inkml:brush>
  </inkml:definitions>
  <inkml:trace contextRef="#ctx0" brushRef="#br0">18207 9473 8912,'11'-11'0,"1"-1"0,1 1 0,0 0 0,-1-1 0,-4 8 0,-8-3 0,0 7 0,-2 5 0,-4 1 0,4 0 0,-6-4 0,6 2 0,-3 1 0,3 3 0,-4-2 0,4-3 0,2 9 0,0 1 0,0-3 0,0 1 0,0 1 0,0 5 0,0 2 0,0 2 0,0 4 0,0 2 0,0-1 0,0 3 0,0 4 0,0-5 0,0-1 0,0 2 0,0-8 0,0 2 0,0-10 0,0-2 0,0 3 0,0-7 0,0-1 0,0-12 0,0-3 0,0-8 0,0-8 0,0-4 0,0-3 0,0-5 0,0-1 0,0-2 0,0-6 0,0 6 0,0 0 0,0 6 0,6 5 0,0 2 0,-3 2 0,-1 4 0,-2 10 0,0 3 0,0 8 0,0 10 0,0 7 0,0 6 0,0 7 0,0-1 0,0 2 0,0-5 0,0 3 0,2-6 0,4 6 0,-4-8 0,4 2 0,-4-4 0,-2-2 0,0-6 0,2-1 0,3-2 0,-3-3 0,6-5 0,-8-4 0,0-7 0,0-8 0,0-15 0,0-1 0,0-1 0,0 0 0,0 1 0,0-1 0,0 13 0,0 0 0,0 6 0,0 0 0,0 11 0,0 12 0,0 17 0,0 13 0,0 8 0,0 7 0,6 7 0,-1-1 0,9-2 0,-5-9 0,3-8 0,-1-7 0,1-6 0,5-8 0,0-2 0,0-3 0,0-12 0,1-10 0</inkml:trace>
  <inkml:trace contextRef="#ctx0" brushRef="#br0" timeOffset="1">27740 9061 8912,'-2'9'0,"-3"-3"0,3-2 0,-4 2 0,4 3 0,2 8 0,0 2 0,0 2 0,0 2 0,0 6 0,0-4 0,0 2 0,0 3 0,0 1 0,0-3 0,0-1 0,0-6 0,0 2 0,0 0 0,0-6 0,0-7 0,0-10 0,0-12 0,0-5 0,0-6 0,0 2 0,0-7 0,0-1 0,0-6 0,0 1 0,0 0 0,6-1 0,0 1 0,-1 5 0,-5 3 0,0 1 0,0 4 0,8 2 0,-6 9 0,6 6 0,-8 16 0,0 7 0,0 15 0,-2 8 0,-4 4 0,4 2 0,-4-2 0,-1 1 0,1-6 0,0-1 0,6-6 0,0 0 0,0 1 0,-6-8 0,1-5 0,-1-10 0,6 3 0,0-13 0,0 4 0,0-12 0,0-5 0,0-7 0,0-4 0,2 1 0,2-8 0,1-2 0,-1-1 0,-2-8 0,-2 0 0,0-1 0,0 7 0,0 2 0,0 3 0,0-2 0,0 8 0,0 1 0,0 4 0,0 11 0,0 7 0,0 11 0,0 18 0,-2 7 0,-3 16 0,3-1 0,-4 1 0,4 5 0,2 0 0,10-5 0,7-6 0,8 0 0,9 5 0</inkml:trace>
  <inkml:trace contextRef="#ctx0" brushRef="#br0" timeOffset="2">15712 6877 8912,'-18'10'0,"1"-3"0,0-7 0,0 2 0,-1 4 0,7-4 0,0 4 0,7-4 0,-4-2 0,8 0 0,2-2 0,4-4 0,3-4 0,1 1 0,5-6 0,-11 7 0,7-3 0,-7 1 0,2 4 0,-4-3 0,4-9 0,-1 1 0,1 0 0,-6 0 0,0-2 0,0-4 0,2-4 0,4-7 0,-4-1 0,3 1 0,-3-6 0,-2 0 0,0-8 0,0 2 0,6-4 0,0-1 0,0-1 0,-6 1 0,0-3 0,0-3 0,0 3 0,0-3 0,0 4 0,0 1 0,0 2 0,0 5 0,0-3 0,0 8 0,0 0 0,0 5 0,-2 8 0,-2 4 0,-2 4 0,0 2 0,6 8 0,0 1 0,0 8 0,0 2 0,0 4 0,0-4 0,0 7 0,0-3 0,0-4 0,0 5 0,0-7 0,0 8 0,0 2 0,-2 13 0,-1 1 0,-3 3 0,2 4 0,0 9 0,-2 6 0,3 9 0,-9 2 0,6 8 0,-5-2 0,1 10-143,-1 1 1,-4 1 142,3-6 0,3-2 0,-1-2 0,0-4 0,1-2 0,5-9 0,-2-10 0,-1-6 0,1-5 0,0-4 0,6-8 0,0-8 0,0-1 0,0-10 285,0-4-285,0 4 0,0-7 0,0 3 0,0 4 0,0-7 0,0 3 0,0 2 0,0-7 0,6 5 0,0-6 0,-1 1 0,-5-6 0,0-2 0,0-4 0,6 2 0,0-8 0,0 2 0,-6-1 0,2-5 0,3 5 0,-1-7 0,8-5 0,-7-4 0,7-8 0,-1-5 0,6 0 0,-5-10 0,-1 0 0,3-7 0,1-5 0,2 12 0,1-1 0,-7 10 0,0 1 0,-1 4 0,1 1 0,3 8 0,-8 4 0,-1 4 0,-3 1 0,2 1 0,2-1 0,0 9 0,-6 3 0,0 9 0,0 3 0,0 7 0,0-3 0,0 7 0,0 1 0,0 5 0,0 4 0,0 7 0,-2 0 0,-4 0 0,4 8 0,-4 4 0,4 5 0,2 6 0,0 4 0,0 8 0,-5 1 0,-1 5 0,-2-3 0,4 8 0,-3 4 0,-3 6 0,4-1 0,-5 8 0,1-7-122,-1 1 0,-4-3 122,3-2 0,3-2 0,-3-4 0,6-6 0,-5-9 0,-1-2 0,3 1 0,1-10 0,8-3 0,-5-9 0,-1 4 0,0-8 0,6 2 0,0-4 0,0-10 244,0-1-244,0-23 0,6 3 0,0-11 0,-1 2 0,-5-2 0,0-5 0,0-13 0,0 3 0,0-8 0,0 1 0,0-7 0,0-7 0,0-2 0,2-2 0,4 0 0,-4-2 0,4-10 0,1-5-264,-1-12 0,2 4 264,-3-3 0,-1 8 0,8 3 0,-7 13 0,5 1 0,-1 6 0,1 11 0,-6 12 0,2 14 0,3 4 0,-7 12 0,4 7 0,-4 2 0,-2 9 0,0-5 0,0 5 264,0 1 0,0 5-264,0 0 0,0 2 0,0 4 0,0 4 0,0 7 0,0 3 0,0 3 0,5 4 0,1 7 0,0 3 0,2 3 0,-7 4 0,5 8 0,-2 0 0,2-1 0,-4-1 0,3-4 0,3 0 0,-2-11 0,0-12 0,-6-17 0,0-4 0,0-9 0,0-5 0,0-10 0,0 1 0,0-8 0,0 9 0,1-11 0,5 8 0,6 3 0,3 1 0,2 2 0,0 0 0,-7 7 0,-2 3 0</inkml:trace>
  <inkml:trace contextRef="#ctx0" brushRef="#br0" timeOffset="3">22784 739 8912,'0'-17'0,"0"6"0,0-1 0,0 6 0,0-5 0,0 5 0,0-5 0,0 7 0,6-6 0,0 5 0,-1-5 0,-5 1 0,0-7 0,0 12 0,0-7 0,0 7 0,0-3 0,0 7 0,0 7 0,0 5 0,-5-3 0,-1 3 0,0-1 0,6 6 0,0 1 0,0-1 0,0 0 0,0 0 0,0 0 0,0 0 0,0 1 0,0-1 0,0 0 0,0-5 0,0-1 0,0 0 0,0 7 0,0-1 0,0 0 0,0 0 0,0 0 0,0 1 0,0-1 0,0 0 0,0 0 0,-5 6 0,-1 0 0,0 6 0,6-6 0,-2 1 0,-4-1 0,5-4 0,-5 4 0,4-3 0,2-3 0,-2 6 0,-4 0 0,4-1 0,-3-4 0,3 1 0,2 4 0,0-4 0,0 4 0,0 2 0,0-3 0,0 9 0,0-2 0,0 5 0,0 6 0,0-3 0,0 3 0,0-2 0,0 0 0,0 2 0,0-2 0,0-1 0,0-3 0,0 0 0,0 1 0,0-1 0,0 1 0,0-7 0,0 1 0,0-6 0,-2 4 0,-2-3 0,-2-3 0,0 0 0,6 2 0,0-4 0,0 4 0,0 4 0,0 2 0,0 3 0,0 3 0,0 7 0,0 4 0,0 5 0,0 5 0,0 1 0,0-2 0,-1 4 0,-5-1 0,4-1 0,-4-5 0,4-3 0,2-3 0,0-4 0,0-7 0,0-7 0,0-1 0,0-2 0,0-4 0,0 6 0,0 1 0,0 1 0,0 5 0,0-3 0,0 9 0,-5-2 0,-1 2 0,-2-2 0,2 8 0,4-6 0,-3 6 0,3-8 0,2 3 0,0-3 0,0 2 0,0-9 0,0 3 0,0-4 0,0 5 0,6-7 0,-1 1 0,1 0 0,-6 5 0,2 1 0,4-1 0,-4 2 0,3 4 0,-3 2 0,-2 4 0,0-4 0,0 0 0,0-3 0,0 6 0,0-1 0,0 2 0,0 4 0,0-4 0,-2 3 0,-3 3 0,3-8 0,-4-4 0,4 2 0,2-2 0,0-4 0,0-5 0,0 0 0,0-9 0,0 9 0,0-2 0,0-3 0,0 3 0,0-6 0,0 6 0,0-1 0,0 7 0,0-3 0,0-1 0,0-3 0,0 3 0,0 7 0,0 2 0,0 0 0,0-5 0,0-1 0,0 1 0,0-1 0,0 0 0,-6 1 0,1-1 0,-1 1 0,6-1 0,0 0 0,0 1 0,0-1 0,0 0 0,0 1 0,0-1 0,0 6 0,0 0 0,0 6 0,0-6 0,-6 1 0,0-7 0,1 0 0,5 1 0,-2-1 0,-2-1 0,-2-5 0,2-5 0,2-4 0,2-2 0,0-5 0,0-1 0,0 1 0,0 5 0,0 0 0,0 0 0,0 1 0,0-7 0,0 1 0,0-1 0,0 6 0,0 0 0,0 1 0,0-1 0,0-8 0,0-1 0,0-8 0,2-8 0,4-5 0,6-8 0,3-8 0,-6-11 0,-1-4 0</inkml:trace>
  <inkml:trace contextRef="#ctx0" brushRef="#br1" timeOffset="4">22784 671 8912,'10'0'0,"-1"0"0,-3 0 0,-4-2 0,4-4 0,-4 4 0,-2-6 0,0 8 0,2 0 0,3 0 0,-3 0 0,6 2 0,-8 4 0,0-4 0,0 13 0,2-7 0,4 3 0,-5 5 0,5-5 0,-4 4 0,-2 2 0,0 1 0,0-1 0,0 2 0,0 4 0,0-2 0,0 8 0,-6-3 0,1 5 0,-1-1 0,-2 7 0,6-3 0,-3 6 0,-3-3 0,2-3 0,-1 2 0,1 4 0,2-3 0,-7 3 0,7-6 0,-2-5 0,4 3 0,2-3 0,0-2 0,0-1 0,0 1 0,0 0 0,0-6 0,0 2 0,0 2 0,0-2 0,0 0 0,0-6 0,0 0 0,0 0 0,0 0 0,0 1 0,0-1 0,0 0 0,0 0 0,0 0 0,0 0 0,0 1 0,0-1 0,0 0 0,0 0 0,0 0 0,0 6 0,0 0 0,0 0 0,0-4 0,0 2 0,0 2 0,0 0 0,0-6 0,0 2 0,0 4 0,0-3 0,0 2 0,0-2 0,0-3 0,0 2 0,0 4 0,0-2 0,0 7 0,0 1 0,0 5 0,0 1 0,0-1 0,0 1 0,0-1 0,-6 0 0,1 1 0,-1-3 0,6-3 0,-6 1 0,0-5 0,3 0 0,1 0 0,2 0 0,0-2 0,0-4 0,0 4 0,0-4 0,0-2 0,0 0 0,0 0 0,0 6 0,0 0 0,-2 6 0,-4-6 0,4 7 0,-4-1 0,4 4 0,2-1 0,0-1 0,0-3 0,0 1 0,0 5 0,0-1 0,0-5 0,0-1 0,0-4 0,0-4 0,0 4 0,0-4 0,0-2 0,0 1 0,0-1 0,0 0 0,0 0 0,-5 2 0,-1 4 0,0-4 0,6 4 0,0 2 0,0 0 0,-2 0 0,-3 0 0,3 3 0,-4-5 0,4 6 0,2-6 0,0 5 0,0-5 0,0 0 0,0-6 0,0 3 0,0 2 0,0-2 0,0 4 0,0-6 0,0 1 0,0 2 0,0 2 0,0-2 0,0 0 0,0 2 0,0-2 0,0 7 0,0-1 0,0 2 0,0 3 0,0-5 0,0 2 0,0-1 0,0 1 0,0 5 0,0-5 0,0 0 0,0-7 0,0 7 0,0-6 0,0 4 0,0-2 0,0 5 0,0-9 0,0 8 0,0-6 0,0 4 0,0-3 0,0-3 0,0 4 0,0-2 0,0 2 0,0-2 0,0-2 0,0 8 0,0-6 0,0 5 0,0-5 0,0 6 0,0-3 0,0 3 0,0 4 0,0-5 0,0-1 0,0 0 0,0-2 0,0-4 0,0 3 0,0-1 0,0 6 0,0-6 0,0 2 0,0-4 0,0 4 0,0 1 0,0-3 0,0 6 0,0-6 0,0 6 0,0-1 0,0 7 0,0-7 0,0 1 0,0 1 0,0 3 0,0 3 0,0 4 0,0-3 0,0 3 0,0 2 0,0-2 0,0 2 0,0-2 0,-2-4 0,-4 4 0,4-3 0,-3-3 0,3-5 0,2-1 0,0-1 0,0 2 0,0-4 0,0 0 0,-6-6 0,0 4 0,1-10 0,5-2 0,0 1 0,0 5 0,0 0 0,0 0 0,0 1 0,0-1 0,0 0 0,0 0 0,-2 6 0,-4 0 0,4 6 0,-4-6 0,4 5 0,2-5 0,-5 6 0,-1-6 0,0 5 0,6-3 0,0 0 0,0 0 0,0 4 0,0-6 0,0-1 0,0-4 0,0-7 0,0 1 0,0-1 0,0 6 0,0 0 0,-6 1 0,1-1 0,-1 0 0,6 0 0,0 0 0,0 1 0,0-1 0,0 0 0,0 0 0,0 0 0,0 1 0,0-1 0,-6 0 0,1 0 0,-1 0 0,6 1 0,0-7 0,0 0 0,0 1 0,0 5 0,0 0 0,0 0 0,0 1 0,0-1 0,0 0 0,0 0 0,0 0 0,0 1 0,-6-1 0,0 0 0,1 0 0,5 0 0,0 1 0,0-1 0,0-6 0,0 1 0,0-1 0,0 6 0,0 1 0,0-1 0,0 0 0,0 0 0,0 0 0,1-1 0,5-5 0,-4 4 0,4-3 0,-4 3 0,-2 2 0,0 0 0,0 1 0,0-1 0,0 0 0,0 0 0,0 0 0,0-5 0,0-1 0,0 1 0,0 5 0,0 0 0,0 0 0,0 1 0,0-1 0,0-6 0,0 1 0,0-1 0,0 6 0,0 2 0,0 4 0,0-3 0,0 2 0,0 3 0,0-2 0,0 6 0,0-6 0,0 5 0,-2-3 0,-2 0 0,-2 0 0,1-2 0,5-6 0,0 0 0,0 0 0,0-5 0,0-1 0,0-5 0,0 6 0,-8-9 0,6 13 0,-6-13 0,8 9 0,0-6 0,0 5 0,0 3 0,0-5 0,0 3 0,0-1 0,0 6 0,0-5 0,0-1 0,0-5 0,0 5 0,0-7 0,0 11 0,0-5 0,0 7 0,0 0 0,0 1 0,0-1 0,0 0 0,0 0 0,0 0 0,0 1 0,0-1 0,0-6 0,0 1 0,0-7 0,0 7 0,0-8 0,0 11 0,0-4 0,0-3 0,0 7 0,0-13 0,0 6 0,0-8 0,0 0 0,0 7 0,0-5 0,-7 6 0,5-8 0,-6 0 0,8 0 0,0 0 0,0-8 0,0 5 0,0-9 0,0-1 0,0-3 0,0-8 0,0-3 0</inkml:trace>
  <inkml:trace contextRef="#ctx0" brushRef="#br1" timeOffset="5">22801 17984 8912,'-1'-10'0,"-5"5"0,4 3 0,-6 0 0,8-4 0,0 4 0,0-7 0,0 3 0,0 4 0,0-6 0,0 8 0,0 0 0,0-7 0,0 5 0,0-6 0,0 8 0,0 0 0,0-7 0,-7 5 0,5-6 0,-6 8 0,8 0 0,0 0 0,0-8 0,0 7 0,0-7 0,0 8 0,0 0 0,0-8 0,0 6 0,-6-7 0,1 3 0,-1 4 0,6-13 0,0 5 0,0-7 0,0 0 0,0 0 0,0 0 0,0-1 0,-6 1 0,0 0 0,1-2 0,5-4 0,0 4 0,0-4 0,0 4 0,0 2 0,0-3 0,0-2 0,0 2 0,0-2 0,0-3 0,0 2 0,0-6 0,0 6 0,0-7 0,0 1 0,0-4 0,2-1 0,1 0 0,3-1 0,2 3 0,-2 3 0,-3-3 0,9 3 0,-6-3 0,5-3 0,-7 1 0,3 1 0,-1 3 0,0 1 0,5 0 0,-5-5 0,0 0 0,-6-1 0,2 7 0,4-1 0,-5-3 0,5-3 0,-4-3 0,-2 9 0,0-3 0,0-3 0,0 1 0,0 0 0,0 5 0,0 0 0,0 3 0,-2-5 0,-4 2 0,5 1 0,-7-1 0,8 2 0,0 1 0,0-1 0,0-2 0,0-5 0,0-1 0,0 1 0,-2 0 0,-4-1 0,4 1 0,-3-1 0,3 3 0,2 3 0,-2 3 0,-2 5 0,-2-2 0,2 2 0,2 2 0,2 1 0,-1 1 0,-5 0 0,4-6 0,-4 0 0,2 0 0,-1 6 0,3-6 0,-4-4 0,4-3 0,2-7 0,0-1 0,0 4 0,0-1 0,0 1 0,0-4 0,0 2 0,0 3 0,0 1 0,0 5 0,0-2 0,0 8 0,0-2 0,0 4 0,0 2 0,0 0 0,0 0 0,0-1 0,0 1 0,0 0 0,0 0 0,0 0 0,0-1 0,0-4 0,0-1 0,0-2 0,0 2 0,0 4 0,0-4 0,0-2 0,0 2 0,0 0 0,0-2 0,0 4 0,0-7 0,0 5 0,0-6 0,0 6 0,0-6 0,0 1 0,0-7 0,0 7 0,0-1 0,0 0 0,0 3 0,0-7 0,0 5 0,0 3 0,0 2 0,0-2 0,0 2 0,0 0 0,0 6 0,0 0 0,0 0 0,0-1 0,0 1 0,0 0 0,0 6 0,0-1 0,0 6 0,0-5 0,0-2 0,2-9 0,2 0 0,2 1 0,-1-4 0,-5 2 0,0-8 0,0 3 0,0 1 0,0-2 0,6 6 0,0-5 0,-1 5 0,-5-6 0,0 8 0,0-2 0,0 4 0,0 2 0,0 0 0,0-1 0,0 1 0,0 0 0,0 0 0,0 5 0,0 1 0,0-1 0,0-5 0,0 0 0,0 0 0,0 0 0,0-1 0,0 1 0,0 0 0,0 0 0,0 0 0,0-1 0,0 1 0,0 0 0,0 0 0,0 0 0,0 0 0,0-1 0,0 1 0,0-2 0,0-4 0,0 4 0,0-4 0,0 2 0,0-2 0,0 4 0,0-6 0,-1 2 0,-5 0 0,4-1 0,-4 1 0,4 3 0,2-2 0,0 2 0,0 3 0,0 0 0,0 0 0,-2 0 0,-3 0 0,3-1 0,-4 1 0,4 0 0,2 0 0,0 0 0,0-1 0,0 1 0,0 0 0,0 0 0,0 0 0,0-1 0,0 1 0,0-2 0,0-4 0,-6 4 0,1-4 0,-1 4 0,6 2 0,0 0 0,0-1 0,0 1 0,0 0 0,0-2 0,0-4 0,0 4 0,0-4 0,0 4 0,0 2 0,0 0 0,0-1 0,0-5 0,0 0 0,0 1 0,0 4 0,0 1 0,0 0 0,0 0 0,0 0 0,0-1 0,0 1 0,0 0 0,0 0 0,0 0 0,0-1 0,0 1 0,0 0 0,0 0 0,0 0 0,0-1 0,0 1 0,0 0 0,0 0 0,0 0 0,0-1 0,0 1 0,0 0 0,0 6 0,0-1 0,0 8 0,0-11 0,0 11 0,0-7 0,0 5 0,0-5 0,0-3 0,2 5 0,4-3 0,-5 1 0,7-6 0,-8-1 0,0 7 0,0-1 0,0 1 0,0-6 0,0 0 0,6-1 0,0 1 0,-1 0 0,-5 0 0,0 0 0,0-1 0,0 7 0,0 0 0,2 1 0,4-1 0,-4-5 0,4 5 0,-5-5 0,-1-1 0,0 6 0,0-1 0,0 1 0,0-6 0,0 0 0,0-1 0,0 7 0,0-1 0,0-1 0,0-2 0,2-1 0,4 5 0,-4-4 0,4 3 0,-4 3 0,-2-3 0,0 1 0,0-6 0,0-1 0,0 1 0,0 0 0,0 0 0,0 0 0,0-1 0,0 7 0,0-1 0,0 1 0,0-6 0,0 0 0,0 5 0,0 1 0,0 5 0,0-5 0,0 7 0,2-10 0,1 7 0,3-3 0,0 4 0,-6-5 0,0 5 0,0-5 0,0 5 0,0-5 0,0 5 0,0-6 0,0 7 0,0-7 0,2 6 0,4-5 0,-5 5 0,5-5 0,-4-1 0,-2 3 0,0-7 0,0 15 0,0-7 0,0 6 0,0-4 0,0 4 0,0-5 0,0 7 0,0 0 0,0-8 0,0 6 0,0-13 0,0 11 0,0-7 0,0 7 0,0-6 0,0 5 0,0 1 0,0-8 0,0 8 0,0-3 0,0 7 0,0-8 0,0 6 0,0-5 0,0 7 0,0-8 0,0 6 0,0-6 0,0 8 0,0 0 0,0 8 0,0-6 0,0 6 0,0-8 0,0 0 0,0 0 0</inkml:trace>
  <inkml:trace contextRef="#ctx0" brushRef="#br1" timeOffset="6">22836 10660 8912,'0'17'0,"0"0"0,0 0 0,0 1 0,0-9 0,0-1 0,0-8 0,0 0 0,0 7 0,0-5 0,0 14 0,0-15 0,0 7 0,0-8 0,0 0 0,0-8 0,0 7 0,-2-7 0,-4 8 0,4 0 0,-5 0 0,-1 8 0,6 1 0,-6 8 0,8-5 0,0-1 0,0-5 0,0 5 0,0-7 0,0 4 0,0-8 0,0 0 0,8 0 0,-6-2 0,4-4 0,-4 4 0,-2-13 0,0 13 0,-2-6 0,-4 8 0,4 0 0,-6-7 0,8 5 0,0-6 0,0 8 0,0-2 0,0-3 0,0 3 0,0-14 0,0 7 0</inkml:trace>
  <inkml:trace contextRef="#ctx0" brushRef="#br1" timeOffset="7">22888 10746 8912,'0'9'0,"0"-1"0,0-8 0,1-2 0,5-4 0,-4 2 0,6-5 0,-1 1 0,-3-5 0,8 1 0,-3-3 0,3-2 0,-3 2 0,-5 1 0,4 3 0,1-3 0,-3 7 0,6 1 0,-9-3 0,13-1 0,-5-7 0,-3 0 0,-1-1 0,-7 1 0,6 6 0,0-1 0,7 1 0,-3-6 0</inkml:trace>
  <inkml:trace contextRef="#ctx0" brushRef="#br1" timeOffset="8">22991 10075 8912,'0'12'0,"0"-1"0,0-7 0,0 5 0,0-3 0,7-4 0,-5 8 0,4-5 0,4-3 0,1 4 0,4-4 0,5-2 0,2 2 0,7 4 0,6-4 0,5 3 0,-2-3 0,8-2 0,0 6 0,5 0 0,-5 1 0,0-1 0,-8-4 0,3 4 0,-5-4 0,-2-2 0,-7 0 0,-4 0 0,-4 0 0,-2 0 0,1 0 0,-9-2 0,-3-4 0,-12-4 0,-3-7 0,-9 0 0</inkml:trace>
  <inkml:trace contextRef="#ctx0" brushRef="#br1" timeOffset="9">23541 9972 8912,'-24'10'0,"3"3"0,-8-7 0,8 1 0,-2-1 0,4 4 0,2-1 0,1 12 0,5-4 0,-3 14 0,9 3 0,-3 6 0,4 10 0,-2 0 0,3 3 0,1 1 0,2-8 0,0 1 0,0-7 0,0-1 0,0-11 0,0-3 0,0-8 0,0 1 0,0-24 0,0-6 0</inkml:trace>
  <inkml:trace contextRef="#ctx0" brushRef="#br1" timeOffset="10">24178 10006 8912,'-9'-7'0,"1"-3"0,0 1 0,6-7 0,-3 5 0,3-4 0,4 5 0,2 2 0,3 3 0,3-1 0,-5 0 0,7 8 0,-1 4 0,-1 5 0,5 5 0,-5 3 0,1 4 0,1 5 0,-7 5 0,5 1 0,0 1 0,-1-1 0,-3 0 0,5 1 0,-7-1 0,4 0 0,-2-1 0,-1-4 0,3-5 0,-2-6 0,-2-3 0,7-4 0,-7-3 0,11-16 0,-13-16 0,6-13 0</inkml:trace>
  <inkml:trace contextRef="#ctx0" brushRef="#br1" timeOffset="11">24075 10092 8912,'-17'6'0,"0"0"0,-1-2 0,1-2 0,0-2 0,9 0 0,8 0 0,16-10 0,14-7 0,8-10 0,8-5 0,6-10 0,3-4 0,5-4 0,1-2 0,-4 7 0,6-1 0,-2 4 0,1 0 0,-9 9 0,-5 7 0,-16 10 0,3 10 0,-20 6 0,-3 6 0,-10 6 0,-8 11 0,-4-2 0,-7 7 0,-8 1 0,-2 5 0</inkml:trace>
  <inkml:trace contextRef="#ctx0" brushRef="#br1" timeOffset="12">24832 9989 8912,'-17'0'0,"0"0"0,5 0 0,1 0 0,-1 0 0,-5 8 0,2 3 0,1 7 0,3 4 0,7 5 0,-2 8 0,4-1 0,2 0 0,0-1 0,0-5 0,6 3 0,0-8 0,7 0 0,-1-8 0,3-1 0,2-3 0,0-7 0,1 2 0,5-12 0,0-6 0,0-11 0,-6-5 0,0 1 0,0-2 0,-2 1 0,-1-7 0,-5 3 0,-1 3 0,0-1 0,-3 7 0,-3-8 0,0 12 0,-7-4 0,-9 10 0,3 1 0,-5 8 0,-1-1 0,0 3 0,0 9 0,7-5 0,3 14 0,7-7 0</inkml:trace>
  <inkml:trace contextRef="#ctx0" brushRef="#br1" timeOffset="13">25107 9817 8912,'10'-17'0,"3"6"0,-7-1 0,0 8 0,-6-3 0,0 14 0,0 5 0,0 9 0,0 2 0,8 9 0,3 3 0,-1-1 0,1 6 0,-5-4 0,5-1 0,-1 5 0,1 0 0,3 0 0,-9-5 0,-1-1 0,-2-7 0,-2-3 0</inkml:trace>
  <inkml:trace contextRef="#ctx0" brushRef="#br1" timeOffset="14">25090 10127 8912,'0'-17'0,"0"-1"0,0 1 0,0 0 0,0 0 0,8 0 0,5-1 0,8 1 0,8 0 0,3 0 0,3 0 0,-1-1 0,1 1 0,-1 0 0,1 0 0</inkml:trace>
  <inkml:trace contextRef="#ctx0" brushRef="#br1" timeOffset="15">25486 9903 8912,'-15'10'0,"3"3"0,-11-7 0,-2 5 0,3-5 0,-3 6 0,2-7 0,4 9 0,-4-3 0,9 4 0,5 3 0,1-1 0,4 0 0,2 0 0,2 0 0,2-5 0,4-1 0,-2-5 0,7 5 0,1-7 0,7 2 0,4-4 0,-4-4 0,4-4 0,-4-3 0,-2-8 0,0-1 0,1 1 0,-1 0 0,0 0 0,-5-6 0,-1 0 0,-5 0 0,5 6 0,-5 0 0,3-1 0,-1 1 0,-2 0 0,-6 8 0,0 3 0,0 12 0,0 3 0,0 8 0,0 8 0,0 4 0,0-3 0,0 3 0,0-2 0,0 2 0,8-3 0,1-5 0,3 0 0,-1-5 0,1-1 0,5-9 0,0-1 0,0-5 0,0-2 0,1-3 0,1-12 0,4-12 0,-4-4 0,2-1 0,-6 0 0,-3-1 0,-9-1 0,3-4 0,-4 2 0,-2-8 0,0 2 0,0-2 0,-8 4 0,-3 8 0,1 1 0,-1 6 0,-3 10 0,7 8 0,-7 12 0,9 9 0,-1 7 0,6 15 0,0 1 0,0-1 0,0 6 0,0 2 0,2 0 0,4 0 0,1-2 0,5-5 0,3-1 0,-3 1 0,1-3 0,-2-3 0,5 1 0,-5-7 0,-3-7 0,15-1 0,-4-6 0</inkml:trace>
  <inkml:trace contextRef="#ctx0" brushRef="#br1" timeOffset="16">26209 9938 8912,'-25'11'0,"-4"1"0,-1-9 0,1 3 0,-2 4 0,8 1 0,-5-1 0,5 1 0,4 3 0,5 1 0,1 2 0,7 0 0,0 0 0,6 1 0,6 4 0,0 1 0,13 0 0,-2-5 0,4-1 0,-3 0 0,4-2 0,3-3 0,2-7 0,4-3 0,1-2 0,3 0 0,-7-13 0,1-4 0,0-12 0,5 2 0</inkml:trace>
  <inkml:trace contextRef="#ctx0" brushRef="#br1" timeOffset="17">26433 10041 8912,'-18'17'0,"1"0"0,0 0 0,2 2 0,3 4 0,-1-3 0,7 2 0,0 3 0,6-2 0,2-2 0,4-2 0,-2-2 0,7 1 0,1-7 0,5 1 0,0-3 0,0 3 0,1-5 0,-1-7 0,0 0 0,0-2 0,0-3 0,-1-7 0,-5-11 0,3 4 0,-9-4 0,3-2 0,-2 2 0,-4-1 0,3 1 0,-3 4 0,-2-4 0,-2 4 0,-3 1 0,1 3 0,-8 4 0,8-5 0,-11 14 0,13-13 0,-5 13 0,7-5 0</inkml:trace>
  <inkml:trace contextRef="#ctx0" brushRef="#br1" timeOffset="18">26759 10075 8912,'0'12'0,"0"-1"0,0-7 0,0 11 0,0-5 0,0 7 0,0 0 0,0 0 0,2 1 0,2-1 0,2 0 0,5-6 0,-5 1 0,8-6 0,-3 5 0,4-7 0,3 2 0,-1-5 0,0-1 0,0-1 0,0-5 0,1 2 0,-1-7 0,-2-1 0,-3-5 0,3 0 0,-6 0 0,1-1 0,5 9 0,-11-5 0,8 9 0,-9-1 0,13 6 0,-12 0 0,7 0 0,2 0 0,-3 0 0,1 0 0,1 0 0,5 0 0,0 0 0,0 0 0,1 0 0,-3-2 0,-2-2 0,-1-2 0,-1-5 0,7 5 0,-7-1 0,0 1 0,-5 4 0,6-4 0,-8-3 0,3 7 0,-7 2 0,0 11 0,-6 5 0,1 1 0,1 0 0,-4 0 0,2 0 0,1 1 0,5-1 0,0-8 0,0-1 0,2-8 0,3 0 0,-1-2 0,8-4 0,-3-3 0,5-8 0,-3-1 0,1 1 0,5 0 0,-6 7 0,1 5 0,-1-3 0,6 2 0,1 1 0,-1 5 0,0 0 0,0 0 0,0 0 0,1 0 0,1 0 0,4 0 0,-4 0 0,4 0 0,-2 5 0,2 1 0,-4 0 0,4-6 0,-4-2 0,-2-4 0,0-3 0,1-9 0,-1 1 0,0 0 0,-6-2 0,1-4 0,-8 2 0,2-8 0,-5 3 0,-1-3 0,-1-4 0,-5 5 0,2 3 0,-8 2 0,3-2 0,-3 2 0,3 6 0,3 6 0,4 9 0,-3 2 0,3 9 0,2 14 0,0 6 0,0 11 0,0 2 0,0 4 0,5 2 0,3-8 0,2 0 0,3 2 0,0-6 0,-1 4 0,3-3 0,-3-3 0,3-5 0,2-1 0,-2-7 0,-3 2 0,3-11 0,-11-5 0,7-7 0,-7 0 0,4-2 0,-8-3 0,0-7 0,-6 3 0,0-3 0,1 6 0,5-5 0,-6-1 0,0-5 0,-7 0 0,11 8 0,-6-1 0,8 4 0,0 2 0,0-7 0,0 0 0,0-7 0</inkml:trace>
  <inkml:trace contextRef="#ctx0" brushRef="#br1" timeOffset="19">27826 9920 8912,'-17'-11'0,"0"0"0,7 7 0,3-4 0,7 18 0,0 7 0,0 8 0,2 11 0,2 6 0,1 10 0,1 1 0,-4 8 0,2 0 0,1 0 0,7-5 0,-6 1 0,5-11 0,-3-8 0,-1-7 0,1-8 0,5-12 0,-3-7 0,7-16 0,6-7 0,0-15 0,2-8 0,-4-4 0,4-4 0,2-1 0,-6 1 0,2 4 0,-2-1 0,2 6 0,-6 3 0,0 10 0,-2 3 0,-9 8 0,0 7 0,-6 2 0,0 16 0,0 4 0,0 5 0,0 4 0,0 4 0,0 1 0,0 1 0,0 2 0,0 3 0,0-3 0,0 1 0,0-1 0,0 2 0,0-7 0,0 1 0,0 0 0,0 0 0,0-2 0,-6-10 0,0 4 0,-15-3 0,2 3 0</inkml:trace>
  <inkml:trace contextRef="#ctx0" brushRef="#br1" timeOffset="20">27844 10161 8912,'-18'-6'0,"1"1"0,6-9 0,-1 3 0,10-4 0,2-3 0,4-1 0,13-4 0,4 2 0,16-5 0,1 1 0,2 4 0,8 2 0,-2 1 0,-4 7 0,-2 0 0,-4 7 0,-1 4 0,-1 9 0</inkml:trace>
  <inkml:trace contextRef="#ctx0" brushRef="#br1" timeOffset="21">27499 11949 8912,'0'-17'0,"0"0"0,4 0 0,8-1 0,11 1 0,3-6 0,7 0 0,3 2 0,1 2 0,7 0 0,2-2 0,3-2 0,3 2 0,-1-5 0,3-3 0,3-6 0,6-5 0,-1 2 0,1-8 0,8-7 0,-33 23 0,2-1 0,0-1 0,0-1 0,1-2 0,-1 1 0,32-31 0,-34 28 0,-1-1 0,-5 1 0,-1-2 0,26-35 0,-1 1 0,1 2 0,4 3-204,8-1 0,-37 32 0,-1-1 204,1 1 0,-1 0 0,-3-4 0,0 0 0,1 1 0,-1-1 0,24-41 0,-6 2 0,-4 2 0,-8 3 0,0 3 0,1-9 0,-3 3 0,-3-2 0,-2-4 0,-6 3 0,0-3-147,-6-2 1,-5 10 146,-10 7 0,0-5 0,0 5 0,-8-6 0,-3 1 0,-5-2 0,-1-5 0,0 5 0,0 0 0,-2-5 0,-4-10 0,4 1-187,7 42 1,1-2 0,3-1 0,2-1 186,0-2 0,1-1 0,-1 0 0,0 0 0,-2-1 0,-1 3 0,-14-39-222,0 0 0,-9 16 222,-3 1 0,-3 5 0,-14 1 0,3 10 0,-14 7 0,-2 10 0,-2 6 0,-4 1 0,-4 1 0,12 7 0,0 2 0,8 2 226,3 1 1,-2-3-227,-3 2 0,2 4 0,-8-4 0,7 4 0,-1 1 0,5 7 90,6 0 0,4 1 0,10-1-90,3 5 384,4 4 0,8 2-384,0 0 0,0 0 263,-1 0 1,7 0-264,-1 0 76,9 0-76,-13 0 0,14 0 0,-5 0 0,7 0 0,0 0 0,5 13 0,3 4 0,0 3 0,-1-1 0,7 5 0,-5 3 0</inkml:trace>
  <inkml:trace contextRef="#ctx0" brushRef="#br1" timeOffset="22">28136 6654 8912,'0'-25'0,"0"-2"0,0-1 0,0-1 0,0 2 0,0-2 0,0 5 0,0 6 0,0 1 0,0 0 0,0 7 0,-2 3 0,-3 7 0,-7 2 0,-11 3 0,0 5 0,-11 7 0,1 10 0,-13 5 0,-1 9 0,-3 3 0,-2 1 0,1 7 0,5 0 0,2-1 0,2-1 0,3-4 0,5 1 0,5-7 0,4-1 0,8-11 0,8 3 0,3-8 0,4 0 0,2-6 0,8 0 0,3 0 0,6 6 0,6 0 0,6 0 0,11-6 0,-2 6 0,8 0 0,6 6 0,5-6 0,3 0 0,-5-4 0,2 2 0,-1 2 0,13 7-233,-6-3 1,21 9 232,-4 4 0,-34-22 0,0 1 0,34 23 0,4-8 0</inkml:trace>
  <inkml:trace contextRef="#ctx0" brushRef="#br1" timeOffset="23">12580 8012 8912,'-12'6'0,"1"-1"0,-3-1 0,-1-2 0,3-2 0,3 2 0,1 4 0,1-2 0,1 7 0,4 2 0,-4 10 0,-1-2 0,1 8 0,0-2 0,6 3 0,0-1 0,0 2 0,0-1 0,0-1 0,0 1 0,0-7 0,0-5 0,0-7 0,0 0 0,0-3 0,0-8 0,0-13 0,0-10 0,0-8 0,0 3 0,0-7 0,0-5 0,2 2 0,4-8 0,-4 8 0,3-2 0,-3 3 0,0 5 0,2 3 0,2 6 0,1 6 0,-1 6 0,-2-3 0,7 9 0,-1 3 0,1 13 0,5 3 0,-5 14 0,5 5 0,1 5 0,0-2 0,0 4 0,0 2 0,1-2 0,-3-1 0,-4-11 0,5 3 0,-5-8 0,-3-6 0,-2-6 0,3 1 0,-7-3 0,6-9 0,-8-11 0,5-12 0,1-6 0,0-5 0,-4-4 0,2-4 0,1-2 0,1 0 0,-6-2 0,6-2 0,0 8 0,1 2 0,-1 9 0,-4 4 0,4 8 0,3 8 0,3 5 0,3 8 0,2 5 0,0 8 0,2 6 0,4 0 0,-4 0 0,14 2 0,-6 2 0</inkml:trace>
  <inkml:trace contextRef="#ctx0" brushRef="#br1" timeOffset="24">13165 8115 8912,'-12'0'0,"1"0"0,5 0 0,-6 0 0,7 0 0,-7 0 0,7 6 0,-7 0 0,6 7 0,-5-2 0,7 10 0,-2 2 0,-1 8 0,1-4 0,2 1 0,2 1 0,2-2 0,0 1 0,8-3 0,1-9 0,9-5 0,-1-3 0,0-8 0,6-4 0,0-8 0,0-11 0,2-7 0,-6-5 0,4 1 0,-12-6 0,-5 0 0,-4-2 0,-2 2 0,-2 5 0,-4 1 0,-3 3 0,-9 14 0,-4-4 0,-3 12 0,0-1 0,0 4 0,2 6 0,6 6 0,2 6 0,3 10 0,4-2 0,16 4 0,2-6 0</inkml:trace>
  <inkml:trace contextRef="#ctx0" brushRef="#br1" timeOffset="25">8553 8803 8912,'0'17'0,"0"0"0,0 0 0,0 1 0,-2-3 0,-4-4 0,4 5 0,-7-14 0,3 3 0,-4-3 0,-5-4 0,4-3 0,1 1 0,4-6 0,-5 3 0,1-7 0,-1 3 0,7 3 0,-4-1 0,8 3 0,0 4 0,8-11 0,3 7 0,7-2 0,5 2 0,3 5 0,9-5 0,-3 4 0,-3 2 0,3-6 0,-3 0 0,-4 1 0,-2 5 0,-4 0 0,-2 0 0,-1 2 0,-5 3 0,-3 5 0,-10 7 0,-4 2 0,-5 4 0,-11 2 0,0 4 0,-9 3 0,2-3 0,-1-3 0,-1 1 0,6-2 0,6-4 0,0-2 0,13-2 0,-5-5 0,5-1 0,2-5 0,10 4 0,5-3 0,10-1 0,2-6 0,8 6 0,-2-1 0,-3 7 0,3-6 0,0 7 0,5-2 0,-5-1 0,-2 1 0,-2 5 0,-4 5 0,-8-2 0,-2 4 0,-7-2 0,2 2 0,-6-4 0,-6 4 0,-11 3 0,-12 3 0,-11 2 0,-6-1 0,-3-1 0,-3 1 0,0-3 0,1 2 0,-5-8 0,5 2 0,-3-4 0,16-2 0,5 0 0,-1 1 0,7-1 0</inkml:trace>
  <inkml:trace contextRef="#ctx0" brushRef="#br1" timeOffset="26">6780 11193 8912,'10'-2'0,"-4"-4"0,-3-2 0,3-3 0,-4-4 0,6 11 0,-8-8 0,2 9 0,3-3 0,5 2 0,7 0 0,2-1 0,4 1 0,-4 2 0,4 2 0,2 0 0,0 0 0,0 0 0,0 0 0,-2 0 0,-6 0 0,0 0 0,-2 7 0,-3 5 0,3 3 0,-13 8 0,4 0 0,-6 0 0,-6-6 0,-4 2 0,1 4 0,-6-2 0,3 8 0,-3-8 0,-2 2 0,-1-4 0,1-2 0,2 0 0,3 0 0,-1-5 0,7-1 0,1 1 0,5 5 0,7 0 0,5 0 0,3-5 0,2-1 0,2-1 0,4 1 0,-4 5 0,4-5 0,-2-1 0,2 1 0,-6 1 0,1 5 0,-3 0 0,-9 2 0,-2 4 0,-4-4 0,-6 4 0,-11 4 0,-12 1 0,-13 1 0,-10 5 0,-1-5 0,-10 5 0,7 1 0,-1-6 0,3-3 0,3 3 0,7-8 0,3 2 0,13-8 0,5 2 0,4-3 0,2 11 0</inkml:trace>
  <inkml:trace contextRef="#ctx0" brushRef="#br1" timeOffset="27">18379 17726 8912,'0'-11'0,"0"-1"0,0 8 0,0-5 0,-2 5 0,-4-2 0,4-1 0,-3 1 0,3 4 0,0-11 0,-4 7 0,4 0 0,-6 4 0,8-3 0,0 3 0,0-6 0,0 8 0,-1 0 0,-5 0 0,4 0 0,-6 0 0,8 8 0,0 3 0,-2 12 0,-3 6 0,3 5 0,-6 6 0,2 6 0,1 4 0,-7 1 0,6 1 0,-1 1 0,1 5 0,4-7 0,-4 1 0,4-3 0,0-10 0,-1-5 0,-3-3 0,0-10 0,6 2 0,0-12 0,0 4 0,0-13 0,0 6 0,0-16 0,0-3 0,0 1 0,0-1 0,0-3 0,0-9 0,0 2 0,0-7 0,0-1 0,0-5 0,0-1 0,0 1 0,0 0 0,0-1 0,0 1 0,0-1 0,6-1 0,0-4 0,5 2 0,-5-8 0,7 6 0,-1-4 0,3 0 0,2 0 0,-5 4 0,-1-6 0,1 8 0,5-2 0,-6-2 0,1 2 0,-6 7 0,5 10 0,-7 4 0,3 11 0,-7 8 0,0 10 0,0 13 0,-7 4 0,-5 7 0,3 2 0,-3 4 0,7-1 0,-5 5 0,0 0 0,1-1 0,-1-2 0,-1 4 0,-4-4 0,3 4 0,3 3 0,-3 9 0,1-3 0,-7 3 0,1 2 0,0-1 0,0-1 0,0 2 0,-1-13 0,1 0 0,8-15 0,3-8 0,2-10 0,-2-2 0,4-7 0,-5 2 0,7-12 0,0-3 0,0-9 0,5 1 0,1 0 0,0 0 0,-6 0 0,6-8 0,-1-4 0,7 2 0,-4-1 0,-1-3 0,1-1 0,3-3 0,-5 1 0,7 0 0,-1-1 0,-3 1 0,3-1 0,-1 1 0,7 0 0,-7 7 0,1 4 0,-7 0 0,7 6 0,-1 7 0,6 22 0,-1 5 0,-5 12 0,-3 3 0,-8-5 0</inkml:trace>
  <inkml:trace contextRef="#ctx0" brushRef="#br1" timeOffset="28">21442 16351 8912,'0'-18'0,"0"1"0,0 0 0,0 0 0,0 7 0,0-5 0,0 13 0,0-7 0,0 3 0,0 4 0,0-6 0,0 6 0,0-3 0,0-5 0,0-1 0,0-1 0,0 6 0,0-5 0,0 7 0,0-11 0,0 5 0,-8 1 0,6-1 0,-3 5 0,3 3 0,2-6 0,0 8 0,0 2 0,0 4 0,0 3 0,0 8 0,-2 8 0,-2 4 0,-2 3 0,2 3 0,1 1 0,-3 4 0,4-2 0,-4 8 0,4 0 0,2 6 0,0-1 0,0 1 0,0-1 0,0 1 0,0 0 0,0-1 0,2 6 0,2 1 0,2-3 0,-2-1 0,3-3 0,-1 1 0,0-1 0,-6 1 0,0-6 0,0 0 0,0-10 0,0-2 0,0 1 0,0-7 0,0-3 0,0-2 0,0-4 0,0-2 0,0-7 0,0-2 0,0-8 0,0-8 0,0 6 0,-2-11 0,-4 7 0,4-7 0,-11 3 0,7-7 0,0-2 0,-1-4 0,3-2 0,-8-4 0,9-9 0,-3 4 0,-2-12 0,2 0 0,-5-4 0,5-3 0,1-4 0,-3-7 0,6 3 0,-4-2 0,4 0 0,2-5 0,0 4 0,0 1 0,6 8 0,0-2 0,7-3 0,-1 3 0,-3 0 0,3 5 0,-7 3 0,7 3 0,-8 0 0,1 12 0,-3 7 0,-2 13 0,0 7 0,0 22 0,0-9 0,0 11 0,0-4 0,0 5 0,0 1 0,-2 4 0,-1 7 0,-3 8 0,-2 2 0,3 12 0,3-4 0,-6 11 0,0 0 0,-3 4 0,1 10 0,-1 1 0,5 9-243,-5-3 1,5 4 242,-6 2 0,7-8 0,-7-3 0,6-7-101,-5-5 0,5 6 101,-5 0 0,7-6 0,-2 6 0,-1-10 0,-1 2 0,0 0 0,1 0 0,-1-7 0,2-3 0,4-1 0,-3-10 0,3 0 0,2 2 0,0-13 0,0 0 0,0-8 475,0-4-475,0-8 212,0-1-212,0-8 0,0 0 0,0-8 0,0 5 0,0-9 0,0-1 0,-2-1 0,-4 3 0,4-4 0,-6 3 0,1-3 0,5-2 0,-4 0 0,4-1 0,2-1 0,0-4 0,0 4 0,0-4 0,6 2 0,0-2 0,7 4 0,-3-6 0</inkml:trace>
  <inkml:trace contextRef="#ctx0" brushRef="#br1" timeOffset="29">18379 17984 8912,'-17'0'0,"1"2"0,5 4 0,-4-4 0,3 3 0,4-3 0,3-4 0,9-3 0,1-7 0,7 3 0,-5-1 0,3 0 0,3 1 0,-3-1 0,1-1 0,-1-4 0,3 3 0,-1-3 0,1-2 0,2-1 0,3-1 0,-1-2 0,0-2 0,8-13 0,4 2 0,11-20 0,6-3 0,-14 17 0,3-2 0,4-7 0,2-2 0,6-7 0,2-2-411,4-7 0,1-2 0,-2-2 0,1-1 411,1-2 0,1-1 0,-4 3 0,1 3 0,-2 5 0,-1 4 0,-1 4 0,0 3 0,-1 3 0,0 4 0,-9 13 0,-2 3 0,22-16 0,-20 16 0,-15 13 0,-4 7 0,-2 4 0,-7 4 0,-3 2 0,-7 0 0,0 8 0,0 3 822,0 5 0,0 9-822,0 3 0,-2 12 0,-3 6 0,-5-4 0,-22 8 0,-5-6 0</inkml:trace>
  <inkml:trace contextRef="#ctx0" brushRef="#br1" timeOffset="30">19102 17915 8912,'-8'10'0,"-2"-3"0,-7-7 0,8-1 0,3-7 0,4-9 0,15-10 0,5-13 0,10-4 0,1-8 0,5-7 0,7-4 0,10-6-54,-21 32 1,3 0-1,7-2 1,2-1-1,3-2 1,0-2-1,3 1 1,0-1 53,1-2 0,-1 0 0,-2 1 0,-2 0-249,2-3 1,0-1 0,0-2 0,0 0 248,-3 0 0,0-1 0,2 2 0,0 1 0,-5 5 0,0 2 0,0 2 0,0 2-113,-2 0 1,-1 1-1,34-28 113,-20 14 0,-10 11 0,-19 32 0,-10 10 0,-6 13 0,-6 14 185,-6 17 1,-6 1-186,-10 16 0,-5-1 0,-8 1 0,1-4 0,-1-8 0</inkml:trace>
  <inkml:trace contextRef="#ctx0" brushRef="#br1" timeOffset="31">19756 18139 8912,'-2'15'0,"-4"-3"0,4-7 0,-4-10 0,12-9 0,5-15 0,12-7 0,6-15 0,11-14 0,8-8 0,-21 33 0,2-2 0,1-4 0,3-2 0,5-5 0,2-1-438,5-3 0,2 0 0,0-4 0,1-1 438,7 2 0,-1 0 0,-2-4 0,0 0 0,-3 6 0,-1 1 0,-5 3 0,-2 2 0,-6 4 0,-1 4 0,0 6 0,1 3 0,28-28 0,0 10 167,-6 7 0,-1 13-167,-16 16 0,-7 2 0,-10 9 0,-12 0 0,-3 16 0,-8 7 0,-4 16 0,-8 12 0,-7 5 0,-15 2 0,-16-1 0,12 9 0,-12 1 0</inkml:trace>
  <inkml:trace contextRef="#ctx0" brushRef="#br1" timeOffset="32">20220 18087 8912,'-34'27'0,"7"-2"0,4-8 0,4-7 0,17-12 0,8-16 0,15-14 0,7-14 0,7-7 0,5-9 0,6-6 0,4-3 0,-4-9 0,-1-6 0,-21 41 0,0 0-170,5-7 1,0 1 0,-3 5 0,-1 0 169,1-3 0,0 1 0,0 3 0,-1 0 0,19-41 0,2 0 0,0 0 0,-9 23 0,-3 11 0,-7 22 0,-10 13 0,-7 7 0,-5 10 0,-10 0 0,-7 10 0,-11 7 0,-6 2 0,-11 10 0,-4-1 0,-7 7 0</inkml:trace>
  <inkml:trace contextRef="#ctx0" brushRef="#br1" timeOffset="33">19824 17932 8912,'-17'10'0,"0"-4"0,0-4 0,0-2 0,7-10 0,4-7 0,4-10 0,12-15 0,7-9 0,8-16 0,11-15 0,-16 36 0,0 0 0,2-5 0,2-1 0,6-3 0,2 1-356,-2-3 1,3-1 0,5-1 0,2 0 355,-3 1 0,1 1 0,1 2 0,2 1 0,-1 2 0,0 1 0,1 1 0,-1 3 0,-6 6 0,-2 3 0,24-23 168,-12 15 0,-15 18-168,-7 5 0,-2 4 0,-11 9 0,-1 10 0,-8 12 0,0 10 0,-2 5 0,-4 0 0,-11 5 0,-10-5 0</inkml:trace>
  <inkml:trace contextRef="#ctx0" brushRef="#br2" timeOffset="34">24385 15835 8912,'9'-2'0,"-3"-4"0,-4-5 0,-4-5 0,-4-1 0,4 6 0,-3-1 0,3-1 0,2 3 0,-2-1 0,-4-2 0,4 3 0,-4-1 0,4 7 0,1-2 0,-3 14 0,-2 9 0,0 8 0,6 9 0,-5 8 0,-1 4 0,-2 15 0,2 14 0,-1 5 0,-1-31 0,0 1 0,2 2 0,-1 1 0,1 3 0,-1 1 0,-6 2 0,1 0-184,3 2 1,1-1 0,-3-6 0,1-1 183,1-1 0,0-1 0,-8 35 0,0 0 0,6-12-35,-1 1 1,2-14 34,-1-9 0,-2-10 0,7-14 0,2-5 0,2-4 0,2-9 0,0-3 0,0-7 727,0 0-727,8 0 0,1 0 18,9 0 1,-9-15 0,-1-4 0</inkml:trace>
  <inkml:trace contextRef="#ctx0" brushRef="#br2" timeOffset="35">22199 15130 8912,'15'8'0,"-3"-8"0,-4 0 0,-8-4 0,0 15 0,2 14 0,3 11 0,3 18 0,7 17 0,0 16 0,-6-34 0,2 1 0,5 10 0,2 2 0,0 12 0,0 3 0,3 6 0,0 2 0,-5-26 0,0 2 0,0 0 0,2 0 0,1-1 0,0 1-94,0 1 1,0-1-1,0-1 1,9 26 0,-1-2-1,-3-8 1,-2-3-1,-2-12 1,-1-4 93,-4-11 0,0-3 0,10 28 0,-8-12 0,-1-16 0,-5-3 0,-3-11 101,-1-10 1,-5-4-102,4-2 0,4-7 0,-7-3 0,9-7 0,-3-4 0,3-7 0,-4-16 0,-8-19 0,0-11 0,0-4 0,0-8 0</inkml:trace>
  <inkml:trace contextRef="#ctx0" brushRef="#br2" timeOffset="36">22354 15096 8912,'-6'11'0,"1"1"0,-9-9 0,12 13 0,-5-7 0</inkml:trace>
  <inkml:trace contextRef="#ctx0" brushRef="#br3" timeOffset="37">22079 15732 8912,'-8'-16'0,"-1"3"0,-3 2 0,2-3 0,1-1 0,-1-2 0,5 0 0,-5-1 0,2 1 0,3 0 0,-1 0 0,0 0 0,-1 1 0,3 3 0,-2 1 0,0 9 0,6 12 0,2 20 0,6 17 0,9 15 0,8 11 0,-8-27 0,0 2 0,1 7 0,-1 3 0,1 6 0,0 2 0,2 5 0,0 1-381,3 6 0,0 1 0,1 2 0,0 1 381,-1 2 0,0 0 0,1-3 0,2-2 0,-3-5 0,-1-2 0,-1-9 0,0-2 0,-1-10 0,-1-3 0,11 35 0,-7-20 0,-6-20 0,-5-14 0,1-13 0,-7 3 0,0-13 0,-6 3 0,0-10 0,0-4 0,0-3 0,0-10 0,0-6 1524,0-9-1524,0-1 0,-16-22 0,-3 3 0</inkml:trace>
  <inkml:trace contextRef="#ctx0" brushRef="#br3" timeOffset="38">22320 15233 8912,'-19'-13'0,"-3"-4"0,0-4 0,1-4 0,7 6 0,3-4 0,5 9 0,-6 3 0,7 1 0,-7-1 0,8 3 0,-1 10 0,12 6 0,11 11 0,8 13 0,9 20 0,5 17 0,-15-27 0,2 2 0,4 6 0,1 3 0,1 3 0,1 2-374,0 3 0,0 3 0,4 9 0,-1 5 374,1 4 0,-1 2 0,0 2 0,-2 2 0,-2-3 0,-3 0 0,-1-3 0,0 0 0,-2-4 0,-1-1 0,-1-6 0,0-3-109,-2-9 1,0-3 0,-3-6 0,0-3 108,9 16 0,3-9 0,-5-10 0,0-4 0,-4-8 0,-4-5 0,-2-10 0,-6-2 0,1-3 0,-8-5 0,9-8 355,-7-5 1,0-11 0,-6-16-1,-2-11-355,-4-13 0,-11-16 0,-10-5 0</inkml:trace>
  <inkml:trace contextRef="#ctx0" brushRef="#br3" timeOffset="39">22406 14253 8912,'-23'-29'0,"-2"1"0,0-3 0,0-1 0,2 5 0,14 10 0,5 19 0,15 15 0,5 12 0,18 16 0,4 9 0,16 19 0,3 5 0,-25-36 0,-1 2 0,0 5 0,-1 1 0,2 1 0,0 1 0,-3 6 0,-1 3-98,3 4 1,1 2 0,0 6 0,-1 3 0,3 1 0,-1 0-1,-1 1 1,-1-1 97,-2-1 0,0-1 0,-3-6 0,-1-2 0,-2-6 0,0-2 0,1-4 0,0-1 0,-4-7 0,0-2 0,14 31 0,-5-19 0,-14-11 0,3-6 0,-5-5 0,-3-7 0,-3-9 0,-7-7 0,0-8 0,0 3 0,0-9 0,0-3 0,0-13 0,-2-14 0,-3-14 0,-7-17 0,-3-11 0,-10-20 0,12 46 0,-1 0 0</inkml:trace>
  <inkml:trace contextRef="#ctx0" brushRef="#br3" timeOffset="40">22578 13634 8912,'-25'-17'0,"4"0"0,-4 0 0,6-1 0,6 9 0,13 3 0,0 12 0,9 5 0,8 12 0,16 14 0,13 14 0,3 12 0,3 10 0,-23-31 0,-1 2 0,1 3 0,0 3 0,3 5 0,1 3-339,-1 4 0,-1 2 0,0 4 0,-1 1 339,2 8 0,-1 1 0,0-3 0,-1-1 0,2 1 0,-1-1 0,0-5 0,-2-2 0,-4-2 0,-1 0 0,0-7 0,-2-2 0,-1-7 0,-2-2 0,10 29-85,-6-7 0,-4-2 85,-2-10 0,1-7 0,-1-10 0,-6-6 0,1-5 0,-8 2 0,3-10 0,-1-4 0,0-4 0,-1-9 665,-5 4 0,0-12-665,0-8 0,0-14 0,-1-22 0,-3-7 0,-2-9 0,-7-10 0,3-4 0</inkml:trace>
  <inkml:trace contextRef="#ctx0" brushRef="#br3" timeOffset="41">24178 16162 8912,'6'49'0,"0"-5"0,-3-9 0,1-13 0,2-8 0,-4-14 0,4-12 0,-2 3 0,-1-3 0,3-1 0,-2-2 0,4-2 0,-3-1 0,9 1 0,-3 0 0,4 0 0,-5 0 0,-4-1 0,-4 9 0,-2-1 0,0 5 0,0 1 0,0-8 0,0-1 0,0-2 0,0-3 0,0 7 0,0-1 0,0 1 0,0-6 0,2 0 0,3-1 0,-3 7 0,4 0 0,-4-1 0,-2-5 0,0 5 0,0 1 0,0 7 0,0-11 0,0 13 0,0-6 0,0 8 0,-2 0 0,-4 0 0,4 0 0,-5 0 0,7 8 0,0 3 0,-2 7 0,-4 4 0,4 0 0,-4 6 0,4 1 0,2 5 0,0 8 0,-1 2 0,-3 2 0,-2 0 0,0 2 0,6 9 0,0-4 0,0 5 0,0-5 0,0-1 0,-2-6 0,-2-2 0,-1 0 0,1-1 0,2-4 0,2 1 0,0 2 0,0-2 0,0 2 0,0-4 0,0 2 0,0-2 0,0 1 0,0 1 0,0-2 0,0 8 0,0-6 0,0 6 0,-6-6 0,1 6 0,-1-6 0,4 4 0,-2-2 0,-2-4 0,-1 4 0,1-2 0,4 8 0,-4-2 0,4-4 0,0-2 0,-1-4 0,-3-1 0,0 1 0,6 4 0,-2-9 0,-3 3 0,3-5 0,-4-1 0,4-3 0,2-8 0,0 1 0,0-9 0,0-1 0,0-8 0,0-8 0,0 6 0,0-5 0,0 7 0,0 1 0,-2 3 0,-4 2 0,4 7 0,-5-3 0,1 7 0,0 0 0,1-5 0,5-1 0,-8 1 0,4 5 0,-7 0 0,7-5 0,-2-1 0,-4-7 0,9 4 0,-7-7 0,8 5 0,-2-4 0,-4 4 0,4-4 0,-5-2 0,7 0 0,0 0 0,7-8 0,3-1 0,7-9 0</inkml:trace>
  <inkml:trace contextRef="#ctx0" brushRef="#br3" timeOffset="42">21459 16952 8912,'21'-11'0,"-5"0"0,-7-3 0,-5-1 0,-2 5 0,-2 10 0,2 14 0,3 7 0,11 0 0,11 7 0,3 5 0,6 5 0,10 8 0,0 11 0,6 6 0,5 16 0,-25-35 0,-1 1 0,3 5 0,-1 2 0,-2 0 0,-1 1-154,-1-4 0,0-1 0,-3-2 0,-1 0 154,21 34 0,0-7 0,-9-18 0,-7-15 0,-3-13 0,2-16 0,-6-5 0,-1-6 0,-4-6 0,-16-18 0,-4-13 0</inkml:trace>
  <inkml:trace contextRef="#ctx0" brushRef="#br3" timeOffset="43">22509 16127 8912,'17'0'0,"-2"-2"0,-3-3 0,-3 5 0,-5 1 0,2 15 0,7 16 0,-1 14 0,5 8 0,6 9 0,-2 7 0,8 18 0,1 4 0,-14-44 0,1 1 0,0-1 0,0 0 0,0 0 0,1 1 0,0 0 0,0 0 0,0 1 0,0 1 0,1-3 0,-1-1 0,14 39 0,-1-9-154,3-14 0,-5-2 154,0-4 0,-3-11 19,3 0 0,4-8 0,-5-5 0,3-5-19,-3-5 0,-5-13 0,-11-10 0,-4 2 0,-8-14 0,0-3 0</inkml:trace>
  <inkml:trace contextRef="#ctx0" brushRef="#br3" timeOffset="44">23025 15044 8912,'12'-25'0,"-3"-3"0,-1-7 0,-4-5 0,-2 11 0,0 3 0,1 8 0,3 7 0,2 9 0,-3 4 0,7 13 0,3 12 0,10 23 0,4 13 0,5 15 0,-14-30 0,0 1 0,-1 1 0,1 0-266,2 6 0,1 2 1,0 3-1,0 1 266,3 3 0,0 1 0,1 3 0,0 0 0,2 3 0,-1-1 0,-4-2 0,0 0 0,1-1 0,-1-1 0,-1-5 0,-2-1 0,-1-5 0,-1-1 0,-1-9 0,0-1-28,16 41 1,-7-27 27,-4-7 0,-4-18 0,-2-5 0,1-8 0,-1 2 0,-8-12 0,-3-12 0,-12-17 0,-18-22 0,-13-13 0</inkml:trace>
  <inkml:trace contextRef="#ctx0" brushRef="#br3" timeOffset="45">22543 12585 8912,'-26'-34'0,"-1"-6"0,6 2 0,-4 3 0,-2 5 0,6 9 0,-2-4 0,4 0 0,10 6 0,3 2 0,12 13 0,5 8 0,12 15 0,6 15 0,11 16 0,4 13 0,2 6 0,0 5 0,-6-1 0,6 7 0,-2-4 0,1-1 0,-3-1 0,-7-12 0,-3-1 0,-3-4 0,2 0 0,-8-5 0,-6-6 0,-6-18 0,-5-3 0,6-8 0,-9 1 0,5-24 0,-16-13 0,-1-25 0</inkml:trace>
  <inkml:trace contextRef="#ctx0" brushRef="#br3" timeOffset="46">22750 11571 8912,'9'0'0,"5"-2"0,-8-4 0,-1 3 0,-5-9 0,2 8 0,4 0 0,5 8 0,-1 8 0,1 11 0,7 11 0,7 14 0,1 7 0,5 8 0,9 12 0,6 5 0,2 2-259,-2-2 0,1-5 259,-6-12 0,-1-4 0,-6-7 0,-7-8 0,-6-6 0,-8-8 0,-7-7 0,-4-4 0,-2-1 0,0-9 0,0-5 0,0-15 0,-8-16 0,-1-17 0</inkml:trace>
  <inkml:trace contextRef="#ctx0" brushRef="#br3" timeOffset="47">23042 11416 8912,'8'17'0,"-4"-5"0,7-1 0,-5-5 0,6 6 0,-3-1 0,3 6 0,5 10 0,-2 7 0,6 12 0,0 10 0,0 9 0,2 15 0,2 6 0,-10-37 0,1 1 0,-2-2 0,0 0 0,1-2 0,1 1 0,0 2 0,0 0-147,1-4 0,1 1 0,1 6 0,0-1 147,-2-1 0,0-2 0,3-2 0,-1-2 0,9 30 0,-3-3 0,0-2 0</inkml:trace>
  <inkml:trace contextRef="#ctx0" brushRef="#br3" timeOffset="48">19360 14924 8912,'-12'-2'0,"1"-4"0,7-4 0,-9-7 0,5 2 0,0 2 0,-1 3 0,-1 2 0,4 3 0,-5 5 0,-2 0 0,-3 0 0,-1 2 0,0 3 0,0 7 0,-1 3 0,-4 8 0,-1 2 0,2 2 0,1 3 0,3 3 0,0 1 0,2-5 0,3-3 0,6-1 0,5-4 0,1 4 0,0-2 0,7-6 0,5-5 0,3-3 0,2 3 0,6 1 0,0-5 0,0-1 0,2 1 0,-6 3 0,4-5 0,2 6 0,-2-7 0,0 7 0,-6-6 0,0 7 0,-2-4 0,-3 9 0,-6-1 0,-4 0 0,-10 2 0,-4 4 0,-3-4 0,-2 4 0,-6-4 0,0-2 0,0 6 0,6 0 0,0-6 0,-1-5 0,1-8 0,0 1 0,6-3 0,-1-2 0,8-7 0,-1-7 0,3-5 0,2-4 0,-8-15 0,-2 2 0</inkml:trace>
  <inkml:trace contextRef="#ctx0" brushRef="#br3" timeOffset="49">19325 15096 8912,'27'-2'0,"-4"-2"0,-4-2 0,-2 2 0,-5-3 0,-1 1 0,-7 0 0,11 6 0,-3 0 0,3 8 0,1 1 0,-5 9 0,4-1 0,-5 0 0,-1 0 0,-3 0 0,2 1 0,-2-1 0,5 6 0,-5 0 0,-1 0 0,-5-6 0,0 0 0,0 0 0,0-7 0,0-3 0,-1-7 0,-5 0 0,4-13 0,-6-4 0,3-4 0,-1-4 0,-2-2 0,2-7 0,4-1 0,-3 1 0,-3 1 0,2 5 0,1-5 0,5 5 0,0 3 0,2 2 0,3 4 0,5 9 0,7 5 0,0 10 0,0 5 0,1 7 0,-1 0 0,0 0 0,-2 6 0,-3 0 0,3 0 0,-3-6 0,1-5 0,-2-1 0,5 1 0,-5 5 0,-3-7 0,1-3 0,-3-7 0,-4-2 0,4-3 0,-4-5 0,-2-7 0,0-2 0,0-4 0,0 4 0,0-4 0,0 4 0,0 1 0,0 1 0,0 0 0,7 0 0,-3 2 0,8 3 0,1 6 0,2 4 0,3 4 0,-1 4 0,0-2 0,0 5 0,0 1 0,1 0 0,-1-7 0,0 3 0,-5-4 0,-1-2 0,0 0 0,7 0 0</inkml:trace>
  <inkml:trace contextRef="#ctx0" brushRef="#br3" timeOffset="50">20065 14803 8912,'-17'8'0,"2"1"0,3 9 0,5-1 0,1 0 0,0 0 0,2 0 0,2 1 0,2-1 0,0-8 0,2-1 0,4-8 0,-4-2 0,4-4 0,-2-5 0,1-4 0,-3-4 0,4-4 0,-2 4 0,2-4 0,-5 3 0,5 3 0,-4 0 0,-2 0 0,2 2 0,4 3 0,-4 5 0,13 7 0,-7 1 0,3 5 0,4 4 0,-3 7 0,3 0 0,2 0 0,1 0 0,-1 1 0,0-1 0,0 0 0,0-7 0,1-5 0,-1-3 0,0-2 0,0 0 0,0 0 0,-1-2 0,-3-3 0,-3-9 0,-3-7 0,5 2 0,-6-4 0,-1-4 0,-5-1 0,-2 1 0,-3-2 0,-5 3 0,-7-5 0,-2 4 0,-4 3 0,4 1 0,-4 5 0,9 7 0,3-1 0,5 9 0,-5-3 0,7 6 0,-2 6 0,4 3 0,2 8 0,2 8 0,4 2 0,5 2 0,5-1 0,1-5 0,0 6 0,6-8 0,0 2 0,6-4 0,-6-4 0,-2-3 0,-2-7 0,4-3 0,0-2 0,0 0 0,-6-7 0,0-5 0,-6-3 0,1-2 0,-8-2 0,1-4 0,-3-4 0,-2 0 0,0-7 0,0-1 0,-2-1 0,-3-10 0,1 4 0,-8-9 0,3 1 0,-5-11 0,3 2 0,-2 3 0,3 10 0,-1 6 0,5 12 0,-6 5 0,9 11 0,-5 28 0,8 20 0,0 15 0,0 12 0,2 10 0,4 2 0,3 7-195,8-2 1,2 0 194,4-5 0,4-3 0,8-16 0,1-9 0,4-10 0,4-12 0,8-14 0,-1-3 0,-3-8 0,0-4 0,0-8 0,-2-7 0</inkml:trace>
  <inkml:trace contextRef="#ctx0" brushRef="#br3" timeOffset="51">21889 12465 8912,'-11'0'0,"-1"-2"0,-1-2 0,-2-3 0,-2-3 0,-1 4 0,1-5 0,2 5 0,3-5 0,5 9 0,9 4 0,3 13 0,-1 4 0,8 10 0,-1 5 0,4 8 0,-1 2 0,-3 4 0,-1-4 0,1 2 0,3-6 0,-9 6 0,7-10 0,-6-2 0,-1-7 0,-5-10 0,0 0 0,0-9 0,0-8 0,0-9 0,0-14 0,-5-6 0,-1-11 0,-2 2 0,3-8 0,3 0 0,-4-4 0,4 2 0,2 3 0,0 5 0,0-6 0,0 6 0,0-6 0,0 9 0,0 3 0,8 2 0,3 9 0,4 5 0,3 9 0,-1 1 0,0 4 0,2 10 0,4 6 0,-4 9 0,4 2 0,-9 7 0,-3-1 0,1 3 0,5 3 0,-6-1 0,-1-1 0,-1-5 0,1-5 0,-6-4 0,1-2 0,-3 1 0,-2-9 0,0-1 0,0-31 0,2 2 0,2-21 0,2 2 0,-2 0 0,-1-6 0,3 6 0,-4-1 0,4 7 0,-2 7 0,1 4 0,-3 4 0,4 2 0,4 8 0,-1 9 0,8 11 0,1 6 0,-1 6 0,2-2 0,4 8 0,4-6 0,7 5 0,2-7 0,5 2 0,-3-11 0,8-6 0,-6-5 0,4-1 0,-2-1 0,-4-5 0,-2-6 0,-1-11 0,-10 2 0,-8-7 0,-2 5 0,-9-6 0,0 2 0,-6-1 0,-8-3 0,-3 8 0,-5 2 0,-1 2 0,-6 4 0,0 3 0,0-1 0,6 7 0,0 1 0,0 5 0,1 7 0,3 7 0,3 5 0,3 4 0,1 7 0,6-1 0,0 1 0,0-1 0,8 2 0,3-8 0,12 5 0,6-5 0,5-6 0,6-5 0,12-8 0,11-1 0,4-6 0,2-9 0,0-13 0,-1-9 0,1 0 0,0-8 0</inkml:trace>
  <inkml:trace contextRef="#ctx0" brushRef="#br3" timeOffset="52">23232 11984 8912,'-25'0'0,"-4"0"0,-3 0 0,-3 0 0,1 0 0,-1 0 0,-3 5 0,4 1 0,3 9 0,14 3 0,2 1 0,3 9 0,-1-5 0,7 4 0,4-2 0,6-4 0,6-2 0,7-2 0,6-2 0,0-3 0,1-4 0,-1-8 0,-2 0 0,8 0 0,-2-8 0,2-4 0,-6-5 0,-4-6 0,-2 2 0,0-7 0,-2 5 0,-3-6 0,-4 0 0,-8-5 0,0 0 0,0-3 0,-2-1 0,-4-2 0,0-8 0,-11 2 0,4-3 0,-10-3 0,3 10 0,3 8 0,2 7 0,3 10 0,-3 7 0,13 6 0,-3 16 0,3 13 0,2 11 0,0 10 0,0 11 0,7-3 0,5 3 0,3-4 0,2-1 0,0 0 0,3-3 0,1-3 0,2-6 0,5-5 0,-5-7 0,6-3 0,-6-8 0,5-7 0,-5-4 0,6-6 0,-6-6 0,0-4 0,-6-7 0,0-6 0,1-2 0,-1 1 0,0-1 0,-5-6 0,-1 2 0,-7 3 0,2-3 0,-5 8 0,-1-2 0,0 4 0,0 2 0,0 0 0,0 7 0,0 2 0,0 22 0,0 3 0,0 6 0,0-2 0,0 4 0,0 2 0,6-6 0,0 1 0,5 3 0,-5-2 0,8 0 0,-3-6 0,-1-1 0,1-5 0,-5 2 0,5-7 0,-7 0 0,4-6 0</inkml:trace>
  <inkml:trace contextRef="#ctx0" brushRef="#br3" timeOffset="53">23473 11554 8912,'0'9'0,"0"-1"0,0-8 0,0 0 0,7 0 0,3 0 0,7 0 0</inkml:trace>
  <inkml:trace contextRef="#ctx0" brushRef="#br3" timeOffset="54">23696 11657 8912,'16'17'0,"-5"0"0,-5 1 0,-4-1 0,-2 0 0,5 6 0,1 0 0,0 7 0,-6-1 0,0-2 0,2 1 0,2 3 0,1 1 0,3 1 0,-2-4 0,-2-3 0,7-3 0,1-6 0,5 1 0,0-9 0,0-9 0,6-2 0,0-3 0,-2-7 0,-2-3 0,-3-10 0,-5-4 0,2-3 0,-7-3 0,0 1 0,-6 0 0,0 5 0,0 0 0,-6 1 0,0-7 0,-1 9 0,3 3 0,-2 4 0,2 1 0,1 7 0,-3-1 0,4 9 0,-6 3 0,8 11 0,2 6 0,2 6 0,4 4 0,1 0 0,3 3 0,5-7 0,0 0 0,0-6 0,1 4 0,-1-4 0,0 3 0,0-15 0,0 1 0,1-6 0,5 0 0,-1-2 0,-1-4 0,-1-5 0,-3-6 0,0-6 0,-2-2 0,-3-4 0,1-1 0,-7 5 0,-2-2 0,-2-3 0,-2 3 0,0-2 0,0 8 0,-2-2 0,-4 12 0,4-4 0,-6 15 0,8 0 0,0 7 0,0 10 0,0 6 0,0 0 0,6 8 0,0-3 0,7-1 0,-1 2 0,-5-6 0,1 4 0,-2-3 0,0-3 0,5-2 0,-5-1 0,-1-9 0,-5 6 0,0-15 0,0 0 0,0-9 0,0-14 0,0-6 0,0-3 0,0-3 0,0 1 0,0 0 0,0-1 0,0 1 0,0 1 0,0 5 0,6-3 0,0 8 0,-2 2 0,-2 2 0,5 10 0,3 1 0,7 8 0,0 2 0,1 4 0,-1 7 0,0 8 0,-2 0 0,-3 8 0,3-1 0,-4 7 0,3-7 0,-3 1 0,-1-6 0,-6 4 0,1-2 0,-1-4 0,-2-2 0,-2-2 0,0-8 0,0-3 0,0-12 0,0-9 0,0-10 0,0-1 0,0-5 0,2-7 0,4-2 0,-2-2 0,7 2 0,-5 1 0,5-7 0,1 8 0,5-2 0,0 12 0,0 5 0,1 11 0,-1 6 0,2 6 0,4 6 0,-4 11 0,4 12 0,2 5 0,-2 6 0,5-1 0,-5 7 0,8-8 0,-2 0 0,5-7 0,6-9 0,-3-10 0,5-4 0</inkml:trace>
  <inkml:trace contextRef="#ctx0" brushRef="#br3" timeOffset="55">25572 13789 8912,'-17'0'0,"0"-6"0,-1 0 0,3 1 0,4-3 0,-5 6 0,5-4 0,3 14 0,3 7 0,3 10 0,2 8 0,-6-1 0,0 14 0,-1 6 0,3 7 0,-4 2 0,-2 4 0,5-4 0,-7 2 0,8-8 0,-1 3 0,-3-12 0,2-6 0,2-6 0,3-5 0,1-4 0,0-8 0,7-8 0,9-1 0,6-8 0,1-2 0,2-4 0,2 3 0,7-9 0,1 3 0,-1-3 0,1-3 0,-1 3 0,1-1 0,-1 1 0,6-3 0,0 4 0,2 1 0,-2-1 0,-9 1 0,4-1 0,-13-12 0,3 4 0</inkml:trace>
  <inkml:trace contextRef="#ctx0" brushRef="#br3" timeOffset="56">26260 14219 8912,'-34'0'0,"0"0"0,-1 0 0,1 0 0,-1 0 0,1 0 0,5 7 0,1 5 0,1 3 0,-2 2 0,6 2 0,4 4 0,8-4 0,-1 4 0,8-4 0,-1-1 0,5-3 0,5-4 0,5 3 0,7-8 0,0-1 0,0-5 0,1 0 0,-1 0 0,0-2 0,0-1 0,1-5 0,-1-2 0,0-1 0,-2-6 0,-3-1 0,3 1 0,-5 0 0,7 0 0,0 2 0,0 3 0,-5-1 0,-1 7 0,1 0 0,-3-1 0,6 5 0,-3-4 0,3 4 0,2 2 0,-5 0 0,-1 0 0,1 2 0,5 4 0,0-2 0,0 7 0,-5-7 0,-1 2 0,-7 3 0,12 1 0,-7 7 0</inkml:trace>
  <inkml:trace contextRef="#ctx0" brushRef="#br3" timeOffset="57">26398 14270 8912,'-8'-17'0,"7"0"0,-7 5 0,8 1 0,0 7 0,2-3 0,4 7 0,5 0 0,4 0 0,3 0 0,-3 1 0,-4 5 0,5 4 0,-5 7 0,-1-6 0,1 1 0,-5-3 0,5 3 0,-5 3 0,6-3 0,-7-5 0,7-1 0,-7-4 0,7-2 0,-1-2 0,-1-4 0,7-3 0,0-8 0,1-1 0,5 1 0,3-8 0,3-3 0,2 3 0,-3 2 0,5 4 0,-5 2 0,-3 1 0,-2 3 0,-4 1 0,-1 9 0,-11-5 0,-7 8 0,-7 6 0,-11-1 0,1 1 0,0-6 0,-6 2 0,0 4 0,0-4 0,6 11 0,0-7 0,-1 1 0,1-1 0,6-2 0,1 7 0,3 3 0,1-5 0,6 3 0,0-6 0,0 5 0,2-5 0,4 5 0,3-5 0,8 5 0,6 1 0,0 5 0,2 0 0,-2 1 0,-4 4 0,4 1 0,-4 6 0,-2-4 0,-1 3 0,-5 9 0,4-5 0,-3 3 0,-4-1 0,-3-5 0,-3 3 0,-2 3 0,-2-3 0,-3-3 0,1-4 0,-8-8 0,1 0 0,-6 0 0,-1-7 0,1-5 0,0-3 0,0-9 0,0-5 0,1-9 0,5-2 0,-3-2 0,9 4 0,1-3 0,2-3 0,6 4 0,7-6 0,1 6 0,13-3 0,-1-1 0,5 0 0,4 4 0,1-5 0,6-1 0,0-6 0,8 7 0,-2-1 0,-2 1 0,2-7 0,-8 3 0,2 3 0,-3-3 0,-3 3 0,-7 2 0,-4 0 0,-6 3 0,-6 3 0,-3 1 0,-8 3 0,-2 6 0,-4-1 0,-3 8 0,-8-1 0,-6 3 0,0 2 0,-2 7 0,2 5 0,4 11 0,-4 6 0,4 5 0,3 6 0,3 6 0,2 4 0,7 1 0,-2 1 0,4 5 0,2 0 0,4-1 0,7-10 0,9-4 0,14-8 0,8-3 0,6-9 0,7-10 0,8-8 0,4-4 0,2-23 0,0-6 0</inkml:trace>
  <inkml:trace contextRef="#ctx0" brushRef="#br3" timeOffset="58">19016 12276 8912,'-12'0'0,"1"0"0,7 0 0,-4-8 0,6 6 0,-3-3 0,3 3 0,-12 4 0,8 3 0,1-1 0,5 8 0,0 1 0,0 4 0,0 6 0,0 0 0,0 11 0,7-1 0,3 13 0,1 2 0,1 1 0,-1-3 0,7 0 0,-7 4 0,1 1 0,-3 3 0,3-14 0,1-2 0,-7-7 0,-1-5 0,3-1 0,-6-8 0,4-5 0,-4-8 0,-2 1 0,0-10 0,0-5 0,0-7 0,-6-2 0,0-4 0,-1-6 0,1-11 0,2 2 0,-6-8 0,1-4 0,-1-5 0,5-1 0,-7-7 0,1 6 0,-7-6 0,1 2 0,0-2 0,2 6 0,3 11 0,-3 4 0,3 7 0,5 16 0,-1 6 0,8 21 0,0 9 0,6 8 0,0 9 0,7 2 0,-2 4 0,5 6 0,1 4 0,0-4 0,0 0 0,1-2 0,-1 1 0,-4 5 0,4-4 0,-9-4 0,9-2 0,-3-4 0,-5-1 0,6-1 0,-3 0 0,-2-7 0,1-4 0,-7-11 0,3-5 0</inkml:trace>
  <inkml:trace contextRef="#ctx0" brushRef="#br3" timeOffset="59">23473 11055 8912,'-18'-7'0,"7"-3"0,1-7 0,3 0 0,3-1 0,2 1 0,2 0 0,0 0 0,2 0 0,4 1 0,5 5 0,4-2 0,3 7 0,5 0 0,0 6 0,1-6 0,-3 1 0,2 1 0,-2 2 0,-3 10 0,-7 3 0,2 6 0,-7 6 0,0 6 0,-6 11 0,-2-2 0,-6 10 0,-7 3 0,-6 5 0,-4 1 0,2-5 0,4-6 0,-4-1 0,4-8 0,4-3 0,3-9 0,7-6 0,-5-2 0,8-7 0,2-3 0,12-7 0,3 0 0,4-7 0,4-5 0,6-3 0,3-2 0,4-2 0,5-4 0,-5 2 0,4-8 0,-4 14 0,-1-2 0,-7 5 0,1 1 0,-2 1 0,2 4 0,3 5 0,-5-15 0,7 7 0</inkml:trace>
  <inkml:trace contextRef="#ctx0" brushRef="#br3" timeOffset="60">26329 12517 8912,'-15'-8'0,"4"-3"0,5-5 0,4-1 0,2 0 0,0 0 0,0-1 0,8 7 0,5 0 0,6-3 0,4-1 0,13 5 0,-1 3 0,-1 1 0,-3 0 0,1 0 0,-5 8 0,0 2 0,-4 2 0,-4 7 0,-4 1 0,-3 5 0,-7 4 0,-3 5 0,-2-5 0,-6 6 0,-3-4 0,-4 2 0,-7 3 0,-1-3 0,4 1 0,-6-5 0,0 4 0,2-2 0,2-4 0,2-2 0,0-2 0,0 1 0,7-1 0,10-8 0,11-3 0,12-4 0,8-2 0,7 0 0,8 0 0,-2 0 0,2 0 0,-2 6 0,2-1 0,2 11 0,-8 1 0,-2 2 0,-9 10 0,-6 1 0,-12 8 0,-9 4 0,-12 2 0,-16 4 0,-20 9 0,-12-1-302,-5 7 1,-4 0 301,-1 6 0,6-8 0,5-4 0,4-11 0,3 7 0,4-7 0,4 0 0</inkml:trace>
  <inkml:trace contextRef="#ctx0" brushRef="#br3" timeOffset="61">20031 12413 8912,'0'18'0,"2"-3"0,4-4 0,-5-5 0,5-12 0,-4 3 0,-2-9 0,6 6 0,1-3 0,3-1 0,3 1 0,-3 5 0,1-2 0,1-1 0,5 1 0,2-2 0,2 4 0,2-1 0,-2 1 0,4 0 0,-2-2 0,0 4 0,-6-3 0,0 1 0,1-2 0,-1 4 0,0-4 0,-2 3 0,-1-1 0,-3-2 0,-7 0 0,2 1 0,-12-1 0,-5 0 0,-12 6 0,2 0 0,-8 0 0,0 0 0,-3 2 0,1 4 0,2 5 0,7 3 0,-7-3 0,14 4 0,-3-3 0,5 3 0,-4 2 0,7 0 0,4 1 0,5-1 0,8-8 0,5-1 0,5-2 0,6-1 0,4-1 0,9-8 0,0-3 0,-1-3 0,3-3 0,-11-8 0,1-2 0,1 2 0,-10 2 0,0 2 0,-7-1 0,-5 1 0,-3 0 0,-10-2 0,-7 0 0,-8 2 0,-6-2 0,-7 11 0,-1 0 0,1 1 0,-6 1 0,0 6 0,1 0 0,3 0 0,7 2 0,1 4 0,1 3 0,-2 8 0,8 1 0,8-1 0,3-6 0,5 1 0,3-1 0,-4 6 0,6 0 0,6 1 0,3-7 0,8 1 0,8-9 0,4 3 0,4-4 0,1-2 0,0 0 0,1 0 0,5-8 0,0-3 0,-6 1 0,-5-1 0,-8-1 0,2-5 0,0 0 0,-6 0 0,-7 0 0,-8 0 0,-8-1 0,-5 9 0,-12 3 0,0-2 0,-12 3 0,7-1 0,-9 6 0,9 2 0,3 4 0,2-5 0,6 5 0,7-2 0,4 2 0,18-4 0,5 3 0,4-3 0,4-2 0,2 0 0</inkml:trace>
  <inkml:trace contextRef="#ctx0" brushRef="#br3" timeOffset="62">19153 11313 8912,'-17'-17'0,"0"-2"0,0-2 0,-1-2 0,3 0 0,4 6 0,-5 0 0,5-1 0,3 9 0,1 9 0,7 11 0,0 6 0,0 6 0,0 4 0,0 8 0,0-1 0,0 0 0,5 3 0,1 1 0,0 2 0,1-2 0,-5 4 0,4-2 0,2 0 0,-3-5 0,3-1 0,-4 1 0,2-1 0,7-7 0,-3-3 0</inkml:trace>
  <inkml:trace contextRef="#ctx0" brushRef="#br3" timeOffset="63">19291 11382 8912,'8'-17'0,"1"-8"0,8 6 0,-7 2 0,-2 9 0,-10 10 0,-2 4 0,-2 5 0,-7 6 0,1 6 0,3-2 0,-1 6 0,1 0 0,-1-1 0,4 3 0,-5 5 0,7-5 0,-2 0 0,4-6 0,2 5 0,0-7 0,0 2 0,0-4 0,0-1 0,2-3 0,4-4 0,4 3 0,9-9 0,4-1 0,5-2 0,5-10 0,1-3 0,6-10 0,0-2 0,6 0 0,-5 6 0,-7 0 0,-5 0 0,-8-1 0,-6 1 0,-15 2 0,-10 3 0,-13-3 0,-3 6 0</inkml:trace>
  <inkml:trace contextRef="#ctx0" brushRef="#br3" timeOffset="64">19377 11451 8912,'0'-12'0,"0"1"0,0 5 0,0-5 0,0 7 0,0-2 0,0 12 0,0 5 0,0 12 0,0 4 0,0 7 0,0 8 0,0 4 0,0 4 0,0 1 0,0 1 0,0-1 0,2-1 0,4-4 0,3-4 0,8-8 0,1-7 0,-1-4 0,0-11 0,0-5 0</inkml:trace>
  <inkml:trace contextRef="#ctx0" brushRef="#br3" timeOffset="65">19687 11451 8912,'-17'0'0,"5"-6"0,1 0 0,5 0 0,-6 6 0,3 8 0,-3 4 0,3 5 0,3 6 0,4 3 0,-4 9 0,6-1 0,6 1 0,4 5 0,7 0 0,2 0 0,2-8 0,4-3 0,2-6 0,-4-4 0,5-2 0,-5-7 0,6-4 0,-8-8 0,2-10 0,-4-1 0,-2-16 0,-7 0 0,-4-5 0,-5-6 0,-1 0 0,-7 0 0,-5 5 0,-3 3 0,-2 3 0,-2 4 0,-4 8 0,2 0 0,-8 0 0,8 7 0,-2 5 0,10 3 0,1 2 0,8 0 0,-1 5 0,10 1 0,5 7 0,7-3 0</inkml:trace>
  <inkml:trace contextRef="#ctx0" brushRef="#br3" timeOffset="66">20117 11433 8912,'8'-9'0,"-7"-1"0,5 5 0,-6 3 0,-6-4 0,-3 4 0,-8 2 0,0 0 0,-1 0 0,7 8 0,-1 3 0,1 4 0,-6 3 0,7 5 0,4-1 0,4 7 0,2-6 0,0 0 0,0-6 0,8 0 0,4 1 0,5-3 0,6-4 0,4 3 0,7-9 0,0-3 0,1-5 0,-5-3 0,5-11 0,-10 3 0,7-11 0,-5 2 0,-6 1 0,-2-7 0,-2 6 0,-5 0 0,-1 6 0,-7 0 0,2-1 0,-4 7 0,-2 0 0,-2 7 0,-4-2 0,2 4 0,-7 2 0,7 2 0,-2 4 0,4 3 0,2 8 0,0 3 0,0 2 0,0-1 0,0 8 0,0-8 0,0 2 0,0 2 0,0-2 0,0 0 0,0-6 0,0 0 0,0-5 0,0-1 0,2-7 0,4 2 0,-2-12 0,7-6 0,-5-9 0,5-2 0,-5-7 0,6 1 0,-3-3 0,3-3 0,-3 9 0,-3 3 0,-4-2 0,6 2 0,-1 2 0,-5 2 0,6 9 0,-8 5 0,0 10 0,0 5 0,0 7 0,5 0 0,1 0 0,2 1 0,-2-1 0,-3-2 0,9-3 0,-6 3 0,5-4 0,1-3 0,5-2 0,0-6 0,-2-6 0,-3-6 0,-3 3 0,-5-3 0,2-1 0,0 4 0,-6-3 0,7 8 0,-5-3 0,8 14 0,-5 5 0,-1 3 0,6 2 0,-2 0 0,3 1 0,-5-1 0,5-6 0,-5 1 0,7-8 0,-1 1 0,3-3 0,2-2 0,0 0 0,1 0 0,-1-7 0,0-7 0,-2-5 0,-3-4 0,3-7 0,-3 1 0,-3 2 0,1-1 0,-3-1 0,-3 2 0,6 2 0,-8 8 0,5 0 0,-7 9 0,0 8 0,0 8 0,0 9 0,0 2 0,0 4 0,0 8 0,0 7 0,-2 0 0,-3 8 0,-5-6 0,-7 6 0,-2 4 0,-4 5 0,-6 6 0,-11 8-426,4 0 0,-14-8 1,6-2-1</inkml:trace>
  <inkml:trace contextRef="#ctx0" brushRef="#br3" timeOffset="67">22715 10780 8912,'16'-2'0,"-5"-4"0,5 5 0,-15-7 0,7 8 0,-8 0 0,6-2 0,0-4 0,7 4 0,-4-5 0,7 5 0,-5-4 0,5 4 0,-7-5 0,8-1 0,-7 6 0,3-8 0,-7 5 0,0 3 0,-8-6 0,-4 10 0,-5 4 0,-3 5 0,3 12 0,-10 2 0,4 4 0,1 3 0,5-3 0,1 3 0,-1 3 0,3-1 0,8 0 0,0-7 0,0-4 0,8-4 0,3-4 0,6-3 0,6-6 0,4-6 0,8-6 0,1-6 0,4-10 0,-4-5 0,5-8 0,-7 7 0,-5-1 0,-5 0 0,-6-5 0,-9 2 0,-3 3 0,-4 6 0,-2 4 0,-14 4 0,-3 3 0,-11 5 0,-1 7 0,-4 0 0,-1 3 0,0 7 0,-1 7 0,3 4 0,3-4 0,-2 8 0,8 4 0,0-2 0,8 1 0,2 1 0,1-2 0,9 3 0,-3-7 0,6 4 0,6-10 0,-3 4 0,9-10 0,-1-1 0,6 0 0,1-3 0,-1-3 0,8-8 0,3-1 0,-1-11 0,2-1 0,-6 0 0,6-6 0,-7-2 0,7 2 0,-14 0 0,3 6 0,-11-2 0,3-2 0,-2-2 0,-5 2 0,-8 4 0,-7 5 0,-5-1 0,-6 7 0,2-5 0,-8 5 0,1 4 0,1 6 0,-4 0 0,8 7 0,-2 1 0,2 5 0,10 0 0,-4 0 0,5 6 0,1 0 0,5-2 0,4-2 0,2-2 0,0-5 0,0-1 0,8-7 0,3 2 0,10-4 0,2-2 0,8-8 0,-2-3 0,3-5 0,3-1 0,-9 0 0,-3 0 0,-4 0 0,-1-1 0,-9 1 0,-3 0 0,-4 0 0,-16 2 0,-5 3 0,-6 6 0,-5 4 0,-3 4 0,-1 4 0,5 6 0,1 11 0,7-4 0,-2 4 0,5-4 0,7-2 0,3 2 0,10 0 0,4-2 0,3-3 0,9-14 0</inkml:trace>
  <inkml:trace contextRef="#ctx0" brushRef="#br3" timeOffset="68">21941 10127 8912,'-6'-12'0,"-1"1"0,-1-3 0,-2-1 0,3-2 0,-1 0 0,4 0 0,2 5 0,1 3 0,-3-1 0,-2 0 0,0 7 0,6-1 0,0 13 0,0 10 0,0 6 0,-6 10 0,1 5 0,-1 8 0,6-3 0,0 5 0,0 0 0,0-2 0,0-3 0,0-4 0,2 2 0,4-2 0,5-9 0,4-5 0,3-10 0,-1-7 0,0-3 0</inkml:trace>
  <inkml:trace contextRef="#ctx0" brushRef="#br3" timeOffset="69">22113 10041 8912,'-15'2'0,"3"3"0,-1 5 0,7 7 0,-5 6 0,5 4 0,2 3 0,2 7 0,-3 7 0,-1-4 0,0 6 0,6-6 0,6 6 0,1-6 0,3-4 0,3-5 0,-3-7 0,1-6 0,1-7 0,5 1 0,0-11 0,1-1 0,-1-3 0,0-13 0,0-3 0,0 0 0,-7-6 0,-4 2 0,-4-7 0,-2 1 0,0 4 0,0 2 0,-8 4 0,-4 2 0,-5 2 0,-4 3 0,-2 7 0,2 3 0,-4 4 0,2 3 0,1 5 0,4 7 0,7 2 0,-1 4 0,9-4 0,-1 4 0,8-4 0,7-2 0,4 1 0,10-1 0,2 0 0</inkml:trace>
  <inkml:trace contextRef="#ctx0" brushRef="#br3" timeOffset="70">22457 10230 8912,'-11'2'0,"-1"4"0,7-5 0,-7 5 0,3 4 0,-3 1 0,-3 4 0,3 3 0,3-1 0,-3 0 0,9 6 0,-3 0 0,4 6 0,2-5 0,0 1 0,0 0 0,6-2 0,-1-6 0,9-7 0,-3-5 0,12-3 0,6-2 0,-2-2 0,1-3 0,-7-7 0,2-11 0,-4-3 0,-1-1 0,-9-6 0,-3 5 0,-6-3 0,-6 3 0,-3-3 0,-9 8 0,-5 2 0,-1 8 0,-3 3 0,-4 2 0,-1-5 0,-3 4 0</inkml:trace>
  <inkml:trace contextRef="#ctx0" brushRef="#br3" timeOffset="71">25589 12775 8912,'-11'-2'0,"-1"-4"0,9 4 0,-7-6 0,4 8 0,2 0 0,-7 0 0,5 0 0,-5 0 0,5 0 0,-5 0 0,7 0 0,-12 0 0,5 0 0,1 0 0,-1 0 0,5 2 0,-5 4 0,-1-2 0,-5 7 0,0-1 0,0 5 0,1 0 0,5 4 0,-4 2 0,3-3 0,4 1 0,3 4 0,3-4 0,2 4 0,2-6 0,5-4 0,9-3 0,5-3 0,9-1 0,-1-6 0,3 0 0,3 0 0,-6 0 0,-1 0 0,-7-7 0,2-5 0,0-3 0,-4 0 0,-5 1 0,-5 3 0,-3-1 0,-6-5 0,0-8 0,-6 6 0,0-4 0,-7 6 0,2 6 0,-10-3 0,-2 8 0,2 3 0,1 1 0,-2 2 0,-1 0 0,-6 7 0,6 5 0,0 3 0,6 2 0,0 8 0,-1 4 0,1-2 0,2 1 0,3 1 0,7-2 0,5 3 0,5-7 0,11 0 0,7-6 0,7-5 0,-1-1 0,3-7 0,3 2 0,-1-12 0,1-6 0,-1-5 0,1-6 0,-9 2 0,-3-7 0,-4 5 0,-1-6 0,-9 6 0,-3-5 0,-6 1 0,-6-2 0,-11-1 0,-12 7 0,-3 4 0,-3 5 0,-1 1 0,-4 7 0,-2 0 0,-4 6 0,4 2 0,7 4 0,1 5 0,0 12 0,-5 2 0,5 6 0,7-3 0,6 3 0,12-4 0,3 1 0,4-1 0,2 2 0,2-10 0,4-8 0,3-1 0,8 1 0,6-3 0,0-8 0,10 0 0,1 0 0,2-13 0,8-5 0,0-1 0,0 0 0,-7-4 0,-3 0 0,-1-1 0,-10 1 0,-8 3 0,-9-2 0,-4 8 0,-4 3 0,-4-1 0,-6 3 0,-9 1 0,-2 8 0,-7 0 0,1 0 0,-3 8 0,-3 3 0,3-1 0,3 1 0,4-5 0,8 3 0,0 1 0,0 0 0,7-7 0,4 11 0,12-8 0,4-1 0,7-5 0,0-15 0,0-4 0</inkml:trace>
  <inkml:trace contextRef="#ctx0" brushRef="#br3" timeOffset="72">25125 12207 8912,'-18'-23'0,"1"0"0,2 2 0,3 2 0,-3 2 0,4 0 0,3 5 0,2 1 0,4 9 0,2 2 0,0 13 0,0 10 0,0 8 0,0-3 0,2 11 0,2 1 0,4-2 0,1-2 0,3-1 0,5-1 0,0 0 0,0 1 0,-1-8 0,-5-4 0,12-4 0,-4-2 0</inkml:trace>
  <inkml:trace contextRef="#ctx0" brushRef="#br3" timeOffset="73">25469 12052 8912,'-17'0'0,"-6"0"0,0 0 0,-6 0 0,4 0 0,0 0 0,0 0 0,3 6 0,4 0 0,3 7 0,4-1 0,3-3 0,8 3 0,0-7 0,2 5 0,4-2 0,3-3 0,8-5 0,6 0 0,0 0 0,6 0 0,-6 0 0,0 0 0,-4 0 0,4 0 0,4 0 0,-1 0 0,-3 0 0,-11 2 0,-5 4 0,1 5 0,-4 5 0,7 1 0,-7 2 0,2 4 0,-4-4 0,-2 4 0,0-2 0,0 2 0,0-4 0,0 4 0,0-4 0,8-2 0,1-7 0,16-10 0,2-10 0</inkml:trace>
  <inkml:trace contextRef="#ctx0" brushRef="#br3" timeOffset="74">25761 11863 8912,'-30'2'0,"7"4"0,0-2 0,11 7 0,-3 1 0,-2 5 0,2 0 0,3 0 0,5 6 0,7 0 0,0 0 0,0-4 0,1 0 0,5-2 0,-2 3 0,7-15 0,1 1 0,5-6 0,0 0 0,1 0 0,-3-2 0,-2-4 0,-3-7 0,-3-8 0,-1 2 0,-6-4 0,0 10 0,0 1 0,-7 8 0,-7-1 0,-5 3 0,-4 2 0,-8 7 0,3 5 0,-5 11 0,-1 3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3.735"/>
    </inkml:context>
    <inkml:brush xml:id="br0">
      <inkml:brushProperty name="width" value="0.05292" units="cm"/>
      <inkml:brushProperty name="height" value="0.05292" units="cm"/>
    </inkml:brush>
  </inkml:definitions>
  <inkml:trace contextRef="#ctx0" brushRef="#br0">11409 5485 8912,'-17'-27'0,"0"4"0,0 4 0,0 2 0,-1-1 0,1 9 0,0 3 0,0 4 0,-1 4 0,-1 6 0,-4 9 0,2 10 0,-5 13 0,1 6 0,4 3 0,7 11 0,5 1 0,1 2 0,4 0 0,2 0 0,2 4 0,0 0 0,0 1 0,2-12 0,4 1 0,-2-7 0,7-16 0,3-5 0,1-2 0,4-16 0,4 0 0,-2-9 0,8-7 0,-2-7 0,1-11 0,-3-11 0,-8-10 0</inkml:trace>
  <inkml:trace contextRef="#ctx0" brushRef="#br0" timeOffset="1">11650 5743 8912,'-9'-8'0,"-5"-2"0,9-7 0,-7 0 0,6 0 0,3 0 0,3-1 0,7 1 0,10 0 0,3 6 0,8-1 0,-5 8 0,6-2 0,-2 3 0,1-3 0,3 4 0,-8-4 0,0 6 0,-6 4 0,-2 4 0,-3 1 0,-5 3 0,-7 5 0,0 2 0,0 4 0,-2-4 0,-3 4 0,1-2 0,-8 0 0,-1 2 0,-2 8 0,-1-12 0,5 4 0,3-10 0,8-2 0,-7 1 0,5-1 0,-4 1 0,12-8 0,3 3 0,9-7 0,-3 2 0,-4 4 0,5-4 0,-5 4 0,4-5 0,3-1 0,-9 8 0,-3 2 0,-12 7 0,-3 0 0,-9 2 0,1 2 0,0 2 0,0 0 0,0-6 0,5-5 0,1-1 0,7-7 0,-4 4 0,8-10 0,0-4 0,8-11 0,1-10 0</inkml:trace>
  <inkml:trace contextRef="#ctx0" brushRef="#br0" timeOffset="2">12390 5760 8912,'0'-10'0,"0"4"0,0 12 0,0 4 0,0 7 0,0 6 0,-2 4 0,-1 3 0,-3 6 0,0 3 0,6-5 0,-6 0 0,1 1 0,-1-3 0,6-3 0,0-4 0,0-8 0</inkml:trace>
  <inkml:trace contextRef="#ctx0" brushRef="#br0" timeOffset="3">12442 5536 8912,'-12'-17'0,"1"0"0,-2 0 0,5 5 0,2 1 0,4 7 0,2 4 0,0 11 0,8 7 0,3 4 0,5-2 0,1 2 0,0-1 0,0 1 0,0 0 0,1-1 0,-1-1 0,0-3 0,0 0 0,1 0 0,-7 0 0,0 1 0,1-1 0,5 0 0,-5 0 0,-1 0 0,-5 0 0,3 1 0,1-1 0,0 0 0,-7-5 0,3-1 0,-4 0 0,4 7 0,-1-1 0,1-6 0,-6 1 0,0-1 0,0 6 0,0 1 0,-7-1 0,5-8 0,-6-1 0,8-10 0,0-4 0,0-9 0,0-8 0,0-7 0,2 3 0,4-2 0,5 1 0,-1 1 0,1-2 0,-1-1 0,1 7 0,3-6 0,-9 6 0,9 0 0,-5 8 0,8 3 0,1 7 0,-1 5 0,0 5 0,-5 7 0,-1 11 0,-1-2 0,1 7 0,-1 1 0,-5 5 0,3-5 0,3 0 0,3-6 0,-8 5 0,7-7 0,-2 2 0,5-6 0,1-5 0,0-4 0,8-16 0,2-2 0</inkml:trace>
  <inkml:trace contextRef="#ctx0" brushRef="#br0" timeOffset="4">13285 5399 8912,'10'0'0,"-3"0"0,-7 0 0,0 2 0,0 3 0,2 5 0,2 7 0,4 2 0,1 4 0,-3 4 0,5 7 0,-5 1 0,6-1 0,-9 6 0,3 0 0,-4 0 0,-2-5 0,0-1 0,0 0 0,-8-7 0,-1-2 0</inkml:trace>
  <inkml:trace contextRef="#ctx0" brushRef="#br0" timeOffset="5">13182 5880 8912,'-10'-11'0,"5"-1"0,3-1 0,2-3 0,2-1 0,3 0 0,7 0 0,11 0 0,5-2 0,5-4 0,7 4 0,0-4 0,10-4 0,2-2 0,-1 3 0,7-3 0,-7 2 0,-5-2 0,-4 3 0,-9 5 0,-5-2 0,-5 2 0,-11 2 0,-5 1 0,-9 7 0,-3 0 0,3 7 0,-12-2 0,9 12 0,-1 5 0,6 12 0,0-2 0,0 8 0,-2 1 0,-4 3 0,4 3 0,-3 4 0,3-3 0,2 3 0,0-6 0,0-5 0,0 3 0,0-3 0,0-2 0,0 1 0,-6-7 0,0 2 0,2-4 0,3-9 0,2-3 0,5-7 0,-2-7 0,7-5 0,1-11 0,5-5 0,0 1 0,1-2 0,-3 1 0,-2-5 0,-1 5 0,1 5 0,0 4 0,-1 1 0,1 1 0,-7 0 0,2 7 0,-3 5 0,-3 3 0,6 2 0,-6 7 0,4 5 0,-4 3 0,3 2 0,-3 1 0,-2-1 0,8 0 0,0-6 0,3 1 0,-1-8 0,-5 1 0,-1-3 0,8-2 0,-7 0 0,7 0 0,-6 0 0,5 0 0,-5-2 0,5-1 0,3-3 0,-5-6 0,3 7 0,-7-1 0,7 6 0,-8-2 0,1-4 0,5 4 0,0-5 0,5 9 0,-2 1 0,-1 3 0,-7 6 0,7-7 0,-6 1 0,5-6 0,-5 2 0,5 4 0,-5-4 0,6 3 0,-1-3 0,6-2 0,0-2 0,1-3 0,-7 1 0,1-6 0,1 3 0,2 3 0,-3-4 0,-1 2 0,1 1 0,5 5 0,0 0 0,-5 0 0,-1 0 0,-7 0 0,9 7 0,-7 5 0,0-3 0,-6 3 0,5-1 0,1 7 0,0-7 0,-6 0 0,0 3 0,-8 1 0,-1-5 0,-9-3 0</inkml:trace>
  <inkml:trace contextRef="#ctx0" brushRef="#br0" timeOffset="6">14146 5347 8912,'-8'-9'0,"4"-5"0,-7 8 0,7 1 0,-2 5 0,12 0 0,5 2 0,5 3 0,1 5 0,8 7 0,1 0 0</inkml:trace>
  <inkml:trace contextRef="#ctx0" brushRef="#br0" timeOffset="7">15023 5364 8912,'-32'10'0,"1"-3"0,2 1 0,-1 4 0,-3 5 0,-1 6 0,1 5 0,5 5 0,3 1 0,8 1 0,1 1 0,5 4 0,3-9 0,8 3 0,2-5 0,6-1 0,9-5 0,10-4 0,5-9 0,3-4 0,5-5 0,0-1 0,10-7 0,1-5 0,1-3 0,15-10 0,-6-1 0</inkml:trace>
  <inkml:trace contextRef="#ctx0" brushRef="#br0" timeOffset="8">15453 5502 8912,'-11'-15'0,"-1"3"0,1-3 0,-6 5 0,0 1 0,-6 1 0,0 8 0,-2 2 0,2 4 0,-2 9 0,-4 8 0,-1 6 0,7-7 0,2 7 0,9-6 0,-1 0 0,7-6 0,2 0 0,2 1 0,2-1 0,0 0 0,2-8 0,4-3 0,-2-4 0,7-2 0,7 0 0,5 0 0,1-8 0,-1-3 0,-2-4 0,8-2 0,-8-3 0,2-2 0,-4 2 0,-2-3 0,1 2 0,-1-1 0,0 2 0,0-2 0,-7 2 0,5 3 0,-13 8 0,6 1 0,-8 10 0,0 4 0,0 3 0,0 8 0,0 1 0,0-1 0,5 0 0,1 0 0,7-5 0,-1-1 0,3-7 0,2 2 0,1-4 0,-1-2 0,0 0 0,0 0 0,0-2 0,1-4 0,-1-4 0,0-7 0,0 0 0,1 0 0,-7 0 0,0-1 0,-1 1 0,1 0 0,3 0 0,-8 0 0,1 7 0,-1 4 0,-4-3 0,11 9 0,-7 0 0,7 7 0,-3 13 0,1 1 0,1 1 0,-3 7 0,3-6 0,1 8 0,-7-3 0,0-1 0,-6 2 0,6-6 0,-1 5 0,-1-7 0,-10 2 0,3-4 0,-9-1 0,6-3 0,-5-4 0,-3-5 0,-1-4 0,6-2 0,-1-6 0,4 0 0,4-7 0,-5 9 0,7-7 0,2 5 0,3-4 0,7 3 0,3-7 0,2 5 0,1-8 0,5 5 0,-1 1 0,7-1 0,-6-5 0,6 0 0,-6 0 0,5-6 0,-3-2 0,0 0 0,0 0 0,-2-3 0,-6 5 0,-2-8 0,-3 3 0,-4-3 0,-8 2 0,0 4 0,0 8 0,0 0 0,0 0 0,-6 5 0,-2 3 0,-1 3 0,-5 8 0,5 6 0,-3 9 0,1 2 0,-6 4 0,5 4 0,1 7 0,1 6 0,-1 0 0,3 0 0,8-5 0,0-1 0,0 1 0,0-1 0,2 0 0,4-1 0,5-5 0,10 1 0,2-12 0,6 4 0,-6-9 0,7-5 0,-1-1 0,-4-12 0,7-3 0,-5-8 0</inkml:trace>
  <inkml:trace contextRef="#ctx0" brushRef="#br0" timeOffset="9">16710 4453 8912,'-8'10'0,"6"-1"0,-2-5 0,8 2 0,9-1 0,8 3 0,1 2 0,8 11 0,5 5 0,3 9 0,8 18 0,-4 8 0,-2 16 0,-21-33 0,-2 3 0,0 12 0,-3 3 0,-5 4 0,-3 2 0,-1 3 0,-2 1 0,-4 3 0,-4 1 0,-6 0 0,-5 1-144,-7 0 1,-5 0 0,-2 3-1,-3-1 1,-6-2 0,-3-1 0,-2-4-1,-4-3 144,0-2 0,-3-4 0,-2-6 0,-1-3-521,2-4 1,1-3 520,1-3 0,0-2 0,6-7 0,0-1 0,-1 0 0,-1 1 0,-2-1 0,0 0 0</inkml:trace>
  <inkml:trace contextRef="#ctx0" brushRef="#br0" timeOffset="10">14903 12267 8912,'5'-3'0,"1"1"0,-2-3 0,0 0 0,1 1 0,-1 1 0,2-3 0,2 2 0,-2-1 0,1 2 0,-1-1 0,2 0 0,-4 1 0,4 3 0,-7 4 0,2 1 0,-2 3 0,-1 1 0,-3-1 0,0 1 0,-3 2 0,4 1 0,-4 2 0,2-1 0,0-1 0,0 0 0,0 0 0,2-4 0,1 1 0,-2 0 0,2-1 0,1 1 0,0-4 0,0 2 0,4-6 0,1 2 0,1-3 0,3-3 0,-3-2 0,6-3 0,-3 0 0,-1 2 0,-1 0 0,-1-1 0,-1-1 0</inkml:trace>
  <inkml:trace contextRef="#ctx0" brushRef="#br0" timeOffset="11">15161 11477 8912,'5'-1'0,"-2"-2"0,-2 2 0,1-4 0,2 3 0,1-1 0,-2 0 0,3 2 0,0-1 0,2 1 0,1-2 0,-1 2 0,1 1 0,-4 1 0,-3 2 0,-1 2 0,-1 0 0,0 1 0,-2 0 0,-2 2 0,-1 1 0,-1-1 0,0 1 0,2 0 0,0-1 0,1-3 0,3 3 0,0-6 0,0 3 0,0-3 0,4 3 0,2-3 0,1 1 0,2-1 0,-1-1 0,1-1 0,1 2 0,1 1 0,-1 3 0,1-3 0,-4 1 0,-2-2 0,1 1 0,-1 2 0,-1-2 0,-4 3 0,0 0 0,0 2 0,-3-2 0,0 0 0,-4-2 0,2 3 0,-2-1 0,1 0 0,-1-2 0,1-1 0,1 1 0,-1-1 0,3 0 0,-1-4 0,0-2 0,1-2 0,-1-7 0,-1-2 0</inkml:trace>
  <inkml:trace contextRef="#ctx0" brushRef="#br0" timeOffset="12">15391 11442 8912,'-3'9'0,"1"-1"0,1 1 0,1 0 0,-3-1 0,0 1 0,0-1 0,3 1 0,0 0 0,0-1 0,1-2 0,1 0 0,1 0 0,-1 2 0,0-2 0,0-1 0,0-2 0,-1-2 0</inkml:trace>
  <inkml:trace contextRef="#ctx0" brushRef="#br0" timeOffset="13">15391 11627 8912,'-1'0'0,"-4"1"0,-4 1 0,0-1 0,1-1 0,-1-3 0,1-2 0</inkml:trace>
  <inkml:trace contextRef="#ctx0" brushRef="#br0" timeOffset="14">15342 11485 8912,'3'-6'0,"-1"1"0,4 2 0,-3-3 0,4 3 0,-2-2 0,3 0 0,1-1 0,-3 0 0</inkml:trace>
  <inkml:trace contextRef="#ctx0" brushRef="#br0" timeOffset="15">16228 8433 8912,'5'-1'0,"-2"-1"0,-3 1 0,0-4 0,0 2 0,0 2 0,0-7 0,0 6 0,0-3 0,0 2 0,0-3 0,0 4 0,0-3 0,0 3 0,0 1 0,0-3 0,0 0 0,0 3 0,0-3 0,0 0 0,0 3 0,0-2 0,4 3 0,-3 1 0,2 1 0,-2 0 0,-1 4 0,0 0 0,0 2 0,1 1 0,2 0 0,-2-1 0,2 1 0,-2 2 0,0 1 0,1-1 0,0 2 0,1-4 0,-3 3 0,0 0 0,0 0 0,3-1 0,0-2 0,0-4 0,-3 1 0,0 1 0,4 0 0,-3 2 0,5 0 0,-3-1 0,0-2 0,-3 0 0,1 0 0,2 2 0,-2 1 0,2-1 0,-1 1 0,1-1 0,-3 1 0,3 0 0,-2-1 0,-1 1 0,1-1 0,2 1 0,-2 0 0,2-1 0,-2 1 0,-1-1 0,0 2 0,0 0 0,0 2 0,0-2 0,0 0 0,0-2 0,0 2 0,0 1 0,0-1 0,0 2 0,0-3 0,0 0 0,0-1 0,0 1 0,0-3 0,0-1 0,0 1 0,0 3 0,0-1 0,0 1 0,0-3 0,0-1 0,0 1 0,0 3 0,0-1 0,0 1 0,0-1 0,0 1 0,0 0 0,0-1 0,0 1 0,0-1 0,0 1 0,0 0 0,0 0 0,0 3 0,0-3 0,0 3 0,0-3 0,0 0 0,-3-1 0,0 1 0,1 0 0,1-1 0,1 1 0,0-1 0,0 4 0,0-1 0,-1 4 0,-2-4 0,3-10 0</inkml:trace>
  <inkml:trace contextRef="#ctx0" brushRef="#br0" timeOffset="16">15135 13171 8278,'-3'4'0,"-17"25"0,2-4 0,3-2 0,3-6 0,7-5 0,-3-3 0,2 0 0,-2 0 0,0-5 0,3 0 0,-3-11 0,4-3 0</inkml:trace>
  <inkml:trace contextRef="#ctx0" brushRef="#br0" timeOffset="17">14903 13222 8912,'-1'5'0,"-2"1"0,-1 0 0,-2 3 0,-1-1 0,1 1 0,1 3 0,0 2 0,1 4 0,-1 2 0,0-1 0,-1 4 0,3 0 0,3 2 0,1 1 0,1 0 0,10-7 0,5-2 0,9-9 0,1-2 0,2-4 0,4-2 0,-3-4 0,2-2 0,-5-6 0,-1-6 0,-1-3 0,-3-4 0</inkml:trace>
  <inkml:trace contextRef="#ctx0" brushRef="#br0" timeOffset="18">13647 13961 8912,'-9'-5'0,"3"0"0,1 4 0,-2-2 0,3 1 0,1 5 0,2 2 0,1 6 0,0 1 0,0 2 0,0 1 0,1 4 0,1 1 0,1-1 0,0 0 0,-3 1 0,3-1 0,0 1 0,-2-3 0,0-3 0,-1 1 0,0-3 0,0-1 0,0-6 0,0-2 0,0-6 0,0-6 0,0-6 0,0-3 0,0-2 0,1-4 0,2 1 0,-2-1 0,2 1 0,1 2 0,-1 4 0,2 0 0,-1 1 0,1 1 0,1 7 0,2 5 0,1 6 0,-3 4 0,-1 5 0,1 3 0,3 0 0,-1 0 0,1-1 0,3 1 0,3-4 0,1-3 0,1-5 0,0-2 0,1-1 0,-1 0 0</inkml:trace>
  <inkml:trace contextRef="#ctx0" brushRef="#br0" timeOffset="19">13870 13952 8912,'-8'4'0,"-1"-2"0,0 4 0,4 1 0,-1 4 0,4 0 0,-1 2 0,2 0 0,1 1 0,1-3 0,2 3 0,2-4 0,3-1 0,4-2 0,-1-4 0,5 0 0,-3-3 0,0-1 0,-1-2 0,0-4 0,0-5 0,-1-3 0,-2 0 0,-4 2 0,-2-1 0,0 0 0,0 0 0,-1-1 0,-5 3 0,-1 1 0,-6 2 0,-1 2 0,0 1 0,-1-1 0,0 4 0,3-1 0,-3 2 0,6 1 0,-1-7 0,2 3 0</inkml:trace>
  <inkml:trace contextRef="#ctx0" brushRef="#br0" timeOffset="20">13991 13720 8912,'8'0'0,"1"0"0,-4 0 0,-1 0 0,-4 4 0,0 2 0,0 4 0,0 4 0,0 1 0,0 3 0,0 5 0,0 0 0,2 1 0,1-1 0,1 2 0,-1-2 0,-1-2 0,4-1 0,-4-3 0,0-3 0,2-1 0,-1-5 0,-4-3 0,-4-1 0</inkml:trace>
  <inkml:trace contextRef="#ctx0" brushRef="#br0" timeOffset="21">13991 13918 8912,'0'-9'0,"0"1"0,0-1 0,1 2 0,2 1 0,1-2 0,5 3 0,3-2 0,4-1 0,2 1 0,2-3 0,5-1 0,1-1 0,-1 2 0,4-5 0,-2 1 0,-1-3 0</inkml:trace>
  <inkml:trace contextRef="#ctx0" brushRef="#br0" timeOffset="22">14275 13755 8912,'-14'8'0,"2"4"0,3-1 0,1 2 0,-1-2 0,3 0 0,1 3 0,0-4 0,-1 2 0,2 1 0,4-3 0,0 1 0,1-5 0,2-3 0,-1-2 0,4-1 0,-3 0 0,2 0 0,1-1 0,3-2 0,-1-2 0,1-3 0,-1 0 0,1 1 0,0 2 0,-1-2 0,1 0 0,0 1 0,-1 0 0,1 3 0,-1-3 0,1 3 0,0 1 0,-1 1 0,1 1 0,-4 0 0,6-3 0,-1-2 0</inkml:trace>
  <inkml:trace contextRef="#ctx0" brushRef="#br0" timeOffset="23">14111 14339 8912,'-9'0'0,"-2"0"0,0 0 0,0 0 0,2 0 0,1 1 0,2 2 0,2 3 0,4 4 0,0 3 0,0 0 0,1-1 0,1 2 0,1 1 0,-1 1 0,2-1 0,-1-1 0,1-3 0,-2 0 0,-1 1 0,2 0 0,-1-1 0,0-2 0,1 0 0,0-5 0,-3 0 0,0-4 0,-3-5 0,0-2 0,1-4 0,1-4 0,1 1 0,0-2 0,0 1 0,0 2 0,0 0 0,1-1 0,2 3 0,-1-1 0,4 3 0,-3 2 0,2 1 0,2 2 0,1 0 0,3 3 0,1-1 0,0 1 0,-1 1 0,-1 1 0,1 1 0,-1 1 0,-1 2 0,-1-2 0,1 3 0,-3-4 0,-1 0 0,-2 2 0,3-1 0,-3 0 0,3-3 0,-5 0 0,7 0 0,-6-3 0,3-1 0,-1 0 0,-2-3 0,-1 2 0,2-1 0,-2 1 0,7-4 0,-7 0 0,6 4 0,-5-1 0,2 4 0,-2 0 0,1 4 0,1 0 0,-1 4 0,-2-1 0,5 4 0,-3 0 0,1-4 0,-1 1 0,3 1 0,-2-3 0,2-2 0,-4-1 0,6-1 0,-3 0 0,3 0 0,-2-2 0,0-1 0,-4-4 0,4 1 0,-3 0 0,2-1 0,-1 1 0,-2 0 0,-1-2 0,-1-1 0,0 1 0,-4 3 0,-2 2 0,1 2 0,-1 1 0,0 0 0,-2 0 0,3 0 0,2 0 0,3 0 0,0 0 0</inkml:trace>
  <inkml:trace contextRef="#ctx0" brushRef="#br0" timeOffset="24">14576 14228 8912,'-17'3'0,"-2"0"0,-1 6 0,2-3 0,-2 7 0,2-1 0,1 3 0,3 1 0,3 1 0,5 0 0,3 0 0,3 0 0,3-3 0,2-1 0,4-1 0,0-5 0,3 1 0,-3-5 0,3 0 0,-3-2 0,0-1 0,-1 0 0,1 0 0,-1-4 0,-2-3 0,0-2 0,1-3 0,-2-3 0,0 1 0,-2-3 0,3 0 0,-3-1 0,3-2 0,-5 1 0,2-4 0,-2 3 0,-1-3 0,0 3 0,0-3 0,-1 1 0,-1 0 0,-1 4 0,-2 3 0,-1 5 0,-3 2 0,1 3 0,-1 5 0,1 5 0,-1 3 0,3 8 0,1 7 0,2 6 0,-3 2 0,4 2 0,-1-1 0,2 0 0,1 0 0,4-3 0,2-3 0,1-4 0,3-6 0,0-2 0,2-2 0,3-4 0,0-2 0,-2-3 0,1-6 0,-2-3 0,2-5 0,-3-2 0,0-5 0,-2 1 0,-4 0 0,2 0 0,-4 0 0,-1 0 0,-5 3 0,-4 3 0,-3 1 0,-4 2 0,-3 3 0,-1 1 0,-2 4 0,-1 5 0,-2 3 0,-2 6 0,2 6 0,3 5 0,3 3 0,2 5 0,6-2 0,2 5 0,8 2 0,3-2 0,5-1 0,8-4 0,9-2 0,2-6 0,4-3 0,1-7 0,-5-4-274,1-1 1,-3-7-1,-1 3 1</inkml:trace>
  <inkml:trace contextRef="#ctx0" brushRef="#br0" timeOffset="25">16228 8356 8912,'0'9'0,"1"-2"0,2-1 0,-2-2 0,2-4 0,-3 0 0,0 4 0,4-3 0,-3 2 0,3-4 0,-4-1 0,0 1 0,0-7 0,0 3 0,0-3 0,0-1 0,0 0 0,0 4 0,0-1 0,0 4 0,0-3 0,0 2 0,0 2 0,0-2 0,0-1 0,0-1 0</inkml:trace>
  <inkml:trace contextRef="#ctx0" brushRef="#br0" timeOffset="26">16606 8236 8912,'5'0'0,"-1"1"0,-4 2 0,-1-3 0,-2 3 0,1 2 0,-3 1 0,-1 1 0,-2-1 0,2 0 0,0 1 0,0 0 0,-3 3 0,0 0 0,-3 2 0,5-2 0</inkml:trace>
  <inkml:trace contextRef="#ctx0" brushRef="#br0" timeOffset="27">16493 8383 8912,'-14'19'0,"1"1"0,3-1 0,1-5 0,3-2 0,2-3 0,1-5 0,3-4 0,4-7 0,1-7 0</inkml:trace>
  <inkml:trace contextRef="#ctx0" brushRef="#br0" timeOffset="28">16520 8270 8912,'-5'0'0,"-1"0"0,-1 0 0,2 5 0,1 3 0,-1 3 0,0 2 0,3 5 0,-1 2 0,0 3 0,0-2 0,1 0 0,1 0 0,4-2 0,0-5 0,3-2 0,0-3 0,0-6 0</inkml:trace>
  <inkml:trace contextRef="#ctx0" brushRef="#br0" timeOffset="29">15841 8261 8912,'5'6'0,"0"0"0,-1 1 0,0-3 0,-2 2 0,1 1 0,2-2 0,-1 0 0,1 2 0,2 1 0,0-3 0,3 1 0,0 1 0,2 0 0,2 1 0,-2-1 0,-1-1 0,2 0 0,-4 5 0,2 0 0,-5 0 0,-3-2 0,-2 3 0,-1-1 0,-7 1 0,-3-4 0</inkml:trace>
  <inkml:trace contextRef="#ctx0" brushRef="#br0" timeOffset="30">15892 8451 8912,'6'0'0,"-1"1"0,-1 1 0,-1-1 0,0 2 0,-1-1 0,4 0 0,1 1 0,-2 0 0,3-3 0,2 0 0,-1 0 0,4 0 0,-1 0 0,1 0 0,3 0 0,-3 0 0,1 0 0,-3 0 0,0-1 0,-1-1 0,-1-1 0,-1-4 0,1 3 0</inkml:trace>
  <inkml:trace contextRef="#ctx0" brushRef="#br0" timeOffset="31">16099 8330 8912,'4'5'0,"-3"3"0,2-6 0,-3 3 0,0-2 0,0 3 0,0 0 0,0 2 0,0 1 0,0 2 0,0 1 0,0-1 0,0-2 0,0 2 0,1 1 0,1-2 0,1 0 0,0-5 0,-3 2 0,0-2 0</inkml:trace>
  <inkml:trace contextRef="#ctx0" brushRef="#br0" timeOffset="32">16288 7849 8912,'-6'1'0,"2"2"0,0 2 0,2 3 0,1 1 0,0 3 0,-1 2 0,-1 3 0,1 0 0,0 4 0,0 1 0,0 2 0,0 1 0,1-4 0,1 1 0,0-3 0,0-5 0,-1 1 0,-2-3 0,-2-5 0,-4-3 0</inkml:trace>
  <inkml:trace contextRef="#ctx0" brushRef="#br0" timeOffset="33">16288 7840 8912,'0'6'0,"0"0"0,-1-4 0,-2 0 0,-1 2 0,-5 0 0,0 1 0,1 2 0,-4 0 0,1 2 0,0-1 0,2 1 0,0 0 0,0-1 0,1 1 0,0-1 0,2 1 0,3-4 0,3-1 0,0-4 0,0 0 0</inkml:trace>
  <inkml:trace contextRef="#ctx0" brushRef="#br0" timeOffset="34">16314 7797 8912,'0'-5'0,"0"2"0,4 4 0,1 1 0,0 3 0,1 4 0,1 2 0,3 1 0,2-1 0,-2 2 0,3-4 0,-2 3 0,4-3 0,0 0 0,1-1 0,1 1 0</inkml:trace>
  <inkml:trace contextRef="#ctx0" brushRef="#br0" timeOffset="35">16133 7428 8912,'-11'-8'0,"0"1"0,3 3 0,1-1 0,1 0 0,1-2 0,2 3 0,3 2 0,0 4 0,1 3 0,0 4 0,2 0 0,-1 3 0,2 1 0,-1 4 0,0 1 0,1-1 0,-3 0 0,1 0 0,-1 0 0,-1 0 0,0-2 0,0-1 0,0-3 0,0 0 0,0-1 0,0-2 0,0-3 0,-2-8 0,-1-5 0,-3-7 0,3 1 0,-1-2 0,2-2 0,-1-1 0,2-2 0,0 1 0,1 3 0,0 0 0,0 0 0,0 3 0,0 3 0,2 1 0,1 2 0,4 2 0,-1 1 0,1 2 0,2 1 0,0 2 0,-1 2 0,1 3 0,-1 4 0,1-1 0,-1 1 0,-2 1 0,0 1 0,-3-1 0,2 1 0,0-1 0,-1-2 0,-2 1 0,1-1 0,-1-2 0,1 0 0,-2-3 0,2 2 0,-2-4 0,-1-1 0,0-3 0,0-7 0,0-1 0,3 0 0,-1-3 0,1 2 0,-3-2 0,0 3 0,0 0 0,0 0 0,0 0 0,0 4 0,0-1 0,1 5 0,2 0 0,-1 3 0,4 3 0,-1 5 0,4 3 0,-1 1 0,-2-1 0,1 0 0,3 0 0,-2-2 0,4 0 0,-3 0 0,0-1 0,0-3 0,-1-2 0,-2 1 0,0-1 0,-1-2 0,4-2 0,0-2 0,-4-4 0,0 1 0,0-1 0,0-2 0,-3 0 0,0 1 0,2-1 0,-1 1 0,0 2 0,-3 0 0,1 4 0,1-2 0,1 1 0,0 2 0,0-3 0,-1 4 0,4 0 0,-3 0 0,3 0 0,0 0 0,-1-1 0,1-2 0,-4 1 0,1-4 0,1 4 0,-4-4 0,0 3 0,-4 1 0,-1 1 0,-1 1 0,-1 0 0,0 0 0,2 1 0,2 2 0,2-2 0,1 3 0,0-1 0,0 2 0</inkml:trace>
  <inkml:trace contextRef="#ctx0" brushRef="#br0" timeOffset="36">16649 7273 8912,'-3'-9'0,"-3"1"0,-2 0 0,0 2 0,-1 2 0,0 4 0,1 0 0,-1 0 0,-2 4 0,-1 2 0,3 3 0,2 2 0,-1 0 0,3 3 0,0 0 0,-1 3 0,4 1 0,-1-2 0,2-1 0,1 0 0,1-5 0,2 1 0,-1-2 0,4-3 0,0 1 0,2-6 0,1 1 0,-1-4 0,1-6 0,0-7 0,0-1 0,2-1 0,-1 0 0,-2 0 0,1-3 0,-4 0 0,3-3 0,0 3 0,-2-1 0,-1 4 0,-1 0 0,-2 0 0,-1 1 0,-1 1 0,0 6 0,0 3 0,0 4 0,0 5 0,0 6 0,0 2 0,0 1 0,0 1 0,0 4 0,1 0 0,2 0 0,2 1 0,3-1 0,1 0 0,-1 0 0,5-2 0,1-1 0,-1-4 0,2 2 0,-1-5 0,3-3 0,0 0 0,1-2 0,-1-2 0,0-3 0,-3-5 0,1-7 0,-1-1 0,-1-1 0,3-3 0,-5 0 0,1 0 0,-4 2 0,-3 1 0,-2 0 0,-2 0 0,-1 1 0,0 0 0,0 2 0,-7 3 0,-1-4 0,-6 5 0,2-2 0,-2 3 0,-1 0 0,2 4 0,-2 3 0,2 4 0,-1 4 0,-2 6 0,5 2 0,-3 6 0,2 3 0,2 4 0,4 4 0,2 1 0,4 5 0,5-2 0,3 0 0,8-1 0,6 0 0,2-4 0,7-4 0,-23-21 0</inkml:trace>
  <inkml:trace contextRef="#ctx0" brushRef="#br0" timeOffset="37">21459 12422 8912,'-4'-8'0,"-1"0"0,-3 1 0,0 2 0,2 3 0,0-1 0,0 2 0,-2 1 0,2 0 0,0 0 0,4 0 0,-2 4 0,4 1 0,0 3 0,0 2 0,0 1 0,0 3 0,0 3 0,0 4 0,0 2 0,0 1 0,0 2 0,0 0 0,0 0 0,0 2 0,0 1 0,0 0 0,0-4 0,0-3 0,0-2 0,0-5 0,0-3 0,-3-3 0,2-5 0,-2-4 0,2-8 0,1-6 0,0-3 0,0-4 0,0 0 0,0-5 0,0 0 0,0 0 0,1 3 0,2 0 0,-2 3 0,2-2 0,-3 1 0,0 2 0,1 2 0,2 3 0,-2-3 0,3 8 0,-4 0 0,0 6 0,0 6 0,0 3 0,0 5 0,0 4 0,0 5 0,-3 2 0,0 4 0,1-1 0,1 1 0,1 0 0,0 0 0,0-1 0,0-2 0,0 1 0,0-1 0,0-3 0,0-2 0,0-2 0,1-5 0,2 0 0,-2-6 0,7-1 0,-3-6 0,-1-3 0,4-1 0,-4-13 0,2 1 0,-3-2 0,-2-1 0,-1 1 0,0 2 0,-1 6 0,-2 3 0,-4 5 0,-4 4 0,-2 7 0,-4 3 0</inkml:trace>
  <inkml:trace contextRef="#ctx0" brushRef="#br0" timeOffset="38">1719 5031 8912,'0'-14'0,"0"1"0,0-1 0,0 1 0,-2 4 0,-1 0 0,-3-2 0,0-1 0,0-2 0,-4 5 0,1 0 0,-3-1 0,3-1 0,1 1 0,2 1 0,3-2 0,-3 4 0,2-2 0,-5 4 0,4-4 0,1 6 0,4-3 0,0 18 0,0 6 0,0 6 0,0 11 0,0 4 0,0 6 0,0 3 0,0 0 0,0 2 0,0 1 0,0-5 0,1 1 0,4 0 0,-4-7 0,4-4 0,1-7 0,-2-2 0,1-6 0,-5-14 0,0-2 0,0-10 0,0-5 0,0-7 0,-5-4 0,1-6 0,-5-6 0,4-3 0,-4 2 0,5-2 0,-5-1 0,4-3 0,-1-1 0,2 1 0,2 1 0,-2 3 0,2-2 0,2 8 0,0 4 0,0 7 0,2 10 0,2 4 0,4 4 0,5 8 0,1 7 0,-1 1 0,1 8 0,-1-2 0,1 1 0,-1 4 0,1-4 0,-1-1 0,1 2 0,4-7 0,0 2 0,-1-4 0,-2-5 0,0 1 0,3-5 0,-3-1 0,3-4 0,-3 0 0,-2-1 0,1-4 0,-1-4 0,-4-3 0,0-1 0,-4-5 0,2 0 0,-1 0 0,-3-2 0,-1 1 0,-2-4 0,-2-2 0,-2 2 0,1-1 0,-6 1 0,1-1 0,-1 6 0,-1 0 0,5 5 0,1 5 0,4 14 0,0 12 0,4 11 0,1 2 0,5 12 0,-1-3 0,3 8 0,2-3 0,4 0 0,2-3 0,-1 2 0,1 1 0,2-1 0,-4-8 0,5-3 0,-5-8 0,-2-2 0,-1-5 0,-5-9 0,-1-5 0,-6-2 0,3-4 0,-6-2 0,0-5 0,0-9 0,0 1 0,0-5 0,0 1 0,0-2 0,0-2 0,0 4 0,0-2 0,0 1 0,0 5 0,0-1 0,0 3 0,0 1 0,0 7 0,0 1 0,0 7 0,0 4 0,0 4 0,0 7 0,0 2 0,1 7 0,2-3 0,3 2 0,2-1 0,-1 1 0,2-6 0,3 0 0,-3-5 0,3 1 0,2-1 0,-5-5 0,0-4 0,0-2 0,4-2 0,-4 0 0,0 0 0,-1-11 0,2-2 0,-2-4 0,-2-2 0,-1-1 0,-5-2 0,0-4 0,0 4 0,-2 2 0,-3 2 0,-2 3 0,-7 1 0,1 5 0,-1 0 0,-5 6 0,4-3 0,-3 8 0,3 2 0,7-1 0,4 6 0,2-6 0,8 9 0,2-4 0</inkml:trace>
  <inkml:trace contextRef="#ctx0" brushRef="#br0" timeOffset="39">2639 5193 8912,'-6'-14'0,"-3"1"0,2 4 0,-2 1 0,-2 2 0,-1 3 0,-6 3 0,-1 5 0,-1 5 0,0 7 0,2-1 0,5 7 0,5 4 0,4 5 0,2-2 0,2-2 0,0-1 0,0 0 0,6 0 0,3 0 0,3-6 0,2-3 0,-1-4 0,1-5 0,1-3 0,2-8 0,2-2 0,2-5 0,-4-9 0,1-5 0,-3-7 0,-2-1 0,-1-2 0,-3 1 0,2-1 0,-7-3 0,1-6 0,-5 6 0,0-11 0,0 7 0,-2-8 0,-2 3 0,-4 1 0,1 2 0,-5 9 0,3 6 0,1 7 0,-1 11 0,0 3 0,-4 6 0,4 12 0,0 6 0,0 8 0,-5 5 0,7 4 0,2 6 0,4-1 0,1-1 0,0-1 0,0-2 0,1-2 0,4 2 0,2-3 0,7-5 0,4-3 0,0-2 0,1 1 0,-1-6 0,-3-2 0,3-7 0,-1-3 0,1-6 0,-3-1 0,5-4 0,-2-5 0,0-7 0,0 1 0,-5-7 0,1 1 0,-1-5 0,-1-1 0,-3 1 0,2 2 0,-7 2 0,1-1 0,-5 6 0,-2-4 0,-2 4 0,-4 4 0,-7 7 0,-1 1 0,-2 3 0,-2 9 0,2 7 0,8 4 0,-4 10 0,5-2 0,0 11 0,3 0 0,6 5 0,2-5 0,2 0 0,4-1 0,7 2 0,3-4 0,4-4 0,4-1 0,1-10 0,0-3 0,0-4 0,6-5 0,2-6 0</inkml:trace>
  <inkml:trace contextRef="#ctx0" brushRef="#br0" timeOffset="40">3018 5490 8912,'20'-19'0,"1"-2"0</inkml:trace>
  <inkml:trace contextRef="#ctx0" brushRef="#br0" timeOffset="41">3898 4814 8912,'14'-40'0,"-2"1"0,-2 4 0,-1 8 0,-6 6 0,2 7 0,-11 7 0,-8 2 0,-5 5 0,-9 5 0,0 2 0,-2 8 0,0 2 0,4 1 0,1 6 0,7-1 0,1 4 0,8 4 0,4 5 0,4 3 0,1 6 0,0 1 0,6 0 0,3-1 0,5-3 0,4 3 0,-3 2 0,3-2 0,-8 0 0,-1-4 0,-1-2 0,1-3 0,-3 1 0,-6-5 0,0-1 0,0-4 0</inkml:trace>
  <inkml:trace contextRef="#ctx0" brushRef="#br0" timeOffset="42">3546 5369 8912,'-13'-14'0,"-1"2"0,2 2 0,3 1 0,-2 0 0,7-5 0,1 5 0,7 0 0,8 5 0,8-5 0,1-2 0,3-1 0,3 3 0,5 0 0,-2-2 0,6-7 0,0 3 0,5-3 0,-5 3 0,0 2 0,-5-2 0,6-3 0,-9 7 0,-1-2 0,-1 4 0,-8 0 0,-5-2 0,-4 7 0,2 1 0,-5 3 0,-2 4 0,-2 5 0,-2 9 0,0-1 0,0 4 0,0 0 0,0 0 0,0 0 0,0 1 0,0 2 0,0-4 0,0 0 0,0-1 0,0 1 0,0-2 0,0-3 0,0 4 0,0-5 0,0-5 0,0 0 0,0-8 0,0-1 0,6-6 0,1-7 0</inkml:trace>
  <inkml:trace contextRef="#ctx0" brushRef="#br0" timeOffset="43">4060 4977 8912,'-13'-20'0,"4"5"0,0-3 0,6 3 0,-3 7 0,6 2 0,0 6 0,1 2 0,4 2 0,2 2 0,7 5 0,1-2 0,3 1 0,-1 1 0,5-2 0,-4 3 0,5-3 0,-2 3 0,1 2 0,-1-1 0,-3 1 0,-3 4 0,3 0 0,-4 6 0,-5-2 0,2-2 0,-7-2 0,1 1 0,-5 1 0,0-1 0,0 1 0,0-2 0,-2-4 0,-2-1 0,1-5 0,-6-4 0,4-2 0,-4-2 0,6-2 0,-2-2 0,4-4 0,1-5 0,0-6 0,0 1 0,0 0 0,0 5 0,4-5 0,1 0 0,4 0 0,-4 4 0,5 1 0,-1-1 0,-1 1 0,1-1 0,0 7 0,4 2 0,1 4 0,-1 2 0,1 4 0,-1 4 0,2 4 0,3 5 0,-3 2 0,3 2 0,-1 4 0,1-4 0,-1-1 0,5 2 0,-4-7 0,5 3 0,-5-6 0,4-4 0,-5-3 0,1-6 0,-3-1 0,-1-4 0,-1-2 0,1-7 0</inkml:trace>
  <inkml:trace contextRef="#ctx0" brushRef="#br0" timeOffset="44">4669 5220 8912,'-13'6'0,"-1"-5"0,1 4 0,-1 2 0,1 1 0,-1 6 0,5-5 0,0 0 0,6 0 0,-3 4 0,6 1 0,0-5 0,0 0 0,6-6 0,3 1 0,3-2 0,2-2 0,1-2 0,3-2 0,-3-4 0,3-5 0,-1-5 0,1 0 0,-3-7 0,3 3 0,-3-4 0,-2-1 0,1-1 0,-1-4 0,-4-2 0,0-7 0,-6-1 0,2-3 0,-4 1 0,-1-5 0,-4 11 0,-1 2 0,-4 12 0,5 6 0,-7 9 0,2 5 0,-1 10 0,1 7 0,-2 8 0,7 11 0,-5 7 0,4 7 0,2 1 0,2 0 0,1 2 0,0-4 0,1 0 0,4-4 0,1-7 0,3-2 0,4-5 0,1-4 0,-1-1 0,5-8 0,-3 1 0,-1-11 0,4-1 0,0-7 0,2-5 0,-2-9 0,-3 1 0,3-4 0,-3 0 0,-2 0 0,1-2 0,-1-4 0,-5 6 0,-4 3 0,2 3 0,-1 2 0,-1-1 0,-4 7 0,2 1 0,2 6 0,-2 6 0,2 3 0,-2 3 0,-2 3 0,0 1 0,0 2 0,0 2 0,0-2 0,1-5 0,4 1 0,-4-1 0,4-4 0,2 2 0,2-2 0,4-4 0,0-4 0,1-1 0,-1-1 0,1-4 0,-1-2 0,1-7 0,-1 0 0,1 1 0,-1 4 0,1 0 0,-5 1 0,0-1 0,0-3 0,4 5 0,1-1 0,0 4 0,-1 2 0,-4 4 0,0 2 0,0-1 0,5 6 0,-5-6 0,0 2 0,0-4 0,4-1 0,1 0 0,-1 0 0,1 0 0,-1 0 0,1 0 0,-1 0 0,1-4 0,-2-2 0,-1 0 0,-2 0 0,-5-5 0,5 2 0,-6 2 0,2-2 0,-4 0 0,-7 1 0,-1 2 0,-5 12 0,3 3 0,1-1 0,4 1 0,2 0 0,-2 4 0,2 5 0,2 0 0,0 5 0,0-4 0,0 4 0,0 6 0,2-2 0,2 4 0,-2-1 0,2 2 0,-4-2 0,-3 3 0,-3-3 0,-1-5 0,-3-2 0,-3 0 0,-1 1 0,1-6 0,-1-5 0,1-4 0,-7-6 0,-1 3 0</inkml:trace>
  <inkml:trace contextRef="#ctx0" brushRef="#br0" timeOffset="45">4886 4760 8912,'9'0'0,"0"0"0,-4 0 0,5 0 0,4 0 0,2 0 0,4 0 0,-2 0 0,3 0 0,12-12 0,2-3 0</inkml:trace>
  <inkml:trace contextRef="#ctx0" brushRef="#br0" timeOffset="46">5806 4895 8912,'-9'-6'0,"0"-3"0,6 2 0,-1-2 0,2 6 0,2-3 0,12 12 0,3 1 0</inkml:trace>
  <inkml:trace contextRef="#ctx0" brushRef="#br0" timeOffset="47">5955 5247 8912,'-13'6'0,"1"-3"0,3 6 0,3-6 0,6 3 0,0-12 0,0-8 0,0-7 0</inkml:trace>
  <inkml:trace contextRef="#ctx0" brushRef="#br0" timeOffset="48">1164 6058 8912,'0'-9'0,"3"2"0,5 1 0,5 3 0,10 3 0,-1 4 0,11-1 0,9 6 0,12 2 0,13 1 0,-27-7 0,2-1 0,6 0 0,2-1 0,4 1 0,2-2 0,3 0 0,1-1 0,6 0 0,3 0-566,4-1 0,3 0 0,-21-1 1,1 0-1,1 0 566,3-2 0,0 0 0,1 0 0,0 0 0,0 0 0,0-2 0,5-1 0,0-2 0,1 0 0,2 0 0,2 1 0,-1-1 0,3-1 0,0 0 0,1-1 0,-16 2 0,2 0 0,-1 0 0,2 0 0,2-1 0,2 0 0,0 0 0,-1 0 0,-3 1 0,0-1 0,-1 1 0,1 0 0,2 0 0,1 0 0,0 0 0,-2 1 0,14-3 0,-2 1 0,0 0-240,2 2 1,-1-1 0,0 1 0,-7 0-1,0 0 1,-1 0 239,-2 1 0,0 0 0,-1 0 0,-7 1 0,-1 0 0,-1 0 0,-3-1 0,-1 0 0,-1 0 0,18-2 0,-2 1 0,-3 0 0,-1 0 0,-5 1 0,-3-1-127,-3 0 1,-1 0 0,-4 1 0,-2 0 126,0 2 0,-2-1 0,27-5 0,-10 5 0,-17 1 0,-15 4 1501,-12 0-1501,-9 0 0,-18 1 1201,-6 4 1,-7-2-1202,-7 6 0,2 0 0,-6 4 0,-2-1 0,-1-3 0,5-3 0,-9-1 0,7-1 0,0 1 0</inkml:trace>
  <inkml:trace contextRef="#ctx0" brushRef="#br0" timeOffset="49">5766 4733 8912,'-2'8'0,"-2"-4"0,2-2 0,-4-2 0,6 0 0,0 0 0,2 6 0,2 3 0,-2-3 0,10 6 0,-5-5 0</inkml:trace>
  <inkml:trace contextRef="#ctx0" brushRef="#br0" timeOffset="50">5928 5193 8912,'0'7'0,"2"-1"0,2-6 0,-1 0 0,6 0 0,2 0 0,1 0 0,1 6 0,1 2 0</inkml:trace>
  <inkml:trace contextRef="#ctx0" brushRef="#br0" timeOffset="51">2409 15808 8912,'-4'14'0,"-2"-1"0,-2 1 0,4 5 0,-4 5 0,2 6 0,3 8 0,2 7 0,1 9 0,0 0 0,0 5 0,0-4 0,0-1 0,6-4 0,3 0 0,-2-8 0,1-2 0,-2-7 0,-3-4 0,0-2 0,0 0 0,1-2 0,-1-2 0,-1-4 0,-2-5 0,0-1 0,0 1 0,0-6 0,-12-20 0,-3-11 0</inkml:trace>
  <inkml:trace contextRef="#ctx0" brushRef="#br0" timeOffset="52">2233 15916 8912,'-13'-19'0,"1"-2"0,3-2 0,4 1 0,4 1 0,2-3 0,4 1 0,4-1 0,9-3 0,4-5 0,5 2 0,5-6 0,4-1 0,3-2 0,9 3 0,6-1 0,1 9 0,3 1 0,-8 12 0,-5 10 0,-9 11 0,-4 8 0,-16 11 0,-4 16 0,-12 7 0</inkml:trace>
  <inkml:trace contextRef="#ctx0" brushRef="#br0" timeOffset="53">2260 16917 8912,'-13'19'0,"-1"-4"0,1-4 0,5-8 0,4-3 0,10-11 0,7-5 0,8-7 0,6-8 0,5-5 0,3-2 0,5 1 0,1 1 0,-1-2 0,1 5 0,6-12 0,1 3 0</inkml:trace>
  <inkml:trace contextRef="#ctx0" brushRef="#br0" timeOffset="54">3289 16065 8912,'-27'0'0,"0"4"0,-2 3 0,-1 0 0,-1 4 0,-6 1 0,6 1 0,-1 2 0,7 2 0,2 2 0,5 2 0,9-4 0,5 2 0,2-1 0,2 0 0,8 0 0,5-4 0,5 4 0,6 0 0,0-2 0,5-1 0,-2-1 0,5 0 0,-4-1 0,-1 1 0,0-1 0,0 1 0,-6-1 0,-3 1 0,0-1 0,-4 1 0,1-1 0,-10 1 0,-1-1 0,-4 1 0,-1 1 0,-5 1 0,-8 4 0,-7 1 0,-5 1 0,-1 5 0,0-1 0,0-3 0,2-1 0,2-8 0,-1 1 0,6-11 0,0-5 0,4-7 0</inkml:trace>
  <inkml:trace contextRef="#ctx0" brushRef="#br0" timeOffset="55">3830 15997 8912,'14'-19'0,"-1"-2"0,1-6 0,-1 0 0,1 1 0,-2 4 0,-3 4 0,-3 7 0,-6 2 0,-3 6 0,-6-1 0,-1 10 0,-13 6 0,-1 6 0,-2 3 0,-1 1 0,0 5 0,0 3 0,0-3 0,6 3 0,3-7 0,4 4 0,4 2 0,2-1 0,2-2 0,3-2 0,8 3 0,2 0 0,7 0 0,5 0 0,4 0 0,7-5 0,2 1 0,1-5 0,-3 3 0,1-1 0,-1-4 0,-1-1 0,-2-1 0,-6-5 0,-3 0 0,-4 0 0,-5 4 0,-3 1 0,-6-1 0,-2-2 0,-2 2 0,-5-1 0,-9 11 0,-8-5 0,-5 4 0,-7 2 0,2 8 0,-3-8 0,-2 3 0,7-9 0,2 0 0,3-3 0,-4-1 0,-1-1 0</inkml:trace>
  <inkml:trace contextRef="#ctx0" brushRef="#br0" timeOffset="56">4372 16038 8912,'-5'-14'0,"1"1"0,-2 4 0,1 0 0,4 4 0,-4-4 0,4 6 0,1-1 0,0 8 0,0 5 0,4 9 0,2 5 0,0 2 0,0 3 0,5 0 0,-2 4 0,3-4 0,1 4 0,1-4 0,-1-1 0,1-6 0,-1-3 0,1-3 0,0-1 0,-1-5 0,1 0 0,5-6 0,-4-8 0,3-8 0,-3-10 0,-1 1 0,-5-8 0,0-2 0,-2-4 0,4 3 0,-4 0 0,-1 0 0,0 1 0,-1 5 0,-4 6 0,5 3 0,0 3 0,-4 8 0,9 2 0,-7 10 0,5 2 0,-4 7 0,5 1 0,-1 1 0,5 4 0,4 1 0,-3-3 0,3 5 0,1-7 0,1 2 0,1-3 0,3-1 0,0-2 0,-1-3 0,2-3 0,-2-6 0,-2 0 0,1 0 0,1-6 0,4-3 0,-4-3 0,-1-2 0,-5-5 0,1-4 0,0 2 0,-5-2 0,2 1 0,-10-5 0,-2 0 0,-2 0 0,-1 4 0,-1 4 0,-4 2 0,-4 5 0,-3 8 0,-1-1 0,-1 5 0,1 5 0,-2 5 0,-2 11 0,-1 8 0,1 4 0,4 3 0,4 4 0,3 0 0,6-4 0,0 3 0,0-3 0,6 1 0,4-1 0,7-6 0,6-6 0,7-4 0,1-7 0,7-5 0,-2-3 0,-2-5 0,3-5 0,-7-4 0,1-9 0,4-3 0,-1-6 0</inkml:trace>
  <inkml:trace contextRef="#ctx0" brushRef="#br0" timeOffset="57">5671 15849 8912,'-13'0'0,"-1"0"0,0-2 0,1-2 0,5 2 0,2-5 0,8 4 0,2-2 0,8 1 0,8 4 0,1 0 0,3 0 0,2 6 0,1 1 0</inkml:trace>
  <inkml:trace contextRef="#ctx0" brushRef="#br0" timeOffset="58">5779 16308 8912,'-9'17'0,"0"-4"0,6-2 0,-9 2 0,11-5 0,1-2 0,9-6 0,3-6 0,1-3 0,7-3 0,1-2 0</inkml:trace>
  <inkml:trace contextRef="#ctx0" brushRef="#br0" timeOffset="59">2396 17809 8912,'1'8'0,"2"-2"0,3-2 0,3 1 0,6-2 0,14-9 0,17-9 0,18-11 0,-26 10 0,2-2 0,9-3 0,3 0 0,6-3 0,4 0 0,6-4 0,2 0 0,-19 8 0,2 0 0,0 0 0,3-1 0,1 1 0,1-1 0,2 0 0,1-1 0,0 1 0,0 0 0,0 0 0,0 0-182,1-1 0,1 1 0,-1-1 0,1 0 1,0 0-1,0 0 0,2 0 0,0 0 0,-1 0 1,1 0-1,0 1 0,-1 1 182,-1 0 0,0 0 0,-1 1 0,-1 1 0,0 0 0,-2 0 0,-5 1 0,0 0 0,-1 0 0,0 1 0,-1 0 0,1 0 0,-2 0 0,0 1 0,0-1 0,0 0 0,-1-1 0,-1 1 0,22-7 0,-2 1 0,-3 0 0,-4 0 0,-11 4 0,-3 1 0,-3 3 0,-1 0 0,-3 1 0,-2 2 0,27-4 248,-12 1 1,-13 5-249,-14 5 0,-6 2 0,-14-4 0,-1 6 0,-12 2 0,-3 2 0,-4 4 421,-5 5 0,-9 1 1,-8-1-1</inkml:trace>
  <inkml:trace contextRef="#ctx0" brushRef="#br0" timeOffset="60">7810 15970 8912,'0'-22'0,"0"1"0,0 1 0,0 4 0,0 1 0,-2 3 0,-2 3 0,1 3 0,-7 6 0,0 1 0,-2 4 0,-2 4 0,2 10 0,2 8 0,1 8 0,6 5 0,-2 5 0,4-1 0,1 6 0,0-7 0,0 4 0,0-2 0,0 0 0,0-6 0,0-7 0,4-5 0,1-5 0,1 1 0,-2-10 0,-1-2 0,6-11 0,2-3 0,5-6 0,4-11 0,1-8 0,0-8 0,2-10 0,1-2 0,-6-6 0,0-4-137,-5-1 1,-5 0 136,-4 5 0,-2 6 0,-2 3 0,0 6 0,0 8 0,-6 11 0,3 14 0,-6 6 0,6 6 0,-2 3 0,4 9 0,1 5 0,1 2 0,4 4 0,4 1 0,3 1 0,3-4 136,3-4 1,-1-5-137,5 4 0,-1-5 0,2 1 0,1-9 0,-5-4 0,1-4 0,-1-1 0,4-3 0,-5-6 0,5 0 0,-5-9 0,-5-3 0,-4-2 0,-4-1 0,2 0 0,-1 2 0,-3-2 0,-6-2 0,-1-1 0,-7 5 0,2-1 0,-1 11 0,1-1 0,-3 8 0,9 2 0,-5 14 0,2 11 0,2 5 0,4 9 0,4 5 0,1 4 0,5 0 0,-1-4 0,5-1 0,4 1 0,3-2 0,6-3 0,0-5 0,0-2 0,5-8 0,-1-3 0,1-9 0,-5-5 0,-5-2 0,1-2 0,-7-5 0,2 1 0,-3-11 0,-1 1 0,-2-1 0,-3 0 0,3 0 0,-3-3 0,-3 3 0,-1-3 0,-4 3 0,-1 2 0,0-1 0,0 1 0,-1-1 0,-2 1 0,-2-1 0,-5 5 0,1 0 0,-3 6 0,-2-1 0,-4 2 0,0 2 0,0 6 0,4 3 0,-4 5 0,0 4 0,2-3 0,5 4 0,2-1 0,-1 0 0,4 5 0,1-5 0,4 0 0,1-5 0,0 1 0,0-1 0,6-5 0,3-4 0,3-2 0,1-2 0,5-2 0,0-2 0,6-4 0,-1-5 0,-4-7 0,0-2 0,-4 1 0,-2 0 0,1 0 0,-1 0 0,-5 4 0,-4-1 0,2 8 0,-1 1 0,-1 6 0,-4-3 0,0 7 0,0 4 0,0 4 0,0 3 0,0 3 0,0 1 0,0 2 0,6 0 0,3-4 0,5-1 0,4 1 0,3-7 0,6-2 0,0-4 0,0-1 0,0-1 0,0-4 0,6-8 0,2-8 0</inkml:trace>
  <inkml:trace contextRef="#ctx0" brushRef="#br0" timeOffset="61">9014 16038 8912,'-13'0'0,"-1"0"0,5-5 0,0 1 0,0-1 0,1 7 0,4 2 0,2 4 0,2 5 0,0 5 0,0 1 0,6-1 0,5-3 0,4 0 0,3-2 0,6 2 0,-1-10 0,2 4 0,2-5 0,0-1 0,0-7 0,1 1 0,-1-6 0,-5-5 0,1-4 0,-7-1 0,1 2 0,-5-1 0,-3 1 0,-6 2 0,1 2 0,-2-1 0,-2 7 0,0 2 0,-2 10 0,-2 4 0,1 10 0,-6 8 0,6 7 0,-2 8 0,2 1 0,-1 2 0,2 5 0,-2-5 0,2 0 0,2-4 0,5-2 0,-1-3 0,1 1 0,-5-5 0,0-2 0,0-8 0,0-2 0,-2-7 0,-1 1 0,-1-1 0,-7-5 0,2-3 0,-3-10 0,-1-3 0</inkml:trace>
  <inkml:trace contextRef="#ctx0" brushRef="#br0" timeOffset="62">10341 16051 8912,'-28'0'0,"1"-4"0,0-1 0,-3 1 0,2 4 0,1 0 0,-3 0 0,2 6 0,-3 3 0,4 3 0,4 3 0,5 3 0,3 5 0,3-2 0,3 1 0,-1 1 0,5 4 0,1-6 0,4-3 0,6-3 0,3-2 0,3-5 0,3-4 0,3-2 0,4-2 0,5-8 0,5-5 0,-4-2 0,4-8 0,-3 2 0,-2-1 0,0-2 0,0 6 0,-5 0 0,1 4 0,-6 2 0,1 3 0,-2 3 0,2 0 0,-7 8 0,2 2 0,-7 10 0,3 13 0,-4 7 0,4 7 0,-5 1 0,5 7 0,-4-4 0,4 5 0,-6-5 0,1 5 0,-2-7 0,-2 2 0,0-4 0,0-5 0,-6 3 0,-3-3 0,-3-7 0,-2-2 0,1-9 0,-1 0 0,1-9 0,1-5 0,1-8 0,4-7 0,1-5 0,1-5 0,5-6 0,0-2 0,0-2 0,6 0 0,3-5 0,3 5 0,2-5 0,-1 4 0,1-4 0,1 6 0,3-1 0,-2-2 0,7-1 0,1 1 0,2 0 0,-1 6 0,-2 5 0,1 4 0,-6-5 0,0 11 0,-5-1 0,-5 8 0,-2-1 0,-12 6 0,-3 0 0,-3 0 0,-3 11 0,-2 2 0,-2 4 0,-2 2 0,4 2 0,-1 6 0,5 2 0,3 2 0,0-2 0,5 3 0,-4-2 0,5 1 0,1-2 0,7 2 0,7-4 0,5-4 0,12-5 0,8-9 0,7-3 0,2-6 0,7-3 0,-3-6 0,2-6 0,-1-12 0,-3-6 0,-7-3 0,-1-3 0,-3-2 0,-7-1 0,-7-3 0,-5 1 0,1-5 0,-3-5-137,-1-5 1,-2 0 136,-3 5 0,1 2 0,-5 2 0,-1 1 0,-4 8 0,0 3 0,0 25 0,0 8 0,0 17 0,0 16 0,-4 6 0,-1 11 0,1 8 0,4 5 0,0 2 0,0-2 0,0 2 0,0 1 0,6 1 0,3 1 0,3-9 0,1-9 0,2-4 0,3-5 0,-1-5 0,5-8 0,-3-10 0,3-8 0,1-7 0,-2-7 0,4-6 0,-4-6 0,6 2 0</inkml:trace>
  <inkml:trace contextRef="#ctx0" brushRef="#br0" timeOffset="63">11153 16200 8912,'-20'9'0,"-1"0"0,0 2 0,1 1 0,16-5 0,8-2 0,11-4 0,20-2 0,10-5 0,12-8 0,9-7 0,-29 6 0,-1-1 0,33-17-173,-33 15 0,0 0 0,-2-3 1,0-1 172,29-14 0,-33 13 0,0-2 0,24-17 0</inkml:trace>
  <inkml:trace contextRef="#ctx0" brushRef="#br0" timeOffset="64">12926 16241 8912,'-14'-14'0,"1"1"0,-1 1 0,2 4 0,3 8 0,-2 12 0,7 12 0,1 6 0,1 6 0,2 3 0,0 2 0,0 0 0,0-1 0,0-1 0,0-3 0,2 2 0,1-7 0,1-2 0,-1-5 0,5-5 0,-6-5 0,4-17 0,-6-6 0,1-12 0,4-2 0,-2-7 0,4-3 0,1 0 0,-1 0 0,2-3 0,5 5 0,-1-5 0,1 4 0,-1 5 0,1 4 0,-1 7 0,2-2 0,2 4 0,1 5 0,0 5 0,-4 8 0,4 8 0,0 6 0,-2 6 0,-7-1 0,3 2 0,-3 3 0,-1-1 0,-1 0 0,1-2 0,-1-2 0,-4-4 0,2-5 0,1-1 0,-2 1 0,1-1 0,1-7 0,3-6 0,3-7 0,1-11 0,1-5 0,0-4 0,-1-4 0,1 2 0,-1-2 0,1 2 0,-1 2 0,-1 4 0,-3 1 0,3 5 0,-10-2 0,4 11 0,-6 10 0,0 11 0,0 8 0,0 5 0,0-1 0,0-1 0,0-1 0,0-2 0,0 2 0,4 1 0,1-6 0,5-2 0,-1-7 0,3-3 0,2-6 0,4 0 0,0 0 0,2-1 0,-4-4 0,2-4 0,-1-3 0,-7 0 0,-1 3 0,-6-3 0,3 9 0,-6-6 0,0 6 0,0-1 0,2 8 0,1 7 0,1 5 0,2 1 0,-1 5 0,-1 1 0,10 4 0,-2-5 0,11 1 0,-1-7 0,5 2 0,0-4 0,0-5 0,0-5 0,0-2 0,-6-10 0,-2-5 0,-6-2 0,-4-8 0,-3 5 0,-6-4 0,-6 4 0,-3-5 0,-9 5 0,-5-4 0,-4 5 0,-3-1 0,-1 3 0,1 2 0,1 1 0,2 3 0,4 3 0,1 6 0,5 0 0,4 0 0,7 1 0,6 4 0,12-4 0,3 5 0</inkml:trace>
  <inkml:trace contextRef="#ctx0" brushRef="#br0" timeOffset="65">14036 16362 8912,'-8'-1'0,"3"-4"0,4 4 0,1-5 0,6 10 0,5 2 0,4 2 0,3 3 0,6 1 0,-2 1 0,-1 2 0,2 3 0,-7-3 0,2 3 0,-3-3 0,-1-1 0,-2-1 0,-3 1 0,-3-1 0,-6 1 0,0-1 0,-6-5 0,-1-2 0,-7-6 0,6-11 0,4-2 0,2-10 0,4 1 0,2-4 0,5-1 0,10-4 0,3-1 0,4 2 0,1 7 0,0-1 0,0 6 0,0 2 0,0 7 0,-1 3 0,-4 6 0,-2 1 0,-7 4 0,1 2 0,-2 7 0,-3-1 0,-5 1 0,4-1 0,-7 1 0,4-1 0,2-5 0,1-2 0,7-6 0,1 0 0,3 0 0,0-11 0,-1-2 0,3-8 0,6 3 0,0-6 0,0 1 0,-1-2 0,-5-2 0,-6 0 0,-4 0 0,-8 6 0,1 3 0,-14 4 0,-8 5 0,-8 3 0,-6 6 0,2 12 0,-6 6 0,5 8 0,-4 5 0,2 4 0,3-1 0,3 10 0,4-4 0,5 4 0,9-3 0,3-2 0,6-3 0,12 1 0,8-7 0,10-4 0,10-7 0,9-10 0,9-4 0,2-5-670,4-5 670,-4-2 0,-2-8 0,-2-3 0,-8-5 0,-7-2 0</inkml:trace>
  <inkml:trace contextRef="#ctx0" brushRef="#br0" timeOffset="66">16539 15943 8912,'-15'-1'0,"-1"-2"0,-2-3 0,1-2 0,2-1 0,3 0 0,3 0 0,3 6 0,8-3 0,2 6 0,5 2 0,3 2 0,6 8 0,0 8 0,-3 1 0,-4 3 0,1 6 0,-3 1 0,-3 5 0,-2-4 0,-1-2 0,2-1 0,-4-2 0,4 0 0,-4-2 0,-1-2 0,0-5 0,0-9 0,0-6 0,0-12 0,-4-8 0,-1-14 0,-4-4 0,5-4 0,1 2 0,1 1 0,2 5 0,0 0 0,2 2 0,2 2 0,5 6 0,10 3 0,-3 9 0,7 5 0,-1 5 0,5 8 0,0 6 0,0 12 0,0 6 0,1 3 0,-3 2 0,-2 0 0,-5-4 0,-3-1 0,-3-3 0,-3-7 0,1 1 0,-5-6 0,-1-6 0,-4-6 0,0-9 0,0-6 0,0-9 0,0-8 0,0-5 0,0-4 0,0-5 0,0 4 0,2 1 0,1 2 0,1 3 0,7 3 0,-2 4 0,-2 5 0,2 9 0,0 3 0,5 6 0,-2 12 0,-3 6 0,3 6 0,-3 3 0,3 0 0,3 0 0,2 1 0,1-1 0,1-6 0,-1-3 0,-3-3 0,3-2 0,2-5 0,-2-4 0,0-2 0,-4-2 0,-2-8 0,-3-5 0,1-2 0,-5-6 0,-2 0 0,-2 0 0,-1 2 0,0-3 0,0 5 0,0-1 0,-1 3 0,-2 2 0,-2-1 0,-5 7 0,8 8 0,-2 13 0,2 5 0,2 8 0,0 5 0,0 0 0,2 1 0,2-2 0,8-4 0,8 2 0,1-7 0,3-2 0,0-8 0,-1-8 0,2-2 0,-2-2 0,-2-11 0,1-2 0,-10-10 0,2 1 0,-10-1 0,1-4 0,-5 8 0,-5-7 0,-4 4 0,-3 0 0,-7 6 0,-4-2 0,-2 3 0,-2 1 0,1 7 0,3 2 0,4 4 0,-1 1 0,11 0 0,-3 6 0,12 3 0,6-2 0,3 2 0,9-6 0,9 3 0,8-6 0</inkml:trace>
  <inkml:trace contextRef="#ctx0" brushRef="#br0" timeOffset="67">17866 15930 8912,'-41'13'0,"-1"-1"0,-3-3 0,1 3 0,-4-3 0,0 5 0,0 4 0,10 3 0,2 6 0,12 0 0,6 0 0,8 0 0,1 0 0,6 0 0,-2 0 0,10-6 0,4-4 0,4-5 0,5-3 0,-1-6 0,5 1 0,1-4 0,4-4 0,5-5 0,-1-9 0,2-3 0,-1-6 0,-4-2 0,4-2 0,-3-5 0,-2-3 0,-6-1 0,-3 4 0,-3-7 0,-2 2 0,1-10 0,-1-3 0,-5-2 0,-4-7 0,-4 8 0,-4 1 0,-4 9 0,1 7 0,-5 17 0,4 9 0,-1 20 0,0 5 0,6 13 0,-3 11 0,2 7 0,-1 5 0,1 8 0,4 2 0,0 0-115,0-5 1,0 0 114,0 0 0,1-2 0,4-2 0,7-9 0,6-10 0,0-4 0,1-4 0,2-1 0,7-8 0,-1-5 0,0-14 0,4-8 0,1-10 0,-1-4 0,-4-4 0,-1 1 0,-3-6 0,-5 4 57,-9-4 0,-3 6 1,-6-2-1,-2 4-57,-2 1 0,-4 6 0,-5 3 0,-5 9 0,0 4 0,-5 5 0,5 5 0,0 8 0,4 10 0,2 4 0,3 3 0,5 3 0,2 1 0,2 1 0,0 1 0,2 3 0,2-3 0,5-4 0,9-5 0,5-6 0,8-9 0,6-3 0,2-5 0,0-10 0,-3-7 0,1-8 0,-5-11 0,4-1 0,-4-3 0,-2-3 0,-8 3 0,-4-2 0,-3 2 0,-3-1 0,-3 5 0,-3 5 0,-6 5 0,0 5 0,0-2 0,0 13 0,0 6 0,0 7 0,0 5 0,0 8 0,0 2 0,5 4 0,0 1 0,5 0 0,-1 0 0,2 4 0,-2 1 0,3 4 0,-3-4 0,-3 1 0,-2-3 0,-2 1 0,-2-1 0,-6-1 0,-3-2 0,-11 0 0,-7 0 0,-8 0 0,-10 0 0,-4-4 0,-10-2 0,-4-2 0,25-9 0,-2-2 0,-2-1 0,1 0 0</inkml:trace>
  <inkml:trace contextRef="#ctx0" brushRef="#br0" timeOffset="68">19923 15497 8912,'14'0'0,"-7"0"0,-2 11 0,-10 2 0,4 16 0,-4 2 0,2 17 0,0 9 0,-1 6 0,1 7 0,1 0 0,4-4 0,1-3 0,1-4 0,7 0 0,-4-5 0,2-6 0,0-5 0,-1-8 0,1-4 0,-3-2 0,-6-8 0,0-1 0</inkml:trace>
  <inkml:trace contextRef="#ctx0" brushRef="#br0" timeOffset="69">19625 16146 8912,'-13'14'0,"-1"-2"0,1-3 0,5-3 0,10-8 0,13-2 0,9-7 0,6-5 0,12-1 0,-1-5 0,10-1 0,3-4 0,5-5 0,4 1 0,3-7 0,-4 4 0,-2-2 0,-6 0 0,-5 0 0,-12-5 0,-9 5 0,-19 0 0,-3 6 0,-6-2 0,-1 7 0,-4 7 0,2 4 0,-6 10 0,0 2 0,-4-1 0,-1 6 0,0 6 0,5 9 0,0 5 0,2 8 0,-2 5 0,-2 5 0,7 4 0,-5-1 0,4 5 0,-4-5 0,3 2 0,0-1 0,0 0 0,2 1 0,4-6 0,0-5 0,0-4 0,0-4 0,0-4 0,0-4 0,1-11 0,4-5 0,2-6 0,1-6 0,4-11 0,-3-7 0,7-1 0,2-8 0,0 6 0,-4-2 0,0 8 0,-1 1 0,5 8 0,0 2 0,2 1 0,-4 7 0,4 2 0,1 2 0,1 7 0,6 3 0,9-2 0,4 2 0,4 0 0,0 5 0,-1-7 0,5-2 0,-5-3 0,-1-2 0,-5-2 0,-6-3 0,-8-2 0,-2-7 0,-11-1 0,-2-3 0,-6 3 0,-3-3 0,-11 3 0,-2 2 0,-5 1 0,1 1 0,-2 4 0,-3 1 0,0 1 0,-5 5 0,4 2 0,1 2 0,5 4 0,-1 5 0,3 5 0,2 2 0,1 1 0,3 3 0,3 1 0,6 3 0,0-6 0,0 1 0,6-2 0,3 1 0,9-4 0,4-9 0,10-3 0,2-6 0,1-1 0,-3-4 0,1-7 0,-2-6 0,1-6 0,-5 2 0,-2-2 0,-2 1 0,-4-1 0,-5 6 0,-5-5 0,-1 5 0,-2 2 0,-2 1 0,-5 7 0,-4 4 0,4 2 0,-10 5 0,7 6 0,-1 0 0,5 9 0,0-3 0,0-1 0,0 1 0,0 3 0,5-3 0,-1 3 0,5-3 0,-4-1 0,4-5 0,-5 0 0,5-5 0,-4 5 0,5-6 0,-1 2 0,-3-4 0,0-1 0,-1-6 0,-1-3 0,2 0 0,-1-4 0,-4 2 0,5-7 0,-1 3 0,-1 1 0,7-4 0,-2 0 0,1 0 0,-1 5 0,3-1 0,-3 1 0,4 1 0,0 3 0,1-2 0,-1 7 0,5-1 0,0 5 0,5 0 0,-5 0 0,-2 2 0,-1 2 0,3 4 0,0 5 0,2 1 0,-2-1 0,-3 1 0,3-1 0,2-4 0,-1-1 0,2-2 0,8 4 0,5-2 0</inkml:trace>
  <inkml:trace contextRef="#ctx0" brushRef="#br0" timeOffset="70">22684 15740 8912,'-39'0'0,"0"0"0,0 0 0,-3 0 0,-2 2 0,4 2 0,3 2 0,3 5 0,2-2 0,7 2 0,5 1 0,11 1 0,3 1 0,6-1 0,2 1 0,2-1 0,5-1 0,8-3 0,2-4 0,2-4 0,0-1 0,2 0 0,-2 0 0,-3 0 0,-7 0 0,2 0 0,-2 0 0,2 0 0,1-4 0,-1-1 0,1 2 0,-1 2 0,1 1 0,-1 0 0,-4 0 0,0 0 0,0 0 0,5 0 0,4 4 0,0 1 0,0 5 0,-3-1 0,2 3 0,1 2 0,6-5 0,-2 0 0,-2 0 0,12-2 0,-4-1 0</inkml:trace>
  <inkml:trace contextRef="#ctx0" brushRef="#br0" timeOffset="71">23131 15700 8912,'-32'9'0,"-1"0"0,-1 3 0,-4 4 0,3 7 0,-1 9 0,8-2 0,1 6 0,7 1 0,5 2 0,9 0 0,6-3 0,12-4 0,11-10 0,10 3 0,7-7 0,2-6 0,8-8 0,-5-4 0,5-4 0,-13-10 0,15-13 0,-10-8 0</inkml:trace>
  <inkml:trace contextRef="#ctx0" brushRef="#br0" timeOffset="72">23645 15375 8912,'-22'0'0,"1"0"0,1 0 0,3 0 0,-2 6 0,1 3 0,-5 9 0,4 6 0,-1 6 0,1 7 0,2 6 0,8 2 0,3 6 0,6-1 0,0-5 0,0-4 0,6-4 0,3-8 0,5-5 0,4-3 0,-3-5 0,3-7 0,-2-3 0,2-6 0,-3 0 0,3 0 0,-3-1 0,-1-4 0,0-2 0,-1-7 0,-1 1 0,-3-1 0,3-4 0,-3 0 0,3 2 0,2 1 0,-5 1 0,0 0 0,-2 5 0,2 0 0,3 0 0,-3-4 0,-3 4 0,-1 0 0,2 6 0,-5-3 0,4 6 0,-2 1 0,1 4 0,0 2 0,-5 7 0,1-1 0,4 1 0,-2-2 0,6-3 0,0 3 0,4-3 0,-4-1 0,0-1 0,2-1 0,1-3 0,1 0 0,1 2 0,-1-4 0,1 4 0,-1-4 0,5 4 0,0-1 0,-1-1 0,-8 5 0,2-5 0,-7 6 0,2-6 0,-1 1 0,-4-2 0,-1-2 0,-7 0 0</inkml:trace>
  <inkml:trace contextRef="#ctx0" brushRef="#br0" timeOffset="73">23456 15795 8912,'-32'0'0,"1"0"0,2 0 0,5 0 0,10-2 0,10-2 0,4 2 0,4-2 0,22-4 0,16-1 0,12-3 0,9-2 0,8 1 0,1-1 0,-33 6 0,-1-2-185,34-8 1,-1 5 184,-8 4 0,2 1 0,-7-1-365,7-3 0,-15 5 0,2-7 0</inkml:trace>
  <inkml:trace contextRef="#ctx0" brushRef="#br0" timeOffset="74">24376 15605 8912,'0'-7'0,"-6"1"0,-2 6 0,-5 0 0,-1 1 0,1 4 0,-5 2 0,0 7 0,0-1 0,4 1 0,1 1 0,-1 3 0,7-8 0,2 4 0,4-4 0,1 4 0,6-7 0,3-2 0,3-4 0,1-1 0,2-1 0,3-4 0,-3-2 0,3-7 0,-3-4 0,-1 0 0,4 0 0,0 5 0,-1-1 0,-2 1 0,-6 1 0,0 3 0,-5-2 0,5 7 0,-4-1 0,4 5 0,-5 0 0,5 0 0,-4 6 0,4 3 0,0-1 0,4 1 0,2 1 0,3 2 0,-1-3 0,6 0 0,-2-6 0,1 2 0,4-4 0,-4-1 0,4-1 0,1-5 0,0-6 0,0-5 0,-4-7 0,-1 2 0,1-10 0,4-4 0,0-3 0,0-2 0,0-1 0,0-3 0,0-9-305,0-9 0,5-5 305,-16 32 0,-1 0 0,15-31 0,-5-1 0,-6 11 0,-4 10 0,-4 20 0,-20 23 0,-9 17 0,-5 16 0,-13 16 0,0 9 0,15-21 0,1 2 0,0-1 0,1 1-130,1 1 0,0 0 0,0-2 1,1 1 129,1 1 0,1 0 0,-8 32 0,1-5 0,7-4 206,6-4 1,3-2-207,6-4 0,12-4 0,6-9 0,6-9 0,3-8 0,6-4 0,-6-3 0,6-3 0,2-5 0,-1-2 0</inkml:trace>
  <inkml:trace contextRef="#ctx0" brushRef="#br0" timeOffset="75">18746 16930 8912,'-14'-4'0,"1"-2"0,-3 0 0,0 0 0,-4 3 0,-1 1 0,-3 4 0,-1 2 0,-7 16 0,1 14 0,0 13 0,3 12 0,14-21 0,2 2 0,0 3 0,2 2 0,1 4 0,1 0 0,2 2 0,2 0 0,1-5 0,3 0 0,3-1 0,3-1 0,2-4 0,3-1-184,2-2 0,3-2 0,24 21 184,10-11 0,9-15 0,4-12 0,9-10 0,5-8 0,-36 1 0,0-1 0,4-4 0,1-1 0,2-1 0,0 0 0</inkml:trace>
  <inkml:trace contextRef="#ctx0" brushRef="#br0" timeOffset="76">19341 17147 8912,'-27'0'0,"0"0"0,1 0 0,2 0 0,2 0 0,-1 0 0,1 3 0,-1 6 0,7 7 0,-2 16 0,4 4 0,5 3 0,3 2 0,6-2 0,1-2 0,4-1 0,7-7 0,6-2 0,0-8 0,2-4 0,2-7 0,10-4 0,-4-8 0,4-5 0,-3-9 0,-2-5 0,-6-2 0,-5-2 0,-4 0 0,-3 0 0,-7-2 0,-2-2 0,-6 2 0,-8-3 0,-5 4 0,-4 1 0,2 1 0,-2 4 0,1 4 0,-5 9 0,6 3 0,3 6 0,4 1 0,5 5 0,5 6 0,2 5 0,13 1 0,2-5 0,10-5 0,4 4 0,7-5 0</inkml:trace>
  <inkml:trace contextRef="#ctx0" brushRef="#br0" timeOffset="77">19652 17160 8912,'0'-7'0,"0"-5"0,0 10 0,0 4 0,0 11 0,0 2 0,0 8 0,0 1 0,0 1 0,0 1 0,0-3 0,5 1 0,-1-6 0,5 0 0,-4-5 0,6-1 0,-2-3 0,3-4 0,-3-7 0,0-7 0,-2-1 0,2-13 0,-1-1 0,-5-4 0,3-1 0,1 3 0,-2 2 0,4-3 0,0 5 0,4 2 0,1 4 0,-1 4 0,5 3 0,0 0 0,2 1 0,-2 4 0,2 2 0,2-2 0,2 2 0,-6 2 0,6 0 0,-1 0 0,-4 2 0,-1 2 0,1-1 0,-4 6 0,-5 2 0,-2 1 0,-4-3 0,-4 0 0,0-5 0,0 5 0,0-4 0,0 4 0,6-6 0,-4 9 0,10-11 0,-5 5 0,5-7 0,-3-4 0,3 4 0,-10-11 0,4 4 0,-6-5 0,-6 5 0,-3 4 0,-3 2 0,-2 2 0,1 6 0,-1 3 0,1 3 0,-1 2 0,1 4 0,-1 0 0,5 6 0,0-2 0,6 4 0,-2 1 0,5-4 0,5-1 0,2-5 0,7 1 0,1-3 0,3-2 0,-1-5 0,5-4 0,1-4 0,-2-4 0,4-5 0,-2-9 0,2-3 0,3-6 0,-3 0 0,-2 0 0,-4-1 0,-5 1 0,-1 2 0,1 2 0,-2 4 0,-3 5 0,-3 1 0,-6 5 0,-5 5 0,1 12 0,-1 0 0,5 9 0,0 3 0,0 2 0,2-2 0,2 1 0,-1-3 0,6 3 0,0-5 0,5 1 0,-1-3 0,3-2 0,0 1 0,2-1 0,0-5 0,-4-4 0,-1-2 0,1-2 0,-1 0 0</inkml:trace>
  <inkml:trace contextRef="#ctx0" brushRef="#br0" timeOffset="78">21033 17066 8912,'0'9'0,"0"0"0,-6-6 0,3 4 0,-6-4 0,-2 2 0,5 5 0,0-7 0,6 6 0,2-6 0,2 2 0,5-4 0,9-1 0,-1-1 0,4-4 0,0-4 0,0-3 0,-3-1 0,5-1 0,-11 1 0,1-1 0,-4 1 0,0-1 0,-3 1 0,-7 1 0,-4 1 0,-4 2 0,-7 6 0,-2-2 0,-6 4 0,1 2 0,-2 4 0,-3 4 0,3 9 0,2 5 0,-1 4 0,6 4 0,0 4 0,5 5 0,5 1 0,4-1 0,5-5 0,8-3 0,6-5 0,12-5 0,6-4 0,3-9 0,4-3 0,0-6 0,1-12 0,1-7 0,0-8 0,-1-5 0,1-4 0,-11 4 0,-1-4 0,-7 5 0,1-5 0,-6 4 0,-6 1 0,-7 4 0,-4 1 0,-1 4 0,0-3 0,0 7 0,-1 0 0,-4 5 0,2 5 0,-6 4 0,5 2 0,-6 2 0,3 6 0,-4 3 0,4 5 0,1 4 0,1-2 0,5 7 0,0-2 0,0 2 0,2 2 0,2-2 0,1 1 0,7 0 0,3-3 0,0-2 0,0 4 0,-1-5 0,4 4 0,0-4 0,-5 0 0,-4-4 0,-6 0 0,2-1 0,-4 1 0,-1-1 0,-1-4 0,-4 0 0,-2-6 0,-7 2 0,-1-2 0,-3 1 0,3-2 0,-4 2 0,0-4 0,1-4 0,2 1 0,7-6 0,-3-6 0,4-6 0</inkml:trace>
  <inkml:trace contextRef="#ctx0" brushRef="#br0" timeOffset="79">21980 16565 8912,'-13'8'0,"-1"-1"0,1-2 0,4 1 0,0 6 0,-2 1 0,-1 7 0,5 5 0,2 7 0,-1 9 0,2 8 0,-1 4 0,5 1 0,5-2 0,1-2 0,1-5 0,4-3 0,1-7 0,1-4 0,1-8 0,-1-7 0,1-5 0,-1-5 0,1-6 0,-1-6 0,1-3 0,-5-5 0,0-4 0,-6 2 0,2-7 0,-2 5 0,1-4 0,-2 5 0,2-1 0,-2 3 0,-2 2 0,4 4 0,1 0 0,-1 6 0,-4 3 0,0 9 0,0 3 0,0 1 0,2 2 0,2 3 0,-1-3 0,6 3 0,0-3 0,5-1 0,-1-1 0,1 1 0,-1-7 0,1-2 0,5-10 0,2-2 0</inkml:trace>
  <inkml:trace contextRef="#ctx0" brushRef="#br0" timeOffset="80">22292 16646 8912,'-20'20'0,"4"-5"0,-7 3 0,2-3 0,-2 0 0,5 2 0,3 1 0,3 0 0,3-5 0,3 1 0,17-7 0,2-2 0,10-4 0,-1-1 0,4-1 0,1-4 0,-6-2 0,-3-7 0,-3 1 0,-7-5 0,-4 0 0,-2 1 0,-4 2 0,-2 2 0,-8 5 0,-6 4 0,-2 2 0,2 2 0,-4 2 0,-4 2 0,-1-2 0,-6 16 0,-2-3 0</inkml:trace>
  <inkml:trace contextRef="#ctx0" brushRef="#br0" timeOffset="81">21818 17025 8912,'-21'0'0,"1"-1"0,7-4 0,-1 2 0,2-6 0,3-1 0,11-4 0,11-4 0,10 3 0,13-3 0,6-2 0,12 2 0,-1 0 0,-2 6 0,-1 2 0,1 1 0,1-2 0,2-1 0,1-1 0</inkml:trace>
  <inkml:trace contextRef="#ctx0" brushRef="#br0" timeOffset="82">22549 16836 8912,'0'13'0,"0"-4"0,0 0 0,0-4 0,0 4 0,0 1 0,0 4 0,0 2 0,-2 4 0,-2 1 0,1 2 0,-6 4 0,6-5 0,-2 1 0,-1-2 0,2 3 0,1-3 0,1-2 0,-4-1 0,5-4 0,-5-7 0,6-2 0,0-11 0,0-8 0,0-7 0,4-4 0,1-2 0,5 0 0,-1 0 0,3-5 0,2 1 0,-1-1 0,1 5 0,-2 1 0,-3 4 0,3 2 0,-3 7 0,3 1 0,2 3 0,-1 4 0,1 11 0,-1 8 0,-5 1 0,-4 7 0,2-1 0,-1 2 0,-1 1 0,-4-6 0,0 5 0,0-5 0,0-2 0,0-1 0,0-1 0,0-7 0,0-1 0,0-6 0,2-6 0,1-3 0,1-3 0,7-1 0,-2-1 0,1-1 0,2-2 0,0-1 0,3 2 0,2 1 0,-3 1 0,4 2 0,0 3 0,0 3 0,1 0 0,-2 5 0,5-4 0,-4 10 0,5 4 0,-5 3 0,5 1 0,-5 1 0,4-1 0,-1 1 0,2-1 0,2-1 0,-2-2 0,2-4 0,3-6 0,-1 0 0,0 0 0,-6-2 0,-3-2 0,1-4 0,-1-6 0,-4 1 0,-5-1 0,-6 1 0,1-1 0,-2-1 0,-2-3 0,-6 8 0,-3-4 0,-3 5 0,-2 0 0,-1 3 0,-3 6 0,3 0 0,-3 2 0,3 2 0,2 5 0,-5-1 0,-1 1 0,6 0 0,4 4 0,4-4 0,-4 0 0,5-4 0,-5 4 0,6-6 0,-3 9 0,6-11 0,7 5 0,5-6 0,5 0 0,1 0 0,-3-1 0,2-2 0,1-2 0,0 1 0,-5 4 0,1 0 0,-1 0 0,5 6 0,0 1 0,-1 2 0,-2 0 0,-2 0 0,1 5 0,0 0 0,-1-1 0,5-4 0,0 0 0,2-4 0,-2 4 0,-2-6 0,7 1 0,1-2 0,1-8 0,3-2 0</inkml:trace>
  <inkml:trace contextRef="#ctx0" brushRef="#br0" timeOffset="83">23808 16444 8912,'9'-18'0,"-2"0"0,-1 1 0,-3 2 0,-1 1 0,-2 8 0,0 6 0,-2 8 0,-2 10 0,1 5 0,-5 8 0,2 5 0,3 3 0,-3 3 0,2 3 0,-1-3 0,5 4 0,0 0 0,0-1 0,2-1 0,2-8 0,-1 0 0,6-9 0,0 1 0,5-10 0,4-5 0,0-9 0,4-2 0,-2-4 0,1-4 0,3-8 0,2-4 0,1-4 0,0-4 0,0 4 0,-2-4 0,-2-1 0,-7 0 0,-5 0 0,-4 6 0,-2 3 0,-4 3 0,-1 8 0,-9 2 0,-3 11 0,-3 8 0,-1 7 0,-2 4 0,-5 8 0,5 3 0,5 3 0,4 2 0,6-5 0,-2 0 0,10-10 0,4 1 0,10-5 0,8 1 0,6-10 0,8-8 0,4-4 0,0-2 0,-1-5 0,-2-8 0,-9 1 0,-6-5 0,-7 1 0,-11-1 0,-3-3 0,-6-6 0,0 6 0,-12-5 0,-3 5 0</inkml:trace>
  <inkml:trace contextRef="#ctx0" brushRef="#br0" timeOffset="84">23781 16809 8912,'-20'0'0,"3"0"0,-5 0 0,11 0 0,7 0 0,17 0 0,16-6 0,16-3 0,6-9 0,17-5 0,-32 11 0,2-1 0,0-1 0,2 1 0,0-2 0,-1 1 0,0-1 0,-1 0 0,-2-1 0,0 0 0,33-14 0,-5-6-337,-1-4 1,-6-1 0,3-5 0</inkml:trace>
  <inkml:trace contextRef="#ctx0" brushRef="#br0" timeOffset="85">25351 15930 8912,'13'-5'0,"1"1"0,4-7 0,0 2 0,1 3 0,-2 2 0,1 4 0,-2 4 0,2 10 0,-4 8 0,1 11 0,-10 8 0,-2 11 0,-8 12 0,-9 3 0,-10 4 0,9-34 0,-1-1 0,-3 1 0,-1 0 0,-2 1 0,-1-1 0,-2 1 0,1-1 0,2 1 0,1 1-204,-2 2 1,1-1 0,-1-1 0,-1-1 203,2 0 0,-1 0 0,0-3 0,1-1 0,1 0 0,1 0 0,-1 2 0,0-1 0,-21 28 0,1-3 0,4-3 0</inkml:trace>
  <inkml:trace contextRef="#ctx0" brushRef="#br0" timeOffset="86">14983 9993 8912,'0'-9'0,"0"0"0,-2-1 0,-2-2 0,2 3 0,-2 0 0,-4 6 0,7-9 0,-5 10 0,0-4 0,4 0 0,-4 5 0,6-5 0,-4 4 0,-1-2 0,1 2 0,4-4 0,-2 6 0,-2 0 0,2 0 0,-4 0 0,6 0 0,0 0 0,6 0 0,-3 0 0,6 0 0,-4-1 0,4-4 0,0 4 0,4-4 0,1 4 0,-1 1 0,3-2 0,2-2 0,-2 2 0,7-2 0,-1-2 0,5 1 0,6-4 0,3 5 0,10-5 0,3 4 0,4-5 0,1 1 0,5-2 0,1 1 0,0 1 0,0-2 0,-6 0 0,-4 2 0,-7-1 0,3 5 0,0-4 0,-1 5 0,0-1 0,-4 5 0,-5 0 0,0 0 0,-7 0 0,-2 0 0</inkml:trace>
  <inkml:trace contextRef="#ctx0" brushRef="#br0" timeOffset="87">18106 8195 8908,'71'0'-56,"-30"0"-4,-1 0 1,0 0-1,0 0 1,35 0 59,-7 0 0,-11-5 0,-10 1 0,-5 1-77,-8 1 77,-10 2 0,-6 2 0,-8 2 0,2-2 0,-11 5 0,4-2 0,-4-4 0,1 5 0,2-6 147,5 0 1,8 0-148,1 0 0,12-18 0,-2-4 0</inkml:trace>
  <inkml:trace contextRef="#ctx0" brushRef="#br0" timeOffset="88">19788 8682 8912,'-14'0'0,"7"0"0,1-6 0,12 0 0,3-3 0,9 3 0,4 6 0,5 0 0,5 0 0,4 0 0,9 0 0,3 6 0,6 3 0,5 3 0,0 1 0,10 2 0,0 2 0,3 1 0,2-2 0,-2-5-217,-4-2 0,-6-5 217,-4 5 0,-5-6 0,-8 2 0,-3-4 0,-15-1 0,2 0 0,-10 0 0,1 0 0,-1 0 0,-5 0 0,-5 0 0,-2-1 0,2-4 0,-3 4 0,-6-5 434,0 6-434,0 0 0,0-6 0,0-2 0</inkml:trace>
  <inkml:trace contextRef="#ctx0" brushRef="#br0" timeOffset="89">7052 16376 8912,'-26'-6'0,"3"-3"0,4-2 0,1 2 0,0 5 0,0-2 0,4 3 0,1 4 0,5 1 0,4 7 0,2 1 0,4-2 0,2-1 0,7-1 0,5-2 0,2 2 0,9-2 0,-3 1 0,8-5 0,-2 1 0,2 4 0,-4-2 0,4 6 0,-4-6 0,-7 9 0,-1-5 0</inkml:trace>
  <inkml:trace contextRef="#ctx0" brushRef="#br0" timeOffset="90">6781 17661 8912,'-14'7'0,"1"-1"0,5-4 0,7 1 0,7 1 0,7-1 0,11-1 0,3-2 0,2 0 0,6 0 0,-1 0 0,1 0 0,1 0 0,-1-6 0,-2-2 0</inkml:trace>
  <inkml:trace contextRef="#ctx0" brushRef="#br0" timeOffset="91">8067 17728 8912,'-18'-13'0,"-2"1"0,-1 3 0,-2 4 0,1 5 0,-2 5 0,-5 4 0,2 9 0,-4 4 0,4 5 0,4 5 0,-1 2 0,6 7 0,3 0 0,4-1 0,5-1 0,6-1 0,2-2 0,2 1 0,8-5 0,8-5 0,1-7 0,3-5 0,6-3 0,2-3 0,5-3 0,-1-6 0,3 0 0,2 0 0,-2-6 0,-3-3 0,2-5 0,-7-4 0,-3 1 0,-6-5 0,-2 1 0,-2-2 0,-2-1 0,-11 6 0,-2 2 0,-2 1 0,-2 1 0,-4 1 0,-7 1 0,-6 3 0,-1 3 0,1 6 0,1 0 0,-6 0 0,5 1 0,-4 4 0,5 2 0,-1 7 0,3-1 0,2 1 0,1-1 0,3 1 0,1-1 0,4 1 0,2-1 0,-2 1 0,8-5 0,5 0 0,3-6 0,2 1 0,4 2 0,0-1 0,4-1 0,-4-4 0,5-1 0,-4-2 0,1-3 0,0-2 0,-2 4 0,-5-5 0,1 0 0,-1-5 0,1 1 0,-1-1 0,-4 5 0,0 0 0,-6 0 0,9-4 0,-10 5 0,10 2 0,-6 12 0,3 3 0,2-1 0,-7 1 0,5 0 0,-3 4 0,2 1 0,2-1 0,-2-4 0,1 0 0,-5-1 0,5 1 0,-4-2 0,4-2 0,-6-2 0,1 6 0,-2-6 0,-2 3 0,0-17 0,0-2 0,1-4 0,4 4 0,-4-1 0,4 1 0,-2-1 0,1 1 0,-2-1 0,2 1 0,2 4 0,-1 0 0,4 4 0,-5-4 0,7 6 0,-2-1 0,-2 2 0,2 2 0,0 0 0,5 0 0,-2 2 0,-1 1 0,-2 1 0,-2 7 0,2-2 0,3-2 0,-3 2 0,-1-1 0,1 1 0,0 3 0,4-3 0,1-3 0,-1 6 0,1-5 0</inkml:trace>
  <inkml:trace contextRef="#ctx0" brushRef="#br0" timeOffset="92">9569 18066 8912,'0'-13'0,"0"-1"0,-1 1 0,-4-1 0,-2 1 0,-9-1 0,-2 1 0,3-1 0,-3 1 0,2 4 0,-2 0 0,3 6 0,-3-2 0,3 4 0,1 1 0,-4 6 0,0 3 0,1 4 0,8 5 0,-1-3 0,5 3 0,1 2 0,4-2 0,0 0 0,0-5 0,1-1 0,4-1 0,4-4 0,3-1 0,1-1 0,1-5 0,4 0 0,0 0 0,5-5 0,-5 1 0,4-7 0,-4 2 0,5-3 0,-4-1 0,1 1 0,0 3 0,-2-2 0,-5 7 0,-4-5 0,0 4 0,0 1 0,0 4 0,0 0 0,-6 1 0,2 4 0,2 2 0,1 7 0,5-7 0,1-2 0,-1-4 0,1-1 0,-1 0 0,1-1 0,1-5 0,3-8 0,-3-2 0,3-11 0,-1 1 0,1-10 0,-2-5 0,7-4 0,-7-4 0,2 4 0,-4-5 0,-3 4 0,-4 1 0,-1 2 0,-1 7 0,-5 14 0,-2 4 0,-2 9 0,1 3 0,-6 6 0,-1 12 0,-3 6 0,1 12 0,1 6 0,4 5 0,1 4 0,-3-2 0,4 7 0,1-2 0,4 1 0,1 3 0,4-7 0,-2 0 0,6-5 0,4-5 0,7-4 0,1-4 0,3-4 0,2-5 0,1-9 0,-5-3 0,1-6 0,-1-6 0,5-3 0,-4-5 0,-2-4 0,-1-4 0,-4-4 0,2-1 0,-4 0 0,2 0 0,-7 0 0,-3 0 0,-1 0 0,-2 5 0,1-1 0,-2 6 0,4 4 0,-6 7 0,0 9 0,0 4 0,0 8 0,0 5 0,0 3 0,0 4 0,1 0 0,4 0 0,-2 1 0,6 4 0,-2-4 0,2 4 0,2-5 0,-7-3 0,-1-2 0,-1 3 0,-2-6 0,0-1 0,-6-3 0,-3-1 0,1-1 0,-1 1 0,0-7 0,-4-2 0,4-4 0,0-1 0,6-1 0,-2-4 0,4-4 0,13-15 0,3-4 0</inkml:trace>
  <inkml:trace contextRef="#ctx0" brushRef="#br0" timeOffset="93">10719 17999 8912,'-19'0'0,"-1"0"0,-2 0 0,-4 0 0,4 0 0,1 6 0,-2 3 0,7 4 0,-2 4 0,4 1 0,5-2 0,3 1 0,6 1 0,3-3 0,6 3 0,2-3 0,11-2 0,5-5 0,5-3 0,4-4 0,-5-1 0,5 0 0,-4 0 0,-2-6 0,-7-3 0,-5-3 0,-3-2 0,-3 1 0,-3-1 0,-3 1 0,-6-1 0,-12-1 0,-6-3 0,-6 8 0,-3-4 0,-6 8 0,-4-3 0,-2 6 0,-1-9 0,-1 5 0</inkml:trace>
  <inkml:trace contextRef="#ctx0" brushRef="#br0" timeOffset="94">11721 17945 8912,'0'13'0,"-4"1"0,-1 1 0,2 1 0,2 2 0,2 5 0,2-5 0,2-2 0,5-5 0,-1-4 0,3-1 0,2-3 0,-1-1 0,1-2 0,4 0 0,1-2 0,1-2 0,-1-5 0,-1-5 0,-4-4 0,0 5 0,-2-2 0,-2 4 0,-1 1 0,-6-2 0,3 4 0,-6 2 0,0 8 0,0 2 0,0-1 0,2 6 0,2 2 0,-2 1 0,2 1 0,4-4 0,1 0 0,3-6 0,1 2 0,1-4 0,-1-1 0,2 0 0,3 0 0,-3-1 0,4-4 0,-4 2 0,-2-6 0,1 5 0,-1-5 0,-1 4 0,-3-4 0,3 6 0,-9-3 0,6 6 0,-6 2 0,2 2 0,-4-1 0,-1 6 0,0 0 0,-1 5 0,-2-1 0,-2 1 0,-1-1 0,2 1 0,2-5 0,-2 0 0,1-6 0,-2 1 0,4 4 0,-5-7 0,6-1 0,0-3 0,1-6 0,4-1 0,1-7 0,4-1 0,-1 2 0,2 1 0,-1 6 0,-1 0 0,3 4 0,-3-4 0,3 6 0,2-1 0,0 4 0,-1 4 0,2-1 0,3 6 0,-3 5 0,3 4 0,3 0 0,2-5 0,-4 1 0,13-1 0,-3 1 0</inkml:trace>
  <inkml:trace contextRef="#ctx0" brushRef="#br0" timeOffset="95">12628 18026 8912,'-27'-2'0,"0"-2"0,0 2 0,0-1 0,0 6 0,-1 6 0,1 8 0,0 1 0,6 4 0,3-4 0,5 5 0,4-5 0,3 4 0,6-3 0,1-1 0,4-5 0,7-4 0,6 0 0,6-6 0,-3 2 0,1-4 0,1-1 0,0-10 0,4-4 0,0-4 0,0 0 0,-2 1 0,-2-5 0,1-1 0,-6-4 0,5 0 0,-5 0 0,0-4 0,-5-1 0,-5-5 0,-4 1 0,-2-2 0,-2 2 0,0 3 0,0 6 0,-2 7 0,-2 7 0,-5 7 0,1 7 0,-1 8 0,5 6 0,-5 12 0,4 6 0,-2 3 0,1 4 0,3 0 0,1-4 0,2 0 0,0-1 0,0 1 0,0-3 0,0-6 0,6-6 0,3-2 0,3-2 0,2-3 0,1-4 0,3-10 0,-3 0 0,3 0 0,1-6 0,-1-3 0,0-3 0,-4-2 0,0-4 0,-1 0 0,-1-4 0,-3 4 0,2-2 0,-7 2 0,1 3 0,-5-3 0,0 3 0,-2 2 0,-2-1 0,-4 7 0,-5 2 0,4 5 0,0 5 0,1 4 0,-1 9 0,-2 3 0,7 6 0,-5 4 0,4 1 0,1-1 0,4-4 0,0 1 0,0-3 0,1-2 0,4-5 0,2-3 0,7-2 0,0-1 0,-1-3 0,5-3 0,0-6 0,0-1 0,-4-4 0,4-4 0,0-9 0,0 3 0,-5-3 0,1-1 0,-1 1 0,-4-2 0,-1 4 0,-2-3 0,-3 3 0,5 1 0,-7 1 0,5 4 0,-6 5 0,0 7 0,0 11 0,2 5 0,2 0 0,-2 2 0,2-2 0,2-1 0,0 4 0,2-2 0,2-2 0,2-2 0,2-2 0,1-1 0,3-3 0,-3-3 0,3-6 0,1 0 0,0 0 0,0-6 0,-1-3 0,-3-3 0,3-1 0,-1-7 0,-2-1 0,1-1 0,1-1 0,-10 2 0,7-2 0,-8 2 0,3 3 0,-6 3 0,1-3 0,-2 3 0,-2 2 0,0 5 0,0 2 0,0 8 0,0 2 0,-2 8 0,-2 6 0,2 2 0,-2-4 0,4 4 0,4 1 0,-1-5 0,6 3 0,1 0 0,3-1 0,-4 0 0,0-4 0,0-2 0,5-3 0,-5 1 0,0-5 0,-6 5 0,9-8 0,-12 4 0,0-6 0,-2 0 0,-7 0 0,0-2 0,2-2 0,-5 2 0,3-2 0,1-2 0,-1 1 0,6-1 0,-1 2 0,-4 2 0,7-4 0,-10 5 0,6-4 0,1 4 0,4-5 0,0 6 0,0 0 0,0-6 0,6 4 0,-3-5 0,6 2 0,2-4 0,-5 2 0,-2-2 0,-1 4 0,2-4 0,-4 0 0,5-5 0,-6 1 0,0 4 0,0 0 0,0 4 0,0-4 0,-6 6 0,-1-3 0,-7 6 0,1 2 0,-1 2 0,0 5 0,1 5 0,-1 4 0,5 3 0,0 6 0,-1 0 0,4 0 0,0-4 0,6-1 0,0 1 0,1 4 0,4-2 0,4-2 0,7-5 0,2-9 0,11 1 0,-2-5 0,9-1 0,0-4 0,8-3 0,1-6 0,2 0 0,-2-9 0,-5-3 0,1-1 0,-7 1 0,-6-2 0,-7 2 0,-3-1 0,-5-2 0,-4 4 0,-4 1 0,-4-1 0,-1-2 0,0 3 0,-4 0 0,-1 1 0,-5 3 0,1-3 0,-3 7 0,-2 2 0,1 0 0,-1 2 0,0 2 0,7 5 0,2 5 0,4 4 0,1 4 0,0 5 0,0-1 0,1 5 0,2 1 0,2-2 0,6 3 0,-2-6 0,3 5 0,1-5 0,-4 4 0,0-4 0,0 2 0,5-2 0,-2-3 0,-3 3 0,-3-3 0,-6-2 0,0 1 0,0-1 0,0 1 0,-2-1 0,-4 1 0,-7 0 0,-2-5 0,-6 0 0,0 0 0,0-2 0,4 1 0,-1-4 0,-2-2 0,2 2 0,2-4 0,7-4 0,3-10 0,6-7 0</inkml:trace>
  <inkml:trace contextRef="#ctx0" brushRef="#br0" timeOffset="96">14225 17755 8912,'0'-13'0,"0"4"0,0 0 0,0 6 0,0 0 0,0 12 0,0 3 0,0 15 0,1-2 0,3 11 0,0 2 0,-1 1 0,3 3 0,-1 3 0,4-3 0,-5 3 0,-1-3 0,-1-1 0,-2-5 0,0 0 0,-3-7 0,-6-2 0,-2-2 0,-12-7 0,5-4 0,-4-5 0,5-6 0,-1 1 0,-1-4 0,1-4 0,4-4 0,5-5 0,6-5 0,-1-2 0,2-1 0,2-3 0,2 3 0,2-1 0,5 4 0,9-4 0,3 3 0,0 2 0,5 2 0,-4 2 0,-1 1 0,2 3 0,-2-2 0,2 7 0,-2-1 0,-3 5 0,-3 0 0,3 0 0,-8 6 0,-1 3 0,-6 3 0,2 2 0,-4 4 0,-1 0 0,0 1 0,0 0 0,0-3 0,-1 5 0,-2-1 0,-2-4 0,-5 1 0,1 1 0,-3-5 0,0 2 0,1-6 0,2-3 0,5-1 0,-5-5 0,6-6 0,-2-3 0,4-5 0,1-4 0,0 2 0,0-7 0,0 1 0,0-5 0,0-1 0,0 1 0,4-1 0,1-4 0,5 5 0,-1 0 0,3 2 0,2 7 0,5 0 0,2 4 0</inkml:trace>
  <inkml:trace contextRef="#ctx0" brushRef="#br0" timeOffset="97">14482 18120 8912,'0'8'0,"0"4"0,0-5 0,0 7 0,0-1 0,0 1 0,0 1 0,0 3 0,0-3 0,0 3 0,0-1 0,0 1 0,0-8 0,0 4 0,0-2 0,0 0 0,0-5 0,0-2 0,0-10 0,5-4 0,-1-9 0,7 3 0,-2-3 0,1-3 0,-1-1 0,8 2 0,-4 2 0,4 3 0,-4 1 0,1 1 0,-1-1 0,1 5 0,0 0 0,-1 6 0,1-1 0,-5 4 0,0 4 0,1 5 0,2 3 0,2 2 0,-1-1 0,2 6 0,2-1 0,2-2 0,2-1 0,-2-3 0,3-3 0,1-1 0,4-4 0,-5-2 0,1 2 0,-7-2 0,2-2 0,-3-6 0,-1-3 0,-5-3 0,0-2 0,-6 1 0,2-1 0,-4 1 0,-1-1 0,-6 5 0,-3 0 0,-3 6 0,-2-2 0,1 4 0,-1 1 0,-1 0 0,-3 0 0,3 1 0,-3 4 0,3 2 0,2 1 0,1 4 0,3-3 0,-2 3 0,7 2 0,-2-5 0,1 0 0,4 0 0,-5 0 0,6 0 0,4-5 0,1 5 0,5-6 0,-1 2 0,3 1 0,2-2 0,-1 2 0,1-1 0,-1-2 0,1 4 0,-1 1 0,1-1 0,-5 2 0,0 5 0,-2-5 0,4 0 0,-2 1 0,6 2 0,6 2 0</inkml:trace>
  <inkml:trace contextRef="#ctx0" brushRef="#br0" timeOffset="98">15159 17796 8912,'7'-14'0,"-2"1"0,-4-1 0,-1 1 0,6 5 0,-4 1 0,2 2 0,-2 5 0,-2 0 0,0 12 0,0 11 0,-5 4 0,-1 4 0,0 5 0,0 4 0,2 2 0,4 3 0,0-3 0,0 3 0,0-5 0,0-4 0,1 2 0,4-6 0,2 2 0,7-7 0,1-3 0,3-10 0,-3-2 0,3-3 0,2-3 0,-2-6 0,4-2 0,-4-2 0,0-8 0,-4-6 0,4-2 0,0 2 0,0 2 0,-6-5 0,-3 1 0,-4 4 0,2-6 0,-7 7 0,0-3 0,-6 11 0,-7 7 0,-1 7 0,1 11 0,-1 3 0,0 7 0,5-1 0,0 0 0,6 0 0,-1 0 0,2 0 0,2 0 0,2-2 0,2-2 0,5-4 0,9-5 0,4-7 0,5-2 0,0-4 0,0-1 0,0-1 0,0-4 0,-6-2 0,-3-7 0,-3-5 0,-1-2 0,-1-6 0</inkml:trace>
  <inkml:trace contextRef="#ctx0" brushRef="#br0" timeOffset="99">15105 18242 8912,'-21'-6'0,"3"-3"0,7-1 0,2 1 0,8-2 0,2 7 0,13-1 0,11-1 0,10 3 0,11-6 0,7-2 0,4-1 0,8-1 0,-2-1 0,2-1-1396,-2-3 1396,-3 3 0,-6-10 0,0 4 0</inkml:trace>
  <inkml:trace contextRef="#ctx0" brushRef="#br0" timeOffset="100">16296 17688 8912,'-26'-5'0,"2"1"0,2 1 0,-2 1 0,-8 5 0,-4 8 0,-3 11 0,-2 10 0,2 14 0,3 4 0,4 3 0,4 13 0,7-9 0,4 6 0,8-8 0,9-5 0,6-3 0,8-7 0,5-7 0,4-6 0,-2 2 0,1-2 0,1 0 0,4 4 0,0-8 0,0-3 0</inkml:trace>
  <inkml:trace contextRef="#ctx0" brushRef="#br0" timeOffset="101">17054 18053 8912,'-2'-12'0,"-2"1"0,-5 2 0,1 5 0,-1-4 0,-1 2 0,-2 3 0,0 3 0,3 5 0,-3 8 0,3 10 0,-4 4 0,0 4 0,4 4 0,0 5 0,6 1 0,-2 0 0,-1-2 0,2-3 0,-2-3 0,3-6 0,-2-2 0,2-2 0,2-4 0,1-14 0,0-10 0,6-8 0,3-14 0,3-6 0,1-3 0,1 1 0,-1-1 0,1 0 0,0 2 0,4 2 0,0 9 0,0 4 0,-5 5 0,1 2 0,-1 3 0,5 5 0,0 8 0,2 10 0,-4 8 0,3 4 0,-3 1 0,4 2 0,-2 2 0,1-2 0,-1 2 0,-3-2 0,3-2 0,-3-2 0,-1-2 0,-1-4 0,1-5 0,0-1 0</inkml:trace>
  <inkml:trace contextRef="#ctx0" brushRef="#br0" timeOffset="102">17473 18174 8912,'-6'-13'0,"-1"5"0,-7 4 0,2 5 0,3 8 0,-1 2 0,4 12 0,0 2 0,0 5 0,1-1 0,5 2 0,2-2 0,4-2 0,6-2 0,4-2 0,8-4 0,-1-5 0,2-7 0,2-2 0,1-10 0,-1-4 0,-2-9 0,-2-4 0,-5-4 0,-9-1 0,-5 0 0,-2 0 0,-8 0 0,-3 0 0,-9 5 0,-5-1 0,-2 8 0,-2 1 0,4 7 0,0 7 0,1 0 0,-5 0 0,0 0 0</inkml:trace>
  <inkml:trace contextRef="#ctx0" brushRef="#br0" timeOffset="103">18448 18229 8912,'6'-8'0,"-3"-4"0,4 3 0,-1-3 0,-3-2 0,-1 1 0,-2 4 0,0 0 0,0-2 0,-2 5 0,-2 2 0,-5 2 0,-8 4 0,-1 4 0,2 7 0,-1 7 0,1 7 0,-2 0 0,1 0 0,7 5 0,1-1 0,1 7 0,-1-2 0,3-2 0,6 1 0,1-2 0,4-3 0,2-3 0,7-4 0,6-5 0,2-9 0,4 1 0,1-5 0,6-7 0,1-5 0</inkml:trace>
  <inkml:trace contextRef="#ctx0" brushRef="#br0" timeOffset="104">18678 18256 8912,'0'19'0,"-2"-4"0,-2 3 0,-4-3 0,-5-1 0,-5-1 0,0 1 0,1 4 0,8 0 0,-1 0 0,5-5 0,1 5 0,4 0 0,1-2 0,4-6 0,2 1 0,7-7 0,-1 1 0,1-5 0,1-2 0,3-2 0,-3-4 0,3-5 0,-5-3 0,-3-2 0,0 3 0,-5-3 0,-2 2 0,-2-2 0,-7 3 0,-3-3 0,-3 7 0,-2 2 0,1 6 0,-1-1 0,1 2 0,-1 2 0,1-4 0,-1-1 0,1 1 0,-1 4 0</inkml:trace>
  <inkml:trace contextRef="#ctx0" brushRef="#br0" timeOffset="105">18854 18296 8912,'7'0'0,"-1"0"0,-6 0 0,0 0 0,0 6 0,0 2 0,0 7 0,0 1 0,0 4 0,0 1 0,5-3 0,-1 4 0,7-4 0,-2 5 0,-2-6 0,3 1 0,-3-8 0,2-1 0,3-6 0,-3 2 0,-1-4 0,1-1 0,0-6 0,3-6 0,-2-6 0,-2 0 0,-2-2 0,0 5 0,-2-3 0,-2 3 0,2 2 0,-2-1 0,-2 1 0,0-1 0,1 7 0,4 2 0,-2 5 0,6 5 0,0 1 0,4 3 0,1 1 0,-1-5 0,1-1 0,0-4 0,-1 0 0,1 0 0,-5 0 0,0 0 0,0 0 0,4 0 0,1 0 0,-7-6 0,1 5 0,-4-4 0,-2 4 0,4 1 0,-6 0 0,0 6 0,0 3 0,-2 3 0,-2 1 0,2 2 0,-2 3 0,-2-7 0,1 2 0,1-2 0,4 3 0,-6-1 0,4-4 0,-2 0 0,2-7 0,2-2 0,6-6 0,3-8 0,3-4 0,2 0 0,-1-5 0,1 5 0,4-4 0,0 4 0,-1 0 0,-7 6 0,-1 1 0,2 2 0,1 6 0,-3 3 0,0 9 0,-6 5 0,1 4 0,2-2 0,-1 7 0,1-2 0,-2 1 0,-2 3 0,2-7 0,2 0 0,0-5 0,0 1 0,0-1 0,-1-5 0,1-2 0,1-6 0</inkml:trace>
  <inkml:trace contextRef="#ctx0" brushRef="#br0" timeOffset="106">16188 18215 8912,'-8'-6'0,"2"3"0,6-6 0,0-1 0,0-3 0,6 4 0,5 2 0,4 1 0,3 3 0,1-3 0,-2 1 0,1 4 0,-2 4 0,-2 6 0,-5 7 0,-5 6 0,-2 3 0,-4 1 0,-2 10 0,-10 4 0,-8 5 0,-2 2 0,0-4 0,1 3 0,-1-3 0,4-2 0,2-5 0,9-5 0,5-8 0,2-4 0,4-7 0,2-3 0,10-9 0,8-9 0,4-4 0,1-5 0,0 1 0,0-5 0,0 5 0,-1-1 0,-2 3 0,-1 2 0,-13-1 0,-4-5 0,-13-2 0</inkml:trace>
  <inkml:trace contextRef="#ctx0" brushRef="#br0" timeOffset="107">16106 18526 8912,'-13'-13'0,"5"-1"0,10 2 0,11 3 0,7-3 0,7 3 0,5-3 0,1-3 0,1-2 0,4-1 0,-1 0 0,-1 5 0,4-7 0,-6-1 0</inkml:trace>
  <inkml:trace contextRef="#ctx0" brushRef="#br0" timeOffset="108">16539 18350 8912,'-13'0'0,"-1"0"0,1 0 0,4 0 0,0 0 0,6 0 0,-3 0 0,18 0 0,-2 0 0,13 0 0,-5-4 0,4-2 0,1-2 0,-2-2 0,3-1 0,-6 2 0,0-3 0,-4 3 0,-2-3 0,-3-1 0,3-1 0,-11 1 0,4-1 0,-11 7 0,-8 2 0,-1 4 0,-7 2 0,-2 5 0,-2 8 0,1 7 0,2 10 0,-1 4 0,6 5 0,6 2 0,7 3 0,5-1 0,5 6 0,10-8 0,12-2 0,8-8 0,4-8 0,1-11 0,1-8 0,5-10 0,3-2 0</inkml:trace>
  <inkml:trace contextRef="#ctx0" brushRef="#br0" timeOffset="109">16851 18134 8912,'-9'-14'0,"1"1"0,2-1 0,-3 5 0,5 0 0,1 6 0,7-1 0,7 2 0,5 2 0,5 2 0,6 2 0,0 10 0,2 8 0,1 4 0,2 1 0,-2 6 0,-8 3 0,-2 2 0,-7-2 0,-4 3 0,0-3 0,-6 1 0,0-2 0,-6-8 0,-6-7 0,-1-5 0,1-2 0,-3-5 0,6-5 0,-3-12 0,3-6 0,6-12 0,6-5 0,3-3 0,4-2 0,5-5 0,8-2 0,6 4 0,5-1 0,-1 0 0,5 1-585,4-1 585,3 7 0,2-4 0,-1 4 0,2-2 0,2-2 0,1 2 0</inkml:trace>
  <inkml:trace contextRef="#ctx0" brushRef="#br0" timeOffset="110">19734 18134 8912,'0'-15'0,"0"-2"0,0-1 0,0 0 0,-6 18 0,-3 11 0,-3 14 0,-2 14 0,5 8 0,0 9 0,0 2 0,1 5 0,-2-3 0,5-1 0,2-5 0,2-4 0,7-4 0,3-5 0,3-8 0,1-6 0,3-9 0,2-8 0,-2-5 0,7-10 0,-5-7 0,4-6 0,1-10 0,2 1 0,-1-3 0,-1-3 0,-2 4 0,2-2 0,-5 4 0,-9 4 0,-2 2 0,-2 3 0,-4 7 0,4-2 0,-4 8 0,-1 5 0,0 9 0,0 3 0,0 2 0,0 6 0,0 2 0,2 8 0,2 2 0,-1-1 0,6-4 0,-4 0 0,4 0 0,-6-4 0,1-1 0,-2-1 0,-2 2 0,-2-5 0,-4-7 0,-6-2 0,-4 1 0,-8 1 0,1-2 0,-8-3 0,-4-12 0,-6-2 0</inkml:trace>
  <inkml:trace contextRef="#ctx0" brushRef="#br0" timeOffset="111">19571 18472 8912,'0'-14'0,"0"1"0,8 1 0,5 3 0,13-3 0,10 3 0,14-5 0,7-2 0,9-4 0,-28 9 0,2 1 0,0 2 0,0 0 0,3-1 0,-1 0-473,0 1 1,-1 1 0,28-13 0,-2-1-1</inkml:trace>
  <inkml:trace contextRef="#ctx0" brushRef="#br0" timeOffset="112">20938 18337 8912,'-6'-18'0,"-1"0"0,-1 1 0,-4-1 0,5 3 0,-1 3 0,-2 9 0,4 3 0,-2 8 0,5 10 0,-1 4 0,2 4 0,2 1 0,0 0 0,0-2 0,0-1 0,0-1 0,0-5 0,0 5 0,5-7 0,1 1 0,1-5 0,4-3 0,-2-6 0,4 1 0,-1-4 0,11-4 0,-5-4 0,3-5 0,0-2 0,0-3 0,-3 1 0,5-6 0,-7 5 0,2-4 0,-3 5 0,-1-1 0,-5 3 0,0 2 0,-6-1 0,3 5 0,-6 0 0,0 12 0,-2 3 0,-2 12 0,2 0 0,-2-4 0,2-1 0,2 1 0,0-1 0,0 1 0,0-1 0,0 1 0,0-5 0,0 0 0,0-6 0,0 3 0,6-17 0,3-2 0,-1-4 0,1 4 0,-2-2 0,4-2 0,-2-1 0,1 2 0,2-1 0,2-1 0,0 5 0,-1-1 0,1 1 0,-1 4 0,1-2 0,-1 2 0,2 3 0,3 6 0,-3 0 0,3 2 0,-4 2 0,-5 5 0,3 8 0,-3 1 0,-2 1 0,3-1 0,-7-1 0,1 5 0,-2-4 0,-2 5 0,0-5 0,-2 3 0,-2-2 0,-10-6 0,-7-7 0</inkml:trace>
  <inkml:trace contextRef="#ctx0" brushRef="#br0" timeOffset="113">20803 18026 8912,'-12'-18'0,"1"0"0,2 1 0,6 2 0,3 8 0,9 2 0,9 4 0,5 2 0,4 2 0,5 2 0,2 5 0,7-1 0,4 3 0,0 2 0,6-1 0,-3 1 0</inkml:trace>
  <inkml:trace contextRef="#ctx0" brushRef="#br0" timeOffset="114">22238 18026 8912,'-28'0'0,"-5"0"0,-3 0 0,2 0 0,-1 0 0,2 0 0,3 0 0,-2 6 0,5 3 0,-3 3 0,21 1 0,0 2 0,8 2 0,5 1 0,10 1 0,8-1 0,4-3 0,1 4 0,0 0 0,0-1 0,0 5 0,0-5 0,-1 6 0,-4-2 0,2 2 0,-6 0 0,-3-1 0,-4 1 0,-5-3 0,-6 1 0,0-1 0,0 2 0,-12 1 0,-6-6 0,-3-4 0,-6-5 0,3-2 0,-8 2 0,5-3 0,5-6 0,2 0 0,6-3 0,2-4 0,3-7 0,3-14 0,6-1 0</inkml:trace>
  <inkml:trace contextRef="#ctx0" brushRef="#br0" timeOffset="115">22576 18161 8912,'-2'-14'0,"-2"1"0,-4 5 0,-1-2 0,0 5 0,-1 1 0,-8 4 0,1 7 0,-4 5 0,2 6 0,2 3 0,4 2 0,4 4 0,2 0 0,7 0 0,0-1 0,0-4 0,7 2 0,2-6 0,4 0 0,5-4 0,-3-7 0,3-2 0,-3-4 0,-1-1 0,-1-6 0,1-3 0,-2-7 0,-3-2 0,1-5 0,-5 5 0,-1-1 0,-4 1 0,0 1 0,0-5 0,-1 5 0,-2-1 0,-3 3 0,-2 1 0,5-5 0,-9 4 0,5-5 0</inkml:trace>
  <inkml:trace contextRef="#ctx0" brushRef="#br0" timeOffset="116">22698 18161 8912,'0'-8'0,"0"2"0,0 0 0,0 5 0,0 5 0,0 10 0,0 2 0,0-2 0,-5 0 0,1-1 0,-1 1 0,5-1 0,0 1 0,0-1 0,-1-4 0,-4 0 0,4-4 0,-4 4 0,4-6 0,1 3 0,6-24 0,0 6 0,3-15 0,3 3 0,-5-2 0,2 2 0,0 1 0,-4 7 0,4-2 0,-2 3 0,2 1 0,3 7 0,-3 2 0,-1 5 0,1 5 0,-6 4 0,2 9 0,1-2 0,-2 7 0,-1 1 0,-1 2 0,-2-4 0,0 1 0,0-7 0,0 2 0,0-3 0,0-1 0,4-5 0,1 0 0,-1-6 0,-2 3 0,1-8 0,3-2 0,1-5 0,4-5 0,7-4 0,-3 2 0,3-7 0,1 2 0,-1-1 0,0 2 0,-4 6 0,-1 1 0,1-1 0,-5 2 0,0 3 0,-6 3 0,8 8 0,-7 2 0,2 4 0,-1 5 0,-2 1 0,6-1 0,-5 4 0,5 0 0,2-4 0,1-1 0,6 2 0,0-10 0,4 1 0,-4-5 0,7 0 0,-3 0 0,-2-5 0,-2 1 0,1-11 0,-1 1 0,-3-1 0,-4 0 0,-1 0 0,-5-3 0,-1 3 0,-4-3 0,-6 3 0,-3 1 0,-3 7 0,-3 2 0,-1 4 0,-2 1 0,0 1 0,4 4 0,1 4 0,-1 9 0,2-2 0,3 7 0,-2-1 0,7 6 0,-1-6 0,5 1 0,2 1 0,2 1 0,5 2 0,10 0 0,2-4 0,6-1 0,6-5 0,3 1 0,7-5 0,3-4 0,5-3 0,-2-6 0,10-6 0,3-1 0</inkml:trace>
  <inkml:trace contextRef="#ctx0" brushRef="#br0" timeOffset="117">24038 17742 8912,'-14'-27'0,"1"3"0,1 4 0,3 7 0,3 8 0,6 1 0,0 8 0,-2 10 0,-1 8 0,-1 4 0,0 1 0,3 6 0,1 3 0,-2 1 0,-2 0 0,1 0 0,-6-5 0,6 5 0,-2-1 0,-1-3 0,0-1 0,0-5 0,0-5 0,-3 2 0,5-5 0,-2-1 0,1-5 0,4-5 0,-5-2 0,6-8 0,0-2 0,3-4 0,6-5 0,1-1 0,13 0 0,1 1 0,2-1 0,1 5 0,0 0 0,0 6 0,0-1 0,-2 2 0,-2 2 0,1 0 0,-6 0 0,0 5 0,-4 1 0,-2 1 0,-3 4 0,-3 1 0,-6 1 0,0-3 0,0-1 0,-6 0 0,-3 4 0,-9-1 0,-5-3 0,-3 2 0,-1-5 0,0 0 0,0 0 0,5-2 0,-1-4 0,7 5 0,-2-1 0,3 1 0,1-5 0,6-6 0,2-2 0</inkml:trace>
  <inkml:trace contextRef="#ctx0" brushRef="#br0" timeOffset="118">24593 18066 8912,'-6'-7'0,"3"-4"0,-6 7 0,4-1 0,-4 5 0,1 6 0,-1 3 0,5 5 0,2 4 0,-2-2 0,-1 7 0,2-5 0,8 4 0,2-5 0,7 1 0,0-3 0,-1-1 0,1-1 0,-1 1 0,2-7 0,3-2 0,-1-4 0,5-1 0,-4 0 0,5 0 0,-7-6 0,3-3 0,-3-4 0,2-5 0,-7 1 0,2-5 0,-4 5 0,0-1 0,3-3 0,-9 7 0,6 1 0,-6 5 0,2 8 0,-10 0 0,-1 11 0,-4 2 0,2 2 0,2 0 0,-4 3 0,1 1 0,1-1 0,-1-5 0,5-1 0,-5-3 0,6 3 0,-2-3 0,4-3 0,1 0 0,1-7 0,2-4 0,3-4 0,2-3 0,5-1 0,5-1 0,0-4 0,-4 0 0,-1 0 0,1 4 0,4 1 0,0-1 0,0 2 0,-5 3 0,1 2 0,0 4 0,-1-2 0,1 2 0,-1 2 0,1 1 0,-1 0 0,1 0 0,-1 0 0,1 0 0,4 0 0,0 0 0,0 0 0,-4 0 0,-1-2 0,1-2 0,-1 1 0,1-6 0,-5 0 0,0-5 0,-6 1 0,1-1 0,-2 5 0,-2 0 0,0 5 0,0-5 0,-6 6 0,4-2 0,-2 10 0,2 2 0,2 7 0,0 5 0,0 4 0,0 2 0,0 2 0,0 2 0,0 2 0,0-2 0,0 3 0,0-4 0,0-1 0,-1 0 0,-4 0 0,2-1 0,-6-4 0,-4-2 0,-7-8 0,-1-2 0,-3-1 0,-2-7 0,-1-2 0,0-12 0,0-9 0</inkml:trace>
  <inkml:trace contextRef="#ctx0" brushRef="#br0" timeOffset="119">24579 17715 8912,'-27'-6'0,"6"4"0,3-2 0,4 4 0,5 4 0,3 4 0,6 5 0,3-1 0,6-3 0,2 3 0,11-3 0,1 2 0,4-2 0,-1 1 0,-4-5 0,-1-1 0,-3-4 0,-7 0 0,2 0 0,-10-4 0,-3-1 0,-12-5 0,-10 1 0,-5-2 0,-5 2 0,2 3 0,-6 6 0,1-4 0,-1-1 0,5 2 0,7 8 0,4 4 0,5 3 0,0 1 0,10 1 0,1-1 0,4 1 0</inkml:trace>
  <inkml:trace contextRef="#ctx0" brushRef="#br0" timeOffset="120">25472 17404 8912,'0'-48'0,"0"4"0,0 13 0,6 11 0,3 18 0,3 10 0,2 10 0,1 12 0,3 6 0,-3 15 0,3 8 0,0 7 0,-4 8 0,-10-34 0,-1 2 0,-1 4 0,-1 1 0,-1 5 0,-1 2-394,-1 2 1,-1 0-1,-3 1 1,-3-1 393,-4-2 0,-1 0 0,0 1 0,0 0 0,-4 1 0,-1 0 0,2-1 0,-2-1 0,0 0 0,-1 0 0,1-4 0,1-1 0,0-3 0,0 0 0,0-2 0,1-1 0,-1-2 0,0-1 0,8-14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3.856"/>
    </inkml:context>
    <inkml:brush xml:id="br0">
      <inkml:brushProperty name="width" value="0.05292" units="cm"/>
      <inkml:brushProperty name="height" value="0.05292" units="cm"/>
    </inkml:brush>
  </inkml:definitions>
  <inkml:trace contextRef="#ctx0" brushRef="#br0">11065 791 8912,'-9'-17'0,"-7"-1"0,14 1 0,-11 0 0,5 2 0,-1 1 0,-3 3 0,1 0 0,-1 1 0,7-3 0,-7 5 0,-1-2 0,-2 5 0,-3-5 0,1 2 0,0 5 0,-2 3 0,-2 5 0,-2 7 0,2 3 0,-4 10 0,2 4 0,-2 11 0,6 6 0,0 5 0,4 6 0,9 5 0,0 6 0,4 3 0,2 4 0,2-3 0,4 5 0,5-5 0,5-5 0,1-8 0,0 4 0,0-15 0,0-2 0,-7-6 0,-4 0 0,-4-9 0,-2 3 0,0-5 0,0-1 0,-2-7 0,-4-7 0,-4-1 0,-7-7 0,0 0 0,-8-6 0,-2 0 0</inkml:trace>
  <inkml:trace contextRef="#ctx0" brushRef="#br0" timeOffset="1">10360 1599 8912,'7'10'0,"-5"-3"0,13-7 0,-5-6 0,7 1 0,2-9 0,4 3 0,6-4 0,3-3 0,11 5 0,2-4 0,11 3 0,1-8 0,1 2 0,1-4 0,2-3 0</inkml:trace>
  <inkml:trace contextRef="#ctx0" brushRef="#br0" timeOffset="2">11616 739 8912,'-17'-7'0,"-6"3"0,-2-6 0,0 1 0,0-1 0,0 6 0,2-1 0,-2 3 0,-5 4 0,3 5 0,2 10 0,2 8 0,6 10 0,2 7 0,3 4 0,-1 11 0,7 6 0,4 4 0,6 2 0,0-3 0,7-3 0,1 2 0,5-7 0,6-9 0,0-8 0,6-5 0,-4-2 0,1-1 0,5-5 0,-6-3 0,-2-8 0,2-7 0,-3-4 0,1 3 0,-5 1 0</inkml:trace>
  <inkml:trace contextRef="#ctx0" brushRef="#br0" timeOffset="3">11736 1169 8912,'-11'-8'0,"1"-3"0,3-4 0,1 3 0,6 1 0,2 7 0,4-2 0,5 4 0,4 2 0,4 0 0,4 0 0,-2 2 0,6 4 0,0 5 0,0 5 0,-6 3 0,2 4 0,-4-2 0,-2 6 0,-2-1 0,-3 1 0,-5 2 0,-7 5 0,0-5 0,0-1 0,-1-1 0,-5 2 0,-4-4 0,-7-8 0,2 0 0,1-2 0,3-3 0,-3-7 0,-1-3 0,-2-2 0</inkml:trace>
  <inkml:trace contextRef="#ctx0" brushRef="#br0" timeOffset="4">12098 1049 8912,'0'-17'0,"0"-1"0,0 1 0,-2 2 0,-4 3 0,2 7 0,-7 10 0,-3 7 0,7 11 0,1 5 0,-2 5 0,3 1 0,-1 1 0,6-1 0,2 1 0,4-1 0,5 0 0,4 1 0,4-3 0,4-3 0,-2-4 0,6-8 0,0-2 0,0-3 0,-4 1 0,5-7 0,-7-1 0,2-5 0,4-15 0,0-4 0</inkml:trace>
  <inkml:trace contextRef="#ctx0" brushRef="#br0" timeOffset="5">12339 739 8912,'-8'17'0,"6"1"0,0-7 0,8 1 0,9-7 0,2 7 0,1-6 0,6 5 0,-1 4 0,0 6 0,8 6 0,-2 7 0,-5 3 0,-1 3 0,-3 6 0,-3 3 0,-2 5 0,-3 3 0,-5-9 0,-7 3 0,0-3 0,0 4 0,-6-8 0,1-4 0,-7-6 0,5-5 0,-1-6 0,0-4 0,-5-2 0,11-7 0,-13-10 0,5-10 0</inkml:trace>
  <inkml:trace contextRef="#ctx0" brushRef="#br0" timeOffset="6">12993 1118 8912,'-18'0'0,"1"0"0,8 0 0,3 0 0,13 0 0,11 0 0,1-6 0,9 0 0,1-7 0,6 3 0,-1-1 0,0-1 0,1 7 0,-1-7 0,-7 8 0,-4-2 0,-4-3 0,-2-1 0</inkml:trace>
  <inkml:trace contextRef="#ctx0" brushRef="#br0" timeOffset="7">13079 1479 8912,'-8'9'0,"-2"-1"0,-1-2 0,-1-1 0,9 1 0,-1-6 0,15 0 0,3-2 0,14-4 0,7-3 0,5-8 0,-4-1 0,-5 1 0,1 0 0,-5 0 0,8 0 0</inkml:trace>
  <inkml:trace contextRef="#ctx0" brushRef="#br0" timeOffset="8">16279 464 8912,'18'-2'0,"-3"-3"0,-4-7 0,-3 4 0,-10 1 0,-4 7 0,-5 0 0,-4 2 0,-5 3 0,-1 7 0,-1 3 0,-9 4 0,0 2 0,-5 4 0,-4 2 0,-8-4 0,2 5 0,-4 1 0,-1 6 0,-3-1 0,-1 0 0,-4 1 0,-3-1 0,7-1 0,-2-5 0,11 5 0,6-7 0,3 1 0,3-4 0,13-4 0,4-2 0,11-7 0,0-2 0,12-8 0,3 0 0,9 0 0,1 0 0,2-2 0,4-2 0,1-2 0,3 0 0,5 6 0,3-5 0,3-1 0,-2 0 0,8 6 0,-8 0 0,2 0 0,3 0 0,-3 0 0,0 0 0,2 0 0,-12 6 0,5 0 0,-14 7 0,-4-2 0,-2 5 0,-9 1 0,-4 8 0,-13 3 0,-10 5 0,-20 3 0,-6 4 0,-9 6 0,-3 2 0,-4-2 0,-2 2-146,7-8 0,1 7 146,5-1 0,8-4 0,4-2 0,12-9 0,5-2 0,11-6 0,6 3 0,5-1 0,2-10 0,5-9 0,9 2 0,10-2 0,2-3 0,4-1 0,1-2 0,3 0 0,1-2 0,4-3 0,4 1 146,8-8 0,5 1-146,0-6 0,8-6 0,-3-2 0,-1 0 0,-4 0 0,-5 0 0,-6 3 0,-4 8 0,-8-3 0,-7 4 0,-10 3 0,-11 2 0,-12 8 0,-3 2 0,-9 4 0,1 4 0,0 7 0,0-8 0,-8 7 0,-2-7 0</inkml:trace>
  <inkml:trace contextRef="#ctx0" brushRef="#br0" timeOffset="9">16968 567 8912,'0'-17'0,"0"0"0,0 0 0,0 9 0,0 8 0,0 10 0,0 13 0,2 5 0,3 5 0,-3 9 0,4 4 0,-4 3 0,-2 3 0,2-1 0,4 1 0,-3 0 0,7-1 0,0 1 0,-1-1 0,-5-7 0,2-5 0,-4-9 0,-2-5 0,0-8 0</inkml:trace>
  <inkml:trace contextRef="#ctx0" brushRef="#br0" timeOffset="10">17346 671 8912,'0'-18'0,"0"7"0,0-1 0,-2 9 0,-3-3 0,-9 6 0,-7 6 0,0 11 0,-7 11 0,-7 5 0,-5 1 0,2 3 0,1 3 0,5-4 0,3 4 0,-1-4 0,7-1 0,2-1 0,2 1 0,3-3 0,5-3 0,3-4 0,8-8 0,0-8 0,0-1 0,0-8 0,8 0 0,3 0 0,5 0 0,1 0 0,2 2 0,4 4 0,4-5 0,7 5 0,0-2 0,1 2 0,-1-4 0,1 3 0,-1 3 0,1-2 0,-1 5 0,0-5 0,-7 7 0,-2-3 0</inkml:trace>
  <inkml:trace contextRef="#ctx0" brushRef="#br0" timeOffset="11">17570 1135 8912,'-11'-6'0,"-1"0"0,8-1 0,-1 1 0,3 4 0,4 0 0,3 8 0,3 13 0,5 0 0,-1 6 0,1 5 0,1 1 0,-3 0 0,-3-3 0,-1 3 0,-5-4 0,4 1 0,-4-1 0,-2 2 0,0-5 0,0-6 0,0-1 0,0 0 0,-2-17 0,-4-11 0,4-7 0,-3-10 0,3-1 0,2-5 0,2 5 0,3 0 0,-1 3 0,8-3 0,-3 4 0,5 8 0,-3 2 0,2 3 0,5-1 0,5 7 0,-4 2 0,6 12 0,-2 7 0,-1 6 0,7 8 0,-6-6 0,0 7 0,-6-1 0,0-2 0,1 1 0,-1-7 0,0 2 0,-2-4 0,-1-3 0,-3-5 0,3-5 0,9-4 0,3-2 0</inkml:trace>
  <inkml:trace contextRef="#ctx0" brushRef="#br0" timeOffset="12">18912 327 8912,'-17'-12'0,"-2"1"0,-2-3 0,-2-1 0,0 0 0,0 3 0,0 7 0,-5 3 0,3 4 0,-2 5 0,-4 10 0,6 10 0,2 13 0,6 8 0,6 7 0,-4 7 0,5 8 0,0 3 0,5 1 0,3 9 0,2-3 0,2 4 0,3 2 0,-1-10 0,8-7 0,-3-10 0,3-13 0,3-4 0,-4-11 0,7-7 0,5-6 0,-2-13 0,7 1 0,3-4 0,1-2 0,3-15 0,7-4 0,2-16 0</inkml:trace>
  <inkml:trace contextRef="#ctx0" brushRef="#br0" timeOffset="13">19136 653 8912,'-10'-7'0,"-3"3"0,5-8 0,-1-1 0,5-2 0,-2-2 0,4-1 0,4 3 0,4 4 0,0 3 0,11 8 0,-4 2 0,12 4 0,0 5 0,4 4 0,-2 4 0,1 4 0,-5-2 0,4 8 0,-2 0 0,-4-3 0,-4 5 0,-5-8 0,-3 6 0,-3-6 0,-6 7 0,0-1 0,-10-2 0,-13 1 0,2-5 0,-7 4 0,-3-2 0,-1-4 0,3-4 0,0-6 0,8 5 0,-4-22 0,8 4 0</inkml:trace>
  <inkml:trace contextRef="#ctx0" brushRef="#br0" timeOffset="14">19618 567 8912,'-17'0'0,"-1"-5"0,1-1 0,0 0 0,0 8 0,0 4 0,-1 5 0,1 12 0,0 6 0,0 3 0,2 8 0,3 1 0,-1 6 0,7-3 0,4 2 0,6 0 0,0-6 0,7 6 0,3-10 0,8-1 0,-1-9 0,8-8 0,-6-7 0,6 0 0,-2-7 0,3 0 0,-1-8 0,1-7 0,3-12 0,1-4 0</inkml:trace>
  <inkml:trace contextRef="#ctx0" brushRef="#br0" timeOffset="15">19979 825 8912,'-9'0'0,"-1"0"0,4 0 0,5 0 0,8 0 0,10 0 0,14 0 0,-4 0 0,-2 0 0,3 0 0,-5 0 0,8 0 0,-3 0 0,-3 0 0,-2 0 0,-2-2 0,2-3 0,-4-5 0,6-7 0</inkml:trace>
  <inkml:trace contextRef="#ctx0" brushRef="#br0" timeOffset="16">20582 550 8912,'5'-17'0,"1"0"0,2 2 0,-3 1 0,7 3 0,3 5 0,2-6 0,1 9 0,-1-3 0,0 10 0,0 1 0,0 9 0,1-3 0,-1 5 0,0 1 0,-5 0 0,-1 0 0,-7 6 0,2 0 0,-5-2 0,-1-2 0,0 0 0,0 4 0,-7-4 0,-5 4 0,-3-4 0,-2-2 0,0 1 0,-4-1 0,2-2 0,3-3 0,1-7 0,5-3 0,-1-2 0,7 0 0,-11-7 0,5-3 0</inkml:trace>
  <inkml:trace contextRef="#ctx0" brushRef="#br0" timeOffset="17">21046 447 8912,'-17'0'0,"0"0"0,0 0 0,-1 0 0,1 0 0,-2 13 0,-2 6 0,-2 6 0,2 6 0,8 1 0,3 3 0,1 1 0,-1 4 0,6-4 0,-2 5 0,10-7 0,4-5 0,1-6 0,5-4 0,7-2 0,2 0 0,5-7 0,-5-5 0,8-3 0,-2-2 0,9-7 0,2-5 0,-7-3 0,7-10 0,-4-2 0</inkml:trace>
  <inkml:trace contextRef="#ctx0" brushRef="#br0" timeOffset="18">21356 705 8912,'6'-12'0,"-1"1"0,-1-2 0,0 5 0,2 2 0,-4 6 0,3 6 0,-3 5 0,-2 5 0,0 1 0,0 0 0,0 6 0,0 2 0,0 0 0,0 0 0,0-1 0,0-1 0,0-4 0,0 4 0,0-4 0,0-1 0,0-9 0,8-1 0,2-8 0</inkml:trace>
  <inkml:trace contextRef="#ctx0" brushRef="#br0" timeOffset="19">21425 464 8912,'-17'-11'0,"-1"-1"0,7 8 0,-1-1 0,9 3 0,-5 2 0,8 0 0,2 0 0,4 0 0,-4 0 0,13 0 0,-6 0 0,1 0 0,-2 0 0,-8 0 0,0 0 0,7 0 0,3 0 0</inkml:trace>
  <inkml:trace contextRef="#ctx0" brushRef="#br0" timeOffset="20">21838 17 8912,'2'-17'0</inkml:trace>
  <inkml:trace contextRef="#ctx0" brushRef="#br0" timeOffset="21">21969-1 8912,'18'28'0,"11"20"0,-6 9 0,0 13 0,-8 1 0,-4 6 0,-5 5 0,2 8 0,-3 1 0,-7-5 0,-11-7 0,-6-1 0,-4 0 0,-13 0 0,1 3 0,-11-5 0,-1-9 0,-9-4 0,-7-6 0,23-29 0,-2-2 0,-2 0 0,0-1 0</inkml:trace>
  <inkml:trace contextRef="#ctx0" brushRef="#br0" timeOffset="22">15712 2149 8912,'7'-9'0,"-7"-5"0,0 8 0,-2 8 0,-7 10 0,1 3 0,4 2 0,-3 8 0,1 4 0,0-2 0,6 1 0,-2 1 0,-4-2 0,5 3 0,-5-7 0,4 6 0,2-6 0,-8 0 0,-1-6 0</inkml:trace>
  <inkml:trace contextRef="#ctx0" brushRef="#br0" timeOffset="23">15660 2115 8912,'9'11'0,"-3"1"0,-4-8 0,0 3 0,4-7 0,5 0 0,6 0 0,4 0 0,4 0 0,2 0 0,2-2 0,5-2 0,1-3 0,-1-3 0,8-1 0,2-6 0</inkml:trace>
  <inkml:trace contextRef="#ctx0" brushRef="#br0" timeOffset="24">16038 2235 8912,'-9'17'0,"-1"-5"0,5-1 0,3-5 0,-4 5 0,4-7 0,4 4 0,4-8 0,-2 0 0,7 0 0,0 0 0,7 0 0,-1 0 0,0 0 0,0 0 0,1 0 0</inkml:trace>
  <inkml:trace contextRef="#ctx0" brushRef="#br0" timeOffset="25">16021 2682 8912,'-9'-2'0,"3"-4"0,4 5 0,2-15 0,2 5 0,4-6 0,5-6 0,12 4 0,6-4 0,-2-2 0,1 2 0,3 2 0,1 2 0,3 0 0,-1-4 0,1 4 0,-1-6 0</inkml:trace>
  <inkml:trace contextRef="#ctx0" brushRef="#br0" timeOffset="26">16606 2080 8912,'0'12'0,"0"-1"0,0 3 0,0 1 0,0 4 0,0 4 0,0 6 0,0 3 0,0 2 0,0 1 0,0 1 0,0 2 0,0 3 0,6-1 0,0-8 0,-2-1 0,-2-3 0,-2-7 0,0 2 0,-8-11 0,-2-5 0</inkml:trace>
  <inkml:trace contextRef="#ctx0" brushRef="#br0" timeOffset="27">15574 447 8912,'0'-25'0,"0"-2"0,-2 1 0,-2 1 0,-4 2 0,-1 0 0,5 8 0,-4 9 0,8 12 0,0 7 0,0 8 0,0-2 0,0 4 0,0-4 0,0-2 0,0 6 0,0 0 0,0-2 0,0-2 0,0-1 0,0-1 0,0 0 0,-1 0 0,-5 0 0,4-7 0,-6-2 0,2-22 0,1-3 0,-1-12 0,6 1 0,0-5 0,0-1 0,0 1 0,0 5 0,6-3 0,-1 8 0,9 2 0,-3 10 0,5 5 0,1 4 0,8 4 0,3 4 0,1 5 0,5 12 0,-3 4 0,9 7 0,-2 3 0,3 3 0,-7-10 0,2 5 0,-5-3 0,0 1 0,1-7 0,2 7 0,1-6 0</inkml:trace>
  <inkml:trace contextRef="#ctx0" brushRef="#br0" timeOffset="28">23197 997 8912,'-7'15'0,"-5"-1"0,-3-5 0,-2-1 0,-1-4 0,1-2 0,6-2 0,-1 0 0,10 0 0,2 0 0,12-2 0,9-4 0,11 4 0,9-4 0,6-1 0,-1-1 0,4 1 0,2-1 0,-5-4 0,5 7 0,-4-7 0,9 7 0,2-7 0,1 4 0,1 1 0,4-1 0,0 1 0,-2 1 0,-6 4 0,-11-4 0,0-1 0,-9 1 0,-7 2 0,-3 2 0,-4 2 0,-14 0 0,-1 0 0,-8 0 0,-8 0 0,-1 0 0,-8 2 0,-1 4 0,1-4 0,0 3 0,0-10 0,0-5 0</inkml:trace>
  <inkml:trace contextRef="#ctx0" brushRef="#br0" timeOffset="29">24041 602 8912,'-25'0'0,"6"0"0,-4 0 0,0-8 0,5-3 0,5-5 0,28 7 0,10 5 0,10 8 0,5 7 0,13 5 0,-1 1 0,3 8 0,-3 3 0,-6-1 0,0 2 0,-6 1 0,6 10 0,-10-1 0,-1 6 0,-12 5 0,-10 5 0,-5 1 0,-8 7 0,-8-10 0,-4-1 0,-9 0 0,-2-10 0,2-4 0,-5 2 0,-1-13 0</inkml:trace>
  <inkml:trace contextRef="#ctx0" brushRef="#br0" timeOffset="30">25710 756 8912,'-17'0'0,"5"0"0,1 0 0,-3-1 0,-1-3 0,-2-2 0,5-5 0,3 3 0,1-2 0,2 7 0,6 3 0,0 11 0,0 6 0,0 6 0,0 4 0,0 7 0,0 1 0,2-1 0,2 2 0,2 4 0,0-1 0,-6 7 0,0-8 0,0 2 0,-2-2 0,-4 2 0,4-11 0,-4-1 0,-1-7 0,1-3 0,0-9 0,0-3 0,1-12 0,1-7 0,2-8 0,8-8 0,-1-11 0,7-4 0,-6-7 0,7-1 0,-2 0 0,5 7 0,1-1 0,0 0 0,0 2 0,1 4 0,-1 11 0,0-1 0,0 7 0,0 7 0,1 11 0,-1 5 0,0 5 0,0 9 0,0 7 0,-5 7 0,-1 13 0,-7-3 0,2 8 0,2-6 0,-3 4 0,-1-2 0,-2-4 0,-2-2 0,0-1 0,0-9 0,0-3 0,0-4 0,0-9 0,0-2 0,0-24 0,0-7 0,2-7 0,2-5 0,3-1 0,3-4 0,0 4 0,1-4 0,4 3 0,-3 3 0,-3 7 0,3 4 0,-6 6 0,3 4 0,-1 1 0,5 8 0,-9-1 0,7 10 0,-5 5 0,4 7 0,-3 0 0,-1 0 0,-6 1 0,6-1 0,0 0 0,7 0 0,-9 0 0,7 1 0,3-1 0,-5-6 0,3 1 0,-7-8 0,7 1 0,-1-3 0,7-2 0,-1 0 0,0-2 0,0-3 0,0-7 0,3-3 0,3-2 0,-10 5 0,4 1 0,-4 1 0,5-1 0,-7-3 0,1 9 0,-3 1 0,3 9 0,-5 5 0,-7 7 0,0 8 0,0 4 0,0-3 0,0 3 0,0 0 0,0-2 0,0-3 0,0-6 0,0-1 0,0-8 0,0-3 0,0-12 0,8-3 0,2-10 0,1-4 0,0-6 0,-5 2 0,6-1 0,-8 7 0,1-2 0,-3-4 0,6 8 0,1-6 0</inkml:trace>
  <inkml:trace contextRef="#ctx0" brushRef="#br0" timeOffset="31">26639 963 8912,'-10'-2'0,"3"-2"0,1-4 0,-2 1 0,-1-3 0,-3 1 0,3-5 0,-6 7 0,3-1 0,-3 2 0,-2 1 0,-1-1 0,1 8 0,0 5 0,0 11 0,0 3 0,1 11 0,3 4 0,1 1 0,9 7 0,-3 0 0,4 1 0,2 1 0,8-8 0,3 3 0,0-13 0,5-5 0,3-6 0,0-5 0,6-5 0,-2-7 0,7-9 0,-1-8 0,4-10 0,1-13 0,-5-4 0,-1-10 0,1-1 0,-2-2 0,-4-3 0,-12 3 0,-3 11 0,-8 0 0,-8 10 0,-3 8 0,-14 5 0,-8 11 0,-5 10 0,0 12 0,-4 9 0,2 15 0,0 3 0,5 3 0,8 2 0,4 4 0,6 1 0,6-7 0,3 4 0,12-9 0,5-8 0,9-6 0,10-4 0,-1 0 0</inkml:trace>
  <inkml:trace contextRef="#ctx0" brushRef="#br0" timeOffset="32">27293 825 8912,'-25'10'0,"4"3"0,-8-7 0,1 0 0,-5-4 0,3 1 0,1 3 0,2 7 0,-2-1 0,-1 5 0,7 6 0,2 6 0,2 3 0,9 4 0,4 5 0,5-5 0,1 4 0,1-4 0,5-1 0,4-9 0,7-3 0,0-5 0,0-7 0,1-3 0,-1-8 0,6-2 0,0-4 0,5-5 0,-3-12 0,0-6 0,0-3 0,4-11 0,-6-2 0,0-5 0,-6-2 0,0 7 0,0-1 0,-2-2 0,-1-7 0,-5-5 0,-1-1 0,-2 4 0,-6-6 0,0 7 0,0-1 0,0 0 0,0 5 0,-2 14 0,-4 21 0,2 3 0,-7 14 0,7 12 0,-2 17 0,-1 5 0,1 6 0,-6 10 0,7 7 0,-3 0 0,4-5 0,-2 1 0,3 5 0,1-10 0,2 3 0,0-11 0,0 0 0,5 2 0,3-3 0,2-7 0,3-7 0,8-8 0,2-5 0,8-5 0,-3-7 0,5-9 0,3-9 0,2-8 0,3-7 0,-1-7 0,-6 0 0,-1 0 0,-5 5 0,-5 7 0,-11-1 0,1 8 0,-11-2 0,-10 4 0,-5 11 0,-21 8 0,1 10 0,-13 13 0,8 4 0,-2 7 0,3 8 0,5 4 0,1 4 0,3 1 0,9-1 0,1-4 0,9 1 0,9-6 0,15-1 0,8-8 0,10-5 0,7-10 0,11-7 0,12-10 0,6 0 0,6 0 0,-6-14 0,-1-3 0,-2-12 0,-15 1 0,5-12 0,-12-4 0</inkml:trace>
  <inkml:trace contextRef="#ctx0" brushRef="#br0" timeOffset="33">28360 774 8912,'-12'9'0,"1"-3"0,5-4 0,-5-2 0,7 0 0,4 0 0,11 0 0,7-2 0,5-4 0,3-1 0,9-5 0,5-3 0,0 5 0,0-1 0,2-1 0,-5 9 0,3-3 0,-4 2 0,-2-2 0,-7 4 0,-4-3 0,-4 3 0,-1 2 0</inkml:trace>
  <inkml:trace contextRef="#ctx0" brushRef="#br0" timeOffset="34">28498 1118 8912,'-43'26'0,"9"-3"0,2-9 0,9-3 0,9-7 0,14 2 0,4-4 0,13-2 0,6 0 0,17 0 0,12-10 0,11-5 0,2-6 0,-2 0 0,4-4 0,-4 2 0,-2 0 0,3 6 0,2 0 0,3-1 0,4-6 0,-12-3 0</inkml:trace>
  <inkml:trace contextRef="#ctx0" brushRef="#br0" timeOffset="35">26570 2373 8912,'10'-8'0,"-5"-3"0,-3-5 0,-2-1 0,0 0 0,0-2 0,0-2 0,0-2 0,-2 0 0,-1 6 0,-3 0 0,2-1 0,2 1 0,0 0 0,-3 0 0,1 7 0,-8 4 0,7 5 0,-7 1 0,-3 0 0,-6 0 0,0 7 0,-8 5 0,0 11 0,-5 5 0,-1 7 0,1 3 0,0 4 0,-1 2 0,7 2 0,-1 5 0,14-7 0,-3-4 0,15-5 0,3-7 0,9 1 0,14-12 0,11 2 0,12-13 0,6-2 0,5-2 0,-3-2 0,3 0 0,-3 0 0,-3 0 0,-7 5 0,-3 1 0,-1 6 0,-6-7 0,-9 9 0,-14-3 0,-9 6 0,-2 6 0,-11 4 0,-10 0 0,-12 5 0,-7-3 0,-6-2 0,4-1 0,0-1 0,0-4 0,-4-2 0,6-1 0,0-9 0,5-3 0,3-4 0,3-2 0,12-4 0,11-7 0,4-3 0,2-15 0,16-7 0,3-8 0</inkml:trace>
  <inkml:trace contextRef="#ctx0" brushRef="#br0" timeOffset="36">27104 2476 8912,'-27'2'0,"4"2"0,4 1 0,2 7 0,-1-7 0,9 3 0,3-2 0,4-4 0,4 5 0,4-7 0,7 0 0,8 0 0,4-7 0,4-5 0,1-9 0,-7-2 0,0 0 0,-6 6 0,1 0 0,-1 0 0,-8 0 0,-3-2 0,-4-4 0,-4 4 0,-4-4 0,-9 11 0,-8 6 0,-7 6 0,1 6 0,-9 6 0,-2 12 0,1 9 0,3 5 0,9 16 0,4-3 0,6 5 0,6-5 0,5 1 0,12-3 0,7-3 0,8-6 0,8-7 0,11-10 0,4-2 0,6-15 0,-3-3 0,-1-1 0,-6-6 0,6-7 0,-6-8 0,6-16 0,-7 1 0,1 0 0,-10-6 0,-1-1 0,-2-6 0,1 3 0,-5-2 0,-3 0 0,-11 6 0,-3-6 0,-4 0 0,-2-5 0,-2 1 0,-4 4 0,2 4 0,-7 8 0,1 7 0,-3 6 0,1 8 0,9 7 0,-3 12 0,4 5 0,2 12 0,0 6 0,0 11 0,0 4 0,0 7 0,0 9 0,0 1 0,0 0 0,0-4 0,2-3 0,4-3 0,-3 1 0,9-1 0,-1-7 0,7-4 0,-1-5 0,0-7 0,2-5 0,4-4 0,-4-3 0,4-5 0,-4-3 0,-4-16 0,-3-3 0,-4-12 0,-8-4 0</inkml:trace>
  <inkml:trace contextRef="#ctx0" brushRef="#br0" timeOffset="37">27499 2562 8912,'-11'-12'0,"0"1"0,-1 7 0,2-4 0,5 8 0,10 0 0,7 0 0,13 0 0,9-2 0,10-3 0,8 3 0,5-4 0,-3-3 0,3-3 0,2 3 0,-1-3 0,-1 1 0,-5-7 0,-8 1 0,-2 0 0</inkml:trace>
  <inkml:trace contextRef="#ctx0" brushRef="#br0" timeOffset="38">28067 653 8912,'12'0'0,"-3"-2"0,-1-3 0,-2-5 0,-6-7 0,0 5 0,-2 3 0,-4 1 0,-3 1 0,-9 3 0,1-2 0,0 2 0,0 10 0,0 0 0,-1 9 0,-1 6 0,-4 4 0,2 4 0,-7 5 0,1 2 0,-2 4 0,6 4 0,4 0 0,2 6 0,0-4 0,7-4 0,4-2 0,12-11 0,6-7 0,10-2 0,7-3 0,4-2 0,1-4 0,-1 3 0,-5-8 0,5 1 0,-6-3 0,1 2 0,1-2 0,-14-2 0,2-2 0,-11 7 0,0 5 0,-4-1 0,-2 6 0,-10-1 0,-7 12 0,-8-5 0,-9 4 0,-3 0 0,-3-1 0,4-5 0,-4 2 0,3-4 0,3-1 0,2-3 0,3-4 0,4-3 0,8-16 0,0-1 0</inkml:trace>
  <inkml:trace contextRef="#ctx0" brushRef="#br0" timeOffset="39">28532 2338 8912,'-23'-7'0,"0"-3"0,2 1 0,4 1 0,3 2 0,3 0 0,-2 5 0,-3 4 0,5 9 0,-1 11 0,1 7 0,1 8 0,3 5 0,7 4 0,0-3 0,0-2 0,2-2 0,5-5 0,9-1 0,5 1 0,3-11 0,-1-6 0,2-9 0,4-9 0,3-2 0,-5-5 0,2-11 0,0-8 0,-8-7 0,2-1 0,-6-6 0,-6 0 0,-3-6 0,-10 6 0,-4-1 0,-5-1 0,-12 6 0,-6-2 0,-5 7 0,-6 8 0,1 6 0,-7 6 0,8 3 0,-2 8 0,6 2 0,5 4 0,12 5 0,11 12 0,8-4 0,9 4 0,8-6 0,16-5 0,15-5 0,-5-14 0,15-3 0</inkml:trace>
  <inkml:trace contextRef="#ctx0" brushRef="#br0" timeOffset="40">29375 1857 8912,'-17'-35'0,"-6"1"0,0 0 0,0 7 0,8 4 0,1 6 0,3 5 0,7-3 0,-11 13 0,11-2 0,-7 16 0,5 3 0,-4 18 0,3 5 0,3 4 0,2 6 0,2 7 0,0 4 0,0 2 0,0 0 0,0 3 0,0-5 0,0-8 0,6 1 0,1-1 0,1 1 0,0 0 0,3-8 0,-5-4 0,5-10 0,-3-3 0,0-2 0,-1-4 0,7-10 0,-12-3 0,13-16 0,-6-1 0</inkml:trace>
  <inkml:trace contextRef="#ctx0" brushRef="#br0" timeOffset="41">28997 2338 8912,'-18'6'0,"1"2"0,0 1 0,7-5 0,5 4 0,12-8 0,11 0 0,22-2 0,17-4 0,10-9 0,8-8 0,3-6-292,8 6 1,2-5 291,4 5-351,-12-8 0,-31 18 1,1-1-1,38-20 0</inkml:trace>
  <inkml:trace contextRef="#ctx0" brushRef="#br0" timeOffset="42">30322 1685 8912,'-16'-17'0,"7"-6"0,-10 0 0,5 2 0,10 11 0,-1 10 0,3 18 0,2 14 0,0 10 0,0 8 0,0-3 0,0 11 0,-6 3 0,0 0 0,3 0 0,1-4 0,4-5 0,3-6 0,-1 2 0,8-8 0,1-2 0,2-2 0,2-9 0,1-4 0,5-12 0,0-5 0,5-8 0,-5-9 0,8-8 0,-4-16 0</inkml:trace>
  <inkml:trace contextRef="#ctx0" brushRef="#br0" timeOffset="43">30597 2080 8912,'-27'16'0,"4"-1"0,6 0 0,6 4 0,-3 2 0,9-3 0,-1 4 0,8 1 0,3-2 0,7-2 0,5-7 0,6-1 0,4-7 0,7 2 0,-5-4 0,0-4 0,1-4 0,3-5 0,-5-5 0,1-1 0,-10-2 0,-2-4 0,-1 4 0,-11-4 0,1-2 0,-6 2 0,-4 1 0,-5 4 0,-8 1 0,-3 0 0,-4 6 0,1-1 0,0 8 0,5-1 0,1 3 0,0 2 0,9 2 0,10 1 0,14 3 0,8 7 0,11-3 0</inkml:trace>
  <inkml:trace contextRef="#ctx0" brushRef="#br0" timeOffset="44">31096 1977 8912,'0'-17'0,"0"0"0,0 0 0,-8 1 0,-3 5 0,-4 3 0,-3 8 0,-1 2 0,-4 6 0,-5 9 0,-5 10 0,6 5 0,4 3 0,4 1 0,4 4 0,4 4 0,5 0 0,4 0 0,2-4 0,2-4 0,4 4 0,11-9 0,11-2 0,7-10 0,5-2 0,0-2 0,8-9 0,2-6 0,-2-10 0,7-9 0,6-15 0</inkml:trace>
  <inkml:trace contextRef="#ctx0" brushRef="#br0" timeOffset="45">31733 2046 8912,'-23'-6'0,"0"1"0,-2-1 0,2 6 0,-6 0 0,-11 0 0,2 7 0,-8 5 0,0 9 0,-3 4 0,3 0 0,5-1 0,13-1 0,5-5 0,11 4 0,7 1 0,3 0 0,11-11 0,9-1 0,6-7 0,11 2 0,-1-6 0,1-6 0,-1-5 0,0-5 0,1-1 0,-1 0 0,-5-6 0,0 0 0,-10-6 0,0 6 0,-6 1 0,1-3 0,-1 4 0,-1-8 0,-5 14 0,-7-2 0,-2 5 0,-3 1 0,-7 5 0,-1 6 0,-1 6 0,5 7 0,1 8 0,2 0 0,6 8 0,0-6 0,0 3 0,2-1 0,4-4 0,4 2 0,7-6 0,2 4 0,4-9 0,-2-5 0,8-1 0,-1-4 0,7-2 0,-1-2 0,2-4 0,3-7 0,1-8 0,6-6 0,-6-7 0,-2-2 0,-9-4 0,1-4 0,-7-8 0,-2-5 0,-9-1 0,-5-7 0,-7 2 0,0-2 0,0 2 0,-7 8 0,-5 15 0,-3 7 0,-2 24 0,0 3 0,-6 21 0,0 14 0,-8 21 0,2 19 0,-1 7 0,-1 12 0,4 2 0,3 1 0,6 1 0,7-6 0,7 0 0,0 0 0,10 0 0,11 0 0,8-8-176,10-3 1,5-7 175,0-5 0,0 0 0,-6-11 0,1-8 0,-1-6 0</inkml:trace>
  <inkml:trace contextRef="#ctx0" brushRef="#br0" timeOffset="46">25882 3868 8912,'0'-17'0,"0"6"0,0-1 0,0-1 0,-2-2 0,-2-3 0,-2 1 0,-1 0 0,3 0 0,-4 0 0,-1 0 0,5-1 0,-2 1 0,2 2 0,0 1 0,-1 3 0,-1 9 0,6 2 0,0 10 0,0 14 0,0 9 0,0 5 0,0 12 0,0 1 0,0 1 0,0 5 0,0-3 0,0-3 0,0-7 0,0-4 0,0-3 0,0-3 0,-2-3 0,-4-8 0,4 0 0,-5-23 0,7 0 0,0-12 0,0-9 0,0-13 0,0-12 0,0-4 0,0-1 0,6-1 0,-1 0 0,9 1 0,-3-1 0,4 3 0,5 3 0,1 6 0,2 3 0,1 16 0,-1 4 0,-2 13 0,8 4 0,-6 10 0,6 13 0,-8 9 0,2 8 0,-4 8 0,-4-2 0,-2 2 0,-1-2 0,-8 1 0,1-7 0,-3-1 0,-2-11 0,0 3 0,0-8 0,-2-2 0,-3-10 0,-5-3 0,1-18 0,3-7 0,6-10 0,6-5 0,3-10 0,8-4 0,3-4 0,2-1 0,-1 5 0,8 0 0,-6 8 0,4 0 0,-2 9 0,-4 12 0,4 7 0,-2 10 0,-2 4 0,-2 8 0,-2 5 0,0 13 0,0-1 0,1 2 0,-1 1 0,0 2 0,0-7 0,0-4 0,3-4 0,2-2 0,-2-7 0,3-4 0,-4-4 0,-2-2 0,0-2 0,0-4 0,-5-4 0,-1-7 0,-1-2 0,1-2 0,-5-4 0,-4-1 0,-2 5 0,0-2 0,-2 3 0,-4 3 0,2 2 0,-7 4 0,-1-3 0,-5 8 0,0 1 0,0 7 0,0 3 0,-1 7 0,1 3 0,0 2 0,0 8 0,0 4 0,5-2 0,1 1 0,7-7 0,-2 2 0,4-4 0,2-2 0,0 1 0,2-9 0,4-3 0,5-6 0,12-6 0,-2-9 0,8-8 0,-2-6 0,1 6 0,3-5 0,-8 5 0,6-2 0,-6 6 0,-2 0 0,-2 3 0,-2 11 0,0-1 0,0 4 0,1 4 0,-1 4 0,-2 3 0,-3 8 0,3 3 0,-4 3 0,-1-6 0,1 0 0,-5 0 0,6-5 0,-7-3 0,7 3 0,-6-9 0,5 3 0,-5-4 0,3-6 0,1-5 0,-1-9 0,-3-4 0,6-1 0,-9-4 0,3-8 0,2 1 0,-2 0 0,5-1 0,-5 1 0,-1 5 0,-5 1 0,0 7 0,0-2 0,0 4 0,0 1 0,0 9 0,0 3 0,2 12 0,4 7 0,6 8 0,3 6 0,2 7 0,0 1 0,1-1 0,4 1 0,1-1 0,0 0 0,2 1 0,-6-1 0,4 0 0,-4-1 0,-3-4 0,-3-6 0,-1-4 0,-9-10 0,5-9 0,-8-9 0</inkml:trace>
  <inkml:trace contextRef="#ctx0" brushRef="#br0" timeOffset="47">27448 3542 8912,'-17'0'0,"-1"0"0,-1 7 0,-4 5 0,4 11 0,-4 5 0,-2 13 0,2 4 0,-5 11 0,5 3 0,2 0 0,2 0 0,7-3 0,1-10 0,7-4 0,-2-8 0,4-13 0,2-4 0,10-11 0,7 0 0,0-8 0,6-10 0,-2-10 0,2-9 0,-4-11 0,6-2 0</inkml:trace>
  <inkml:trace contextRef="#ctx0" brushRef="#br0" timeOffset="48">27758 3611 8912,'-18'0'0,"1"0"0,0 0 0,7 3 0,5 9 0,-3 1 0,2 16 0,2 1 0,3 3 0,1 1 0,0 1 0,0-1 0,0 0 0,5 1 0,1-3 0,0-1 0,1-2 0,1-8 0,4 1 0,-3-10 0,-3-6 0,3-12 0,9-4 0</inkml:trace>
  <inkml:trace contextRef="#ctx0" brushRef="#br0" timeOffset="49">27689 3370 8912,'-25'-8'0,"6"6"0,-4-3 0,4 3 0,2 2 0,7 2 0,4 3 0,12 5 0,5 7 0,10 0 0,4 0 0,2-1 0,4-5 0,-6 4 0,7-5 0,-5 7 0</inkml:trace>
  <inkml:trace contextRef="#ctx0" brushRef="#br0" timeOffset="50">27947 3714 8912,'-12'5'0,"1"1"0,7 2 0,-2-2 0,4 3 0,2 14 0,0 0 0,0-2 0,0-2 0,2 4 0,2 0 0,2-2 0,-2-2 0,3-2 0,-1 0 0,0 1 0,-6-1 0,8-8 0,-7-3 0,5-12 0,-4-9 0,-2-8 0,2-9 0,4-3 0,-4 1 0,3-6 0,-1 5 0,2 7 0,-2-3 0,7 8 0,-5-5 0,5 5 0,1 5 0,5 9 0,0 1 0,-5 4 0,-1 10 0,-1 9 0,1 8 0,-1 8 0,-4-2 0,-4 3 0,3 1 0,-3-3 0,-2-1 0,0-8 0,0 2 0,0-4 0,-2-2 0,-3 0 0,3-7 0,-6-4 0,8-12 0,0-6 0,0-11 0,2-3 0,4-9 0,-3 7 0,9-1 0,-3 8 0,5-4 0,-3 2 0,3 0 0,1 6 0,2 6 0,0 7 0,1-2 0,-1 4 0,0 2 0,0 2 0,0 4 0,3 7 0,3 8 0,-4 4 0,4 4 0,3-5 0,3-6 0,-2-1 0,2 0 0,-1-7 0,7-5 0,-1-3 0,0-9 0,1-3 0</inkml:trace>
  <inkml:trace contextRef="#ctx0" brushRef="#br0" timeOffset="51">28807 3593 8912,'-17'-9'0,"-6"-5"0,0 9 0,-2-1 0,2 6 0,4 2 0,-4 4 0,-2 9 0,3 8 0,-1 5 0,5-5 0,1 8 0,0-2 0,6 3 0,1 1 0,2-3 0,4-1 0,3-8 0,1 2 0,1-6 0,5-6 0,-2-3 0,8-8 0,-7 0 0,7 0 0,-1-4 0,6-7 0,3-3 0,2-14 0,-2 5 0,3-6 0,-4 2 0,-2-1 0,0 5 0,0 4 0,0-6 0,1 6 0,-1-4 0,0 11 0,0 7 0,-5 3 0,-1 2 0,3 4 0,1 7 0,0 2 0,-3 16 0,3-6 0,-4 6 0,11-3 0,0 3 0,3 2 0,-2-8 0,2-8 0,4-9 0,11-5 0,-4-1 0</inkml:trace>
  <inkml:trace contextRef="#ctx0" brushRef="#br0" timeOffset="52">29857 3490 8912,'-17'-7'0,"0"-5"0,-1-1 0,1-1 0,0 5 0,0 1 0,0-3 0,1 7 0,5 6 0,1 11 0,6 12 0,-1 4 0,1 7 0,2 0 0,2 10 0,0-6 0,0 4 0,0-2 0,0-4 0,6-7 0,-1-2 0,9-10 0,-3-2 0,7-2 0,4-9 0,-1-8 0,8-11 0,2-8 0,1-8 0,-3-4 0,0-1 0,-10-6 0,-2 0 0,-2 0 0,-9 5 0,-2 1 0,-10 0 0,-7-1 0,-8 1 0,-6 7 0,-8 4 0,1 12 0,0 5 0,1 4 0,4 2 0,5 2 0,6 4 0,9 9 0,3 8 0,14 0 0,9-6 0,15 0 0,12 0 0</inkml:trace>
  <inkml:trace contextRef="#ctx0" brushRef="#br0" timeOffset="53">30631 3026 8912,'-34'-17'0,"0"5"0,-1 1 0,8 7 0,4-2 0,4 6 0,2 6 0,2 13 0,3 16 0,-3 7 0,4 9 0,1 3 0,-1 3 0,5-2 0,-4 10 0,3 2 0,3 0 0,2-2 0,2-13 0,0-3 0,0-3 0,2-4 0,4-8 0,-5-1 0,5-4 0,-6-5 0,-6-6 0,-3-9 0,-8-1 0</inkml:trace>
  <inkml:trace contextRef="#ctx0" brushRef="#br0" timeOffset="54">30167 3628 8912,'-17'9'0,"-1"-1"0,1-8 0,0 0 0,11-2 0,12-4 0,17-7 0,13-8 0,10 0 0,11-8 0,5 8 0,7-2 0,1 12 0,3 5 0,1 4 0,-1 2 0,-12 8 0,-9 3-96,-8 5 1,-17 16-1,-2 4 1</inkml:trace>
  <inkml:trace contextRef="#ctx0" brushRef="#br0" timeOffset="55">29547 4883 8912,'0'-29'0,"0"1"0,0-3 0,0-1 0,-5-3 0,-3 1 0,-2-1 0,-3 1 0,-2-2 0,-3-4 0,1 9 0,0-3 0,0 11 0,0 0 0,-1 4 0,1 9 0,6 12 0,-1 15 0,7 16 0,-7 13 0,8 11 0,-2 6 0,-1 4 0,1 2 0,0-1 0,6 1 0,0-6 0,0-2 0,0-2 0,0-3 0,2 3 0,4-2 0,-2 1 0,7-7 0,-5-7 0,6-4 0,-3 0 0,3-5 0,3-5 0,-13-20 0,5-2 0</inkml:trace>
  <inkml:trace contextRef="#ctx0" brushRef="#br0" timeOffset="56">29031 5210 8912,'-17'0'0,"0"0"0,-1 0 0,9 0 0,3 0 0,14-2 0,9-2 0,10-2 0,21-2 0,9 3 0,8 1 0,4-8 0,0 1 0,-1-6 0,-1-2 0,-4-4 0,12-12 0,-4-9 0</inkml:trace>
  <inkml:trace contextRef="#ctx0" brushRef="#br0" timeOffset="57">30184 4608 8912,'-34'0'0,"-1"5"0,1 1 0,-4 8 0,3-3 0,-3 12 0,11 8 0,-2 7 0,1 8 0,7 9 0,-2 2 0,11 6 0,7-5 0,3 5 0,2-6 0,7 0 0,7-5 0,5-2 0,4-5 0,2-3 0,-2-7 0,1-8 0,5-4 0,4-12 0,-5-5 0,-1-4 0,2-2 0,-8-16 0,4-3 0</inkml:trace>
  <inkml:trace contextRef="#ctx0" brushRef="#br0" timeOffset="58">30304 4917 8912,'-7'-17'0,"7"2"0,0 3 0,4-1 0,13 7 0,-2 0 0,14 6 0,3 0 0,7 0 0,-3 10 0,4 7 0,-6 2 0,-5 10 0,-4 2 0,-10 7 0,-3 4 0,-6 2 0,-6-4 0,-6 6 0,-11-6 0,-12 6 0,-4-14 0,-1 3 0,5-13 0,1 1 0,7-4 0,-2-1 0,11-11 0,6-7 0,5-9 0,14-16 0,4-9 0,19-9 0,1-8 0</inkml:trace>
  <inkml:trace contextRef="#ctx0" brushRef="#br0" timeOffset="59">30804 4900 8912,'-44'17'0,"1"6"0,11 0 0,3-2 0,-1 6 0,7 2 0,6 3 0,5 2 0,10-7 0,2-4 0,10 2 0,13-4 0,5-4 0,5-4 0,1-9 0,1 2 0,5-4 0,0-2 0,0-2 0,-5-4 0,-1-3 0,0-24 0,1-3 0</inkml:trace>
  <inkml:trace contextRef="#ctx0" brushRef="#br0" timeOffset="60">30872 4384 8912,'-9'0'0,"1"8"0,8 3 0,8 14 0,3 10 0,10 10 0,4 18 0,2 14 0,4 11 0,-16-41 0,0 1 0,-1 4 0,1-1 0,0-2 0,0 0 0,-3 0 0,-1-1 0,14 42 0,-4 4 0,0-5 0,-5-3 0,-1-5-256,-9-18 0,-16 4 1,-9-6-1</inkml:trace>
  <inkml:trace contextRef="#ctx0" brushRef="#br0" timeOffset="61">28893 3301 8912,'0'-11'0,"-2"1"0,-1 1 0,-3-1 0,0 6 0,8-3 0,4 7 0,5 0 0,1 0 0,3 0 0,4 0 0,0 0 0,2 1 0,2 5 0,-2-2 0,8 7 0,-8-1 0,2 3 0,-4-1 0,-2 1 0,0 4 0,1 6 0,-9-4 0,-3 4 0,-4 2 0,-2-2 0,0 2 0,0-2 0,-8-4 0,-3 4 0,-5-4 0,-1-2 0,-6-2 0,0-3 0,0-4 0,6-8 0,0 0 0,0-16 0,0-3 0</inkml:trace>
  <inkml:trace contextRef="#ctx0" brushRef="#br0" timeOffset="62">29427 3095 8912,'-17'0'0,"-6"0"0,0 0 0,0 5 0,4 3 0,-2 4 0,-2 7 0,-2 6 0,2 9 0,4 8 0,-4 4 0,11-2 0,7 2 0,3-6 0,2 6 0,9-8 0,8 0 0,10-9 0,6-12 0,5-2 0,8-9 0,2-8 0,15-10 0,0-7 0,6-9 0,7-9 0,3-14 0</inkml:trace>
  <inkml:trace contextRef="#ctx0" brushRef="#br0" timeOffset="63">9964 8304 8912,'11'-7'0,"-1"-5"0,-2-3 0,-3 0 0,1 1 0,2 3 0,-1-3 0,1-1 0,0 6 0,-5 1 0,3 0 0,-2-3 0,0 3 0,0 1 0,1-1 0,3 6 0,-2-4 0,-2-1 0,7 1 0,-7 0 0,3 6 0,-7 0 0,-7 0 0,-5 0 0,-3 8 0,-2 1 0,0 1 0,-1 5 0,1-3 0,-8 3 0,-1 2 0</inkml:trace>
  <inkml:trace contextRef="#ctx0" brushRef="#br0" timeOffset="64">5954 9112 8912,'0'-11'0,"0"-1"0,0-1 0,0-2 0,0 5 0,0 3 0,0 7 0,0 0 0,8 0 0,1 0 0,9 0 0,-1 0 0,0 0 0,8-2 0,4-2 0,3-4 0,2-1 0,9 3 0,2-6 0,7 7 0,5-7 0,-1 3 0,5-5 0,-2 5 0,-3 1 0,-5 2 0,-5 6 0,4 0 0,-4 0 0,-4 0 0,-2 0 0,-2 8 0,3 2 0,4 1 0,5 1 0,2-9 0,-1 3 0,1 2 0,0-3 0,-1 1 0,1-6 0,-6 0 0,0 0 0,-6 0 0,6 0 0,0 0 0,-2 0 0,5 2 0,-3 4 0,6-2 0,5 7 0,-3-7 0,3 2 0,-3 1 0,-3-1 0,1 6 0,-2-7 0,-3-1 0,-1-2 0,0-2 0,6 0 0,1 0 0,5 0 0,1-8 0,4-3 0,2 1 0,-8-1 0,3 5 0,-5-3 0,3 1 0,-3 4 0,-1 2 0,-3 2 0,-3-6 0,4 1 0,-3-1 0,14 6 0,-5 0 0,5 0 0,2 0 0,8 0 0,1 0 0,-1 0 0,-3 0 0,-1 0 0,2-8-155,4-3 1,-5 3 154,5 3 0,-4-5 0,-2-1 0,-1 3 0,1 2 0,0-1 0,0 1 0,0-6 0,0 7 0,1 1 0,5 2 0,-6 2 0,0 0 0,-1 0 0,-5 0 0,-1 6 0,1-1 0,0 1 0,6-6 0,0 0 0,-1 0 0,3 0 0,4 0 0,-12 0 0,0 0 0,-8 0 0,-3 0 0,-8 0 0,-4 0 0,-6-2 0,-5-4 0,2 4 0,-8-3 0,5-3 0,-5 2 0,0-5 0,-6 5 0,6-1 77,0 1 0,2 4 1,-4-6-1,4 3-77,2-1 0,-4-6 0,6 7 0,-3-7 0,3 6 0,2-5 0,-8 5 0,-1-5 0,-4 5 0,-1-5 0,0 5 0,0 2 0,-5 0 0,-1-2 0,-7 5 0,2-7 0,-12 8 0,-21 17 0,-19 12 0,-34 11 0,31-14 0,1-1 0</inkml:trace>
  <inkml:trace contextRef="#ctx0" brushRef="#br0" timeOffset="65">15608 12757 8912,'10'-7'0,"-3"5"0,-7-8 0,0 4 0,0 3 0,0-9 0,0 6 0,0-5 0,0 7 0,0-3 0,-1 1 0,-5 0 0,4 0 0,-6 6 0,8 0 0,-7 0 0,5 8 0,-4 3 0,4 5 0,2 1 0,-6 6 0,1 0 0,-1 0 0,6-6 0,0 0 0,0 0 0,0 0 0,0 1 0,2-3 0,3-4 0,-3 5 0,14-16 0,-5 0 0,-1-8 0,1-9 0,-7 0 0,2-1 0,-4-4 0,-2-1 0,0 0 0,0 6 0,0-1 0,0 1 0,-6 6 0,-2 1 0,-1 2 0,3 3 0,-5 5 0,5 0 0,-6 0 0,7 7 0,-5 5 0,2 3 0,5 2 0,1 1 0,2-1 0,0 0 0,0 0 0,0 0 0,2-7 0,3-4 0,7-5 0,-3-1 0,3 0 0,-3-7 0,3-5 0,1-3 0,-5-2 0,1 0 0,-5 0 0,2-1 0,-4 7 0,-2-1 0,0 9 0,-8-5 0,-1 16 0,-9 1 0,7 6 0,1-1 0,3-3 0,1-7 0,6 4 0,0-8 0,0 0 0,0-8 0,6 4 0,0-7 0,-1 7 0,-5-11 0,0 5 0</inkml:trace>
  <inkml:trace contextRef="#ctx0" brushRef="#br0" timeOffset="66">17019 7634 8912,'-2'-10'0,"-3"4"0,3-3 0,-6-1 0</inkml:trace>
  <inkml:trace contextRef="#ctx0" brushRef="#br0" timeOffset="67">15660 12689 8912,'-12'-8'0,"1"-4"0,5 5 0,-3-1 0,1 1 0,2 5 0,6-6 0,0 8 0,2 0 0,4 0 0,3 0 0,9-6 0,-1 0 0,6-7 0,2 4 0,1-3 0,5 1 0,-4-1 0,2-5 0,-1 6 0,7-1 0,-1 1 0,0 1 0,-5-3 0,0 7 0,-6-6 0,5 7 0,-12-1 0,1 6 0,-4 0 0,-1 0 0,-1 0 0,-7 0 0,4 0 0,-8 0 0,-8 0 0,6 0 0,-5 8 0,7-6 0,-2 5 0,-4-7 0,2 0 0,-7 0 0,-3 0 0,-1-7 0,-2-3 0</inkml:trace>
  <inkml:trace contextRef="#ctx0" brushRef="#br0" timeOffset="68">16073 12138 8912,'-12'0'0,"1"0"0,-2 0 0,3 0 0,-1 0 0,7 0 0,-4 0 0,10 0 0,4 0 0,5 0 0,4 6 0,3 0 0,-5 1 0,2-1 0,4 6 0,1 3 0,-1 8 0,-2 0 0,-2 7 0,-3-1 0,3 3 0,-5 3 0,-1-1 0,-3 1 0,-2-1 0,1 0 0,-3-5 0,4 0 0,-4-8 0,-2 2 0,-2-12 0,-4-5 0,4-12 0,-13-11 0,6-10 0</inkml:trace>
  <inkml:trace contextRef="#ctx0" brushRef="#br0" timeOffset="69">16142 11898 8912,'-10'-2'0,"3"-2"0,-1-2 0,6-1 0,-4 1 0,4-6 0,2-3 0,6-8 0,2-2 0,1 0 0,5 1 0,-1-13 0,2 1 0,1-6 0,3-6 0,-2-1 0,0-3 0,-9 6 0,9 0 0,-4 0 0,-3 3 0,0 1 0,-5 7 0,-3 8 0,4 4 0,-4 4 0,-2 2 0,0 8 0,0 1 0,0 8 0,-8 0 0,6 8 0,-3 3 0,3-3 0,2 7 0,0-13 0,0 6 0</inkml:trace>
  <inkml:trace contextRef="#ctx0" brushRef="#br0" timeOffset="70">16211 11107 8912,'-18'0'0,"1"0"0,2-2 0,3-4 0,5-3 0,7-9 0,7-5 0,5 1 0,9-7 0,4 4 0,0 0 0,-1 0 0,1 1 0,-2 1 0,-4 9 0,4-3 0,-4 11 0,-1 1 0,-1 5 0,0 5 0,-2 7 0,-3 11 0,-3 3 0,-5 9 0,2-1 0,-2 1 0,0-1 0,1 0 0,-3-1 0,4-4 0,-4-5 0,-2-6 0,0-9 0,0-1 0</inkml:trace>
  <inkml:trace contextRef="#ctx0" brushRef="#br0" timeOffset="71">16968 7531 8912,'-8'-10'0,"6"0"0,-5 7 0,1-5 0,0-2 0,0 5 0,4-5 0,-3 3 0,3 1 0,-6 8 0,8 3 0,0 7 0,0-3 0,0 5 0,0 3 0,0 4 0,0 2 0,0-6 0,0 0 0,0 1 0,0-1 0,0-6 0,0 1 0,0-8 0,0 3 0,8-7 0,3 0 0,5 0 0,-1-7 0,-4-5 0,3 2 0,-9-1 0,7 0 0,-6-7 0,-1 1 0,-5 0 0,0 0 0,0 0 0,-7 7 0,-5 4 0,-3 6 0,-2 6 0,5 4 0,1 7 0,-1 0 0,-5 0 0,2 0 0,1 1 0,5 1 0,1 4 0,3-4 0,5 6 0,0-8 0,0-8 0,7-1 0,5-8 0,5 0 0,6 0 0,-2-10 0,7-7 0,-5 0 0,6-6 0,-8-2 0,2 2 0,-6-2 0,-3 4 0,-5-1 0,-1 1 0,-2 1 0,-6 3 0,-8 6 0,-3-1 0,-7 8 0,-5-1 0,4 10 0,-6 7 0,2 3 0,0 2 0,6 6 0,6 0 0,7 8 0,-11-4 0,5 7 0</inkml:trace>
  <inkml:trace contextRef="#ctx0" brushRef="#br0" timeOffset="72">15935 13136 8912,'-9'0'0,"1"-8"0,10 4 0,4-7 0,3 5 0,8-4 0,1 3 0,-1 3 0,6-4 0,0 1 0,0-1 0,2 0 0,-4 1 0,5 3 0,1-4 0,0-1 0,-6 5 0,19-11 0,-4 5 0</inkml:trace>
  <inkml:trace contextRef="#ctx0" brushRef="#br0" timeOffset="73">16916 12946 8912,'8'-9'0,"-6"-1"0,3 5 0,-3-7 0,-2 3 0,0-3 0,0 6 0,0-5 0,0 7 0,0-11 0,0 13 0,0-6 0,0 8 0,0 0 0,0-7 0,-2 3 0,-3-8 0,3 7 0,-4-7 0,4 6 0,2-5 0,0 0 0,0 1 0,0 2 0,0 8 0,-6 2 0,1 4 0,1 5 0,2 5 0,2 1 0,0 0 0,0-5 0,0-1 0,8 0 0,-7 7 0,15-9 0,-7-1 0,9-8 0,-7 0 0,0 0 0,3-2 0,1-4 0,0-3 0,-3-9 0,1 1 0,-7 0 0,6-6 0,-7 0 0,1 6 0,-6 6 0,0-1 0,0-5 0,-2 7 0,-4 5 0,-5 3 0,-4 2 0,3 2 0,1 3 0,-1 3 0,-5 3 0,5 5 0,1-5 0,5 5 0,-5 1 0,7-6 0,-2 1 0,-1-1 0,1 6 0,0-7 0,6-3 0,2-7 0,4 0 0,-2 0 0,7-1 0,2-5 0,-3 2 0,1-7 0,-7-1 0,12-5 0,-14 0 0,5 5 0,-7 1 0,0 7 0,-7-4 0,3 8 0,-8 0 0,8 0 0,-9 2 0,7 4 0,-7-4 0,11 6 0,-6-8 0,8 0 0,2-2 0,2-4 0,2-6 0,5 3 0,-5-3 0,7 9 0,-11-13 0,14 14 0,-14-13 0,5 13 0,-7-5 0,0 7 0,0 0 0,-7 0 0,5 7 0,-6-5 0,8 6 0,0-8 0,2-2 0,4-4 0,-4 4 0,5-5 0,-7 7 0,0 0 0,-7 0 0,5 0 0,-8 1 0,4 5 0,4-2 0,-3 7 0,3-7 0,-6 12 0,-1-7 0</inkml:trace>
  <inkml:trace contextRef="#ctx0" brushRef="#br0" timeOffset="74">9155 4556 8912,'10'10'0,"-3"-10"0,-7-10 0,0-7 0,6 0 0,2 0 0,-1-1 0,1 1 0,0 6 0,-5-1 0,5 1 0,2-1 0,3 3 0,2 1 0,2 2 0,1 6 0,-1 0 0,0 0 0,8 2 0,2 6 0,1 9 0,1 10 0,-2 7 0,2 6 0,1 4 0,-7 8 0,-4 0 0,-5-1 0,-1 1 0,-7-1 0,5-1 0,-5-4 0,0-4 0,-8-8 0,-4-1 0,-5-5 0,1-5 0,-2-11 0,7-5 0,-7-7 0,7 0 0,-7 0 0,6-9 0,-5-8 0,7-8 0,-2-12 0,4-3 0,2-5 0,0 1 0,0-2 0,0 0 0,0-6 0,2-5 0,4 0 0,4 5 0,7 6 0,0 8 0,0-2 0,6 6 0,0 5 0,6 6 0,-6 12 0,-2 5 0,6 4 0,-1 2 0</inkml:trace>
  <inkml:trace contextRef="#ctx0" brushRef="#br0" timeOffset="75">9981 4780 8912,'-8'9'0,"-1"-1"0,-8-8 0,7 0 0,0 0 0,5 0 0,3-8 0,-6-1 0,16-8 0,3-1 0,5 1 0,-1 0 0,-4 0 0,5 0 0,-5-1 0,-3 1 0,-2 0 0,1 0 0,-1 0 0,-2-1 0,-2 1 0,-4 0 0,-4 0 0,-4 7 0,-7 5 0,0 3 0,0 2 0,-6 15 0,0 8 0,-6 9 0,6 8 0,4 6 0,6 4 0,5 2 0,8-1 0,4-5 0,7 0 0,16-8 0,19 2 0,11-13 0,7-10 0,2-7 0,3-10 0,-2-4 0,-4-8 0,-5-7 0,-12-15 0,-2-2 0,-4-5 0,-4 3 0,4-8 0,-3 8 0,-5-4 0,-3 0 0,-6-4 0,-12 4 0,-5 2 0,-12 6 0,-5 5 0,-12 4 0,-6 10 0,-5 3 0,-7 7 0,5 10 0,-4 7 0,2 5 0,-2 6 0,9 10 0,-3 7 0,13 0 0,1-6 0,9 1 0,3-1 0,3 0 0,5 1 0,0-9 0,0-3 0,7-4 0,5-1 0,5-3 0,6-4 0,-4-3 0,6-8 0,-2 0 0,0 0 0,0-2 0,-6-4 0,0-1 0,0-5 0,0-3 0,1 4 0,-7-3 0,-1 1 0,-3 1 0,7 9 0,-10-3 0,7 12 0,-7 5 0,2 12 0,-4 4 0,-2 7 0,0 0 0,0 1 0,0 7 0,0 4 0,-2-2 0,-4 1 0,2-1 0,-7 2 0,5-4 0,-6-7 0,1-1 0,-4-1 0,1-5 0,3-5 0,-1-10 0,-5-1 0,0-8 0,0 2 0,5-6 0,1-6 0,7-11 0,-2-12 0,4-4 0,2-3 0,2-2 0,4-2 0,-2-2 0,7 2 0,1 3 0,5-3 0,0 4 0,0 2 0,6-1 0,0 1 0,0 1 0,2 5 0,0-5 0,4 5 0,3 3 0,-3 2 0,1-2 0,-1 2 0,-4 6 0,-8 7 0,0 3 0,-1 3 0,-5 10 0,-1 3 0,-5 8 0,-3 6 0,4 0 0,-2 8 0,0-3 0,1 3 0,-1-2 0,-2 1 0,-2-7 0,0 6 0,0-6 0,0 0 0,0-6 0,0-6 0,0 1 0,0-1 0,0-1 0,0-10 0,0-10 0</inkml:trace>
  <inkml:trace contextRef="#ctx0" brushRef="#br0" timeOffset="76">10790 4573 8912,'-17'-34'0,"1"5"0,5 1 0,-3 7 0,9-2 0,-1 4 0,6 1 0,8 9 0,1-4 0,8 7 0,3 2 0,2 2 0,0 2 0,6 0 0,1 0 0,13 8 0,2 1 0</inkml:trace>
  <inkml:trace contextRef="#ctx0" brushRef="#br0" timeOffset="77">11186 4659 8912,'-18'27'0,"1"-2"0,0-2 0,0 0 0,2 5 0,3-5 0,-1 2 0,7-2 0,0-4 0,6 4 0,0-4 0,2-3 0,4-5 0,3-3 0,9-8 0,5-2 0,-1-4 0,3 2 0,-2-7 0,-2-6 0,8-6 0,-14-2 0,3 4 0,-5-2 0,-4 2 0,1 2 0,-4 2 0,-4-1 0,3 1 0,-10 0 0,-7 0 0,-1 5 0,-1 3 0,3 1 0,-2 4 0,-3 2 0,-1-5 0,0-3 0</inkml:trace>
  <inkml:trace contextRef="#ctx0" brushRef="#br0" timeOffset="78">11513 4694 8912,'-10'-8'0,"0"6"0,5-4 0,3 3 0,-4-3 0,4 4 0,2-6 0,0 16 0,0-4 0,0 7 0,0 3 0,0 1 0,0 2 0,2 0 0,2 1 0,2-1 0,-3 0 0,-1-6 0,-2 1 0,0-6 0,0 5 0,2-7 0,4 2 0,-4-5 0,8-8 0,-5-5 0,-1-1 0,8 2 0,-7-5 0,7 5 0,-7-4 0,7-3 0,1 1 0,3 2 0,1 3 0,2-1 0,4 7 0,-4-5 0,4 5 0,-2-7 0,2 1 0,-4 3 0,4-1 0,-4 1 0,-2-1 0,1-1 0,-1-7 0,-2 7 0,-3-1 0,-3 1 0,-3-6 0,-4 0 0,3-1 0,-3 1 0,-2 0 0,0 0 0,0 7 0,0 3 0,0 9 0,0 3 0,0 9 0,0 7 0,0 0 0,0 7 0,8 1 0,4 5 0,3-1 0,2-4 0,0 3 0,0-3 0,1 3 0,-3 1 0,-2-3 0,-1-1 0,-8-8 0,1 2 0,-3 2 0,-2-2 0,-2-1 0,-3-4 0,-5-3 0,-7-4 0,0 5 0,-1-5 0,1-3 0,0-3 0,0-3 0,0-2 0,-1 0 0</inkml:trace>
  <inkml:trace contextRef="#ctx0" brushRef="#br0" timeOffset="79">12700 4092 8912,'0'-27'0,"0"-3"0,0 7 0,0 0 0,0 15 0,0 8 0,2 15 0,4 14 0,-3 11 0,9 6 0,-6 4 0,5 1 0,-1 1 0,3-1 0,-3 1 0,-3 0 0,5 3 0,-6-3 0,5 3 0,-5-9 0,-1 2 0,-5-3 0,0 3 0,0-8 0,-1-1 0,-5-11 0,-4-11 0,-7-9 0</inkml:trace>
  <inkml:trace contextRef="#ctx0" brushRef="#br0" timeOffset="80">12614 4573 8912,'-15'-28'0,"3"-1"0,-1 8 0,7-2 0,0 10 0,6 1 0,2 7 0,4-7 0,11 6 0,12-5 0,5 5 0,6-5 0,4 5 0,8-5 0,2-1 0,3 3 0,-4-5 0,5 8 0,-5-1 0,-1 1 0,-8 4 0,-4-4 0,-11 4 0,-6 2 0,-10 0 0,-1 0 0,-10 0 0,-2 0 0,-10 0 0,-5 14 0,-3 3 0,-1 12 0,-4-1 0,4 11 0,-2 3 0,6 0 0,3 0 0,9-2 0,-3-6 0,4-1 0,2-3 0,2-3 0,4-2 0,5-4 0,12-10 0,2-5 0,4-12 0,5-5 0,0-12 0,-5-6 0,6-11 0,-13 2 0,1-8 0,-11 2 0,-6-2 0,-4-2 0,-4 10 0,-6 4 0,-9 3 0,-8 8 0,-9-5 0,-1 14 0,1 3 0,1 7 0,4 4 0,-1 13 0,7 5 0,0 10 0,6-9 0,0 6 0</inkml:trace>
  <inkml:trace contextRef="#ctx0" brushRef="#br0" timeOffset="81">14197 4333 8912,'0'-18'0,"-2"1"0,-3 0 0,-7-2 0,-3-2 0,-4-2 0,-4 2 0,4 4 0,-6 5 0,2 7 0,0 3 0,-8 2 0,4 4 0,-1 5 0,-1 8 0,8 14 0,-2 1 0,4 8 0,2 4 0,7-5 0,4 1 0,5-4 0,1-2 0,1-1 0,5-4 0,6-5 0,9-8 0,4-5 0,1-5 0,-3-4 0,6-2 0,-6-10 0,6-7 0,-3 0 0,3-6 0,-4 2 0,0-2 0,-6 6 0,4 0 0,-4 1 0,-2 11 0,0 1 0,1 2 0,-7 6 0,1 7 0,-9 8 0,3 16 0,-4 9 0,-2 7 0,-6 3 0,1 9 0,-11-2 0,-1 2 0,0 2 0,-6-8 0,-2-2 0,0-9 0,0-7 0,0-9 0,2-5 0,6-8 0,0-7 0,0-5 0,5-12 0,1-10 0,7-8 0,-2-10 0,6 1 0,6 0 0,-2-7 0,7 1 0,1 0 0,7 6 0,2-1 0,2 1 0,6 2 0,-6 3 0,7-5 0,-1-1 0,9 1 0,2-6 0,8 1 0,-2-1 0,-2 4 0,2-4 0,-14 9 0,1 5 0,-8 1 0,-10 4 0,0 2 0,-9 1 0,0 7 0,-6 0 0,-2 7 0,-4-2 0,2 4 0,-7 2 0,-3 0 0,7 0 0,-3 2 0,4 4 0,5 3 0,-5 10 0,12 4 0,-3-2 0,9 8 0,-1-6 0,7 6 0,-1-7 0,0 7 0,-6-2 0,1 3 0,-1-3 0,-1-2 0,5 4 0,-3-6 0,-3 5 0,3-5 0,-8 0 0,3-6 0,1 1 0,1-1 0,9-8 0,-1-16 0,0-12 0</inkml:trace>
  <inkml:trace contextRef="#ctx0" brushRef="#br0" timeOffset="82">14920 4419 8912,'-8'-18'0,"-1"9"0,-8 3 0,5 6 0,1 6 0,5 5 0,-6 12 0,9-2 0,-5 8 0,2 0 0,0-3 0,1 5 0,5-8 0,5 5 0,1-5 0,8 0 0,-3-5 0,4-7 0,3 0 0,-1-7 0,0 2 0,0-4 0,0-2 0,1-10 0,-1-5 0,0-6 0,0 0 0,-7 0 0,-5-2 0,3 2 0,-2-8 0,-2 8 0,-10-1 0,2 2 0,-7 3 0,-1 0 0,-5 0 0,7 5 0,5 1 0,3 5 0,2-5 0,7 7 0,9-9 0,7 7 0,0 0 0,-4 6 0,2 0 0,2 0 0,-6 0 0,-6 0 0,1 0 0,-3 0 0,-1 2 0,-8 4 0,0 5 0,0 4 0,0 3 0,-6-1 0,1 0 0,-1 0 0,6 0 0,0 1 0,0-1 0,0 0 0,0 0 0,2 0 0,3 1 0,5-7 0,9-1 0,4-3 0,-4-1 0,4-6 0,-4 0 0,-1 0 0,-1-8 0,0-3 0,0-4 0,0-3 0,-5 1 0,-1 0 0,-5-2 0,5-4 0,-7 4 0,2-4 0,-4 4 0,-2 9 0,0 5 0,0 10 0,0-1 0,0 8 0,2-1 0,4 6 0,-4 0 0,3 1 0,5-3 0,1-4 0,-1 5 0,1-5 0,1-3 0,5-3 0,0-3 0,0-2 0,1 0 0,-1-2 0,0-3 0,-5-5 0,-1-7 0,0 0 0,7 0 0,-7-1 0,1 1 0,-7 0 0,7 0 0,-8 5 0,1 1 0,-3 9 0,-2 2 0,0 10 0,0 12 0,6 5 0,0 8 0,0 7 0,-6 3 0,1 7 0,5 5 0,-4-3 0,4 3 0,-4-1 0,0-3 0,1-1 0,3-8 0,0-8 0,-6-7 0,0-3 0,0-3 0,0-11 0,0 3 0,0-15 0,0-23 0,-2 8 0,-4-20 0,2 5 0,-5-7 0,-1-1 0,1-2 0,-1-8 0,-1 3 0,-5-13 0,5-5 0,-2-4 0,1-1 0,-1-1 0,7 0 0,-5 4 0,5 8 0,2 7 0,10 16 0,3 9 0,8 8 0,3 7 0,3 10 0,-2 2 0,7 4 0,3 5 0,1 5 0,1 6 0,-4 1 0,-5 2 0,-6-4 0,-1 2 0,0-2 0,-2-2 0,-3-2 0,-3 1 0,-3-1 0,-4 0 0,4 0 0,-12 6 0,-5 0 0,-5 0 0,-1-6 0,-6 6 0,0 0 0,-2 2 0,2-2 0,4-4 0,-4 4 0,4-4 0,2-2 0,0 0 0</inkml:trace>
  <inkml:trace contextRef="#ctx0" brushRef="#br0" timeOffset="83">16830 4264 8912,'0'-17'0,"0"0"0,0-1 0,-2 1 0,-4 0 0,-3 0 0,-3 1 0,1 5 0,-1 1 0,-5 7 0,0-3 0,0 2 0,0 10 0,-2 5 0,-3 6 0,0 6 0,-1 4 0,5 8 0,3-1 0,4 0 0,-3 3 0,8 3 0,1-4 0,5 4 0,0-5 0,0-7 0,9 3 0,9-8 0,8-4 0,7-6 0,3-5 0,4-8 0,6-2 0,4-4 0,0-11 0,-5-12 0,-2-11 0,-9-4 0</inkml:trace>
  <inkml:trace contextRef="#ctx0" brushRef="#br0" timeOffset="84">17071 4281 8912,'-17'0'0,"0"0"0,-1 0 0,1 0 0,0 0 0,0 0 0,0 2 0,-1 4 0,7 5 0,-1 12 0,3-4 0,-3 4 0,5-4 0,7-2 0,0 1 0,0-1 0,0 0 0,0 0 0,2-1 0,3-5 0,5-1 0,7-5 0,2-3 0,4 4 0,-4-6 0,4-6 0,-4 2 0,-1-7 0,-1-1 0,0-5 0,0 0 0,0 0 0,1 2 0,-1 3 0,0-3 0,0 3 0,0-3 0,1 4 0,-1-1 0,0 8 0,-5-3 0,-1 7 0,-5 7 0,3 5 0,-1 3 0,-2-3 0,-6-1 0,0 0 0,5 7 0,1-1 0,0-6 0,-6 1 0,0-1 0,0-1 0,0-3 0,8-7 0,-7-1 0,5-5 0,-2 2 0,2-8 0,-4 1 0,5-4 0,-1 1 0,0 3 0,5-1 0,-5-5 0,2 6 0,-3-1 0,3 7 0,4-7 0,3 8 0,-4-1 0,-1 3 0,1 2 0,1 0 0,5 0 0,-2 7 0,-3 5 0,3 3 0,-3 2 0,1 0 0,-2 1 0,5 5 0,-7-1 0,3 1 0,-1 2 0,1-6 0,5 4 0,0-4 0,0-1 0</inkml:trace>
  <inkml:trace contextRef="#ctx0" brushRef="#br0" timeOffset="85">18052 4109 8912,'-6'-23'0,"-1"0"0,-3 2 0,6 6 0,-2 9 0,4 14 0,2 15 0,0 7 0,0-1 0,0 2 0,0-3 0,0 7 0,0-1 0,0-5 0,0 5 0,0-3 0,0 3 0,0-5 0,0-1 0,0-7 0,0 2 0,0-4 0,0-1 0,0-1 0,2-8 0,4-3 0,-2-4 0,7-4 0,3-4 0,1-5 0,4-4 0,4-3 0,-2-1 0,8-4 0,-6 10 0,6-4 0,-7 5 0,7 1 0,-6 3 0,6 8 0,-8 0 0,2 0 0,-6 2 0,-6 4 0,-5 5 0,-4 5 0,-2 3 0,0 4 0,-9-2 0,-9 7 0,-7-5 0,-9 6 0,0-8 0,-1 2 0,3-4 0,3-2 0,-2-2 0,8-3 0,1 1 0,4-7 0,9-4 0,3-14 0,12-7 0,3-15 0</inkml:trace>
  <inkml:trace contextRef="#ctx0" brushRef="#br0" timeOffset="86">18430 4401 8912,'0'-11'0,"0"0"0,0 7 0,2-4 0,4 8 0,-2 0 0,7 0 0,3 0 0,1 0 0,2 0 0,1 0 0,1 0 0,4 0 0,3 0 0,1 0 0,4-2 0,-8-4 0,5 3 0,-5-9 0,0 1 0,-13-7 0,-4 1 0,-5 6 0,-1-1 0,-9 3 0,-8-3 0,-2 5 0,-8 7 0,0 0 0,0 0 0,0 7 0,-1 5 0,-3 11 0,8 5 0,-2 5 0,2 1 0,6 8 0,0 4 0,2 4 0,9 1 0,0-3 0,6 4 0,10-12 0,7 6 0,8-10 0,11-7 0,4-6 0,6-4 0,12-10 0,5-3 0,4-19 0,1-7 0</inkml:trace>
  <inkml:trace contextRef="#ctx0" brushRef="#br0" timeOffset="87">19876 4230 8912,'0'-29'0,"0"0"0,0-1 0,0-3 0,0 1 0,-2 1 0,-4 4 0,-5 3 0,-4-5 0,-3 6 0,1 4 0,0 5 0,-2 7 0,-2 9 0,-2 5 0,2 11 0,-4 14 0,2 14 0,-4 13 0,8 8 0,6 7 0,3 5 0,-1-1 0,5 2 0,0 1 0,6-13 0,0 3 0,2-12 0,4-1 0,5-5 0,5-11 0,1-13 0,0-10 0,0-2 0,1-7 0,-1-10 0,0 0 0</inkml:trace>
  <inkml:trace contextRef="#ctx0" brushRef="#br0" timeOffset="88">19411 4677 8912,'0'-23'0,"0"0"0,6 5 0,0 7 0,2 0 0,-3-7 0,5 1 0,7 0 0,8 6 0,4-1 0,5 6 0,4-3 0,4 1 0,2 4 0,-6-3 0,3 1 0,-7 0 0,-5 6 0,-4-2 0,-8-3 0,0 3 0,-7-6 0,-3 16 0,-7 5 0,-2 6 0,-3 4 0,3 8 0,-4-3 0,4 5 0,2 1 0,0-5 0,0-1 0,0-5 0,0 4 0,0-2 0,0-4 0,6-8 0,-1-1 0,3-8 0,-2 1 0,3-5 0,7-5 0,-5-7 0,3-9 0,-9-2 0,3-7 0,-2 1 0,-4 2 0,3-1 0,-3 5 0,-2-6 0,-5 8 0,-1-2 0,-8 4 0,7 8 0,-5-1 0,5 8 0,7-3 0,0 7 0</inkml:trace>
  <inkml:trace contextRef="#ctx0" brushRef="#br0" timeOffset="89">20169 4505 8912,'0'9'0,"0"-1"0,0-8 0,0 0 0,0 7 0,0-3 0,0 8 0,0 1 0,0-3 0,0 1 0,5-5 0,1 5 0,6-5 0,-7 5 0,9-7 0,-3 2 0,4-4 0,3-2 0,5 0 0,-1 0 0,3 0 0,-4-2 0,4-4 0,2-5 0,-6-4 0,2-3 0,-4 3 0,-2 4 0,-1-5 0,-5 5 0,4 3 0,-13-7 0,6 13 0,-8-4 0,0 12 0,0 4 0,0 7 0,0 0 0,0 0 0,6 0 0,-1 1 0,-1-1 0,-2-6 0,-2 1 0,0-7 0,0 7 0,0-8 0,0 3 0,6-14 0,2-5 0,1-3 0,-3 3 0,5 1 0,-5 0 0,6-7 0,-1 3 0,6 4 0,0-3 0,1 9 0,1-7 0,4 6 0,-2-5 0,7 5 0,-7 0 0,4 6 0,0 0 0,4 0 0,-2 2 0,1 4 0,-5-4 0,6 4 0,-6-4 0,6-2 0,-1 0 0,-1 0 0,-2 0 0,-8 0 0,-5 0 0,-1 0 0,0-8 0,-1-2 0,-4-7 0,-12 6 0,-5-1 0,-5 8 0,-1-1 0,-2 3 0,-4 2 0,2 0 0,-8 0 0,2 0 0,-1 0 0,3 7 0,8 5 0,0 3 0,-1 2 0,3 1 0,4-1 0,-3 0 0,8 0 0,1 0 0,5 1 0,0-1 0,2-2 0,3-3 0,5-5 0,7-7 0,0 0 0,1 0 0,4-2 0,1-3 0,6-11 0,-6-7 0,2-5 0,-2 5 0,-4-8 0,4 3 0,-10-5 0,-1-3 0,-1-4 0,-1-6 0,3-4 0,-7-1 0,0-7 0,-6 1 0,0 1 0,0 11 0,0 10 0,0 12 0,0 14 0,0 9 0,0 17 0,0 17 0,0 8 0,0 10 0,-6 1 0,0 5 0,-1-3 0,3 6 0,-2 0 0,2 1 0,2-5 0,2 6 0,0-8 0,2 1 0,4-7 0,5-3 0,5-8 0,9-3 0,1-10 0</inkml:trace>
  <inkml:trace contextRef="#ctx0" brushRef="#br0" timeOffset="90">21528 4436 8912,'0'-17'0,"-2"1"0,-2 3 0,-1 2 0,-3 7 0,2-2 0,4 4 0,-5 4 0,7 4 0,0 7 0,0 8 0,0-2 0,0 4 0,0-4 0,0 0 0,2 2 0,3 2 0,-3 0 0,13-6 0,-3 1 0,-2-9 0,1-3 0,-5-4 0,5-2 0,3 0 0,1 0 0,0-2 0,-3-4 0,1 2 0,-7-7 0,1 7 0,-1-2 0,6 4 0,-3 2 0,3 0 0,-1 8 0,6 0 0,1 3 0,-1 2 0,0-5 0,0 0 0,0-1 0,-5-1 0,-1-6 0,-5 0 0,6 0 0,-7-2 0,7-3 0,-8-5 0,1-7 0,-3-6 0,-2 0 0,-2 2 0,-3 2 0,3 2 0,-4-1 0,-2 1 0,3 0 0,-1 0 0,6 0 0,0-1 0,7-6 0,3-3 0</inkml:trace>
  <inkml:trace contextRef="#ctx0" brushRef="#br0" timeOffset="91">22216 4092 8912,'0'-10'0,"-2"7"0,-3 14 0,1 10 0,-8 19 0,1 12 0,-6 13 0,0 7 0,-1 9 0,1 5 0,0 5 0,0-3-339,0 4 1,5-6 338,1-6 0,7-11 0,-2-12 0,-2-5 55,3-7 0,-1-4 0,8-15-55,4-8 0,3-17 0,8-25 0,1-13 0</inkml:trace>
  <inkml:trace contextRef="#ctx0" brushRef="#br0" timeOffset="92">22595 4161 8912,'0'-10'0,"-6"4"0,-1 14 0,-3 9 0,-1 10 0,-7 15 0,1 10 0,0 9 0,2 8 0,1 3 0,5 6 0,1 7 0,2-13 0,6 3 0,0-9 0,2-12 0,2-6 0,2-4 0,9-12 0,2-9 0,2-11 0,10-7 0,-8-10 0,12-13 0,-7-8 0</inkml:trace>
  <inkml:trace contextRef="#ctx0" brushRef="#br0" timeOffset="93">22767 4642 8912,'-19'10'0,"-2"-3"0,-2 1 0,2 3 0,2 7 0,2 5 0,1-2 0,5 7 0,1-5 0,5 6 0,3-8 0,-4 2 0,12-4 0,5-4 0,4-3 0,5-5 0,2-7 0,-2-5 0,3-1 0,-4-8 0,-2 3 0,-2-4 0,-3-3 0,1-4 0,-7-1 0,-1 0 0,-5 6 0,0-3 0,0-1 0,0-2 0,0 2 0,-1 8 0,-5 2 0,2 1 0,-7-1 0,7 3 0,-12 0 0,7-1 0</inkml:trace>
  <inkml:trace contextRef="#ctx0" brushRef="#br0" timeOffset="94">23163 4677 8912,'-2'-27'0,"-2"2"0,-4 4 0,-1 4 0,-4-2 0,-10 13 0,2 0 0,-8 6 0,6 14 0,-6 3 0,2 9 0,-1-1 0,7 4 0,7 7 0,1-1 0,7 5 0,-5-4 0,5-2 0,0-7 0,6-4 0,8 2 0,5-4 0,6-4 0,4-3 0,10-11 0,1 3 0,3-6 0,9-6 0,-6 1 0,6-13 0,-2 5 0,1-10 0,-1-2 0,-5 0 0,-1 1 0,-6-1 0,-5-4 0,-10 6 0,-7-2 0,-4 2 0,-6-1 0,-6-5 0,-4 6 0,-7 12 0,-2 3 0,-4 8 0,2 0 0,-8 0 0,6 0 0,-3 2 0,1 4 0,4 5 0,-4 4 0,2 3 0,6-1 0,5 0 0,3 6 0,-3 0 0,5 0 0,7-6 0,0-6 0,0 1 0,7-1 0,3 5 0,9-5 0,2-5 0,2-4 0,0-2 0,-6 0 0,-2-2 0,-3-4 0,3 2 0,-3-7 0,-3 5 0,3-5 0,-8 7 0,5-10 0,-3 9 0,-2-1 0,7 6 0,-5 0 0,5 0 0,-7 2 0,2 4 0,3-5 0,1 15 0,7-12 0,0 5 0,1-1 0,-1-3 0,0-6 0,0-5 0,0-4 0,1-7 0,-1 0 0,0 0 0,0-8 0,-1-6 0,-3-7 0,-2-8 0,-7-3 0,2-3 0,-4 0 0,-2 1 0,-2 1 0,-4 4 0,2 12 0,-7 11 0,0 12 0,-7 12 0,1 19 0,0 12 0,0 12 0,5 19 0,1 6 0,1 9-167,-1-3 1,-3 1 166,9-1 0,-1-9 0,6 9 0,0-16 0,0 2 0,2-9 0,3-6 0,-1-8 0,8 2 0,-1-13 0,6-10 0,1-8 0,-1-9 0,0 0 0,0 0 0</inkml:trace>
  <inkml:trace contextRef="#ctx0" brushRef="#br0" timeOffset="95">23989 3198 8912,'-6'-17'0,"0"0"0,3-1 0,1 1 0,2 0 0,0 0 0,7 7 0,5 4 0,5 3 0,6-3 0,4 2 0,9-5 0,6-1 0,10 0 0,1 5 0,12-7 0,2 1 0,0 1 0,12 1 0,-11 3 0,5 4 0,-4-4 0,-2 6 0,-4 6 0,-4 4 0,-7 7 0,-2 8 0,-5 3 0,3 7 0,-8 5 0,0 6 0,-5 11 0,1 0 0,4 12 0,-9-2 0,1 15 0,-3 6 0,-15-41 0,-1 1 0,-4 7 0,-1 1-215,4 4 1,-1 1 0,-6-4 0,0 0 214,3 4 0,1-1 0,-2-5 0,1 0 0,3 3 0,1-1 0,1-2 0,3-1 0,3 2 0,2-1 0,2-2 0,2-1-150,1-3 1,3-3 0,1-4 0,1-2 149,3-2 0,1-1 0,3-2 0,1-1 0,0-2 0,2-1 0,1 2 0,0-1 0,1-3 0,0-1 0,1 1 0,0-1 0,2-1 0,0-2 0,-1 0 0,0 0 0,4-2 0,1-1 0,3-1 0,1-3 0,5-2 0,1-2 0,7 2 0,2-1 0,4-3 0,3-1 0,2 1 0,1-1-329,4-2 0,0-1 0,-3 0 0,0 1 329,6 0 0,1-1 0,-5 1 0,0-1 0,-2 1 0,1 0 0,0 0 0,0 1 0,-6 0 0,-1 1 0,0 0 0,-2 1-123,-6-2 1,-2 1 0,-9-2 0,-3-1 122,34 3 0,-10 3 638,-13-9-638,-19 9 258,-19-12 1,-21 5-259,-15-7 0,-18-5 0,-23-1 0,-9-8 0,-14 3 0,-11-4 0,-9-2 0</inkml:trace>
  <inkml:trace contextRef="#ctx0" brushRef="#br0" timeOffset="96">23937 4745 8912,'0'-32'0,"0"3"0,0 6 0,0 4 0,0 2 0,0 11 0,0 10 0,0 11 0,2 14 0,2 0 0,2 3 0,-2 3 0,-3-1 0,-1 0 0,0 1 0,0-1 0,0-1 0,0-5 0,0-1 0,0-6 0,0 2 0,0-2 0,0-2 0,0-2 0,0-9 0,0-8 0,0-8 0,0-9 0,0-8 0,0-4 0,0-3 0,0-2 0,6 5 0,0 0 0,7 3 0,-3-3 0,1 6 0,1 4 0,-3 2 0,3 0 0,3 5 0,-3 1 0,-3 7 0,3-2 0,-1 4 0,6 2 0,1 8 0,-1 3 0,-2 5 0,-3 1 0,3-2 0,-4-4 0,3 5 0,-3-5 0,3-1 0,-9 1 0,7-5 0,-7 5 0,9-7 0,-3 2 0,5-4 0,1-2 0,-6 0 0,1 0 0,-6-2 0,5-4 0,-5 2 0,3-7 0,-1-2 0,5 5 0,-11-7 0,6 13 0,-8-6 0,2 8 0,2 2 0,1 4 0,3-2 0,-2 7 0,-2-5 0,7 5 0,-5-7 0,5 2 0,1-2 0,5 1 0,-6-3 0,1 4 0,1-4 0,3-2 0,-5 0 0,1 0 0,-7 0 0,7 0 0,-1 0 0,1 2 0,-1 3 0,-5-3 0,5 4 0,-7 4 0,4-6 0,-8 7 0,2-7 0,3 2 0,-3 3 0,6 1 0</inkml:trace>
  <inkml:trace contextRef="#ctx0" brushRef="#br0" timeOffset="97">24522 4591 8912,'-11'-33'0,"-1"4"0,7 1 0,-5 9 0,2 3 0,5 1 0,1 7 0,2 1 0,9 13 0,9-1 0,1 11 0,9-1 0,3 8 0,1 4 0,3-1 0,-1 3 0,-5-2 0,0-4 0,-3-4 0,3 4 0,2 1 0,-8-1 0,-6 6 0,-6-6 0,-7 2 0,2-4 0,-4 2 0,-2-2 0,-8-2 0,-1-2 0,-9 0 0,9-5 0,3-1 0,-2-5 0,3 5 0,-1-5 0,6 6 0,0-7 0,0 7 0,0-8 0,0 3 0,0-7 0,0 0 0,6-7 0,-1-5 0,7-3 0,-6-2 0,7-6 0,-2 0 0,-1-6 0,1 6 0,1-2 0,5 2 0,0 4 0,1-2 0,-3 6 0,-4 4 0,5 7 0,-5-2 0,4 4 0,3 10 0,-1 3 0,-8 5 0,-3 1 0,2 2 0,-2 4 0,5-4 0,-3 4 0,-1-4 0,1-2 0,3-5 0,-5-1 0,8-7 0,-5 3 0,8-7 0,0 0 0,1 0 0,-3-1 0,-4-5 0,-3-4 0,0 1 0,-6-7 0,5 7 0,-7-8 0,0 7 0,8-5 0,-6 5 0,6 1 0,-8 1 0,0 8 0,1 0 0,5 0 0,6 0 0,-3 6 0,3 0 0,-7-1 0,7-5 0,-1 6 0,7 0 0,-1 1 0,0-1 0,0-4 0,8 13 0,2-5 0</inkml:trace>
  <inkml:trace contextRef="#ctx0" brushRef="#br0" timeOffset="98">17656 10952 8912,'0'11'0,"0"1"0,0-8 0,0 5 0,0-3 0,2-4 0,4 4 0,1-2 0,7-1 0,-3 3 0,3-2 0,1-2 0,2-2 0,0 0 0,1 0 0,-1-6 0,0 0 0,0-7 0,0 3 0,1-1 0,-1-1 0,-6 1 0,1-6 0,-8 5 0,1 1 0,-5 5 0,-5-3 0,-7-1 0,-3 1 0,-2 5 0,-1-2 0,-5 4 0,1 2 0,-3 0 0,2 0 0,4 8 0,-6-4 0,8 7 0,-1-7 0,3 11 0,4-3 0,3-5 0,8 1 0,8-8 0,3 0 0,10 0 0,2 0 0,-2-2 0,-2-4 0,4 4 0,0-3 0,0-3 0,-6 2 0,-5-1 0,-1 1 0,-5 4 0,5-4 0,-7-3 0,2 7 0,-12-4 0,-3 4 0,-9 2 0,-1 0 0,-2 0 0,-4 2 0,-1 4 0,5-2 0,-2 7 0,4-1 0,1 1 0,1 2 0,0-7 0,5 6 0,3-5 0,1 3 0,2 1 0,8 1 0,4-1 0,4-7 0,7 2 0,2-4 0,4-2 0,-4 0 0,4 0 0,-4-6 0,-2-2 0,1 1 0,-1-1 0,0 0 0,0 3 0,-7 3 0,-3-8 0,-7 4 0,0 4 0,-2-5 0,-3 7 0,-7 0 0,-3 0 0,-2 2 0,0 3 0,-1-1 0,1 8 0,2-7 0,3 7 0,-3-1 0,7 7 0,-3-1 0,3-6 0,8 1 0,0-8 0,2 3 0,4-7 0,-2 0 0,7 0 0,1-6 0,5 1 0,-6-1 0,1 6 0,-1 0 0,7 0 0,-1-8 0,0-1 0</inkml:trace>
  <inkml:trace contextRef="#ctx0" brushRef="#br0" timeOffset="99">17639 10814 8912,'-15'-1'0,"1"-3"0,5-4 0,-1 0 0,2-1 0,1-1 0,3 7 0,10-3 0,-4 4 0,11 4 0,-5 4 0,1 5 0,-5 6 0,2 6 0,1-4 0,-1 4 0,0 2 0,-6-2 0,0 7 0,0-1 0,0 4 0,0 1 0,0 8 0,0 4 0,-2 5 0,-4 7 0,4 1 0,-3 4 0,3 4 0,2-4 0,0 4 0,0 2 0,0 11 0,0 0 0,0 8 0,0-10 0,2 2 0,3 1 0,-3-3 0,4 2 0,-4-9 0,-2-8 0,0-2 0,0 2 0,-2 8 0,-4-8 0,4 0 0,-3-11 0,-3-3 0,2-3 0,0 2 0,6-8 0,-5-8 0,-1-9 0,0-9 0,6-3 0,0-7 0,0 4 0,2-8 0,2-2 0,2-4 0,1 2 0,-1-7 0,4-1 0,7-5 0,0-8 0,0-9 0,1-10 0</inkml:trace>
  <inkml:trace contextRef="#ctx0" brushRef="#br0" timeOffset="100">19239 10385 8912,'10'2'0,"-4"5"0,-4 10 0,3 18 0,1 16 0,-2 12 0,-2 10 0,-2 21 0,0-41 0,0 3 0,-1 8 0,0 3 0,-1 4 0,0 0 0,-1 0 0,-2 1-356,1-3 1,-1 0 0,0-1-1,0-1 356,0-3 0,-1-2 0,-2 1 0,0-2 0,3-4 0,-1-1 0,-1-4 0,1-1 0,-6 43 0,-1-14 84,7-5 0,-2-7 0,5-5 0,-3-5-84,2-5 0,2-1 0,2-1 0,0 1 0,0 0 0,-6-14 0,1-4 0,-1-11 0,6 0 1086,0 4-1086,0-8 0,0-2 0,0-9 0,6-16 0,-1-3 0,16-12 0,-2-4 0</inkml:trace>
  <inkml:trace contextRef="#ctx0" brushRef="#br0" timeOffset="101">6522 13376 8912,'-17'-17'0,"0"0"0,-1 2 0,1 3 0,-2 6 0,-4 4 0,2 2 0,-8 2 0,1 4 0,-1 8 0,0 7 0,-1 7 0,-3 7 0,1 5 0,3 4 0,6 0 0,4 7 0,4-1 0,3 5 0,7 1 0,3-1 0,2 2 0,0-3 0,2 3 0,1-5 0,3-6 0,8-12 0,-3-11 0,10-4 0,2-2 0,8-7 0,-3-5 0,5-12 0,1-10 0,1-10 0,7-13 0,2-4 0</inkml:trace>
  <inkml:trace contextRef="#ctx0" brushRef="#br0" timeOffset="102">6660 13617 8912,'0'-11'0,"0"-1"0,0 1 0,0-7 0,0 9 0,0-1 0,0 5 0,0 3 0,7-6 0,5 8 0,5 0 0,6 0 0,4-6 0,7 1 0,8-9 0,4 3 0,4-5 0,2-1 0</inkml:trace>
  <inkml:trace contextRef="#ctx0" brushRef="#br0" timeOffset="103">7228 13634 8912,'-8'10'0,"6"-3"0,-6 1 0,8-6 0,0 6 0,0-8 0,0 0 0,0 7 0,0 3 0</inkml:trace>
  <inkml:trace contextRef="#ctx0" brushRef="#br0" timeOffset="104">7004 13961 8912,'-21'36'0,"4"-7"0,-4-8 0,11-12 0,1-1 0,1-8 0,10-2 0,4-4 0,3 3 0,8-9 0,2 1 0,4-7 0,4-6 0,8-3 0</inkml:trace>
  <inkml:trace contextRef="#ctx0" brushRef="#br0" timeOffset="105">8346 13565 8912,'2'-28'0,"2"1"0,2 0 0,-2 1 0,-3-3 0,-2 2 0,-5 4 0,-4 4 0,-7 4 0,0 1 0,0 3 0,-6 7 0,0 0 0,2 8 0,2 8 0,1 11 0,1 5 0,0 7 0,0 5 0,1 6 0,5 3 0,1 5 0,5 3 0,3-4 0,-4 5 0,4-3 0,2 3 0,0-3 0,0 8 0,0-8 0,0 3 0,0-12 0,0-6 0,0-4 0,0-2 0,0-7 0,0-4 0,8-12 0,1-3 0</inkml:trace>
  <inkml:trace contextRef="#ctx0" brushRef="#br0" timeOffset="106">7899 14150 8912,'-17'-10'0,"7"1"0,4 3 0,4 2 0,2-7 0,2 5 0,8-7 0,13-4 0,15-4 0,12-10 0,7 2 0,10-3 0,8-3 0,1 3-184,-1 3 0,-5-1 184,5 7-404,3-8 1,-15 12-1,4-6 1</inkml:trace>
  <inkml:trace contextRef="#ctx0" brushRef="#br0" timeOffset="107">8811 13789 8912,'0'9'0,"0"-1"0,0 0 0,0 1 0,0 8 0,0 1 0,0-1 0,2 2 0,3 4 0,-1-2 0,6 8 0,-1-1 0,1-1 0,1 0 0,7-4 0,-1-6 0,0 0 0,0-2 0,1-9 0,1 0 0,4-6 0,-2-10 0,5-7 0,1-10 0,0-5 0,-4-3 0,6 1 0,-8 0 0,2-1 0,-6 3 0,-6 3 0,3 4 0,-9 8 0,9 0 0,-7 17 0,5 11 0,-3 12 0,-3 12 0,-4 5 0,4 0 0,-2 6 0,1-6 0,-3 0 0,4-6 0,-2 1 0,0-1 0,1-1 0,-1-5 0,-4-3 0,-6-8 0,-3-1 0,-8-5 0,-1-3 0,1-8 0,-8 0 0,-1-8 0,-9-1 0</inkml:trace>
  <inkml:trace contextRef="#ctx0" brushRef="#br0" timeOffset="108">8983 13548 8912,'-10'8'0,"-5"-1"0,4 5 0,-5 1 0,-1-7 0,6 6 0,-1-7 0,1 9 0,1-5 0,4 1 0,12-5 0,4-10 0,7-7 0,2-3 0,4-2 0,-10 0 0,5-1 0,-7-5 0,0 1 0,-3 4 0,-8 7 0,0-1 0,-2-3 0,-4 4 0,-1 11 0,-5 11 0,-1 6 0,7 6 0,1-4 0,5 4 0,7 4 0,3 0 0</inkml:trace>
  <inkml:trace contextRef="#ctx0" brushRef="#br0" timeOffset="109">10119 13755 8912,'-18'-8'0,"1"0"0,0-3 0,0-5 0,0 5 0,-1 3 0,1 1 0,0 1 0,0 0 0,0 1 0,-1 5 0,1 7 0,0 5 0,6-1 0,-1 6 0,8-3 0,-2 11 0,5-1 0,1 5 0,1-2 0,5 1 0,4-1 0,7 2 0,-2 3 0,-3-3 0,5-2 0,0 1 0,0-5 0,6 6 0,-4-8 0,-1 2 0,-1-4 0,0-2 0,-2 0 0,-3 1 0,1-7 0,-7 0 0,0 1 0,-6 5 0,-8-2 0,-5-1 0,-6-5 0,-4-1 0,-6-2 0,6-6 0,-6-2 0,6-4 0,0-11 0,6-10 0</inkml:trace>
  <inkml:trace contextRef="#ctx0" brushRef="#br0" timeOffset="110">10325 13840 8912,'0'-17'0,"0"8"0,0 1 0,8 8 0,-6 8 0,4 5 0,-5 8 0,-1 0 0,2 8 0,2 1 0,2 3 0,0-1 0,-6-3 0,5 2 0,1-9 0,0 1 0,-6-5 0,0-1 0,0 0 0,0-6 0,0 1 0,0-8 0,0 1 0,0-10 0,0-7 0,0-11 0,6-5 0,-1-12 0,3 3 0,-4-3 0,3 4 0,3 1 0,-4 3 0,5 3 0,-1 4 0,1 8 0,5 2 0,-5 4 0,4 3 0,2 8 0,1 2 0,-1 4 0,-2 9 0,-1 10 0,-3-1 0,2 1 0,3 4 0,1-6 0,-2 0 0,-3-6 0,3 0 0,-4 0 0,-3-5 0,0-3 0,-1-1 0,3-2 0,1-6 0,1 0 0,-6-10 0,5-7 0,-5-2 0,5-10 0,-5 6 0,6-3 0,-1 1 0,-1 4 0,3 2 0,-7 1 0,7 1 0,-9 2 0,7 4 0,-7 3 0,12 10 0,-5 2 0,4 1 0,-3 9 0,-1-3 0,1-1 0,5 1 0,0-1 0,0 1 0,1 3 0,-1-9 0,0 1 0,0-6 0,0 6 0,1 0 0,-1-3 0,-8-3 0,-3-5 0,2 1 0,-3-8 0,3 7 0,-4-7 0,2-1 0,-1 3 0,-5-1 0,0 7 0,0-4 0,0 10 0,0 4 0,0 5 0,0 5 0,0 1 0,0 0 0,8 0 0,4 0 0,3 3 0,2 2 0,0-8 0,0 3 0,1-5 0,-1-1 0,0 2 0,0-7 0,1-2 0,-9-10 0,-3-5 0,-4-5 0,-2-1 0,0 0 0,0 0 0,-8-6 0,-3 0 0,-5 0 0,-1-2 0,2 6 0,3-4 0,-3 4 0,4 2 0,1 5 0,-1 1 0,7 0 0,-4-7 0,8 1 0,0 0 0</inkml:trace>
  <inkml:trace contextRef="#ctx0" brushRef="#br0" timeOffset="111">11719 13772 8912,'-27'17'0,"-3"-6"0,7 1 0,-2-6 0,2 5 0,-2 0 0,-4 5 0,7-3 0,2-1 0,11-1 0,3 6 0,4 0 0,2 1 0,0-1 0,4-2 0,6-3 0,7-7 0,4-3 0,-4-2 0,6 0 0,0 0 0,0-2 0,-6-3 0,0-7 0,0-3 0,-7-2 0,-4-1 0,1 1 0,-1 0 0,0-6 0,-6 0 0,-2 2 0,-4 10 0,-1-5 0,-7 7 0,3-3 0,-3 1 0,5 5 0,-3-5 0,7 7 0,-7-2 0,8 4 0,-3 2 0,14 0 0,5 0 0,11-7 0,3-3 0</inkml:trace>
  <inkml:trace contextRef="#ctx0" brushRef="#br0" timeOffset="112">11977 13531 8912,'2'-19'0,"4"-4"0,-4 4 0,4-4 0,-5 11 0,-1-3 0,0 13 0,2 4 0,2 15 0,2 10 0,2 6 0,-3 1 0,-1 6 0,6 2 0,-1 0 0,1 0 0,-1 0 0,3-2 0,3-1 0,-3 6 0,-5-6 0,-1 1 0,-4-6 0,-2-5 0,-8 3 0,-1-5 0</inkml:trace>
  <inkml:trace contextRef="#ctx0" brushRef="#br0" timeOffset="113">11891 13944 8912,'0'-25'0,"0"4"0,0-8 0,2 8 0,4-2 0,3 2 0,9-2 0,6 4 0,7-4 0,9 4 0,12 2 0,1-6 0,10 0 0,-1-2 0,1 2 0,-10 4 0,-7-4 0,-9-2 0,-3 3 0,-9-7 0,-12 6 0,-3 2 0,-3 2 0,-1 2 0,-6-1 0,0 9 0,-2 1 0,-2 10 0,-1 4 0,-1 3 0,6 9 0,0 1 0,0 4 0,0 3 0,0 9 0,0-1 0,0 1 0,0-1 0,0 0 0,0 1 0,0-1 0,0 1 0,0-1 0,0-5 0,0-1 0,0-7 0,0 2 0,0-4 0,0-9 0,6-4 0,-1-12 0,1-6 0,-6-11 0,2-1 0,4-5 0,-2-2 0,5 7 0,1-1 0,-1 0 0,-3 2 0,5 6 0,1 1 0,5 5 0,0 1 0,1 5 0,5 3 0,1-2 0,1 6 0,0 4 0,0 7 0,-2-2 0,-2 10 0,8 2 0,-3 0 0,3-5 0,-4-3 0,-8-4 0,-7 5 0,5-15 0,-5 7 0</inkml:trace>
  <inkml:trace contextRef="#ctx0" brushRef="#br0" timeOffset="114">12855 12775 8912,'11'0'0,"1"0"0,-1 1 0,7 5 0,12 11 0,5 12 0,18 15 0,4 15 0,-24-20 0,-1 2 0,4 8 0,-3 2 0,-2 4 0,-2 2-371,-2 6 0,-3 1 0,-2 0 0,-4 1 371,-4 4 0,-5 0 0,-1 2 0,-4 1 0,-8 0 0,-4 0 0,0-3 0,-5-1 0,-5-1 0,-4-2 0,0-4 0,-2 0 0,-3 2 0,-1-2 0,-1-1 0,-2-1 0,2-1 0,-3 0 0,-3 0 0,0-1 0,2-2 0,1-1 0,-4 1 0,-1-1 0,-2 0 0,-1-1 0,-3-1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3.971"/>
    </inkml:context>
    <inkml:brush xml:id="br0">
      <inkml:brushProperty name="width" value="0.05292" units="cm"/>
      <inkml:brushProperty name="height" value="0.05292" units="cm"/>
    </inkml:brush>
  </inkml:definitions>
  <inkml:trace contextRef="#ctx0" brushRef="#br0">13406 15044 8912,'30'-44'0,"5"4"0,10 2 0,15-2 0,10 3 0,17-3 0,0 2 0,-42 19 0,0 0 0,2-2 0,0 0 0,0-1 0,2 0 0,3 0 0,1 0 0,4-2 0,2 0 0,4 2 0,1 0 0,4 1 0,1 0 0,2-3 0,0 0 0,5 1 0,1 1 0,1-2 0,1 0-473,-1 1 0,0 0 0,0-4 1,-1-1 472,-2 2 0,-1 0 0,3-2 0,-1 1 0,-1 1 0,-1 0 0,-4 0 0,-2 0 0,-1 1 0,-2-1 0,-9 1 0,-3 0 72,-4 2 1,0 0 0,-4 2 0,-1 2 0,41-9 0,-7 5-73,-9 4 0,-16 1 0,-12 1 0,-5 6 0,-2-1 0,-7 3 0,-4-3 0,-12 5 0,-3 7 1454,-8 0-1454,0 0 0,-13 0 0,-6 0 0,-6 0 0,-4 0 0,-5 0 0,-1 0 0,1 0 0,-3-2 0,-3-4 0,4 4 0,-6-6 0</inkml:trace>
  <inkml:trace contextRef="#ctx0" brushRef="#br0" timeOffset="1">16159 13307 8912,'10'-7'0,"5"-5"0,-4-11 0,6 10 0,6-4 0,6 4 0,4 3 0,7 2 0,0 8 0,8 8 0,-2 3 0,3 20 0,3 9 0,-2 8 0,-4 3 0,-4 9 0,-8 3 0,-1 5-181,-5 7 0,-5-2 181,-11 7 0,-5 6 0,-7 5 0,-6-41 0,-3 0 0,-2-2 0,-3-1 0,-3 2 0,-4-2 0,-3 0 0,-4-2 0,-4-4 0,-3-2 0,-4-1 0,0 0 0</inkml:trace>
  <inkml:trace contextRef="#ctx0" brushRef="#br0" timeOffset="2">9224 16179 8912,'-29'-23'0,"0"0"0,1 2 0,1 2 0,4 3 0,6 3 0,5 2 0,-3 7 0,13-4 0,-4 10 0,12 6 0,8 9 0,7 10 0,0 5 0,7 3 0,-1-1 0,4 2 0,-3 2 0,3 3 0,0-1 0,-3-6 0,5 0 0,-6 1 0,-1-3 0,-3-3 0,2 2 0,-2-9 0,0 1 0,-6-5 0,-2-11 0,-3-7 0,-6-9 0,-4-7 0,-2-8 0,0-5 0,0-5 0,0-7 0,0 3 0,0-8 0,0 10 0,0 2 0,0-1 0,0 16 0,2 2 0,1 15 0,5 10 0,2 9 0,1 12 0,6-1 0,0 3 0,1-3 0,-1-3 0,0-8 0,6-7 0,0-4 0,2-4 0,-2-2 0,-4-2 0,2-6 0,-6-7 0,-3-6 0,-3-16 0,3 3 0,-5-4 0,-7 4 0,-2-7 0,-3 1 0,-5-6 0,-7 6 0,2 8 0,3 9 0,-3 4 0,3 2 0,5 7 0,-1 6 0,8 14 0,0 7 0,0 2 0,8 8 0,1 0 0</inkml:trace>
  <inkml:trace contextRef="#ctx0" brushRef="#br0" timeOffset="3">10119 16299 8912,'-12'0'0,"1"0"0,7 0 0,-4-8 0,10-5 0,4-8 0,3 0 0,9-8 0,-1 1 0,0-7 0,0 1 0,1 0 0,-7 1 0,0 4 0,-7-1 0,2 7 0,-4 0 0,-4 8 0,-4 3 0,-5 7 0,-12 10 0,4 7 0,-4 11 0,4 3 0,1 9 0,7 1 0,1 4 0,3 4 0,3 0 0,4-2 0,6-7 0,-1-3 0,13-3 0,-3-5 0,14-6 0,-1-9 0,7-3 0,-1-6 0,1-6 0,1-5 0,0-12 0,-1-6 0,3-19 0,-11-5 0</inkml:trace>
  <inkml:trace contextRef="#ctx0" brushRef="#br0" timeOffset="4">10463 15130 8912,'0'19'0,"0"4"0,0 6 0,0 3 0,2 10 0,4 4 0,11 4 0,15 3 0,10 3 0,10 1 0,11 0 0,0-5-1063,4-8 0,2 5 0,0-5 0</inkml:trace>
  <inkml:trace contextRef="#ctx0" brushRef="#br0" timeOffset="5">10928 15800 8912,'-16'-28'0,"3"-1"0,3 1 0,3 1 0,1 2 0,6 8 0,6 5 0,1 3 0,3 1 0,3 4 0,4 10 0,6 5 0,-4 5 0,4 1 0,2 2 0,0 4 0,0 4 0,0-1 0,4 7 0,-7-4 0,1 1 0,-5-1 0,-7-2 0,1-5 0,-3-2 0,3 3 0,-5-10 0,-7-2 0,0-7 0,0 2 0,0-12 0,-2-7 0,-3-8 0,3-6 0,-4-7 0,4-8 0,2-4 0,8 2 0,3-2 0,4 2 0,3-2 0,1 0 0,4 12 0,-4-12 0,6 10 0</inkml:trace>
  <inkml:trace contextRef="#ctx0" brushRef="#br0" timeOffset="6">11616 15560 8912,'-10'11'0,"5"1"0,-5-8 0,6 9 0,-7-7 0,7-1 0,-4-5 0,10 0 0,4 0 0,5 0 0,5-2 0,1-3 0,2-11 0,2-8 0,4-3 0,2-4 0,-6 1 0,2 1 0,-4-1 0,-2 7 0,-7-6 0,-5 6 0,-3 0 0,-2 6 0,-4 7 0,-5 5 0,-10 5 0,-6 5 0,-6 14 0,-9 16 0,9 1 0,-3 10 0,7 4 0,4 1 0,2 5 0,16-11 0,1-1 0,9 2 0,7-8 0,11 3 0,9-15 0,9-8 0,6-3 0,-1-9 0,4-3 0,2-1 0,-8-2 0,-4 0 0,2 0 0,-2 0 0,-8 0 0,-7 0 0,-8 0 0</inkml:trace>
  <inkml:trace contextRef="#ctx0" brushRef="#br0" timeOffset="7">10893 16574 8912,'-27'-17'0,"1"0"0,3 0 0,5 5 0,-1 3 0,6 1 0,9 4 0,-2 10 0,12 5 0,6 12 0,9 4 0,2 9 0,-1 4 0,3 6 0,-6 10 0,4 1 0,-3 8 0,-3-2 0,-6 4 0,-1 0 0,-3-2 0,-3-2 0,4-8 0,-2 2 0,-1-13 0,-5-9 0,0-9 0,0-16 0,0-6 0,0-16 0,2-9 0,4-19 0,2 2 0,5-8 0,-2-2 0,3-1 0,1 5 0,2 4 0,-5 3 0,-1 3 0,1 7 0,5 4 0,0 10 0,0 2 0,1 7 0,-1-2 0,2 4 0,4 2 0,4 0 0,7 0 0,2 0 0,5 0 0,3 0 0,0 0 0,-2-8 0,-8-3 0,-1-4 0,-5-3 0,-5-4 0,-11-1 0,-5 0 0,-7 6 0,-2-1 0,-3 1 0,-7 6 0,-11-1 0,2 6 0,-8-3 0,1 1 0,1 4 0,0 4 0,4 6 0,4 9 0,-4 8 0,6 8 0,6-2 0,-3 3 0,8 2 0,1 1 0,5-1 0,2 6 0,3 0 0,11-5 0,9-6 0,1-1 0,5-1 0,1-4 0,3-12 0,-1 3 0,1-9 0,-1-1 0,0-9 0,-7 1 0,-4-8 0,2-1 0,-2-10 0,-2 2 0,-9-8 0,3 3 0,-4-3 0,-3 2 0,-2 4 0,-4-4 0,-2-7 0</inkml:trace>
  <inkml:trace contextRef="#ctx0" brushRef="#br0" timeOffset="8">11788 16677 8912,'-10'0'0,"3"0"0,9 8 0,3 3 0,5-1 0,7 1 0,6 1 0,0 5 0,8 6 0,-5 2 0,3 0 0,0 0 0,-6-1 0,5-1 0,-7-4 0,2 4 0,-9-4 0,-3-1 0,-7-1 0,4-8 0,-10-3 0,-4-12 0,2-9 0,-7-8 0,7-5 0,-2 5 0,4-8 0,2 2 0,0-1 0,0 1 0,8-3 0,3 3 0,10-2 0,4 1 0,2 1 0,9 1 0,8-7 0</inkml:trace>
  <inkml:trace contextRef="#ctx0" brushRef="#br0" timeOffset="9">12528 16695 8912,'-25'7'0,"8"3"0,0 7 0,-1-8 0,18 5 0,0-8 0,8-8 0,9-10 0,6-9 0,0-2 0,8-7 0,-3 1 0,-1-2 0,2 3 0,-6-5 0,6 5 0,-10 1 0,-2-2 0,-2 6 0,-9-3 0,-2 1 0,-2 4 0,-18 4 0,-7 5 0,-7 4 0,-5 8 0,-1 8 0,-4 4 0,2 12 0,-8 11 0,6 14 0,-6 15 0,2 18-202,20-37 1,2 1 0,1 3-1,2 2 202,3 0 0,3 1 0,0-1 0,3-1 0,4-1 0,4 0 0,8 40 0,15-7 0,17-15-49,8-15 0,4-16 49,2-13 0,-6-4 0,-1-2 0,-12-7 0,1-4 0,-11 1 0,0-1 0,-9 6 0,-3-7 0,-7 1 0,4-6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3.981"/>
    </inkml:context>
    <inkml:brush xml:id="br0">
      <inkml:brushProperty name="width" value="0.05292" units="cm"/>
      <inkml:brushProperty name="height" value="0.05292" units="cm"/>
    </inkml:brush>
  </inkml:definitions>
  <inkml:trace contextRef="#ctx0" brushRef="#br0">15367 3043 8912,'-17'8'0,"6"-4"0,-1 5 0,-1-1 0,-2-4 0,5-2 0,4-4 0,12-4 0,-2-4 0,7-7 0,-1 0 0,3 0 0,-1 0 0,1-1 0,4-5 0,6 1 0,-4-11 0,6 1 0,0-10 0,4-8 0,9-2 0,2-16 0,17-5-267,-26 31 0,2-2 1,4-3-1,2 0 267,6-2 0,2 1 0,-3 2 0,0 0 0,2 2 0,0 2 0,-7 7 0,0 3-4,30-13 0,-10 10 4,-13 18 0,-12 7 0,-11 5 0,-4 10 0,-3 7 0,-3 3 0,-1 2 0,-1-1 0,6-5 0,-5 3 0,-1-9 0,1 1 0,5-6 0,0 0 1066,0 0-1066,-7-8 0,5-9 0,-5-10 0</inkml:trace>
  <inkml:trace contextRef="#ctx0" brushRef="#br0" timeOffset="1">16314 1737 8912,'0'-10'0,"0"2"0,0 8 0,2 0 0,3 0 0,13-5 0,10-1 0,20 0 0,10 6 0,8 6 0,7 3 0,2 5 0,-3 5 0,3 11 0,-6 5 0,-12 1 0,-19 10 0,-9 2 0,-12 1 0,-3 14 0,-14 0 0,-4 8 0,-29-10 0,-3 8 0</inkml:trace>
  <inkml:trace contextRef="#ctx0" brushRef="#br0" timeOffset="2">18035 1135 8912,'15'-25'0,"-4"-2"0,-7 0 0,-6 3 0,-5 3 0,-3 1 0,-3 5 0,3 4 0,-1-1 0,7 7 0,-2 10 0,4 7 0,2 3 0,6 16 0,2 5 0,3 6 0,8 6 0,-2-4 0,6 1 0,-3 3 0,-3 2 0,0 1 0,0 1 0,0 0 0,-1-3 0,-3-1 0,-1-2 0,-7-8 0,7 2 0,-8-5 0,1-7 0,-3-11 0,-2-17 0,2-11 0,2-12 0,2-6 0,5-11 0,-3-4 0,-1 0 0,1 4 0,5 6 0,-1 5 0,-2-1 0,1 7 0,0 0 0,7 13 0,-1 5 0,2 5 0,4 5 0,-4 7 0,4 11 0,4-4 0,1 4 0,-1-4 0,2-2 0,5-2 0,6-3 0,3-5 0,-3-7 0,-2-2 0,8-3 0,-8-11 0,0-8 0,-5-3 0,-5-4 0,-8-1 0,-3-3 0,-2 7 0,-9-1 0,-2 2 0,-10-3 0,-7 3 0,-8 2 0,1 2 0,-3 6 0,4 8 0,2 3 0,0 6 0,0 6 0,1 5 0,5 4 0,-2 10 0,7 4 0,0 3 0,6 3 0,2-1 0,4 0 0,3-1 0,8-4 0,3 1 0,3-7 0,-2-2 0,7-9 0,1-5 0,5-7 0,5-2 0,-3-3 0,-4-9 0,1-7 0,-1-6 0,3-7 0,-8-6 0,-4 0 0,-6 0 0,-6 5 0,-5-1 0,-4-4 0,-2 4 0,0-5 0,-2-1 0,-4 2 0,2 0 0,-7 6 0,0 1 0,-7 5 0,9 12 0,3 16 0,4 16 0,2 14 0,0 10 0,0 12 0,2 1 0,4 10 0,3-1 0,9 1 0,-1-4 0,2-8 0,4 1 0,5 0 0,5-3 0,1-3 0,8-13 0,2-14 0,0-8 0,-3-3 0,-1-4 0,-6-10 0,2-6 0,-13-10 0,0 1 0,-5-8 0,-3 2 0,-4-3 0,-5 3 0,-4 2 0,-2-6 0,0 3 0,0 1 0,0-2 0,0 8 0,0-2 0,0 10 0,0 2 0,-8 7 0,6 0 0,-3 15 0,3 3 0,2 16 0,2 5 0,3 3 0,-3 4 0,6-2 0,-2 6 0,-1 4 0,7-5 0,-6 1 0,5-8 0,-5 3 0,5-5 0,-5-2 0,7-1 0,-1-5 0,-4-8 0,-1-9 0,1 2 0,-6-5 0,11-8 0,-7-11 0,0-10 0,-6-2 0,0-10 0,0-1 0,-8-8 0,-2-10 0</inkml:trace>
  <inkml:trace contextRef="#ctx0" brushRef="#br0" timeOffset="3">19790 1307 8912,'-6'-18'0,"-1"1"0,-3 0 0,6 0 0,-3 0 0,7 5 0,0 1 0,7 7 0,5-2 0,3 4 0,2 2 0,0 0 0,1 0 0,-1 0 0,0 0 0,0 6 0,0 0 0,-5 7 0,-1-1 0,-1 3 0,1 2 0,-3 2 0,-8 4 0,0-2 0,0 8 0,0-2 0,0 3 0,-2-3 0,-4-2 0,5 3 0,-5-5 0,-4 0 0,1-6 0</inkml:trace>
  <inkml:trace contextRef="#ctx0" brushRef="#br0" timeOffset="4">20409 1169 8912,'0'-17'0,"0"0"0,0 0 0,0-1 0,0 1 0,-7 8 0,-5 3 0,3 4 0,-3 2 0,-1 0 0,-2 0 0,-3 8 0,1 3 0,6 4 0,-1 3 0,8-1 0,-1 0 0,3 0 0,2 0 0,0 1 0,0-1 0,6 6 0,-1 0 0,9-1 0,-3-4 0,4-1 0,3 0 0,-1 0 0,0 0 0,2 1 0,4-1 0,-4 0 0,4 0 0,-4-1 0,-1-5 0,-3 4 0,-4-3 0,5 3 0,-9 2 0,5 0 0,-7 1 0,-5-1 0,-5 0 0,-5 0 0,-7 0 0,0 1 0,0-1 0,-1-6 0,1 1 0,0-9 0,0 3 0,-1-4 0,9-10 0,1-9 0,8-9 0</inkml:trace>
  <inkml:trace contextRef="#ctx0" brushRef="#br0" timeOffset="5">21390 1083 8912,'0'-17'0,"-2"6"0,-3 1 0,-7 2 0,3 3 0,-3 5 0,3 7 0,-3 5 0,5 3 0,7 2 0,0 2 0,0 4 0,1-4 0,5 4 0,2-4 0,7-1 0,0-3 0,5-4 0,3-1 0,-1-4 0,3-5 0,4 5 0,2-4 0,-8-2 0,7-8 0,-1-3 0,1-4 0,-1-2 0,-4-3 0,0-3 0,-6 4 0,4-4 0,-6 4 0,-5 2 0,-3 6 0,-3-1 0,-4 8 0,5 4 0,-7 12 0,6 13 0,0 9 0,2 10 0,-3 13 0,7 6 0,3 4 0,0 12 0,-3 7 0,3 1-158,-9-38 0,0 0 0,7 33 158,-2-2 0,3-9 0,-8-8 0,-3-8 0,-1-7 0,-4-8 0,-3-11 0,-5-10 0,-7-9 0,-2-3 0,-4-3 0,4-2 0,-4-2 0,-2-10 0,2-7 0,-8-2 0,3-10 0,3 1 237,2-7 0,9-5-237,3 0 0,5-6 0,-3 6 0,1 2 0,4 2 0,4 1 0,6 1 0,4 5 0,7 1 0,2 7 0,4-2 0,4-4 0,7 0 0</inkml:trace>
  <inkml:trace contextRef="#ctx0" brushRef="#br0" timeOffset="6">22216 1393 8912,'16'-8'0,"-5"-3"0,-3 3 0,-16 0 0,-1 10 0,-9 4 0,9 9 0,1 10 0,2 2 0,1 3 0,-1 1 0,6-2 0,6 3 0,-1-3 0,9 3 0,-3 3 0,10-9 0,2-3 0,0-9 0,-6-3 0,6-7 0,0 2 0,-4-6 0,-5-6 0,1-6 0,-3-11 0,-3-1 0,3-5 0,-9-3 0,3 3 0,-4-2 0,-2 3 0,-6-3 0,1 8 0,-9-7 0,7 10 0,-5-2 0,4 10 0,3 3 0,-1 3 0,0 4 0,6-6 0</inkml:trace>
  <inkml:trace contextRef="#ctx0" brushRef="#br0" timeOffset="7">22612 1393 8912,'-2'15'0,"-3"-4"0,3-1 0,-4-4 0,-2-3 0,3 9 0,-3-1 0,2 7 0,4-1 0,-4 0 0,5 0 0,1 0 0,0 1 0,0-1 0,0 0 0,5 0 0,1 0 0,7-5 0,-1-1 0,-3-5 0,3 4 0,1-3 0,3-3 0,1-4 0,0-6 0,0 2 0,0-7 0,-5-6 0,-1-6 0,-1-2 0,1 2 0,3 2 0,-8-6 0,-1 3 0,3 3 0,-6 1 0,4 3 0,-5 6 0,-1-1 0,0 10 0,0 2 0,0 10 0,0 13 0,2-2 0,4 8 0,-4-1 0,4 7 0,-2-1 0,1 0 0,-1-7 0,8-4 0,-7-4 0,7-4 0,1-3 0,3-4 0,1-8 0,0-8 0,0-4 0,-5-5 0,-1-6 0,-1-3 0,1-9 0,4-1 0,-5-2 0,1-2 0,1 1 0,-8 9 0,2 1 0,1 8 0,-1-2 0,0 12 0,-6 3 0,0 10 0,0 4 0,0 9 0,0 8 0,2 9 0,3 3 0,-3 1 0,4 8 0,-4-2 0,-2-4 0,7 0 0,5 3 0,-2-5 0,1 4 0,0-4 0,7-1 0,-3-9 0,-2-3 0,-1-4 0,1-1 0,3-9 0,1-3 0,0-12 0,0-3 0</inkml:trace>
  <inkml:trace contextRef="#ctx0" brushRef="#br0" timeOffset="8">23920 1083 8912,'-17'-17'0,"0"2"0,-1 3 0,7 5 0,1 8 0,3 5 0,1 6 0,6 11 0,2 3 0,4 9 0,3 1 0,1 4 0,5 2 0,-3 4 0,3 4 0,2-4 0,0-1 0,0 7 0,-5-12 0,-1 6 0,-1-2 0,3-4 0,-3-2 0,-2-1 0,-3-5 0,-5-3 0,0-5 0,0-6 0,0-9 0,0 7 0,0-7 0</inkml:trace>
  <inkml:trace contextRef="#ctx0" brushRef="#br0" timeOffset="9">23679 1582 8912,'0'21'0,"0"-4"0,0-2 0,0-7 0,2 0 0,4-10 0,5-4 0,20-9 0,9-8 0,15-10 0,9-1 0,2-1 0,3-3 0,-2 6 0,-4 3 0,-5 8 0,-12-2 0,-4 6 0,-8 6 0,-15 3 0,4 0 0,-13-1 0</inkml:trace>
  <inkml:trace contextRef="#ctx0" brushRef="#br0" timeOffset="10">24505 1410 8912,'-17'0'0,"0"2"0,0 2 0,-1 1 0,1 3 0,0-2 0,0 3 0,-1 8 0,1 3 0,0 2 0,8 5 0,3 8 0,4-7 0,2 1 0,2-2 0,4 1 0,9-5 0,10-11 0,3-7 0,9-3 0,-3-4 0,6-3 0,-3-13 0,-3-10 0,-7-3 0,-4 3 0,-4-5 0,-2 4 0,-7-3 0,-5 0 0,-3 1 0,-2 2 0,-9 3 0,-9-3 0,-1 4 0,-9 8 0,-7 2 0,-5 3 0,-8 4 0,4 8 0,-7 0 0</inkml:trace>
  <inkml:trace contextRef="#ctx0" brushRef="#br0" timeOffset="11">23042 1857 8912,'-11'9'0,"1"-1"0,3 0 0,-7-6 0,12 5 0,-5-7 0,14-2 0,5-3 0,5-7 0,6-3 0,-4-8 0,4 0 0,-4-6 0,-2 6 0,-1-5 0,-3 3 0,-3 0 0,-3 0 0,-1 2 0,-6 6 0,-8 0 0,-3 0 0,-12 7 0,-6 4 0,3 6 0,-3 6 0,2 4 0,-2 7 0,5 8 0,6 3 0,3-1 0,4 0 0,5-2 0,4-4 0,2-2 0,0-2 0,2-5 0,4-1 0,9-7 0,8 2 0,2-12 0,-2-6 0,-4-1 0,4 0 0,-4 1 0,-2-1 0,0-2 0,-7-3 0,-10 1 0,-10 0 0</inkml:trace>
  <inkml:trace contextRef="#ctx0" brushRef="#br0" timeOffset="12">26725 1616 8912,'-6'-23'0,"-1"0"0,-3 0 0,-3-1 0,-3-3 0,-1 0 0,0 2 0,0 0 0,-6 12 0,0-2 0,0 5 0,0 6 0,0 2 0,2 2 0,4 10 0,3 7 0,3 12 0,-2 9 0,5 12 0,2 7 0,4 0 0,2 3 0,0-7 0,0 4 0,6-11 0,2-6 0,1-5 0,5-7 0,7-10 0,2-13 0,7-5 0,-1-5 0,3-15 0,3-14 0,-1-8 0,-1-10 0,-5-1 0,-5-4 0,-4 3 0,-1-3 0,-9-2 0,-3 1 0,-6-5 0,-6 6 0,-3 2 0,-9 9 0,1 0 0,0 12 0,6 11 0,-1 17 0,8 8 0,-1 9 0,3 12 0,9 17 0,5 12 0,3 1 0,2 10 0,0-1 0,1 1 0,5-4 0,0-8 0,5-1 0,-5-4 0,8 0 0,-3-12 0,-1 2 0,0-15 0,0-5 0,0-9 0,-6-5 0,2-2 0,-4-7 0,-2-5 0,0-18 0,0-7 0</inkml:trace>
  <inkml:trace contextRef="#ctx0" brushRef="#br0" timeOffset="13">27138 1479 8912,'2'11'0,"4"1"0,1-1 0,5 6 0,3 2 0,-3 4 0,3-2 0,2 8 0,0 0 0,1 5 0,-3-2 0,-4-3 0,3 2 0,-9-8 0,9-1 0,-12-4 0,5-11 0,-5-7 0,4-9 0,-4-16 0,4-9 0,1-1 0,-1-5 0,7-2 0,-1 2 0,3 2 0,2 9 0,6-2 0,0 9 0,8-1 0,-2 5 0,3 3 0,4 2 0,3 3 0,1 3 0,6 1 0,-6 6 0,6 0 0,-6 0 0,-8 0 0,-9 0 0,-11 0 0,-6 0 0,-12 2 0,-6 3 0,-9-3 0,-2 4 0,-7 2 0,1-3 0,2 7 0,-1-6 0,5 7 0,-6-1 0,8 1 0,-2-2 0,10 5 0,3-5 0,1 4 0,-1 3 0,6-7 0,-2 1 0,5-1 0,1 6 0,0-5 0,0-1 0,7-7 0,5 2 0,3 1 0,2-1 0,2 0 0,2-8 0,4-2 0,2-2 0,-6-1 0,2 1 0,2-2 0,-2-3 0,0-3 0,-6 9 0,0-7 0,0 7 0,0-3 0,1 2 0,-7 4 0,1-5 0,1 1 0,2 0 0,3-2 0,-1 3 0,-6 3 0,1-4 0,-1-3 0,6-1 0,1-7 0,-7 5 0,-1 1 0,-1-2 0,1-3 0,-5 5 0,7-1 0,-6 1 0,5-6 0,-5 5 0,5 1 0,-7 5 0,2-5 0,2 5 0,-3-6 0,1 9 0,-6-3 0,0 12 0,6 3 0,-1 8 0,3-5 0,-2-1 0,-2 6 0,5 6 0,-1-2 0,-4-2 0,5-3 0,3-5 0,-3 4 0,3-3 0,-6-3 0,5 3 0,0-8 0,7 1 0,-1-3 0,0-4 0,0-3 0,-5-5 0,-1-7 0,-1-6 0,1 0 0,3-6 0,-9 7 0,7-1 0,-6 5 0,-1 1 0,3 0 0,-6 8 0,13 1 0,-11 16 0,8 3 0,-7 6 0,7 4 0,1 4 0,2 2 0,3-6 0,-1 2 0,2-4 0,4-2 0,-4-7 0,4-5 0,2-3 0,-2-2 0,0-9 0,-6-9 0,0-1 0,-2-9 0,-3-3 0,-6-1 0,-4-3 0,-2 1 0,0-1 0,0 1 0,-8 7 0,-4 4 0,3 6 0,-3 6 0,1-12 0,-6 4 0</inkml:trace>
  <inkml:trace contextRef="#ctx0" brushRef="#br0" timeOffset="14">26673 3060 8912,'0'-17'0,"-7"-6"0,-7 0 0,-5 2 0,-4 2 0,0 4 0,-1 3 0,3 5 0,-6 7 0,2 0 0,4 0 0,2 9 0,2 10 0,-1 14 0,1 11 0,8 11 0,3 5 0,4 1 0,2 4 0,0-6 0,2-4 0,4-7 0,5-8 0,10-4 0,2-1 0,8-10 0,-3-8 0,5-10 0,1-5 0,3-11 0,3-8 0,-4-8 0,4-10 0,-4-1 0,-1-4 0,-3-4 0,-3 0 0,-4-4 0,-8 8 0,0 0 0,1 6 0,-9 7 0,-3 4 0,-4 12 0,-8 5 0,0 12 0,-7 5 0,3 12 0,1 6 0,3 3 0,4 1 0,2-5 0,2 3 0,4-8 0,-2 0 0,7-6 0,1-2 0,5-3 0,0-5 0,0-7 0,0 0 0,1 0 0,-7-7 0,1-5 0,-9-5 0,3-6 0,-4 2 0,-2-8 0,0 8 0,0-2 0,-2 4 0,-4 2 0,4 0 0,-3 0 0,-3 5 0,2 1 0,3-3 0,-7-1 0,0-2 0</inkml:trace>
  <inkml:trace contextRef="#ctx0" brushRef="#br0" timeOffset="15">27259 3112 8912,'5'17'0,"1"0"0,2-1 0,-5-3 0,3-2 0,0 1 0,-6 5 0,0 0 0,0 1 0,0-1 0,0 0 0,0 0 0,0 0 0,0 0 0,0 1 0,0-1 0,0 0 0,0 0 0,0-7 0,0-4 0,0-12 0,0-4 0,0-7 0,2-8 0,2-3 0,3-5 0,3-1 0,-4-1 0,5 1 0,-5 0 0,5-1 0,1 3 0,5 3 0,0 4 0,0 8 0,1 0 0,-1 0 0,0 7 0,2 6 0,2 8 0,2 8 0,6 3 0,-6 2 0,7 8 0,-1 3 0,4-3 0,1-2 0,-5-9 0,-1-3 0,1-7 0,5 4 0</inkml:trace>
  <inkml:trace contextRef="#ctx0" brushRef="#br0" timeOffset="16">27912 2906 8912,'-26'15'0,"1"-2"0,2-1 0,0 1 0,-6-3 0,6 1 0,0 6 0,6 6 0,6 2 0,-1-2 0,8-2 0,1 6 0,4 0 0,5-1 0,13-5 0,-1 2 0,10-6 0,1-5 0,5 1 0,6-7 0,-5-2 0,-1-10 0,1-3 0,-8-16 0,7-2 0</inkml:trace>
  <inkml:trace contextRef="#ctx0" brushRef="#br0" timeOffset="17">28136 2579 8912,'-17'0'0,"6"-2"0,-1-4 0,6 4 0,-5-1 0,-1 6 0,3 9 0,1 7 0,8 10 0,0 3 0,0 20 0,0-3 0,0 14 0,2 2 0,4 2 0,3-4 0,9 0 0,5-13 0,-1 2 0,1-14 0,-5-4 0,-7-7 0,1-10 0,-1-7 0,6-5 0,-5-5 0,-1-7 0,1-10 0,-3-10 0,7-6 0,-5-1 0,-1-6 0,1 0 0,-7-2 0,2 2 0,-3 3 0,3-3 0,-4 10 0,4 1 0,-4 8 0,-2-2 0,0 12 0,0 5 0,0 12 0,5 5 0,1 12 0,0-2 0,-6 6 0,2-3 0,4-2 0,-3-3 0,9-2 0,-8 0 0,11 0 0,-5-7 0,7-3 0,0-9 0,-2-3 0,-3-7 0,1 3 0,-7-3 0,5 1 0,-5-6 0,0 5 0,-6 1 0,2 5 0,3-6 0,-3 9 0,8-5 0,-6 10 0,1 4 0,1 3 0,-6 8 0,6 1 0,0-1 0,7 0 0,-1 0 0,-3-2 0,3-3 0,-1 1 0,6-7 0,0-2 0,1-2 0,-1-2 0,-6-8 0,1-3 0,-6-7 0,5-4 0,-5 1 0,5-8 0,-7 2 0,2-2 0,-4-3 0,-2 3 0,0-1 0,0 1 0,0 6 0,0 4 0,0 2 0,0 0 0,0 7 0,0 10 0,2 15 0,1 8 0,3-2 0,8 4 0,-3 0 0,4 2 0,3 3 0,-1-3 0,0 2 0,0-6 0,0 5 0,-7-7 0,-4 2 0,1 2 0,-1-2 0,-2-2 0,-2-2 0,-10-2 0,-1 1 0,-9-1 0,1-8 0,0-3 0,-2-4 0,-4-2 0,9-2 0,-3-4 0,4-3 0,-4-8 0</inkml:trace>
  <inkml:trace contextRef="#ctx0" brushRef="#br0" timeOffset="18">29306 2665 8912,'0'-12'0,"0"1"0,0-2 0,0 3 0,0-1 0,0 7 0,0-2 0,0 12 0,2 9 0,4 8 0,-4 8 0,4-3 0,-3 5 0,1 1 0,4-1 0,2-5 0,-5 3 0,7-8 0,-1 2 0,6-3 0,-5-8 0,-1 3 0,1-11 0,5 1 0</inkml:trace>
  <inkml:trace contextRef="#ctx0" brushRef="#br0" timeOffset="19">29410 2218 8912,'-18'8'0,"-1"-5"0,-4 9 0,4-6 0,-4 3 0,4 1 0,2-1 0,0 3 0,5 5 0,1 0 0,9-5 0,2-1 0,8-7 0,9 3 0,0-7 0,8-7 0,-6-3 0,4-7 0,-6 6 0,-4 1 0,-3 1 0,-2-1 0,-3 6 0,-5-4 0,0 8 0,0 0 0,0 8 0,0 2 0,0 7 0</inkml:trace>
  <inkml:trace contextRef="#ctx0" brushRef="#br0" timeOffset="20">29857 2545 8912,'-13'11'0,"-5"-1"0,-1-1 0,0 1 0,0 3 0,-4 10 0,4-4 0,-2 6 0,6-2 0,3 0 0,8 2 0,-1-2 0,3-4 0,2 4 0,5-4 0,3-4 0,4-2 0,7-1 0,-2-8 0,6 1 0,2-3 0,-2-2 0,5-2 0,-5-3 0,6 1 0,-6-8 0,-2 1 0,-8-6 0,-3-1 0,-2 1 0,3 6 0,-5-1 0,0 1 0,-6-6 0,-8 0 0,-4-1 0,-3 1 0,-2 0 0,2 0 0,1 1 0,3 3 0,-3 2 0,7 5 0,1-6 0,4 7 0,2-7 0,0 7 0,0-7 0,8 1 0,3-7 0,12 5 0,6-2 0,3-4 0,3 0 0,-1-1 0,1 3 0,-1 8 0,0 3 0,-7 4 0,-4 2 0,0 10 0,-4 5 0,-5 8 0,-5 4 0,-1 1 0,-3 7 0,-3-1 0,4 0 0,-4-1 0,-2-5 0,-2 3 0,-4-8 0,4 0 0,-5-6 0,-1 0 0,6-7 0,-5-3 0,7-14 0,0-7 0,0-7 0,2-5 0,3-9 0,-1-5 0,8 0 0,-1-8 0,6 2 0,0-5 0,1-6 0,-1 5 0,0 0 0,0 8 0,1 10 0,-1 2 0,0 3 0,0 10 0,0 9 0,2 5 0,4 7 0,-2 5 0,8 10 0,-6 2 0,6 4 0,-2-2 0,1 8 0,3-8 0,-8 2 0,5-6 0,-5-5 0,6 1 0,-4-7 0,2-2 0,3-3 0,-3-2 0,2-5 0,-6-9 0,5-8 0,1-8 0,5 2 0,1-5 0,-1-6 0,1-4 0,-1-8 0,1 1 0,-1-1 0,-7-5 0,-4 0 0,-4-1 0,-2 7 0,-6-1 0,-1 2 0,-2 7 0,-5 8 0,-1 16 0,-2 11 0,0 8 0,0 16 0,-2 7 0,-3 7 0,3 12 0,-4 2 0,4 2 0,2 0 0,2-2 0,4 2 0,-2-2 0,7-4 0,-7-4 0,2 4 0,-4-4 0,-2-1 0,-10-1 0,-9 1 0,-15-1 0,-16 0 0,-11 6 0,-14 1 0,2 6-269,-7-1 1,2-4 268,-3-2 0,5-5 0,7-7 0,8-3 0,-6-4 0,8-4 0,3-7 0,7-6 0</inkml:trace>
  <inkml:trace contextRef="#ctx0" brushRef="#br0" timeOffset="21">21683 13342 8912,'0'-21'0,"0"4"0,0 3 0,0-3 0,0 8 0,2 1 0,4 8 0,-5 0 0,9 0 0,-4 0 0,-2 0 0,7 2 0,2 4 0,3-5 0,1 5 0,0-4 0,6-2 0,0 0 0,2 0 0,-4 0 0,4 0 0,2 0 0,-6-2 0,2-4 0,1 5 0,-1-5 0,0 4 0,-5 2 0,6 0 0,3 0 0,2 0 0,-2 0 0,-1 0 0,1 0 0,-4 6 0,6-1 0,-1 1 0,7-6 0,7 0 0,4 0 0,4 0 0,1 0 0,1 0 0,-1 0 0,7-6 0,-1 1 0,-1-7 0,-9 6 0,-1 1 0,2-3 0,8 6 0,1-4 0,0 5 0,-5 1 0,-2 0 0,-5 0 0,9 0 0,-8 0 0,-2 0 0,0 0 0,-8 0 0,4 0 0,-3 0 0,-3 0 0,-5 0 0,-1 0 0,-1 0 0,2 0 0,3 0 0,-3 0 0,4 0 0,1 0 0,6 0 0,0 0 0,6 5 0,-6 1 0,2 0 0,-1-6 0,-5 0 0,4 0 0,2 0 0,-2 0 0,0 0 0,-5 0 0,-1 2 0,1 3 0,-1-3 0,1 4 0,1-4 0,4-2 0,-2 6 0,8-1 0,0 1 0,6-6 0,-1 0 0,1 0 0,-2 0 0,-4 0 0,7 0 0,-7 0 0,-4 0 0,-4 0 0,-5 2 0,-5 4 0,9-4 0,-9 3 0,7-3 0,-12-2 0,7 6 0,-1 0 0,4-1 0,1-5 0,0 0 0,1 0 0,1 6 0,4 0 0,-9 0 0,3-6 0,-1 0 0,-1 0 0,-3 2 0,0 3 0,-8-3 0,2 4 0,2-4 0,-3-2 0,1 0 0,-5 0 0,-1 0 0,0 0 0,2 2 0,2 2 0,4 1 0,2-1 0,-6-2 0,2-2 0,-2 0 0,2 0 0,-2 0 0,8 0 0,-8 0 0,1 0 0,-2 0 0,-3 0 0,0 0 0,0 0 0,0 0 0,1 0 0,-1 0 0,0 0 0,-5 0 0,-1 0 0,-5 0 0,5 0 0,-1-2 0,1-4 0,5 5 0,-5-5 0,4 4 0,3 2 0,-1 0 0,-6 0 0,1 0 0,-1 0 0,6 0 0,-5-6 0,-1 0 0,1 1 0,5 5 0,0-2 0,0-4 0,1 4 0,-1-4 0,0 4 0,0 1 0,0-5 0,1 4 0,-1-4 0,0 4 0,0 2 0,0 0 0,1 0 0,-1 0 0,0 0 0,0 0 0,1 0 0,-7 0 0,0 0 0,-7 0 0,4 0 0,0 0 0,-6 0 0,5 0 0,-9 0 0,-3 0 0,-7 2 0,-11 4 0,-11-2 0,-12 7 0,-19 8 0,-10 10 0,24-9 0,-3 0 0,-3 2 0,-1 0 0</inkml:trace>
  <inkml:trace contextRef="#ctx0" brushRef="#br0" timeOffset="22">22096 15285 8912,'0'-17'0,"0"-1"0,-2 1 0,-2 0 0,-2 0 0,1 0 0,-3-1 0,6 7 0,-4-1 0,5 9 0,6-7 0,3 6 0,3-1 0,8 1 0,-1 2 0,5 2 0,3-6 0,5 0 0,7 2 0,8 3 0,6 2 0,5 5 0,12-2 0,11 8 0,6-1 0,6 4 0,-43-8 0,0 0 0,1-1 0,1-1 0,5 0 0,1 0-263,2 0 0,2 1 1,4 2-1,0-1 263,7 0 0,0-2 0,-3-1 0,1-1 0,2 0 0,0 0 0,-2 1 0,-1 0 0,0-1 0,0 0 0,1 0 0,-1 1 0,3-1 0,0 0 0,-2-2 0,-1 0 0,3 2 0,0 0 0,1-2 0,1 0 0,0-1 0,-1 0 0,3 0 0,-1 0 0,3 0 0,-1 0 0,-1 0 0,1 0 0,6 0 0,1 0 0,-4 0 0,0 0-354,3 0 0,1 0 1,-3 0-1,0 0 354,5 0 0,0 0 0,-9 0 0,-1 0 0,2 0 0,-1 0 0,-5 0 0,-1 0 0,-2 0 0,-2 0 0,1 0 0,0 0-175,1 0 0,0 0 0,-10 0 0,0 0 175,2 0 0,-1 0 0,-8 0 0,-1 0-165,46 0 0,-7 0 165,2 0 0,-14 0 0,-9 0 0,-9 0 0,-15 0 0,-4 0 771,-5 0-771,-9 0 684,-2 0 0,-16-2-684,-3-4 879,-4 4-879,-2-6 0,-8 8 239,-3 0 0,-12 0-239,-6 0 0,-13 4 0,-10 8 0,-15-1 0,22 4 0,-3 3 0,-5-5 0,1 0 0</inkml:trace>
  <inkml:trace contextRef="#ctx0" brushRef="#br0" timeOffset="23">5283 16110 8912,'-9'-2'0,"1"-2"0,0-1 0,6-1 0,-3 6 0,10 0 0,-1 2 0,8 3 0,1 7 0,-3 3 0,1 2 0,2 1 0,3-1 0,1 0 0,0 0 0,2 0 0,2-1 0,2-5 0,10 4 0,1-3 0,8-5 0,10-1 0,7-4 0,4-2 0,6 0 0,6 0 0,3-8 0,10-5 0,4-6 0,-44 8 0,1-1 0,2-3 0,0-1-178,0 2 1,1 0-1,42-13 178,-8-2 0,-2 7 0,-10-7 0,7 6 0,-7-6 0,6 8 0,-5-2 0,3 4 0,-7 2 0,-8 2 0,-7 3 0,-8-1 0,-14 7 0,-7-5 0,-4 5 0,-6-2 0,-6 3 0,5 3 0,-14-6 533,5 8-533,-7 0 0,0 0 0,-7 0 0,-3 8 0,-7 3 0,0 4 0,-8 3 0,-2-1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005"/>
    </inkml:context>
    <inkml:brush xml:id="br0">
      <inkml:brushProperty name="width" value="0.05292" units="cm"/>
      <inkml:brushProperty name="height" value="0.05292" units="cm"/>
    </inkml:brush>
  </inkml:definitions>
  <inkml:trace contextRef="#ctx0" brushRef="#br0">7107 7720 8912,'0'-27'0,"0"4"0,0 4 0,2 4 0,4 3 0,5 6 0,5 5 0,1 1 0,-4-6 0,2 0 0,5 2 0,-1 2 0,0 2 0,4 0 0,0 0 0,0 0 0,2 0 0,-4 0 0,7 0 0,3 0 0,9 0 0,6 0 0,4 0 0,9 0 0,4 0 0,13-9 0,9-6 0,4-8 0,1-4 0,-2-2 0,-2-5 0,-39 17 0,0-1-169,2 1 0,0 0 0,38-15 169,0 3 0,-13 4 0,1 8 0,-6 7 0,-6 3 0,-6 1-42,-3 0 1,5-1 41,4 1 0,15 4 0,3-4 0,7-1 0,-8 1 0,4-2 0,4 2 0,2-3 0,2-1 0,-42 3 0,1-1 0,0 2 0,1 1 0,0-2 0,-1 0 0,4 2 0,-1-1 0,1-1 0,-1 0 0,-2 3 0,0 1 0,43-5 0,-5 0 0,-41 3 0,2-1 0,0 3 0,1 0 0,1 0 0,-1 1 0,45 2 0,-5 0 0,-4 0 0,-2 0-257,0 0 1,6 0 256,0 0 0,-2 0 0,-10 0 0,-2 0 0,-3 0 0,-4 1 0,5 3 0,1 2 0,3-2 0,4 3 0,2-1 0,4 0 0,-4-6 0,-4 6 0,-13-1 0,2 3 0,3-4 0,5 2-136,-1-3 1,-1 7 135,-8 1 0,-2-3 0,-4-2 0,2 1 0,-8 1 0,-2 0 213,-1-1 1,5-1-214,4-6 0,4 0 0,2 0 0,0 2 0,-2 2 0,-4 2 0,-6-3 0,3-1 0,-3-2 0,0 0 20,-5 0 0,5 0 0,3 0 0,1 2-20,4 4 0,-6-4 0,-2 4 0,-5-4 263,-6-2 0,7 0-263,-7 0 0,8 0 0,-10 0 0,2 0 151,0 0 0,5 0-151,7 0 0,-1 0 19,-5 0 1,-1 0-20,1 0 0,5 0 0,1 0 0,-3 1 0,-7 3 0,-2 2 0,2-2 0,1 0 0,3 1 0,0-3 0,-1 4 0,3-2 0,3 0 0,4 1 0,0-1 0,4-2 0,-7-2 0,7 0 0,-2 0 0,2 0 0,-2 0 0,4 0 0,-4 0 0,4 0 0,2 0 0,-8 0 0,-6 0 0,-5 0 0,-4 0 0,-6 0 0,6 0 0,-6 0 0,6 0 0,-6 0 0,6 0 0,2 0 0,9 0 0,-1 0 0,7 0 0,0 0 0,-2 0 0,4 0 0,-7 0 0,-3 0 0,-9 0 0,-2 0 0,-4 0 0,-2 0 0,6 0 0,0 0 0,0 0 0,-4 0 0,6 0 0,-6 0 0,6 0 0,-2 0 0,2 0 0,-6 0 0,-11 0 0,3 0 0,-5 0 0,0 0 0,-4 0 0,-4-6 0,-2 1 0,-5-1 0,-1 6 0,1 0 0,5 0 0,0 0 0,0 0 0,1 0 0,-1 0 0,0 0 0,0 0 0,2 0 0,2-2 0,2-4 0,6 4 0,-6-3 0,6 3 0,-6 2 0,1 0 0,-1 0 0,-4 0 0,4-2 0,-4-4 0,-1 4 0,-1-5 0,0 7 0,-5 0 0,-1 0 0,-7 0 0,4 0 0,-8 0 0,0 0 0,-8 0 0,6 0 0,-6 0 0,8 0 0,0 0 0,-7 0 0,-7 0 0,-7 0 0,-13 0 0,-10 0 0</inkml:trace>
  <inkml:trace contextRef="#ctx0" brushRef="#br0" timeOffset="1">12752 5622 8912,'-19'-6'0,"-3"1"0,0 1 0,-1-4 0,3 3 0,-1 1 0,-3 2 0,-1 2 0,0 0 0,2 7 0,6 7 0,-1 5 0,1 4 0,0 7 0,-2-3 0,-2 2 0,-2-1 0,0-1 0,6 4 0,0-5 0,-1-1 0,7-2 0,-1-6 0,1 1 0,-6-3 0,1-2 0,5-1 0,-4-7 0,3 7 0,5-6 0,1 5 0,4 1 0,2 5 0,0 0 0,0-6 0,0 1 0,-8-8 0,-1 11 0,-8-5 0</inkml:trace>
  <inkml:trace contextRef="#ctx0" brushRef="#br0" timeOffset="2">11237 5897 8912,'12'-5'0,"-3"-3"0,-1-2 0,-2-1 0,-6 9 0,0 10 0,0 11 0,7 2 0,5 5 0,3 1 0,2 0 0,1-6 0,-1 4 0,2-2 0,4 0 0,-4 5 0,4-5 0,2-6 0,-2-7 0,-2-2 0,-10-3 0,-3-12 0,-16-10 0,-1-10 0</inkml:trace>
  <inkml:trace contextRef="#ctx0" brushRef="#br0" timeOffset="3">11495 5863 8912,'0'-17'0,"-7"-1"0,-5 1 0,5 6 0,1-1 0,-4 9 0,8-5 0,1 10 0,6 4 0,11 11 0,1 11 0,2-1 0,10 2 0,3 1 0,6 3 0,1-6 0,6-5 0,-6-10 0,10 3 0,-5-5 0</inkml:trace>
  <inkml:trace contextRef="#ctx0" brushRef="#br0" timeOffset="4">14972 5588 8912,'15'-27'0,"-4"2"0,-5 2 0,-4 0 0,-2 2 0,0 2 0,-8 10 0,-3 3 0,-6 6 0,-6 6 0,4-1 0,-4 11 0,4 5 0,1 4 0,-5-3 0,0 7 0,2 2 0,2 1 0,2 8 0,2 2 0,1 2 0,3 4 0,1 2 0,-1 1 0,3 1 0,8-1 0,0-1 0,0-4 0,8-4 0,1-8 0</inkml:trace>
  <inkml:trace contextRef="#ctx0" brushRef="#br0" timeOffset="5">15419 5536 8912,'-8'-9'0,"4"-5"0,-7 9 0,1 1 0,-5 11 0,0 12 0,-4 14 0,-4 11 0,0 11 0,-4 6 0,0 6 0,-3 6 0,7 13 0,0-6-192,6 0 1,-1-15 0,1 2 0</inkml:trace>
  <inkml:trace contextRef="#ctx0" brushRef="#br0" timeOffset="6">13406 9938 8912,'-10'0'0,"2"0"0,8 0 0,0 0 0,-7 0 0,-3 0 0,-9 0 0,-4 0 0,-6 0 0,-13 7 0,-9 5 0,-14 5 0,-14 6 0,-3-2 0,34-7 0,-1 1 0,1-5 0,0 1 0,-1 0 0,0 0 0,-44 9 0,9-3 0,1 0 0,3 0 0,7-7-152,-1-5 0,1-3 152,-1-2 0,11 0 0,-1 0 0,17 0 0,6 0 0,5 0 0,6-2 0,5-1 0,7-3 0,13 0 0,-3-1 0,8 5 0,0-6 0,2 8 304,4 0-304,-4 0 0,5 0 0,1 0 0,2 0 0,7-15 0,0-4 0</inkml:trace>
  <inkml:trace contextRef="#ctx0" brushRef="#br0" timeOffset="7">11977 9783 8912,'-27'-2'0,"5"-2"0,0-2 0,0 3 0,2 3 0,-3 5 0,-3 5 0,-3 9 0,-3 4 0,-3 6 0,1 3 0,-1 2 0,1 3 0,-1 1 0,1 2 0,0-2 0,7 6 0,4 2 0,6-2 0,5 2 0,5-8 0,7 2 0,0-4 0,1-3 0,5-4 0,6-6 0,11-4 0,5-2 0,7-2 0,5-3 0,6 1 0,11-7 0,-1-1 0,7-5 0,0 0 0,-2 0 0,14-15 0,-5-4 0</inkml:trace>
  <inkml:trace contextRef="#ctx0" brushRef="#br0" timeOffset="8">14111 9697 8912,'15'-8'0,"-1"-3"0,-3-4 0,-7-8 0,2-2 0,-4 0 0,-2 0 0,0 4 0,0 2 0,-2 2 0,-4 2 0,-5 3 0,-5 6 0,5 12 0,-1 7 0,-1 8 0,-2 8 0,-3 11 0,3 6 0,2 2 0,1-2 0,9 3 0,-3-3 0,4-4 0,2-2 0,0-3 0,0-3 0,0-2 0,0-3 0,9-6 0,9-11 0,1-5 0,8-7 0,-1 0 0,1 0 0,2-13 0,5-4 0,1-12 0,-1 0 0,-2-3 0,-3-3 0,-4 7 0,-8-1 0,-5 8 0,-3-2 0,-1 4 0,-2 2 0,-8 9 0,-4 8 0,2 8 0,-7 9 0,7 6 0,-2 0 0,-1 6 0,1-6 0,0 5 0,8-5 0,4-2 0,5-2 0,4-4 0,3-3 0,7-4 0,3-8 0,1-2 0,5-4 0,-3-4 0,9-9 0,-6-4 0,-5-5 0,-4-3 0,-8 3 0,-7-3 0,-4 8 0,-6-4 0,-6 10 0,-8-2 0,-14 13 0,-3 1 0,-15 5 0,2 1 0,-2 5 0,6 4 0,4-1 0,9 10 0,4-7 0,12 7 0,5-8 0,6-3 0,6-2 0,3-4 0,24-2 0,3 0 0</inkml:trace>
  <inkml:trace contextRef="#ctx0" brushRef="#br0" timeOffset="9">14817 9783 8912,'5'-12'0,"1"1"0,0 7 0,-6-3 0,0 7 0,0 0 0,0 7 0,0 5 0,0 3 0,0 2 0,0 0 0,0 0 0,0 1 0,0 5 0,0 0 0,0-1 0,0-4 0,0-1 0,0 0 0,0-6 0,0 1 0,0-1 0,0 7 0,2-9 0,4-3 0,-5-12 0,5-5 0,4-10 0,1-2 0,-1-6 0,1 6 0,-1-5 0,1 5 0,5-6 0,-5 6 0,4 0 0,3 14 0,-1 3 0,-2 13 0,-3 11 0,-3 1 0,-3 9 0,3 1 0,9 5 0,-1-5 0,0 0 0,2-8 0,4 2 0,-2 0 0,6-4 0,-2-4 0,5-9 0,-3 1 0</inkml:trace>
  <inkml:trace contextRef="#ctx0" brushRef="#br0" timeOffset="10">15385 9920 8912,'-18'-17'0,"1"6"0,0-1 0,0 9 0,0-3 0,-3 4 0,-1 4 0,-2 4 0,2 5 0,2 6 0,2 6 0,7-2 0,5 8 0,3-6 0,2 5 0,0-5 0,0 6 0,4-8 0,5 2 0,10-4 0,6-2 0,4-2 0,5-3 0,6 1 0,1-7 0,-7 0 0,-5-6 0,-1-8 0,-1-1 0,-2-9 0</inkml:trace>
  <inkml:trace contextRef="#ctx0" brushRef="#br0" timeOffset="11">15557 9749 8912,'0'-18'0,"-8"7"0,-3-1 0,-5 9 0,-1-3 0,4 12 0,-3 7 0,-3 8 0,0 8 0,2 11 0,5 6 0,5 3 0,7 3 0,0-1 0,0 1 0,9-2 0,9-4 0,6-4 0,11-6 0,-1 0 0,1-1 0,-1-5 0,0-13 0,1-1 0,-1-5 0,-7-3 0,-4-8 0,-4 0 0,-2 0 0,-7-8 0,-4-3 0,-4-5 0,-2-1 0,-2-2 0,-4-4 0,-2 4 0,-3-4 0,-3-2 0,9 2 0,-1 0 0,6 6 0,0 0 0,0 0 0,0 0 0,0-1 0,0 9 0,8 1 0,-1 16 0,5 3 0,3 5 0,-4 1 0,-1 0 0,2 0 0,-1-2 0,6-3 0,6 1 0,0-7 0,2 5 0,-2-5 0,-4 0 0,6-6 0,-2 0 0,0 0 0,0-8 0,-6-3 0,-2-4 0,-3-3 0,3 1 0,-4 0 0,-3 0 0,-2 0 0,-4-1 0,-2 1 0,-2 8 0,-4 3 0,4 12 0,-4 5 0,5 6 0,1 6 0,0-4 0,0 4 0,0 2 0,0-2 0,7 0 0,5-6 0,3-2 0,4-1 0,2-5 0,2-1 0,6-2 0,-6-6 0,5-8 0,-5-3 0,6-7 0,-6-5 0,0 4 0,-6-4 0,-2-1 0,-3 1 0,-6 0 0,-5-2 0,-1 6 0,0-4 0,0 4 0,0 2 0,-1 5 0,-5 1 0,2 7 0,-7-2 0,7 4 0,-2 2 0,12 2 0,5 4 0,12 1 0,6 5 0,3 3 0,3-3 0,-3 3 0,-3 2 0,2 0 0,-9 1 0,1-1 0,-5 0 0,-3 0 0,-4 0 0,-5 2 0,-4 4 0,-17-2 0,-8 8 0,-10-2 0,-7 1 0,-2 3 0,-4-8 0,2 0 0,4-6 0,9 0 0,-3 0 0,17-7 0,0-4 0,13-20 0,4-9 0,15-15 0,20-6 0,8-7 0</inkml:trace>
  <inkml:trace contextRef="#ctx0" brushRef="#br0" timeOffset="12">17019 9955 8912,'0'17'0,"0"0"0,0 0 0,0 1 0,0 1 0,0 4 0,0-2 0,0 7 0,0-1 0,0 4 0,0-3 0,0 3 0,0-6 0,0-2 0,0-4 0,0-2 0,0 0 0</inkml:trace>
  <inkml:trace contextRef="#ctx0" brushRef="#br0" timeOffset="13">16899 9869 8912,'-10'-35'0,"-3"1"0,7 0 0,-5 7 0,5 4 0,0 4 0,6 2 0,2 5 0,4 1 0,4 7 0,7-2 0,8 4 0,3 4 0,5 4 0,1 5 0,6-1 0,0 1 0,-5 1 0,-6 5 0,7 0 0,8 1 0</inkml:trace>
  <inkml:trace contextRef="#ctx0" brushRef="#br0" timeOffset="14">17226 9972 8912,'-35'17'0,"1"2"0,0 4 0,7-2 0,4 8 0,4-2 0,3 5 0,5-1 0,5-1 0,4 5 0,2-12 0,8 5 0,3-5 0,11-2 0,0-9 0,9-5 0,-2-7 0,1 0 0,-1 0 0,-2-2 0,-6-3 0,2-7 0,-2-3 0,-2-2 0,-2-1 0,-7-4 0,-5-1 0,-3 0 0,-2 6 0,-5-6 0,-1 0 0,-13 0 0,0 6 0,-4-1 0,-2 1 0,2 6 0,6-1 0,-1 7 0,1-7 0,8 8 0,1-11 0,16 5 0,1-7 0</inkml:trace>
  <inkml:trace contextRef="#ctx0" brushRef="#br0" timeOffset="15">17622 10041 8912,'-12'0'0,"1"0"0,-3 0 0,7 0 0,-3 0 0,4 0 0,4 2 0,-3 3 0,3 5 0,2 7 0,0 0 0,0 1 0,0-1 0,0 0 0,0-4 0,0 5 0,0-9 0,0 14 0,0-13 0,0 7 0,0-4 0,0 4 0,-2-7 0,-4-4 0,4-6 0,-3-6 0,3-6 0,2-11 0,2-3 0,3-9 0,7-1 0,3-4 0,2 4 0,0-4 0,1 5 0,-1 6 0,0-1 0,0 7 0,1 2 0,-1 10 0,6 3 0,0 8 0,0 8 0,-6 3 0,-6 6 0,1 6 0,-1 4 0,6 7 0,1 6 0,1-1 0,2-7 0,2-7 0,7-6 0,-3-2 0</inkml:trace>
  <inkml:trace contextRef="#ctx0" brushRef="#br0" timeOffset="16">19084 9920 8912,'0'-17'0,"0"0"0,0 0 0,0 0 0,-1-1 0,-3 1 0,-2 0 0,2 0 0,-4 5 0,3 1 0,-1 9 0,6 2 0,0 10 0,0 13 0,0 5 0,0 7 0,0 5 0,2 4 0,4 7 0,-3-1 0,7-2 0,-2-4 0,-4-2 0,3 5 0,-1-1 0,2 2 0,-3-2 0,-3-4 0,4-10 0,-4-3 0,-2-6 0,-8-12 0,-1-3 0</inkml:trace>
  <inkml:trace contextRef="#ctx0" brushRef="#br0" timeOffset="17">18809 10196 8912,'0'-18'0,"0"7"0,0-1 0,10 1 0,7-6 0,10 0 0,13-3 0,6-1 0,3-1 0,5-3 0,3 2 0,1 4 0,-1-4 0,-3 2 0,-18 0 0,-6-2 0,-3 2 0,4-6 0,-4 0 0</inkml:trace>
  <inkml:trace contextRef="#ctx0" brushRef="#br0" timeOffset="18">19360 9834 8912,'0'10'0,"0"5"0,-6-5 0,0 7 0,-1 0 0,1 0 0,4 8 0,-4 4 0,4 5 0,2 5 0,0 3 0,0 1 0,0 1 0,0 2 0,0 2 0,0-8 0,2 0 0,4-5 0,2-9 0,3-3 0,4-5 0,-3-7 0,3-5 0,2-4 0,-1-12 0,-5-7 0,4-8 0,-3-9 0,3-1 0,1 1 0,-3-1 0,-2 1 0,-1 2 0,1 3 0,5-2 0,-5 8 0,4 1 0,3 4 0,-1 9 0,0 3 0,0 4 0,1 4 0,-1 4 0,0 3 0,0 9 0,0-1 0,1 0 0,1 0 0,4 0 0,-2-5 0,7-1 0,1-7 0,5 2 0,1-4 0,1-4 0,2-4 0,3-5 0,-1-7 0,-6-4 0,-1 0 0,-5-6 0,-3 7 0,-8-2 0,-7 2 0,-4-2 0,-8 10 0,-10-5 0,-1 11 0,-16-5 0,-5 8 0,-6-1 0,0 10 0,5 7 0,3 3 0,3 2 0,-2 3 0,8 2 0,0-2 0,8 2 0,2-2 0,1-3 0,8 0 0,-1 0 0,3 0 0,2 1 0,2-3 0,3-4 0,5-3 0,7-8 0,2 0 0,4 0 0,-2-2 0,8-4 0,-6-5 0,6-12 0,-8 4 0,2-4 0,-4 2 0,-2-2 0,0 4 0,0-4 0,-1 4 0,-5 2 0,-1 5 0,-5 1 0,-3 7 0,6-2 0,-8 12 0,0 5 0,0 5 0,0 1 0,0 0 0,8 0 0,1 0 0,8 1 0,1-7 0,-1 0 0,0-7 0,0 2 0,6-4 0,0-2 0,2-2 0,-4-4 0,2-3 0,-2-1 0,-2-11 0,-2 4 0,1-6 0,-1 0 0,0-4 0,0-7 0,0-2 0,1-4 0,-7 1 0,1-6 0,-9 1 0,3-2 0,2-2 0,-3 8 0,1 7 0,-6 10 0,0 4 0,-2 14 0,-3 10 0,1 14 0,-8 22 0,1 4 0,1 5 0,-3 9 0,7 4 0,0-3 0,6-3 0,0-4 0,0-1 0,2-2 0,4-4 0,4-6 0,7-12 0,-2-3 0,-3-8 0,3-7 0,-6-3 0</inkml:trace>
  <inkml:trace contextRef="#ctx0" brushRef="#br0" timeOffset="19">20564 10041 8912,'-11'-6'0,"-1"0"0,9-7 0,-13 3 0,14-1 0,-3-1 0,10 9 0,7-3 0,5-2 0,6 3 0,4-1 0,9 6 0,4 0 0,6 0 0,10-6 0,1 0 0,8 1 0,4-11 0,9-3 0</inkml:trace>
  <inkml:trace contextRef="#ctx0" brushRef="#br0" timeOffset="20">21666 9697 8912,'-35'0'0,"-1"0"0,-4 0 0,3 0 0,-5 2 0,2 4 0,0 5 0,2 4 0,9 3 0,4 6 0,8 5 0,2 3 0,3 3 0,5-1 0,7 1 0,0-7 0,0 1 0,7-2 0,5 1 0,9-3 0,2-8 0,7-7 0,-1-4 0,6-4 0,5-2 0,4-2 0,7-4 0,1-6 0,0-10 0,-1 2 0,8-20 0,3 4 0</inkml:trace>
  <inkml:trace contextRef="#ctx0" brushRef="#br0" timeOffset="21">22010 9783 8912,'-17'0'0,"-1"0"0,1 0 0,0 0 0,-6 0 0,-2 2 0,0 4 0,1 5 0,-1 4 0,2 2 0,6 6 0,-1 0 0,3 0 0,9-6 0,1 1 0,6-1 0,5 0 0,10-2 0,6-3 0,3-5 0,-2-7 0,4 0 0,7 0 0,-5-7 0,0-5 0,-6-1 0,5 1 0,-7-3 0,2 4 0,-2-3 0,2 3 0,-4-4 0,4 3 0,-9-1 0,-5-1 0,1 5 0,0 1 0,-7 1 0,3 1 0,-4 4 0,-2-6 0,0 10 0,0 4 0,-2-2 0,-4 7 0,4-5 0,-3 5 0,3-5 0,2 6 0,0-1 0,2 1 0,3-1 0,-3-7 0,14 3 0,-14 1 0,13-6 0,-6 6 0,3-8 0,-1 0 0,1-8 0,5-2 0,-2-7 0,-1 0 0,-3 0 0,1 0 0,5-1 0,0 7 0,0 0 0,0-1 0,1 3 0,-1 1 0,0 8 0,0 0 0,-5 0 0,-1 0 0,-1 8 0,1 3 0,3 4 0,-9 2 0,7 1 0,-6-1 0,7 0 0,-2 0 0,-1-1 0,2-5 0,-1 4 0,14-5 0,2 7 0</inkml:trace>
  <inkml:trace contextRef="#ctx0" brushRef="#br0" timeOffset="22">23197 9301 8912,'-34'-7'0,"1"-1"0,5-3 0,3-3 0,8 9 0,7 7 0,4 9 0,4 6 0,2 6 0,2-2 0,4 10 0,6 3 0,3 4 0,0 4 0,-3-2 0,3-1 0,-4 7 0,3-6 0,-3 5 0,5-6 0,-5 1 0,-3 0 0,-3-6 0,-3 5 0,-2-11 0,0-3 0,0-2 0,0-12 0,0-3 0,0-31 0,2 8 0,4-18 0,5 5 0,5 1 0,1 4 0,0-6 0,8 8 0,4-2 0,-3 4 0,3 2 0,-2 6 0,2 1 0,-5 2 0,1 5 0,-6 1 0,4 11 0,-11 8 0,-5 1 0,-7 5 0,-13 3 0,-4 3 0,-10-2 0,4 1 0,-6-7 0,7 2 0,1-4 0,9-1 0,4-1 0,8-8 0,8-1 0,2-8 0</inkml:trace>
  <inkml:trace contextRef="#ctx0" brushRef="#br0" timeOffset="23">23748 9577 8912,'0'17'0,"0"0"0,0 0 0,0 0 0,0 1 0,8-3 0,5-4 0,8-3 0,8 0 0,9-7 0,4 3 0,2-8 0,4-7 0,-6-4 0,-2-2 0,-11-3 0,-6-1 0,-6-3 0,-6-3 0,-5 6 0,-12-2 0,-13 4 0,-15 2 0,-8 7 0,-10 4 0,0 4 0,1 2 0,-1 4 0,1 8 0,7 7 0,3 15 0,5 8 0,2 4 0,13 4 0,3 1 0,15 1 0,5-2 0,15-5 0,15-4 0,14-7 0,17-5 0,6-12-175,11-12 0,3 3 175,-9-2 0,1-8 0,-12 0 0,-4-4 0,-5 4 0,-7 2 0</inkml:trace>
  <inkml:trace contextRef="#ctx0" brushRef="#br0" timeOffset="24">25417 9577 8912,'0'11'0,"0"1"0,0 1 0,0 2 0,-2 2 0,-2 2 0,-1 4 0,-3-2 0,4 8 0,-3 2 0,-3 1 0,0-3 0,-1-1 0,-2-7 0,7 2 0,0-5 0,-1-7 0,5-3 0,-6-10 0,8-4 0,8-7 0,3-14 0,4-9 0,3-6 0,-1 1 0,0-4 0,6 1 0,0-2 0,0-2 0,-6 8 0,2 6 0,4 5 0,-2 10 0,8 2 0,-8 7 0,2 10 0,-4 11 0,-2 12 0,-5 6 0,-1 17 0,-7 0 0,2 5 0,-4-1 0,-2-4 0,0 2 0,0-8 0,0-6 0,0-5 0,-6-8 0,0 2 0,0-12 0,6-3 0,0-12 0,0-6 0,0-7 0,8-13 0,3-5 0,5-1 0,1-10 0,2 6 0,4-6 0,-10 2 0,5-2 0,-5 4 0,4 8 0,-5 7 0,-1 4 0,-7 20 0,2 8 0,1 11 0,-1 6 0,0 5 0,-6 8 0,2-7 0,3 1 0,3-8 0,4 2 0,3-4 0,-4-4 0,5-1 0,1-3 0,0-7 0,0 2 0,1-4 0,-1-2 0,0-8 0,0-4 0,2-3 0,4-2 0,-4 0 0,4 0 0,-6-1 0,-5 1 0,3 8 0,-3 3 0,-5-4 0,3 8 0,-6-1 0,1 6 0,7 1 0,-6 8 0,1-1 0,-1 6 0,4-5 0,7-1 0,0-5 0,0 5 0,6-7 0,0 2 0,2-4 0,-2-2 0,-4-2 0,4-4 0,-4-1 0,-2-7 0,-1 3 0,-5-3 0,-3-1 0,-8-2 0,-2 2 0,-4 3 0,-3-3 0,-11 5 0,-1 1 0,-2 3 0,-7 4 0,1 2 0,-3 0 0,-3 0 0,7 2 0,1 4 0,2 3 0,4 1 0,2 5 0,2-3 0,7 3 0,4 2 0,4 2 0,2 4 0,0-4 0,4 2 0,6-5 0,7-5 0,12-7 0,-1 2 0,5-4 0,1-2 0,-1 0 0,-5 0 0,3-8 0,-8-4 0,-2-3 0,-9-2 0,3 0 0,-13 0 0,3-1 0,-3 1 0,-2 0 0,0 6 0,0-1 0,-2 8 0,-3-2 0,3 5 0,-14 1 0,15 0 0,-15 0 0,14 7 0,-3 5 0,3-3 0,4 1 0,1-1 0,3 1 0,8-4 0,-3 5 0,4-5 0,3 5 0,5-7 0,-1 2 0,9-4 0,-2-2 0,3-2 0,3-4 0,-1 2 0,0-7 0,1 1 0,-1-1 0,-1-4 0,-4 3 0,-5-5 0,-6-6 0,-7 4 0,1-4 0,-9 4 0,3 2 0,-4-2 0,-4-3 0,-2-2 0,-1-3 0,-7 4 0,6-6 0,-1 8 0,1-2 0,4 4 0,-13 2 0,5 2 0,-7 3 0,5 5 0,1 7 0,0 2 0,-7 3 0,1 3 0,2 5 0,1-1 0,3 1 0,5 1 0,-5-3 0,5 4 0,-5-3 0,7-3 0,-2 3 0,2-6 0,-2 5 0,5-5 0,-5 5 0,4-7 0,2 4 0,0-8 0,0 0 0,8 0 0,-7-2 0,5-4 0,-2 4 0,2-4 0,-4-3 0,11 5 0,-7-7 0,-1 7 0,1-6 0,0 4 0,0 5 0,-4-7 0,1 6 0,3-4 0,0 4 0,-6-5 0,0 7 0,2 0 0,4 0 0,-5 0 0,7 0 0,-8 0 0,0 0 0,0 7 0,-6 5 0,1 11 0,-1-4 0,6 4 0,0 2 0,0-3 0,0 7 0,0-6 0,0-2 0,0-2 0,0-2 0,0 1 0,8-9 0,3-3 0,4-6 0,3-6 0,4-5 0,1-12 0,6-6 0,-6-11 0,0-2 0,-6-4 0,0-5 0,-1 1 0,-5-6 0,-5 1 0,-4-6 0,-2-2 0,0-2 0,0 2 0,-6-2 0,0 8 0,-5 7 0,5 10 0,-2 13 0,3 10 0,3 7 0,-6 20 0,8 7 0,-6 10 0,1 15 0,-1 8 0,-2 5 0,6 10 0,-3-2 0,3 4 0,2 2 0,0-6 0,0-2 0,2-2 0,3-4 0,-1 3 0,8-7 0,-1-3 0,6-14 0,6-1 0,0-4 0,0-7 0,2-2 0,-6-11 0,4-3 0,-2-12 0,2-5 0,2-7 0,6-4 0,-3-7 0,3-4 0,-4-1 0,1 0 0,-7-7 0,2 1 0,-5-5 0,-5 4 0,-4 1 0,-1-2 0,-4 8 0,-10-1 0,-3 9 0,-9 9 0,-1 5 0,-4 1 0,2 11 0,-7 5 0,7 13 0,-2 16 0,-2 2 0,4 4 0,4 6 0,3 4 0,10 1 0,-1 1 0,3-6 0,2 0 0,13-2 0,4 2 0,14-6 0,3-12 0,3-3 0,9-8 0,-2-7 0,1-4 0,3-6 0,-8-6 0,8-11 0,-2-12 0,-4-11 0,0-4 0</inkml:trace>
  <inkml:trace contextRef="#ctx0" brushRef="#br0" timeOffset="25">28412 9078 8912,'-23'-2'0,"0"-2"0,0-3 0,-2-3 0,6 6 0,-4-1 0,4 5 0,1 5 0,3 7 0,4 3 0,-3 2 0,9 0 0,-1 2 0,6 2 0,0 2 0,0-2 0,7-1 0,5-3 0,9 0 0,2 0 0,7-7 0,-1-5 0,4-3 0,1-2 0,-5 0 0,-2 0 0,-1 0 0,1 0 0,-6-5 0,2-1 0,-4-8 0,-2 3 0,-5-4 0,-1-2 0,-5 1 0,6 5 0,-9-5 0,5 15 0,-8-5 0,0 12 0,0 5 0,0 4 0,6 8 0,-1 0 0,15 6 0,-3-6 0,6 0 0,0-6 0,3-2 0,9-3 0,-1-5 0,1-7 0,-1-2 0,1-3 0,-9-13 0,-3-10 0,-6-5 0,-5-1 0,-4-8 0,-8-4 0,-8 2 0,-4-2 0,-9-3 0,-1-3 0,-7-1 0,6 12 0,4 5 0,5 6 0,1-1 0,7 8 0,2 0 0,10 6 0,4 0 0,15 0 0,1-1 0</inkml:trace>
  <inkml:trace contextRef="#ctx0" brushRef="#br0" timeOffset="26">29909 8236 8912,'7'-18'0,"-5"1"0,4 0 0,-6 4 0,-6 9 0,-5 15 0,-18 22 0,-5 18 0,-12 16 0,0 13 0,24-34 0,0 2-72,-1 3 1,0 1 0,1 5 0,0 3 0,-1 3 0,2 2 0,3-2 0,2 2 71,2-1 0,3 0 0,1-2 0,3 0-129,0-4 1,2-2 0,1-1 0,0-1 128,4 44 0,0-12 0,0-12 0,0-5 0,0-6 0,-1-13 0,-5-16 0,0-5 0,-11-6 0,-4 3 0</inkml:trace>
  <inkml:trace contextRef="#ctx0" brushRef="#br0" timeOffset="27">26759 10281 8912,'-17'-22'0,"2"-3"0,2 2 0,3 2 0,2 6 0,3 9 0,5 6 0,0 15 0,0 10 0,0 9 0,0 12 0,0 0 0,0 2 0,0-2 0,0 3 0,0-3 0,0-2 0,0 0 0,0-4 0,0-7 0,0-1 0,0-9 0,0 0 0,0-6 0,2-7 0,3-5 0,7-3 0,3-17 0,2-8 0,0-7 0,1-5 0,-1-1 0,0-4 0,0 2 0,1-8 0,-7 4 0,0 0 0,1 7 0,-2 3 0,3 7 0,-7 2 0,1 6 0,-1 5 0,-4 5 0,7 16 0,-3 8 0,-2 3 0,6 6 0,-1 1 0,1 0 0,-5-4 0,7 5 0,-1-7 0,7 2 0,-7-6 0,1-5 0,-1 1 0,6-7 0,0 0 0,1-6 0,-1 0 0,0-8 0,0-3 0,-1-5 0,-5-1 0,2-6 0,-7 0 0,6-5 0,-7 5 0,1 0 0,-6 6 0,0-1 0,0 1 0,0 8 0,0 1 0,0 10 0,0 4 0,0-2 0,0 7 0,2-5 0,4 5 0,1-5 0,5 5 0,3-7 0,-5 4 0,7-8 0,0 0 0,-7 0 0,5 0 0,-13 0 0,7-6 0,-3 0 0,-4 1 0,6 12 0,-8 5 0,0 3 0,0 2 0,0 2 0,0 4 0,0-2 0,0 8 0,6 0 0,-1 5 0,1 0 0,-6 1 0,0-1 0,0 1 0,-2-7 0,-4 1 0,-1-6 0,-9 3 0,1-1 0,-4-4 0,-2-2 0,4-1 0,-6-9 0,0-3 0,0-4 0,6-2 0,-1 0 0</inkml:trace>
  <inkml:trace contextRef="#ctx0" brushRef="#br0" timeOffset="28">27689 10333 8912,'0'25'0,"0"2"0,0 7 0,0 2 0,0 4 0,0-1 0,0 7 0,0 1 0,0 3 0,5-6 0,1-4 0,0 2 0,-6-4 0,0-3 0,0-5 0,0-9 0,0 2 0,-2-6 0,-4-5 0,-3-5 0,-8-7 0,-1 0 0,1-15 0,0-4 0</inkml:trace>
  <inkml:trace contextRef="#ctx0" brushRef="#br0" timeOffset="29">27603 10281 8912,'0'-17'0,"0"0"0,0 6 0,0-1 0,7 6 0,5-5 0,5 5 0,6-5 0,4 7 0,7-2 0,1 4 0,-1 2 0,-5 2 0,-1 4 0,-7 4 0,2 7 0,-5 6 0,-7 0 0,-3 1 0,-8-1 0,-2 4 0,-4 7 0,-5-5 0,-10-2 0,-4 0 0,-2-1 0,0 1 0,-2 2 0,-3-4 0,3-8 0,2 0 0,-1 0 0,7-7 0,-4-3 0</inkml:trace>
  <inkml:trace contextRef="#ctx0" brushRef="#br0" timeOffset="30">28119 10196 8912,'-8'9'0,"5"4"0,-7-5 0,2 2 0,-3-5 0,5 7 0,0 1 0,-1 2 0,5 3 0,-4-1 0,-2 6 0,3 2 0,1-1 0,2 1 0,4 4 0,4-6 0,-3 0 0,9-6 0,5-2 0,6-3 0,0-7 0,2-3 0,-4-4 0,8-3 0,-8-7 0,2-11 0,-4 2 0,-2-7 0,-2 5 0,-3-6 0,-5 6 0,-7-5 0,-7 7 0,-5-2 0,-3-2 0,-2 2 0,-6 6 0,0 7 0,2 1 0,2-1 0,1 6 0,1-2 0,0-3 0,0-1 0,0-7 0</inkml:trace>
  <inkml:trace contextRef="#ctx0" brushRef="#br0" timeOffset="31">28790 10006 8912,'-2'-17'0,"-2"0"0,-3 0 0,-3 0 0,6 7 0,-5 4 0,3 12 0,4 11 0,-4 12 0,4 3 0,2 3 0,0 5 0,0 0 0,2 2 0,4-2 0,-2-4 0,6 5 0,-1-5 0,1-2 0,-7 1 0,3-1 0,-4-5 0,-2-1 0,0-14 0,-8 9 0,-1-14 0</inkml:trace>
  <inkml:trace contextRef="#ctx0" brushRef="#br0" timeOffset="32">28618 10299 8912,'0'-18'0,"2"3"0,4 4 0,-3-5 0,9 7 0,3-3 0,6 1 0,6 0 0,7-7 0,9 7 0,2-1 0,1 1 0,6-6 0,-12-6 0,6 0 0,0-8 0,-2 5 0</inkml:trace>
  <inkml:trace contextRef="#ctx0" brushRef="#br0" timeOffset="33">29151 9920 8912,'-11'10'0,"0"-4"0,7-4 0,-12 5 0,15 3 0,-5 7 0,-2 0 0,2 0 0,1 8 0,5 2 0,0 2 0,0-1 0,0 1 0,0 5 0,0-5 0,0 0 0,0-6 0,0 3 0,0-1 0,0-2 0,0-13 0,7-3 0,-3-9 0,6-5 0,-1-9 0,1-5 0,-4-2 0,5 6 0,0-6 0,7 0 0,-1 1 0,0 4 0,0 3 0,1 4 0,-1-3 0,0 8 0,0-1 0,0 1 0,1 4 0,-1-4 0,0 6 0,0 6 0,0-2 0,1 7 0,-1-1 0,0 2 0,0 3 0,0-4 0,4-1 0,-3 1 0,3-5 0,-10 4 0,4-3 0,-5-1 0,5-6 0,-13-2 0,4-4 0,-6 2 0,-6-7 0,2 0 0,-7-5 0,-1 3 0,3 1 0,-6 1 0,5-6 0,-7 7 0,0-3 0,-1 7 0,9 2 0,3 10 0,4-2 0,2 7 0,0-5 0,0 5 0,2-5 0,4 6 0,5 1 0,5 0 0,1-1 0,0 3 0,0-3 0,-1 3 0,-5 2 0,2 0 0,-5 0 0,0 1 0,-1-1 0,5 0 0,-6 0 0,1-5 0,-1-1 0,-4 1 0,4 5 0,-4 0 0,-2 0 0,-8-1 0,-4-5 0,-3-3 0,-2-8 0,0 0 0,-1-8 0,1-2 0</inkml:trace>
  <inkml:trace contextRef="#ctx0" brushRef="#br0" timeOffset="34">29995 10006 8912,'-12'0'0,"1"0"0,7 2 0,-2 4 0,6 4 0,6 7 0,4 2 0,7 2 0,0 4 0,0 1 0,-5-4 0,-1 0 0,-1-2 0,1-3 0,2 0 0,-5 0 0,0 0 0,-1 0 0,7-7 0,-5-2 0,9-8 0,-7-2 0,1-4 0,1-7 0,2-8 0,4 0 0,4-8 0,-4 0 0,4-5 0,-4 0 0,-1-1 0,-3 1 0,-2 1 0,-3 3 0,-2 1 0,3 14 0,-5-2 0,0 11 0,-6-2 0,0 10 0,0 4 0,5 3 0,1 9 0,5 5 0,-3 1 0,0 1 0,-1 0 0,5 0 0,-6-2 0,5-4 0,-5 4 0,0-4 0,-6-2 0,0 0 0,0 1 0,0-7 0,0 0 0,-8-5 0,-4 6 0,-3-9 0,-2 3 0,-2-4 0,-2-4 0,-2-4 0,-15-11 0,1-9 0</inkml:trace>
  <inkml:trace contextRef="#ctx0" brushRef="#br0" timeOffset="35">30046 9886 8912,'-34'-25'0,"0"-3"0,7 3 0,4 4 0,4 5 0,1 5 0,9 0 0,1 1 0,16 2 0,3 8 0,12 0 0,6 2 0,4 4 0,1 5 0,0 5 0,1 1 0,-3 8 0,-3 3 0,0-1 0,-12 2 0,4-1 0,-12 7 0,9-1 0</inkml:trace>
  <inkml:trace contextRef="#ctx0" brushRef="#br0" timeOffset="36">29083 11072 8912,'-12'-32'0,"-1"3"0,1 6 0,3 4 0,-5 10 0,3 3 0,1 14 0,-1 9 0,1 10 0,-1 13 0,-3 9 0,9 9 0,-7-1 0,7-5 0,1-1 0,2 1 0,4-3 0,3-3 0,1-4 0,11-7 0,-3-9 0,9-3 0,3-11 0,3-7 0,4-3 0,1-2 0,-5-7 0,-1-5 0,-1-5 0,2-4 0,-6-4 0,-4-2 0,-4 6 0,-3-1 0,1-3 0,-7 2 0,0 6 0,-6 5 0,0 8 0,0-11 0,0 13 0,0-4 0,0 12 0,-6-2 0,-2 7 0,-1 3 0,5-7 0,-4 9 0,8-14 0,0 13 0,0-13 0,0 5 0,8-7 0,3 0 0,5-1 0,1-5 0,0 4 0,0-4 0,0 4 0,1 2 0,-1 0 0,0 8 0,0 3 0,0 3 0,1-3 0,-7 4 0,1-3 0,-9 3 0,3 2 0,-4 3 0,-2 2 0,0-2 0,-8 4 0,-5-8 0,-6-5 0,-4-5 0,-15-4 0,1-2 0</inkml:trace>
  <inkml:trace contextRef="#ctx0" brushRef="#br0" timeOffset="37">28825 11519 8912,'-10'-17'0,"-3"6"0,7-1 0,0 7 0,8-5 0,4 2 0,11-3 0,12 5 0,13-5 0,9 5 0,3 0 0,9 6 0,0-5 0,4-3 0,-2 0 0,-2 1 0,-7-7 0,3 5 0,-8-9 0</inkml:trace>
  <inkml:trace contextRef="#ctx0" brushRef="#br0" timeOffset="38">29995 10935 8912,'-12'-6'0,"1"0"0,-3 3 0,1 3 0,2 5 0,-3 7 0,6 13 0,1 9 0,-1 10 0,-3 7 0,5 5 0,2 1 0,2-1 0,4 1 0,4-6 0,3 3 0,9-14 0,-1-4 0,0-5 0,2-8 0,4-12 0,-2-3 0,6-8 0,-2 0 0,-4 0 0,0-8 0,2-3 0,-4-10 0,4-2 0,-6-8 0,-5 3 0,3 1 0,-6 0 0,3 0 0,-1 1 0,-7 5 0,2-2 0,-2 6 0,1 5 0,-3-3 0,6 15 0,-8 0 0,0 2 0,0 9 0,0 1 0,0 5 0,0 0 0,0 0 0,6-5 0,0-1 0,7-7 0,-4 4 0,9-8 0,-1 0 0,0 0 0,0 0 0,1 0 0,-1-2 0,0-4 0,0-2 0,0-3 0,1-4 0,1 5 0,2-1 0,2-1 0,0 3 0,-6-3 0,0 3 0,0 3 0,0 4 0,1-4 0,-1 4 0,0 2 0,0 0 0,0 0 0,1 0 0,-1 0 0,0 6 0,0 0 0,1 0 0,-1-6 0,0 1 0,0 5 0,0-4 0,1 4 0,-1-4 0,0-2 0,0 0 0,-2-2 0,-3-4 0,-4 4 0,-6-5 0,3 7 0,-3 7 0,4 5 0,-4 3 0,-2 2 0,0 2 0,0 4 0,-2-2 0,-4 8 0,4-2 0,-3 1 0,-5 5 0,-2-5 0,3-1 0,-3 0 0,-1 0 0,-2-1 0,-4-5 0,-4 2 0,4-6 0,-4-5 0,4-4 0,1-8 0</inkml:trace>
  <inkml:trace contextRef="#ctx0" brushRef="#br0" timeOffset="39">30804 10849 8912,'-10'-27'0,"-3"2"0,7 8 0,-2 8 0,2 3 0,5 4 0,1 10 0,11 3 0,4 4 0,3 4 0,-3 2 0,-4 2 0,3 0 0,-9-6 0,9 1 0,-5-1 0</inkml:trace>
  <inkml:trace contextRef="#ctx0" brushRef="#br0" timeOffset="40">29909 11519 8912,'-50'0'0,"6"0"0,10 0 0,7 0 0,29 0 0,15 0 0,27-2 0,30-5 0,18-8 0,-40 5 0,1-1 0,7-4 0,1-1 0,4 2 0,2-1 0,1-1 0,0 0-266,1-1 0,-1-1 1,-2 1-1,-2 0 0,0 0 1,0 0-1</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046"/>
    </inkml:context>
    <inkml:brush xml:id="br0">
      <inkml:brushProperty name="width" value="0.05292" units="cm"/>
      <inkml:brushProperty name="height" value="0.05292" units="cm"/>
    </inkml:brush>
  </inkml:definitions>
  <inkml:trace contextRef="#ctx0" brushRef="#br0">9912 7118 8912,'17'0'0,"1"0"0,-1 0 0,0 0 0,-2-2 0,-3-4 0,-3 4 0,-5-5 0,2-1 0,0-1 0,-6-9 0,-2 9 0,-4 3 0,4 4 0,-7 2 0,3 0 0,2 2 0,-7 4 0,5 5 0,-6 12 0,7-2 0,-7 8 0,3-6 0,-3 5 0,2 1 0,5 6 0,3-1 0,-4 0 0,4-5 0,2-2 0,0-1 0,0 1 0,2-6 0,4 2 0,-2-11 0,7-7 0,8-3 0,10-2 0,-2-7 0,1-5 0,1-11 0,5-5 0,-7-3 0,-4 2 0,-4-3 0,-1 3 0,-9-1 0,-5 1 0,-8 6 0,-7 4 0,-12 2 0,-6 0 0,-4 1 0,-1 5 0,0 1 0,-1 5 0,7 3 0,-1-4 0,14 6 0,-1 6 0,7 5 0,5 4 0,6 3 0,9-1 0,10-6 0,19 1 0,4-9 0,8 5 0,0-8 0</inkml:trace>
  <inkml:trace contextRef="#ctx0" brushRef="#br0" timeOffset="1">10687 7118 8912,'-18'-27'0,"3"2"0,4 8 0,-5 0 0,7 0 0,-3 0 0,1-1 0,5 3 0,-5 4 0,-1-5 0,1 14 0,-1-3 0,6 3 0,-5 2 0,5 2 0,-5 3 0,-1 9 0,3 7 0,-1 0 0,4 8 0,3 1 0,-9 10 0,8-2 0,-1 8 0,-3-6 0,2 6 0,-1 0 0,1 6 0,4-1 0,-4 1 0,4-1 0,2-1 0,0-2 0,0-2 0,0-14 0,0 3 0,0-11 0,0 5 0,0-14 0,0 3 0,0-13 0,-7 3 0,-3-8 0</inkml:trace>
  <inkml:trace contextRef="#ctx0" brushRef="#br0" timeOffset="2">10256 7582 8912,'-17'-17'0,"0"0"0,2 0 0,3-1 0,5 9 0,7-1 0,0 5 0,9 3 0,6-6 0,8 2 0,4 1 0,8-7 0,5 6 0,7-5 0,-1 5 0,-2 0 0,2 6 0,0 0 0,6 0 0,3-1 0,-3-5 0,3-4 0,-11-7 0</inkml:trace>
  <inkml:trace contextRef="#ctx0" brushRef="#br0" timeOffset="3">11186 7307 8912,'-18'8'0,"3"-4"0,4 7 0,-3 2 0,7 10 0,-1 4 0,0 0 0,3 5 0,5-3 0,0 3 0,0 3 0,5-7 0,1 1 0,7-2 0,-3 2 0,1-7 0,1-2 0,-8-9 0,2 0 0,3-7 0,-7 4 0,6-16 0,-8-1 0</inkml:trace>
  <inkml:trace contextRef="#ctx0" brushRef="#br0" timeOffset="4">11134 7187 8912,'-17'11'0,"0"1"0,-1 1 0,3-3 0,4 1 0,3 1 0,8 5 0,0 0 0,0-8 0,8-1 0,3-8 0,4 0 0,3 0 0,-1-8 0,-2-3 0,-3-4 0,3-2 0,-11-1 0,7 1 0,-7 8 0,4-7 0,-10 14 0,-4-3 0,4 3 0,-13 2 0,5 0 0</inkml:trace>
  <inkml:trace contextRef="#ctx0" brushRef="#br0" timeOffset="5">11495 7445 8912,'-9'0'0,"1"0"0,8 2 0,0 3 0,0 5 0,0 7 0,0 0 0,0 0 0,0 1 0,0-1 0,0 0 0,0 0 0,0 0 0,0 1 0,0-1 0,0-8 0,0-9 0,0-9 0,2-10 0,4-4 0,-2-4 0,7-7 0,3-1 0,1 1 0,2-1 0,0 1 0,6 5 0,0 1 0,0 3 0,-6 2 0,0 2 0,1 15 0,-7 1 0,1 5 0,-3 7 0,3 5 0,-5 11 0,-7 5 0,0 5 0,0 1 0,0 0 0,0 1 0,0-3 0,0-3 0,0 2 0,0-9 0,0 1 0,0-5 0,8-9 0,-4-1 0,7-8 0,1-16 0,5-3 0</inkml:trace>
  <inkml:trace contextRef="#ctx0" brushRef="#br0" timeOffset="6">11943 7049 8912,'0'-11'0,"-2"1"0,-4 3 0,2 1 0,-7 6 0,7 7 0,-2 5 0,-1 9 0,1 6 0,0 3 0,-1 7 0,5 6 0,-4-2 0,4 6 0,2-1 0,0 4 0,0 1 0,6-7 0,1-4 0,3-5 0,3-6 0,3-1 0,1-11 0,-6 2 0,1-13 0,-1 0 0,6-6 0,1-8 0,1-5 0,2-6 0,2-4 0,2-8 0,-2 3 0,-4-5 0,4-1 0,-10 7 0,-2 4 0,-7-2 0,2 2 0,-4 0 0,-2 14 0,-2 3 0,-4 12 0,-5 7 0,-4 8 0,-1 6 0,5 7 0,-3 1 0,9-1 0,-1-5 0,6 0 0,2-7 0,4 7 0,3-8 0,8 2 0,2-6 0,4-5 0,-3 1 0,2-7 0,-1 0 0,2-6 0,-9 0 0,3 0 0,-11 0 0,1-16 0,-7-3 0</inkml:trace>
  <inkml:trace contextRef="#ctx0" brushRef="#br0" timeOffset="7">11822 7427 8912,'-15'-7'0,"4"-5"0,-5 5 0,14-3 0,-3 4 0,10 4 0,9-5 0,7 1 0,7 0 0,5-5 0,1 5 0,1 0 0,-1 6 0,8-5 0,4-1 0,-4-7 0,-2 1 0,4-3 0,0-2 0</inkml:trace>
  <inkml:trace contextRef="#ctx0" brushRef="#br0" timeOffset="8">12339 7290 8912,'-10'0'0,"2"0"0,8 8 0,2 1 0,4 8 0,-2 0 0,7 1 0,1-1 0,5 0 0,-2 0 0,-3 0 0,3-1 0,-3-5 0,-3 4 0,3-3 0,-9-3 0,3 3 0,4-8 0,-8 3 0,5-9 0,-7-3 0,0-5 0,0-7 0,0-6 0,0 0 0,6 0 0,0 6 0,7-2 0,-1-4 0,1 4 0,-2-4 0,5 4 0,-5 2 0,5 0 0,1 1 0,0 5 0,-6 3 0,1 8 0,-3 2 0,3 4 0,-4 5 0,-1 5 0,-5 6 0,4 1 0,-4 0 0,-2-6 0,0 1 0,0-1 0,0 0 0,0 0 0,0-7 0,0-3 0,7-8 0,5-5 0,3-6 0,2-3 0,1-2 0,-1 0 0,0-1 0,0 1 0,0 0 0,-5 0 0,-1 0 0,-7 0 0,2-1 0,-4 1 0,-2 0 0,-2 7 0,-4 5 0,-5 3 0,-5 2 0,-1 0 0,0 0 0,0 9 0,0 8 0,-1 3 0,1 8 0,6 1 0,-1 5 0,8 1 0,-1-1 0,3 0 0,2 1 0,2-3 0,3-3 0,7-6 0,3-4 0,4-9 0,4-5 0,4-3 0,7-2 0,1-7 0,-1-5 0,1-9 0,-1-2 0,-1-7 0,-5 1 0,3-4 0,-8 1 0,-2 1 0,-2 3 0,-4 7 0,-3-2 0,-5-4 0,-7 8 0,0 2 0,0 11 0,0 12 0,0 3 0,0 9 0,0-1 0,0 0 0,6 6 0,0 0 0,7 5 0,-1-5 0,-3 2 0,1-4 0,-1 4 0,1 2 0,-4-4 0,5 5 0,-7-7 0,2 2 0,-4-2 0,-2 2 0,-6-4 0,0 4 0,-7-9 0,1-3 0,-3 1 0,-2-3 0,0-1 0,-1-8 0,9-16 0,1-3 0</inkml:trace>
  <inkml:trace contextRef="#ctx0" brushRef="#br0" timeOffset="9">13698 7049 8912,'-8'-9'0,"1"-7"0,-5 5 0,-3 3 0,4 3 0,3 16 0,2 6 0,2 12 0,-1-1 0,3 13 0,-4 4 0,4-1 0,2 2 0,0 2 0,0 2 0,0 1 0,0 1 0,0-8 0,0-4 0,2-6 0,4-5 0,3-4 0,8-8 0,-3-6 0,3 1 0,-4-10 0,10-2 0,-3-8 0,4-17 0,3-1 0</inkml:trace>
  <inkml:trace contextRef="#ctx0" brushRef="#br0" timeOffset="10">13509 7341 8912,'-21'-1'0,"4"-5"0,-4 4 0,9-4 0,4 4 0,16 2 0,15 0 0,25-5 0,15-1 0,11-8 0,13 3 0,-1-6 0,0-6 0,-6 4 0,0-4-556,1 4 0,-3-6 1,-2-2-1</inkml:trace>
  <inkml:trace contextRef="#ctx0" brushRef="#br0" timeOffset="11">24075 9387 8912,'-12'-1'0,"1"-3"0,-2-2 0,-3 4 0,1 6 0,4 7 0,-3 5 0,8 3 0,1 2 0,-3 2 0,6 2 0,-6-4 0,3 3 0,-1 3 0,-2-6 0,3 2 0,3-4 0,-4-2 0,4 1 0,2-9 0,0-3 0,2-14 0,4-7 0,5-6 0,4-15 0,3 1 0,-1-3 0,0 4 0,0-1 0,1 1 0,-1 1 0,0 5 0,0-3 0,0 8 0,1 0 0,-1 8 0,0 4 0,-6 5 0,-1 13 0,0 9 0,-1 5 0,-5 9 0,2-1 0,1 9 0,-1 2 0,6 0 0,-7-5 0,9-3 0,-3-3 0,4-6 0,3-4 0,-1-9 0,0-5 0,0-3 0,8-9 0,2-3 0</inkml:trace>
  <inkml:trace contextRef="#ctx0" brushRef="#br0" timeOffset="12">24540 9353 8912,'0'17'0,"0"0"0,1-1 0,5-5 0,-2 4 0,8-3 0,-7 1 0,7-1 0,-1 1 0,6-7 0,3 0 0,1-6 0,3 0 0,3 0 0,-6-2 0,2-4 0,2-4 0,-2-7 0,-6 0 0,-5 0 0,-3 0 0,3-1 0,-5 1 0,-1 0 0,0 0 0,-2 7 0,-10 5 0,4 10 0,-4 7 0,-1 9 0,1 2 0,0 2 0,6-3 0,0-1 0,0 8 0,0-8 0,0 2 0,8-4 0,3-2 0,5-1 0,1-5 0,0 3 0,0-9 0,0-1 0,1-2 0,5-4 0,-1-4 0,1-3 0,-5-8 0,-1-3 0,0-2 0,-5 1 0,-1-8 0,-7 2 0,2-3 0,-5 1 0,-1-2 0,0-1 0,0-3 0,0 7 0,0-1 0,6 2 0,0-1 0,0-3 0,-6 8 0,0 2 0,0 10 0,0 11 0,0 11 0,0 18 0,0 5 0,0 10 0,0-4 0,0 8 0,0-2 0,0 2 0,0-2 0,0 1 0,0-7 0,0-1 0,0-3 0,2-4 0,3-3 0,5-6 0,7-12 0,2 3 0,4-8 0,-2-8 0,8-10 0,0-11 0,5-5 0,0-11 0,1-1 0,-8-7 0,-4 1 0,-6-4 0,-4-2 0,-3 1 0,-3-1 0,-1 1 0,-6-1 0,0 8 0,0 4 0,0 4 0,0 19 0,0 13 0,0 17 0,-8 12 0,6 15 0,-3 0 0,1 8 0,-2-2 0,4-2 0,-3 2 0,3-8 0,2 2 0,0-4 0,0-1 0,7-7 0,7-1 0,5-2 0,4-4 0,7-8 0,-1-1 0,-2-8 0,1 1 0,-1-5 0,2-5 0,3-5 0,-5-7 0</inkml:trace>
  <inkml:trace contextRef="#ctx0" brushRef="#br0" timeOffset="13">26346 9456 8912,'2'-11'0,"2"-1"0,2-1 0,0 0 0,1 1 0,-5 6 0,4 14 0,-4 9 0,-2 10 0,0 5 0,0 5 0,0 3 0,0 6 0,-8-2 0,-1 0 0,-3-1 0,1 1 0,-1-5 0,-3 1 0,4-4 0,-12-9 0,3-2 0</inkml:trace>
  <inkml:trace contextRef="#ctx0" brushRef="#br0" timeOffset="14">27121 9422 8912,'0'-17'0,"0"-1"0,0 1 0,0 0 0,0 0 0,0 0 0,0 7 0,0 24 0,0 16 0,0 10 0,0-2 0,0 4 0,0-1 0,0-1 0,0 6 0,-2-6 0,-2-2 0,-2-2 0,1-9 0,5-4 0,0 2 0,0-2 0,0-8 0,0-17 0,0-15 0,0-8 0,0-9 0,0-9 0,0 0 0,0-5 0,0-4 0,0 10 0,0-9 0,0 10 0,0 1 0,5 4 0,1 2 0,6 1 0,-7 5 0,3 3 0,-2 8 0,-2 7 0,7 4 0,-5-1 0,5 1 0,-5 2 0,5 8 0,1 4 0,-3 1 0,7 3 0,-5 5 0,-1 8 0,-1 3 0,1 5 0,-1 1 0,-5 0 0,2 1 0,2 1 0,-3 4 0,3-2 0,-2 8 0,-4-7 0,3 1 0,-3-4 0,-2-2 0,6-5 0,0 0 0,0-14 0,-6 2 0,0-9 0,0 3 0,0-9 0,0-2 0,0-8 0,-2-11 0,-2-4 0,-2-5 0,-7-5 0,3-1 0</inkml:trace>
  <inkml:trace contextRef="#ctx0" brushRef="#br0" timeOffset="15">27018 9611 8912,'-18'0'0,"3"2"0,4 4 0,3-4 0,10 3 0,6-9 0,9-1 0,13-3 0,11 2 0,4-1 0,-4-5 0,-1-1 0,-6 7 0,1-7 0,-1 1 0,0-3 0,1-2 0</inkml:trace>
  <inkml:trace contextRef="#ctx0" brushRef="#br0" timeOffset="16">27517 9336 8912,'0'-12'0,"0"1"0,0 7 0,0-2 0,0 12 0,0 6 0,0 11 0,0 5 0,-6 7 0,0 5 0,2 6 0,2 3 0,2-3 0,0 0 0,2-2 0,4 2 0,-2 0 0,7-12 0,-1 2 0,1-13 0,5-8 0,-5-9 0,5-4 0,8-2 0,3 0 0</inkml:trace>
  <inkml:trace contextRef="#ctx0" brushRef="#br0" timeOffset="17">27861 9319 8912,'-6'-12'0,"0"1"0,-1 7 0,1-2 0,2 6 0,-7 6 0,5 11 0,-6 12 0,7 9 0,-7 2 0,8 6 0,-1-6 0,3 8 0,2-2 0,0 1 0,0-1 0,2-4 0,3-7 0,-1-7 0,8-1 0,1-2 0,2-4 0,3-10 0,-1-5 0,2-4 0,2-2 0,2-2 0,-2-4 0,-2-3 0,-2-8 0,-1-1 0,-5 1 0,2-2 0,-7-4 0,0 2 0,-6-7 0,0 7 0,0-2 0,0-2 0,0 2 0,0 6 0,0 5 0,-8 8 0,4-3 0,-7 7 0,5 2 0,-3 3 0,1 7 0,4 3 0,-3 2 0,1 1 0,2-1 0,2 0 0,2 0 0,0 0 0,0 1 0,0-1 0,8-6 0,3 1 0,5-7 0,1 7 0,0-8 0,0 3 0,0-1 0,1 0 0,-1 1 0,0-1 0,0-4 0,0 4 0,1 3 0,-1 1 0,0-1 0,-7 7 0,5-7 0,-13 8 0,4 1 0,-5-9 0,-8-1 0,-3-8 0</inkml:trace>
  <inkml:trace contextRef="#ctx0" brushRef="#br0" timeOffset="18">27603 9749 8912,'-25'-8'0,"6"4"0,-4-7 0,11 5 0,8-4 0,8 3 0,15-7 0,16 3 0,11 3 0,17 2 0,2-1 0,13-1 0,-1 1 0,-5-1 0,-1-13 0,-2 2 0</inkml:trace>
  <inkml:trace contextRef="#ctx0" brushRef="#br0" timeOffset="19">28429 9577 8912,'-17'0'0,"-1"0"0,1 0 0,8 0 0,1 1 0,8 5 0,0 4 0,0 7 0,0 0 0,0 0 0,6 6 0,-1 0 0,7 6 0,-6-6 0,-1 0 0,-5-6 0,0 6 0,0 0 0,0-6 0,0-6 0,0 1 0,0-3 0,0-1 0,0-12 0,0-5 0,2-10 0,4-6 0,5-6 0,7-1 0,5-3 0,1 1 0,5 0 0,2-1 0,-8 1 0,5 7 0,-5 4 0,6 4 0,-6 2 0,0 5 0,-6 1 0,0 7 0,0-2 0,1 12 0,-1 7 0,0 7 0,0 2 0,-3 3 0,3-2 0,-4-4 0,10 4 0,4-6 0,2-3 0,3-5 0,3-1 0,-1-2 0,0-6 0,1-6 0,-1 0 0,-1-7 0,-5 1 0,-3-5 0,-7-4 0,-1-2 0,-8 0 0,-3 6 0,-12 2 0,-5 3 0,-4-1 0,-3 7 0,-1 1 0,-4 5 0,2 0 0,-7 0 0,5 0 0,-6 0 0,6 7 0,-6 5 0,8 3 0,-2 0 0,4-1 0,2-3 0,2 1 0,1 3 0,5-2 0,1-1 0,2-1 0,6 1 0,2-3 0,4-1 0,5-4 0,11-4 0,0-6 0,9-4 0,-2-7 0,3 6 0,3-1 0,-7 1 0,1-6 0,-8 1 0,2 5 0,-4 1 0,-2 5 0,1 3 0,-1-4 0,-8 6 0,-3 6 0,-4 3 0,-2 8 0,0 6 0,0 0 0,0 0 0,0-6 0,0 1 0,0-1 0,0 8 0,6-6 0,-1 4 0,9-12 0,-3-5 0,12-12 0,4-3 0</inkml:trace>
  <inkml:trace contextRef="#ctx0" brushRef="#br0" timeOffset="20">29496 9181 8912,'0'-27'0,"-6"3"0,0 6 0,0 9 0,5 3 0,-3 12 0,-2 5 0,-5 20 0,3 9 0,-2 8 0,-3 3 0,3 7 0,-1-1 0,7 6 0,-4-4 0,3 0 0,-1 1 0,0-5 0,6-9 0,2-4 0,4-8 0,3-7 0,9-4 0,-1-12 0,0-5 0,2-12 0,2-5 0,2-4 0,-2-3 0,0-4 0,2-1 0,-4-8 0,4 2 0,-4-3 0,-1-2 0,-1 5 0,0 0 0,-6 8 0,1-2 0,-6 10 0,5 1 0,-7 9 0,6-3 0,-7 14 0,3 9 0,-2 9 0,-2 1 0,-2 2 0,0 0 0,0-3 0,0 7 0,0-6 0,0-1 0,0-3 0,0-4 0,0-2 0,2-5 0,3-1 0,5-7 0,7-11 0,0-13 0</inkml:trace>
  <inkml:trace contextRef="#ctx0" brushRef="#br0" timeOffset="21">29840 9250 8912,'-21'-2'0,"0"-2"0,0-2 0,13 1 0,-7 7 0,15 3 0,2-3 0,3 4 0,7 2 0,11-3 0,-4 1 0,4-6 0,-4 0 0,-2 0 0,0 0 0,1 0 0,-1 8 0,0 1 0</inkml:trace>
  <inkml:trace contextRef="#ctx0" brushRef="#br0" timeOffset="22">29169 9800 8912,'-27'0'0,"2"0"0,8 0 0,9-2 0,8-2 0,14-3 0,12-3 0,20 1 0,23-3 0,2-3 0,9 3 0,-7-9-295,1-2 1,12-7-1,2 3 1</inkml:trace>
  <inkml:trace contextRef="#ctx0" brushRef="#br0" timeOffset="23">30236 9542 8912,'-18'0'0,"1"0"0,0 0 0,6 2 0,1 4 0,2 7 0,5 8 0,1-2 0,2 4 0,0 2 0,0 0 0,0 0 0,0 0 0,2-2 0,3-6 0,-1 0 0,8 0 0,-7-2 0,7-3 0,-1 3 0,6-13 0,1 4 0,-3-6 0,-4-6 0,5-9 0,-5-8 0,-1-8 0,1 3 0,3-5 0,1-1 0,-4-1 0,1 1 0,-3 5 0,3 1 0,1 7 0,-5-2 0,0 4 0,-1 1 0,1 9 0,-2 3 0,-5 8 0,5 8 0,-4 9 0,-2 6 0,6 5 0,0 10 0,5-3 0,-5 3 0,13-10 0,-2-1 0,6-8 0,0 2 0,6-6 0,11-6 0,-2-3 0,8-8 0,-2-8 0,2-3 0,-4-6 0,-8-6 0,1-6 0,-1-3 0,-3-3 0,-8 1 0,-2 0 0,-15-1 0,-1 8 0,-7 5 0,-3 4 0,-7 7 0,-5 3 0,-6 8 0,-2 10 0,-5 7 0,1 10 0,-2 5 0,6 8 0,2 0 0,6 2 0,6-1 0,-3-5 0,9 4 0,3-6 0,13-5 0,8-4 0,16-8 0,9-2 0,7-3 0,1-5 0,15-14 0,-6-3 0</inkml:trace>
  <inkml:trace contextRef="#ctx0" brushRef="#br0" timeOffset="24">28738 10505 8912,'-7'-23'0,"-3"0"0,-3 4 0,-2 6 0,-5 7 0,-1 4 0,-5 4 0,-9 4 0,1 5 0,-8 10 0,2 6 0,-1 5 0,-6-1 0,3 11 0,0 0 0,4 4 0,5-2 0,6 2 0,-1-6 0,7 6 0,4-1 0,5-1 0,7 4 0,7-6 0,2 2 0,3 4 0,7-6 0,11-4 0,6-7 0,3-8 0,10-6 0,4-6 0,4-7 0,1-8 0,9-13 0,1-10 0</inkml:trace>
  <inkml:trace contextRef="#ctx0" brushRef="#br0" timeOffset="25">28893 10832 8912,'-17'-8'0,"6"4"0,-1-7 0,1 5 0,-6-5 0,-1 7 0,1-2 0,0 4 0,0 2 0,-1 2 0,1 4 0,2 3 0,4 8 0,-3 6 0,8 0 0,-1 8 0,3-4 0,-2 1 0,2 1 0,2-2 0,2 1 0,0 3 0,0-8 0,2 0 0,4-6 0,4-7 0,7-5 0,2-12 0,2-9 0,2-7 0,-2-3 0,-2-9 0,-2-5 0,6 0 0,0 6 0,-6-6 0,-5-1 0,-3-1 0,3 2 0,1 4 0,-7-4 0,0 11 0,-6 6 0,0-3 0,0 6 0,0 3 0,0 12 0,0 12 0,0 8 0,0 6 0,0 8 0,0-6 0,0 8 0,0-3 0,0-1 0,0 2 0,0-6 0,0 5 0,0-7 0,2 4 0,2-2 0,1 0 0,3-6 0,-2-5 0,3-3 0,8 3 0,1-7 0,-1-3 0,2-2 0,4 0 0,-4-6 0,4 1 0,-4-9 0,-2 3 0,-1-4 0,-5-3 0,-1 1 0,-5 0 0,-3 0 0,4 0 0,-6 5 0,-6 1 0,2 7 0,-7-2 0,-2 6 0,-8 6 0,-4 7 0,-2 8 0,6 0 0,-2 8 0,10 0 0,1 5 0,8 0 0,-1 1 0,5-1 0,5 1 0,14-9 0,16-3 0,7-6 0,9-5 0,7-4 0,-1-8 0,1-16 0,-7-7 0,1-15 0,-1-6 0</inkml:trace>
  <inkml:trace contextRef="#ctx0" brushRef="#br0" timeOffset="26">29771 10625 8912,'-19'-17'0,"-2"0"0,-2 0 0,2 0 0,2 7 0,2 4 0,5 4 0,1 2 0,1 8 0,-1 4 0,3 10 0,8 7 0,-6 5 0,0 7 0,1-5 0,5 4 0,0 2 0,0-2 0,0 2 0,-2-4 0,-2 2 0,-2-1 0,1 3 0,5-2 0,-2 0 0,-4-6 0,-4-7 0,-7-4 0,0-4 0,0-2 0,-1 1 0</inkml:trace>
  <inkml:trace contextRef="#ctx0" brushRef="#br0" timeOffset="27">29375 11004 8912,'-11'-18'0,"1"1"0,3 0 0,1 0 0,8 2 0,3 3 0,13-1 0,10 7 0,7-2 0,5 3 0,10 1 0,7-6 0,-2 3 0,-1 3 0,3 2 0,1 2 0,-3 0 0,-9 0 0,-6 0 0,-11 0 0,1 0 0,-7 0 0,0 0 0,-13 8 0,-4-5 0,-12 9 0,2-8 0,-7 1 0,-1-3 0,-5-2 0,-6 0 0,0 0 0,0 0 0,-2 0 0,6 0 0,-4 0 0,-2 2 0,2 4 0,0-2 0,6 7 0,0-5 0,0 5 0,0 3 0,1-5 0,5 3 0,3-8 0,8 11 0,2-7 0,4 3 0,9-3 0,8-8 0,8 0 0,-3 0 0,-1-6 0,0-2 0,-2 1 0,-4-1 0,-2 0 0,-2 3 0,0 3 0,1-14 0,-7 14 0,0-3 0,-7 3 0,4 2 0,-8 2 0,0 3 0,0 5 0,0 7 0,0 0 0,0-5 0,0-1 0,0 3 0,2-1 0,4-1 0,-3-5 0,9-7 0,-6 6 0,5 0 0,1-1 0,5-5 0,0 0 0,0 0 0,-5-5 0,-1-1 0,1-7 0,5 1 0,0-3 0,0-2 0,-5 5 0,-1 1 0,-5-1 0,5-5 0,-5 6 0,6-1 0,-9 1 0,3-7 0,-4 7 0,-2 0 0,0 7 0,0-4 0,0 16 0,0 3 0,-6 4 0,1 3 0,-1-1 0,6 0 0,0 0 0,0 0 0,0 1 0,0-1 0,2-6 0,3 1 0,-1-8 0,8 1 0,-1-3 0,6-2 0,1 0 0,-1-2 0,0-3 0,0-5 0,1-7 0,-7 0 0,0-1 0,-1-1 0,1-4 0,-1 4 0,-4-4 0,-4 10 0,3 2 0,-3-1 0,-2 3 0,0 1 0,0 10 0,0 4 0,0 3 0,0 8 0,0 0 0,0 1 0,0-1 0,0 0 0,8 0 0,2-1 0,7-5 0,-6 2 0,1-7 0,1-2 0,2-2 0,-3-2 0,-1 0 0,1 0 0,5 0 0,0-8 0,0-1 0,1-9 0,-1 1 0</inkml:trace>
  <inkml:trace contextRef="#ctx0" brushRef="#br0" timeOffset="28">30821 10643 8912,'-10'-8'0,"-3"-2"0,7-7 0,-5 0 0,5 0 0,-8 7 0,13 3 0,-7 14 0,8 5 0,0 11 0,0 5 0,0 10 0,0 3 0,0 4 0,0-3 0,0 2 0,0 4 0,0-6 0,0-2 0,0-3 0,0-3 0,6-2 0,-1-3 0,9-4 0,-3-8 0,5-2 0,1-3 0,0-4 0,0-8 0,0-10 0,1-7 0,-1-2 0,0-10 0,8-7 0,2-8 0</inkml:trace>
  <inkml:trace contextRef="#ctx0" brushRef="#br0" timeOffset="29">31148 10574 8912,'9'-35'0,"-3"1"0,-4 7 0,-2 4 0,0 4 0,-8 10 0,-3 3 0,1 14 0,-1 9 0,-1 4 0,-3 11 0,2 6 0,1 5 0,6-3 0,-5 5 0,7 5 0,-2 2 0,-1 3 0,1-9 0,2 2 0,2-2 0,10 7 0,3-7 0,7 0 0,5-12 0,-4 1 0,4-3 0,-4-3 0,-2-6 0,0-12 0,0-5 0,-5-4 0,-1-2 0,-7-16 0,4-3 0</inkml:trace>
  <inkml:trace contextRef="#ctx0" brushRef="#br0" timeOffset="30">30993 10952 8912,'0'-17'0,"-8"0"0,8 7 0,0 4 0,10 4 0,13 2 0,11-5 0,14-3 0,9 0 0,12 1 0,0-5 0,5 7 0,-5-7 0,-6 6 0,-3-7 0,-9 2 0,-7-5 0,-2-1 0</inkml:trace>
  <inkml:trace contextRef="#ctx0" brushRef="#br0" timeOffset="31">31543 10178 8912,'-17'0'0,"6"-7"0,-1-5 0,9 3 0,-1-1 0,8 2 0,15 5 0,15 8 0,10 7 0,13 11 0,-5 13 0,0 16 0,-3 11 0,-12 19 0,-22-35 0,-4 3 0,-2 5 0,-4 1 0,-4 7 0,-2 2-334,-4 3 1,-2 2 0,-2 3-1,-3 1 334,-7 6 0,-2 0 0,3-8 0,-2-2 0,-2-1 0,-2-1 0,2-8 0,-2-1 0,-2-4 0,1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078"/>
    </inkml:context>
    <inkml:brush xml:id="br0">
      <inkml:brushProperty name="width" value="0.05292" units="cm"/>
      <inkml:brushProperty name="height" value="0.05292" units="cm"/>
    </inkml:brush>
  </inkml:definitions>
  <inkml:trace contextRef="#ctx0" brushRef="#br0">16348 10299 8912,'-17'9'0,"0"-1"0,0-8 0,-1 0 0,1 0 0,0 0 0,7-2 0,5-4 0,3 4 0,4-5 0,3 7 0,5 2 0,7 3 0,-2-1 0,-1 6 0,-3-1 0,3 1 0,7-4 0,2 5 0,2-7 0,-2 2 0,-2 1 0,7-1 0,1 0 0,5-6 0,1 0 0,-1 0 0,6 0 0,0 0 0,6 0 0,-5 0 0,1 0 0,-2 0 0,-4 0 0,4 0 0,4 0 0,0 0 0,0 0 0,-4 0 0,4-2 0,2-4 0,6 4 0,5-4 0,-1-3 0,7-3 0,-2 3 0,2-3 0,4 1 0,-6-6 0,0 1 0,-3 5 0,1-4 0,-2 3 0,6 3 0,-5-3 0,5 6 0,-6-5 0,6 7 0,-5-2 0,7-1 0,-4-1 0,2 1 0,0-1 0,0 0 0,6 3 0,6-3-201,-1-4 0,8-3 201,-1 4 0,-3 1 0,2-1 0,-1 1 0,-1-3 0,-7 3-60,-6 3 0,-4 1 60,2 6 0,-4 0 0,-7 0 0,-8 0 0,-4 0 0,-3 0 0,-1 0 0,2 0 0,2 0 0,0 0 0,-5 0 0,-5 0 0,5 0 0,-5 0 99,11 0 0,-5 0 1,-2 0-1,1 2-99,-1 3 0,6-3 62,0 4 1,1-4-63,-7-2 0,0 6 0,1-1 0,-1 1 0,1-6 0,-1 0 0,2 0 0,3 0 0,1 0 0,6 0 0,-6 0 0,2 0 0,-2 0 0,-2 0 0,6 0 0,0 0 0,0 0 0,-5 0 0,1 0 0,-2 0 0,2 0 0,-5 2 0,-1 4 0,0-4 0,-5 3 0,4-3 0,1-2 0,-2 0 0,-3 0 0,9 0 0,-3 0 0,5 0 0,0 0 0,-2-2 0,8-3 0,-6 3 0,4-4 0,0 4 0,0 2 0,-5 0 0,1 0 0,-4 0 0,-2 0 0,1 0 0,-1 0 0,-5 0 0,0 0 0,-6 0 0,3 0 0,3 0 0,4 0 0,-3 0 0,10 0 0,-1 0 0,1 0 0,-2 0 0,8 0 0,-2-6 0,2 1 0,-2-1 0,-6 6 0,2 0 0,-2 0 0,-1-2 0,-3-4 0,0 4 0,1-3 0,-1 3 0,1 2 0,-1 0 0,1-2 0,-1-2 0,0-2 0,1 1 0,-1 5 0,1 0 0,-1 0 0,6 0 0,0-2 0,1-2 0,1-2 0,-6 0 0,4 6 0,-9 0 0,-3 0 0,1 0 0,5 0 0,-1 0 0,-4 0 0,3-2 0,-5-1 0,2-3 0,-1 2 0,-1 2 0,2 2 0,3 0 0,-3 0 0,3 0 0,3 0 0,-1 0 0,1 0 0,-1 0 0,1-2 0,1-2 0,4-1 0,-4-1 0,4 6 0,-9 0 0,-2 0 0,-1 0 0,5 0 0,-2 0 0,-3 0 0,-5-6 0,6 1 0,-6-1 0,5 6 0,-6 0 0,0 0 0,3 0 0,-2 0 0,2 0 0,-2 0 0,-2 0 0,6 0 0,-2 0 0,-4 0 0,6 0 0,1 0 0,-1 0 0,2 0 0,-3 0 0,3 0 0,4-2 0,-5-2 0,3-2 0,-2 3 0,-3 1 0,-3 2 0,-4 0 0,4 0 0,2 0 0,-2 0 0,6 0 0,-4 0 0,0 0 0,-1 0 0,7 0 0,-2 0 0,1-6 0,-1 0 0,3 0 0,-3 6 0,2 0 0,-1 0 0,-3 0 0,-2 0 0,6 0 0,-3 0 0,-1 0 0,0 0 0,-2 0 0,-4 0 0,-2 0 0,-2 0 0,2 0 0,4 0 0,-4-1 0,4-5 0,-2 4 0,0-4 0,4 4 0,2 2 0,-4 0 0,5 0 0,1 0 0,6 0 0,-1 0 0,0 0 0,-1 0 0,-4 0 0,7 0 0,-6 0 0,-1-2 0,-2-3 0,4 3 0,-3-4 0,-1 4 0,2 2 0,-6 0 0,5 0 0,-1 0 0,4 0 0,-3 0 0,3 0 0,-4-2 0,1-4 0,1 5 0,5-5 0,1 4 0,-1 2 0,-1 0 0,-5 0 0,3 0 0,-8 0 0,8 0 0,-3 0 0,-1 0 0,2 0 0,-8 0 0,4 0 0,-1 0 0,5 0 0,-2 0 0,2 0 0,-6-2 0,5-4 0,-5 4 0,6-3 0,-2 3 0,1 2 0,3 0 0,-8 0 0,7 0 0,-3 0 0,2 0 0,0 0 0,-6 5 0,5 1 0,1 0 0,5-6 0,-5 0 0,0 0 0,1 0 0,3 0 0,-1 0 0,-3 0 0,3 0 0,-3 0 0,-2 0 0,2 0 0,-3 0 0,3 0 0,4 0 0,-7 0 0,3 0 0,0 0 0,-8 0 0,2 0 0,2 0 0,-3 0 0,9 0 0,-2 0 0,-3-2 0,1-2 0,0-2 0,0 3 0,1 1 0,7 2 0,-3 0 0,-3 0 0,2-6 0,-8 0 0,7 0 0,-3 6 0,0 0 0,-4 0 0,2-1 0,-3-5 0,7 4 0,-6-4 0,2 4 0,-2 2 0,-4 0 0,6 0 0,0-2 0,3-3 0,-1 3 0,2-4 0,-2 4 0,1 2 0,5-6 0,-4 1 0,1-1 0,1 6 0,-3 0 0,3 0 0,-4-2 0,1-4 0,1 4 0,6-3 0,-7 3 0,1 0 0,1-2 0,3-2 0,0 1 0,-5 5 0,5 0 0,-5 0 0,5-6 0,1 0 0,1 2 0,-1 2 0,1 2 0,-1 0 0,0 0 0,1 0 0,-1-5 0,1-1 0,-7 0 0,1 6 0,0 0 0,-3 0 0,5 0 0,-8 0 0,0-6 0,-6 1 0,0-1 0,1 6 0,-9 0 0,6-8 0,-13-1 0,6-3 0,-8 1 0,0 5 0,-2-3 0,-4 1 0,-9 2 0,-8 6 0,-15 0 0,9-15 0,-13-4 0</inkml:trace>
  <inkml:trace contextRef="#ctx0" brushRef="#br0" timeOffset="1">3665 10763 8912,'-11'0'0,"0"0"0,-3 0 0,-1 0 0,3 0 0,1 0 0,7 0 0,-4 0 0,10 0 0,4 0 0,-2 0 0,7 0 0,1 0 0,5 0 0,0 0 0,2 0 0,4 0 0,6 0 0,3 0 0,3 0 0,1 0 0,4 0 0,4-6 0,8 0 0,0-1 0,-1 3 0,1-2 0,-1 2 0,1 1 0,0-3 0,-6 4 0,0-4 0,-8 2 0,2-1 0,2 3 0,-2-4 0,-2 4 0,-1 2 0,3 0 0,0 0 0,8-6 0,-2 1 0,3-3 0,3 2 0,0 4 0,-1-3 0,1 3 0,0 2 0,-7-6 0,1 0 0,-7 1 0,1 5 0,2 0 0,-2 0 0,0 0 0,-5 0 0,-1 0 0,0 0 0,7 0 0,-1 0 0,0 0 0,2 0 0,0 0 0,4 0 0,7 0 0,-7 0 0,8-2 0,-8-4 0,-2 2 0,2-5 0,-1 1 0,-1 4 0,-2 0 0,-7-1 0,-1 3 0,1-4 0,-1 4 0,1 2 0,-9-6 0,-1 1 0,-2 1 0,0 2 0,0 2 0,-6 0 0,0 0 0,1 0 0,-1 0 0,0 0 0,0-8 0,1 6 0,-1-3 0,-6 3 0,1 2 0,1 0 0,2-8 0,3 6 0,-1-6 0,-8 8 0,1 0 0,-4 0 0,-4 0 0,5 0 0,-7 0 0,0 0 0,-7 0 0,-3 0 0,-7 0 0,-23 8 0,-6 2 0</inkml:trace>
  <inkml:trace contextRef="#ctx0" brushRef="#br0" timeOffset="2">20995 10264 8912,'-18'-2'0,"1"-1"0,2-5 0,1 0 0,3 1 0,7 1 0,-2 6 0,12 0 0,4 0 0,7 0 0,-6 6 0,-1 1 0,0 1 0,-1 0 0,-3 5 0,5-2 0,-7 5 0,2 1 0,-4 0 0,-2 2 0,0 4 0,0 6 0,0 3 0,0 3 0,-2-1 0,-4 0 0,-3 8 0,-9 4 0,1 2 0,0-2 0,-6 2 0,0-8 0,-2 2 0,2-2 0,2-4 0,-7 4 0,5-3 0,-4-3 0,0 0 0,0 1 0,1-3 0,-3-3 0,-4-2 0,5-4 0,-12-2 0,-6 7 0,0-7 0,-6 2 0,4-2 0,-11 0 0,0 2 0,-4-2 0,1 0 0,-1 2 0,10-4 0,1 4 0,1-4 0,5-2 0,-2 1 0,2-1 0,4 0 0,8 0 0,-3 0 0,-3 1 0,2-1 0,-8 0 0,6 0 0,-6 0 0,0 1 0,-6-1 0,8 0 0,4 0 0,-2 6 0,2 0 0,-6 0 0,6-6 0,0 0 0,-2 0 0,5-1 0,-3-5 0,4 3 0,1-9 0,-1 9 0,-4-3 0,2-1 0,-6-1 0,0 1 0,0-1 0,0 1 0,-2 1 0,2 3 0,4-9 0,2 3 0,-8-2 0,6-2 0,-6 7 0,6-7 0,-6 2 0,5 1 0,-4-1 0,1 6 0,-2-7 0,4 1 0,0 2 0,5-1 0,-3 5 0,-2 3 0,2-4 0,0 3 0,5-3 0,3 3 0,3-9 0,2 7 0,6-6 0,0-1 0,6 3 0,-2-6 0,5 4 0,5-4 0,-9-2 0,14 0 0,-5 0 0,7 0 0,0 0 0,7 0 0,3-2 0,7-4 0,0 2 0,1-7 0,-1-1 0,0-13 0,0-1 0</inkml:trace>
  <inkml:trace contextRef="#ctx0" brushRef="#br0" timeOffset="3">18000 11623 8912,'-9'-2'0,"1"-2"0,0-2 0,7-2 0,-7 5 0,0-3 0,4 0 0,-7 6 0,-2 0 0,3 0 0,-2 0 0,1 2 0,-8 4 0,-4 5 0,-6 5 0,1 3 0,-7 4 0,5-2 0,-11 7 0,-3 3 0,-1 9 0,1-4 0,0 4 0,2-3 0,3-3 0,3-5 0,2-1 0,13-5 0,3 6 0,7-14 0,-1 2 0,5-3 0,7 3 0,2-2 0,3-3 0,-1-3 0,8-3 0,-7-4 0,7 4 0,-8 3 0,1 3 0,3-3 0,-2 3 0,5-7 0,-5 7 0,5-6 0,-5 5 0,8-5 0,-3 3 0,4 1 0,3-1 0,-1-3 0,0 6 0,0-7 0,0 5 0,3-2 0,2-5 0,-2 5 0,3-2 0,1 5 0,-1-5 0,6 5 0,-6-5 0,2 6 0,-2-7 0,-2 3 0,8-2 0,-8-4 0,1 3 0,5-1 0,0 0 0,4 2 0,3-2 0,-11-3 0,25-1 0,-12 0 0</inkml:trace>
  <inkml:trace contextRef="#ctx0" brushRef="#br0" timeOffset="4">6402 14889 8912,'-6'-23'0,"-2"0"0,1 2 0,-1 2 0,4 0 0,2-4 0,2 4 0,0-4 0,0 4 0,0 2 0,2 0 0,4 0 0,-2 7 0,7 4 0,-7 4 0,4 12 0,-8 7 0,0 10 0,0 11 0,0 6 0,0 6 0,-2-3 0,-4 11 0,4 1 0,-4-2 0,4 1 0,2-9 0,0-3 0,0-6 0,2-3 0,4-3 0,6-7 0,10-4 0,0-12 0,6-5 0,1-4 0,5-2 0,1-2 0,-3-4 0,-3-5 0,-6-5 0,-4-1 0,-2 0 0</inkml:trace>
  <inkml:trace contextRef="#ctx0" brushRef="#br0" timeOffset="5">6384 15199 8912,'-17'-8'0,"8"-1"0,3-9 0,12 1 0,11 0 0,12 0 0,5 0 0,6-1 0,4 1 0,0 0 0,-2 0 0,-7 0 0,-1-1 0,-7 1 0,-2 0 0</inkml:trace>
  <inkml:trace contextRef="#ctx0" brushRef="#br0" timeOffset="6">6453 14889 8912,'-27'0'0,"3"0"0,6 0 0,9-2 0,3-3 0,8 1 0,10-8 0,14-1 0,20-10 0,12 4 0,5-4 0,4-4 0,1-1 0,9-5 0,1-1 0</inkml:trace>
  <inkml:trace contextRef="#ctx0" brushRef="#br0" timeOffset="7">7383 14477 8912,'-18'0'0,"-1"0"0,-2 0 0,-2 0 0,-7-6 0,1 0 0,-2 2 0,3 2 0,-3 2 0,8 0 0,0 0 0,6 0 0,2 10 0,3 7 0,-1 8 0,7 11 0,4 4 0,6 6 0,0 10 0,7 1 0,7 6 0,4-6 0,7 1 0,-6-7 0,6 5 0,-6-5 0,-6-1 0,-6-10 0,-7-4 0,2 4 0,-4-11 0,-10-4 0,-1-8 0</inkml:trace>
  <inkml:trace contextRef="#ctx0" brushRef="#br0" timeOffset="8">6970 15078 8912,'-8'-24'0,"4"4"0,-7-2 0,7 2 0,-2 3 0,6 2 0,6 2 0,7 1 0,8-1 0,14-1 0,10 3 0,5-4 0,2 3 0,1-1 0,5 1 0,3-5 0,8 0-363,-8 0 0,13-23 0,-3 3 0</inkml:trace>
  <inkml:trace contextRef="#ctx0" brushRef="#br0" timeOffset="9">7968 14339 8912,'-35'-17'0,"7"0"0,-1 0 0,0 7 0,-5 4 0,5 4 0,2 4 0,4 4 0,8 5 0,5 10 0,10 2 0,0 8 0,2-2 0,4 5 0,6 6 0,3-2 0,2 8 0,0 0 0,1 6 0,-1-1 0,0 1 0,-2-1 0,-3 1 0,-3-1 0,-3 1 0,-4-2 0,4-4 0,-10 1 0,-6-8 0,-5-7 0,-6-5 0,-13-10 0</inkml:trace>
  <inkml:trace contextRef="#ctx0" brushRef="#br0" timeOffset="10">7606 14924 8912,'-6'-27'0,"1"4"0,1 4 0,2 2 0,2-1 0,2 1 0,4 0 0,7 6 0,16-1 0,3 8 0,18-3 0,5 1 0,5 0 0,1-1 0,2 1 0,4-11 0,-6-10 0</inkml:trace>
  <inkml:trace contextRef="#ctx0" brushRef="#br0" timeOffset="11">8277 14735 8912,'-11'0'0,"-1"0"0,1 0 0,-1 0 0,1 0 0,7 0 0,-3 0 0,8 0 0,5 0 0,4 0 0,7 0 0,6-8 0,0-2 0,-2-1 0,-2-1 0,-2 7 0,0-5 0,-1 1 0,-5-1 0,-1 4 0,-6-5 0,1-3 0,-1 7 0,-10 1 0,3 4 0,-9 4 0,-1 4 0,-3 5 0,-1 5 0,0 1 0,2 8 0,3 1 0,6 3 0,5 0 0,1-3 0,0 3 0,15 2 0,8-8 0,9-1 0,8-4 0,8-3 0,8-4 0,3-3 0,4-8 0,-6-8 0,-9-5 0,-6-6 0,-5-4 0,-1 0 0,-13 6 0,-2-6 0,-10 0 0,3 0 0,-8 6 0,-1 0 0,-5 0 0,-2-1 0,-3 1 0,-5 0 0,-7 2 0,0 3 0,-1 5 0,1 7 0,0 7 0,2 7 0,3 5 0,7 4 0,3 7 0,2-1 0,0 3 0,0 3 0,0-1 0,0 0 0,2-1 0,3-4 0,3 1 0,3-7 0,10-2 0,-3-9 0,3-3 0,-4-3 0,8-6 0,3 0 0,5-10 0,1-13 0,3 2 0,3-7 0,-4-7 0,2-5 0,-7 0 0,-8-2 0,2 4 0,-2-8 0,-8 0 0,-9-5 0,-4 1 0,-2 4 0,0 2 0,0 4 0,-2 11 0,-4 3 0,-5 10 0,3 9 0,0 9 0,8 5 0,0 10 0,0 10 0,0 8 0,0 5 0,0 2 0,0 4 0,0 3 0,0-3 0,2-2 0,4 2 0,-2-6 0,7 6 0,1-14 0,7 3 0,2-5 0,2-3 0,0-2 0,-6-8 0,0-2 0,0-3 0,1-5 0,-1-7 0</inkml:trace>
  <inkml:trace contextRef="#ctx0" brushRef="#br0" timeOffset="12">9379 14769 8912,'-25'0'0,"6"0"0,-4 0 0,4 0 0,9 0 0,12 0 0,17-2 0,14-2 0,11-2 0,21-7 0,9 2 0,12-7-759,-38 7 1,2-1 758,2 0 0,1-2 0,7-6 0,0-2 0,1 0 0,-1 0 0</inkml:trace>
  <inkml:trace contextRef="#ctx0" brushRef="#br0" timeOffset="13">11048 14838 8912,'-17'0'0,"0"-2"0,-1-2 0,1-2 0,0 2 0,0 2 0,0 2 0,-1 2 0,1 4 0,8 4 0,3 7 0,4 2 0,2 4 0,8-2 0,3 6 0,4-3 0,3-2 0,4-3 0,3-2 0,0-2 0,0-3 0,4-5 0,-6-7 0,2-2 0,-4-3 0,0-7 0,-6-3 0,-4-2 0,-7-2 0,2-4 0,-2-6 0,-12-2 0,-9 3 0,-2-5 0,-10 6 0,-2-1 0,-1-1 0,-1 8 0,5-2 0,-5 12 0,5 5 0,1 4 0,-2 2 0,16 10 0,1 7 0,10 2 0,8 10 0,11-1 0,10 7 0</inkml:trace>
  <inkml:trace contextRef="#ctx0" brushRef="#br0" timeOffset="14">12046 14511 8912,'10'-34'0,"-3"-1"0,-7 1 0,-7-1 0,-5 1 0,-5 7 0,-4 6 0,-4 6 0,-2 4 0,-1 7 0,-7-2 0,3 12 0,3 5 0,4 12 0,8 6 0,5 5 0,1 6 0,7 4 0,-2 8 0,5 1 0,1 5 0,0-3 0,1 6 0,3-2 0,2-3 0,5-3 0,-5-1 0,6-1 0,-7 1 0,7-8 0,-6-4 0,-1-11 0,3-12 0,2-9 0</inkml:trace>
  <inkml:trace contextRef="#ctx0" brushRef="#br0" timeOffset="15">11650 14872 8912,'-15'-17'0,"2"0"0,1-1 0,10 9 0,4 3 0,13 4 0,12 2 0,13 0 0,12-5 0,11-1 0,19-8 0,12 3 0,-42 5 0,1-3 0,3-6 0,1-3 0,3 0 0,0 0 0</inkml:trace>
  <inkml:trace contextRef="#ctx0" brushRef="#br0" timeOffset="16">13337 14769 8912,'-19'0'0,"-2"0"0,-2 0 0,2 0 0,1 0 0,1 0 0,-4 0 0,4 8 0,-4 5 0,2 8 0,-2 8 0,4 5 0,-2 6 0,6 6 0,3 4 0,9 1 0,-1-1 0,10-2 0,11-3 0,8-12 0,11-1 0,4-5 0,6-6 0,4-9 0,1-7 0,3-5 0,1-7 0,3-10 0,-3-10 0,6-13 0,0-4 0</inkml:trace>
  <inkml:trace contextRef="#ctx0" brushRef="#br0" timeOffset="17">13905 14580 8912,'-18'0'0,"1"0"0,0 0 0,0 0 0,0 2 0,-1 5 0,1 11 0,-6 6 0,0 11 0,0 7 0,6 4 0,6 3 0,1 3 0,2-1 0,5 1 0,1-8 0,2-4 0,2 2 0,3-2 0,5-7 0,7-10 0,0-4 0,-5-10 0,-1-3 0,1-4 0,5-2 0,0-8 0,0-3 0,1-10 0,-1-2 0,0-6 0,0 4 0,0-1 0,1-5 0,-3 6 0,-4 2 0,5-2 0,-5 3 0,-1-1 0,1 5 0,-5 7 0,5 0 0,-5 7 0,6-2 0,-9 14 0,3 9 0,-2 0 0,2 6 0,-2 2 0,7-2 0,-1 0 0,3-6 0,-2 0 0,1-2 0,5-3 0,0-5 0,1-7 0,-1 0 0,0 0 0,-2-2 0,-1-3 0,-3-7 0,1 1 0,5-6 0,0 9 0,0-9 0,0 3 0,1-3 0,-7 0 0,1 0 0,-9 0 0,11-1 0,-8 1 0,-1 0 0,-12 2 0,-5 3 0,-3-1 0,-2 7 0,-3 2 0,-2 2 0,2 2 0,-3 0 0,4 0 0,2 0 0,0 0 0,0 0 0,7 2 0,4 4 0,5-4 0,-7 13 0,6-13 0,-6 6 0</inkml:trace>
  <inkml:trace contextRef="#ctx0" brushRef="#br0" timeOffset="18">14817 14838 8912,'-6'-12'0,"-2"3"0,-1 1 0,-5 4 0,-1 2 0,-2 2 0,0 0 0,-2 2 0,-3 4 0,0 5 0,-7 10 0,6 2 0,0 8 0,6-2 0,0 3 0,1 2 0,5-1 0,5-4 0,12 1 0,5-7 0,12 0 0,6-6 0,5-7 0,5-5 0,3-3 0,2-2 0,-4-2 0,6-3 0,-6-5 0,6-7 0,-8 0 0,12-16 0,-6-3 0</inkml:trace>
  <inkml:trace contextRef="#ctx0" brushRef="#br0" timeOffset="19">15195 14820 8912,'-27'0'0,"5"0"0,-3 0 0,0 0 0,-2 2 0,-4 4 0,7 9 0,1 8 0,4 8 0,3-2 0,5 1 0,5-1 0,6 3 0,6-3 0,5 1 0,12-1 0,6-4 0,9-10 0,2-3 0,-1-7 0,-3-3 0,-2-2 0,1-2 0,-1-3 0,-7-5 0,-4-7 0,-10-6 0,-3-2 0,-3-2 0,-3-3 0,-6 3 0,-9-2 0,-3 3 0,-14-3 0,-1-1 0,-5 7 0,-1 0 0,1 7 0,-1 5 0,1 5 0,2 4 0,3 2 0,6 2 0,11 4 0,5 3 0,7 9 0,7-9 0,18 7 0,12-7 0</inkml:trace>
  <inkml:trace contextRef="#ctx0" brushRef="#br0" timeOffset="20">15729 14477 8912,'-6'-12'0,"0"1"0,-1 7 0,1-2 0,2 4 0,-7 2 0,-1 2 0,-5 4 0,0 13 0,-1 15 0,1 10 0,0 6 0,6 3 0,-1 5 0,8-3 0,-1 8 0,5-7 0,5 1 0,12-5 0,12-7 0,9-5 0,3-11 0,8-6 0,3-11 0,7-5 0,10-7 0</inkml:trace>
  <inkml:trace contextRef="#ctx0" brushRef="#br0" timeOffset="21">16073 14872 8912,'-17'-17'0,"-6"2"0,0 3 0,-2-1 0,2 7 0,2 0 0,-8 8 0,-1 4 0,-3 5 0,-1 10 0,-1 2 0,9 6 0,3-6 0,5 7 0,7-1 0,3-4 0,8-2 0,4-4 0,8-4 0,11-1 0,7-3 0,5-7 0,-1 2 0,0-6 0,1-6 0,1 2 0,4-7 0,-9-3 0,3-9 0,-5 4 0,0-4 0,-6 2 0,-4-2 0,-2 4 0,0-4 0,-7 4 0,-5 2 0,3 6 0,-2-1 0,0 8 0,-14-3 0,-2 9 0,1 3 0,1 5 0,8 7 0,0 0 0,0 0 0,0 1 0,0-1 0,0 0 0,2 0 0,4-1 0,5-5 0,5 2 0,1-7 0,2 6 0,4-7 0,-4 1 0,4-6 0,-4-8 0,6-9 0,2-10 0</inkml:trace>
  <inkml:trace contextRef="#ctx0" brushRef="#br0" timeOffset="22">16710 14339 8912,'0'-23'0,"0"0"0,0 2 0,0 2 0,0 8 0,0-1 0,-8 8 0,-2 6 0,-7 15 0,2 10 0,3 6 0,-3 9 0,4 4 0,1 3 0,-1 3 0,7 5 0,-2 0 0,4 6 0,2-5 0,2-1 0,4-5 0,9-3 0,10-3 0,0-6 0,0-3 0,3-13 0,-5-6 0,8-9 0,-2-9 0,-5 0 0,-1 0 0,2-7 0,-2-5 0,6-5 0,-6-6 0,0 2 0,-6-8 0,-2 3 0,-1-3 0,-5 4 0,-1 0 0,-2 6 0,-6-4 0,0 4 0,0 8 0,0-1 0,-8 8 0,0 10 0,-3 11 0,-3 12 0,7 0 0,-1 3 0,0 2 0,3 1 0,5-1 0,7-5 0,5 0 0,5-3 0,6 3 0,10-10 0,7-7 0,7-9 0,-1 3 0,2-6 0,-2-6 0,-4 3 0,-7-9 0,-11-1 0,-6-10 0,-9 4 0,-9-4 0,-15-12 0,-4-1 0</inkml:trace>
  <inkml:trace contextRef="#ctx0" brushRef="#br0" timeOffset="23">16761 14786 8912,'-44'0'0,"2"0"0,8 0 0,13 0 0,4 0 0,15 0 0,7 0 0,22 6 0,25 0 0,9-5 0,14-12 0,3-8 0,8-15 0</inkml:trace>
  <inkml:trace contextRef="#ctx0" brushRef="#br0" timeOffset="24">18430 14752 8912,'-15'-2'0,"2"-2"0,1-2 0,1 1 0,1-3 0,5 4 0,12-7 0,12-3 0,14-1 0,11-2 0,11 0 0,5-1 0,1 1 0,6 0 0,1 0 0,3 7 0,-13 5 0,-3 3 0,-9 9 0,-4 3 0</inkml:trace>
  <inkml:trace contextRef="#ctx0" brushRef="#br0" timeOffset="25">18517 15164 8912,'-18'10'0,"1"5"0,0-5 0,7-1 0,5-3 0,14-12 0,14-5 0,15-4 0,20-10 0,11-4 0,7-9-457,10-2 1,2 0 456,-42 22 0,0 1 0,42-17 0,2 1 0,-6 3 0,-4 1 0,0-7 0,6-8 0</inkml:trace>
  <inkml:trace contextRef="#ctx0" brushRef="#br0" timeOffset="26">19910 14494 8912,'-26'0'0,"-7"0"0,4 0 0,-9 9 0,-2 9 0,-8 10 0,2 18 0,-1 11 0,1 8 0,7 4 0,17 0 0,6-6 0,16 0 0,16-10 0,6-1 0,19-16 0,10-13 0,9-11 0,8-7 0,-1-5 0,-4-5 0,-3-7 0,-9-11 0,1-5 0,0-12 0,-10-2 0,-8-4 0,-9-10 0,-14 5 0,-11-5 0,-11 5 0,-20-1 0,-9 1 0,-10 1 0,-7 4 0,-10 6 0,-7 11 0,-1 6 0,6 12 0,2 5 0,4 12 0,4 13 0,7 15 0,8 1 0,2 7 0</inkml:trace>
  <inkml:trace contextRef="#ctx0" brushRef="#br0" timeOffset="27">6815 16265 8912,'-6'-17'0,"0"-1"0,2 1 0,2 0 0,2 0 0,0-2 0,0-4 0,0 4 0,2-4 0,4 4 0,4 1 0,-1 13 0,-3 10 0,-4 9 0,-2 20 0,0-1 0,0 14 0,0 5 0,0 3 0,0 8 0,0-5 0,0 7 0,0-2 0,0-6 0,0-5 0,7-3 0,5-9 0,5-3 0,6-7 0,4-7 0,7-11 0,8-12 0,4-12 0,4-9 0,2-2 0,-8-7 0,-4 1 0,-6-2 0,-5 3 0,-4-5 0,-8 7 0,0-9 0</inkml:trace>
  <inkml:trace contextRef="#ctx0" brushRef="#br0" timeOffset="28">6918 16454 8912,'-8'9'0,"6"-1"0,-5-8 0,7 0 0,9 0 0,8 0 0,10 0 0,11-8 0,5-3 0,1-4 0,3-3 0,3 3 0,2 4 0,-8-5 0,-2 7 0,-8-8 0</inkml:trace>
  <inkml:trace contextRef="#ctx0" brushRef="#br0" timeOffset="29">6832 16282 8912,'0'-13'0,"0"-3"0,0-3 0,2-4 0,3 0 0,9 2 0,15-7 0,3-1 0,22-5 0,11 1 0,11 4 0,6-3 0,-1 3 0,3-3 0,-6-3 0</inkml:trace>
  <inkml:trace contextRef="#ctx0" brushRef="#br0" timeOffset="30">8054 15921 8912,'-8'-10'0,"-3"-5"0,-12 4 0,3-3 0,-4 3 0,1 5 0,0 4 0,-8 2 0,2 0 0,-1 2 0,-1 4 0,4 7 0,3 8 0,3 6 0,9 7 0,-1 8 0,7 4 0,0 6 0,6 5 0,8-2 0,3 8 0,5 0 0,1 4 0,0-4 0,0-5 0,1-7 0,-1-5 0,-2 8 0,-3-9 0,1-4 0,-7-13 0,-8-7 0,-8 4 0</inkml:trace>
  <inkml:trace contextRef="#ctx0" brushRef="#br0" timeOffset="31">7503 16540 8912,'0'-17'0,"0"-1"0,2 1 0,4 0 0,3 0 0,8 0 0,10-1 0,9 1 0,12 0 0,8 0 0,14 5 0,-1 1 0,10 1-173,-5-1 1,-1-4 172,-10 3 0,-4-11 0,-7-3 0</inkml:trace>
  <inkml:trace contextRef="#ctx0" brushRef="#br0" timeOffset="32">8536 15904 8912,'-18'-18'0,"1"1"0,0 0 0,-2 0 0,-4 0 0,2 5 0,-6 3 0,2-1 0,4 1 0,2 5 0,2-2 0,0 8 0,-1 9 0,9 3 0,3 14 0,4 3 0,2 9 0,0 6 0,0 11 0,6-1 0,2 5 0,1 2 0,4 4 0,-3-10 0,2 6 0,-7-2 0,7-4 0,-8 3 0,1-3 0,-3-11 0,-2 0 0,-7-8 0,-11-11 0,-8-2 0</inkml:trace>
  <inkml:trace contextRef="#ctx0" brushRef="#br0" timeOffset="33">8088 16540 8912,'-8'-17'0,"7"-1"0,-5 1 0,-2 6 0,2-1 0,3 3 0,6-5 0,7 5 0,5 1 0,1-3 0,12 5 0,9-5 0,8 5 0,5-6 0,2 7 0,-1-3 0,1 2 0,2 4 0,-1-3 0,-3 1 0,-12-2 0,-4 4 0,-11-4 0,-5 12 0,-7 6 0,-7 3 0,2 2 0,-6-5 0,-6-1 0,2-5 0,-7 5 0,7-7 0,-4 11 0,10-13 0,4 4 0,3-6 0,9-6 0,-1 2 0,0-7 0,0-1 0,2-3 0,2 2 0,2 1 0,0 1 0,-6-6 0,-5-1 0,-1 1 0,-7 0 0,2 2 0,-12 3 0,-3 5 0,-9 7 0,-4 0 0,-3 0 0,0 2 0,0 3 0,2-1 0,6 8 0,0 1 0,-1 10 0,9-2 0,3 8 0,4-8 0,2 2 0,2 1 0,4-1 0,11 0 0,12-7 0,5-3 0,6-2 0,4-7 0,8 4 0</inkml:trace>
  <inkml:trace contextRef="#ctx0" brushRef="#br0" timeOffset="34">9448 16282 8912,'-18'-17'0,"1"1"0,0 5 0,0-4 0,0 3 0,-1 5 0,1 1 0,0 6 0,-2 6 0,-2 5 0,-2 4 0,2 10 0,9 4 0,-3 3 0,4 3 0,3 5 0,2 0 0,4-2 0,2-9 0,2 1 0,4-7 0,3 4 0,9-10 0,-1 2 0,0-13 0,0-2 0,0-2 0,6-4 0,0-4 0,6-3 0,-6-9 0,6-5 0,-6 1 0,5-3 0,-5 2 0,0 4 0,-6-4 0,1-2 0,-1 2 0,-2-6 0,-2 6 0,-3 2 0,-2 2 0,-3 0 0,-5-4 0,0 4 0,0-4 0,0 4 0,0 2 0,-7 0 0,-5 0 0,3-1 0,-3 1 0,7 8 0,-5 1 0,0 2 0,1 1 0,5-1 0,-4 6 0,8 0 0,0 2 0,0 3 0,0-1 0,0 8 0,0-1 0,0-1 0,0-1 0,0-3 0,0-4 0,0 6 0,0-8 0,8-8 0,-6-2 0,4-7 0,-4 6 0,-2-1 0,0 1 0,0-6 0,0 5 0,0 1 0,0 7 0,0 0 0,0 15 0,0 3 0,0 15 0,0 7 0,0 10 0,2-2 0,3 1 0,-1 1 0,8 4 0,1-2 0,2-2 0,2-8 0,1 2 0,-1-11 0,0-7 0,0-10 0,0-6 0,8-4 0,-6-10 0,6-2 0</inkml:trace>
  <inkml:trace contextRef="#ctx0" brushRef="#br0" timeOffset="35">9568 16299 8912,'-25'0'0,"12"0"0,-4 0 0,3 0 0,7 0 0,7 0 0,15-6 0,14 1 0,13-9 0,9 3 0,16-6 0,13-6-481,5-4 1,-7-15 0,-2-2-1</inkml:trace>
  <inkml:trace contextRef="#ctx0" brushRef="#br0" timeOffset="36">13595 16454 8912,'25'-8'0,"-6"-3"0,-8-5 0,-5 1 0,-8 4 0,0 3 0,-9 10 0,-3 4 0,-1 5 0,0 10 0,1 4 0,5 2 0,1 3 0,2 3 0,6-1 0,0-1 0,0-2 0,2-7 0,6 5 0,9-2 0,10-4 0,-2-10 0,15 5 0,-4-7 0</inkml:trace>
  <inkml:trace contextRef="#ctx0" brushRef="#br0" timeOffset="37">14025 16351 8912,'0'-12'0,"0"1"0,0 9 0,0 2 0,-2 9 0,-4 14 0,3 12 0,-7 12 0,2 9 0,5 7 0,1 4 0,2 9 0,0 3 0</inkml:trace>
  <inkml:trace contextRef="#ctx0" brushRef="#br0" timeOffset="38">18413 16316 8912,'-26'0'0,"3"0"0,3 0 0,3 0 0,10 0 0,9 0 0,13 0 0,12 0 0,15-7 0,9-5 0,12-3 0,10-2 0,9 0 0,6 1 0,-4 3 0,0 1 0,-7 9 0,-2-3 0,-9 4 0,-10 2 0,-16 0 0,-11 8 0,-12 1 0</inkml:trace>
  <inkml:trace contextRef="#ctx0" brushRef="#br0" timeOffset="39">18448 16695 8912,'17'-8'0,"2"4"0,6-7 0,11-3 0,14-1 0,11-10 0,14-2 0,3-1 0,0-1 0,-3 6 0,-12-4 0,-7 3 0,-9 3 0,-18 1 0,-12 3 0,-11-8 0,2-1 0</inkml:trace>
  <inkml:trace contextRef="#ctx0" brushRef="#br0" timeOffset="40">18895 15972 8912,'-11'20'0,"-1"2"0,8 15 0,-3 16 0,-1 16 0,-3 15 0,-5 8 0,7-44 0,1 1 0,3 1 0,1 0 0,-2 41 0,4-1 0,2-2 0,15-17 0,8-8 0,8-10 0,3-7 0,8-10 0,4-7 0,4-16 0,1-1 0,-7-24 0,-2-7 0</inkml:trace>
  <inkml:trace contextRef="#ctx0" brushRef="#br0" timeOffset="41">19876 15972 8912,'-29'0'0,"1"2"0,-3 4 0,-1 6 0,-3 5 0,1 6 0,-3 13 0,1 14 0,2 5 0,7 0 0,13-1 0,9-3 0,12-7 0,11-3 0,16-15 0,18-9 0,5-7 0,8-10 0,-4-4 0,-2-7 0,-1-3 0,-7-14 0,-8-1 0,-9-5 0,-7-1 0,-10 1 0,-8 0 0,-7-1 0,-13 1 0,-18-1 0,-5 1 0,-12 0 0,-2 7 0,-9 4 0,3 11 0,-3 7 0,-2 3 0,1 2 0,-7 15 0,4 4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120"/>
    </inkml:context>
    <inkml:brush xml:id="br0">
      <inkml:brushProperty name="width" value="0.05292" units="cm"/>
      <inkml:brushProperty name="height" value="0.05292" units="cm"/>
    </inkml:brush>
  </inkml:definitions>
  <inkml:trace contextRef="#ctx0" brushRef="#br0">3270 16695 8912,'-27'-18'0,"4"3"0,4 4 0,2 3 0,-1 8 0,9 2 0,3 6 0,4 7 0,2 6 0,0 11 0,0 3 0,2 1 0,4 12 0,3 3 0,1 5 0,11 9 0,-4-2 0,6 4 0,-2 1 0,4 1 0,2 0 0,-6-6 0,2 0 0,2-8 0,-2 3 0,-2-5 0,-2-1 0,-2-10 0,0-8 0,0-7 0,1-10 0,-1-7 0,0-5 0,-6-10 0,1-9 0,-1-9 0,-1-11 0,3-8 0,-7-10 0,6-9 0,-7-8 0,7 1-149,-6-7 0,7-1 149,-2 1 0,-3 1 0,-2 5 0,1 0 0,1 0 0,0 3 0,-1 3 0,-1 13 0,-6 15 0,0 16 0,0 12 0,0 14 0,0 5 0,0 13 0,0 9 0,0 10 0,0 6 0,8 9 0,3 4 0,-1 4 0,1 2 0,1-3 0,5-3 0,0 2 0,0-7 0,2 7 0,2-2 0,1 2 0,-7-2 0,-6-4 0,-9-7 0,6-5 0,-4-3 0,-10-7 0,-9-11 0</inkml:trace>
  <inkml:trace contextRef="#ctx0" brushRef="#br0" timeOffset="1">3511 17485 8912,'-18'-1'0,"1"-3"0,0-2 0,0 2 0,7 0 0,4-1 0,6 1 0,6-8 0,11 7 0,12-7 0,5 1 0,7-7 0,3 1 0,0 0 0,5-8 0,-5 6 0,8-6 0</inkml:trace>
  <inkml:trace contextRef="#ctx0" brushRef="#br0" timeOffset="2">4302 17228 8912,'-34'0'0,"-1"7"0,1 5 0,7 3 0,4 4 0,6 4 0,6 6 0,-3 3 0,8 2 0,8 1 0,10-1 0,5 1 0,6-1 0,4-7 0,7-4 0,1-6 0,-1-6 0,-2-3 0,-3-8 0,2-2 0,-8-4 0,0-3 0,-6-8 0,-8-6 0,-3 0 0,-4-8 0,-2 3 0,0-5 0,-2-1 0,-4 1 0,-5 5 0,-10-5 0,-2 4 0,0 5 0,6 1 0,0 4 0,-1 1 0,7 1 0,-1 0 0,9 7 0,3-5 0,9 6 0</inkml:trace>
  <inkml:trace contextRef="#ctx0" brushRef="#br0" timeOffset="3">4887 17296 8912,'-34'16'0,"-1"-5"0,3-3 0,3-8 0,4 7 0,8-5 0,8 6 0,5-8 0,15 0 0,3 6 0,12-1 0,-1-1 0,6 6 0,-4-1 0</inkml:trace>
  <inkml:trace contextRef="#ctx0" brushRef="#br0" timeOffset="4">5025 17726 8912,'-17'0'0,"0"0"0,1-2 0,5-4 0,-5-3 0,7-8 0</inkml:trace>
  <inkml:trace contextRef="#ctx0" brushRef="#br0" timeOffset="5">6161 17245 8912,'0'-29'0,"0"2"0,0 2 0,0 3 0,0-1 0,0-2 0,0 0 0,0 0 0,0 2 0,-2 8 0,-4 3 0,2-1 0,-7 7 0,-5 3 0,-5 1 0,0 9 0,-7 5 0,1 11 0,-4 5 0,3 5 0,-3 1 0,4 1 0,-1-1 0,7 0 0,-2-1 0,4-3 0,1-1 0,9-8 0,3 2 0,4 2 0,4-2 0,6-2 0,9-2 0,8-4 0,9-3 0,2 3 0,5-4 0,-3-1 0,8 1 0,-6-1 0,6 1 0,-10 5 0,-1-5 0,-5-1 0,-13 1 0,2 1 0,-15 7 0,-8 4 0,-11 5 0,-12 5 0,-13 1 0,-2 6 0,-4 0 0,-1-1 0,6-11 0,3-3 0,9-8 0,10-7 0,8-4 0,7-6 0,-2-6 0,12-11 0,4-10 0</inkml:trace>
  <inkml:trace contextRef="#ctx0" brushRef="#br0" timeOffset="6">6694 17193 8912,'-29'0'0,"1"2"0,-3 4 0,-1 5 0,-3 6 0,1 6 0,-1 4 0,3 7 0,3 1 0,6-1 0,12 8 0,5 4 0,4-4 0,2-2 0,16-3 0,6-3 0,9-7 0,3-4 0,7-6 0,-1-4 0,0-3 0,2-3 0,-6-1 0,4-6 0,-11 0 0,-4-15 0,-8-4 0</inkml:trace>
  <inkml:trace contextRef="#ctx0" brushRef="#br0" timeOffset="7">6952 17331 8912,'0'-18'0,"0"7"0,0 0 0,2 7 0,4-2 0,5 4 0,5 10 0,1 3 0,0 10 0,0 2 0,-5 8 0,-3-3 0,-1 3 0,-4-2 0,4 3 0,-3-3 0,1 1 0,-6-1 0,0-4 0,0-8 0,0 0 0,0-17 0,0-11 0,2-12 0,4-12 0,-3-5 0,9 0 0,-1-6 0,7 6 0,-1 0 0,0 6 0,0-1 0,0 1 0,1 0 0</inkml:trace>
  <inkml:trace contextRef="#ctx0" brushRef="#br0" timeOffset="8">7434 17382 8912,'-9'0'0,"1"8"0,8-6 0,8 5 0,5-7 0,8-1 0,8-5 0,3 2 0,3-7 0,-1-1 0,0-5 0,1-6 0,-1 0 0,-1 2 0,-5 2 0,-8 0 0,-9-4 0,-7 4 0,2-4 0,-18 9 0,-5 3 0,-12 7 0,-1-2 0,-7 6 0,-3 6 0,2 4 0,9 7 0,-1 6 0,7 0 0,0 7 0,6-1 0,5 3 0,1 3 0,7 5 0,-2 0 0,12 0 0,5-5 0,12-9 0,6-3 0,3-4 0,7-3 0,3-5 0,4-5 0,9-4 0,-3-2 0,-1-8 0,7-5 0,-5-6 0,-1-4 0,-8-6 0,-4 6 0,-11-5 0,-6 5 0,-6 0 0,-6 5 0,-3 1 0,-8 0 0,-2 0 0,-4 0 0,-3 1 0,-9 5 0,1-2 0,0 7 0,-6-6 0,0 7 0,2 1 0,2 2 0,2 10 0,0 3 0,-1 4 0,1 4 0,2 4 0,3 6 0,-1 3 0,7 3 0,1-5 0,5 5 0,7-10 0,5 9 0,11-5 0,5-1 0,7-3 0,5-8 0,-2-7 0,8-4 0,-2-4 0,2-2 0,4-10 0,-5-7 0,-2 0 0,6-24 0,-5 5 0</inkml:trace>
  <inkml:trace contextRef="#ctx0" brushRef="#br0" timeOffset="9">8604 17331 8912,'-11'0'0,"-1"0"0,7 0 0,-7 0 0,8 0 0,-3 2 0,7 3 0,0 5 0,0 7 0,0 0 0,0 0 0,0 6 0,0 2 0,0 0 0,0 0 0,0-2 0,0-6 0,0 0 0,0 0 0,0 1 0,0-9 0,2-1 0,3-8 0,-1-2 0,8-4 0,-7-11 0,7-10 0,1-1 0,3-1 0,-3 2 0,4-2 0,-9 5 0,9 6 0,-2 1 0,8 0 0,-9 6 0,3-1 0,-4 8 0,4-1 0,-5 16 0,-1 6 0,-5 12 0,6 0 0,-7 11 0,7 6 0,-6-3 0,5 3 0,2 0 0,3-2 0,1 6 0,0-6 0</inkml:trace>
  <inkml:trace contextRef="#ctx0" brushRef="#br0" timeOffset="10">10050 17245 8912,'-35'0'0,"3"-6"0,3 0 0,6 2 0,12 4 0,5 6 0,4 6 0,2 9 0,0 2 0,8 7 0,3-1 0,5 1 0,1-1 0,2 2 0,4-8 0,-4 5 0,6-5 0,-2-2 0,0-2 0,0-2 0,-6 1 0,0-9 0,0-3 0,1-4 0,-1-2 0,0-4 0,0-8 0,0 1 0,1-12 0,-7-2 0,1 2 0,-3-5 0,3 5 0,1-6 0,-7 6 0,5 0 0,-5 6 0,0 0 0,-6 7 0,0 10 0,0 10 0,0 7 0,0 0 0,0 0 0,0 1 0,2-3 0,3-4 0,5-5 0,7-12 0,0 3 0,0-9 0,1 6 0,-1-5 0,0-1 0,0 3 0,6-1 0,0 7 0,-2-3 0,-2 2 0,-1 2 0,-1 2 0,0 6 0,0 1 0,0 3 0,1 3 0,-7 3 0,1 1 0,-9 2 0,3 4 0,-12-12 0,-11 12 0,-10-13 0</inkml:trace>
  <inkml:trace contextRef="#ctx0" brushRef="#br0" timeOffset="11">10015 17159 8912,'-44'-10'0,"4"-3"0,8-4 0,9 1 0,2 9 0,17-5 0,6-1 0,13 3 0,14-1 0,13 7 0,10-2 0,9 4 0,6 2 0,2 0 0</inkml:trace>
  <inkml:trace contextRef="#ctx0" brushRef="#br0" timeOffset="12">12390 17124 8912,'-23'-32'0,"0"3"0,2 8 0,0 8 0,0 7 0,-4 6 0,-1 6 0,-5 5 0,-1 12 0,-1 8 0,2 7 0,3 8 0,7 5 0,0 5 0,7 1 0,9-1 0,3 3 0,2 0 0,0 0 0,0 0 0,7-1 0,3-7 0,1 1 0,1-1 0,-8-7 0,1-3 0,-18-5 0,-6-9 0,-16-3 0</inkml:trace>
  <inkml:trace contextRef="#ctx0" brushRef="#br0" timeOffset="13">11685 17778 8912,'0'-17'0,"0"-3"0,0-3 0,9 4 0,8-4 0,8 4 0,10 4 0,1 2 0,4 1 0,4 7 0,10-7 0,1-1 0,3-3 0,7-8 0,-4-3 0,8-8 0</inkml:trace>
  <inkml:trace contextRef="#ctx0" brushRef="#br0" timeOffset="14">12631 17056 8912,'-7'-10'0,"3"-3"0,-8 7 0,6 2 0,-3 12 0,-1 9 0,1 10 0,3 13 0,-5 6 0,7 3 0,-2 3 0,4 1 0,2 5 0,0-3 0,0 8 0,8-7 0,3 1 0,-1-9 0,1-3 0,3-12 0,9 1 0,-4-18 0,4-5 0,-4-7 0,-2-4 0,8-2 0,4-4 0,-3-5 0,3-12 0,-2-4 0,3-7 0,-3-1 0,-2 1 0,-4 5 0,-10 1 0,-3 7 0,-8-2 0,6 4 0,0 1 0,-1 9 0,-7 1 0,-3 8 0,3 14 0,-4 3 0,-2 11 0,3 1 0,1 4 0,2 1 0,2 0 0,0 1 0,0-3 0,0-3 0,0 1 0,0-7 0,6 0 0,-1-6 0,9-7 0,-3-4 0,5-4 0,1-2 0</inkml:trace>
  <inkml:trace contextRef="#ctx0" brushRef="#br0" timeOffset="15">13027 17279 8912,'-10'-11'0,"5"-1"0,5 8 0,5-1 0,7 3 0,11 2 0,4 0 0,15 0 0,2 0 0</inkml:trace>
  <inkml:trace contextRef="#ctx0" brushRef="#br0" timeOffset="16">13388 17365 8912,'-34'8'0,"1"-4"0,5 7 0,-5 2 0,5 8 0,-3 4 0,2 2 0,6-4 0,12 6 0,5-1 0,4-1 0,2 4 0,0-9 0,8 1 0,3-5 0,12-7 0,6-1 0,2-3 0,-3-3 0,5-2 0,-5-2 0,-1 6 0,2-1 0,-8 3 0,2-2 0,-4 3 0,-2 1 0,0 7 0,1 0 0,-9 0 0,-3 6 0,-4 4 0,-2 0 0,-2 2 0,-4-1 0,2 1 0,-7 5 0,-1-5 0,-5 0 0,0-8 0,0 1 0,0-10 0,-1-6 0,1-4 0,0-2 0</inkml:trace>
  <inkml:trace contextRef="#ctx0" brushRef="#br0" timeOffset="17">13801 17107 8912,'0'-25'0,"0"6"0,0 2 0,0 13 0,0 16 0,0 11 0,0 9 0,0 8 0,0 2 0,0 4 0,0-2 0,0-6 0,0 4 0,0 2 0,0 0 0,0 2 0,-5-4 0,-1-8 0,-2 1 0,2-1 0,5-1 0,-7-7 0,0-8 0,6-9 0,-5-11 0,7-4 0,2-11 0,3-11 0,-1-7 0,8-5 0,-1 4 0,6-4 0,1 5 0,-1 7 0,0-3 0,0 8 0,-5 6 0,-1 6 0,1 7 0,5-2 0,0 4 0,-2 12 0,-3 7 0,3 0 0,-3 6 0,3 2 0,2-2 0,6 0 0,0-6 0,2 0 0,-2 0 0,-2-7 0,7-5 0,-1-3 0,4-2 0,-2-2 0,1-3 0,-3-7 0,2-11 0,-6-1 0,5-5 0,-7-6 0,2 1 0,-9-2 0,-3-10 0,-1 0 0,1-5 0,-3-1 0,-8-2 0,0-3 0,0-6 0,0 12 0,0 5 0,-6 15 0,0 8 0,-7 14 0,1 11 0,-3 13 0,-2 17 0,0 14 0,-1 11 0,1 7 0,6 2 0,-1 3 0,8-2 0,-1-2 0,3-2 0,2 2 0,2 0 0,3-2 0,5-4 0,7-7 0,2-3 0,4-3 0,-4-6 0,4-11 0,2-6 0,-2-12 0,0-3 0,2-16 0,2-1 0</inkml:trace>
  <inkml:trace contextRef="#ctx0" brushRef="#br0" timeOffset="18">14318 17331 8912,'-44'-2'0,"5"-2"0,9-2 0,7 2 0,11 2 0,7 2 0,10 0 0,20 0 0,19 0 0,15 0 0,16 0 0,15 0 0,7 0 0,-45-3 0,0-1-688,2-1 1,1-2 687,1 1 0,1-3 0,6-6 0,2-2 0,0-2 0,0 1 0</inkml:trace>
  <inkml:trace contextRef="#ctx0" brushRef="#br0" timeOffset="19">16193 17365 8912,'-17'-8'0,"2"-3"0,3-4 0,7 3 0,10 1 0,7 5 0,13-4 0,9 1 0,10-1 0,8 5 0,5-7 0,-1 8 0,7-1 0,0 1 0,-2-2 0,-8 4 0,-7-4 0,-7 5 0,-3 2 0,-9 3 0,-10 2 0,-11 2 0,-1-3 0,-5 5 0,-5-1 0,-5 7 0,-15-14 0,-2 5 0</inkml:trace>
  <inkml:trace contextRef="#ctx0" brushRef="#br0" timeOffset="20">16314 17124 8912,'-8'-34'0,"-1"2"0,-3 3 0,1 8 0,-3 7 0,-1 9 0,2 14 0,-3 14 0,-3 15 0,0 10 0,0 11 0,2 4 0,0 6 0,-1 6 0,1-10 0,0 3 0,7-5 0,5 1 0,3-7 0,2-4 0,0-11 0,0-7 0,0-9 0,5-18 0,1-8 0,9-15 0,3-14 0,-1-3 0,6-5 0,-2-1 0,2-2 0,-4-6 0,4 6 0,-2-2 0,2 2 0,-4 4 0,4-3 0,-4 7 0,-2 3 0,2 10 0,4 2 0,-4 2 0,4 9 0,-4 2 0,-1 10 0,-1 9 0,2 8 0,2 0 0,2 2 0,6-6 0,-6 4 0,7-6 0,-1-5 0,3 1 0,3-7 0,-6-1 0,-1-5 0,-1-1 0,4-5 0,-5-6 0,-1-3 0,-4-2 0,-9 0 0,-3-2 0,-3-4 0,-6 4 0,0-4 0,-8 9 0,-11 5 0,-2 1 0,-2 4 0,-7 2 0,1 2 0,-4 8 0,-1 3 0,5 5 0,3 3 0,-1 2 0,0 2 0,8 2 0,2-3 0,1 0 0,11 6 0,-1-7 0,6 2 0,2-4 0,4-2 0,5-1 0,12-5 0,4-3 0,7-8 0,1-2 0,-3-4 0,-1-5 0,-3-5 0,-1-3 0,2-4 0,1 4 0,-7-4 0,0-1 0,-5 1 0,-7 0 0,0 5 0,-7 1 0,2 0 0,-4 0 0,-2 0 0,0 7 0,0-5 0,0 13 0,2-6 0,4 8 0,-3 6 0,7 2 0,0 1 0,-1 5 0,1-5 0,1 3 0,4-3 0,-3 3 0,-3 1 0,3-7 0,-1 7 0,1-9 0,-1 7 0,-5-7 0,6 2 0,-9-4 0,5-2 0,0 0 0,-4 0 0,7 0 0,2 0 0,-3 0 0,1 0 0,-5 2 0,6 3 0,-3-1 0,3 8 0,1-6 0,-5 3 0,-1 1 0,1-1 0,5-5 0,-9 4 0,8-8 0,-7 0 0,7 0 0,-6-8 0,3-3 0,1-7 0,-1-5 0,-3 2 0,5-7 0,-5 1 0,6-2 0,-3-1 0,5 7 0,-3 2 0,3 2 0,1-4 0,2 0 0,8 0 0,2 6 0</inkml:trace>
  <inkml:trace contextRef="#ctx0" brushRef="#br0" timeOffset="21">17725 17331 8912,'0'-10'0,"0"2"0,0 8 0,8 0 0,3 0 0,6 0 0,4 0 0,4 0 0,2 0 0,-4-1 0,6-5 0,-8 2 0,2-7 0,-4 7 0,-2-4 0,-2 0 0,-3-3 0,-5 1 0,-7-1 0,0 0 0,-7-5 0,-5 5 0,-9 3 0,-2 8 0,-7 0 0,1 0 0,-4 10 0,-1 5 0,1 10 0,5 7 0,-3 1 0,8 13 0,2 1 0,10 11 0,3-5 0,8 4 0,17 3 0,12-3 0,15-9 0,19-14 0,8-7-213,15-10 1,-36-11-1,1-2 1,2-1 0,-1 1-1</inkml:trace>
  <inkml:trace contextRef="#ctx0" brushRef="#br0" timeOffset="22">20461 17124 8912,'-40'-11'0,"2"1"0,3 3 0,5 3 0,-1 6 0,-1 7 0,-1 10 0,4 6 0,5 4 0,8 7 0,5 4 0,5 6 0,6 2 0,8 0 0,9-4 0,10-2 0,11-2 0,4-8 0,2-3 0,4-6 0,-4-12 0,0-7 0,-2-8 0,-4-7 0,-2-10 0,-1-2 0,-8-13 0,-5 1 0,-2-3 0,-3-4 0,-8 0 0,-3-4 0,-6-2 0,-6 8 0,-11-6 0,-12 6 0,-3 0 0,-4 8 0,-3 3 0,-1 6 0,6 10 0,5 1 0,8 10 0,-2 2 0,12 10 0,5 13 0,14 4 0,9 7 0,8-7 0,9 5 0,1-5 0</inkml:trace>
  <inkml:trace contextRef="#ctx0" brushRef="#br0" timeOffset="23">21115 17417 8912,'-17'0'0,"2"-2"0,3-4 0,-3 4 0,13-6 0,2 8 0,9 0 0,11 0 0,2 0 0,5-1 0,10-5 0,1-6 0,2-3 0,0 4 0,-5-1 0,-7 1 0,1-7 0,-8-1 0,2-4 0,-12 10 0,-5-4 0,-4 4 0,-4-5 0,-6 3 0,-9 4 0,-10 3 0,-13 8 0,2 0 0,-8 0 0,0 13 0,-5 5 0,7 4 0,4 1 0,3 6 0,3 11 0,7-2 0,6 8 0,8 2 0,7 2 0,14-6 0,9-4 0,17 2 0,18-2 0,1-8 0,10-9 0,1-6 0,2-5 0,-2-6 0,10-4 0,-3-2 0</inkml:trace>
  <inkml:trace contextRef="#ctx0" brushRef="#br0" timeOffset="24">22475 16746 8912,'-35'-25'0,"1"8"0,-1 9 0,1 7 0,-2 4 0,-5 9 0,7 7 0,0 17 0,9 6 0,6 10 0,3 7 0,5 10 0,3 0 0,8-1 0,2-6 0,4-5 0,3-2 0,9-1 0,-1-1 0,0-3 0,-7-8 0,-5 4 0,3 0 0,-2 5 0,-8-7 0,-10-4 0,-11-11 0,-3-4 0</inkml:trace>
  <inkml:trace contextRef="#ctx0" brushRef="#br0" timeOffset="25">21821 17382 8912,'0'-26'0,"2"1"0,3 7 0,7 1 0,13 0 0,9 2 0,10 3 0,15-1 0,10 7 0,8-5-260,9 5 1,-38 2-1,1 0 260,0 1 0,0 1 0,3 0 0,1 0 0,-4-3 0,-1-2 0,38-4 0,-7-6 0,-12 0 0,-8-8 0,-7-2 0</inkml:trace>
  <inkml:trace contextRef="#ctx0" brushRef="#br0" timeOffset="26">23042 16901 8912,'-26'-42'0,"-5"7"0,8 1 0,-6 2 0,6 9 0,-1 5 0,1 7 0,4 7 0,-4-2 0,3 8 0,3 8 0,2 9 0,4 6 0,-5 11 0,5 10 0,3 4 0,2 1 0,-1 1 0,1-1 0,0 7 0,6-1 0,-2 0 0,-3-5 0,3-1 0,-4 1 0,-2 3 0,1-1 0,-3-4 0,-3-1 0,3-5 0,-1 2 0,-1-10 0,-5-1 0,0-8 0,0-10 0</inkml:trace>
  <inkml:trace contextRef="#ctx0" brushRef="#br0" timeOffset="27">22423 17365 8912,'0'-17'0,"0"0"0,2 5 0,4 1 0,5 5 0,12-5 0,6 7 0,11-2 0,8 2 0,7-2 0,1 5 0,7-5 0,-2 4 0,2 2 0,-2 0 0,-4 0 0,-11 0 0,0 0 0,-8 0 0,-5 0 0,-4 0 0,-6 0 0,-12 0 0,-11 0 0,-9 0 0,-9 0 0,7 0 0,-1 0 0,9-2 0,-3-4 0,-2 2 0,2-7 0,3-2 0,1 3 0,2-1 0,-8 7 0,-3-2 0,-5 2 0,-1-1 0,0 3 0,0-4 0,-6 6 0,0 6 0,-2 3 0,2 8 0,4 6 0,-4 2 0,4 2 0,2 3 0,1 3 0,5 1 0,3 3 0,8 3 0,10-4 0,7 4 0,10-6 0,13-5 0,11-6 0,13-11 0,4-7 0,7-3 0,3-9 0,8-3 0</inkml:trace>
  <inkml:trace contextRef="#ctx0" brushRef="#br0" timeOffset="28">23851 17279 8912,'-42'0'0,"0"0"0,-4 0 0,-2 0 0,10 2 0,4 4 0,3 5 0,10 10 0,-2 2 0,6 8 0,5-3 0,5 5 0,7 1 0,2 6 0,5 0 0,9-3 0,5-7 0,4 1 0,-2-8 0,1-8 0,5-9 0,4 1 0,-5-1 0,5-8 0,1-9 0,1-6 0,-1-6 0,6-4 0,0-7 0,2-1 0,-1 1 0,-3-8 0,8-4 0,-6-4 0,6-1 0,-8-9 0,0-3 0,-7-5 0,-8-7 0,-4-7 0,-2-4 0,-7 6 0,-5 17 0,-10 19 0,-7 15 0,1 10 0,-5 10 0,-5 9 0,-4 9 0,3 22 0,-7 9 0,0 17 0,-5 12 0,1 0-182,5 5 0,5 3 182,11-3 0,5 1 0,7-7 0,1-1 0,5-2 0,8-4-36,7-2 0,5-1 36,9-7 0,-1-9 0,1-7 0,-9-3 0,-3-9 0,-4-8 0,2-7 0,-3-8 0,-5 0 0</inkml:trace>
  <inkml:trace contextRef="#ctx0" brushRef="#br0" timeOffset="29">24230 17279 8912,'-10'-8'0,"5"1"0,10-5 0,12 5 0,12 7 0,21 0 0,13 0 0,29 0 0,-36-1 0,2 0 0,6-2 0,1 0 0,2-1 0,1-1 0,1-4 0,0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150"/>
    </inkml:context>
    <inkml:brush xml:id="br0">
      <inkml:brushProperty name="width" value="0.05292" units="cm"/>
      <inkml:brushProperty name="height" value="0.05292" units="cm"/>
    </inkml:brush>
  </inkml:definitions>
  <inkml:trace contextRef="#ctx0" brushRef="#br0">9996 7211 8912,'-1'9'0,"-2"0"0,-4-2 0,-2-4 0,-1-2 0,1-1 0,3-1 0,3-2 0,2-7 0,1-4 0,0-3 0,0 4 0,0 2 0,1 1 0,2 0 0,-1-1 0,4-1 0,-1-2 0,1-1 0,-3 1 0,4-2 0,-1-2 0,4-5 0,0-3 0,0-3 0,3-5 0,0-2 0,6-7-256,1-3 1,-9 20-1,2-1 256,1-3 0,1 0 0,0 2 0,0-1 0,0-2 0,0 0 0,1 1 0,1 0 0,0-2 0,0-1 0,0-1 0,1-1 0,0 0 0,1-1 0,0 3 0,1 1 0,-1 1 0,1 0 0,2 0 0,1 0-289,2 2 0,0-1 1,1 0-1,2 0 289,1-3 0,1 0 0,-2 3 0,-1 0 0,-1 0 0,0 0 0,-2 3 0,0 2 0,-1 0 0,0 2 0,-1 2 0,0 2-165,3 0 1,-1 2 0,20-15 164,-19 15 0,0 1 0,18-15 0,-2 1 0,-2 2-85,-3 2 0,-7 1 85,0 6 0,-1-1 0,1 0 0,1 0 0,0 1 0,-2 3 0,-1 3 0,-5 3 620,-5 4-620,-3 1 1148,-8 5-1148,-2 0 0,-10 1 595,-1 3-595,1-3 111,6 3 0,0-3-111,0 2 0,0-1 0,0 2 0,0-4 0</inkml:trace>
  <inkml:trace contextRef="#ctx0" brushRef="#br0" timeOffset="1">11331 5215 8912,'-10'-4'0,"-3"2"0,0-5 0,4 4 0,5-4 0,3-1 0,1 0 0,1-3 0,3-2 0,7 2 0,7-3 0,6 5 0,1 2 0,0-1 0,1 5 0,0 4 0,-3 6 0,-2 6 0,2 3 0,1 7 0,-1 4 0,0 2 0,-3 4 0,-2 1 0,0 5 0,-3-2 0,0 0 0,-7 4 0,-4-5 0,0 6-124,-1 1 0,1-1 124,-4-2 0,0-5 0,0 1 0,0-4 0,0-2 0,0-2 0,0-1 0</inkml:trace>
  <inkml:trace contextRef="#ctx0" brushRef="#br0" timeOffset="2">12231 5265 8912,'0'-10'0,"0"0"0,0 0 0,0 3 0,0 1 0,0-2 0,0-1 0,0 3 0,0-1 0,0 20 0,0 5 0,0 6 0,0 5 0,0 2 0,0 3 0,0 2 0,0-5 0,0 2 0,0 1 0,1-1 0,1-1 0,1-1 0,0-7 0,-3-4 0,0-1 0,0-12 0,0 1 0,0-14 0,0-7 0,0-7 0,0-9 0,0-2 0,0-2 0,0-1 0,0-2 0,0-3 0,0 3 0,0-1 0,0 1 0,2-2 0,1 5 0,1 2 0,3 4 0,2 4 0,-3 7 0,3 6 0,1 7 0,0 3 0,0 4 0,0 6 0,-1 5 0,5 8 0,-1 4 0,0 4 0,-3 2 0,1 0 0,2-3 0,-2-2 0,2-1 0,-2 1 0,-1-1 0,0-3 0,0-1 0,0-3 0,0-4 0,-5 3 0,-1-8 0,-4 3 0</inkml:trace>
  <inkml:trace contextRef="#ctx0" brushRef="#br0" timeOffset="3">12260 5521 8912,'-9'-4'0,"2"-3"0,1-1 0,2-2 0,1 0 0,7 0 0,5 0 0,5 0 0,6 0 0,6 1 0,0-1 0,0 0 0,0 0 0,-1 0 0,2 0 0,-4 4 0,-7 0 0,-3 2 0,3-4 0,-1 2 0</inkml:trace>
  <inkml:trace contextRef="#ctx0" brushRef="#br0" timeOffset="4">12527 5403 8912,'-4'5'0,"3"0"0,-8-5 0,8 0 0,-4 4 0,10 2 0,1 4 0,3 0 0,1 4 0,0-2 0,0 4 0,3 1 0,0 2 0,0 1 0,-3-1 0,0-2 0,0 0 0,-4-4 0,-3 3 0,1-7 0,-1 1 0,1-5 0,-4 1 0,0-4 0,-4 1 0,0-9 0,-1-4 0,2-7 0,0-3 0,2-1 0,1-4 0,0-1 0,0 1 0,1 0 0,2-1 0,3 2 0,4 4 0,0 1 0,0 3 0,-1 1 0,1 5 0,4 5 0,-1 2 0,1 3 0,-1 3 0,-2 7 0,2 6 0,-3 4 0,-2 2 0,-3 2 0,0 1 0,1-3 0,-2 1 0,0-2 0,-1-1 0,0-3 0,3-1 0,-3-7 0,4 1 0,-4-7 0,4 0 0,-4-3 0,4-3 0,-4-6 0,3-5 0,-1-1 0,1-3 0,-4-4 0,1-1 0,1 0 0,0 3 0,0 0 0,-1 1 0,-1 3 0,1 3 0,-2 2 0,-1 1 0,0 5 0,1 0 0,1 6 0,2 3 0,-1 1 0,-3 5 0,1-1 0,2-3 0,-2 3 0,3-2 0,1 2 0,1-1 0,4 0 0,-1-1 0,-2-5 0,0 1 0,-1-2 0,3-2 0,-2-2 0,1 2 0,-5-4 0,3 5 0,-4-4 0,7 3 0,-8-2 0,3 6 0,-2 2 0,1 5 0,-2 0 0,8 2 0,-3-2 0,3 2 0,1-5 0,1-3 0,1-1 0,1-1 0,-1-2 0,-1 0 0,-1 0 0,0-5 0,0-1 0,-4-3 0,-3-1 0,-2-1 0,-1-2 0,-4 2 0,-3-2 0,-3 2 0,-3 1 0,1 0 0,-5 1 0,1 3 0,1 2 0,0 3 0,5 1 0,4 0 0,-1 0 0,5 1 0,-1 3 0,7-2 0,6 4 0,4-4 0,10 7 0,2-3 0</inkml:trace>
  <inkml:trace contextRef="#ctx0" brushRef="#br0" timeOffset="5">13348 5403 8912,'-7'-1'0,"1"-1"0,-2-2 0,-1 2 0,-1 1 0,1 2 0,3 2 0,0 3 0,4 4 0,-1 0 0,1 0 0,1 0 0,1 4 0,3-3 0,0 2 0,5-2 0,-2-1 0,3 0 0,1-1 0,0-3 0,0-3 0,0-2 0,0-1 0,1 0 0,1-1 0,1-2 0,-1-4 0,2-1 0,-1-2 0,1-1 0,-4-2 0,-1 2 0,1-3 0,-3 3 0,-1 2 0,-3-1 0,0 0 0,1 3 0,0 1 0,-1 3 0,-3 0 0,0 6 0,0 3 0,0 4 0,1 3 0,2 0 0,0 0 0,3-3 0,1-1 0,3-2 0,-2 1 0,-1-1 0,2-3 0,-4 1 0,1-1 0,3-3 0,-8 4 0,3-10 0,-4 0 0,0-5 0,0 0 0,1 0 0,1 0 0,2 0 0,-1 4 0,-3-1 0,0 1 0,4-4 0,-1 1 0,3 2 0,-3 3 0,4 4 0,-4 0 0,4 0 0,1 0 0,0 0 0,-1 3 0,0 0 0,-1 5 0,4-6 0,0 5 0,0-5 0,0 3 0,0-5 0,-1 0 0,1 0 0,-3-5 0,0-1 0,-4-3 0,3-1 0,0-4 0,1-3 0,1-2 0,-1 0 0,-2-4 0,2 0 0,-4-4 0,3 5 0,-2 3 0,-2 1 0,-1 6 0,-1-2 0,0 8 0,0 3 0,0 7 0,0 6 0,0 6 0,0 7 0,0 3 0,0 2 0,0 1 0,0-3 0,0 2 0,0-5 0,0 3 0,0-3 0,2 0 0,1-3 0,2-1 0,5-3 0,-1-3 0,-2-2 0,1-1 0,-2-9 0,4-2 0</inkml:trace>
  <inkml:trace contextRef="#ctx0" brushRef="#br0" timeOffset="6">13753 5393 8912,'-10'-4'0,"0"-1"0,0-1 0,4-2 0,0 4 0,2-2 0,1 3 0,3-4 0,5 2 0,5-2 0,4-2 0,6 3 0,4-3 0,3-1 0,1 0 0,2 0 0,-2 2 0,-1 1 0,1-2 0,-2 4 0,3-5 0</inkml:trace>
  <inkml:trace contextRef="#ctx0" brushRef="#br0" timeOffset="7">14327 5245 8912,'-10'0'0,"0"1"0,0 1 0,0 1 0,0 4 0,0-4 0,4 5 0,0-1 0,2 2 0,2 5 0,0-3 0,2 2 0,2 1 0,1-1 0,2 4 0,5-4 0,0-1 0,0-1 0,0-1 0,0 0 0,3-4 0,0 1 0,1-5 0,0 1 0,-2-3 0,3-3 0,-1-2 0,-2-1 0,3-6 0,-2 2 0,0-2 0,-3 2 0,0-4 0,0-3 0,0 0 0,0-1 0,-1 3 0,1 1 0,0 0 0,0 5 0,-3-1 0,-1 0 0,-2 4 0,2 3 0,1 2 0,2 5 0,-3 3 0,-1 3 0,-1 3 0,-3 2 0,2 5 0,-2 0 0,-1 0 0,0-1 0,0 1 0,0 0 0,0 0 0,-3-5 0,-1-2 0,-2-2 0,0-5 0,-4-2 0</inkml:trace>
  <inkml:trace contextRef="#ctx0" brushRef="#br0" timeOffset="8">14376 5186 8912,'-20'-20'0,"5"3"0,2 1 0,3 7 0,3-1 0,3 3 0,-1 1 0,5 2 0,0 4 0,6 0 0,7 0 0,7 0 0,6 0 0,4 0 0,3 0 0,-2-5 0,3 0 0</inkml:trace>
  <inkml:trace contextRef="#ctx0" brushRef="#br0" timeOffset="9">14959 5077 8912,'-15'15'0,"-4"-4"0,3-5 0,-3-1 0,-1 1 0,4 0 0,-1 4 0,4 0 0,-2 1 0,1 1 0,1 1 0,7 0 0,1-3 0,5 0 0,5 0 0,3 0 0,4-1 0,4-3 0,2 3 0,-2-2 0,3 1 0,-3 2 0,2-3 0,-2 0 0,2-1 0,-5 4 0,0 0 0,-3 0 0,-1 0 0,-2-1 0,0 1 0,-3 0 0,-1 0 0,-3 0 0,-1 3 0,-3 0 0,-1-1 0,-5-5 0,-1 2 0,-1-3 0,-1 2 0,1-1 0,1-3 0,1-4 0,3 3 0,1 1 0,4-5 0,-3-5 0,5-4 0</inkml:trace>
  <inkml:trace contextRef="#ctx0" brushRef="#br0" timeOffset="10">15147 4948 8912,'0'-9'0,"0"4"0,0 5 0,5 9 0,1 7 0,0 3 0,0 2 0,1 1 0,-2 1 0,4 7 0,-2-4 0,-2 5 0,2-5 0,-1 4 0,3 0 0,-1 1 0,-2-2 0,-2-7 0,2-3 0,-3 0 0,0-6 0,2-4 0,-4-5 0,4-5 0,-5-2 0,0-4 0,1-5 0,1-3 0,1-4 0,5 1 0,-1-9 0,1 5 0,2-1 0,0 2 0,0 2 0,0-1 0,0 0 0,-1 2 0,-3 1 0,3 6 0,-2 4 0,-2 5 0,2-1 0,-2 3 0,2 3 0,-3 4 0,-4 6 0,4-1 0,-1 5 0,1-4 0,-2 2 0,2-1 0,-2-2 0,0-4 0,1-1 0,0-1 0,3 4 0,-4-4 0,7-2 0,-3-4 0,4 0 0,-1 0 0,0-1 0,-2-2 0,-2 2 0,-1-3 0,-3 3 0,8 1 0,-4 1 0,5 3 0,-4-2 0,1 4 0,-4-3 0,3 1 0,-1-1 0,1 1 0,0-1 0,4-3 0,-3-1 0,0-3 0,-1-1 0,4-5 0,-3 0 0,-1 0 0,-4-3 0,2-1 0,-3 0 0,-1-1 0,-1 2 0,-3 3 0,-1 0 0,-5 1 0,0 3 0,0 3 0,0-2 0,0 2 0,1 0 0,-1 7 0,0 2 0</inkml:trace>
  <inkml:trace contextRef="#ctx0" brushRef="#br0" timeOffset="11">15820 5146 8912,'-7'-1'0,"0"-2"0,1-3 0,0 1 0,3 5 0,5 6 0,3 3 0,0 1 0,-2 0 0,4 0 0,-4 0 0,4-1 0,-2 5 0,3-2 0,-1-2 0,0-3 0,-1 0 0,0 3 0,-2-4 0,2 1 0,-2-5 0,2 1 0,-3-2 0,4-1 0,-4-1 0,4-2 0,-4 0 0,3-6 0,-1-3 0,1-2 0,-4-2 0,1 0 0,2 0 0,-2 3 0,1 3 0,0 1 0,-3-1 0,2 3 0,2 3 0,1-1 0,4 5 0,0 1 0,0 3 0,-1-2 0,1 3 0,1 1 0,3-1 0,-3-1 0,2 2 0,-2-4 0,-1 2 0,-1-3 0,1-1 0,0-1 0,0-3 0,1-1 0,2-5 0,-2-1 0,2-2 0,0 2 0,-1-2 0,1 2 0,-1 1 0,-1 3 0,-1 1 0,0 4 0,0-7 0,-5 8 0,-1 1 0,-4 6 0,0 3 0,0 1 0,0 0 0,0 0 0,0 0 0,0-4 0,0 1 0,0-1 0,0 4 0,0 0 0,0-3 0,0-1 0,0-4 0,0 4 0,0-3 0,0-2 0,0 3 0,0-8 0,0-2 0,0-3 0,0-1 0,0-3 0,0 0 0,4-4 0,-1 4 0,1-3 0,0 2 0,-2 1 0,4 3 0,2 1 0,-2 3 0,0 3 0,2 2 0,5 1 0,0 1 0,7 2 0,0 3 0,10 3 0,1 0 0,9-2 0,4-3 0,1-4 0</inkml:trace>
  <inkml:trace contextRef="#ctx0" brushRef="#br0" timeOffset="12">18608 3722 8912,'-6'-14'0,"-2"-1"0,-6 1 0,0 0 0,5 7 0,1 5 0,2 10 0,-3 9 0,4 17 0,2 8 0,1 8 0,2 7 0,0 3 0,0 0 0,0 5 0,0 2 0,0 2 0,0 0 0,0-4 0,0-4 0,0-3 0,0-10 0,0-6 0,0-1 0,0-8 0,2-8 0,2-11 0,6-8 0,1-14 0,-2-11 0,4-15 0,-12-16 0,5-6 0</inkml:trace>
  <inkml:trace contextRef="#ctx0" brushRef="#br0" timeOffset="13">18763 3792 8912,'0'-14'0,"0"0"0,0 6 0,0 2 0,6 18 0,2 4 0,6 12 0,0 5 0,0 1 0,0 3 0,0 7 0,5-2 0,0 5 0,0-3 0,-5-1 0,0 3 0,0 0 0,-2 1 0,-2-5 0,1-6 0,-7-3 0,1-3 0,-13-10 0,-6-6 0,-6-19 0,-8-10 0</inkml:trace>
  <inkml:trace contextRef="#ctx0" brushRef="#br0" timeOffset="14">18538 4241 8912,'-14'0'0,"5"-5"0,-1 1 0,7-1 0,3 4 0,10-4 0,10-3 0,8-6 0,10 0 0,7 0 0,5-2 0,6-2 0,2 2-158,3-3 0,-3-1 158,2 1 0,-8 1 0,-5 3 0,-10 1 0,-2-6 0,-7-2 0</inkml:trace>
  <inkml:trace contextRef="#ctx0" brushRef="#br0" timeOffset="15">19339 3988 8912,'-14'-1'0,"0"-4"0,0 4 0,0-4 0,0 11 0,0 8 0,0 2 0,0 7 0,1 2 0,4 8 0,3-3 0,6 2 0,0 3 0,1-3 0,4-2 0,4-5 0,4-5 0,1-6 0,6-1 0,4-4 0,2-3 0,2-6 0,0-7 0,1-7 0,-3-4 0,-1-8 0,-3-4 0,-2 1 0,-7-1 0,-9 2 0,-2-2 0,-2-3 0,-6 4 0,-4-4 0,-13 5 0,-5 5 0,-5 2 0,2 9 0,-2 2 0,2 6 0,3 8 0,4 6 0,6 4 0,8 5 0,4-4 0,6 4 0,12-3 0,7-2 0,19-7 0,8-2 0,8-5 0,2-5 0,0-9 0,0-8 0</inkml:trace>
  <inkml:trace contextRef="#ctx0" brushRef="#br0" timeOffset="16">20112 3820 8912,'-7'-6'0,"-6"4"0,4-3 0,2-2 0,-5 5 0,10-4 0,-4 6 0,12 4 0,4 1 0,2 6 0,2-2 0,-1-1 0,-4 2 0,10 5 0,-3 7 0</inkml:trace>
  <inkml:trace contextRef="#ctx0" brushRef="#br0" timeOffset="17">20155 4185 8912,'-22'22'0,"3"-3"0,5-9 0,3-2 0,2-2 0,5-1 0,-2-5 0,8-1 0,2-3 0,6 0 0,9-6 0,4 6 0,4-7 0,1-3 0,0-8 0</inkml:trace>
  <inkml:trace contextRef="#ctx0" brushRef="#br0" timeOffset="18">21110 3679 8912,'-6'-9'0,"-3"0"0,-4 4 0,-1-3 0,0 2 0,0 4 0,0 6 0,5 8 0,-1 8 0,1 2 0,1 3 0,-3 8 0,6 4 0,-1 4 0,3 1 0,-2 0 0,2 0 0,-3 0 0,1 1 0,-1-8 0,3-2 0,-2-5 0,2-4 0,0-10 0,-2-10 0,4-4 0,-4-4 0,3-10 0,2-13 0,2-10 0,3-15 0,7-9 0,7-9 0,4-5-224,-4 0 1,-7 36-1,0-1 224,6-35 0,7 0 0,-1 5 0,-2 7 0,-1 9 0,0 10 0,-3 21 0,-3 20 0,-1 21 0,-2 12 0,-3 17 0,4 4 0,-4 10 0,2 2 0,-1 2 0,2-4 0,-3-8 0,4-3 0,1-2 0,0 4 0,0-5 0,0-7 335,0-7 1,0-5-336,0-5 0,-6-2 0,-3-7 0,-4-7 0,-1-7 0,0-7 0</inkml:trace>
  <inkml:trace contextRef="#ctx0" brushRef="#br0" timeOffset="19">21040 3792 8912,'-14'-2'0,"0"-2"0,6 2 0,2-4 0,12 1 0,7-1 0,7 0 0,8-1 0,9-4 0,1 2 0,7-3 0,2-2 0,5 4 0,-6 1 0,1 1 0,-6-3 0,-4 2 0,-2-1 0,-7-4 0</inkml:trace>
  <inkml:trace contextRef="#ctx0" brushRef="#br0" timeOffset="20">21560 3665 8912,'0'8'0,"0"0"0,-2-5 0,-1 3 0,-1 2 0,-3-3 0,3 4 0,2 1 0,-3 4 0,4 4 0,1 1 0,-5 6 0,1-2 0,-1 2 0,5 0 0,0-1 0,0 1 0,0 0 0,0-2 0,0-1 0,0-3 0,5-8 0,-1 3 0,1-10 0,0 1 0,-1-10 0,6-9 0,-6-9 0,3-4 0,-3-2 0,4-3 0,0 0 0,4-6 0,-2 6 0,-2-1 0,1 5 0,-1 1 0,1 4 0,2 2 0,-6 7 0,6 7 0,-2 2 0,2 14 0,-2 5 0,2 10 0,-6-1 0,0 2 0,-5-1 0,1 2 0,4-3 0,-4 2 0,4-1 0,-3-4 0,-2-6 0,0 0 0,1-1 0,4-4 0,-2-4 0,6-10 0,-4-3 0,4-6 0,1-6 0,4-4 0,1-2 0,3-2 0,0 0 0,0 0 0,-4 1 0,-5 4 0,4 2 0,-4 7 0,3 0 0,2 8 0,0 6 0,-6 6 0,-3 8 0,-2 2 0,2 3 0,-4-4 0,4 4 0,1-3 0,-1-2 0,1-5 0,-1 0 0,-2-5 0,6 0 0,2-2 0,-3-2 0,1 0 0,-4-2 0,5-2 0,-3-4 0,4-6 0,-3 0 0,-2 0 0,4 4 0,-6 1 0,1 0 0,-3 1 0,2 3 0,-2 4 0,4 2 0,-6 4 0,2 4 0,2 4 0,-2 1 0,3 0 0,1 4 0,-1 1 0,6-2 0,-2-7 0,-1 1 0,1-5 0,2 0 0,1 0 0,4-3 0,3-7 0,-8-1 0,3-9 0,-3 3 0,3-8 0,-6-2 0,-4-3 0,-4 2 0,-3 0 0,-5 2 0,-4 3 0,-4 1 0,-7 2 0,-4 5 0,4 0 0,-2 6 0,1-2 0,4 5 0,8 5 0,1 2 0,1 1 0,7 5 0,-1-4 0,8 3 0,6 2 0,4-1 0,4-4 0,4-2 0,6-7 0,0 6 0,1 2 0</inkml:trace>
  <inkml:trace contextRef="#ctx0" brushRef="#br0" timeOffset="21">22488 3665 8912,'-2'8'0,"-3"-3"0,4-4 0,-12-1 0,10 5 0,-6 0 0,6 1 0,-2-1 0,3-2 0,2 6 0,0 2 0,0 2 0,0 1 0,2-2 0,3-2 0,3 2 0,6-6 0,0 4 0,0-4 0,0-6 0,0 0 0,0 0 0,1-2 0,4-2 0,-3-4 0,3-6 0,-7 1 0,2 4 0,-8-4 0,8 4 0,-3-3 0,-3-2 0,3 4 0,-6 1 0,1 4 0,-1-4 0,-4 6 0,5-4 0,1 7 0,-6 7 0,12 0 0,-5 7 0,-1 1 0,1-6 0,-3 0 0,-4-4 0,4 4 0,-2-6 0,2 2 0,-3-2 0,4 0 0,0 2 0,-3 0 0,7-5 0,-7 0 0,9-7 0,-4 0 0,6-7 0,-5 1 0,1 4 0,-6-2 0,6 6 0,-6 0 0,6 5 0,-5-4 0,4-1 0,2 2 0,1 1 0,2 2 0,0 0 0,0 0 0,2 0 0,3 0 0,-2 5 0,5 0 0,0-2 0,0-2 0,-4-1 0,6 0 0,-5 0 0,4 0 0,-6-6 0,2-3 0,-4-5 0,0-5 0,-1-3 0,0-6 0,-2 0 0,-2 0 0,0-6 0,-5-4 0,0 2 0,-5-1 0,0-1 0,0 3 0,0 7 0,0 9 0,0 3 0,-5 10 0,0 6 0,1 12 0,4 13 0,-2 8 0,-2 9 0,2 2 0,-3 7 0,-1 1 0,1 4 0,-4-1 0,4-4 0,1-2 0,4-7 0,0-2 0,0-2 0,0 1 0,0-7 0,1-5 0,4-8 0,-2-5 0,6-5 0,1-3 0,4-6 0</inkml:trace>
  <inkml:trace contextRef="#ctx0" brushRef="#br0" timeOffset="22">23218 3623 8912,'-20'0'0,"5"-6"0,-4-3 0,3 2 0,2 1 0,19 6 0,9 0 0,11-1 0,8-4 0,3 3 0,6-2 0,0-3 0,0 3 0,0-7 0,0 2 0,1 2 0,5-5 0,2 4 0</inkml:trace>
  <inkml:trace contextRef="#ctx0" brushRef="#br0" timeOffset="23">24006 3469 8912,'-29'0'0,"1"1"0,0 4 0,2 1 0,2 5 0,6-1 0,2 1 0,3 1 0,4 2 0,3 5 0,6-1 0,0 1 0,0-5 0,1 0 0,2 0 0,4 0 0,1 0 0,1 0 0,5 0 0,0 1 0,0-1 0,-5-5 0,1 0 0,-1 1 0,5 4 0,0-5 0,-1 0 0,-2 2 0,-2 2 0,-6 1 0,2 0 0,-4 0 0,-1 0 0,0 0 0,0 0 0,-1 0 0,-4 0 0,2-4 0,-6-1 0,-2 0 0,-2-1 0,-1-2 0,0-6 0,5 0 0,-1 0 0,7-6 0,-9-8 0,4-8 0</inkml:trace>
  <inkml:trace contextRef="#ctx0" brushRef="#br0" timeOffset="24">24357 3300 8912,'0'-14'0,"0"6"0,0 2 0,0 25 0,-5 4 0,1 19 0,0 1 0,3-1 0,1 0 0,0 0 0,0 0 0,0 0 0,0 0 0,0 0 0,0-6 0,0-4 0,0-6 0,0-2 0,0-12 0,0 2 0,0-9 0,1 1 0,4-6 0,3-8 0,6-4 0,0-7 0,0-3 0,2-1 0,2-5 0,-2 0 0,3-1 0,-4 6 0,-1 0 0,1 7 0,-3 0 0,-1 7 0,-2 3 0,-6 1 0,4 5 0,-3 8 0,1 6 0,1 0 0,-1 5 0,-2-4 0,6-1 0,2-1 0,2-4 0,1 2 0,0-6 0,0 4 0,0-4 0,2 0 0,2-5 0,-2-2 0,3-3 0,-4-4 0,0-4 0,-1-1 0,0 0 0,-5 0 0,0 0 0,-6 5 0,2 0 0,-3 4 0,-2-4 0,0 7 0,0 2 0,0 6 0,0 8 0,0 2 0,0 3 0,0-4 0,0 4 0,0-3 0,0-2 0,4 0 0,3-2 0,0-1 0,4-2 0,2-5 0,1 0 0,0-4 0,0-4 0,0-4 0,0-6 0,-1 0 0,-4 0 0,-1 0 0,-3-1 0,-4-3 0,4-1 0,-4 0 0,-2 7 0,-4 1 0,-4 2 0,2 5 0,-5-8 0,10 10 0,-4-4 0,6 6 0</inkml:trace>
  <inkml:trace contextRef="#ctx0" brushRef="#br0" timeOffset="25">25158 3609 8912,'-2'-8'0,"-2"4"0,1 2 0,-7 2 0,7 0 0,-5 2 0,4 2 0,2 0 0,-3 5 0,4 0 0,1 5 0,5 0 0,1 0 0,0 0 0,0 0 0,5 1 0,-3-3 0,6-3 0,-5-2 0,1-7 0,-1 0 0,5 0 0,-4 0 0,-1 0 0,0-7 0,4-2 0,-2-2 0,-2 2 0,-4-4 0,4 4 0,-4-2 0,4 2 0,-6-4 0,5 7 0,-3-3 0,-2 2 0,6 7 0,-4 2 0,4 3 0,-5-4 0,8 10 0,-3-6 0,-1-1 0,2-4 0,1 0 0,-4 0 0,3 0 0,-6-6 0,6-3 0,-6 1 0,6-1 0,-5-1 0,4-4 0,0 2 0,5 2 0,0-2 0,0 4 0,2-1 0,3-1 0,-4 6 0,4-6 0,-3 7 0,-2-1 0,0 2 0,0 2 0,0 0 0,0 0 0,-5 0 0,1 0 0,-7 0 0,3 6 0,-6-4 0,-1 6 0,-4-4 0,3-1 0,-2 7 0,-3-6 0,3 6 0,1 1 0,-1 1 0,0 2 0,2 0 0,-4 0 0,6 0 0,0-4 0,0-1 0,0-6 0,0-8 0,0-9 0,0-1 0,2-2 0,2-2 0,-1 3 0,7-2 0,-6-3 0,6 3 0,-1-1 0,5 5 0,-4 4 0,-1 3 0,2 0 0,1 4 0,2 2 0,0 1 0,1 8 0,-1 6 0,4 0 0,1 4 0,1 3 0,-2-1 0,2 0 0,2 1 0,1-9 0,11 0 0,2-4 0</inkml:trace>
  <inkml:trace contextRef="#ctx0" brushRef="#br0" timeOffset="26">27168 3371 8912,'-6'-15'0,"3"6"0,-5 0 0,1-2 0,-2 6 0,4 5 0,2 10 0,2 7 0,1 5 0,0 6 0,0 0 0,0 0 0,0 0 0,0-2 0,0-1 0,0-1 0,6-7 0,3 2 0,-1-5 0,2-3 0,0-4 0,3 0 0,1-3 0,0-4 0,2-7 0,2-8 0,0 0 0,5-9 0,0 0 0,-1-3 0,-1 0 0,-7 4 0,-5 3 0,0 6 0,-5-7 0,2 11 0,-6-5 0,0 11 0,0-1 0,-2 8 0,-2 5 0,-6 3 0,-2 5 0,-1 1 0,4-3 0,-4 0 0,7 0 0,-3 0 0,2-5 0,7 1 0,0-7 0,0 3 0,2-6 0,4 0 0,8 0 0,5-6 0,6-4 0,-2-2 0,2-2 0,7 1 0,0 4 0,1-2 0,-5 6 0,-1 1 0,-4 4 0,-2 8 0,-7 6 0,-7 1 0,-2 9 0,-5-1 0,-5 5 0,-2 3 0,-7-3 0,-5 4 0,0-11 0,2 0 0,1-7 0,2-6 0,-6-8 0,-2 0 0</inkml:trace>
  <inkml:trace contextRef="#ctx0" brushRef="#br0" timeOffset="27">27210 3216 8912,'-22'-28'0,"3"6"0,10 3 0,-2 4 0,6 1 0,7 1 0,7 4 0,10 3 0,5 6 0,8 0 0,6 0 0,2 0 0,3 0 0,-1 1 0,-2 2 0,-1 4 0,-1 0 0,-1-3 0,6 2 0</inkml:trace>
  <inkml:trace contextRef="#ctx0" brushRef="#br0" timeOffset="28">28503 3469 8912,'-6'-20'0,"-2"2"0,-6-3 0,0 0 0,0 4 0,0 3 0,-2 3 0,-3 3 0,-4 2 0,-2 5 0,2 10 0,-4 2 0,5 12 0,-1 4 0,-1 4 0,7-1 0,-2 2 0,5-2 0,5-2 0,-2 0 0,6-1 0,2-4 0,2-4 0,2-8 0,4-2 0,3-6 0,6 2 0,6-5 0,4-5 0,2-3 0,2-7 0,0-4 0,0-4 0,1 2 0,-1 3 0,-2-3 0,-2 3 0,-3-1 0,-2 5 0,-3 1 0,1 2 0,-6 2 0,0 8 0,-6 1 0,1 6 0,-2 8 0,0 5 0,5-1 0,0 7 0,5-1 0,0-4 0,2-1 0,1-4 0,2-1 0,6-1 0,-2-4 0,-1-3 0,2-6 0,-7 0 0,9-6 0,-4-2 0</inkml:trace>
  <inkml:trace contextRef="#ctx0" brushRef="#br0" timeOffset="29">28911 3441 8912,'-11'-13'0,"-3"4"0,-3-2 0,1 6 0,-1 2 0,-2 2 0,-4 4 0,4 6 0,-5 2 0,6 12 0,-1 1 0,5 4 0,1 0 0,4 0 0,4-1 0,4-4 0,1 2 0,0-6 0,6-1 0,3-4 0,10-6 0,5-3 0,-3-4 0,3-2 0,1-5 0,1-8 0,2-5 0,1-4 0,-3-4 0,-2 4 0,1-10 0,-7-5 0,1 2 0,-5-1 0,-6-7 0,-3-7 0,-4-10 0,-1-3 0,0 0 0,0 3 0,-5 5 0,1 5 0,-6 5 0,6 14 0,-1 11 0,5 18 0,0 13 0,0 11 0,0 14 0,0 10 0,0 16 0,-2 4 0,-2 10 0,1-35 0,0 1-117,-2 1 1,0 1 0,-1-2-1,1-1 117,1 30 0,-1-6 0,5-3 0,8-5 0,4-6 0,5-8 0,8-6 0,-1-11 0,2-6 0,2-7 0</inkml:trace>
  <inkml:trace contextRef="#ctx0" brushRef="#br0" timeOffset="30">24020 4733 8912,'-14'-8'0,"9"-3"0,10 6 0,10-4 0,18 3 0,6-2 0,6-3 0,5 2 0,6-4 0,1-3 0,-1 1 0,-1 1 0,-4 3 0,-4 2 0,-3-2 0,-15 4 0,-5 3 0,-13 8 0,-5 4 0</inkml:trace>
  <inkml:trace contextRef="#ctx0" brushRef="#br0" timeOffset="31">24146 5070 8912,'-14'0'0,"2"-2"0,2-3 0,5 2 0,12-6 0,10-2 0,14-2 0,13-7 0,17-3 0,-2-8 0,7-2 0,1 3 0,2 5 0,-4 0-206,1 7 1,-8 0 205,-2 9 0,-6 3 0,-10 4 0,-2-2 0,-4-4 0,-6-6 0</inkml:trace>
  <inkml:trace contextRef="#ctx0" brushRef="#br0" timeOffset="32">25566 4634 8912,'-22'-4'0,"1"-1"0,1 2 0,-3 1 0,-4 2 0,-1 0 0,0 0 0,0 7 0,0 3 0,0 8 0,0 5 0,6 4 0,3 2 0,5 2 0,5 2 0,2 6 0,9-3 0,3-2 0,4-6 0,11-1 0,8-8 0,8-2 0,9-8 0,4-6 0,1-6 0,-5-5 0,2-6 0,0-6 0,-5-3 0,0-4 0,-14-2 0,-6-3 0,-5 0 0,-4-7 0,-4 1 0,-6-1 0,-12 2 0,-4 2 0,-15 7 0,-3 2 0,-11 2 0,0 6 0,1 8 0,4 6 0,4 2 0,5 10 0,4 6 0,6 6 0,8 8 0,12-4 0,12-1 0,19 0 0,10 5 0</inkml:trace>
  <inkml:trace contextRef="#ctx0" brushRef="#br0" timeOffset="33">26578 4747 8912,'-14'0'0,"-2"0"0,-1 0 0,-2 0 0,0 4 0,5 1 0,0 0 0,0-5 0,6 6 0,10-5 0,12 4 0,8-5 0,11-5 0,-4-2 0,4-7 0,1 0 0,-2-2 0,-4-1 0,-3-2 0,-8 0 0,2 5 0,-10-1 0,-4-4 0,-5 2 0,-5-7 0,-11 7 0,-12-1 0,-6 7 0,-8 1 0,-2 7 0,-3-2 0,5 12 0,0 7 0,1 8 0,10 10 0,4 6 0,7 2 0,6 3 0,5-1 0,4 1 0,10 4 0,4-6 0,10 6 0,11-13 0,12 2 0,8-8 0,4-5 0,4-6 0,3 2 0,-5-10-507,0-4 507,1-16 0,-11 3 0,4-9 0,-3 2 0,0-3 0</inkml:trace>
  <inkml:trace contextRef="#ctx0" brushRef="#br0" timeOffset="34">27379 4452 8912,'-13'-19'0,"2"0"0,2 2 0,-2 2 0,-2 7 0,-1 3 0,-1 5 0,-2 6 0,-2 8 0,2 8 0,-2 16 0,5 4 0,-2 9 0,12 1 0,-1 2 0,5 3 0,0-1 0,0 0 0,6-5 0,4 1 0,2-8 0,2-2 0,-1 3 0,-4-9 0,-4-5 0,-4-4 0,-1-10 0,-12 3 0,-4-6 0</inkml:trace>
  <inkml:trace contextRef="#ctx0" brushRef="#br0" timeOffset="35">26929 4915 8912,'-14'-6'0,"1"-2"0,4-6 0,3 0 0,9 0 0,8 2 0,12 2 0,12-2 0,11 2 0,11 2 0,8-1 0,9 0-256,1-5 1,-2 0 255,-7 0 0,-4-7 0,-6 0 0</inkml:trace>
  <inkml:trace contextRef="#ctx0" brushRef="#br0" timeOffset="36">27885 4424 8912,'-21'-7'0,"0"1"0,-8-3 0,1-2 0,0 6 0,6 2 0,4 8 0,-1 3 0,3 7 0,5 5 0,3 9 0,4 5 0,4 8 0,0 5 0,0 0 0,0 9 0,0-5 0,1 5 0,4-9 0,-2 0 0,7-5 0,-7 3 0,1-2 0,-2 0 0,-2-10 0,0 0 0,0-5 0,-2-2 0,-2-2 0,-6-7 0,-2-6 0,-4-5 0,-3-6 0,4 0 0,-4 0 0,3-8 0,2-6 0,0-1 0,0-9 0,0 6 0,0-6 0,0 2 0,0-1 0,5-4 0,-1 4 0,1 1 0,-5-1 0,6 1 0,3-2 0,4 6 0,1 2 0,0 2 0,0 0 0,11 5 0,3-1 0,9 7 0,1-1 0,7 2 0,2 2 0,4 5 0,-4-1 0,6 3 0,-1-3 0,2-2 0,2 3 0,0 1 0,-1-2 0,-2 0 0,-1-3 0,-7 4 0,2-1 0,-5 1 0,-5-5 0,-3 0 0,-6 0 0,1-1 0,-1-4 0,-5 3 0,0-2 0,1-4 0,4-1 0,0 1 0,0 0 0,0 0 0,0 0 0,0-1 0,0-5 0,0 5 0,-1-1 0,-2-1 0,-2-1 0,-6-2 0,3 0 0,-6 0 0,-1 6 0,-4 3 0,-3 4 0,-6 1 0,-5 0 0,1 0 0,-6 7 0,6 7 0,-6 2 0,5 7 0,-4-1 0,4 3 0,4-3 0,4-2 0,0 4 0,6-5 0,0 4 0,5-4 0,4-2 0,5-2 0,8-2 0,16-4 0,3-3 0,6-6 0,2-1 0,3-4 0,1-3 0,3-6 0,-2-1 0,-7-4 0,-6 3 0,-3-2 0,-5-3 0,-5 1 0,-6 0 0,-6 0 0,-4 1 0,-14 6 0,-2 4 0,-5 3 0,-5 6 0,-1 1 0,-4 4 0,-2 3 0,3 6 0,4 5 0,5-1 0,1 7 0,9-1 0,-1 2 0,5 2 0,0-4 0,3-2 0,5-1 0,6 1 0,9-5 0,1 2 0,2-8 0,2-2 0,0-7 0,1-2 0,-1-6 0,0-8 0,0-5 0,0 0 0,0-10 0,0 1 0,-1-5 0,-4 2 0,-2-4 0,-1-1 0,-5-1 0,4-5 0,-3-7 0,-2-2 0,-2-8 0,-2-2 0,1 6 0,-7 8 0,6 7 0,-6 7 0,1 13 0,-5 17 0,0 12 0,-5 8 0,-1 17 0,-2 9 0,-3 7 0,4 6 0,-3 5 0,2-2 0,-3 3 0,4-2 0,0-6 0,-2-2 0,4-1 0,1 1 0,4-10 0,1-2 0,4-7 0,3-10 0,6 1 0,0-9 0,0-5 0,0-4 0,6-12 0,2-2 0</inkml:trace>
  <inkml:trace contextRef="#ctx0" brushRef="#br0" timeOffset="37">28939 4915 8912,'-14'0'0,"0"0"0,0 0 0,6-1 0,6-3 0,10 0 0,15-1 0,20 5 0,7-5 0,9-1 0,3 0 0,2 0 0,-3-4 0,5 6 0,-8-3-109,-2 3 1,-6-4-1,-8-6 1</inkml:trace>
  <inkml:trace contextRef="#ctx0" brushRef="#br0" timeOffset="38">29909 4999 8912,'-8'-6'0,"2"-2"0,6-6 0,-7 0 0,6-6 0,-6-2 0</inkml:trace>
  <inkml:trace contextRef="#ctx0" brushRef="#br0" timeOffset="39">22066 6923 8912,'-2'-36'0,"-1"4"0,-1 2 0,0 3 0,3 4 0,1 4 0,0 10 0,0 4 0,0 11 0,0 7 0,0 4 0,5 13 0,-1-2 0,6 9 0,-4 2 0,0 5 0,0 3 0,4 0 0,-6-5 0,6 0 0,-5 0 0,5 0 0,-2 0 0,2-1 0,-1-4 0,2-7 0,8-7 0,3-10 0,6 1 0,8-11 0,6-3 0,6-17 0,8-11 0,1-10 0,-3 2 0,-4-1 0,-8-1 0,-12 7 0,-11-2 0,-10 4 0,-3 1 0</inkml:trace>
  <inkml:trace contextRef="#ctx0" brushRef="#br0" timeOffset="40">22108 7190 8912,'-14'-6'0,"5"4"0,-1-3 0,7-2 0,-1-3 0,14-4 0,9-4 0,8 0 0,6-5 0,2 1 0,8-1 0,3-2 0,1 6 0,-1-4 0,-9 4 0,-3 0 0,-12-1 0,-1-2 0</inkml:trace>
  <inkml:trace contextRef="#ctx0" brushRef="#br0" timeOffset="41">22136 6909 8912,'-14'-20'0,"2"3"0,2-7 0,4 7 0,6-2 0,3-1 0,7 0 0,10 0 0,10-1 0,7-4 0,10 2 0,4 1 0,10-1-554,3 5 0,7-8 1,-1 4-1</inkml:trace>
  <inkml:trace contextRef="#ctx0" brushRef="#br0" timeOffset="42">22937 6600 8912,'-20'8'0,"-2"-3"0,-1-4 0,-1-1 0,3-4 0,-3-1 0,4 0 0,6 5 0,0 0 0,0 0 0,0 2 0,0 2 0,1 10 0,4 10 0,-2 9 0,6 6 0,2 6 0,1 6 0,2 4 0,0 1 0,0 0 0,0 1 0,7 2 0,2-3 0,-1-8 0,1-10 0,-1-5 0,1 4 0,-2-7 0,-7-2 0,0-6 0,0-8 0</inkml:trace>
  <inkml:trace contextRef="#ctx0" brushRef="#br0" timeOffset="43">22614 7176 8912,'-14'-2'0,"2"-2"0,1-4 0,1 0 0,7 0 0,-2 4 0,4 0 0,4-5 0,6 0 0,10 1 0,9-9 0,10 3 0,1-3 0,12 3 0,1-5 0,4 0-472,0-6 0,7-3 0,1-8 1</inkml:trace>
  <inkml:trace contextRef="#ctx0" brushRef="#br0" timeOffset="44">23514 6628 8912,'-14'-28'0,"-2"2"0,-1 1 0,-2 1 0,-4 9 0,4 1 0,-5 1 0,6 9 0,-1-1 0,5 5 0,0 3 0,0 6 0,4 2 0,1 13 0,6-1 0,-2 5 0,4 5 0,1 0 0,1 6 0,4-2 0,-2 8 0,5 4 0,0-1 0,-1 0 0,-2 6 0,5-3 0,-7 0 0,1 6 0,-2-9 0,-2 8 0,0-15 0,0-4 0,-6-6 0,-2-3 0</inkml:trace>
  <inkml:trace contextRef="#ctx0" brushRef="#br0" timeOffset="45">23162 7162 8912,'-6'-34'0,"0"5"0,-4 1 0,4 0 0,6 13 0,2-2 0,2 6 0,9 0 0,6 6 0,6-1 0,-2 1 0,8 4 0,2-4 0,0-3 0,-5 0 0,0-6 0</inkml:trace>
  <inkml:trace contextRef="#ctx0" brushRef="#br0" timeOffset="46">23724 7064 8912,'0'-14'0,"0"0"0,0-1 0,2 6 0,3 0 0,4-5 0,3 2 0</inkml:trace>
  <inkml:trace contextRef="#ctx0" brushRef="#br0" timeOffset="47">23752 6863 8912,'-13'20'0,"-2"12"0,3 4 0,3 6 0,-2-1 0,6-4 0,2 2 0,8-6 0,4 0 0,11-7 0,7-2 0,-20-20 0</inkml:trace>
  <inkml:trace contextRef="#ctx0" brushRef="#br0" timeOffset="48">26535 7195 8912,'4'-19'0,"5"-9"0,0-5 0,10 0 0,-17 28 0</inkml:trace>
  <inkml:trace contextRef="#ctx0" brushRef="#br0" timeOffset="49">26591 7048 8912,'2'-5'0,"17"-32"0,-2-2 0,-16 37 0</inkml:trace>
  <inkml:trace contextRef="#ctx0" brushRef="#br0" timeOffset="50">26861 6881 8912,'2'5'0,"3"12"0,4 2 0,1-4 0,4-2 0,0-4 0,0-4 0,0-4 0,0-1 0,0-1 0,0-4 0,0-3 0,0-6 0,5-5 0,0 1 0,-1-1 0</inkml:trace>
  <inkml:trace contextRef="#ctx0" brushRef="#br0" timeOffset="51">27069 6881 8912,'15'-14'0,"-6"0"0,0 0 0,-4 6 0,3 5 0,-2 6 0,3 6 0,-4 10 0,0 3 0,-5 6 0,0 0 0,0 0 0,-5 0 0,0 0 0,1-1 0,4-4 0,0 2 0,-2-6 0,-3-2 0,-2-7 0,-7-4 0</inkml:trace>
  <inkml:trace contextRef="#ctx0" brushRef="#br0" timeOffset="52">27098 6656 8912,'-5'-14'0,"0"0"0,-1 0 0,1 0 0,10 6 0,0 4 0,7 2 0,7 2 0,9 2 0,9 2 0,4-2 0,1 3 0,7 2 0,1 1 0</inkml:trace>
  <inkml:trace contextRef="#ctx0" brushRef="#br0" timeOffset="53">27660 6628 8912,'-14'-6'0,"-2"0"0,-3-4 0,2 0 0,-6 5 0,-1 0 0,-4 7 0,0 4 0,0 8 0,5 2 0,-1 7 0,7-4 0,-2 4 0,5 1 0,5 4 0,3-5 0,6 0 0,0-4 0,0 5 0,11-9 0,3-1 0,7-1 0,-2-9 0,6 6 0,-3-6 0,0 0 0,-3-3 0,1 1 0,-1 2 0,-1 3 0,-4 2 0,1 3 0,-1-2 0,-2 2 0,-3 2 0,2 7 0,-6 2 0,0-1 0,-5 1 0,-2-1 0,-3 3 0,-4-2 0,-3 2 0,-2 0 0,0-1 0,-1-4 0,1-6 0,0-1 0,0-4 0,0 3 0,0-4 0</inkml:trace>
  <inkml:trace contextRef="#ctx0" brushRef="#br0" timeOffset="54">27941 6460 8912,'0'-28'0,"0"1"0,0 4 0,0 2 0,0 15 0,0 6 0,0 13 0,0 10 0,0 4 0,0 1 0,0 1 0,0 3 0,0 2 0,0 2 0,0-5 0,0 2 0,0 1 0,0-1 0,0 0 0,0-5 0,0 0 0,0 0 0,0-6 0,0-4 0,0-2 0,0-2 0,0-6 0,1-2 0,4-6 0,5-11 0,8-3 0,-2-14 0,3 0 0,1-3 0,-1 3 0,-1 0 0,-4 1 0,0 4 0,1 4 0,-1 5 0,0 5 0,0-4 0,-2 13 0,-2 0 0,1 6 0,-7 8 0,6 7 0,-4 1 0,0 1 0,0 0 0,5-6 0,-1 2 0,-3-3 0,3-2 0,-1-2 0,5-2 0,5-4 0,0-6 0,6-2 0,-2-2 0,4-6 0,1-8 0,0-4 0,0-8 0,0-3 0,0-4 0,-6 1 0,-3-1 0,0-7 0,-5-8 0,3-2 0,-8-2 0,-1-1 0,1 1 0,-6 8 0,2 6 0,-3 12 0,-2 11 0,0 23 0,0 10 0,-2 15 0,-3 9 0,-1 7 0,-3 2 0,-4 10 0,4 0 0,-4-1 0,-1 0 0,7-9 0,0 4 0,3-5 0,-1-4 0,2 0 0,8 0 0,-2-6 0,6-3 0,5-5 0,5-5 0,0-3 0,1-6 0,2 0 0</inkml:trace>
  <inkml:trace contextRef="#ctx0" brushRef="#br0" timeOffset="55">28559 6600 8912,'-18'0'0,"-1"0"0,3-1 0,5-4 0,5 3 0,9-5 0,7 2 0,11 3 0,18-4 0,5 0 0,3-3 0,6 2 0,-1 3 0,-4-3 0,-1 3 0,-5-1 0,-4 5 0,-7 2 0,-6 2 0,-11 4 0,-8 6 0</inkml:trace>
  <inkml:trace contextRef="#ctx0" brushRef="#br0" timeOffset="56">23739 6923 8912,'-15'0'0,"1"0"0,0 0 0,0 0 0,6 2 0,4 2 0,8 0 0,6 3 0,2 0 0,2-4 0,2-2 0,3-1 0,-2-1 0,6-4 0,1-4 0,-2-4 0,3-1 0,-7 0 0,1 0 0,-5 0 0,-1 0 0,-4 0 0,-3 0 0,-6 0 0,0-6 0,-8 4 0,-6-3 0,-1 10 0,-9 4 0,1 10 0,-5 4 0,1 10 0,4 4 0,-2 10 0,6 5 0,2 7 0,8 3 0,4 1 0,3-1 0,9-3 0,2-7 0,16-4 0,8-6 0,6-8 0,3-6 0,6-9 0,4-14-369,3-7 0,1-25 0,0-2 0</inkml:trace>
  <inkml:trace contextRef="#ctx0" brushRef="#br0" timeOffset="57">24512 6684 8912,'-21'2'0,"-2"3"0,-4 4 0,-1 4 0,0 2 0,0 4 0,-5 9 0,0 9 0,1 6 0,5 2 0,5 2 0,8-2 0,2 2 0,7-5 0,6-3 0,9-11 0,4-6 0,5-4 0,4-2 0,10-2 0,-3-6 0,4-5 0,-1-8 0,-1-9 0,6-3 0,-5-11 0,0 1 0,-5-10 0,0 3 0,0-8 0,-5 1 0,1-10 0,-12 1 0,2-3 0,-3 1 0,-3-1 0,3-2 0,-6-1 0,-2 0 0,-8 0 0,-3 8 0,-4 5 0,1 12 0,1 11 0,1 1 0,-3 25 0,2 4 0,-2 12 0,4 14 0,-1 9 0,-1 8 0,5 0 0,-4 8 0,6 1-126,-2-1 0,4 0 126,1-5 0,8-5 0,6 1 0,1-7 0,10 0 0,3-7 0,4-10 0,0-6 0,-4-8 0,-4 1 0,-1 1 0,2-2 0,2-3 0</inkml:trace>
  <inkml:trace contextRef="#ctx0" brushRef="#br0" timeOffset="58">24610 6867 8912,'-14'0'0,"0"-5"0,0 1 0,0-1 0,6 5 0,3 0 0,11 0 0,10-2 0,11-2 0,16-4 0,18-6 0,6-5 0,-25 10 0,1-1 0,-3-2 0,1-1-180,3 2 1,1-1 0,-2-1-1,0 0 180,-1-1 0,0-1 0,0-1 0,0-2 0,1 0 0,-1 0 0</inkml:trace>
  <inkml:trace contextRef="#ctx0" brushRef="#br0" timeOffset="59">25791 6965 8912,'-19'0'0,"0"0"0,2 0 0,1 0 0,1 0 0,-3 0 0,0 0 0,1 0 0,6 0 0,1 0 0,-1 0 0,5 0 0,1 0 0,10 0 0,4 0 0,4 0 0,7 0 0,4 0 0,4-1 0,5-4 0,4-3 0,8-7 0,4-3 0,1 0 0,0-1 0,1 5 0,1 5 0,-10-1 0,0 7 0,-14-2 0,-3-2 0,-11-1 0</inkml:trace>
  <inkml:trace contextRef="#ctx0" brushRef="#br0" timeOffset="60">25748 7344 8912,'-9'0'0,"0"0"0,5 0 0,0-1 0,8-4 0,11-3 0,8-6 0,5 0 0,6-1 0,7-2 0,4-2 0,2 0 0,-5 5 0,-1 5 0,-4-1 0,2 6 0,-6-6 0,-6 6 0,-8-6 0,-4 1 0,-1-5 0</inkml:trace>
  <inkml:trace contextRef="#ctx0" brushRef="#br0" timeOffset="61">26817 7106 8912,'-29'-19'0,"1"0"0,2 2 0,2 2 0,6 2 0,2 4 0,11 2 0,10 7 0,15 0 0,15 0 0,15-1 0,12-4 0,13-3 0,-29 1 0,2-1 0,3-1 0,2-1 0,4-1 0,0-1 0,8-4 0,2-1 0,3-1 0,2 0 0,1-1 0,0 1-588,3-1 0,0 0 1,0 1-1,-1-1 588,0-2 0,0 0 0,-23 7 0,0 0 0,-1 1 0,21-6 0,0 1 0,-6 1 0,-1 1 0,-6 1 0,-1 0 0,-8 1 0,-3 0 122,-6 0 0,-3 0 0,28-6-122,-24 6 0,-17 1 0,-28 8 0,-14 2 0,-19 2 0,-20 1 0,-13 0 0,-11 0 0,33 0 0,-3 0-222,-3 0 0,-1 0 0,-1 0 0,-1 1 222,-3 1 0,1 1 0,1 0 0,0 2 0,0 1 0,0 2 0,-3-1 0,-1 1 0,-4 1 0,-1 1 0,5 1 0,0 0 0,-2 2 0,0 2 0,10 1 0,1 1 0,5-1 0,1 1 0,5 2 0,2 1 716,-31 17 1,21-1-717,21 1 0,14-5 0,24 0 0,13-4 0,18-4 0,18-4 0,11-6 0,-30-9 0,1-2-176,3 0 0,1-1 0,6-2 1,1-2 175,2-2 0,0-1 0,4-1 0,0-2 0,3-3 0,0-2 0,-3-2 0,-1-2 0,-1 1 0,-1-1 0,3-3 0,1-1 0,3-2 0,0-1 0,-8 3 0,-1-1 0,0-2 0,-3 1 0,-12 5 0,-4 0 0,8-10 0,-20 1 0,-22 9 0,-22 4 0,-21 6 0,-21 2 0,24 4 0,-2 1 0,-4 0 0,-1 0 0,-7 0 0,0 2 0,3 4 0,0 1 2,-2 0 1,-1 2 0,1 1 0,1 1-3,-2-2 0,0 2 0,-1 3 0,-1 2 0,-7 3 0,0 2 0,4 0 0,1 2 0,-3 1 0,0 1 0,3 1 0,0 1 0,2 1 0,0 1 0,3 0 0,1 2 0,2 0 0,2 1 0,11-8 0,5 0 0,-10 24 0,19-17 36,23-2 1,18-13 0,12 1 0,14-3-37,12-7 0,21-5 0,-31-2 0,1-2 0,5-3 0,1-2-46,5-3 1,1-2 0,-3-2-1,0-1 46,1 0 0,-1-1 0,3-4 0,1-1 0,-3-1 0,1 0 0,2-2 0,0-1 0,2-2 0,-2-2 0,-6 1 0,-2 0 0,-2 3 0,-1 1 0,-7 1 0,-3 1 0,17-14 0,-17 2 0,-25 7 0,-15 8 0,-21 4 0,-19 7 0,-17 3 0,-12 1 0,-9 5 0,39 5 0,0 1 75,-4 0 1,-1 2-1,-2 3 1,0 1-1,-2 0 1,0 0-1,-3 1 1,-1 2-76,0 1 0,0 1 0,0-2 0,0 2-266,1 4 0,1 1 0,-2-3 0,0 2 266,-4 4 0,1 2 0,-1-1 0,0 2 0,4 1 0,1 0 0,8-3 0,1-1 0,6-2 0,4 0 0,-11 19 509,16-14 0,12-3-509,16-11 0,19-6 0,11-4 0,13-2 0,14-2 0,19-6 0,-30 2 0,2-2 0,5-4 0,2-3-86,3 0 0,1-2 0,2-3 0,0 0 0,-1 0 1,0 0-1,2-2 0,1 0 86,3-4 0,0-1 0,-3 1 0,-1 0-190,0-2 0,-2 0 0,-2 1 0,-2-1 190,-2-2 0,0 0 0,-1 1 0,-1 1 0,-8 2 0,-3 1 0,20-15 0,-26 7 0,-23 9 501,-21 4 1,-15 2-502,-18 2 0,-14 6 0,-14 3 0,-10 5 0,37 2 0,-1 1 0,-2 1 0,0 1 0,-3 4 0,-1 1 0,-2 3 0,0 1-67,-2 1 0,0 2 0,-2 3 0,1-1 0,-2 1 0,0-1 0,-1 3 0,0 0 67,-1 1 0,1 1 0,3 2 0,1 1-10,4-1 0,2 0 0,3-2 0,2 0 10,7-1 0,2 1 0,-24 18 0,27-6 0,15-8 575,18-8 1,15-6-576,20-5 0,12-2 0,21-7 0,-30-1 0,3-1-71,10-2 1,2-2 0,-1-1 0,1-3-1,6-5 1,1-3 0,1 0 0,-1-1 70,1-1 0,-1-1 0,3 0 0,0-1-133,-4-2 0,0 1 0,-3 1 1,1 0 132,-3-1 0,0-1 0,-2 3 0,-2 0 0,-6 2 0,-3 1 0,-3 3 0,-3 2 352,10-6 1,-21 16-353,-21 7 0,-22 7 0,-10 0 0,-15 3 0,-3 4 0</inkml:trace>
  <inkml:trace contextRef="#ctx0" brushRef="#br0" timeOffset="62">26086 7766 8912,'1'-10'0,"2"1"0,2-2 0,-2-1 0,-1-2 0,-2-1 0,0 1 0,0 0 0,0 0 0,0 5 0,0 0 0,0-2 0,0 3 0,0-1 0,0-2 0,0 3 0,0-2 0,0 7 0,0-4 0,0 2 0,0 3 0,0-4 0,0 8 0,0 2 0,-2-2 0,-1 4 0,-2 0 0,1-4 0,4 10 0,0-10 0,-7 4 0,6-6 0,-5 0 0,6 6 0,0-4 0,0 4 0,0-6 0,0 0 0,-7 0 0,6 0 0,-5 0 0,6 0 0,0-6 0,0 4 0,0-4 0,0 6 0,0 0 0,0 6 0,0 7 0,0 6 0,1 12 0,4 2 0,-4 6 0,4 3 0,1 6 0,-1 4 0,4-2 0,-4 1 0,1-7 0,-1-2 0,-3-2 0,2-7 0,-2-6 0,-2-9 0,0-2 0,0-8 0,0-2 0,6-12 0,2-2 0</inkml:trace>
  <inkml:trace contextRef="#ctx0" brushRef="#br0" timeOffset="63">26479 7878 8912,'-20'8'0,"3"0"0,-7-4 0,7 3 0,-3 5 0,1 1 0,0 2 0,2 9 0,8-1 0,3-1 0,6 1 0,0 1 0,0 4 0,3-6 0,6-4 0,5-4 0,13-4 0,-1-6 0,4-2 0,1-4 0,-3-2 0,2-6 0,3-8 0,-4 0 0,4-5 0,-8 0 0,-1-5 0,-9-1 0,-1 1 0,-6 0 0,-8 0 0,-3 5 0,-6-1 0,-4 7 0,-14 0 0,-4 6 0,-3 6 0,-2 4 0,-3 2 0,3 4 0,2 4 0,6 4 0,4 1 0,1 0 0,-5 0 0</inkml:trace>
  <inkml:trace contextRef="#ctx0" brushRef="#br0" timeOffset="64">26859 7527 8912,'-10'-5'0,"1"1"0,1 1 0,-1 9 0,4 8 0,4 8 0,1 6 0,0 4 0,0 6 0,0 2 0,6 7 0,2 0 0,1-2 0,0-1 0,1-3 0,4-4 0,0-3 0,0-6 0,-2-1 0,-2-4 0,1 2 0,-5-7 0,2-6 0,-5 2 0,3-6 0</inkml:trace>
  <inkml:trace contextRef="#ctx0" brushRef="#br0" timeOffset="65">26746 7878 8912,'-34'0'0,"6"0"0,0 0 0,6 0 0,8 0 0,14-2 0,9-2 0,16-4 0,13-6 0,4 0 0,5 0 0,-2-5 0,6 0 0,-1 1 0,2 4 0,-4 4 0,-6 1-156,1 6 0,-1-10 0,0 6 0</inkml:trace>
  <inkml:trace contextRef="#ctx0" brushRef="#br0" timeOffset="66">27463 7822 8912,'-20'14'0,"3"0"0,-7 0 0,7-5 0,-2 1 0,5 1 0,5 1 0,1 2 0,3 0 0,5 0 0,0 0 0,7-1 0,7-4 0,1 2 0,4-6 0,-2-1 0,7-4 0,-7 0 0,1 0 0,3 0 0,-2 0 0,-1-6 0,-4-3 0,-1-5 0,-4-5 0,2 3 0,-6-2 0,-1 1 0,-4-2 0,0 3 0,0-2 0,-1-3 0,-4 3 0,-4 2 0,-4 5 0,-1 0 0,0 6 0,6-6 0,-10 4 0,2-7 0</inkml:trace>
  <inkml:trace contextRef="#ctx0" brushRef="#br0" timeOffset="67">28461 7443 8912,'-5'-41'0,"1"4"0,-1 4 0,-1 3 0,2 10 0,-5 6 0,0 6 0,-5 8 0,4 8 0,1 8 0,-2 10 0,-1 10 0,-3 6 0,1 5 0,5-3 0,0 2 0,1 3 0,-1-2 0,-2-1 0,6-3 0,0-3 0,5-2 0,0-3 0,0-2 0,0-3 0,0 3 0,0-10 0,0-3 0,0-6 0</inkml:trace>
  <inkml:trace contextRef="#ctx0" brushRef="#br0" timeOffset="68">28025 7864 8912,'2'-12'0,"2"2"0,12-2 0,12 2 0,13-1 0,13 0 0,9 2 0,7-2 0,2 5 0,-6 1 0,-10 4 0,-11 2 0,-7 4 0,-10 4 0,-13 8 0,-10 2 0,-13 5 0,-11-6 0,-9 7 0,-14-3 0</inkml:trace>
  <inkml:trace contextRef="#ctx0" brushRef="#br0" timeOffset="69">27435 8552 8912,'-6'8'0,"3"0"0,-7-4 0,1 6 0,1 2 0,2 2 0,4 2 0,-1 4 0,-2 8 0,1 2 0,4 7 0,0 5 0,0 7 0,0 1 0,0 3 0,0-3 0,0 1 0,0-6 0,0 2 0,1-3 0,4-2 0,-3-8 0,2-6 0,-2-6 0,-2-8 0</inkml:trace>
  <inkml:trace contextRef="#ctx0" brushRef="#br0" timeOffset="70">27407 8707 8912,'14'-19'0,"1"0"0,3 2 0,0 1 0,7 7 0,-1 0 0,-4 5 0,-1 0 0,-4 4 0,-2 6 0,-4 8 0,-4 8 0,-3 4 0,-2 3 0,-11-1 0,-3 0 0,-4 1 0,4 4 0,-4-3 0,-1 3 0,-1-4 0,1-1 0,3-4 0,-3-1 0,4-6 0,1 3 0</inkml:trace>
  <inkml:trace contextRef="#ctx0" brushRef="#br0" timeOffset="71">27730 8861 8912,'-9'0'0,"-1"0"0,7 6 0,-3-4 0,6 4 0,11-8 0,5-1 0,4-1 0,3-7 0,5 1 0,0-2 0,1-2 0,-1 0 0,0 0 0,-6 0 0,-4 0 0,-4 0 0,-4 0 0,-6 4 0,-8 1 0,-6 6 0,-8-2 0,-4 4 0,-6 1 0,-7 6 0,-2 3 0,1 8 0,-2 2 0,9 6 0,1-2 0,6 4 0,8 1 0,1 0 0,4 0 0,4 0 0,10 0 0,11-6 0,12-3 0,6 0 0,8-5 0,0 1 0,1-10 0,-3 0 0,-2-5 0,2-2 0,-2-3 0,-6-2 0,-2-9 0,-5-3 0,-1-3 0,4-6 0</inkml:trace>
  <inkml:trace contextRef="#ctx0" brushRef="#br0" timeOffset="72">28152 8833 8912,'0'-14'0,"0"0"0,0 6 0,-2 3 0,-3 10 0,2 4 0,-6 10 0,6-3 0,-2 2 0,4 3 0,1-3 0,0 1 0,0-5 0,0 0 0,0 0 0,1-4 0,4-1 0,-2-6 0,6 2 0,2-4 0,2-2 0,1-4 0,-5-3 0,1-6 0,-6-4 0,6-1 0,-7-5 0,3 4 0,-1-2 0,-1-3 0,1 5 0,-5 1 0,-6 4 0,-2 1 0</inkml:trace>
  <inkml:trace contextRef="#ctx0" brushRef="#br0" timeOffset="73">28405 8735 8912,'0'-14'0,"0"6"0,0 2 0,0 24 0,1-1 0,4 16 0,-2 2 0,6-3 0,-5 7 0,0-1 0,2 2 0,-1 2 0,-2 1 0,-1-1 0,-2-5 0,0 1 0,0-1 0,0 5 0,-2-6 0,-2-3 0,-4-10 0,-6-9 0,0-8 0</inkml:trace>
  <inkml:trace contextRef="#ctx0" brushRef="#br0" timeOffset="74">28320 8763 8912,'0'-19'0,"2"-1"0,3-1 0,4 1 0,5 3 0,5 8 0,3-2 0,6 6 0,5-4 0,-1 4 0,1 7 0,-5 7 0,0 3 0,0 2 0,-7 2 0,-7 3 0,-2 1 0,-7 3 0,0 4 0,-5-4 0,-8 4 0,-6 1 0,-2 0 0,-6 0 0,0 0 0,1 0 0,3-6 0,0-3 0,2-4 0,2-1 0,0-6 0,0-1 0,0-7 0</inkml:trace>
  <inkml:trace contextRef="#ctx0" brushRef="#br0" timeOffset="75">28840 8299 8912,'0'-26'0,"0"2"0,0 6 0,0 2 0,0 10 0,0 6 0,0 14 0,0 14 0,0 8 0,-4 1 0,-1 4 0,2 3 0,-3-1 0,1-5 0,0 2 0,5-2 0,2 1 0,3-2 0,-2 2 0,6-6 0,2-5 0,8-5 0,-4-5 0,6-1 0,-3-6 0,1-7 0,6-4 0,-1-4 0,2-4 0,2-6 0,-4-5 0,-3-1 0,0-2 0,-4-3 0,-3 3 0,-5-1 0,-2 6 0,-7-2 0,0 3 0,-2 4 0,-3 2 0,-4 4 0,-10 6 0,4 13 0,-4 5 0,-1 12 0,1 4 0,2 1 0,1-1 0,4 3 0,2-4 0,4 0 0,6-5 0,12-6 0,7-3 0,17-10 0,6-4 0,16-10 0,3-6 0,6-6 0,3-7 0,-32 11 0,-1-2 0,1-1 0,-1 0-302,1 1 0,-1 0 1,34-19-1,-1 6 1</inkml:trace>
  <inkml:trace contextRef="#ctx0" brushRef="#br0" timeOffset="76">27351 9942 8912,'-29'6'0,"3"4"0,1 2 0,2 4 0,-2 4 0,-4 8 0,-3 8 0,4 5 0,-1 1 0,9 0 0,4 0 0,9 5 0,2 0 0,5-5 0,5-5 0,4-7 0,10-2 0,4-6 0,10-10 0,4-2 0,4-6 0,3-4 0,3-4 0,3-10 0,6-10 0,-8-8 0,-6-7 0,-7-7 0,1-4 0,0-6 0</inkml:trace>
  <inkml:trace contextRef="#ctx0" brushRef="#br0" timeOffset="77">27688 9788 8912,'-13'-10'0,"4"1"0,-3 6 0,5 4 0,-2 14 0,-2 11 0,6 12 0,-4 7 0,4 2 0,1 6 0,4-2 0,0 2 0,0 0 0,0-3 0,0-2 0,6-7 0,3-8 0,4-5 0,1-5 0,4-4 0,1-10 0,-2-4 0,-1-3 0,-2-2 0,0 0 0,5-8 0,0-6 0,1-2 0,-1-7 0,-4 4 0,4-4 0,-3-1 0,-2 2 0,0 4 0,0 8 0,-6-2 0,3 12 0,-7 0 0,-1 8 0,-1 9 0,-2 2 0,0 4 0,0-4 0,0 4 0,0-4 0,0-1 0,0 3 0,0-6 0,0-1 0,0-7 0,6-14 0,2 0 0</inkml:trace>
  <inkml:trace contextRef="#ctx0" brushRef="#br0" timeOffset="78">27927 9914 8912,'0'-14'0,"-2"2"0,-1 1 0,-2 1 0,1 7 0,5-8 0,6 7 0,7 1 0,0 1 0,4 2 0,4 0 0,0 6 0,6 2 0</inkml:trace>
  <inkml:trace contextRef="#ctx0" brushRef="#br0" timeOffset="79">28236 9984 8912,'-19'5'0,"1"1"0,-1 2 0,-1 3 0,5 8 0,1 4 0,0 5 0,5 5 0,1 0 0,0 6 0,2 1 0,3-1 0,1-1 0,2-1 0,7-1 0,2-3 0,4-11 0,1-4 0,1-10 0,4-6 0,3-4 0,6-2 0,0-9 0,0-6 0,5-10 0,0 1 0,6-10 0,-3 2 0</inkml:trace>
  <inkml:trace contextRef="#ctx0" brushRef="#br0" timeOffset="80">28587 9732 8912,'-14'0'0,"0"0"0,0 0 0,6 1 0,4 4 0,-2 10 0,1 14 0,-5 5 0,6 8 0,-6 6 0,6 4 0,1 1 0,1-2 0,2 2 0,0-6 0,0-2 0,0-7 0,0-4 0,0-6 0,0 0 0,2-1 0,2-4 0,-1-9 0,7-9 0,-2-5 0,1-5 0,10-15 0,-4-10 0</inkml:trace>
  <inkml:trace contextRef="#ctx0" brushRef="#br0" timeOffset="81">28728 9970 8912,'0'-7'0,"0"-6"0,-2 11 0,-2-2 0,1 5 0,-7 9 0,1 1 0,-5 12 0,0 2 0,0 6 0,0 4 0,0 0 0,0 1 0,-1 2 0,3-4 0,3-6 0,2 0 0,7 0 0,0-6 0,2-5 0,4-6 0,8-6 0,7-4 0,7-1 0,1-1 0,4-4 0,-2-4 0,7-10 0,-7 4 0,10-12 0,-5 5 0</inkml:trace>
  <inkml:trace contextRef="#ctx0" brushRef="#br0" timeOffset="82">29304 10139 8912,'-15'0'0,"-3"0"0,0 0 0,0 0 0,3 1 0,-1 6 0,-2 7 0,2 6 0,-4 10 0,1 2 0,0 6 0,7 2 0,7 1 0,3-2 0,2-2 0,11-7 0,5-2 0,3-9 0,1-8 0,5-5 0,-2-6 0,4-12 0,-1-7 0,-1-6 0,-1-3 0,-7 0 0,2 0 0,-4-1 0,-1 1 0,-6 0 0,-3 0 0,-3 2 0,-2 2 0,-2 4 0,-3 6 0,-3 0 0,-6 0 0,0 0 0,0 0 0</inkml:trace>
  <inkml:trace contextRef="#ctx0" brushRef="#br0" timeOffset="83">29473 10223 8912,'0'9'0,"0"1"0,0 1 0,0 1 0,0 2 0,0 2 0,0 1 0,0 2 0,0-1 0,0-4 0,0 5 0,0 0 0,0-2 0,-2-8 0,-2-4 0,2-3 0,-4-4 0,7-4 0,4-8 0,3-3 0,6-11 0,0 3 0,0-8 0,2 2 0,2-2 0,3 8 0,4-3 0,-2 3 0,2 3 0,0 6 0,-2 7 0,4 8 0,-4 1 0,-2 7 0,-2 12 0,-4 8 0,-1 5 0,-1 7 0,-4-1 0,4 1 0,-6 0 0,3-3 0,-1-2 0,-6-1 0,10-5 0,-5 0 0</inkml:trace>
  <inkml:trace contextRef="#ctx0" brushRef="#br0" timeOffset="84">28053 11529 8912,'-14'-14'0,"0"1"0,0 4 0,-5-2 0,-1 5 0,-2 0 0,-4-1 0,-6 4 0,1 3 0,-5 7 0,0 7 0,0 7 0,5 6 0,-2 3 0,5 2 0,5 6 0,3 1 0,6 0 0,1-5 0,4-4 0,2-1 0,7-10 0,2-2 0,3-7 0,6-6 0,6-2 0,0-5 0,6-7 0,2 0 0,8-14 0,-3 1 0,3-5 0,-4 4 0,-1 1 0,1 4 0,-1-3 0,-2 2 0,-2 3 0,1 7 0,-7 6 0,1 4 0,-5 4 0,0 6 0,0 9 0,0 2 0,0 9 0,-1 0 0,-4-2 0,5 3 0,0-8 0,0-2 0,5-3 0,3-4 0,1-4 0,2-6 0,-1-2 0,9-14 0,-4-4 0</inkml:trace>
  <inkml:trace contextRef="#ctx0" brushRef="#br0" timeOffset="85">28531 11515 8912,'-14'-8'0,"0"3"0,0 4 0,0 1 0,-5 1 0,0 4 0,-1 9 0,1 10 0,-1 8 0,-3 6 0,4 1 0,3-2 0,9 2 0,2-6 0,3 0 0,2-5 0,7-3 0,2-6 0,3-2 0,2-13 0,5 1 0,0-5 0,0 0 0,1 0 0,-4-11 0,2-3 0,3-9 0,-3-1 0,6-7 0,-5-2 0,1-10 0,-3-1 0,2-6 0,-2-8 0,3-4 0,-1-8 0,-7 30 0,-1-1-162,-1-1 1,-1-1 0,0-2 0,-1 0 161,-3 2 0,0 2 0,0-1 0,1 2 0,-2-20 0,-1 17 0,-7 39 0,-6 21 0,-8 25 0,-6 28 0,9-28 0,-1 1 0,-1 5 0,1 2 0,0-1 0,1 0-219,3 2 1,1 1 0,-2 0 0,1-1 218,1-2 0,3 0 0,1-1 0,1-2 0,3-6 0,2 0 0,7 30 0,8-9 0,11-10 0,9-7 0,2-10 0,2-1 0,4-11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236"/>
    </inkml:context>
    <inkml:brush xml:id="br0">
      <inkml:brushProperty name="width" value="0.05292" units="cm"/>
      <inkml:brushProperty name="height" value="0.05292" units="cm"/>
    </inkml:brush>
  </inkml:definitions>
  <inkml:trace contextRef="#ctx0" brushRef="#br0">13784 3335 8912,'-17'0'0,"0"0"0,0 0 0,-1 0 0,1 0 0,0 10 0,0 9 0,-1 16 0,1 14 0,6 12 0,1 16 0,3 7 0,3 6 0,4 1 0,6-5 0,3-6 0,8-1 0,0-3 0,1-3 0,-1-16 0,0-5 0,0-12 0,1 0 0,1-11 0,4-6 0,-4-12 0,4-7 0,-4-8 0,6-13 0,1-10 0</inkml:trace>
  <inkml:trace contextRef="#ctx0" brushRef="#br0" timeOffset="1">14146 3542 8912,'0'-17'0,"0"-1"0,0 1 0,0 8 0,0 3 0,0 12 0,0 7 0,0 8 0,0 13 0,0 12 0,1 6 0,3 5 0,2 6 0,-2 4 0,3 2 0,-1 0 0,8-1 0,-3 1 0,2-8 0,-1-3 0,1-5 0,-7-1 0,6-3 0,-7-3 0,-14-11 0,-10-11 0,-16-6 0</inkml:trace>
  <inkml:trace contextRef="#ctx0" brushRef="#br0" timeOffset="2">13646 4195 8912,'-24'-27'0,"4"-3"0,-2 7 0,2 0 0,13 13 0,7 5 0,17 5 0,17 5 0,10-3 0,14 4 0,-3-4 0,8-2 0,0 0 0,6 0 0,0 0 0,0 0 0,7-8-189,5-3 0,3-12 1,2-4-1</inkml:trace>
  <inkml:trace contextRef="#ctx0" brushRef="#br0" timeOffset="3">14782 3851 8912,'-36'8'0,"0"5"0,-1 6 0,5 4 0,1 14 0,-3-3 0,7 10 0,4-4 0,12 6 0,5-6 0,8-2 0,9-1 0,8-9 0,16 1 0,1-16 0,4-1 0,-3-9 0,3-3 0,2-3 0,-2-9 0,-2 1 0,-9-12 0,-4-2 0,-10 0 0,-4-2 0,-5-3 0,-4-3 0,-2-1 0,-2 0 0,-4-1 0,-5 1 0,-12-1 0,4 7 0,-2 1 0,6 4 0,3 8 0,1-2 0,1 15 0,2-6 0,16 16 0,2 1 0,7 8 0</inkml:trace>
  <inkml:trace contextRef="#ctx0" brushRef="#br0" timeOffset="4">15522 3851 8912,'-6'-11'0,"1"-1"0,-3 9 0,2-3 0,4-4 0,-5 8 0,14 0 0,5 8 0,9 8 0,2-3 0,7 4 0,-3 2 0</inkml:trace>
  <inkml:trace contextRef="#ctx0" brushRef="#br0" timeOffset="5">15660 4350 8912,'-17'17'0,"5"-5"0,1-1 0,7-7 0,-8 3 0,12-7 0,-3-7 0,26-3 0,-4-7 0</inkml:trace>
  <inkml:trace contextRef="#ctx0" brushRef="#br0" timeOffset="6">5799 15800 8912,'-23'-9'0,"0"-4"0,2-5 0,4 7 0,6 7 0,3 10 0,8 19 0,0 7 0,0 6 0,0 16 0,0-3 0,0 5 0,0 3 0,0-5 0,0 5 0,0-2 0,0 0 0,6-7 0,0-10 0,-1-5 0,-5-7 0,0-5 0,0-11 0,0-5 0,-7-22 0,5-4 0,-4-17 0,4-5 0,2-4 0,0-7 0,0-5 0,0 1 0,0-7 0,0 8 0,0-2 0,0 5 0,0 6 0,0 10 0,0 7 0,8 16 0,-4-3 0,7 20 0,2 8 0,3 11 0,1 15 0,0 8 0,0 3 0,1 3 0,-1-6 0,0 0 0,6-10 0,0-2 0,0-1 0,-6-10 0,0-2 0,0-10 0,1-5 0,-1-12 0,0-7 0,0-8 0,-1-8 0,-5-11 0,-1-2 0,-5-4 0,-3-7 0,4 7 0,-4-6 0,-2 12 0,-2-6 0,-4 6 0,2 0 0,-7 8 0,-2 5 0,-3 10 0,-1 0 0,0 7 0</inkml:trace>
  <inkml:trace contextRef="#ctx0" brushRef="#br0" timeOffset="7">6557 16024 8912,'-23'0'0,"0"0"0,2 0 0,1 0 0,3 0 0,2 2 0,3 4 0,5-4 0,9 5 0,3-7 0,5 0 0,7-2 0,0-3 0,1-7 0,-3-3 0,-4-2 0,-1-6 0,-4 0 0,-4 0 0,3 6 0,-8 5 0,-3 1 0,-13 7 0,0-2 0,-4 6 0,-2 6 0,-6 3 0,3 9 0,3 6 0,2 5 0,5 4 0,7 1 0,3-5 0,8-1 0,2-1 0,4 4 0,7-5 0,8-1 0,6-4 0,8-9 0,5 1 0,0-7 0,0 0 0,-5-6 0,-3 0 0,-3-2 0,-6-6 0,-4-9 0,-2-2 0,0-10 0,-7 6 0,-5-6 0,-3 7 0,-2-7 0,0 8 0,0-2 0,0 4 0,0 2 0,-2 7 0,-3 4 0,3 4 0,-6 4 0,8 4 0,0 6 0,2 9 0,2 1 0,2-1 0,1 4 0,-1-2 0,-2 0 0,7-6 0,-5 1 0,6-1 0,-7-2 0,7-4 0,-7 3 0,7-8 0,-6-1 0,5-5 0,-5-2 0,5-3 0,-7-7 0,2-11 0,2 4 0,-3-4 0,7-2 0,-6 3 0,-1 0 0,3 3 0,-6 8 0,4-1 0,-3 7 0,3-7 0,-4 8 0,13-3 0,-11 13 0,6 1 0,-1 3 0,1 3 0,-4-3 0,5 1 0,1 1 0,5 3 0,0-4 0,-6-3 0,1-8 0,-1 0 0,7 0 0,-1 0 0,0 0 0,0-2 0,0-4 0,6-3 0,0-8 0,0 5 0,-6 1 0,-1-1 0,-5-5 0,4 7 0,-3 3 0,3-1 0,2 6 0,1-3 0,-1 10 0,-2-1 0,-3 8 0,5-3 0,0 3 0,0 3 0,8-6 0,0 1 0,4-4 0,-3-4 0,3-2 0,-6 0 0,6 0 0,-8-2 0,2-4 0,-4-4 0,-2-7 0,-7 0 0,-5 0 0,-3 0 0,-2-1 0,-2 3 0,-3 4 0,1-3 0,-8 9 0,1-1 0,-6 6 0,-2 0 0,-3 0 0,1 2 0,6 3 0,0 5 0,9 7 0,-5 2 0,5 4 0,0-4 0,6 4 0,0-4 0,0-1 0,0-1 0,2 0 0,4 0 0,5 0 0,-1-7 0,1-4 0,1 1 0,5-1 0,6 0 0,0-6 0,-2-8 0,-8-3 0,-1-3 0,1 3 0,-5-4 0,-2 3 0,-5 3 0,-1-3 0,8 8 0,-6-11 0,6 13 0,-6-6 0,3 8 0,-1 0 0,8 0 0,-1 0 0,6 0 0,1 0 0,1-2 0,2-1 0,2-7 0,-2-5 0,-2 1 0,-2-8 0,0 1 0,0-2 0,1-6 0,-1-11 0,-6 2 0,1-8 0,-8 0 0,1-6 0,-3 1 0,-2 1 0,-2 4 0,-3 6 0,-5 11 0,-7 7 0,0 10 0,1 8 0,5 16 0,-4 9 0,5 21 0,0 9 0,5 10 0,3 8 0,2 6 0,0-5-150,0 5 0,7-2 150,5 1 0,5-3 0,6 3 0,10-9 0,7-4 0,0-1 0,2-5 0,-6-17 0,6 4 0,-7-15 0,-1-2 0,1 0 0</inkml:trace>
  <inkml:trace contextRef="#ctx0" brushRef="#br0" timeOffset="8">9052 15972 8912,'-17'-7'0,"-1"-5"0,1 5 0,8-1 0,3 21 0,10 7 0,1 4 0,-1 7 0,4-4 0,-2 1 0,-1-1 0,-5 2 0,0 1 0,0-7 0,2-2 0,4-2 0,-4-1 0,6-7 0,-8 0 0,0-7 0,0 2 0,0-12 0,0-5 0,5-6 0,3-6 0,0-6 0,-1-3 0,7-7 0,-3 5 0,4-4 0,3 9 0,-7 4 0,1 2 0,-1 4 0,6 4 0,0 3 0,1 7 0,-1 3 0,0 9 0,0 5 0,2 3 0,4 2 0,4 1 0,8-1 0,-7 0 0,1 0 0,0-5 0,5-3 0,0-1 0,1-4 0,-7-4 0,1-6 0,-8 2 0,2-7 0,-4-7 0,-2-4 0,-7-1 0,-4 5 0,-4 1 0,-2-2 0,0-2 0,0-2 0,-8 6 0,-3 6 0,1 1 0,-1-1 0,-1 3 0,-5 8 0,5 0 0,1 0 0,1 2 0,-3 4 0,3 5 0,3 4 0,-5 8 0,7 0 0,-1 6 0,6-6 0,0 7 0,0-1 0,7-2 0,5 1 0,3-7 0,4 2 0,4-6 0,6-5 0,-2-4 0,1-8 0,3 0 0,9 0 0,-3-10 0,3-7 0,-4-2 0,-2-10 0,1-2 0,-1-7 0,-1-2 0,-5 2 0,-3 2 0,-8 1 0,-1-5 0,-5 0 0,3 2 0,-9 9 0,1 4 0,-6 16 0,-6 9 0,1 11 0,-1 10 0,6 2 0,0 13 0,0-1 0,0 1 0,0 0 0,2 5 0,4-1 0,-3 6 0,9-6 0,-1 0 0,7-6 0,-7 2 0,0 5 0,-5-11 0,4 3 0,-3-7 0,7-3 0,-5-6 0</inkml:trace>
  <inkml:trace contextRef="#ctx0" brushRef="#br0" timeOffset="9">10033 16162 8912,'-27'-35'0,"-2"8"0,12 4 0,-2 10 0,13 2 0,0 7 0,24-6 0,10 5 0,12 1 0,12-8 0,2 8 0,3-1 0,-3-3 0,3 2 0,-2-1 0,1 1 0,-1-4 0,-5 1 0,0-6 0,-10 3 0,6 3 0,-6-3 0,-2 8 0,-9-1 0,-4-5 0,-18 8 0,-7-4 0,-7 4 0,-11 2 0,5 0 0,-4 0 0,7 8 0,-13 4 0,14 5 0,-8 4 0,3 4 0,5 1 0,1-5 0,8 2 0,0 2 0,0-2 0,0 2 0,0-2 0,8-6 0,3 0 0,1-2 0,3-7 0,4 0 0,0-1 0,2-3 0,2-10 0,-2 1 0,8-12 0,-6 3 0,5-9 0,-7-2 0,2 3 0,-3-1 0,-3 5 0,0-5 0,0 2 0,-2 4 0,-3 4 0,-4 9 0,-1-11 0,-5 15 0,4 0 0,-4 2 0,-2 9 0,2 4 0,3 6 0,-1-1 0,8 2 0,-7-4 0,7-7 0,-3 4 0,3-3 0,3-4 0,-3-3 0,3-3 0,2-2 0,6-2 0,0-3 0,-2-7 0,-2-3 0,-2-8 0,1 0 0,-1-6 0,0 6 0,-7-7 0,-5 1 0,-3-1 0,-2-1 0,0 4 0,0 2 0,0 2 0,0 6 0,-2 2 0,-3 4 0,3 3 0,-12 10 0,9 4 0,-1 3 0,8 8 0,2 0 0,1 1 0,16 7 0,-1 1 0</inkml:trace>
  <inkml:trace contextRef="#ctx0" brushRef="#br0" timeOffset="10">11736 16041 8912,'-2'-15'0,"-3"3"0,1-1 0,-8 7 0,7 1 0,-7 5 0,1 0 0,-5 2 0,5 3 0,1-1 0,7 8 0,-3 1 0,0 2 0,6 2 0,0-5 0,0-1 0,8-7 0,-4 4 0,7-8 0,2 0 0,-5-8 0,-2-3 0,-4-5 0,-2-1 0,2 0 0,3 0 0,-3 0 0,4-1 0,-4 1 0,-2 0 0,0 0 0,0 0 0</inkml:trace>
  <inkml:trace contextRef="#ctx0" brushRef="#br0" timeOffset="11">11994 16041 8912,'10'17'0,"-4"1"0,-4-1 0,-2 0 0,0 0 0,-2 0 0,-4 1 0,4-1 0,-13-8 0,13-3 0,-4-12 0,4-5 0,10-6 0,3-6 0,5-2 0,1-4 0,6-3 0,0 3 0,7-3 0,-1-3 0,4 1 0,1-1 0,0 1 0</inkml:trace>
  <inkml:trace contextRef="#ctx0" brushRef="#br0" timeOffset="12">12528 15646 8912,'0'-17'0,"0"-1"0,0 1 0,8 8 0,-7 9 0,5 13 0,-4 8 0,-2 8 0,0 5 0,0 6 0,-8-2 0,-3 8 0,1-6 0,-1 6 0,5-6 0,-5 6 0,7 0 0,-2 6 0,4-10 0,2-8 0,0 0 0,0-7 0</inkml:trace>
  <inkml:trace contextRef="#ctx0" brushRef="#br0" timeOffset="13">12924 15715 8912,'-8'-12'0,"-3"3"0,-7 1 0,-5 4 0,-3 12 0,-9 9 0,-1 10 0,-4 13 0,5-4 0,1 6 0,9-2 0,6 0 0,4 0 0,3-5 0,6 3 0,12-4 0,11 3 0,12-14 0,11-6 0,6-8 0,4-1 0,1-4 0,1-10 0,0-3 0</inkml:trace>
  <inkml:trace contextRef="#ctx0" brushRef="#br0" timeOffset="14">23541 15164 8912,'-17'0'0,"0"0"0,0 2 0,2 4 0,3 7 0,6 8 0,4 6 0,2 9 0,0 5 0,0 4 0,0 5 0,2 2 0,2 1 0,2 4 0,7-3 0,-3 3 0,-1-5 0,-3-6 0,2-2 0,-2-4 0,-1-4 0,-5 2 0,0-7 0,0-8 0,-2-12 0,-3-5 0,-5-4 0,-7-2 0</inkml:trace>
  <inkml:trace contextRef="#ctx0" brushRef="#br0" timeOffset="15">23404 15319 8912,'0'-34'0,"-6"7"0,0 4 0,1 4 0,7 9 0,3 5 0,11 3 0,8 2 0,3 0 0,4 0 0,1 7 0,3 5 0,-1 3 0,1 2 0,-1 8 0,0 4 0,-1 9 0,-4 2 0,-5 8 0,-8-2 0,-5 5 0,-5 7 0,-6-5 0,-6 4 0,-11 3 0,-12-3 0,-11 8 0,-4-4 0,-2 0 0,0-4 0,8-5 0,-2-6 0,6 2 0,5-12 0,6-9 0,4-14 0,9-9 0,3-4 0</inkml:trace>
  <inkml:trace contextRef="#ctx0" brushRef="#br0" timeOffset="16">24092 15800 8912,'-17'0'0,"0"0"0,0 0 0,7 8 0,-5 2 0,13 1 0,-2-1 0,8-3 0,13-1 0,12-6 0,3-8 0,3-3 0,1-4 0,4-3 0,-4 1 0,5 0 0,-13-2 0,-5-4 0,-4 4 0,-2-4 0,-7 10 0,-4 1 0,-8 8 0,-10-1 0,-12 5 0,-13 5 0,-3 13 0,-12 10 0,10 5 0,-9 1 0,12 6 0,5 0 0,9 0 0,6 2 0,11-5 0,8 3 0,20-6 0,20-5 0,8-6 0,18-12 0,5-7 0,0-8 0,2-9 0,1-16 0,12-7 0,-38 10 0,0 0 0</inkml:trace>
  <inkml:trace contextRef="#ctx0" brushRef="#br0" timeOffset="17">25107 15560 8912,'-26'-10'0,"-1"-3"0,4 7 0,2 0 0,-8 6 0,8 2 0,0 4 0,6 7 0,3 8 0,7 0 0,-7 8 0,8-2 0,-1 2 0,5 3 0,5-3 0,7-3 0,11 3 0,-2-8 0,8 2 0,1-6 0,3-5 0,7 1 0,0-7 0,0-1 0,-6-5 0,1 0 0,-1-1 0,1-3 0,-1-2 0,-1-7 0,-5 1 0,-5-9 0,-11-2 0,1-2 0,-7 2 0,5 4 0,-5-4 0,0 4 0,-6 2 0,0 0 0,-8 7 0,-1 5 0,-9 10 0,1 7 0,0 11 0,2-2 0,3 7 0,3 1 0,3 5 0,4-1 0,-4-4 0,4 3 0,2-3 0,0-4 0,0-2 0,0 1 0,0-1 0,0-7 0,0-9 0</inkml:trace>
  <inkml:trace contextRef="#ctx0" brushRef="#br0" timeOffset="18">25486 15371 8912,'-17'-14'0,"0"-3"0,1-4 0,5 4 0,-4 5 0,3 1 0,4 9 0,3 2 0,7 8 0,9 9 0,2 0 0,16-2 0,2-3 0,9-5 0,4-7 0</inkml:trace>
  <inkml:trace contextRef="#ctx0" brushRef="#br0" timeOffset="19">26054 15388 8912,'-23'0'0,"0"0"0,-13-6 0,1 0 0,-5 10 0,2 12 0,-2 6 0,2 5 0,-3 2 0,7 5 0,3 1 0,16-1 0,4 0 0,5 1 0,4-1 0,2 1 0,8-1 0,3 0 0,12-7 0,6-4 0,3 2 0,3-2 0,-1 0 0,0-6 0,1-2 0,1-1 0,1-3 0,-3 2 0,-3-3 0,-14 1 0,0 1 0,-8 5 0,-5 0 0,-9 0 0,-13 1 0,-8-1 0,-15 0 0,3 0 0,-6 0 0,0 1 0,0-1 0,6-6 0,-2 1 0,11-9 0,6 1 0,12-15 0,3-8 0,8-16 0</inkml:trace>
  <inkml:trace contextRef="#ctx0" brushRef="#br0" timeOffset="20">26346 15680 8912,'-9'8'0,"-6"7"0,3 8 0,-3 8 0,-2-3 0,1 5 0,5 1 0,-4 2 0,3 4 0,4-3 0,3 3 0,3-10 0,2-1 0,0-8 0,0 2 0,7-11 0,5-7 0,3-5 0,2-5 0,1-13 0,-1-10 0,0-7 0,0-5 0,-7 2 0,-4-8 0,1 4 0,-1-9 0,0 3 0,-6-10 0,0 5 0,0 1 0,0 1 0,0-1 0,2 16 0,1 7 0,5 10 0,2 8 0,-5 3 0,7 8 0,5 8 0,8 5 0,2 6 0,3 4 0,5 6 0,5-6 0,2 5 0,4-5 0,4 0 0,-5-6 0,-1-1 0,2-5 0,-9-3 0,-3-8 0,-7 0 0,-10 0 0,-23 5 0,-11 1 0,-14 8 0,-9-3 0,-2 10 0,-4 2 0,0 6 0,12-6 0,-2-1 0,13-2 0,2 1 0,2 2 0,9-1 0,4-4 0,4-7 0,2 1 0,16-9 0,7 3 0,7-4 0,5-2 0,7-8 0,4-3 0,-4-4 0,-2-3 0,-6-1 0,-5-4 0,-4 4 0,-8-4 0,-7-1 0,-5 1 0,-3-6 0,-2 6 0,-7 0 0,-5 6 0,3-4 0,-3 4 0,1-4 0,-7 9 0,9 5 0,3-1 0,12 10 0,5 4 0,6-3 0,6 9 0,4-1 0,8 7 0,-3-1 0,-3 0 0,3 6 0,-3 0 0,-4 0 0,-2-6 0,-6 0 0,-6 0 0,-3 0 0,-8 1 0,6-7 0,0 1 0,-1-9 0,-5 5 0,-5-10 0,-1-4 0,0-9 0,6-8 0,2-5 0,4 5 0,3-8 0,9 2 0,-1 5 0,0-1 0,2 2 0,4 0 0,-2 2 0,8 9 0,1-1 0,10 7 0,-1 1 0,7 5 0,-8 13 0,2 4 0,-4 14 0,-1 3 0,-8 6 0,-5 8 0,-4 0 0,-7 5 0,-7 1 0,-15 9 0,-16 0 0,-17 6 0</inkml:trace>
  <inkml:trace contextRef="#ctx0" brushRef="#br0" timeOffset="21">26037 17021 8912,'-17'6'0,"-1"2"0,1 3 0,0 8 0,-6 8 0,0 13 0,2-2 0,8 8 0,3 2 0,2 1 0,-3 9 0,5-1 0,0 2 0,6-3 0,0-1 0,0-5 0,-5-1 0,-1-8 0,-7-9 0,3-7 0</inkml:trace>
  <inkml:trace contextRef="#ctx0" brushRef="#br0" timeOffset="22">25538 17176 8912,'-12'-38'0,"3"1"0,1 5 0,4-1 0,12 7 0,9-3 0,17 4 0,18-7 0,13-8 0,13-8 0,10 6 0,-37 15 0,2 2 0,-2 8 0,1 2 0,-1 0 0,-1 1 0,-1 4 0,0 1 0,43-2 0,-22 5 0,-12 12 0,-16 9 0,-19 8 0,0 7 0,-14-3 0</inkml:trace>
  <inkml:trace contextRef="#ctx0" brushRef="#br0" timeOffset="23">26605 17228 8912,'11'0'0,"1"0"0,-7 0 0,7 0 0,-7 1 0,7 5 0,-8-2 0,2 7 0,-5 3 0,-1 1 0,0 2 0,0-5 0,0-1 0,0-7 0,0 4 0,8-10 0,4-4 0,3-5 0,10-7 0,5-3 0,7-3 0,3-3 0,13 0 0,-1-2 0,3 5 0,-3-1 0,0-2 0</inkml:trace>
  <inkml:trace contextRef="#ctx0" brushRef="#br0" timeOffset="24">27241 17193 8912,'0'10'0,"0"5"0,0-11 0,0 7 0,0-7 0,0 4 0,0-8 0,2 0 0,4 0 0,9 0 0,8 0 0,8 0 0,-1 0 0,9-2 0,7-4 0,-2-3 0,1-9 0,1-5 0,6 0 0,-14 1 0,-3 4 0,-12 1 0,-2-2 0,-8-2 0,-7-2 0,-14 0 0,-9 6 0,-8 7 0,-9 5 0,-7 3 0,1 2 0,0 7 0,6 5 0,-1 5 0,1 6 0,3 4 0,8 7 0,2 1 0,16-1 0,-1 0 0,6 1 0,17-3 0,12-3 0,7 1 0,14-7 0,5-4 0,4-5 0,5-1 0,4-7 0,-5-6 0,1-6 0,-1-13 0,6 2 0,-8-10 0,-4 4 0,-5-5 0,-6 5 0,-6 0 0,-4-2 0,-17 12 0,-7-5 0,-9 5 0,-10 3 0,-5 5 0,-11 3 0,-5 2 0,-11 7 0,-1 7 0,2 5 0,2 4 0,9 7 0,4-1 0,6-2 0,5 1 0,5-1 0,7 2 0,11 1 0,12-7 0,19-5 0,21-7 0,14-7 0,9 2 0,0-6 0,4-8 0,-8-9 0,-6-8 0,-7-10 0</inkml:trace>
  <inkml:trace contextRef="#ctx0" brushRef="#br0" timeOffset="25">26622 17279 8912,'0'-17'0,"0"0"0,0 0 0,0-1 0,0 1 0,2 8 0,3 3 0,7 4 0,3 4 0,4 4 0,2 5 0,2 4 0,6 8 0,-6 0 0,6 8 0,-6-3 0,-2 5 0,-8 1 0,-3-1 0,-3-5 0,-1 3 0,-6-8 0,0 0 0,0-6 0,-2-2 0,-4-3 0,-1-7 0,-5-10 0,5-7 0,7-11 0,1-5 0,5-12 0,13-4 0,16-10 0,9-1 0,5-3 0,11-5 0,3 6 0,2-6-1173,-2 6 1173,-4-1 0,-7-1 0,-1-2 0</inkml:trace>
  <inkml:trace contextRef="#ctx0" brushRef="#br0" timeOffset="26">16865 3748 8912,'-6'-13'0,"-2"-3"0,-1-3 0,-5 0 0,-1 0 0,-2 4 0,-1 3 0,7 7 0,1 12 0,3 12 0,3 14 0,2 13 0,2 9 0,0 4 0,0 6 0,0-2 0,0 2 0,0-5 0,0-3 0,0-6 0,0-5 0,0-9 0,0-9 0,0-16 0,0-9 0,0-16 0,0-14 0,2-20 0,4-11 0,3-9 0,8-7 0,-5-6 0,-3-10 0,1-2 0,0 2 0,-7 4-199,3 6 1,-2 2 198,2 3 0,-4 22 0,3 7 0,-3 17 0,0 20 0,4 9 0,4 23 0,7 17 0,0 15 0,0 8 0,0 6 0,1 6 0,-1-3 0,0 8 0,6-7 0,0 2 0,2-9 0,-4-3 0,4-1 0,1-9 0,-5-11 198,2-2 1,-5-5-199,-7-7 0,-11-3 0,-10-8 0</inkml:trace>
  <inkml:trace contextRef="#ctx0" brushRef="#br0" timeOffset="27">16710 3989 8912,'-18'0'0,"9"0"0,5-8 0,16-3 0,9-6 0,21-5 0,7-2 0,7-3 0,9 0 0,-2-1 0,4 1 0,2 4 0,-8 4 0,-2-14 0,-7 7 0</inkml:trace>
  <inkml:trace contextRef="#ctx0" brushRef="#br0" timeOffset="28">17518 3697 8912,'-17'0'0,"-6"0"0,0 0 0,0 0 0,6 0 0,0 1 0,-2 7 0,-2 9 0,-2 10 0,0 13 0,6 6 0,5 9 0,1 3 0,7 5 0,-2-6 0,20-2 0,9-9 0,9-6 0,8-11 0,4-6 0,8-12 0,-1-7 0,1-15 0,0-8 0,-1-16 0</inkml:trace>
  <inkml:trace contextRef="#ctx0" brushRef="#br0" timeOffset="29">18035 3645 8912,'-18'-6'0,"1"0"0,-6 1 0,-2 5 0,1 2 0,-1 3 0,2 13 0,6 10 0,-1 5 0,1 1 0,6 0 0,-1 1 0,8 5 0,1 0 0,6-4 0,9-5 0,5-6 0,6-8 0,2-2 0,4-3 0,9-5 0,-4-7 0,-1 0 0,-5 0 0,1-2 0,6-3 0,-9-3 0,-3-3 0,2-5 0,-2 5 0,0-4 0,-6-3 0</inkml:trace>
  <inkml:trace contextRef="#ctx0" brushRef="#br0" timeOffset="30">18293 3731 8912,'-17'0'0,"5"2"0,1 4 0,7-3 0,-2 9 0,-2-6 0,3 5 0,1 2 0,4 3 0,6 1 0,5-8 0,12-3 0,-4-4 0,6 6 0,-8 1 0</inkml:trace>
  <inkml:trace contextRef="#ctx0" brushRef="#br0" timeOffset="31">18448 3628 8912,'-10'-2'0,"2"-2"0,1-2 0,5 2 0,-4 10 0,4 6 0,2 5 0,0 4 0,0 4 0,0 1 0,0 3 0,0 5 0,2 1 0,4-1 0,-2-5 0,7 0 0,-5-10 0,5 0 0,3-6 0,1-9 0,2 2 0,-1-12 0,-3-7 0,-2-8 0,3-8 0,-5-4 0,3-1 0,-8 2 0,1 3 0,-3-2 0,-2 8 0,6 1 0,0 4 0,0 1 0,-6 8 0,0 9 0,0 11 0,5 6 0,1 6 0,7 4 0,-1 7 0,3-1 0,2-5 0,1 3 0,-1-8 0,2 6 0,4-7 0,-4 1 0,4-5 0,-10-9 0,-1-3 0,-8-4 0,3 5 0,-7 3 0</inkml:trace>
  <inkml:trace contextRef="#ctx0" brushRef="#br0" timeOffset="32">18912 3662 8912,'0'10'0,"0"-3"0,0-5 0,0 4 0,0-4 0,8 6 0,3-7 0,5 5 0,7 2 0,0 3 0,0 5 0,-6-5 0,0 6 0,0 6 0,0-2 0,1 8 0,-9-8 0,-1 4 0,-1-1 0,-5-4 0,4 3 0,-4-10 0,-2-2 0,0-7 0,0 2 0,0-12 0,0-5 0,0-12 0,2-8 0,4-5 0,5-4 0,6-6 0,4 6 0,2 2 0,6 1 0,-6 3 0,8 7 0,-3 4 0,3 6 0,-1 6 0,-1 5 0,0 4 0,5 2 0,-5 8 0,0 3 0,-6 6 0,5 6 0,-7-4 0,2 4 0,-11-4 0,-5-9 0,-9 3 0,-3-7 0,1 0 0,-8-6 0,-1 0 0,-2 0 0,-3 2 0,1 3 0,0 5 0,0 7 0,0 0 0,-1 0 0,1 1 0,6 1 0,-1 4 0,3-4 0,-5 4 0,5-4 0,1-2 0,4 0 0,2-5 0,2-1 0,2-7 0,4 2 0,4-6 0,7-6 0,8-4 0,3-9 0,5-4 0,1 2 0,1-5 0,-1 1 0,-1 4 0,-5 2 0,3 1 0,-8 1 0,0 8 0,-6 3 0,0 6 0,0 6 0,-5 3 0,-3 10 0,-1 4 0,-2-2 0,-6 8 0,2-2 0,3 1 0,-1 3 0,6-8 0,-3-2 0,15-2 0,-3-2 0</inkml:trace>
  <inkml:trace contextRef="#ctx0" brushRef="#br0" timeOffset="33">20272 3542 8912,'-17'11'0,"-3"-1"0,-1-1 0,-1 1 0,-9 3 0,2 10 0,-1-2 0,-1 8 0,2 1 0,8 9 0,-2 1 0,10 6 0,3-6 0,3-2 0,3-2 0,10-3 0,7-5 0,8-5 0,0-6 0,8-5 0,0-4 0,5-8 0,0 0 0,1 0 0,-1-2 0,1-4 0,-1 2 0,2-7 0,5-3 0,-13-1 0,12-10 0,-13-2 0</inkml:trace>
  <inkml:trace contextRef="#ctx0" brushRef="#br0" timeOffset="34">20702 3731 8912,'-8'9'0,"-1"-1"0,-3-6 0,1 4 0,5 3 0,-5 8 0,7 1 0,-2-1 0,4 0 0,4 0 0,4 0 0,3 1 0,9-1 0,1-2 0,4-3 0,-4 1 0,4-7 0,2-1 0,-1-5 0,3 0 0,-4-3 0,6-9 0,-2-1 0,1-14 0,-3 0 0,0 1 0,-6-3 0,4-6 0,-4 1 0,-7 7 0,-1 4 0,-7 4 0,2 2 0,-4 0 0,-2 9 0,0 8 0,-8 16 0,-3 14 0,-5 8 0,1 8 0,3 12 0,-3-3 0,4 8 0,-5 2 0,-1 2 0,0 2 0,0-8 0,0-4 0,-3-4 0,-3-1 0,4 0 0,-13-8 0,3-4 0,-11-4 0,-4-2 0</inkml:trace>
  <inkml:trace contextRef="#ctx0" brushRef="#br0" timeOffset="35">22044 3645 8912,'-26'6'0,"3"1"0,3 3 0,-2-1 0,-1 7 0,2-1 0,1 4 0,11 8 0,3-2 0,4 1 0,2 5 0,2-6 0,4-2 0,11-4 0,12-2 0,3-7 0,3-5 0,-1-5 0,1-5 0,-1-7 0,0-11 0,-1-5 0,-4-5 0,-10-1 0,-10-1 0,-1 1 0,-4 0 0,-4 1 0,-8 2 0,-9 5 0,-10 1 0,-7 4 0,-7 8 0,-4 3 0,-5 2 0,4 10 0,0 10 0,14 5 0,-3 6 0,14 4 0,4 7 0,11-2 0,18-3 0,14-4 0,18-8 0</inkml:trace>
  <inkml:trace contextRef="#ctx0" brushRef="#br0" timeOffset="36">23094 3043 8912,'-29'-17'0,"-1"0"0,1 2 0,2 3 0,4 4 0,6 8 0,6 4 0,-1 8 0,1 13 0,1 11 0,3 15 0,7 12 0,0 4 0,0 2 0,0 6 0,0-1 0,1 3 0,5-3 0,-2-9 0,7 2 0,1-6 0,-2-6 0,-1-1 0,-3-3 0,-4-7 0,3-4 0,-10-11 0,-5-4 0,-7-8 0</inkml:trace>
  <inkml:trace contextRef="#ctx0" brushRef="#br0" timeOffset="37">22578 3714 8912,'-12'0'0,"1"0"0,7-8 0,6 4 0,17-7 0,15-1 0,16 3 0,9-7 0,10 7 0,2-3 0,4 1 0,1 7 0,4-2 0,5 5-154,-5 1 1,-4 0 0,1 0 0</inkml:trace>
  <inkml:trace contextRef="#ctx0" brushRef="#br0" timeOffset="38">23782 3714 8912,'-17'0'0,"-2"0"0,-2 2 0,-2 3 0,6-3 0,5 4 0,9 4 0,-5 1 0,2 4 0,0 2 0,1 1 0,5-1 0,0 2 0,0 2 0,0 2 0,0-2 0,0-2 0,0-2 0,2-5 0,3-1 0,-3-7 0,6 4 0,-8-8 0,8-14 0,3-3 0,-1-12 0,1 1 0,1-10 0,7-3 0,2 3 0,2 2 0,0 3 0,-6 5 0,0 5 0,0 4 0,0-2 0,1 4 0,1 3 0,4 14 0,-4 2 0,4 4 0,-6 5 0,-6 12 0,5 4 0,-5 7 0,-1 1 0,1-1 0,3 0 0,1 1 0,2-8 0,0-4 0,2-1 0,3-2 0,0-5 0,9-9 0,-4 1 0</inkml:trace>
  <inkml:trace contextRef="#ctx0" brushRef="#br0" timeOffset="39">24471 3611 8912,'0'9'0,"0"-1"0,0-1 0,0 3 0,-6 7 0,0 2 0,2 2 0,3 2 0,1 2 0,0-2 0,-6 2 0,0 5 0,2-3 0,2-2 0,0-2 0,-3-6 0,3 0 0,-4 0 0,4-7 0,2-2 0,0-10 0,0-4 0,8-11 0,3-12 0,5-5 0,1-6 0,6 1 0,2-5 0,1 1 0,5-1 0,-4 11 0,1-1 0,1 5 0,5 0 0,-5 12 0,0 12 0,-6 5 0,5 5 0,-7 12 0,2 12 0,-9 11 0,-5 6 0,-1 4 0,-4 1 0,3-1 0,-1-4 0,8 2 0,-3-8 0,4-6 0,3-5 0,-1-16 0,8 10 0,1-13 0</inkml:trace>
  <inkml:trace contextRef="#ctx0" brushRef="#br0" timeOffset="40">25761 3576 8912,'-17'6'0,"0"0"0,0-3 0,0-1 0,-1-2 0,1 0 0,8 0 0,5 0 0,13 0 0,10 0 0,6 0 0,12 0 0,7 0 0,3 0 0,5 0 0,2-2 0,12-1 0,-1-5 0,1-2 0,2 1 0,-10-3 0,-7-1 0,-7 5 0,-4 1 0,-7-1 0,-6 2 0,-10 6 0,-17 0 0,-12 0 0,-18 8 0,-14 2 0</inkml:trace>
  <inkml:trace contextRef="#ctx0" brushRef="#br0" timeOffset="41">25830 3886 8912,'-34'7'0,"1"3"0,5 7 0,3-2 0,9-1 0,5-3 0,3-7 0,18 4 0,7-8 0,18-2 0,16-6 0,12-7 0,10-6 0,5-8 0,8 6 0,-2-5-191,-3 5 1,-1 0 190,-11 5 0,-6 1 0,-17 0 0,-6 8 0,-11 3 0,-12 4 0,-11 2 0,-12 0 0,-7 0 0,-8 0 0,1 6 0,-3-1 0,-1 7 0,1-6 0,5 5 0,7-5 0,7-1 0,-3-5 0</inkml:trace>
  <inkml:trace contextRef="#ctx0" brushRef="#br0" timeOffset="42">27878 3387 8912,'0'-17'0,"0"0"0,0-1 0,0 1 0,0 0 0,-2 0 0,-4 0 0,4 5 0,-5 3 0,-1 1 0,4 4 0,-5 10 0,1 5 0,-3 14 0,3 8 0,0 7 0,1 4 0,-1 2 0,2 5 0,-1 1 0,-7-1 0,5 1 0,1 0 0,-5-7 0,1 1 0,3-9 0,-3-3 0,8 0 0,-5-22 0,5-5 0,-2-16 0,2-20 0,3-13 0,1-15 0,0-4 0,0-8 0,0-2-200,0-3 1,7-5 199,5-7 0,3 2 0,4 6 0,2 7 0,2 6 0,6 25 0,-6 6 0,2 19 0,-3 9 0,-2 21 0,3 14 0,-4 21 0,-2 18 0,-2 9 0,-1 11 0,-3 1 0,2 3 0,-3-8 0,1-9 0,-5-5 0,6-1 0,-1-6 0,6 0 0,-5-15 133,-1-2 0,-7-10 0,2-7-133,-4-6 0,-18-12 0,-3-3 0</inkml:trace>
  <inkml:trace contextRef="#ctx0" brushRef="#br0" timeOffset="43">27861 3628 8912,'-12'0'0,"1"0"0,5 0 0,-5 0 0,7 0 0,4 0 0,13-2 0,10-2 0,12-2 0,7-7 0,9 1 0,9-3 0,1-10 0,8-1 0</inkml:trace>
  <inkml:trace contextRef="#ctx0" brushRef="#br0" timeOffset="44">28756 3370 8912,'-18'6'0,"1"-1"0,-2 9 0,-2-5 0,-4 3 0,-2-1 0,5 3 0,-7 8 0,0-1 0,-5 8 0,7 0 0,4 5 0,6 6 0,5 0 0,5 1 0,7-7 0,2 0 0,3 1 0,13-7 0,10 1 0,5-10 0,1-2 0,3-7 0,3-10 0,-4-4 0,4-7 0,-4-12 0,-1-16 0,-1-5 0</inkml:trace>
  <inkml:trace contextRef="#ctx0" brushRef="#br0" timeOffset="45">29031 3353 8912,'-11'-12'0,"-1"3"0,-1 1 0,-3 4 0,-1 2 0,0 2 0,0 8 0,0 3 0,-1 12 0,3 6 0,2 5 0,1 6 0,8-3 0,-1 3 0,3 2 0,2-2 0,4-6 0,7-5 0,2-8 0,16 2 0,0-6 0,5-5 0,6-5 0,1-7 0,4-2 0,-3-3 0,1-9 0,-1-7 0,5-5 0,-3-9 0</inkml:trace>
  <inkml:trace contextRef="#ctx0" brushRef="#br0" timeOffset="46">29392 3370 8912,'-17'-2'0,"0"-4"0,0 4 0,0-3 0,-1 5 0,1 5 0,6 7 0,-1 11 0,8-2 0,-1 7 0,3 1 0,2 5 0,0-1 0,0-4 0,7 1 0,5-7 0,5 0 0,6-6 0,-4-2 0,4-3 0,2-4 0,-2-8 0,0-2 0,2-4 0,-4-4 0,7-7 0,-7 0 0,2 0 0,-3-2 0,-3-4 0,-6 2 0,1-8 0,-7 6 0,7-6 0,-8 8 0,1-1 0,-3 2 0,-2 3 0,0 6 0,0-1 0,-2 8 0,-3-1 0,3 3 0,-8 9 0,4 5 0,5 3 0,-5 2 0,4 3 0,2 2 0,0-8 0,0 3 0,6-4 0,-1 5 0,9-9 0,-5 6 0,9-13 0,-1 4 0,0-4 0,-6-2 0,1 0 0,-1-8 0,7-1 0,-9-3 0,-1 3 0,-1 1 0,-5 0 0,4 3 0,-4 3 0,-2-6 0</inkml:trace>
  <inkml:trace contextRef="#ctx0" brushRef="#br0" timeOffset="47">29909 3404 8912,'-18'-17'0,"9"0"0,1 7 0,16 3 0,3 7 0,7 0 0,3 2 0,3 3 0,3 7 0,0 3 0,2 2 0,-4 6 0,-8 0 0,0 0 0,0-4 0,-2 2 0,-3 2 0,-4 0 0,-8-6 0,0-5 0,0-1 0,0 1 0,-8-3 0,0-3 0,-3-12 0,3-9 0,8-8 0,2-6 0,4 6 0,3-5 0,9 5 0,5-6 0,-1 6 0,9-2 0,0 4 0,5-2 0,4 2 0,2 2 0,-2 2 0,4 2 0,8 3 0,0-1 0,-1 7 0,-9-5 0,-7 5 0,-9-5 0,-10 3 0,-5-2 0,-13 7 0,-15-3 0,-8 4 0,-9 2 0,-6 2 0,0 4 0,-1 3 0,7 8 0,1-1 0,5-3 0,5-2 0,4 3 0,2 1 0,-1 2 0,9-5 0,3-1 0,4 1 0,4-1 0,4 1 0,3-9 0,9 3 0,-1-4 0,0-2 0,6 0 0,0 0 0,2 0 0,-2 0 0,-4 0 0,4 0 0,-2 0 0,2 0 0,-4 2 0,6 2 0,-2 2 0,0-3 0,1 5 0,-1-2 0,-2 1 0,8-1 0,-8-4 0,2 4 0,2 1 0,-2-1 0,6 0 0,-7-6 0,-1 0 0,6 0 0,0 0 0</inkml:trace>
  <inkml:trace contextRef="#ctx0" brushRef="#br0" timeOffset="48">31234 3095 8912,'-25'-17'0,"6"7"0,-4 4 0,-2-1 0,2 3 0,2 6 0,2 7 0,2 8 0,-1 6 0,1 4 0,0 8 0,6-1 0,-1 0 0,8-5 0,-1 0 0,10-3 0,7 3 0,3-6 0,2-4 0,6-9 0,0-5 0,8-3 0,-3-2 0,3-2 0,-2-3 0,3-5 0,-3-7 0,1 0 0,-1-1 0,-4-4 0,-8-1 0,0-2 0,-1 4 0,-3-2 0,-1 2 0,-9 2 0,5 2 0,-8 7 0,0 2 0,-2 10 0,-4 4 0,4 4 0,-3 7 0,3 0 0,2 0 0,2-5 0,3-1 0,-1 1 0,8 5 0,-1-6 0,6 1 0,1-9 0,-1 3 0,0-4 0,0-2 0,0 0 0,1-2 0,-1-2 0,0-1 0,-5-7 0,-1 6 0,-7-7 0,11 11 0,-13-4 0,4 14 0,-4 9 0,-4 2 0,-4 10 0,2-6 0,-7 6 0,1-1 0,-1 7 0,-5-7 0,5 1 0,-4 0 0,-3-3 0,7 5 0,0-8 0,7 0 0,-2-6 0,4-8 0,-6-1 0,-1-8 0</inkml:trace>
  <inkml:trace contextRef="#ctx0" brushRef="#br0" timeOffset="49">32094 3026 8912,'-23'0'0,"0"0"0,-7 2 0,1 4 0,-3 11 0,-3 11 0,3 5 0,3 1 0,6 1 0,4-1 0,9 1 0,5-1 0,10-7 0,7-4 0,5-4 0,6-2 0,4-8 0,5-5 0,-1-6 0,-3-3 0,-1-9 0,2 3 0,-4-10 0,-8-2 0,-2-2 0,-3 2 0,1-2 0,-7-3 0,-2 3 0,-10 8 0,-4-1 0,-7 1 0,0 6 0,0-1 0,0 8 0,-1-1 0,1-5 0,0 1 0</inkml:trace>
  <inkml:trace contextRef="#ctx0" brushRef="#br0" timeOffset="50">32576 2871 8912,'-27'-44'0,"-3"-2"0,7 12 0,-6 0 0,6 17 0,2 7 0,2 6 0,2 6 0,0 4 0,-6 13 0,0 15 0,2 10 0,7 14 0,5 5 0,1 3 0,-3 9 0,5-1 0,0-1 0,6-10 0,2 2 0,4-8 0,-2 4 0,7-9 0,-1-4 0,1-14 0,-1-9 0,-7-6 0,3-6 0,2-9 0,-2 2 0,-5-4 0,7-17 0,-8-4 0</inkml:trace>
  <inkml:trace contextRef="#ctx0" brushRef="#br0" timeOffset="51">32129 3215 8912,'-23'2'0,"0"2"0,2 2 0,2-3 0,9-1 0,4-2 0,12 0 0,21-5 0,19-3 0,15-2 0,11-3 0,7-2 0,7-2 0,-2 5 0,-4 1 0,1 5 0,-14-4 0,-14 3 0,-15 3 0,-26 2 0,-14 2 0</inkml:trace>
  <inkml:trace contextRef="#ctx0" brushRef="#br0" timeOffset="52">28498 4591 8912,'0'-12'0,"-2"3"0,-4 1 0,4 4 0,-4 10 0,4 5 0,2 6 0,0 6 0,0 6 0,0 4 0,0 1 0,0 2 0,0 2 0,0 3 0,0 4 0,-2-4 0,-1-3 0,-3-2 0,-8-9 0,5 5 0,-8-5 0</inkml:trace>
  <inkml:trace contextRef="#ctx0" brushRef="#br0" timeOffset="53">28136 4711 8912,'0'-19'0,"0"-2"0,0-2 0,0 2 0,0 2 0,0 2 0,4 5 0,6 3 0,9 1 0,6 4 0,11 2 0,10 2 0,5 2 0,7 4 0,-3 3 0,6 9 0,-3-1 0,-9 0 0,-5 2 0,-9 4 0,-10-2 0,-8 8 0,-2-1 0,-9 7 0,-4-7 0,-14 1 0,-1 0 0,-14 5 0,0 0 0,1 1 0,-1-8 0,-2-5 0,4-2 0,8-3 0,0-8 0,0-1 0</inkml:trace>
  <inkml:trace contextRef="#ctx0" brushRef="#br0" timeOffset="54">29203 4522 8912,'0'-12'0,"0"1"0,-2 7 0,-4-2 0,5 4 0,-7 10 0,8 5 0,0 10 0,0 12 0,0 1 0,0 10 0,6 0 0,-1 5 0,3 1 0,-2-1 0,-4-5 0,5-2 0,-1-2 0,0-4 0,0-7 0,-6-2 0,-8-14 0,-4 2 0,-11-11 0,-3 2 0</inkml:trace>
  <inkml:trace contextRef="#ctx0" brushRef="#br0" timeOffset="55">28704 4642 8912,'-9'-7'0,"3"3"0,13-8 0,13-1 0,12-2 0,27-5 0,22-2 0,-32 11 0,3 1 0,7-4 0,2-1 0,5-1 0,0-1-470,5-2 0,0 0 1,-8 4-1,-2 0 470,0-2 0,-1-1 0,-9 3 0,-1 0 0,-3-3 0,0 1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292"/>
    </inkml:context>
    <inkml:brush xml:id="br0">
      <inkml:brushProperty name="width" value="0.05292" units="cm"/>
      <inkml:brushProperty name="height" value="0.05292" units="cm"/>
    </inkml:brush>
  </inkml:definitions>
  <inkml:trace contextRef="#ctx0" brushRef="#br0">30993 3593 8912,'0'-19'0,"0"-2"0,2-4 0,2-1 0,1-3 0,-1 2 0,-2 4 0,0-1 0,2-1 0,2 0 0,-3 0 0,5 2 0,-2 6 0,-2 0 0,-1 1 0,3 5 0,-4 5 0,4 12 0,-4 5 0,-2 12 0,-8 6 0,-3 11 0,-18 12 0,-9 13 0,-10 9 0,19-31 0,-1 0 0,-7 4 0,-1 0 0,-4 4 0,-2 1 0,-5 5 0,-2 0-326,-3 1 1,0-1-1,0 1 1,0-1 325,6-5 0,-1-1 0,-1 0 0,0-1 0,4-1 0,1 0 0,0-4 0,2-1-118,5-6 1,1-1-1,-30 30 118,16-16 0,7-12 0,3-5 0,9-11 0,7-2 0,8-8 0,11-5 0,-1-8 625,7 0 1,9-2-626,8-4 0,2-3 202,10-9 0,0 3-202,5 4 0,-1-3 0,-3 7 0,-1-3 0,-16-1 0,3-6 0</inkml:trace>
  <inkml:trace contextRef="#ctx0" brushRef="#br0" timeOffset="1">30098 4058 8912,'-17'-8'0,"1"-4"0,3-5 0,2-6 0,5 6 0,-6 0 0,9 0 0,-5 7 0,0 1 0,-1 5 0,-8 15 0,-5 10 0,-6 19 0,-3 12 0,-15 11 0,-5 12 0,22-36 0,0 2 0,1 1 0,1 0 0,0 0 0,0 2 0,2 2 0,1 1-171,0 2 0,2 0 1,0 1-1,2 1 171,2 1 0,1-1 0,-8 35 0,8-11 0,8-20 0,9-15 0,0-17 0,2-8 0,3-5 0,7-6 0,11-2 0,5-2 0,9-8 0,9-3 0,9-7 0,20-4 0,5-5 0,-35 9 0,2-1 0,1 0 0,1-2 0,2-1 0,0-1 0,-1 1 0,1 0-151,-2-2 1,-1 2-1,0 3 1,0 1 150,-2 1 0,0 0 0,42-15 0,4 9 0,-12 7 296,-6 11 1,-18 3-297,-10 2 0,-6-2 0,-11 8 0,-8 7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294"/>
    </inkml:context>
    <inkml:brush xml:id="br0">
      <inkml:brushProperty name="width" value="0.05292" units="cm"/>
      <inkml:brushProperty name="height" value="0.05292" units="cm"/>
    </inkml:brush>
  </inkml:definitions>
  <inkml:trace contextRef="#ctx0" brushRef="#br0">2857 6740 8912,'-12'-17'0,"3"-3"0,1-3 0,-4 4 0,5-5 0,-1 1 0,1 0 0,3 2 0,2 2 0,2-4 0,0 0 0,0 2 0,0 2 0,0 1 0,0 1 0,0 0 0,0 0 0,0 7 0,0 3 0,6 22 0,1 8 0,3 7 0,1 3 0,6-4 0,3 3 0,2-3 0,-2 3 0,3 3 0,-4-3 0,-2-1 0,2-5 0,4-1 0,-4-2 0,4-6 0,2-7 0,2-6 0,5-10 0,10-11 0,14-23 0,7-18 0,-24 21 0,2-2-309,2-6 1,0-2 0,6-4 0,0-3 308,-1-8 0,1-2 0,5-1 0,1-2-403,2-4 1,1-1 0,6 1 0,2 1 402,0 0 0,0 2 0,-4 4 0,-2 4 0,-7 10 0,-3 2 0,-2 2 0,-2 1 0,-4 3 0,-2 2 0,0 1 0,-1 1-76,-1 2 1,0 2 0,29-22 75,-9 22 0,-13 7 0,-4 10 0,-15 5 0,-8 1 327,-9 7 0,-9-2 0,2 10-327,4 2 0,-2 2 886,7-3 1,6-3-887,6 4 0,8-4 0,-12-10 0,6-1 0</inkml:trace>
  <inkml:trace contextRef="#ctx0" brushRef="#br0" timeOffset="1">20840 7238 8912,'0'-38'0,"-2"2"0,-4 3 0,-4 10 0,-7 2 0,-2 8 0,-4 7 0,-5 14 0,-15 11 0,-6 15 0,-9 14 0,-3 9 0,-4 5 0,2 6 0,6 9 0,11-1 0,8 1 0,17-3 0,5-3 0,9 1 0,9 3 0,5-8 0,10-10 0,8-3 0,4-3 0,3-1 0,3-4 0,1-4 0,4-8 0,-1-7 0,6-4 0,1-6 0,-2-6 0,-9-3 0,-3-23 0,-5-4 0</inkml:trace>
  <inkml:trace contextRef="#ctx0" brushRef="#br0" timeOffset="2">21270 7393 8912,'-17'-15'0,"0"3"0,-1-13 0,1 8 0,8 8 0,-7 9 0,5 13 0,-5 8 0,-1 8 0,-6 11 0,0 6 0,2 3 0,8 5 0,3 1 0,3 3 0,1-1 0,6-6 0,8-5 0,3 0 0,12-2 0,6 2 0,3-8 0,3-7 0,-1-6 0,1-8 0,-1 0 0</inkml:trace>
  <inkml:trace contextRef="#ctx0" brushRef="#br0" timeOffset="3">21735 7634 8912,'-23'0'0,"-2"0"0,-2 2 0,-4 3 0,-1-1 0,-3 8 0,-1 7 0,-2 9 0,0 3 0,5-2 0,6 3 0,10-3 0,6 3 0,1 1 0,2-5 0,5-5 0,6-4 0,3-1 0,8-7 0,-3 1 0,6-9 0,4 3 0,2-4 0,-2-2 0,6-8 0,2-3 0,-2-4 0,1-3 0,-5-1 0,4-2 0,0-4 0,-1-1 0,-5 5 0,2-2 0,2 4 0,-2 1 0,0 1 0,-6 0 0,1 2 0,-3 1 0,-4 3 0,-1 9 0,-4 2 0,-4 10 0,3 13 0,-3-2 0,-2 7 0,0-1 0,0 4 0,0-5 0,0-1 0,6 0 0,0-2 0,7-4 0,-1 4 0,9-12 0,2-5 0,-1-4 0,-4-2 0</inkml:trace>
  <inkml:trace contextRef="#ctx0" brushRef="#br0" timeOffset="4">22457 7221 8912,'-11'-2'0,"-1"-4"0,1 5 0,-6-5 0,5 6 0,1 6 0,-1 5 0,-5 12 0,0 8 0,0 7 0,5 0 0,1 8 0,7 5 0,-2 7 0,4-1 0,2 2 0,8-11 0,3 4 0,5-12 0,1 0 0,2-6 0,2-7 0,4-8 0,2-6 0,-6-9 0,2 2 0,1-4 0,-1-2 0,2-2 0,-4-4 0,4-5 0,2-5 0,-4-6 0,6-1 0,-8-2 0,2 2 0,-6 4 0,-6-4 0,5-2 0,-5 2 0,-3-6 0,-3 6 0,-3 2 0,-2 2 0,-7 10 0,-5 3 0,-5 14 0,-6 9 0,-4 10 0,0 5 0,-3 3 0,7-1 0,0 6 0,6 0 0,1 0 0,5-5 0,5-1 0,14-1 0,9-5 0,10-5 0,5-4 0,3-2 0,7-7 0,4-4 0,-2-6 0,2-6 0,-8 2 0,2-7 0,-11-1 0,-8-5 0,-8 0 0,-5-8 0,-8-2 0</inkml:trace>
  <inkml:trace contextRef="#ctx0" brushRef="#br0" timeOffset="5">22337 7685 8912,'-52'0'0,"10"-2"0,8-3 0,9 1 0,13-8 0,7 7 0,10-7 0,13 6 0,12-5 0,8-2 0,8-3 0,17-1 0,6 0 0,10 2 0,-5 3 0,-1-3 0,-10 3 0,-6-3 0,5-2 0,-1 0 0</inkml:trace>
  <inkml:trace contextRef="#ctx0" brushRef="#br0" timeOffset="6">23352 7496 8912,'17'0'0,"6"8"0,2 3 0,0 5 0,0 1 0,4 2 0,-5 4 0,1 5 0,0 5 0,-8 1 0,-5 1 0,-8-1 0,1-1 0,-3-3 0,-2-1 0,-2-8 0,-3 2 0,-5-4 0,-1-10 0,-1-3 0,8-14 0,-1-9 0,5-8 0,5-9 0,-1 0 0,8-1 0,5-5 0,8-2 0,1-2 0,5-4 0,2 6 0,1 2 0,2 4 0,4 2 0,-1 5 0,7 0 0,-8 8 0,2-2 0,-4 4 0,6-6 0,2-1 0</inkml:trace>
  <inkml:trace contextRef="#ctx0" brushRef="#br0" timeOffset="7">24247 7737 8912,'-10'-12'0,"5"1"0,3-2 0,2-3 0,0-1 0,7 0 0,5 2 0,3 3 0,2-1 0,1 7 0,-1-15 0,0 2 0</inkml:trace>
  <inkml:trace contextRef="#ctx0" brushRef="#br0" timeOffset="8">24660 7668 8912,'-11'0'0,"-1"0"0,8 8 0,-11-6 0,13 5 0,2-7 0,12 0 0,3 0 0,17-7 0,5-3 0</inkml:trace>
  <inkml:trace contextRef="#ctx0" brushRef="#br0" timeOffset="9">25193 7685 8912,'-11'0'0,"0"0"0,7 0 0,-6 0 0,4 0 0,6 0 0,0 0 0,10 0 0,13-15 0,4-4 0</inkml:trace>
  <inkml:trace contextRef="#ctx0" brushRef="#br0" timeOffset="10">25675 6894 8912,'-7'-1'0,"7"-3"0,11-2 0,10 2 0,14 10 0,11 7 0,5 10 0,6 12 0,-1 9 0,5 13 0,-2 10 0,-3 11 0,-20 10 0,-23-37 0,-3 1 0,-3 0 0,-4 1 0,-6 1 0,-4 1 0,-3 2 0,-5 1-403,-4 1 0,-6 0 0,-6 3 0,-5 0 403,-5 4 0,-4 0 0,-5 3 0,-3 2-256,14-20 1,-1 0 0,-1 1-1,-3 2 1,0 1 0,-2-1 255,-5 1 0,-1 0 0,0 1 0,0 0 0,1 0 0,-3 0 0,-6 3 0</inkml:trace>
  <inkml:trace contextRef="#ctx0" brushRef="#br0" timeOffset="11">21322 6998 8912,'0'9'0,"0"1"0,0-5 0,0-1 0,0 8 0,0-7 0,0 7 0,1-8 0,5 1 0,-2-3 0,7-2 0,-5 0 0,6 0 0,-7 0 0,7 0 0,-8 0 0,3 0 0,-9 0 0,-3 0 0,-7 0 0,-3 0 0,-2 0 0,0 0 0,-8 0 0,4 0 0,-8 0 0,2 8 0,-3 3 0,3 3 0,2-3 0,2 10 0,6-3 0,5 3 0,1-4 0,7 6 0,-2 0 0,4 0 0,2-6 0,8 0 0,4-2 0,3-1 0,2-3 0,2-7 0,4 2 0,-2-12 0,8-6 0,-2-5 0,3-6 0,-3-5 0,-2-5 0,0-1 0,-2-1 0,-6-5 0,0 0 0,-7 0 0,-3-2 0,-5 6 0,4-4 0,-4 5 0,-2 7 0,-8 3 0,1 13 0,-5 1 0,2 7 0,5-2 0,3 14 0,-4 7 0,4 8 0,2 4 0,0 1 0,0 7 0,0-1 0,0 1 0,2-3 0,4-3 0,-4 3 0,3-3 0,5-4 0,2-2 0,-3-6 0,3-4 0,1-1 0,2-9 0,2 3 0,1-4 0,-1-2 0,0-8 0,0-3 0,-1-10 0,-5-2 0,2 0 0,-7 6 0,6 0 0,-7 0 0,1-1 0,-4 3 0,4 4 0,-4 3 0,5 8 0,-5 6 0,4-1 0,-2 9 0,7-3 0,-5-3 0,5-2 0,1-4 0,5-2 0,0 0 0,1 0 0,-1 0 0,0-6 0,0 0 0,0-5 0,1 3 0,-1-2 0,0 7 0,0-3 0,0 4 0,-5 2 0,-1 0 0,-5 0 0,6 0 0,-7 6 0,5 1 0,-2 3 0,-5 3 0,-1-3 0,0 1 0,4 3 0,-4 1 0,4 2 0,-5-7 0,-16-3 0,-4-7 0</inkml:trace>
  <inkml:trace contextRef="#ctx0" brushRef="#br0" timeOffset="12">21683 6877 8912,'-27'-7'0,"8"-1"0,8-3 0,7 3 0,-4 8 0,16 0 0,3 0 0,12 0 0,6 0 0,3 0 0,3 0 0,-1 0 0,1 0 0,-1 8 0,0 1 0</inkml:trace>
  <inkml:trace contextRef="#ctx0" brushRef="#br0" timeOffset="13">22182 6860 8912,'-17'0'0,"0"0"0,-1 0 0,1 2 0,0 4 0,0 5 0,0 4 0,5 8 0,2 2 0,3 2 0,3 4 0,2 1 0,2 2 0,2-1 0,4-4 0,5-7 0,5-2 0,6-3 0,1 0 0,6-8 0,-6-3 0,6-6 0,-6-6 0,7-3 0,-11-16 0,6-2 0</inkml:trace>
  <inkml:trace contextRef="#ctx0" brushRef="#br0" timeOffset="14">22423 6929 8912,'-10'0'0,"3"2"0,7 3 0,0 5 0,0 7 0,5-5 0,3-1 0,0 3 0,-1 1 0,5-4 0,-6 1 0,7-7 0,-2 7 0,5-8 0,1 3 0,0-7 0,0 0 0,1 0 0,-1-2 0,0-3 0,0 1 0,-2-8 0,-1-1 0,-3-2 0,-7-2 0,2-1 0,2 7 0,-3-1 0,1 1 0,-6-6 0,0 7 0,0 5 0,0 10 0,0-1 0,0 8 0,2-3 0,2 4 0,2-1 0,7-1 0,-4-1 0,7 0 0,-5-5 0,5-3 0,-5 4 0,4-6 0,2-6 0,-5 4 0,-1-3 0,1-5 0,5 0 0,0-7 0,-5 2 0,-1 3 0,-7-3 0,4 6 0,-8-9 0,0 9 0,0-6 0,0 13 0,0-6 0,0 8 0,2 0 0,1 2 0,3 4 0,2 1 0,-2 5 0,-3 3 0,9-3 0,-8 3 0,3 0 0,-1-2 0,0-1 0,5-1 0,-5 7 0,0-7 0,-6 1 0,2-3 0,3 3 0,-3 3 0,4-11 0,-12 5 0,-5-1 0,1-2 0,-1-6 0,-1 0 0,-5 0 0,0 0 0,0 0 0,7-8 0,3 4 0,7-7 0,7-1 0,3-5 0</inkml:trace>
  <inkml:trace contextRef="#ctx0" brushRef="#br0" timeOffset="15">23387 6843 8912,'-10'-17'0,"0"-1"0,5 1 0,3 6 0,-4-1 0,4-1 0,2 5 0,0 1 0,-2 7 0,-3 0 0,1 13 0,-6 4 0,2 4 0,5 4 0,-5-4 0,2 8 0,1-8 0,5 2 0,0-2 0,0 2 0,0-4 0,0 4 0,1-4 0,5-2 0,-2-2 0,7-3 0,-1 3 0,2-4 0,3-1 0,-4 1 0,5-5 0,1 6 0,0-3 0,0 3 0,0 1 0,-1-5 0,-5 1 0,-3 3 0,-8 5 0,-2 0 0,-4 0 0,-13 8 0,-15 4 0,-8 5 0,-10 6 0,-15 4 0,-4 8 0</inkml:trace>
  <inkml:trace contextRef="#ctx0" brushRef="#br0" timeOffset="16">2960 8837 8912,'-17'0'0,"1"-2"0,5-3 0,3-5 0,6-7 0,-1 0 0,-3 0 0,0-1 0,6-1 0,0-2 0,0-2 0,0-5 0,0 3 0,0 0 0,0 0 0,0-4 0,0 7 0,0 1 0,6 1 0,0 3 0,-1 8 0,-5 1 0,8 8 0,-6 2 0,4 4 0,-3 9 0,3 8 0,-4 2 0,4-2 0,-4 5 0,-2 12 0,0 6 0,0 4 0,0 3 0,0 5 0,0 3 0,0 8 0,0 11-229,0 0 0,-2 8 229,-4-8 0,4-3 0,-6-1 0,3-3-70,-1-5 1,0 3 69,6-14 0,0-5 0,0-6 0,0-10 0,0-1 0,0-14 0,0-10 0,8-7 0,1 3 0,9-7 226,-1 0 0,2-5-226,4-1 0,6-5 72,11 5 1,6-8-73,11 3 0,6-4 0,12-3 0,9-3 0,8 4 0,-44 6 0,1 1 0,43 1 0,0-1 0,1 4 0,-40 3 0,1-1-183,4 1 0,-1 0 0,1 0 0,-1 0 183,-5 3 0,-1 0 0,1 0 0,-1-2 0,1 0 0,0-1 0,-1 2 0,1 0 0,0-3 0,-1 0 0,1 1 0,-1 0 0,1 1 0,0-1 0,1-1 0,1 0 0,-3 1 0,1 0 0,4 2 0,-1 0 0,-6-1 0,-1-1 0,5 1 0,0 2 0,44 0 0,-1 7 0,-47-1 0,-1 0 0,42 7 0,2-1 0,-10 1 0,0-5 0,4-1 0,4 1 0,6-2 0,-10-6 0,2 5-140,-14 1 0,1 0 140,-6-6 0,7-2 0,5-2 0,5-3 0,5-3 0,-3-1 0,4-7 0,-4 3 0,-2 4 0,-6-5 0,1 5 0,1-3-294,10 3 0,1-4 294,-44 9 0,0 0 0,37-3 0,-11-3 0,-5 8 0,1-1 0,2 1-133,1-2 1,3 4 132,-3-4 0,-1 3 0,7-3 0,-7 4 0,2-4 0,-9-1 0,3 1 0,-2-2 0,14 3 0,-1-3 0,6-5 0,-2 1 0,-4-1 0,4-3 0,-3-1 0,-3 6 0,2-1 0,-5 7 0,5-7 0,-7 8 0,2-1 0,-12 3 0,-6 0 0,-5-2 322,-6-2 1,-2 0-323,-4 6 0,-4 0 137,4 0 0,-2-1-137,3-5 0,-1 2 158,11-7 0,-9 5 0,10-4 0,-2 1-158,-1-1 0,-3 1 157,0-3 0,-8-3-157,3 3 0,-13-3 0,-5-2 0,-4 0 0,-1 0 0,-3 5 0,-4 1 0,-5-3 0,-4-1 0,-2-2 0,0 0 0,-2-3 0,-4-2 0,3-5 0,-9-8 0,1-1 0,-7-4 0,7 2 0,-1-6 0,1 0 0,1 0 0,-5-2 0,4-5 0,-5 7 0,-1 3 0,0-1 0,0 2 0,-8-2 0,-4 2 0,-11 4 0,-6-4 0,-7 3 0,-11 3 0,-8 5 0,-20 1 0,2 13-179,42 5 1,-1 2 0,0 5-1,0 1 179,-2-2 0,-1 2 0,0 3 0,-1 2 0,-2-1 0,1 1 0,5 6 0,0 2 0,0-3 0,1 1 0,-42 10 0,4 0 0,0-2 0,0 0 0,-2-5 0,-4-1 0,-4 1 0,45-4 0,-1 1 0,-4-3 0,-1-1 0,-3 1 0,0 0 0,-2-1 0,0-1 0,-7 3 0,0 0 0,-3-2 0,1-1 0,-2 0 0,0 0 0,3 0 0,1 0 0,2-1 0,2-1 0,9-1 0,3 0 0,1 2 0,0 0 0,-41-1 0,1-2 0,4-6 0,-4 0 0,4 1 0,2-3 0,-7 0 0,44 3 0,0-1 0,-7 1 0,-1 2 0,0 3 0,-1 0 0,0 0 0,0 0 0,3 0 0,1 0 0,-6 0 0,-1 0 0,-4 0 0,-2 0 0,-2 0 0,-1 0 0,0 0 0,2 0 0,7 1 0,2 0 0,6 2 0,2 0 0,-46-1 0,46 1 0,1 0 0,0-2 0,0-1 0,0 1 0,1-2 0,-47 1-226,16 0 0,-4 0 226,3 0 0,-14 0 0,-3 0 0,45 1 0,-1 0 0,2 2 0,1 0 0,2 1 0,0 2 0,-2 1 0,-1 3 0,0 1 0,-1 1 0,-1-1 0,-1 1 0,1 0 0,1 1 0,4-3 0,0 1 0,-40 11 0,6-1 0,3-3 0,11-7 0,4 4 0,14-3 0,-1-3 0,0 3 0,-5-3 0,0 3 0,-1 3 0,7-3 0,1-3 170,4 3 0,-4-1 0,6 4 0,-2-1-170,1-3 0,6 1 243,-1 5 0,4-6-243,1 1 0,9-8 0,3 1 0,4 5 0,1-8 0,9 5 0,1-7 0,8 0 0,0 0 0,10 6 0,7 0 0,8 0 0,9-6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311"/>
    </inkml:context>
    <inkml:brush xml:id="br0">
      <inkml:brushProperty name="width" value="0.05292" units="cm"/>
      <inkml:brushProperty name="height" value="0.05292" units="cm"/>
    </inkml:brush>
  </inkml:definitions>
  <inkml:trace contextRef="#ctx0" brushRef="#br0">27413 7960 8912,'0'10'0,"0"-2"0,-7-8 0,3 0 0,-8 0 0,7 0 0,-7 0 0,8 0 0,-11 0 0,11 0 0,-7 0 0,5 0 0,-5 0 0,5 0 0,-6 0 0,1 0 0,-6 0 0,-2 2 0,-2 1 0,-2 3 0,-14 7 0,3-1 0,-12 1 0,0-1 0,-9 7 0,-3-8 0,-5 12 0,6-11 0,1 7 0,11-8 0,2-1 0,9 1 0,2-1 0,3 1 0,0-1 0,12-4 0,-4-5 0,9 7 0,-3 0 0,-2 3 0,-6-3 0,0-2 0,0 3 0,6 3 0,0-3 0,-1 3 0,1-9 0,0 3 0,2-2 0,3 2 0,-3-4 0,13 5 0,-6-7 0,8 0 0,0 0 0,0 8 0,0 1 0</inkml:trace>
  <inkml:trace contextRef="#ctx0" brushRef="#br0" timeOffset="1">26415 7874 8912,'-17'0'0,"0"0"0,7-7 0,-5 5 0,13-6 0,-13 8 0,5 8 0,-7 1 0,0 1 0,0 11 0,-2-4 0,-4 4 0,-6 4 0,-11 8 0,-6 7 0,2 7 0,-2-1 0,-2 4 0,-2 2 0,6 3 0,4-4 0,12-3 0,5-13 0,6-9 0,5-3 0,4-4 0,10-9 0,4-4 0,6-4 0,3 3 0,2 1 0,0 0 0,0-6 0,3 0 0,2 0 0,0 7 0,6 5 0,-1 3 0,2 2 0,5 1 0,-1 1 0,5 2 0,0 2 0,4 1 0,-2-1 0,2-2 0,-1 8 0,-7-8 0,0 2 0,-7-4 0,-10-2 0,1 0 0,-9 1 0,-3-1 0,-4-15 0,-2-4 0</inkml:trace>
  <inkml:trace contextRef="#ctx0" brushRef="#br0" timeOffset="2">9465 2768 8912,'-35'-11'0,"1"1"0,0 2 0,-1 8 0,1 10 0,-1 15 0,1 13 0,-1 14 0,9 9 0,5 13 0,7 5 0,9-1 0,5-2 0,5-7 0,9-2 0,7-4 0,5-8 0,7-14 0,-2-13 0,-3-7 0,1-11 0,3-5 0,-1-3 0,-2-2 0,-3-9 0,3-8 0,-4-10 0,0-6 0,-6-9 0,4-2 0,-6-3 0,-5-5 0,1 4 0,-7-9 0,5 4 0,-5 1 0,0 6 0,-6 0 0,0 16 0,0 1 0,0 12 0,0 11 0,0 18 0,0 22 0,0 8 0,0 10 0,2-3 0,3-3 0,5 2 0,7-8 0,2 6 0,4-6 0,4-8 0,7-11 0,1-5 0,-1-5 0,6-7 0,0 2 0,-7-20 0,-1-5 0,-5-15 0</inkml:trace>
  <inkml:trace contextRef="#ctx0" brushRef="#br0" timeOffset="3">10153 2854 8912,'-9'2'0,"3"4"0,4 3 0,2 8 0,0 8 0,2 6 0,2 7 0,1 8 0,9-2 0,-3 2 0,5-2 0,1 3 0,-2-3 0,-3-2 0,3-7 0,-4-7 0,-3-7 0,-2 2 0,3-4 0,1-1 0</inkml:trace>
  <inkml:trace contextRef="#ctx0" brushRef="#br0" timeOffset="4">10136 2820 8912,'0'-25'0,"0"-2"0,0-7 0,8 5 0,5 2 0,6 2 0,4 4 0,8 2 0,-3 4 0,3 4 0,-2 5 0,1 4 0,-7 2 0,0 10 0,-6 7 0,-1 8 0,-5 11 0,-5 4 0,-4 6 0,-10 3 0,-3 3 0,-10-2 0,-2-4 0,0 3 0,5-3 0,7-2 0,-1 2 0,1-8 0,-4 2 0,3-5 0,6-7 0,3-5 0,-3-11 0,4-5 0,-6-7 0</inkml:trace>
  <inkml:trace contextRef="#ctx0" brushRef="#br0" timeOffset="5">10893 2510 8912,'0'19'0,"0"4"0,0 14 0,0 14 0,0 8 0,0 10 0,2 2 0,4 1 0,7 1 0,8-6 0,6-14 0,7-14 0,3-9 0,3-7 0,-4-15 0,4-14 0,-3-11 0,-3-18 0,-1-12 0,-3-5 0,-3-3 0,-2-5 0,-4 5 0,-10-8 0,-3 0 0,-8-6 0,-4 2 0,-5 4 0,-11 6 0,-4 3 0,3 7 0,-2 7 0,5 11 0,7 23 0,7 10 0,16 19 0,-1-4 0,29 13 0,-3-5 0</inkml:trace>
  <inkml:trace contextRef="#ctx0" brushRef="#br0" timeOffset="6">11857 2682 8912,'0'-27'0,"0"4"0,0 4 0,0 2 0,0 0 0,0 0 0,-8 7 0,-3 6 0,-5 8 0,-1 8 0,0 11 0,2-4 0,1 6 0,5-3 0,1 1 0,2 0 0,6-5 0,0 4 0,0 1 0,0 2 0,0-4 0,0 2 0,0-2 0,6-2 0,0-2 0,7 3 0,-1 2 0,-3-2 0,3 3 0,-7-4 0,7-2 0,-8 0 0,1 2 0,-3 4 0,-2 6 0,-13-3 0,-4 3 0,-18 0 0,-1 7 0,-8 2 0,-9 2 0,1 0 0,-15-13 0,6-2 0</inkml:trace>
  <inkml:trace contextRef="#ctx0" brushRef="#br0" timeOffset="7">27224 10299 8912,'-8'-18'0,"7"7"0,-5 0 0,4 7 0,0-4 0,-4 8 0,2 0 0,-7 0 0,5 0 0,-5 0 0,-3 0 0,-7 0 0,-5 2 0,-7 4 0,1-2 0,-14 7 0,-8-1 0,-9 1 0,-12 6 0,-5 0 0,2 3-285,-3 8 0,-5-5 285,-5 6 0,40-16 0,0 1 0,1 1 0,-1 0 0,-2-1 0,1-1 0,1-1 0,0 1 0,0-1 0,1 1 0,-42 9 0,1-2 0,5 2 0,7-2 0,5-3 0,5-6-17,6 1 1,3-7 16,9 7 0,3-6 0,8 5 0,2-7 0,15 2 0,2-4 0,1-2 0,3 0 0,8 0 567,1 0-567,8 0 36,0 0-36,0 7 0,0 5 0,0 11 0,0-4 0,-8 13 0,-1-5 0</inkml:trace>
  <inkml:trace contextRef="#ctx0" brushRef="#br0" timeOffset="8">25314 10247 8912,'-6'-17'0,"0"0"0,1 0 0,5 7 0,0 2 0,0 8 0,-8 8 0,-3 3 0,-7 7 0,-3 5 0,-2 5 0,-7 7 0,1 5 0,-3-2 0,-3 8 0,1-2 0,-1 3 0,3-3 0,3-2 0,-1-1 0,7-7 0,0-2 0,6-3 0,5-4 0,1-8 0,7 0 0,-4 0 0,8-5 0,0-1 0,2-7 0,2 4 0,4-2 0,1-1 0,-5 9 0,2-3 0,3 3 0,3-3 0,3 8 0,2-7 0,0 7 0,1-8 0,5 3 0,-1-3 0,9 2 0,-2-5 0,3 0 0,3-1 0,-1-1 0,0-6 0,7 0 0,-1 0 0,-2 8 0,-9 3 0,1 6 0,-7 6 0,-2 6 0,-9 11 0,-5 12 0,-7 9 0</inkml:trace>
  <inkml:trace contextRef="#ctx0" brushRef="#br0" timeOffset="9">11530 13032 8912,'-50'0'0,"2"0"0,2 0 0,1 0 0,1 4 0,1 8 0,1 11 0,4 22 0,-6 15 0,2 12 0,4 14 0,2 2 0,19-40 0,1 0 0,1-1 0,1 1 0,-9 44 0,6-2 0,6-6 0,3-8 0,8 4 0,2-11 0,4 0 0,5-6 0,5-10 0,1-11 0,0-1 0,8-11 0,3-1 0,5-16 0,1-1 0,3-9 0,3-3 0,-4-15 0,6-4 0,-7-15 0</inkml:trace>
  <inkml:trace contextRef="#ctx0" brushRef="#br0" timeOffset="10">11788 13583 8912,'0'-18'0,"0"1"0,0 0 0,-2-2 0,-2-2 0,-3-2 0,-3 2 0,4 2 0,-5 2 0,7 7 0,-4 2 0,8 10 0,0 6 0,0 9 0,0 10 0,0 5 0,0 9 0,0-1 0,0 7 0,2-1 0,2 2 0,2-2 0,0 2 0,-6-8 0,0 2 0,0-2 0,0-4 0,0 4 0,0-11 0,0-6 0,0-4 0,0-2 0,0-9 0,0-8 0,5-15 0,1-14 0,2-9 0,-3-2 0,3-1 0,4 7 0,3 0 0,-4-1 0,3 3 0,-1 3 0,-3 6 0,-3 4 0,5 8 0,-7-1 0,9 8 0,-7 4 0,5 12 0,1 5 0,-7 6 0,6 2 0,-7 3 0,9-1 0,-3-6 0,4 2 0,3-2 0,1-7 0,4-3 0,3-7 0,9 2 0,-1-6 0,1-6 0,-1-6 0,1-11 0,-9-3 0,7-9 0,-6 1 0</inkml:trace>
  <inkml:trace contextRef="#ctx0" brushRef="#br0" timeOffset="11">12339 13669 8912,'-18'1'0,"1"5"0,6-2 0,-1 7 0,1 3 0,1 1 0,-3 4 0,7 4 0,0-2 0,6 8 0,0-2 0,0 1 0,2 3 0,4-8 0,7-2 0,8-2 0,-1-10 0,2-3 0,3-4 0,-2-2 0,6-10 0,-6-7 0,6-2 0,-6-9 0,-6 5 0,-8-4 0,-1 0 0,-4 0 0,-2 4 0,-2-5 0,-2 7 0,-4-2 0,-9 9 0,-8 3 0,-6 1 0,6-1 0,0 3 0,6 8 0,0 0 0,0 0 0,7 8 0,2-4 0,8 7 0,8-7 0,4 2 0,9-4 0,2-2 0,5 0 0,-5 0 0,6 0 0,-6 0 0,7 0 0,-1 0 0,-4-6 0,-2 0 0,-4 2 0,-8-3 0,1 1 0,-8 0 0,3 6 0,-7 2 0,0 4 0,-2 4 0,-3 7 0,3 0 0,-4 0 0,4 0 0,2 1 0,0-1 0,0 0 0,0 0 0,0 0 0,2-1 0,4-5 0,-2 2 0,7-7 0,1 0 0,5-6 0,-6 0 0,1 0 0,1-2 0,2-4 0,1-3 0,-5-9 0,4 1 0,-3 0 0,-4-2 0,-3-4 0,-3 10 0,-2-5 0,8 5 0,-6 4 0,5 3 0,-7 12 0,0 3 0,0 8 0,2 6 0,2 0 0,4-2 0,1-2 0,3-7 0,5-1 0,6-7 0,0 2 0,0-4 0,-6-2 0,-2-2 0,-3-4 0,1-5 0,-7-12 0,2 2 0,-3-8 0,-3 6 0,4-4 0,-6 1 0,-6-1 0,2 6 0,-7-2 0,5 6 0,-5 5 0,7-3 0,-4 5 0,16 1 0,2-6 0,7 5 0</inkml:trace>
  <inkml:trace contextRef="#ctx0" brushRef="#br0" timeOffset="12">13440 13565 8912,'-2'-17'0,"-4"0"0,4 7 0,-5-5 0,7 13 0,0-3 0,0 10 0,0 7 0,0 3 0,0 4 0,0 2 0,0 2 0,0 8 0,0-3 0,0-1 0,0 2 0,0-6 0,0 5 0,0-7 0,0 2 0,0-4 0,0-2 0,7 1 0,-5-1 0,6-8 0,-6-9 0,4-11 0,-4-12 0,3-6 0,-1-3 0,0-2 0,4-1 0,1 1 0,-5 5 0,2 0 0,1 7 0,-1-7 0,7 8 0,-9-2 0,8 11 0,-7 5 0,7 9 0,1 3 0,-5 11 0,-2 7 0,-2 5 0,1-5 0,-3 2 0,4-2 0,-2-4 0,2 4 0,-5-4 0,5-2 0,-2-1 0,0-3 0,2-2 0,7-7 0,-4-4 0,9-9 0,-1-8 0,0-6 0,0 0 0,1 0 0,-1 6 0,0-1 0,2 1 0,4 0 0,-10 7 0,5 5 0,-5 3 0,4 2 0,-5 7 0,-1 5 0,1 3 0,5 2 0,0 1 0,0-1 0,2 0 0,4 0 0,-2-5 0,8-1 0,-8-7 0,2 2 0,2-4 0,-2-2 0,0-2 0,-6-4 0,-6-4 0,-1-7 0,-2 0 0,-5 0 0,-1 0 0,-9-1 0,-5 1 0,-3 2 0,-2 3 0,0-1 0,-1 7 0,1 2 0,0 3 0,0 1 0,-1 0 0,7 1 0,0 5 0,5 4 0,-6 7 0,7 0 0,-7 0 0,8 1 0,-1-1 0,3 0 0,2 0 0,2-2 0,3-3 0,-1 1 0,8-7 0,-1 0 0,6-6 0,0 0 0,1-2 0,1-4 0,4-5 0,-4-3 0,4 3 0,2-5 0,-2 5 0,1-4 0,-1-2 0,-3 5 0,2 1 0,-2 5 0,-3-4 0,0 3 0,0 1 0,0 6 0,-5 0 0,-1 0 0,-7 8 0,10 1 0,-9 8 0,1-5 0,-6-1 0,2 1 0,4-3 0,-4 7 0,5-7 0,-7 1 0,0-1 0,0-3 0,0-4 0,0 6 0,0-8 0,0-8 0,8-2 0,0-7 0,3 0 0,4 0 0,-3 0 0,-3-1 0,3 1 0,-3 0 0,3 0 0,3 1 0,-5 3 0,1 4 0,1 1 0,-7-4 0,7 7 0,-6-1 0,5 6 0,-5 0 0,5 0 0,-1 8 0,1 3 0,5-1 0,-7 1 0,3 2 0,-1 3 0,-1-5 0,1 1 0,4-7 0,-3 7 0,3-8 0,2 3 0,1-7 0,-3-2 0,-4-3 0,5 1 0,-5-8 0,3 1 0,-1-6 0,-2 0 0,-7-1 0,6 7 0,-4-1 0,-5 9 0,15-5 0,-7 8 0,9 0 0,-1 0 0,-6 0 0,1 0 0,-1 0 0,4-2 0,-3-4 0,-2 4 0,-5-3 0,-1 3 0,8 2 0,-7 0 0,5 2 0,-3 3 0,7 5 0,-3 7 0,3 8 0,-3 4 0,4 11 0,-3 6 0,-2 5 0,1 7 0,-7 3 0,2 7 0,-6 1 0,-6 0 0,-4-6 0,-7 0 0,-8-9 0,-3-3 0,-5-15 0,-9-11 0,-2-8 0</inkml:trace>
  <inkml:trace contextRef="#ctx0" brushRef="#br0" timeOffset="13">15557 13325 8912,'-8'-35'0,"6"3"0,-4 3 0,4 6 0,2 4 0,0 6 0,0 9 0,0 15 0,0 14 0,0 15 0,0 6 0,0 4 0,0 3 0,0 1 0,0-1 0,0-3 0,6-2 0,0 3 0,5-7 0,-3-5 0,2-7 0,3-3 0,-3-8 0,1 2 0,0-12 0,7-5 0,-1-6 0,0-6 0,0-11 0,1-12 0,-1-3 0,0-3 0,0 1 0,0 0 0,1-1 0,-1 1 0,-6 7 0,1 4 0,-8 10 0,3 3 0,1 3 0,-6 3 0,3 9 0,-3 11 0,-2 7 0,6 7 0,0-1 0,0 1 0,-6-1 0,2 2 0,1-6 0,5-1 0,2 1 0,-5-2 0,7-6 0,-7-5 0,7-1 0,-8-7 0,3-12 0,-7-11 0</inkml:trace>
  <inkml:trace contextRef="#ctx0" brushRef="#br0" timeOffset="14">15763 13393 8912,'-8'-9'0,"-1"-6"0,-8 3 0,7 5 0,3-1 0,8 10 0,5 4 0,6 1 0,11 5 0,1 1 0,5-7 0,11-1 0,-3-5 0</inkml:trace>
  <inkml:trace contextRef="#ctx0" brushRef="#br0" timeOffset="15">16245 13084 8912,'0'-17'0,"0"5"0,0 1 0,0 9 0,0 4 0,0 13 0,-6 12 0,1 13 0,-3 6 0,2 11 0,4-1 0,-4 7 0,3 0 0,-1 5 0,-2-1 0,2-4 0,4 0 0,6-11 0,-2 3 0,7-9 0,1-11 0,5-7 0,0-9 0,0-7 0,1-6 0,-1-12 0,-8-11 0,14-10 0,-4-8 0</inkml:trace>
  <inkml:trace contextRef="#ctx0" brushRef="#br0" timeOffset="16">16606 13376 8912,'-23'-9'0,"-1"3"0,-3 4 0,-4 2 0,-1 2 0,-3 4 0,7 9 0,-1 8 0,8 6 0,-2-5 0,4 3 0,2 4 0,7-5 0,4 3 0,4-2 0,2 2 0,0 1 0,0-7 0,8 0 0,4-6 0,3 0 0,2 1 0,6-1 0,2-2 0,2-4 0,3-5 0,3 2 0,1-2 0,2-1 0,5-5 0,-5-5 0,4-1 0,-4-8 0,-1 3 0,-1-4 0,1-2 0,-9-1 0,-3 1 0,-9-6 0,-5 0 0,-1 2 0,-4 2 0,-2 2 0,-2 0 0,-8 0 0,-3-1 0,-7 3 0,-5 4 0,4 3 0,-4 8 0,-1 0 0,1 0 0,0 2 0,5 4 0,1 5 0,0 4 0,7 3 0,5-1 0,3 0 0,2 0 0,2 6 0,3 0 0,13 0 0,10-8 0,7-1 0,5-3 0,4-7 0,8 2 0,-1-6 0,1-6 0,-1 2 0,1-7 0,0-7 0,-1-5 0,-7-1 0,-4 3 0,-5-2 0,-7 2 0,-10-4 0,-13 2 0,-10 0 0,-7 6 0,-11 7 0,-5 5 0,-7 3 0,-5 2 0,4 7 0,-4 5 0,5 5 0,6 6 0,-1-4 0,9 6 0,4-2 0,3 0 0,10 0 0,-1-6 0,3 6 0,2 0 0,7 0 0,5-6 0,5-6 0,6 1 0,2-9 0,4 3 0,3-6 0,-3-6 0,3-5 0,3-4 0,-7-4 0,1-4 0,-6-4 0,6-7 0,-8-7 0,2 1 0,-4-7 0,-2 1 0,-2-4 0,-3-2 0,1-5 0,-7 0 0,0 0 0,-6 5 0,0 8 0,0 4 0,-2 13 0,-4 10 0,2 9 0,-5 16 0,1 9 0,-4 10 0,7 13 0,-7 6 0,6 11 0,1 4 0,5 8 0,0-6 0,0 0 0,0-9 0,0-3 0,4 1 0,5-8 0,10-2 0,6-8 0,4-9 0,5-14 0,1-3 0,7-8 0,2 0 0</inkml:trace>
  <inkml:trace contextRef="#ctx0" brushRef="#br0" timeOffset="17">18069 13204 8912,'0'-17'0,"-2"0"0,-4 0 0,5 7 0,-13 4 0,8 14 0,1 9 0,-3 10 0,6 7 0,-4 7 0,4 1 0,2 3 0,0 5 0,0-4 0,2-2 0,4 2 0,4-8 0,7 2 0,6-4 0,2-3 0,0-3 0,-1-1 0,-1-14 0,-5 3 0,-1-5 0,0 4 0</inkml:trace>
  <inkml:trace contextRef="#ctx0" brushRef="#br0" timeOffset="18">17897 13686 8912,'2'-17'0,"4"-1"0,-3 1 0,9 0 0,-1-2 0,7-4 0,7-2 0,5-5 0,8 1 0,8-2 0,-2-1 0,2-3 0,-2 3 0,2 3 0,-6-1 0,-11 7 0,-4 0 0,-8 6 0,0 7 0,-7 4 0,-5 14 0,-3 9 0,-2 8 0,0 9 0,0 1 0,0-1 0,-5 1 0,-1-1 0,0 0 0,6 1 0,0-1 0,-2-1 0,-2-3 0,-1-1 0,-1-2 0,6 1 0,0-3 0,0-8 0,0 1 0,0-9 0,0-5 0,0-16 0,0-1 0,0-16 0,0 6 0,0-5 0,8 5 0,3-6 0,-1 8 0,1-2 0,-5 10 0,5 3 0,3 3 0,-5-5 0,3 7 0,-1-1 0,6 6 0,8 7 0,4 5 0,-2-3 0,1 1 0,3-2 0,1-5 0,-1 5 0,3-2 0,-9 0 0,10-6 0,-12-2 0,0-4 0,-4-4 0,-2-7 0,-2 0 0,-3 0 0,1-6 0,-7-2 0,-2 0 0,-2 0 0,-10 2 0,-4 6 0,-3 2 0,-2 4 0,-8 3 0,-4 8 0,5 9 0,1 9 0,2 6 0,1 13 0,1 1 0,4 2 0,4 6 0,-1-6 0,4 6 0,8-6 0,8 0 0,4-5 0,12-3 0,11-3 0,9-8 0,5-8 0,11-5 0,3-8 0,4-16 0,2-3 0</inkml:trace>
  <inkml:trace contextRef="#ctx0" brushRef="#br0" timeOffset="19">19601 13204 8912,'-37'-5'0,"-1"-1"0,-2 2 0,2 2 0,7 16 0,2 3 0,8 11 0,-2 1 0,4 3 0,2 3 0,8-1 0,3 1 0,10-1 0,1 0 0,9-1 0,-3-4 0,10 1 0,2-7 0,-2-2 0,-2-2 0,1-9 0,2-5 0,-2-3 0,3-2 0,-2 0 0,1 0 0,-2 0 0,3 0 0,1-7 0,-1-5 0,2-3 0,-2-2 0,-4 0 0,4 1 0,-4 3 0,-1 1 0,-3 1 0,-4-6 0,-1 7 0,-4 5 0,-4 3 0,13 2 0,-13 7 0,3 5 0,-3 3 0,-2 2 0,6 2 0,0 4 0,2-4 0,-5 4 0,5-2 0,2 2 0,1-4 0,6 4 0,0-11 0,1 1 0,-1-7 0,0 0 0,0-6 0,0 0 0,3-2 0,1-4 0,2-6 0,7-11 0,-3-3 0</inkml:trace>
  <inkml:trace contextRef="#ctx0" brushRef="#br0" timeOffset="20">20358 13497 8912,'-8'-10'0,"4"-3"0,-7 7 0,7 0 0,-9 16 0,7 7 0,-6 8 0,5 11 0,-1 4 0,1 6 0,-5 4 0,6 1 0,1 3 0,5 3 0,0-3 0,0 3 0,0-5 0,0-7 0,2-5 0,3-3 0,-1-10 0,8-5 0,-7-10 0,7-6 0,-8-8 0,1-10 0,5-7 0,-1-15 0</inkml:trace>
  <inkml:trace contextRef="#ctx0" brushRef="#br0" timeOffset="21">20220 13342 8912,'19'-27'0,"2"4"0,4 4 0,2 2 0,2 7 0,5 5 0,0 3 0,1 2 0,-3 7 0,-3 7 0,-6 5 0,-4 4 0,-4 7 0,-3-1 0,-4-2 0,-8 1 0,0-5 0,0 6 0,-2 0 0,-4-3 0,-4 5 0,-7-8 0,0 6 0,0-7 0,0 7 0,1-6 0,5-2 0,3-10 0,8 5 0,0-7 0</inkml:trace>
  <inkml:trace contextRef="#ctx0" brushRef="#br0" timeOffset="22">21012 13393 8912,'-17'0'0,"5"8"0,1 4 0,-1 10 0,-5 9 0,0 7 0,0 8 0,5 10 0,1 1 0,7 0 0,-2-5 0,14-8 0,9-4 0,2-6 0,10-5 0,-1-6 0,7-12 0,-3-3 0,-1-12 0,-2-6 0,1-7 0,3-17 0,1-1 0,-7-10 0,-4-1 0,-2-6 0,-2-3 0,-2-2 0,-7 1 0,-1 3 0,-3 1 0,0 0 0,-6 1 0,-6 9 0,0 7 0,-7 9 0,11 9 0,-6 15 0,8 4 0</inkml:trace>
  <inkml:trace contextRef="#ctx0" brushRef="#br0" timeOffset="23">21924 12671 8912,'13'-17'0,"6"2"0,6 3 0,6 7 0,1 16 0,3 6 0,-1 20 0,1 5 0,-1 9 0,0 7 0,-3 20 0,-8 2 0,-11-29 0,-3 1-289,-4 2 1,-4 1 0,-4 6 0,-4 0 288,-3 2 0,-3 1 0,-2 2 0,-2-1 0,-3-1 0,0-2 0,-2 2 0,-2-2 0,-4-1 0,-2-1 0,-1 1 0,-1 0 0,-1 2 0,-1 0 0,-3-2 0,-2 0 0,0 2 0,-3 1 0,-6 1 0,-3-1 0,5-4 0,0-1 0,-5 4 0,-1 0 0,2 0 0</inkml:trace>
  <inkml:trace contextRef="#ctx0" brushRef="#br0" timeOffset="24">2977 15646 8912,'-11'-12'0,"-1"1"0,8 5 0,-3-3 0,-1 1 0,6 0 0,-4 3 0,4 3 0,2-6 0,0 8 0,0 0 0,8 0 0,-4 0 0,7 0 0,-5 0 0,6 0 0,-1 0 0,6 0 0,2 0 0,4 0 0,0 0 0,12 0 0,-1 0 0,18 0 0,-3-2 0,15-4 0,-7-1 0,6-5 0,2-1 0,6 5 0,0 1 0,-5-1 0,-8-4 0,-1 7 0,4-7 0,2 7 0,-1-1 0,1 6 0,0-6 0,6 0 0,7-1-169,4 1 0,-3 2 169,-2-7 0,3 5 0,2-5 0,10 1 0,2-1 0,-2 1 0,-10 6 0,-5-2 0,-5 3 0,-3-5 0,-4 2 0,-3 0-5,-9 6 0,3-1 5,3-5 0,2 4 0,5-4 0,-5 2 0,-8-1 0,-1 3 0,-4-4 0,2 4 0,-8 2 0,0-6 0,-5 1 0,-7-1 0,1 6 0,-8 0 0,2 0 0,-4 0 169,-2 0 0,0 0-169,1 0 0,-7 0 5,1 0 0,-7-2-5,7-4 0,-6 4 0,5-3 0,-7 3 0,4 2 0,-7 0 0,5 0 0,-4 0 0,6 0 0,-8 0 0,7 0 0,-5 0 0,14 0 0,-13 0 0,9 0 0,-8 0 0,3 0 0,-7 0 0,0 0 0,-7 7 0,-3 3 0</inkml:trace>
  <inkml:trace contextRef="#ctx0" brushRef="#br0" timeOffset="25">3562 15285 8912,'-9'-12'0,"1"1"0,2-3 0,1-1 0,1-2 0,2 5 0,2 1 0,0 9 0,0 2 0,0 10 0,0 5 0,2 4 0,3 4 0,5 6 0,0 3 0,5 10 0,-4 4 0,-1 4 0,1 3 0,3 4 0,1 6 0,-3 14 0,-1 9 0,-1 9-43,-5-41 0,1 1 0,-1 1 1,0 1-1,-3 2 0,-1 0 0,3-1 1,0-1 42,1-2 0,0-1 0,4 34 0,3-14 0,1-13 0,-7-15 0,5-6 0,-5-11 0,5-4 0,-5-8 0,0-7 0,-4-3 0,4-7 0,-5 0 0,5 2 0,-12 4 0,3-4 85,-9 4 1,1-5-1,-7-1 1,1-1-86,0-5 0,0-19 0,0-11 0</inkml:trace>
  <inkml:trace contextRef="#ctx0" brushRef="#br0" timeOffset="26">3597 15508 8912,'-18'-28'0,"1"1"0,2 2 0,3 4 0,3 10 0,3 5 0,-3 4 0,-9 6 0,1 5 0,0 8 0,0 12 0,0 0 0,-1 5 0,1 6 0,0 2 0,0 4 0,-1-4 0,1 0 0,0-6 0,0 5 0,7-5 0,5-2 0,1-1 0,-2-5 0,4-10 0,-6-11 0,8-7 0</inkml:trace>
  <inkml:trace contextRef="#ctx0" brushRef="#br0" timeOffset="27">3631 15319 8912,'0'-32'0,"2"3"0,4 6 0,-2 12 0,7 5 0,-5 13 0,5 11 0,1 1 0,5 9 0,2 3 0,4 1 0,4 3 0,7-1 0,2 1 0,5-1 0,-3 8 0,8 4 0,-2-2 0,2 2-256,-4 0 1,-8-3-1,0-1 1</inkml:trace>
  <inkml:trace contextRef="#ctx0" brushRef="#br0" timeOffset="28">2943 17761 8912,'-16'-27'0,"5"4"0,-2 9 0,7 3 0,0 9 0,6 2 0,-2 12 0,-2 10 0,-1 13 0,-1 9 0,6 11 0,0 4 0,0 3 0,0-7 0,0 2 0,0-3 0,0-3 0,0 1 0,0-2 0,0-5 0,0-4 0,0-13 0,0-3 0,0-17 0,0-8 0,-2-8 0,-4-9 0,4-8 0,-3-4 0,-3-9 0,2-2 0,0-8 0,6 2 0,0-3 0,0-3 0,0 6 0,0 2 0,0 2 0,0 4 0,0 2 0,0 1 0,8 11 0,4 6 0,3 3 0,2 9 0,0 5 0,0 12 0,6 2 0,0 16 0,-2 3 0,-1 7 0,-3 3 0,0 4 0,0 1 0,0-7 0,-5 6 0,-1-6 0,1-1 0,5-11 0,-6 3 0,1-10 0,1-6 0,-3 0 0,1-9 0,-5-8 0,6-9 0,-1-12 0,6-6 0,-1-9 0,-5-2 0,4-6 0,-3 6 0,-3 0 0,3 5 0,-6 3 0,3 3 0,-1 6 0,-4 4 0,-3 10 0,7 1 0,2 16 0,7 3 0,0 10 0,0 2 0,8 0 0,4-6 0,1 0 0,-1 1 0,4-3 0,-5-4 0,9-3 0,-3-8 0,4 0 0,-9 0 0,3-8 0,3-3 0,-4-6 0,-9-6 0,1 4 0,-13-4 0,0 4 0,-5 1 0,-5 1 0,-5 0 0,-7 2 0,-11 3 0,4-1 0,-4 7 0,-2 0 0,2 6 0,0 10 0,6 5 0,0 8 0,0 4 0,1-4 0,5 6 0,3-1 0,8 7 0,0-1 0,0 0 0,4-5 0,8 0 0,1-8 0,16 2 0,-1-6 0,9-4 0,3-3 0,6-3 0,3-9 0,3-9 0,-6-6 0,0-6 0,-2-4 0,2-7 0,-6 1 0,-12 5 0,-3-5 0,-9 6 0,-5-1 0,-5-1 0,-4 8 0,-10-2 0,-3 12 0,-5 3 0,-1 8 0,0 0 0,0 2 0,-1 4 0,9 3 0,3 8 0,-1 1 0,1-1 0,2 0 0,2 0 0,2 0 0,0 1 0,6-7 0,0 1 0,7-1 0,-5 0 0,3 1 0,4-8 0,-3 1 0,3-3 0,2-2 0,1-2 0,-1-3 0,0 1 0,0-8 0,0 3 0,1-3 0,-1-1 0,0 7 0,-7-7 0,3 9 0,-5-5 0,1 1 0,-5 2 0,4 6 0,-8 8 0,2 0 0,3 3 0,-3-1 0,4-5 0,-4 7 0,5-5 0,-5 9 0,8-14 0,-4 3 0,-4 5 0,7-8 0,-5 5 0,2 1 0,-1-6 0,-3 6 0,4-8 0,-4 0 0,6 0 0,-3-8 0,1-4 0,6-3 0,-5-2 0,3 0 0,3 0 0,3-1 0,1 1 0,-4 6 0,4-1 0,-3 7 0,9-7 0,-2 8 0,2-1 0,-2 3 0,7 2 0,-1 7 0,4 7 0,-5 7 0,-1 7 0,-2 1 0,-6 5 0,1-3 0,-1 9 0,6 2 0,0-2 0,0 0 0,-6-5 0</inkml:trace>
  <inkml:trace contextRef="#ctx0" brushRef="#br0" timeOffset="29">5644 17881 8912,'-23'-14'0,"1"-3"0,1-2 0,1 8 0,3 5 0,6 4 0,1 4 0,3 4 0,-1 5 0,2 12 0,4 4 0,-4 7 0,5 1 0,1-1 0,1 0 0,5 1 0,-2 5 0,8-2 0,-1-3 0,-1-5 0,5-9 0,-4 2 0,5-4 0,1-2 0,-6-7 0,1-4 0,5-4 0,6-2 0,0-2 0,-6-4 0,6-9 0,0-10 0,-2 0 0,-2 0 0,-2-4 0,1 6 0,-3 1 0,-4 4 0,3 1 0,-9 0 0,3 6 0,-2-1 0,-4 8 0,5-3 0,-7 14 0,0 3 0,0 7 0,0 0 0,0 0 0,0 1 0,6-1 0,0 0 0,7 0 0,-3-5 0,7-1 0,0-7 0,0 4 0,1-8 0,-7-8 0,1-4 0,-9-3 0,3-2 0,-4 0 0,-2 0 0,0-1 0,0 1 0,0 0 0,-8 0 0,-1 0 0,-8-1 0,-1 1 0</inkml:trace>
  <inkml:trace contextRef="#ctx0" brushRef="#br0" timeOffset="30">6488 18087 8912,'-18'-2'0,"3"-3"0,2-7 0,1-3 0,7 3 0,-7 1 0,8 7 0,-11-2 0,4 12 0,3 4 0,2 7 0,4 2 0,2 4 0,0 4 0,0 7 0,0-5 0,0-1 0,0-1 0,0 2 0,0-4 0,0-1 0,0-10 0,0 3 0,0-4 0,0-3 0,0-4 0,0-12 0,0-6 0,0-11 0,0 2 0,0-7 0,6-1 0,0-5 0,5-1 0,-3 3 0,1 3 0,5 6 0,-5-2 0,3 3 0,-1-1 0,6 5 0,1 9 0,-1 3 0,-6 4 0,1 2 0,-1 0 0,7 4 0,-1 6 0,0 7 0,-6 11 0,1 1 0,-6 4 0,5 1 0,-5 0 0,5 1 0,-5-3 0,5-3 0,-7-4 0,12 0 0,-7 1 0</inkml:trace>
  <inkml:trace contextRef="#ctx0" brushRef="#br0" timeOffset="31">6763 18122 8912,'8'-18'0,"-6"-5"0,3 1 0,-3-1 0,-2 5 0,6 1 0,0 0 0,-1 7 0,3 3 0,2 9 0,-1 3 0,6 7 0,-3 11 0,1-2 0,-1 8 0,3-1 0,-3 7 0,1-3 0,-2-3 0,5 1 0,-7-7 0,3-2 0,-1-2 0,-5-1 0,5-1 0,-7-8 0,12-1 0,-7-16 0,8-3 0,-1-10 0,-5-2 0,6-8 0,1 3 0,-1-5 0,8-1 0,-2 1 0,-1 5 0,7-3 0,-6 8 0,8-15 0,-5 2 0</inkml:trace>
  <inkml:trace contextRef="#ctx0" brushRef="#br0" timeOffset="32">7451 17967 8912,'0'27'0,"0"-3"0,0-6 0,0-9 0,-2-1 0,-3-8 0,3 0 0,-14 0 0,15-2 0,-5-4 0,12 2 0,5-7 0,4 1 0,3-1 0,-1-4 0,0 3 0,0 3 0,0-3 0,-5 3 0,-3-5 0,-1 3 0,-2-1 0,-8-3 0,-4 4 0,2 3 0,-7 8 0,-3 2 0,-8 4 0,2 3 0,-3 10 0,4 2 0,2 2 0,2 8 0,3-3 0,-1 5 0,7 1 0,1 1 0,5-1 0,1 4 0,5-3 0,4 1 0,9-13 0,4-4 0,5-6 0,5-5 0,1-8 0,1-2 0,-1-4 0,3-5 0,3-12 0,-10 2 0,5-8 0,-12 2 0,0-1 0,-6-5 0,-6 5 0,3 3 0,-9 2 0,1 2 0,2-2 0,-6 4 0,3-4 0,-3 11 0,-2 5 0,0 7 0,0 0 0,0 7 0,0 5 0,0 3 0,0 2 0,8-5 0,3-1 0,-1 1 0,2 5 0,-1-7 0,6-5 0,0 3 0,1-2 0,-1-1 0,0-5 0,2 0 0,4 0 0,-8-7 0,5-5 0,-3-3 0,-4-2 0,0 0 0,5-1 0,-3 1 0,-4 0 0,-1 0 0,-4 0 0,-4-1 0,3 1 0,-3 6 0,-2-1 0,0 9 0,0-3 0,0 12 0,6 3 0,0 8 0,5 2 0,-5 4 0,7-2 0,-1 8 0,3-8 0,0 4 0,-1-2 0,-3 0 0,-7 0 0,2-6 0,-4 6 0,-2 0 0,-2 0 0,-4-6 0,-3-6 0,-9 1 0,1-1 0,0-1 0,-6 5 0,0-4 0,0-3 0,6 7 0,0-13 0,7 6 0,2-8 0</inkml:trace>
  <inkml:trace contextRef="#ctx0" brushRef="#br0" timeOffset="33">8622 17967 8912,'0'-10'0,"7"-5"0,-3 13 0,7-4 0,-7 4 0,10 10 0,-9 4 0,3 9 0,-4 3 0,2 3 0,-3 4 0,5 1 0,-2 3 0,0-1 0,-6 0 0,0-5 0,0 0 0,0-3 0,0 3 0,0-4 0,0-8 0</inkml:trace>
  <inkml:trace contextRef="#ctx0" brushRef="#br0" timeOffset="34">8570 18036 8912,'-17'-35'0,"0"1"0,-5-6 0,5-2 0,8 0 0,5 0 0,4 2 0,0 5 0,8 3 0,3 3 0,10 0 0,4 10 0,2 4 0,3 0 0,3 7 0,1 2 0,1 12 0,-1 5 0,0-1 0,1 2 0,-1 7 0,1 7 0</inkml:trace>
  <inkml:trace contextRef="#ctx0" brushRef="#br0" timeOffset="35">9189 17915 8912,'-26'17'0,"-1"1"0,4-1 0,2-6 0,-8 1 0,8-1 0,-2 6 0,4 1 0,2-1 0,2 2 0,3 2 0,6 2 0,5-2 0,2-2 0,5-2 0,4-7 0,7 3 0,0-7 0,0 0 0,2-8 0,2-4 0,2-6 0,0-3 0,-5-2 0,-1-6 0,0 0 0,-6-2 0,1 2 0,-8 4 0,2-4 0,-5 4 0,-1 2 0,0 0 0,0 0 0,0-1 0,0 1 0,0 0 0</inkml:trace>
  <inkml:trace contextRef="#ctx0" brushRef="#br0" timeOffset="36">9757 17932 8912,'0'-9'0,"0"1"0,0 10 0,0 4 0,0 0 0,0 11 0,0-4 0,0 10 0,-5-2 0,-3 0 0,0 2 0,1-2 0,-1-2 0,2-2 0,4 1 0,-13-1 0,11-8 0,-7-3 0,7-17 0,-2-7 0,4-12 0,2-5 0,2-1 0,4-10 0,3 8 0,9-2 0,-1 4 0,0 1 0,0 9 0,1 3 0,6 11 0,5 6 0,4 5 0,1 1 0,2 9 0,4 8 0,-1 2 0,7 10 0,-6 0 0,2 5 0,-4-1 0,-5-5 0,-10 5 0,1-14 0,-6 6 0</inkml:trace>
  <inkml:trace contextRef="#ctx0" brushRef="#br0" timeOffset="37">11100 18036 8912,'-2'-18'0,"-4"1"0,4 6 0,-4-1 0,4-1 0,0-2 0,-1-3 0,-3 1 0,0-6 0,6 0 0,0 0 0,0-1 0,0 5 0,0-4 0,2 4 0,4 1 0,-2 3 0,7 4 0,-5 3 0,5 8 0,3 0 0,1 0 0,8 9 0,0 9 0,6 8 0,-6 15 0,5-3 0,-5 8 0,-2 1 0,-2 3 0,-1-4 0,-1 0 0,-8-8 0,-3 2 0,-4-4 0,-2-1 0,0-9 0,0-3 0,-8-11 0,-3-6 0,-4-4 0,-1-12 0,5-7 0,-3-8 0,9-9 0,-1-7 0,6 1 0,2-6 0,4 6 0,3-6 0,8 6 0,2 0 0,4 8 0,4 3 0,0 6 0,5 4 0,-3 2 0,11 0 0,4 0 0</inkml:trace>
  <inkml:trace contextRef="#ctx0" brushRef="#br0" timeOffset="38">11805 17950 8912,'-17'-8'0,"0"6"0,0-4 0,5 4 0,1 2 0,-1 8 0,-5 4 0,2 3 0,3 2 0,-3 8 0,3 4 0,5-3 0,1 3 0,4-8 0,2 2 0,0-4 0,0-2 0,0 0 0,8-7 0,3-4 0,4-6 0,3-6 0,1-7 0,4-8 0,-4-1 0,4-6 0,-4 7 0,-2-2 0,0 4 0,1 2 0,-1-1 0,0 1 0,0 8 0,0 3 0,-5 4 0,-1 2 0,-5 2 0,6 4 0,-9 5 0,3 10 0,-4 4 0,-2 2 0,6 1 0,0 7 0,-1-3 0,-5-3 0,6-4 0,0-8 0,7-8 0,-3-1 0</inkml:trace>
  <inkml:trace contextRef="#ctx0" brushRef="#br0" timeOffset="39">12321 17485 8912,'0'-17'0,"-2"0"0,-3 0 0,3 7 0,-6 18 0,8 15 0,6 15 0,0 8 0,-1 9 0,-5 3 0,6 1 0,0-4 0,0 3 0,1-3 0,-3-2 0,8-1 0,-1-2 0,6-4 0,-1-4 0,-5-8 0,4-7 0,-3-4 0,1-4 0,-1-2 0,3-8 0,-4-3 0,-1-10 0,1-1 0,-1-11 0,1-1 0,5 0 0,-7-8 0,1 2 0,-4 0 0,1 0 0,-1 6 0,0 0 0,-6 0 0,-8 2 0,-3 3 0,-5-1 0,-1 7 0,0 0 0,0 6 0,-2 8 0,-2 5 0,-2 6 0,2 4 0,3 8 0,7-3 0,-2 5 0,7 1 0,0 1 0,6-1 0,2 1 0,6-3 0,9-3 0,10-6 0,5-4 0,2-2 0,3-6 0,3 1 0,-6-8 0,1 1 0,-1-3 0,-7-2 0</inkml:trace>
  <inkml:trace contextRef="#ctx0" brushRef="#br0" timeOffset="40">12201 18070 8912,'-17'-17'0,"0"-8"0,15 6 0,7-4 0,13 10 0,10 1 0,9-5 0,16-4 0,4 4 0,7 3 0,2 3 0,3-6 0,8 7-268,3 4 0,-1 4 268,1 2-310,0 0 1,6 0-1,0 0 1</inkml:trace>
  <inkml:trace contextRef="#ctx0" brushRef="#br0" timeOffset="41">14008 18139 8912,'-25'2'0,"6"1"0,5 5 0,1 2 0,5 7 0,3 6 0,3 0 0,2 2 0,7-6 0,5 4 0,3-4 0,2-2 0,3-8 0,3-3 0,3-4 0,9-2 0,-1-2 0,1-4 0,-3-3 0,-3-8 0,3-8 0,-3-4 0,-4-3 0,-2-3 0,-12 1 0,-5 0 0,-8-1 0,-9 1 0,-9 1 0,-14 5 0,-6-1 0,0 12 0,-8-2 0,4 13 0,0 2 0,4 2 0,5 10 0,7 3 0,-5 5 0,6 1 0</inkml:trace>
  <inkml:trace contextRef="#ctx0" brushRef="#br0" timeOffset="42">15109 17640 8912,'-42'-27'0,"6"-3"0,-2 7 0,5 4 0,4 5 0,8 7 0,-2 7 0,4 0 0,2 0 0,8 15 0,3 8 0,4 9 0,2 9 0,0 3 0,0 7 0,0 6 0,0 1 0,0-1 0,0 2 0,0 1 0,0 3 0,-2 1 0,-4-6 0,4 5 0,-3-6 0,-3 0 0,2-5 0,-5-10 0,5-8 0,-5-1 0,5-10 0,0 0 0,6-6 0,0-15 0,0-4 0</inkml:trace>
  <inkml:trace contextRef="#ctx0" brushRef="#br0" timeOffset="43">14593 18156 8912,'-27'-8'0,"10"-1"0,9-1 0,18 3 0,7 7 0,8-6 0,9 0 0,14 0 0,4 4 0,1-1 0,1-3 0,5-2 0,4 3 0,4 3 0,2-4 0,-14-2 0,-3 3 0,-14-1 0,-3 6 0,-1 0 0,-15 0 0,-3 0 0,-16 0 0,-8 0 0,-9 0 0</inkml:trace>
  <inkml:trace contextRef="#ctx0" brushRef="#br0" timeOffset="44">16744 17640 8912,'0'-25'0,"0"-1"0,0-3 0,0 2 0,0 0 0,2 1 0,2-3 0,2 2 0,-1 2 0,-5 8 0,0 12 0,0 10 0,0 16 0,0 25 0,0 11 0,0 8 0,0 4 0,0 0 0,-2 5 0,-1 3 0,-3-1 0,2 1 0,2-3 0,0-7 0,-2-2 0,-1-2 0,-1-9 0,6-3 0,0-9 0,0-13 0,0-22 0,0-18 0,0-14 0,0-15 0,2-8 0,3-7 0,3-4 0,4-4 0,1-4 0,-7 4 0,7-10-157,-1-1 1,1-3 156,-2 3 0,5-7 0,-5-10 0,6 5 0,6 0 0,-4 23 0,4 19 0,-3 11 0,-3 10 0,0 14 0,0 9 0,-5 15 0,-1 14 0,1 13 0,5 9 0,-2 11 0,-3 12 0,3 4 0,-4 8 0,3 2 0,-3 4 0,4-12-124,-3 0 1,3-9 123,2-8 0,1 2 0,-1-8 0,-2 1 153,-3-7 0,-5-9-153,-7-7 0,0-1 0,0-7 0,-2-2 0,-3-8 0,-7-2 0,-9-9 0,-2-2 0,-7-2 0,3-2 0</inkml:trace>
  <inkml:trace contextRef="#ctx0" brushRef="#br0" timeOffset="45">16641 18087 8912,'-12'0'0,"1"0"0,-3 0 0,9-2 0,7-2 0,13-1 0,19-1 0,18 6 0,2-8 0,9-3 0,7-12 0,11-6 0,3 3 0,2-3 0,-2 0 0,-4 3 0,-5 3-514,-12 11 514,-11 4 0,-3 1 0,-5-3 0</inkml:trace>
  <inkml:trace contextRef="#ctx0" brushRef="#br0" timeOffset="46">6109 15199 8912,'-6'-17'0,"1"-1"0,1 1 0,2 0 0,2 0 0,0 5 0,0 1 0,2 7 0,5-2 0,9 4 0,5 2 0,15 10 0,0 7 0,6 10 0,6 5 0,2 10 0,2 4 0,5 6 0,0 5 0,6 4 0,-5 6 0,-5-4 0,-5-6 0,2-3 0,-4-2 0,-10-16 0,-1-8 0,-13-7 0,1-3 0,-9-7 0,-3 1 0,-7-9 0,4 7 0,-8-4 0,-8-2 0,-3 7 0,-7 0 0,-5 7 0,-5-9 0,-12-3 0,-4-4 0,-8-2 0</inkml:trace>
  <inkml:trace contextRef="#ctx0" brushRef="#br0" timeOffset="47">6384 15250 8912,'-36'-17'0,"0"2"0,-1 3 0,5 7 0,7 3 0,-4 2 0,8 2 0,-2 3 0,4 7 0,2 3 0,2 4 0,3 4 0,-1 4 0,7 7 0,-5-1 0,5-5 0,-2 5 0,3-4 0,3 3 0,-4 2 0,4-7 0,2-4 0,2-4 0,4-2 0,-4-15 0,5-4 0</inkml:trace>
  <inkml:trace contextRef="#ctx0" brushRef="#br0" timeOffset="48">6178 15164 8912,'0'-17'0,"0"0"0,0 0 0,2 7 0,4 4 0,-5-3 0,15 7 0,-5-4 0,12 12 0,6 5 0,5 5 0,6 1 0,8 0 0,8 0 0,-1 2 0,8 4 0,-7-2 0,1 8-187,-3-8 1,-10 4 0,-2-8 0</inkml:trace>
  <inkml:trace contextRef="#ctx0" brushRef="#br0" timeOffset="49">7486 15800 8912,'0'-17'0,"-2"0"0,-2 0 0,-4 0 0,-1 0 0,5 9 0,-2 8 0,4 9 0,2 7 0,0 7 0,0 1 0,0 3 0,0 4 0,0-1 0,0 1 0,0-4 0,0-2 0,2 3 0,2-5 0,2 0 0,-2 2 0,-2-12 0,-2 4 0,1-5 0,5-1 0,-4-3 0,6-8 0,-10-8 0,-2-5 0,-2-8 0,1-6 0,3-7 0,-2-1 0,-2 1 0,0 0 0,6-1 0,0 1 0,0-1 0,0 7 0,0-1 0,0 8 0,0-2 0,2 4 0,4 4 0,5 3 0,1 7 0,5 10 0,-3 5 0,8 7 0,-2 8 0,-3 4 0,0-3 0,0 3 0,0-2 0,1 1 0,-7 3 0,1-8 0,-1-2 0,-1-2 0,-1-2 0,-3 0 0,-4-7 0,5-2 0,-7-8 0,2-8 0,2-3 0,4-7 0,1-5 0,1 2 0,1-7 0,5 5 0,-5-6 0,-1 8 0,1-2 0,1 4 0,5 2 0,0 0 0,0 7 0,1 4 0,5 5 0,-1 1 0,7 5 0,-6 1 0,8 7 0,-3-1 0,5-3 0,1 1 0,1-2 0,-1-5 0,1-1 0,-1-2 0,0 0 0,1 0 0,-3-7 0,-3-5 0,-4-3 0,-16-2 0,-3 0 0,-6-1 0,-6 1 0,-5 2 0,-12 3 0,-4-1 0,-7 7 0,-1-5 0,1 5 0,5 0 0,1 6 0,5 8 0,-6 3 0,8 1 0,-2 3 0,6 4 0,5 0 0,-1 6 0,7-2 0,0 8 0,6-3 0,10-1 0,7 2 0,4-8 0,14 2 0,3-4 0,14-4 0,-1-3 0,1-7 0,7-5 0,4-5 0,2-5 0,-2-7 0,-3-6 0,-9 0 0,-7-8 0,-4 3 0,-5-3 0,-9 1 0,-8 3 0,-11 2 0,-5 2 0,-2 6 0,-7 2 0,-5 3 0,-9-1 0,-2 7 0,0 0 0,6 6 0,0 6 0,0 2 0,-1 1 0,1 5 0,2 1 0,3 2 0,-1 6 0,7 0 0,1 0 0,5-6 0,0 0 0,0 0 0,1 1 0,5-1 0,-2-6 0,7 1 0,1-3 0,5 3 0,2-5 0,4-7 0,-2 0 0,8 0 0,-8-1 0,2-5 0,4-4 0,-1-7 0,1 0 0,-4 0 0,-4-1 0,-1 1 0,-1 2 0,0 4 0,0-5 0,0 7 0,1-1 0,-9 4 0,-3 12 0,-2 4 0,1 7 0,-3 0 0,4 0 0,-4 0 0,4 1 0,-1-1 0,1-6 0,-6 1 0,2-6 0,4 5 0,-4-7 0,5 3 0,-7-7 0,0-7 0,0-5 0,0-5 0,0-6 0,2 4 0,4-4 0,-2-2 0,7 2 0,-1-1 0,1 1 0,5 4 0,-5-4 0,4 9 0,3 5 0,1 1 0,4 4 0,-2 4 0,7 6 0,1 4 0,6 7 0,-7 6 0,1 0 0,-2 7 0,1-1 0,3 3 0,-6 3 0,2-1 0,-6 0 0,3 1 0</inkml:trace>
  <inkml:trace contextRef="#ctx0" brushRef="#br0" timeOffset="50">10583 15749 8912,'-15'-17'0,"2"0"0,1 1 0,1 3 0,-1 3 0,1 3 0,-3 3 0,1 4 0,0 6 0,3 7 0,2 8 0,1 8 0,3 9 0,-2 4 0,2 2 0,2-4 0,2 4 0,0-2 0,0-4 0,8 4 0,4-2 0,3-5 0,4-11 0,2-3 0,2-5 0,8-5 0,-3 1 0,5-7 0,1-10 0,1-5 0,-1-9 0,0-2 0,1-2 0,-8-7 0,-4 1 0,-4-2 0,-2 3 0,-6-3 0,1 8 0,-8 6 0,1 6 0,-3 7 0,-7-2 0,-1 12 0,-6 5 0,5 12 0,-1 6 0,0 3 0,3 3 0,5-1 0,2 0 0,3 1 0,3-9 0,3-3 0,12-3 0,-9-11 0,14-3 0,-12-6 0,1-6 0,-6-3 0,1-9 0,-6-1 0,-4-4 0,-2 2 0,0-7 0,-2 7 0,-4-2 0,-4-4 0,-7 8 0,0-4 0,0 11 0,0 5 0,7-1 0,2-1 0</inkml:trace>
  <inkml:trace contextRef="#ctx0" brushRef="#br0" timeOffset="51">11289 16007 8912,'-12'2'0,"1"3"0,5 5 0,-5 7 0,5 8 0,-5 4 0,7-3 0,-4 3 0,2 2 0,1 1 0,-1 3 0,6-1 0,0-5 0,0-1 0,0-7 0,0 2 0,0-9 0,2-5 0,3-1 0,-3-3 0,6-6 0,-8-5 0,6-9 0,0-8 0,1-8 0,-3 2 0,4-5 0,1-6 0,1 4 0,1-5 0,5 7 0,-5 5 0,10-3 0,2 3 0,0 6 0,-6 6 0,6 8 0,0 9 0,0 2 0,-6 3 0,0 7 0,1 11 0,-1 5 0,0 5 0,6 7 0,0 0 0,0 0 0,-6-5 0,2-9 0,4-3 0,-4 4 0,6 0 0</inkml:trace>
  <inkml:trace contextRef="#ctx0" brushRef="#br0" timeOffset="52">11788 16127 8912,'0'-17'0,"0"0"0,0 7 0,0 4 0,0 12 0,0 4 0,0 7 0,0 0 0,0 0 0,6 6 0,-1 0 0,7 0 0,-4-6 0,-1 1 0,1-1 0,3-6 0,-5 1 0,2-7 0,-3 7 0,-1-8 0,8 1 0,-7-3 0,7-4 0,-1-3 0,-1-7 0,5-3 0,-3-2 0,3 0 0,2-1 0,2-5 0,4 0 0,-2 1 0,8 4 0,2 1 0,1 0 0,4 2 0,5 3 0,-3 5 0,8 7 0,-10 1 0,-2 5 0,-1 4 0,-10 7 0,0 0 0,-14-7 0,-1-3 0,-8-14 0,0-5 0,0-3 0,0-2 0,0 0 0,6-6 0,0 0 0,5 0 0,-5 6 0,-2-1 0,-3 1 0,-1 0 0,-1 7 0,-5 5 0,-4 3 0,-7 2 0,0 2 0,0 3 0,-1 7 0,1 11 0,0-2 0,0 8 0,5-3 0,1 3 0,1 3 0,-1-5 0,5 2 0,4-1 0,4-5 0,4 6 0,5-8 0,12 2 0,0-6 0,12-5 0,-5-5 0,12-7 0,0-2 0,4-3 0,-2-7 0,2-11 0,-8-3 0,3-9 0,-5 6 0,-2 1 0,-7 5 0,-4-6 0,-10 10 0,-3 0 0,-2 6 0,-3 1 0,-7 3 0,-3 3 0,3 12 0,-4 5 0,4 4 0,2 3 0,6-1 0,0 0 0,7 0 0,-2 0 0,5 1 0,1-1 0,0-6 0,0 1 0,2-3 0,4 3 0,-2 1 0,6-7 0,0-2 0,0-2 0,-6-10 0,11-2 0,-5-7 0</inkml:trace>
  <inkml:trace contextRef="#ctx0" brushRef="#br0" timeOffset="53">13406 15818 8912,'-18'0'0,"1"0"0,0 0 0,0 0 0,0 2 0,-1 3 0,-5-1 0,0 8 0,0 1 0,6 8 0,2 2 0,3-2 0,-1 4 0,7-2 0,1 2 0,5-3 0,2-2 0,3 2 0,7 3 0,11-2 0,-2 0 0,7-6 0,-5-5 0,4-1 0,0 3 0,0 1 0,-6-4 0,2 1 0,0-6 0,-6 5 0,4-7 0,-10 2 0,-3 3 0,-2 3 0,-12-3 0,-6 3 0,-5-7 0,-6 7 0,-2-1 0,-3 6 0,-3-1 0,8-3 0,2-1 0,2 1 0,2-5 0,0-3 0,7-3 0,2-4 0,8-3 0,8-13 0,4-10 0,11-5 0,3-1 0</inkml:trace>
  <inkml:trace contextRef="#ctx0" brushRef="#br0" timeOffset="54">13664 16007 8912,'11'-6'0,"1"0"0,-9 1 0,13 5 0,-14 2 0,3 3 0,-3 11 0,-2 6 0,-2 9 0,-3-2 0,3 1 0,-4 1 0,2-3 0,-2 3 0,5 2 0,-5 1 0,-2-5 0,2-1 0,-7-7 0,3 4 0,-7-8 0</inkml:trace>
  <inkml:trace contextRef="#ctx0" brushRef="#br0" timeOffset="55">13991 15852 8912,'9'0'0,"1"0"0,-4 0 0,-5 0 0,7 8 0,-8 3 0,-6 4 0,1 3 0,-3-1 0,2 0 0,4 2 0,-3 4 0,1-4 0,0 6 0,-2-2 0,2 0 0,4 0 0,6-6 0,-2-2 0,7-3 0,-5 1 0,6-7 0,-1 0 0,4-8 0,-1-4 0,-3-6 0,-7-3 0,2-2 0,-4 0 0,-2 0 0,0-1 0,-6 7 0,0-1 0,-1 3 0,3-4 0,-2 1 0,0 8 0,6-11 0,8 13 0,1-11 0,9 7 0,-1 0 0,0 6 0,0 0 0,1 0 0,-1 2 0,2 2 0,4 2 0,-4 5 0,4-5 0,-4 5 0,-2-5 0,0 7 0,1-1 0,-7-3 0,1 3 0,-9-1 0,3 7 0,-6-3 0,-6-4 0,3 3 0,-9-9 0,6 1 0,-5-6 0,7 0 0,-4-2 0,8-5 0,0-11 0,10 1 0,7-6 0,0 2 0,6-2 0,2 6 0,-2 0 0,2 0 0,-2 5 0,-4 5 0,4 1 0,-4 4 0,-2 2 0,1 2 0,-1 4 0,0 5 0,0 4 0,-5 5 0,-1 2 0,1-1 0,5 8 0,2 0 0,4 5 0,-4-7 0,13-2 0,-5-8 0</inkml:trace>
  <inkml:trace contextRef="#ctx0" brushRef="#br0" timeOffset="56">15436 15990 8912,'-34'0'0,"1"0"0,5 0 0,-5 7 0,6 5 0,1 3 0,3 2 0,3 6 0,3 0 0,8 2 0,3-2 0,12-4 0,5 4 0,6-4 0,6-2 0,4-7 0,8-5 0,-1-3 0,0-2 0,-1-7 0,-4-5 0,1-3 0,-7-2 0,-2-6 0,-9 0 0,1 0 0,-7 4 0,-2-2 0,-3-2 0,-8 0 0,-5 6 0,-5 0 0,-6-1 0,2 7 0,-8 0 0,8 7 0,-2-2 0,4 4 0,2 2 0,8 0 0,1 0 0,8 0 0</inkml:trace>
  <inkml:trace contextRef="#ctx0" brushRef="#br0" timeOffset="57">16434 15629 8912,'-2'-50'0,"-3"4"0,-9 8 0,-7 7 0,-6 12 0,-7 8 0,0 7 0,-1-2 0,3 8 0,3 10 0,4 1 0,8 16 0,2 7 0,3 10 0,5 3 0,7 3 0,0 0 0,0-1 0,0 3 0,0 3 0,0-9 0,0 3 0,1-5 0,5 0 0,-4 2 0,4-8 0,-4 0 0,-2-6 0,-2-5 0,-2-2 0,-4-2 0,-1-4 0,5-2 0,-11-10 0,5-1 0</inkml:trace>
  <inkml:trace contextRef="#ctx0" brushRef="#br0" timeOffset="58">15832 16110 8912,'-33'-8'0,"5"-3"0,5-4 0,11-3 0,9 9 0,14 3 0,16 4 0,19 2 0,13-6 0,10 1 0,2-9 0,9 3 0,8 1 0,-40 5 0,1-1 0,2 0 0,0 0 0,0 2 0,1-1-262,3-2 0,1-1 1,-4 0-1,1-2 0,2-3 1,1 0-1</inkml:trace>
  <inkml:trace contextRef="#ctx0" brushRef="#br0" timeOffset="59">17604 15577 8912,'0'-40'0,"0"0"0,0 7 0,0 10 0,0 12 0,0 5 0,0 14 0,0 9 0,0 8 0,0 9 0,-1 3 0,-5 3 0,-2-2 0,-5 6 0,1 0 0,-1 0 0,-2 1 0,-3 7 0,1-6 0,0 0 0,0-8 0,0 2 0,-1-4 0,1-1 0</inkml:trace>
  <inkml:trace contextRef="#ctx0" brushRef="#br0" timeOffset="60">17484 15491 8912,'17'-50'0,"2"5"0,4 6 0,6 9 0,3 1 0,3 12 0,7-8 0,4 14 0,4-3 0,-1 10 0,-1-1 0,-2 1 0,-10 2 0,-1 2 0,-14 8 0,-10 3 0,-7 4 0,2 3 0,-18 4 0,-5 1 0,-17 8 0,-1-2 0,-1 3 0,0 2 0,1-1 0,1-4 0,1 3 0,5-3 0,3-3 0,8 3 0,1-8 0,5 2 0,-3-2 0,9 2 0,-1-4 0,10 4 0,5-4 0,8-2 0,20 0 0,3 1 0,15-1 0,9 0 0,2 0 0,3 0 0,-2 3 0,-4 2 0,-11-2 0,-12 3 0,-7-4 0,-10-2 0,-10 0 0,-19 0 0,-19-5 0,-19 1 0,-15 2 0,-16 1 0,-14 10 0,40-17 0,0 0 0,-2 2 0,-1 0-272,-2 1 0,-1-1 1,-8 5-1,-2 1 272,-6 2 0,-2 2 0,-3 1 0,-1 0 0,-3 0 0,0 2 0,-2 3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372"/>
    </inkml:context>
    <inkml:brush xml:id="br0">
      <inkml:brushProperty name="width" value="0.05292" units="cm"/>
      <inkml:brushProperty name="height" value="0.05292" units="cm"/>
    </inkml:brush>
  </inkml:definitions>
  <inkml:trace contextRef="#ctx0" brushRef="#br0">22388 5880 8912,'0'-11'0,"0"-1"0,0 8 0,-1-3 0,-5 7 0,4 0 0,-11 2 0,5 1 0,-2 3 0,5 2 0,-7-4 0,-1 1 0,3 3 0,-1-4 0,-3 3 0,-1 3 0,-2-6 0,0 2 0,-1 1 0,1-1 0,-2 0 0,-4 1 0,2 1 0,-8 3 0,6 3 0,-5-9 0,-1 7 0,-5-6 0,-8 7 0,-4-3 0,-6 1 0,-5 1 0,-4-7 0,-8 7 0,2-3 0,2 5 0,4-5 0,1-1 0,-3 3 0,6-5 0,-6 5 0,5-5 0,-5 6 0,6-7 0,-8 9 0,2-3 0,-2-1 0,2-1 0,3 1 0,1-1 0,4 1 0,-8 1 0,-6 5 0,-6-5 0,-5 4-159,5 3 1,1-1 158,5 0 0,2-2 0,6-1 0,9-5 0,10-1 0,6 3 0,1-5 0,3 6 0,3-7 0,-3 1 0,3-6 0,2 2 0,0 2 0,1 2 0,-1-3 0,4 1 0,-6 2 0,6-4 79,-5 4 0,7 1 1,-2-1-1,4 0-79,1 1 0,1-5 0,6 6 0,-1-8 0,8 0 0,-3 0 0,7 0 0,0 0 0,0 7 0,-8-5 0,6 6 0,-5-8 0</inkml:trace>
  <inkml:trace contextRef="#ctx0" brushRef="#br0" timeOffset="1">19876 5777 8912,'8'17'0,"-6"-7"0,3-3 0,-10-7 0,1 6 0,-8 0 0,7 5 0,-7-5 0,-5 7 0,-6-1 0,-8 9 0,3 2 0,-7 9 0,-5 1 0,-6 7 0,-4 4 0,-1 2 0,-1 5 0,1 3 0,-1 3 0,6-4 0,0 5 0,14-10 0,-1-5 0,4-1 0,3-3 0,10-5 0,-1-5 0,11-4 0,1-10 0,10-4 0,-1 3 0,8-9 0,1-1 0,8-2 0,2-2 0,2 6 0,-4 0 0,4-3 0,2-1 0,3 6 0,10 3 0,-1-1 0,7 1 0,-6-5 0,6 6 0,-6-7 0,6 7 0,-8-6 0,2 5 0,-4-5 0,-1 5 0,-7-7 0,-1 4 0,-2-1 0,-2-5 0,-6 6 0,-7-8 0,-3 0 0,-7 0 0,0 0 0,0-8 0,0-1 0</inkml:trace>
  <inkml:trace contextRef="#ctx0" brushRef="#br0" timeOffset="2">22715 7135 8912,'-11'6'0,"0"0"0,-3-3 0,5-1 0,-3-2 0,-1 0 0,-3 0 0,-1 6 0,0 0 0,0-2 0,0-2 0,-6 3 0,0 1 0,0-2 0,-2-2 0,4-2 0,-8 0 0,-1 0 0,-3 0 0,2 5 0,-3 1 0,9 0 0,-9-6 0,1 0 0,1 0 0,-8 2 0,-1 4 0,-1-5 0,2 5 0,-4 2 0,-9-2 0,-5-1 0,-5 3 0,-4-4 0,-1 7 0,-1-5 0,-2 4 0,-2-1 0,-1 1 0,5-5 0,6 7 0,0-1 0,1-1 0,-10 5 0,3-3 0,2 9 0,4 2 0,8 7 0,-3-1 0,-1 1 0,2 1 0,1-4 0,3-3 0,7 5 0,0-6 0,2 0 0,-2-6 0,6 0 0,11 1 0,-2-7 0,9 0 0,-1-7 0,5 4 0,1 0 0,0-7 0,0 7 0,0-8 0,5 2 0,1 4 0,7-4 0,-12 5 0,15-7 0,-7 0 0,8 0 0,0 0 0,-8 0 0,-1 0 0</inkml:trace>
  <inkml:trace contextRef="#ctx0" brushRef="#br0" timeOffset="3">20496 7118 8912,'9'-8'0,"-1"4"0,-8-7 0,0 5 0,0-5 0,0 7 0,-8-4 0,-3 10 0,-7 4 0,-5 5 0,2 5 0,-7 1 0,-7 2 0,-7 4 0,-2 8 0,-4 7 0,-7 0 0,-4 8 0,-2 3 0,-4 7 0,5-3 0,3 5 0,-2 1 0,1-2 0,7 1 0,7-9 0,2-1 0,3-2 0,5-14 0,5 3 0,-1-7 0,7 1 0,0 2 0,6-9 0,5 1 0,3-5 0,1-1 0,4 0 0,2 0 0,2 0 0,0 1 0,0-1 0,8-4 0,3 0 0,5 3 0,1-3 0,2 1 0,4 3 0,4 0 0,7 0 0,6-5 0,2-1 0,2 2 0,4 3 0,2-5 0,1 1 0,1-1 0,0 6 0,-6-5 0,-1-1 0,-4-5 0,4 5 0,-8-7 0,-1 2 0,-5-4 0,-1-2 0,-5 0 0,-2 0 0,-4 0 0,-2 0 0,-1-2 0,-5-4 0,5 4 0,-15-5 0,7 5 0,-8-4 0,0 4 0,-6-7 0,1 3 0,-1 2 0,6-7 0,0 5 0,0-6 0,2 3 0,4-3 0,3-11 0,8 4 0</inkml:trace>
  <inkml:trace contextRef="#ctx0" brushRef="#br0" timeOffset="4">23628 5674 8912,'0'-17'0,"0"-1"0,0 1 0,0 0 0,0 0 0,-2-2 0,-4-4 0,-4 4 0,-7-4 0,0 4 0,-2 7 0,-2 3 0,-2 1 0,2 4 0,2 4 0,1 8 0,-1 9 0,-4 10 0,10 7 0,-4 6 0,5 4 0,1 8 0,5-1 0,4 1 0,2-2 0,0-5 0,10 3 0,7-8 0,2-5 0,10-7 0,-1-14 0,9-3 0,1-9 0,2-8 0,8-11 0,-2-12 0,-4-11 0,-2-5 0,-11-5 0,-6-2 0,-6 1 0,-6-1 0,-7 6 0,-15 2 0,-12 2 0,-8 4 0,-11 8 0,-4 1 0,2 14 0,-2-3 0,10 13 0,2-1 0,1 6 0,10 6 0,2-3 0,10 9 0,3-1 0,10 7 0,4-3 0,5-4 0,6-3 0,6-8 0,4-8 0,7-1 0</inkml:trace>
  <inkml:trace contextRef="#ctx0" brushRef="#br0" timeOffset="5">24041 5106 8912,'9'10'0,"-3"5"0,-12-3 0,-3 11 0,-9 5 0,7 18 0,-1 6 0,3 16 0,-3 3 0,7 6 0,3 5 0,6 0 0,7-2 0,2-5-107,16-12 1,0 2 106,5-8 0,1-4 0,-1-13 0,0-15 0,1-17 0</inkml:trace>
  <inkml:trace contextRef="#ctx0" brushRef="#br0" timeOffset="6">24505 5571 8912,'-34'-10'0,"1"2"0,5 8 0,-5 10 0,6 7 0,1 12 0,3 9 0,5 0 0,7 8 0,3 6 0,8 5 0,8-5 0,3-9 0,7-1 0,5-3 0,-2-5 0,7-5 0,-5-6 0,6-12 0,-6-5 0,5-12 0,-1-5 0,2-12 0,-4-4 0,-8-7 0,0-8 0,0-4 0,-1-4 0,-5-2 0,3-1 0,-9-4 0,1-3 0,-6-3 0,-2-9 0,-4 3 0,-3-9 0,-8 5 0,-1 6 0,1 8 0,6 17 0,-1 13 0,1 5 0,1 37 0,4 4 0,-1 19 0,1 12 0,2 8 0,2 7 0,8 5 0,0 7 0,7-10 0,-1 4 0,9-12 0,2 0 0,7-3 0,-1-3 0,3-3 0,3-8 0,-1-2 0,1-15 0,-1-7 0,8-1 0,2-6 0</inkml:trace>
  <inkml:trace contextRef="#ctx0" brushRef="#br0" timeOffset="7">25193 5725 8912,'0'18'0,"-5"6"0,-3 7 0,0 5 0,1 4 0,-5 8 0,7-2 0,-1 4 0,8-1 0,4-5 0,5-9 0,4-1 0,2-7 0</inkml:trace>
  <inkml:trace contextRef="#ctx0" brushRef="#br0" timeOffset="8">25693 5467 8912,'-2'-17'0,"-4"0"0,-4 7 0,-5 10 0,2 14 0,3 9 0,2 11 0,1 2 0,1 10 0,4-6 0,-4 4 0,5-2 0,1-3 0,0 3 0,0-2 0,0-2 0,0-9 0,1 1 0,3-7 0,2-2 0,2-9 0,-3-7 0,-3-5 0,4-5 0,2-7 0,-3-11 0,9-4 0,-3-7 0,-1-6 0,1-2 0,3-2 0,1-4 0,-4 0 0,1 3 0,-3 3 0,3 7 0,1 8 0,-7 5 0,6 2 0,-7 3 0,7 10 0,-7 7 0,3 9 0,-4 14 0,4 4 0,1 0 0,1 5 0,1-3 0,4-3 0,-3 3 0,9-8 0,2 2 0,2-10 0,-2-1 0,-2-8 0,7 1 0,1-3 0,-2-2 0,0-7 0,-4-5 0,-4-9 0,4-2 0,-4-5 0,-2 5 0,-7-2 0,-5 2 0,-3-2 0,-2-5 0,-2 3 0,-3 2 0,-5 2 0,-7 6 0,-6 2 0,0 3 0,0 4 0,6 8 0,5 8 0,1 4 0,1 10 0,-1 7 0,-3 9 0,9 2 0,1-1 0,2-3 0,10-2 0,3 1 0,4-3 0,3-3 0,6-4 0,5-8 0,4-2 0,1-3 0,2-5 0,1-7 0,-1-2 0,-3-3 0,-5-7 0,1-11 0,1 2 0,-7-7 0,-2 1 0,-9-2 0,1-3 0,-7 3 0,0-3 0,-6-3 0,0 3 0,0 3 0,0-2 0,0 9 0,-2 1 0,-4 9 0,4 4 0,-5 10 0,7 4 0,0 6 0,0 9 0,0 3 0,0 3 0,1 0 0,5 2 0,-2 1 0,8-7 0,-1 0 0,6-6 0,-5 0 0,-1 1 0,1-3 0,5-4 0,0-5 0,0-4 0,0-2 0,1 0 0,-1-8 0,0-3 0,0-4 0,0-3 0,1-5 0,-1 1 0,-6-7 0,1 6 0,-1 0 0,-1-2 0,3 6 0,-7-4 0,2 10 0,-3 1 0,-3 8 0,6 1 0,-8 14 0,2 2 0,2 14 0,3 0 0,3 0 0,-4-4 0,5 5 0,1-7 0,5 2 0,0-6 0,0-5 0,6-4 0,0-8 0,0-2 0,-6-4 0,0-7 0,1-8 0,-3-6 0,-4-8 0,-3-5 0,-8 0 0,0-2 0,0 2 0,0 4 0,0-4 0,-8 3 0,-3 5 0,-4 3 0,-3 6 0,9 4 0,-6 10 0,15 1 0,0 8 0,7 8 0,10 1 0</inkml:trace>
  <inkml:trace contextRef="#ctx0" brushRef="#br0" timeOffset="9">23610 4659 8912,'-15'-28'0,"2"1"0,3 2 0,2 4 0,5 2 0,1 11 0,2 10 0,0 14 0,0 10 0,0 9 0,0 5 0,0 6 0,0 3 0,0 3 0,0-1 0,-6 1 0,-2-2 0,1-3 0,-1-1 0,-3-7 0,5 1 0,-8-6 0,3-5 0,-4-4 0,3-29 0,1-8 0,7-20 0,-2-5 0,4-5 0,2-5 0,0-9 0,0-1 0,0-8 0,0 2 0,0-2 0,0 2 0,8 4 0,1 9 0,3 6 0,-1 10 0,1 3 0,5 14 0,0 4 0,0 13 0,1 15 0,-1 8 0,0 9 0,0 8 0,1 6 0,-1 4 0,-6 2 0,1-1 0,-1 1 0,6-1 0,-5-5 0,-1-2 0,1-2 0,-3-4 0,-1-1 0,-8-3 0,0-7 0,-8-2 0,-1-8 0</inkml:trace>
  <inkml:trace contextRef="#ctx0" brushRef="#br0" timeOffset="10">23404 4917 8912,'-10'-21'0,"5"4"0,3 9 0,2-3 0,2 5 0,3-5 0,12 5 0,12-5 0,4 5 0,1-4 0,0 1 0,1-1 0,-1 1 0,1-3 0,-1 3 0,1 3 0,-9 4 0,-3-4 0,-19-3 0,-6-1 0</inkml:trace>
  <inkml:trace contextRef="#ctx0" brushRef="#br0" timeOffset="11">22819 4763 8912,'-27'17'0,"2"-4"0,8 4 0,7 4 0,5 14 0,3 1 0,2 4 0,7 4 0,5 8 0,11-3 0,7-1 0,9-2 0,6 2 0,-1-12 0,2-2 0,0-11 0,6 0 0,5-9 0,1-3 0,-3-9 0,-9-2 0,-4-15 0,-8-20 0,1-9 0</inkml:trace>
  <inkml:trace contextRef="#ctx0" brushRef="#br0" timeOffset="12">23593 4453 8912,'27'-23'0,"-2"-2"0,0 0 0,3 1 0,12 3 0,6 9 0,4-1 0,0 9 0,-2 8 0,-3 11 0,-1 18 0,2 12 0,-6 7 0,-11 5 0,2 6-166,-8 12 1,0 1 165,-6 4 0,-2-3 0,-3-8 0,3-1 0,-4-1 0,5-4 0,1-11 0,0-10 0</inkml:trace>
  <inkml:trace contextRef="#ctx0" brushRef="#br0" timeOffset="13">26450 4315 8912,'-27'-7'0,"0"-1"0,4-3 0,4-3 0,-6 7 0,2-1 0,0 0 0,-5 5 0,5 8 0,2 7 0,2 3 0,3 16 0,5 3 0,3 12 0,8 0 0,0 3 0,0 3 0,2 5 0,4 1 0,-2-1 0,7-5 0,6-1 0,6-1 0,-2-4 0,-2-6 0,-1-12 0,-1-5 0,2-11 0,4-7 0,-4-3 0,4-2 0,4-15 0,0-4 0</inkml:trace>
  <inkml:trace contextRef="#ctx0" brushRef="#br0" timeOffset="14">26622 4522 8912,'0'-17'0,"-8"7"0,1 12 0,-5 15 0,-1 8 0,7 9 0,-6 3 0,7 3 0,-1-4 0,6 4 0,0-2 0,0 3 0,0-7 0,0 0 0,6-1 0,-1-10 0,7 2 0,-6-3 0,7-10 0,-11 3 0,6-15 0</inkml:trace>
  <inkml:trace contextRef="#ctx0" brushRef="#br0" timeOffset="15">26605 4573 8912,'0'-34'0,"2"2"0,3 3 0,-3 4 0,13 10 0,-3 3 0,3 5 0,2 7 0,1 2 0,-1 3 0,0 7 0,-2 3 0,-3 2 0,1 0 0,-7 1 0,0 1 0,-6 4 0,-2-4 0,-2 4 0,-2-4 0,2-2 0,-3 0 0,1 0 0,-7 1 0,9-3 0,-8-4 0,9 5 0,-5-15 0,8 7 0,2-8 0,5 0 0,9 0 0,5 0 0,9 0 0,-1 0 0,4 0 0,1 0 0,-7 6 0,-4 0 0,-4 9 0,-2 2 0,-7 0 0,-5 6 0,-5 2 0,-5-2 0,-13 6 0,-12-5 0,-7 1 0,-3 0 0,-2-2 0,2-6 0,9-2 0,-3-3 0,11-4 0,0-8 0,4 0 0,2-16 0,0-3 0</inkml:trace>
  <inkml:trace contextRef="#ctx0" brushRef="#br0" timeOffset="16">26949 4144 8912,'27'-25'0,"3"8"0,-7-1 0,6 9 0,-4 11 0,-1 5 0,1 11 0,4 8 0,-6 14 0,2 4 0,-2 8 0,-4 7 0,4 4 0,-6 17 0,-4 6 0,-3 4 0,-2 4 0,-3-1-296,-5 5 1,-9-5 295,-8-7 0,-1-5 0,-5-1 0,4-8 0,2 3 0,-8-4 0,8-8 0,-4 0 0,6 2 0,1 2 0,3 1 0</inkml:trace>
  <inkml:trace contextRef="#ctx0" brushRef="#br0" timeOffset="17">28601 4969 8912,'-23'-23'0,"0"2"0,0 4 0,0 5 0,-2 5 0,-2 7 0,-3 9 0,3 5 0,0 14 0,1 5 0,-1 5 0,6 0 0,0 8 0,5 2 0,5 1 0,7 1 0,-2-4 0,4 2 0,4-8 0,4-4 0,6-5 0,3-8 0,2-12 0,6-3 0,0-8 0,8 0 0,-3-2 0,5-6 0,1-9 0,1-8 0,-1-9 0,-2 5 0,-3 0 0,-4 1 0,-8-7 0,0 1 0,1 0 0,-7 7 0,1 4 0,-9 4 0,3 2 0,-4 7 0,-2 16 0,0 11 0,0 13 0,0 3 0,0 5 0,0 0 0,8-1 0,3-3 0,4-1 0,3-5 0,5-3 0,1-8 0,3-1 0,4-5 0,-4 2 0,1-7 0,-1-4 0,2-13 0,-4-1 0,-1-28 0,3 4 0</inkml:trace>
  <inkml:trace contextRef="#ctx0" brushRef="#br0" timeOffset="18">29186 5055 8912,'0'-17'0,"0"-3"0,0-2 0,0 2 0,0-2 0,0 12 0,0 10 0,0 15 0,0 14 0,0 5 0,0 6 0,0 4 0,0 8 0,0 5 0,0 1 0,2-3 0,4-9 0,-3 3 0,9-3 0,-6-4 0,5-2 0,-7-5 0,2-6 0,-4 3 0,-2-21 0,0 5 0</inkml:trace>
  <inkml:trace contextRef="#ctx0" brushRef="#br0" timeOffset="19">29083 5175 8912,'0'-34'0,"0"-6"0,0 0 0,-6 1 0,0 11 0,0 3 0,6 8 0,8 1 0,4 5 0,5-2 0,6 7 0,5 2 0,5 2 0,9 8 0,4 0 0,-4 9 0,-2 2 0,-5 0 0,-7 6 0,-3 4 0,-8 2 0,-7-3 0,-4 1 0,-5 0 0,-1-1 0,-7 3 0,-5 6 0,-3-7 0,-2 1 0,0-6 0,-1 4 0,3-3 0,4-3 0,3-2 0,0-9 0,-1-2 0</inkml:trace>
  <inkml:trace contextRef="#ctx0" brushRef="#br0" timeOffset="20">29737 4797 8912,'9'0'0,"-1"0"0,-16 17 0,-3 12 0,-3 11 0,3 11 0,-3 9 0,9 3 0,-1 4 0,8-1 0,4-1 0,5-2 0,6-13 0,6 2 0,-2-20 0,8-3 0,-6-16 0,6-7 0,-6-14 0,5-9 0,-5-10 0,6-13 0,-8-4 0,2-7 0,-6-1 0,-6 1 0,3-1 0,-8 0 0,-1 7 0,-5 1 0,0 2 0,0 3 0,0 5 0,0 5 0,0 12 0,8 9 0,-6 1 0,6-3 0</inkml:trace>
  <inkml:trace contextRef="#ctx0" brushRef="#br0" timeOffset="21">30563 4969 8912,'7'-25'0,"-3"6"0,8-4 0,-11 4 0,-1 4 0,-9 3 0,-6 6 0,-10 4 0,-4 2 0,-3 14 0,-3 3 0,-3 6 0,3 0 0,-1 2 0,13 3 0,2 5 0,8-4 0,3 3 0,3 2 0,1-5 0,6 0 0,7-6 0,5 5 0,3-7 0,2 2 0,8-4 0,4-2 0,-2-5 0,1-1 0,1-1 0,6 1 0,-3 3 0,-3-8 0,-4 1 0,-8-1 0,-6-4 0,-1 5 0,-3 1 0,-10-6 0,-15 4 0,-1-2 0,-9 1 0,-1-3 0,-5 4 0,-1-4 0,1-2 0,-1 0 0,1 0 0</inkml:trace>
  <inkml:trace contextRef="#ctx0" brushRef="#br0" timeOffset="22">31303 4487 8912,'0'-23'0,"0"1"0,0 1 0,0 11 0,-2 12 0,-4 13 0,2 10 0,-7 9 0,1 8 0,-1 4 0,1 4 0,4 2 0,4-3 0,-3-1 0,3-2 0,2 2 0,0-6 0,0-2 0,0-6 0,0-5 0,0 1 0,0-7 0,0-7 0,0-9 0,2-7 0,3 0 0,5-7 0,7-5 0,6-3 0,0-2 0,8-1 0,-3 1 0,5 0 0,1 0 0,3 5 0,3 1 0,-10 5 0,5-5 0,-7 7 0,1-2 0,-2-1 0,-4 1 0,-4-6 0,4 7 0,-10-7 0,-1 6 0,-1-7 0,6 2 0,-7-5 0,-2-1 0,-8 0 0,0 0 0,0 0 0,0 5 0,0 1 0,-2 7 0,-4-2 0,2 12 0,-7 5 0,1 1 0,-3 3 0,3 4 0,3 0 0,-1-2 0,2-5 0,4 3 0,-4-3 0,5-3 0,1 3 0,0-1 0,1-1 0,5-5 0,4-3 0,7-2 0,2-7 0,4-5 0,-4-3 0,6-2 0,-2-2 0,0-4 0,6 4 0,-6-4 0,-2 4 0,-8 1 0,-2 3 0,3 4 0,-7-5 0,1 14 0,-8 2 0,0 12 0,0-3 0,0 3 0,6-1 0,0 7 0,1-1 0,-1 0 0,4-6 0,7 1 0,0-8 0,0 1 0,-5-3 0,1-2 0,6 0 0,-2-7 0,6-5 0,-4-3 0,-1-2 0,-1 0 0,0-1 0,-5 1 0,-1 0 0,-5 0 0,5 0 0,-7 7 0,9 0 0,-7 5 0,2 3 0,-4-2 0,3 8 0,3 7 0,-1 5 0,3 1 0,3 2 0,-3 4 0,1-4 0,0 4 0,-1-4 0,1-2 0,3-5 0,1-1 0,6-7 0,0 2 0,2-5 0,-3-2 0,5-5 0,0-6 0,4-9 0,-8-2 0,-1-7 0,-4 1 0,-1-3 0,-2-3 0,-3 1 0,-7 0 0,-5-1 0,-5 1 0,-7 7 0,-9 6 0,-4 8 0,-1 7 0,-3 8 0,-6 9 0,-3 8 0,4 16 0,-3-1 0,15 1 0,4 1 0,7 4 0,7-2 0,-2 8 0,14-8 0,9 2 0,18-3 0,18-3 0,12 0 0,8 1 0,9-8 0,-2-5 0,-5-8 0,-6-3 0,-6-7 0,-17 2 0,0-4 0,-20-2 0</inkml:trace>
  <inkml:trace contextRef="#ctx0" brushRef="#br0" timeOffset="23">27396 6551 8912,'25'-2'0,"2"-2"0,0-6 0,-6-3 0,-6-6 0,-4-2 0,3-4 0,-7 6 0,-1-6 0,-4 2 0,-2 0 0,0-5 0,0 5 0,0 2 0,-8 3 0,-3 7 0,-10 5 0,-2 12 0,-8 9 0,3 10 0,-5 2 0,-1 3 0,5-3 0,0 2 0,8-6 0,0 3 0,6 1 0,4 0 0,5-4 0,-6 6 0,9-8 0,-3 1 0,13-1 0,11 2 0,7-4 0,9 4 0,2-3 0,4-3 0,-1 0 0,7 0 0,-8 2 0,0 2 0,-7 2 0,-8-2 0,-10 0 0,-2 2 0,-9-4 0,-2 4 0,-15-4 0,-14-2 0,-11 1 0,-6-1 0,-1-2 0,1-3 0,-2 1 0,8-7 0,0-1 0,5-5 0,3 0 0,5-2 0,10-3 0,9-7 0,10-3 0,9-2 0,8-8 0,16-9 0,-1-10 0</inkml:trace>
  <inkml:trace contextRef="#ctx0" brushRef="#br0" timeOffset="24">28102 6533 8912,'-10'-17'0,"-5"2"0,3 3 0,-3-1 0,-2 7 0,-6 1 0,-2 5 0,0 2 0,0 3 0,-3 5 0,5 9 0,2 4 0,2 5 0,3 5 0,5 1 0,-3 1 0,9-1 0,-1 1 0,6-1 0,2-2 0,4-3 0,3-4 0,10-8 0,4-2 0,6-3 0,2-5 0,-3-7 0,5-7 0,-5-5 0,9-5 0,-3-6 0,4-2 0,-11-5 0,2 1 0,0-1 0,-8-9 0,2-1 0,-6 2 0,-6 9 0,3 5 0,-9 6 0,1 1 0,-6 0 0,0 7 0,-2 3 0,-4 7 0,5 2 0,-5 5 0,4 9 0,2 5 0,2 3 0,4-1 0,-3-2 0,9 8 0,-1-8 0,6 2 0,1-2 0,-1 2 0,0-4 0,0 4 0,1-10 0,-1-1 0,0-1 0,-8-1 0,-1-4 0,-8-12 0,0-6 0,0-9 0,0-2 0,2-1 0,4 1 0,1 2 0,5-8 0,3 6 0,-3-6 0,3 8 0,2-2 0,-2-1 0,-3 1 0,3 2 0,-3 9 0,3-1 0,2 7 0,-1 2 0,-5 10 0,2 0 0,-7 11 0,2-4 0,-2 10 0,-5-4 0,5-1 0,-4 5 0,-2-1 0,0 1 0,0-5 0,0-7 0,0 0 0,0 3 0,8-7 0,-4 1 0,7-8 0,-5-8 0,5-3 0,1-10 0,5-2 0,0-6 0,0 7 0,1-7 0,-1 6 0,0-6 0,0 6 0,-5 2 0,-1 8 0,2 2 0,3 7 0,-1-2 0,-2 12 0,-3 5 0,-2 4 0,3 3 0,-5-1 0,5 0 0,-5 0 0,7-5 0,-1-1 0,-2-1 0,1 1 0,0-3 0,7-8 0,5 0 0,0 0 0,1 0 0,-1 0 0,-4-8 0,4-3 0,-3-5 0,-3-1 0,0 0 0,0 0 0,-5 0 0,-3-1 0,-1 1 0,-4 0 0,-1 2 0,3 3 0,-4 5 0,6 7 0,-8 0 0,0 0 0,2 5 0,3 1 0,-1 2 0,8-4 0,1 1 0,2-1 0,3-2 0,-1-2 0,0 0 0,0 0 0,-5-8 0,-1-3 0,1 1 0,5-1 0,-8-1 0,-3-5 0,2 6 0,-2-1 0,-3-1 0,-1 3 0,-2-1 0,0 7 0,-7-4 0,-3 10 0,-1 4 0,-1 6 0,8 3 0,-1 2 0,-3 0 0,2 0 0,0 3 0,6 1 0,0 2 0,0-2 0,2-2 0,4-2 0,4 0 0,7 0 0,2-5 0,4-1 0,4-7 0,7 2 0,8-4 0,2-2 0</inkml:trace>
  <inkml:trace contextRef="#ctx0" brushRef="#br0" timeOffset="25">30218 6172 8912,'-17'0'0,"0"0"0,0 0 0,0 0 0,-1 0 0,3 2 0,2 4 0,1 5 0,-1 5 0,5 3 0,2 4 0,-1-2 0,1 6 0,2-3 0,2-3 0,4 4 0,4-2 0,4-2 0,7-9 0,0 1 0,0-7 0,6-1 0,0-5 0,2 0 0,-2 0 0,-4-5 0,4-1 0,-4-7 0,-2 1 0,0-3 0,1-2 0,-7 1 0,1 5 0,-9-4 0,3 3 0,2 3 0,-2-3 0,-1 8 0,-5-3 0,0 9 0,0 3 0,2 3 0,2 5 0,4-1 0,1 1 0,-3 1 0,5-3 0,1 2 0,5-7 0,0 0 0,1-6 0,-1 0 0,-8 0 0,-1-8 0,-8-1 0,-2-9 0,-4 1 0,-5 0 0,1 0 0,-1 0 0,-1-1 0,-5 1 0,0 8 0,2-1 0,3 4 0,5 5 0,7-7 0,7 0 0,3-1 0</inkml:trace>
  <inkml:trace contextRef="#ctx0" brushRef="#br0" timeOffset="26">30735 6224 8912,'-10'-8'0,"-3"4"0,7-7 0,0 7 0,6-3 0,0 7 0,-2 0 0,-3 0 0,3 7 0,-4 5 0,4 3 0,2 2 0,-2 0 0,-4 0 0,5 1 0,-5-1 0,4-6 0,2 1 0,-2-3 0,-4 3 0,4 3 0,-5-13 0,9 6 0,3-8 0,-1-8 0,8-3 0,-1-7 0,6-5 0,0 4 0,3-6 0,1 3 0,2-1 0,0 2 0,-6 9 0,0-3 0,0 3 0,0 5 0,1 1 0,-1 4 0,0 2 0,-2 8 0,-3 3 0,1 5 0,-7 1 0,5 0 0,-3 0 0,0 0 0,-1 0 0,7-7 0,-5 5 0,8-5 0</inkml:trace>
  <inkml:trace contextRef="#ctx0" brushRef="#br0" timeOffset="27">31130 6224 8912,'0'-12'0,"0"1"0,0 0 0,0-7 0,0 1 0,0 6 0,0-1 0,2 10 0,4 2 0,-2 8 0,7 9 0,-7 0 0,12 1 0,-5-1 0,4 0 0,3-8 0,-1-3 0,0-4 0,0-2 0,0 0 0,1 0 0,5-8 0,-1-5 0,0-6 0,-3-4 0,4 0 0,0 6 0,-2 0 0,-10 0 0,2-1 0,-7 1 0,0 8 0,2 1 0,-5 10 0,9 4 0,-6-4 0,5 3 0,0 5 0,7-8 0,-1 5 0,0-7 0,-7 0 0,5 0 0,-13 0 0,0 2 0,-10 2 0,1 4 0,-1 1 0,-4-3 0,7 5 0,-7 1 0,6 5 0,1 0 0,5 1 0,0-1 0,2 0 0,3 0 0,5-5 0,7-1 0,6-7 0,0 2 0,2-10 0,-2-2 0,-2-7 0,6 1 0,-3-3 0,-2-2 0,-5-6 0,-6 0 0,3-6 0,-9 6 0,7 0 0,-6 6 0,-1 0 0,-5 0 0,2 2 0,4 3 0,-4-3 0,5 13 0,-7-6 0,2 16 0,2 3 0,2 5 0,7 1 0,-1 0 0,-1 0 0,6 0 0,-3 1 0,9-1 0,-6 2 0,-6 4 0,5-4 0,-5 4 0,-3-4 0,-2-2 0,-3 0 0,3 0 0,-4 1 0,-2-1 0,-11-2 0,-5-1 0,-1-3 0,0-7 0,0 2 0,0-5 0,-1-1 0,1 0 0,0 0 0,0-7 0,-1-3 0</inkml:trace>
  <inkml:trace contextRef="#ctx0" brushRef="#br0" timeOffset="28">32266 5949 8912,'0'-17'0,"0"-1"0,0 1 0,0 8 0,2 1 0,4 8 0,3 2 0,7 4 0,-3 5 0,-1 4 0,-1 5 0,6 2 0,1-2 0,-1 2 0,0-2 0,0-3 0,0-2 0,1-3 0,-1-3 0,0-3 0,0-4 0,0 3 0,-3-3 0,3-2 0,-7-5 0,12-1 0,-12-7 0,7 3 0,-1-1 0,-1-1 0,2 6 0,0-5 0,-5 7 0,-1-2 0,-5 4 0,5 2 0,1 0 0,5 0 0,-5 2 0,-1 4 0,-7-2 0,2 7 0,-4-5 0,-2 6 0,0-9 0,-2 5 0,-4-8 0,-4 0 0,-7 0 0</inkml:trace>
  <inkml:trace contextRef="#ctx0" brushRef="#br0" timeOffset="29">32473 5639 8912,'-27'-34'0,"-2"1"0,12 5 0,-2 3 0,13 8 0,1 5 0,5 1 0,0 7 0,7-4 0,5 8 0,9 8 0,4 5 0,1 8 0,5 8 0,-8-2 0,-6 2 0,0-1 0,-15 7 0,6-1 0</inkml:trace>
  <inkml:trace contextRef="#ctx0" brushRef="#br0" timeOffset="30">29633 7238 8912,'0'-17'0,"0"0"0,0 0 0,2 0 0,4 1 0,5 5 0,7-3 0,5 9 0,5 1 0,5 2 0,1 2 0,1 2 0,1 6 0,4 9 0,-4 8 0,5 9 0,-13 0 0,-7 1 0,-7 1 0,-9 4 0,-5 2 0,-5 4 0,-7-4 0,-11-8 0,-5-1 0,-5-4 0,-1-7 0,-1-10 0,3-4 0,3-8 0,-2-2 0,9-4 0,6-11 0,11-12 0,5-3 0,5-3 0,14-7 0,16-4 0,7 4 0,9 2 0,3 4 0,3 2 0,5-1-133,6 1 0,-6 7 0,-3 2 0</inkml:trace>
  <inkml:trace contextRef="#ctx0" brushRef="#br0" timeOffset="31">30477 7135 8912,'-16'10'0,"5"3"0,-12-7 0,-2 1 0,2-1 0,-8-2 0,5 6 0,-3-1 0,0 1 0,6 1 0,-5 6 0,9 6 0,1 0 0,3 0 0,9-6 0,3-1 0,8-5 0,5 2 0,7-7 0,6 0 0,2-6 0,2 0 0,3 0 0,3-6 0,1 0 0,-5-7 0,-1 2 0,-7-5 0,2-1 0,-2 0 0,1 0 0,0 0 0,-1-1 0,-3 7 0,-7-1 0,4 9 0,-3-3 0,3 4 0,2 4 0,1 4 0,-7 5 0,1 10 0,-1 2 0,-1-2 0,5 4 0,-4-2 0,5 0 0,9-6 0,1 0 0</inkml:trace>
  <inkml:trace contextRef="#ctx0" brushRef="#br0" timeOffset="32">31130 6723 8912,'0'-23'0,"0"0"0,0 2 0,0 2 0,0 9 0,0 6 0,0 16 0,0 11 0,-1 17 0,-5 11 0,-4 8 0,-7 10 0,0 0 0,0 0 0,-1-6 0,1 0 0,8-2 0,3 2 0,4-6 0,2-3 0,8-4 0,3-5 0,10-5 0,2-11 0,8-12 0,-3-11 0,5-4 0,1-2 0,8-10 0,4-7 0,2-10 0,-2-5 0,2-4 0,-8-4 0,-2 1 0,-9-6 0,-4 6 0,-8-1 0,-8 10 0,-3 1 0,4 8 0,-10 4 0,0 11 0,-8 8 0,-9 9 0,-2 10 0,-4 4 0,6 13 0,-1-3 0,3 3 0,9-4 0,1 7 0,5-1 0,2 0 0,3-6 0,7-1 0,11-5 0,5-5 0,5-4 0,1-9 0,1-4 0,-1-6 0,1-6 0,-3-6 0,-3-10 0,-6-5 0,-12-8 0,-3-7 0,-8-2 0,0-7 0</inkml:trace>
  <inkml:trace contextRef="#ctx0" brushRef="#br0" timeOffset="33">30976 7152 8912,'-27'0'0,"-6"0"0,22 0 0,15 0 0,30 0 0,27-2 0,33-3 0,-39-1 0,3 0 0,5-1 0,2-1 0,8-4 0,1-1-533,6-1 0,1-1 0,1-1 1,2 0 532,8-1 0,0 0 0,-8 0 0,-2-1 0,-1 1 0,-1 0 0,-9 3 0,-1 1 0,-3-2 0,-2 1 0,-4 5 0,-1 1 0,-2 2 0,0-1 0</inkml:trace>
  <inkml:trace contextRef="#ctx0" brushRef="#br0" timeOffset="34">2289 10763 8912,'-33'-17'0,"5"1"0,5 5 0,4 3 0,1 3 0,1 1 0,0 6 0,0 7 0,-1 10 0,1 8 0,0 9 0,0 8 0,2 8 0,3 3 0,-1 8 0,7-5 0,2-3 0,2-1 0,10-5 0,3-3 0,12-12 0,4-11 0,4-5 0,3-7 0,-3-5 0,9-12 0,-4-5 0,-1-12 0,-9-4 0,7-7 0,-6-1 0</inkml:trace>
  <inkml:trace contextRef="#ctx0" brushRef="#br0" timeOffset="35">2461 10952 8912,'-17'0'0,"-1"6"0,1-1 0,6 9 0,-1-3 0,3 10 0,-3 2 0,-1 8 0,7-3 0,0-3 0,6-2 0,2-4 0,4-1 0,4-3 0,7-4 0,8-3 0,3-8 0,7-13 0,5-5 0,-4-10 0,2-1 0,-7-2 0,-8 3 0,-6-5 0,-5 5 0,-5 3 0,-7 2 0,-9 6 0,-8 5 0,-8 5 0,-12 9 0,-1 3 0,-2 7 0,0 9 0,5 2 0,11-6 0,6-6 0,1-7 0,8 4 0</inkml:trace>
  <inkml:trace contextRef="#ctx0" brushRef="#br0" timeOffset="36">2857 10608 8912,'-18'0'0,"1"6"0,0 0 0,0 13 0,0 0 0,1 6 0,5 5 0,3 10 0,8 6 0,0-2 0,2 0 0,4-2 0,5-4 0,10 1 0,2 1 0,6-12 0,-6 1 0,2-4 0,-2-8 0,-4-4 0,4-13 0,-4 0 0,-2 0 0</inkml:trace>
  <inkml:trace contextRef="#ctx0" brushRef="#br0" timeOffset="37">3115 10436 8912,'-17'8'0,"-1"3"0,7 12 0,-1 6 0,7 11 0,-7 6 0,8 5 0,-1 7 0,3 3 0,2 0 0,2-4 0,3-11 0,5 2 0,7-8 0,6-2 0,2-11 0,0-8 0,0-5 0,5-11 0,-1 3 0,9-14 0,2-9 0,-5-8 0,-7-9 0,-7 0 0,2-1 0,-9 1 0,-5 1 0,-3 3 0,-8 1 0,-5 2 0,-11-1 0,-5 3 0,0 8 0,-1 1 0,1 5 0,4 5 0,-6 12 0,2 7 0,0 8 0,2 14 0,9 11 0,-1 3 0,7 3 0,0-1 0,6 1 0,10 0 0,7-1 0,16-7 0,14-6 0,9-9 0,7-12 0,4-7 0,2-33 0,0-6 0</inkml:trace>
  <inkml:trace contextRef="#ctx0" brushRef="#br0" timeOffset="38">3820 10780 8912,'-26'0'0,"-7"6"0,4 0 0,3 7 0,-1 0 0,2 8 0,4 8 0,4 3 0,5 3 0,5 7 0,7 4 0,0 1 0,0-1 0,9-4 0,8-7 0,10-3 0,6-3 0,1-12 0,0-11 0,9-4 0,2-2 0,-1-8 0,2-3 0,-2-12 0,2-6 0,-4-11 0,-7-4 0</inkml:trace>
  <inkml:trace contextRef="#ctx0" brushRef="#br0" timeOffset="39">4251 10436 8912,'-18'0'0,"1"0"0,0 0 0,5 2 0,1 4 0,1 11 0,-1 12 0,5 5 0,4 6 0,2 6 0,0 11 0,0 3 0,0 3 0,0 4 0,0-6 0,2 0 0,4-4 0,-2-5 0,7-6 0,1-12 0,5-11 0,0-6 0,0-6 0,1-3 0,-1-8 0,0-4 0,0-7 0,0-3 0,1-14 0,-1-1 0,0-5 0,0-3 0,0-3 0,-5 4 0,-1-4 0,-5 6 0,6 5 0,-9 4 0,3 8 0,-4 7 0,-2 12 0,0 15 0,0 8 0,0 10 0,0 1 0,0 4 0,0-6 0,2 3 0,2-7 0,2 1 0,7-6 0,-2-2 0,7-10 0,5-2 0,-4-7 0,4 2 0,-4-12 0,6-19 0,1-11 0</inkml:trace>
  <inkml:trace contextRef="#ctx0" brushRef="#br0" timeOffset="40">4698 10488 8912,'-17'0'0,"0"-8"0,-1-1 0,9-1 0,1 2 0,8 10 0,0 4 0,0 6 0,8 3 0,1 4 0,3 2 0,-1 2 0,-7 0 0,4-6 0</inkml:trace>
  <inkml:trace contextRef="#ctx0" brushRef="#br0" timeOffset="41">4044 11004 8912,'-27'0'0,"2"-8"0,16-2 0,13-7 0,19 0 0,19-2 0,21-4 0,11-2 0,5-3 0,1 3 0,0 0 0,1 6 0,5-4 0,-8 6 0,-3 5 0,-12-1 0,-6 7 0,-13 0 0,-9 6 0,-11 2 0,-12 4 0,-6 2 0,-12 3 0,4 4 0,-4-3 0,-1-3 0,1 3 0,-2-1 0,2 6 0,5 1 0,-5-1 0,4 0 0,2 0 0,0-5 0,0-1 0,0 1 0,0 5 0,0 0 0,0 0 0,0-5 0,0-1 0,0-5 0,0 5 0,0-7 0,0 2 0,0-12 0,8-3 0,3-9 0,4 1 0,3 0 0,-1 0 0,0 0 0,6-1 0,2 1 0,2 0 0,3 0 0,-3 0 0,2-1 0,-7 7 0,7 0 0,-8 5 0,2-6 0,-4 9 0,-2-3 0,-5 4 0,-2 0 0,-1-2 0,1-2 0,-7 1 0,5 5 0,-8-2 0,0-4 0,-2 4 0,-4-4 0,-3 5 0,-6 8 0,3 5 0,-1 3 0,7 2 0,0 0 0,6 0 0,0 6 0,0 2 0,0 2 0,0 4 0,8 3 0,3 6 0,10-2 0,2 8 0,0-6 0,-5 6 0,4-6 0,1 6 0,-7-8 0,-11 0 0,-3-5 0,-2-4 0,-7-6 0,-5 5 0,-5-13 0,-6 3 0,4-13 0,-4 1 0,-2-12 0,2-5 0,0-12 0,6-4 0</inkml:trace>
  <inkml:trace contextRef="#ctx0" brushRef="#br0" timeOffset="42">5799 10522 8912,'-7'-9'0,"5"-1"0,-4 4 0,-4 4 0,9-5 0,-3 9 0,15 3 0,8-3 0,16 6 0</inkml:trace>
  <inkml:trace contextRef="#ctx0" brushRef="#br0" timeOffset="43">6298 10883 8912,'-34'10'0,"7"-1"0,4-3 0,4-4 0,2 4 0,9-4 0,8-2 0,17-2 0,18-4 0,7-4 0,10-7 0,-1 0 0,1-8 0,-1-2 0</inkml:trace>
  <inkml:trace contextRef="#ctx0" brushRef="#br0" timeOffset="44">1514 12052 8912,'-24'-7'0,"4"-1"0,-1-5 0,8 1 0,21 8 0,15-1 0,24 3 0,18 0 0,21-2 0,-34 2 0,3-2 0,11-2 0,4-1 0,14 1 0,4 1 0,-21-1 0,1 1 0,2-2 0,6 0 0,2-1 0,1 0 0,6 0 0,1-1 0,1 0 0,9-2 0,1-1 0,1 0 0,-22 4 0,0 0 0,1 0 0,0 0-483,2 0 0,0 1 0,0 0 0,-1 0 0,-1-1 1,-1 1-1,0-1 0,-1 1 483,0 1 0,0 0 0,-1 1 0,1-1 0,-1-2 0,1 1 0,0-1 0,-1 0 0,22-1 0,-1 0 0,1 0 0,-1 0 0,1-1 0,0 1 0,1-1 0,1 0 0,-3 1 0,-10 2 0,-2 0 0,0 0-113,0-1 0,-1 1 0,-1-1 1,-7 2-1,-2-1 0,-2 1 113,-1 0 0,-2 1 0,-2-1 0,22-3 0,-4 1-69,-11-1 1,-6 0-1,-15 4 1,-4 1 68,16-2 0,-27 4 0,-25 2 0,-18 8 0,-5-6 0,-3 5 0</inkml:trace>
  <inkml:trace contextRef="#ctx0" brushRef="#br0" timeOffset="45">9981 12740 8912,'-17'-17'0,"-2"2"0,-2 1 0,-4 5 0,-2-1 0,-4 3 0,-1-1 0,3 2 0,2 6 0,1-2 0,-1-3 0,-2 3 0,-3-4 0,1 4 0,2 2 0,-1 0 0,-12 0 0,-8 0 0,-5 0 0,-18 8 0,-2 3 0,-14 4 0,39-6 0,0 0 0,-2 0 0,-1 1 0,-1 1 0,-1 1 0,-7-2 0,0 1-291,-1 3 0,0 0 1,-7 0-1,0-1 291,-1 1 0,-1 1 0,-6 0 0,1 0 0,1-2 0,1-1 0,-1 0 0,1 1 0,-2-1 0,1 1 0,3-1 0,2-1 0,2-3 0,0 1 0,8-1 0,2 1 0,6 0 0,3-1 0,-40 7 0,10-3 0,9 3 0,2-5 0,12 1 0,9 1 0,13-8 0,18 3 0,10-7 0,7 0 0,2 0 581,3 0 1,-3-2-582,4-3 0,-4 3 0,-2-6 0,0 8 0,-8-2 0,-3-4 0,1 3 0,-1-9 0,-1-7 0,-5-8 0</inkml:trace>
  <inkml:trace contextRef="#ctx0" brushRef="#br0" timeOffset="46">6849 12723 8912,'0'-34'0,"-2"7"0,-4 4 0,1 6 0,-11 5 0,-5 6 0,-4 5 0,-5 10 0,-10 8 0,1 10 0,-6 13 0,-1 6 0,-6 11 0,0-1 0,1 7 0,7-6 0,4 4 0,3 0 0,3 0 0,3 3 0,8 4 0,8-12 0,15-5 0,10-16 0,7-1 0,17-13 0,18-4 0,7-7 0,12-10 0,4-2 0,5-4 0,-4-3 0,-1-9 0,-6 7-103,-6-1 1,-4-7-1,-7-7 1</inkml:trace>
  <inkml:trace contextRef="#ctx0" brushRef="#br0" timeOffset="47">7520 10574 8912,'-2'-10'0,"-3"3"0,-7 3 0,-1 4 0,-1 9 0,5 10 0,1 10 0,2 9 0,6 4 0,0 2 0,0 4 0,0-4 0,0 0 0,2-2 0,4-4 0,4-2 0,7-3 0,0-6 0,0-10 0,6-8 0,0-9 0,0-15 0,-6-4 0</inkml:trace>
  <inkml:trace contextRef="#ctx0" brushRef="#br0" timeOffset="48">7899 10694 8912,'-17'15'0,"-1"-3"0,3 3 0,4-3 0,-3-3 0,8 3 0,1-1 0,5 6 0,0 0 0,0 1 0,2-1 0,3 0 0,5-2 0,7-3 0,6 1 0,0-7 0,6 0 0,-6-6 0,2-2 0,-3-4 0,-2-4 0,1-7 0,-6 0 0,-4 0 0,-7 0 0,2-1 0,-4 1 0,-2 0 0,-10 0 0,-7 0 0,-2 0 0,-8 1 0,2 5 0,4 5 0,2 4 0,2 2 0,0 0 0,7 0 0,3 0 0</inkml:trace>
  <inkml:trace contextRef="#ctx0" brushRef="#br0" timeOffset="49">8862 10643 8912,'0'-12'0,"0"1"0,0-3 0,-1-1 0,-3-2 0,-2 0 0,0-1 0,6 1 0,0 10 0,0 7 0,0 15 0,0 13 0,2 13 0,2 4 0,4 5 0,1 2 0,1-1 0,1 1 0,3 1 0,-9 5 0,7-5 0,-5 4 0,1-5 0,0-6 0,-2 2 0,-6-8 0,0-2 0,0-9 0,-8-5 0,-2-6 0</inkml:trace>
  <inkml:trace contextRef="#ctx0" brushRef="#br0" timeOffset="50">8742 10643 8912,'-8'-18'0,"6"-5"0,-3 1 0,5-1 0,4 5 0,3 3 0,3 4 0,1-3 0,6 9 0,8-3 0,4 2 0,-2 4 0,1-3 0,1 5 0,6 3 0,-1 5 0,0 2 0,-7 3 0,-4 10 0,-6-2 0,-5 6 0,-7-1 0,-3 1 0,-2 0 0,0 1 0,-7 5 0,-5-4 0,3-3 0,-3 3 0,3-8 0,-3 2 0,5-4 0,7-2 0,0 0 0,7-7 0,3-2 0</inkml:trace>
  <inkml:trace contextRef="#ctx0" brushRef="#br0" timeOffset="51">9413 10711 8912,'0'-17'0,"0"-6"0,0 0 0,0 6 0,0 6 0,0-1 0,-2 3 0,-4 3 0,-5 4 0,-4 2 0,-2 13 0,-1 5 0,1 8 0,2-1 0,1 2 0,3 3 0,5-3 0,-5 2 0,7-8 0,-2 2 0,6-4 0,6-2 0,-2-2 0,7-3 0,1-5 0,5-7 0,0 0 0,0 0 0,1-7 0,-1-5 0,0-5 0,-2-4 0,-1-2 0,-3 2 0,1 2 0,5 2 0,-6 0 0,-1 0 0,-3-1 0,5 7 0,-6-1 0,-1 9 0,1-3 0,0 12 0,2-3 0,-3 9 0,-1-1 0,8 7 0,-3-7 0,3 0 0,3-1 0,-4 1 0,-1 3 0,1-8 0,1 7 0,5-4 0</inkml:trace>
  <inkml:trace contextRef="#ctx0" brushRef="#br0" timeOffset="52">9688 10729 8912,'12'-6'0,"-1"0"0,-5-2 0,6 3 0,-9 3 0,13-6 0,-7 14 0,9 0 0,-7 7 0,0-2 0,1 5 0,5 1 0,-2 0 0,-3 0 0,1 2 0,-7 4 0,2-5 0,-3-1 0,-3 0 0,4-6 0,-4 5 0,-10-7 0,-1-1 0,-7-10 0,5-4 0,3-3 0,8-10 0,0-4 0,0-6 0,8 0 0,3-1 0,7-5 0,5-1 0,-2 4 0,7-9 0,1 5 0,5 2 0</inkml:trace>
  <inkml:trace contextRef="#ctx0" brushRef="#br0" timeOffset="53">10205 10299 8912,'-17'0'0,"-1"0"0,1 0 0,8 7 0,3 5 0,4 11 0,2 5 0,0 7 0,0 5 0,0 4 0,0 0 0,8 5 0,3-3 0,-1-4 0,1-2 0,1-5 0,5-7 0,0-3 0,0-8 0,-5-7 0,-1-4 0,-5-4 0,5-4 0,3-4 0,1-5 0,0-7 0,-1-3 0,-3-3 0,3-3 0,-1-2 0,-2-5 0,3 5 0,-8 0 0,5 14 0,-5-2 0,-2 2 0,-3 7 0,-1 4 0,0 14 0,0 7 0,2 6 0,4 0 0,-4-2 0,4 7 0,-2-7 0,1 2 0,-3-3 0,4-3 0,2 0 0,-3 0 0,7-5 0,-6-1 0,7-7 0,-11 3 0,13-14 0,-5-3 0</inkml:trace>
  <inkml:trace contextRef="#ctx0" brushRef="#br0" timeOffset="54">10394 10247 8912,'-15'-2'0,"1"-2"0,3-1 0,7-3 0,0 4 0,8-2 0,0-5 0,7 5 0,1 1 0,5-3 0,0-2 0</inkml:trace>
  <inkml:trace contextRef="#ctx0" brushRef="#br0" timeOffset="55">8690 11038 8912,'-11'25'0,"1"-6"0,3-6 0,12-9 0,18 0 0,19-10 0,18-11 0,30-10 0,-30 8 0,4-2 0,10-2 0,3 0 0,9-1 0,2-1 0,-24 5 0,1 1 0,1-2-394,3 0 0,0 0 0,-1 0 0,-4 3 0,-1 1 0,0 1 394,30-8 0,-3 2 0,-17 4 0,-6 2 0,-14 2 0,-5 3 0,19-5 0,-27 7 0,-24 3 0,-20 6 0,-13 0 267,-8 0 0,-14 2-267,-12 4 0,-8-2 0,-10 7 0,-8 1 0,-5 5 0,-8 2 0,42-8 0,-1 1 0,-45 7-247,2 4 0,4-4 247,2-2 0,-8 6 0,46-12 0,-1 1 0,-41 17 0,10-6 0,17-6 0,30-6 0,22 3 0,34-7 0,28-1 0,18-4 0,25-2 0,-43-1 0,1 0 0,4-1 0,1-2 0,-2 0 0,1-1 0,-1-3 0,-1-2 0,-1-1 0,-1 0 239,-1-1 0,1 1 0,3-4 0,1-1-239,2 2 0,-1-1 0,-8-3 0,-3-2 0,40-20 0,-26 6 0,-14 5 0,-23 8 0,-10 4 0,-19 11 0,-5 4 277,-5 2 0,-1 0-277,0 0 0,2 2 0,3 4 0,5-4 0,-1 13 0,-2-5 0</inkml:trace>
  <inkml:trace contextRef="#ctx0" brushRef="#br0" timeOffset="56">11685 10625 8912,'-18'-34'0,"1"2"0,0 3 0,0 6 0,0 4 0,-2 4 0,-3 3 0,0 6 0,-3 4 0,2 2 0,4 14 0,-6 7 0,4 7 0,4 9 0,-3 1 0,15-4 0,-1 6 0,6 1 0,0-1 0,0-6 0,0-7 0,0-4 0,8-4 0,3-2 0,10-7 0,2-5 0,6-3 0,-6-2 0,7-2 0,-1-3 0,7-5 0,1-9 0,-7-2 0,-3-2 0,-4-6 0,-6 6 0,0-5 0,1 5 0,-7-6 0,0 6 0,-7 0 0,2 6 0,-4 0 0,-2 0 0,0 7 0,-8 3 0,6 16 0,-3 8 0,3 8 0,2 2 0,0 5 0,0-3 0,0-2 0,0 1 0,7-7 0,5 2 0,3-5 0,4-5 0,2-4 0,2-1 0,8-2 0,-2-6 0,-3-8 0,3-3 0,-8-5 0,2-1 0,2-8 0,-2-3 0,-2 1 0,-10-2 0,3 1 0,-9-7 0,7 3 0,-6 3 0,-1 4 0,-5 8 0,0 0 0,0 7 0,0 10 0,-5 6 0,-1 9 0,2 5 0,2 1 0,2-4 0,0 0 0,0 0 0,0 0 0,0 1 0,2-7 0,4 0 0,-2-7 0,7 2 0,-7-4 0,11-2 0,-11 0 0,7 0 0,-7 0 0,4 0 0,-8 0 0,0-2 0,0-4 0,0 4 0,0-7 0,0 3 0,0 2 0,0-7 0,0 7 0,0-4 0,-2 6 0,-4-3 0,4 3 0,-5-6 0,7 8 0,0-7 0,0 5 0,0-8 0,0 4 0,0 4 0,0-5 0,0 7 0,0 0 0,0 7 0,0 3 0,0 7 0,2-3 0,3 3 0,-1-4 0,8 10 0,1-4 0,2-2 0,4-5 0,4-1 0,-2-1 0,8 1 0,0-3 0,5-8 0,1-2 0,-1-4 0,0-5 0,1-12 0,-1-6 0,1-3 0,-8-3 0,-5 1 0,-8-6 0,-5-2 0,-1 0 0,-4 0 0,-2 2 0,-2 5 0,-2 9 0,-4 3 0,2 5 0,-7 7 0,-1 5 0,-5 12 0,-6 5 0,0 12 0,-5 4 0,5 7 0,5 1 0,7-1 0,7-5 0,-2 0 0,4-1 0,2 7 0,8-3 0,4-1 0,3-5 0,2-1 0,6 4 0,0-6 0,6 5 0,-8-3 0,-4 0 0,-4 0 0,-3 4 0,1-6 0,-3-1 0,-8-4 0,-8-1 0,-3 0 0,-6 0 0,-6 0 0,2-5 0,-8-3 0,0 1 0,3 0 0,-5-7 0,8 3 0,-6-4 0,6-2 0,6-2 0,6-4 0,7-11 0,-4-10 0</inkml:trace>
  <inkml:trace contextRef="#ctx0" brushRef="#br0" timeOffset="57">13165 10127 8912,'5'-19'0,"1"-2"0,0 0 0,1 5 0,-3 7 0,8 9 0,-6 7 0,5 5 0,0 13 0,5 7 0,-3 10 0,-1 8 0,-1 0 0,6 13 0,-5-2 0,-1 2 0,-1 2 0,1-8 0,5 6 0,-5-6 0,-3-1 0,-3-10 0,-5-6 0,-5-12 0,-5-10 0,-15-3 0,-1-6 0</inkml:trace>
  <inkml:trace contextRef="#ctx0" brushRef="#br0" timeOffset="58">13130 10729 8912,'-17'-35'0,"7"3"0,5 3 0,3-2 0,2 9 0,9-1 0,9 5 0,1 1 0,9 0 0,7 6 0,5-1 0,8 8 0,-2-1 0,-2-3 0,2 2 0,-8 0 0,0 6 0,-7 0 0,-8 0 0,-4 8 0,-10 2 0,-3 7 0,-6 0 0,-6 0 0,-1 0 0,-7 3 0,5 1 0,1 1 0,0 1 0,3-5 0,3-1 0,-4 0 0,6-6 0,6 1 0,-3-3 0,9 3 0,3-6 0,6-4 0,-2-2 0,4 0 0,2-8 0,-2-4 0,-2-3 0,-9-2 0,1 0 0,-7 0 0,0-1 0,-6 1 0,-2 0 0,-4 0 0,-6 2 0,-3 3 0,-2 4 0,0 8 0,15 0 0,4 0 0</inkml:trace>
  <inkml:trace contextRef="#ctx0" brushRef="#br0" timeOffset="59">14128 10522 8912,'10'-2'0,"-2"-3"0,-1-7 0,-5-3 0,8 5 0,-5 5 0,-3 5 0,4 5 0,2 7 0,-3 11 0,3 1 0,-2 5 0,-4 4 0,3-5 0,-3 5 0,-2 1 0,0-1 0,-2-5 0,-1-5 0,-3-4 0,-7 6 0,9-8 0,-8 1 0,8-9 0,-3-17 0,7-3 0,0-10 0,0-4 0,2-4 0,3-7 0,5 2 0,7-6 0,0 3 0,1 3 0,-1 5 0,0 1 0,-2 7 0,-1 0 0,-3 7 0,1 7 0,3 10 0,-4 9 0,-1-1 0,-6 12 0,2-4 0,-3-1 0,1 5 0,2-1 0,-4-4 0,4-7 0,3 1 0,1-3 0,7-3 0,0-4 0,0-2 0,0-2 0,1-4 0,5-3 0,0-9 0,-2 1 0,-2 0 0,0-6 0,4 0 0,-4 2 0,4 10 0,-10-3 0,-1 9 0,-1-1 0,6 6 0,1 2 0,-1 3 0,-4 5 0,4 7 0,-3 0 0,9 1 0,-4-7 0,-2 1 0,6-3 0,2 3 0,0-7 0,0-3 0,7-2 0,3 0 0,-1-2 0,6-3 0,-9-11 0,-3-7 0,-1-5 0,2 5 0,-10-6 0,-8 6 0,-7-2 0,2 4 0,-4-2 0,-4 8 0,-4 9 0,-3 4 0,-9 2 0,-4 8 0,-1 4 0,0 9 0,5 3 0,1 1 0,0 0 0,2 4 0,3-6 0,5 0 0,7-6 0,0 0 0,0 0 0,2 0 0,3-1 0,7-5 0,3-5 0,10-4 0,4-2 0,3-8 0,2-3 0,1-5 0,-1-1 0,1-2 0,-1-4 0,-1 4 0,-5-4 0,-3 4 0,-10 2 0,-1 0 0,-3-1 0,-7 9 0,4-1 0,-8 5 0,0 3 0,0 7 0,0 13 0,0 1 0,0 0 0,2 4 0,3 0 0,5-2 0,7-10 0,2 4 0,4-3 0,2-3 0,4 3 0,3-8 0,-3 1 0,2-3 0,-3-2 0,3-7 0,-8-5 0,6-3 0,-7-2 0,1-2 0,-3-4 0,1-4 0,1 0 0,1-3 0,-5 7 0,-7 0 0,1 6 0,-7 1 0,7 5 0,-6 3 0,5 8 0,-5 0 0,5 0 0,-5 2 0,4 4 0,-1 5 0,1 5 0,-1 3 0,3 4 0,1-2 0,-7 7 0,5-7 0,-5 2 0,5 2 0,-5-2 0,0 0 0,-6-6 0,0 0 0,0 1 0,-10-1 0,-7 0 0,-19-6 0,-22 1 0,-14-6 0,24-1 0,-2 1 0,-1-4 0,-1 0-127,-5 1 0,-1 0 0,-1-2 1,0 0-1,2-1 0,1 0 0</inkml:trace>
  <inkml:trace contextRef="#ctx0" brushRef="#br0" timeOffset="60">1497 13204 8912,'8'-17'0,"-6"-2"0,3-2 0,-1-2 0,0 2 0,2 0 0,-2-2 0,-2 4 0,-2-4 0,0 4 0,0 2 0,0 0 0,0-1 0,-2 9 0,-4 3 0,-6 4 0,-3 4 0,0 4 0,0 5 0,-3 5 0,5 1 0,-10 0 0,10 0 0,1 0 0,3 1 0,-3-1 0,-1 6 0,7 0 0,2 0 0,2 1 0,4-3 0,4 8 0,3-8 0,9 2 0,5-2 0,0 2 0,7-4 0,-1 4 0,3-4 0,3-2 0,-3 0 0,-3 1 0,3-7 0,-5-1 0,0-1 0,-4 1 0,-6-5 0,-5 7 0,-5-6 0,-7 5 0,-7 1 0,-5 5 0,-11 6 0,-5 0 0,-7 5 0,-5-5 0,6 0 0,-1-6 0,3-1 0,9-5 0,2-5 0,3-12 0,7-5 0,11-14 0,11-10 0,5-7 0,1-17 0,0-2 0</inkml:trace>
  <inkml:trace contextRef="#ctx0" brushRef="#br0" timeOffset="61">2031 13050 8912,'-12'0'0,"1"0"0,1 2 0,-1 3 0,-5 5 0,5 7 0,-3 6 0,3 0 0,-2 7 0,7-1 0,2 2 0,2-3 0,4 3 0,4-8 0,3 0 0,9-6 0,6-8 0,5-3 0,-2-4 0,2-2 0,-8-8 0,2-3 0,-4-6 0,-2-6 0,-2-4 0,-3 0 0,-5-5 0,-7 3 0,0-3 0,0-3 0,-7 9 0,-5 3 0,-3-2 0,-2 2 0,-1 8 0,1 9 0,0 4 0,0 2 0,0 0 0,7 0 0,10 0 0,10 0 0</inkml:trace>
  <inkml:trace contextRef="#ctx0" brushRef="#br0" timeOffset="62">2272 12998 8912,'0'17'0,"1"2"0,5 4 0,-4-4 0,6 6 0,-3-2 0,1 0 0,0 2 0,-6-2 0,6-4 0,-1 4 0,-1-4 0,-2-10 0,-2-1 0,0-8 0,0-8 0,0-5 0,0-8 0,2-6 0,2-7 0,2 0 0,-3-1 0,7 1 0,2-1 0,-3 1 0,3 0 0,-3 7 0,4 6 0,-1 7 0,1 9 0,3 3 0,1 2 0,0 7 0,0 5 0,-5 11 0,-1 6 0,-1 1 0,3 1 0,-3-3 0,-3 3 0,1-1 0,-2-1 0,-4-4 0,3-8 0,-3 0 0,-2 1 0,0-9 0,0-1 0,0-31 0,0 8 0,0-20 0,0 10 0,0-3 0,2-1 0,2-3 0,4 1 0,1 2 0,-3 8 0,5-2 0,-1 4 0,1 2 0,5 2 0,-5 3 0,5 7 0,-5 5 0,0 5 0,-1-1 0,2 8 0,1-1 0,-7 6 0,5 0 0,-3-1 0,1-5 0,-5 4 0,6-7 0,-5 4 0,-1-3 0,8-3 0,-8-4 0,9 7 0,-7-3 0,1-4 0,-1 6 0,6-1 0,-5-5 0,8 13 0,-5-13 0,7 4 0,-5-4 0,-1-2 0,-7 0 0,11-8 0,-5-1 0</inkml:trace>
  <inkml:trace contextRef="#ctx0" brushRef="#br0" timeOffset="63">2960 12929 8912,'-10'8'0,"-5"-6"0,13 5 0,-6-7 0,12 0 0,8 0 0,1 0 0,16 0 0,0-5 0,5-1 0,0-7 0,1 1 0,-3-9 0,-1-2 0,-2 2 0,1 2 0,-5 0 0,-2-4 0,-12 4 0,-5-4 0,-4 4 0,-2 2 0,-13 0 0,-5-1 0,-10 9 0,-1 3 0,-1 4 0,1 2 0,-2 0 0,8 0 0,0 10 0,6 7 0,0 2 0,0 10 0,7 5 0,4 6 0,5 2 0,1-2 0,0-3 0,0 3 0,7-6 0,5-5 0,5-6 0,6-4 0,5-10 0,13-3 0,3-6 0,7-6 0,1-11 0,-1-10 0,1-7 0</inkml:trace>
  <inkml:trace contextRef="#ctx0" brushRef="#br0" timeOffset="64">3786 12603 8912,'11'-12'0,"1"1"0,3-3 0,6-1 0,6-4 0,9-2 0,6-4 0,10-2 0,0 4 0,5-5 0,-4 9 0,-5 0 0,-6 5 0,-7 1 0,-12-3 0,2-1 0</inkml:trace>
  <inkml:trace contextRef="#ctx0" brushRef="#br0" timeOffset="65">3889 12792 8912,'17'9'0,"1"-3"0,-1-4 0,2-4 0,4-4 0,6-3 0,11-8 0,-2-10 0,10-6 0,3-7 0,5-4 0,-1 6 0,-9-2 0,-6 9 0,-11 3 0,-4 7 0,-8-2 0,-7 4 0,-5 3 0,-10 5 0,-13-12 0,-8 4 0</inkml:trace>
  <inkml:trace contextRef="#ctx0" brushRef="#br0" timeOffset="66">4130 12173 8912,'0'11'0,"0"3"0,0 5 0,0 2 0,0 13 0,0 6 0,0 18 0,0 3 0,0 7 0,0 3 0,0 4 0,2-7 0,4 1 0,-2-13 0,7-11 0,0-8 0,7-1 0,-1-5 0,0-12 0,0-2 0,-1-15 0,-5-14 0,4-11 0,-5-3 0</inkml:trace>
  <inkml:trace contextRef="#ctx0" brushRef="#br0" timeOffset="67">4302 12018 8912,'0'17'0,"0"0"0,0 18 0,0 11 0,0 20 0,0 20 0,0-34 0,0 2 0,0 2 0,0 2 0,1 2 0,0-1 0,1-7 0,2-1 0,7 44 0,5-5 0,3-14 0,4-7 0,-4-15 0,4-14 0,-4-4 0,-2-1 0,0-9 0,-7-9 0,-3-9 0</inkml:trace>
  <inkml:trace contextRef="#ctx0" brushRef="#br0" timeOffset="68">1686 14442 8912,'10'-2'0,"-4"-3"0,-4-7 0,0-1 0,3 1 0,-3 3 0,4 3 0,-4 4 0,-2-6 0,0 8 0,0 0 0,-8 0 0,6 0 0,-5 0 0,7 0 0,0 0 0,0 8 0,-8-6 0,6 6 0,-13-8 0,13 7 0,-6 3 0</inkml:trace>
  <inkml:trace contextRef="#ctx0" brushRef="#br0" timeOffset="69">1635 14442 8912,'-12'-17'0,"1"0"0,1 0 0,-3-1 0,3-1 0,1-2 0,1-2 0,1 2 0,-5 0 0,4 0 0,1-3 0,-1-3 0,2 12 0,4-3 0,-3 3 0,3 4 0,-4 5 0,6 10 0,6 21 0,3 9 0,1 10 0,5 6 0,-3 1 0,-3-5 0,3 2 0,-1 1 0,-1 1 0,3 4 0,-7-14 0,5 5 0,-5-4 0,6-1 0,-7-8 0,-1-3 0,-2-6 0,0-6 0,4-6 0,-4-3 0,5-12 0,-7-7 0,0-8 0,0-16 0,2-1 0,2-2 0,4-4 0,1-2 0,-3 6 0,5-2 0,1 3 0,5 3 0,6 7 0,0 4 0,2 4 0,-4 4 0,2 3 0,-2 7 0,-2 10 0,-2 7 0,-7 5 0,-5 6 0,-3 4 0,-2 7 0,-3 0 0,-9 1 0,1 1 0,-12 4 0,-2-4 0,2 5 0,-6-7 0,6-5 0,2-6 0,2-4 0,2-4 0,0-4 0,7-5 0,4-12 0,4-11 0,2-10 0</inkml:trace>
  <inkml:trace contextRef="#ctx0" brushRef="#br0" timeOffset="70">2082 14408 8912,'-7'9'0,"5"7"0,-4-5 0,-2 4 0,3 3 0,-1-5 0,6 4 0,0-9 0,0 9 0,0-2 0,2-1 0,3-3 0,5-3 0,7-8 0,0-2 0,1-4 0,1-5 0,4-12 0,-4 2 0,4-6 0,-6 0 0,-6 1 0,5 3 0,-5-6 0,-3 8 0,-2-2 0,-4 4 0,-2 2 0,-8 5 0,-4 1 0,-3 7 0,-2-2 0,-2 6 0,-4 6 0,4 11 0,-4 12 0,6 3 0,5 3 0,-1 7 0,7 4 0,0-3 0,6 3 0,8-2 0,3 2 0,12-12 0,6-11 0,5-11 0,5-6 0,3-6 0,2-6 0,-4-13 0,6-16 0,-8-7 0,4-17 0,-8-2 0</inkml:trace>
  <inkml:trace contextRef="#ctx0" brushRef="#br0" timeOffset="71">2564 13858 8912,'0'17'0,"6"2"0,0 4 0,1 6 0,-3 11 0,4 6 0,1 3 0,-3 3 0,5-1 0,1-1 0,5-2 0,0-2 0,1 1 0,-1-7 0,0-5 0,-2-8 0,-3-10 0,3 0 0,-5 0 0</inkml:trace>
  <inkml:trace contextRef="#ctx0" brushRef="#br0" timeOffset="72">2616 14219 8912,'0'-17'0,"2"-1"0,3 1 0,5 0 0,7 0 0,8-2 0,4-4 0,3-2 0,5-6 0,3 3 0,6-3 0,1-5 0,-1 1 0,-6-1 0,-11 13 0,-4 6 0,-8 6 0,0 7 0,-7-2 0,-4 12 0,-4 3 0,-2 8 0,0 3 0,0 3 0,0-2 0,0 7 0,5-7 0,1 2 0,0 2 0,-6-2 0,6-6 0,-1-5 0,1-1 0,2-1 0,-5 3 0,9-7 0,-6-1 0,5-5 0,-5 0 0,5 0 0,-5-2 0,6-3 0,-1-11 0,6-6 0,0-9 0,1 0 0,-3-5 0,-4-4 0,5 0 0,-5 5 0,3 7 0,-3-1 0,2 8 0,-5-2 0,2 4 0,-7 10 0,13 1 0,-12 16 0,7 3 0,-5 4 0,5 3 0,-5-1 0,5 0 0,1 0 0,-2 0 0,5-5 0,-4-1 0,5-5 0,1 5 0,-6-7 0,1 2 0,-1-4 0,4-4 0,-1-2 0,-3-2 0,-1-7 0,1 2 0,5-5 0,-5-1 0,-1 0 0,1 0 0,-5 0 0,5-1 0,-5 7 0,6-1 0,-7 3 0,5-5 0,-1 5 0,1 1 0,0 1 0,1 1 0,4 4 0,-5-13 0,7 5 0,-2-1 0,-3-1 0,-6-1 0,-4-2 0,-2-3 0,0 9 0,-8 1 0,-2 16 0,-7 3 0,2 6 0,3 6 0,-3-2 0,4 8 0,3-8 0,2 2 0,4-4 0,2-2 0,0 1 0,2-1 0,4-2 0,5-4 0,12-3 0,6-8 0,0-2 0,5-4 0,-3-5 0,9-12 0,2-2 0,-2-3 0,-5-5 0,-7 4 0,-1-1 0,2-1 0,-8 5 0,-8 1 0,-5 8 0,-8 5 0,0 8 0,-2-9 0,-4 7 0,2 6 0,-7 6 0,7 7 0,-4-3 0,8 7 0,0-6 0,2 1 0,4 1 0,2-3 0,3 1 0,4-7 0,-3 2 0,5-4 0,6-2 0,-4 0 0,4 0 0,-4 0 0,-2 0 0,1-2 0,-1-4 0,0-5 0,-7 1 0,-5-1 0,3 5 0,-2-6 0,-1 7 0,-5-7 0,0 8 0,0-3 0,0 7 0,0 0 0,0 7 0,0 5 0,0-3 0,0 3 0,0-6 0,0 5 0,0-7 0,0 4 0,2-10 0,2-4 0,4-7 0,1-8 0,-3 0 0,6-8 0,-7 6 0,7-6 0,-1 8 0,6-2 0,1 4 0,-1 2 0,0 2 0,0 3 0,6-1 0,0 7 0,6 0 0,-6 6 0,2 8 0,-2 4 0,1 1 0,5-2 0,4 5 0,-14-7 0,6 8 0</inkml:trace>
  <inkml:trace contextRef="#ctx0" brushRef="#br0" timeOffset="73">3098 14906 8912,'-18'0'0,"1"0"0,0 0 0,0 0 0,1 2 0,5 6 0,5 9 0,4 6 0,2 10 0,2-1 0,4 4 0,4 4 0,7-1 0,2 1 0,4-2 0,-2-4 0,6-5 0,-1-6 0,1-4 0,-4-9 0,4-5 0,-2-5 0,-4-5 0,4-13 0,-2-10 0,-1-7 0,-6-5 0,-3-6 0,-1-3 0,-9-3 0,3 1 0,-4-3 0,-2-3 0,-9 9 0,-7-2 0,-7 8 0,-3 10 0,-3 7 0,-6 14 0,3 3 0,3 8 0,-1 15 0,7 8 0,4 8 0,5 3 0,7 0 0,7 1 0,0-1 0,7 1 0,3-1 0</inkml:trace>
  <inkml:trace contextRef="#ctx0" brushRef="#br0" timeOffset="74">3803 14889 8912,'0'12'0,"0"-1"0,0 3 0,0 1 0,2 2 0,2 0 0,2 0 0,-1-3 0,-5 1 0,0 4 0,0 0 0,0 6 0,0 0 0,0 0 0,0 0 0,0 5 0,0-3 0,0 0 0,0-4 0,2-4 0,4-2 0,-4 0 0,6-2 0,-1-3 0,5-6 0,-3-6 0,3-6 0,-8-11 0,3-10 0</inkml:trace>
  <inkml:trace contextRef="#ctx0" brushRef="#br0" timeOffset="75">4354 14442 8912,'0'-11'0,"0"-1"0,0-1 0,0-2 0,6-3 0,-1 1 0,1 6 0,-6-1 0,0-1 0,0-2 0,2 5 0,4 4 0,-4 14 0,3 9 0,5 8 0,-1 11 0,3 4 0,-1 6 0,1-2 0,5 2 0,0-2 0,0 2 0,1-4 0,-1-8 0,2 1 0,4-1 0,-6-13 0,0-4 0,1-11 0,-9-6 0,8-10 0</inkml:trace>
  <inkml:trace contextRef="#ctx0" brushRef="#br0" timeOffset="76">4784 14322 8912,'0'11'0,"0"1"0,0 1 0,-6 8 0,1 2 0,-9 10 0,3 1 0,1 8 0,-1 10 0,7-3 0,-2-3 0,18 2 0,7-10 0,7-5 0,11-9 0,5-12 0,9-6 0,-3-8 0,4-10 0,-12-9 0,6-19 0,-15-4 0,-9-7 0,-8 5 0,-3 0 0,-9 2 0,-2-2 0,-15 4 0,-16 10 0,-7 1 0,-8 2 0,-5 14 0,-7-2 0,-3 11 0,-8 0 0,-5 6-120,-1 6 1,8 13 119,10 16 0,11-1 0,0 14 0,8-4 0,3 5 0,9 7 0</inkml:trace>
  <inkml:trace contextRef="#ctx0" brushRef="#br0" timeOffset="77">24350 10299 8912,'0'-25'0,"-2"-2"0,-1 0 0,-3 4 0,0 4 0,-2 2 0,7 10 0,-5 8 0,4 15 0,2 10 0,6 20 0,1 8 0,3 5 0,1 8 0,1 4 0,-1 3 0,-5-1 0,5-10 0,-1 2 0,3-8 0,-3 0 0,-2 2 0,-1-13 0,-1 0 0,-4-13 0,4-5 0,-6-14 0,-6-3 0,-6-22 0,-11-12 0,4-15 0,-4-8 0,4-12 0,2-5 0,0-4 0,0-1 0,1-9 0,3-1 0,3 2 0,3 7 0,1 2 0,6 10 0,0-1 0,0 7 0,8 14 0,3 9 0,4 14 0,5 9 0,1 3 0,2 2 0,-1 7 0,-4 5 0,-1 3 0,0 2 0,-2 8 0,-3 4 0,-3 3 0,-3 3 0,-4-1 0,4 0 0,-4 1 0,-2-1 0,0 1 0,0-1 0,0-2 0,0-3 0,0 6 0,0-1 0,0-5 0,0 5 0,2-3 0,3-5 0,5-1 0,7-8 0,8-7 0,4-4 0,3-5 0,3-1 0,7-7 0,4-5 0,-4-5 0,-2-4 0,-2-4 0,2-1 0,-9 3 0,3-6 0,-3 0 0,3-5 0</inkml:trace>
  <inkml:trace contextRef="#ctx0" brushRef="#br0" timeOffset="78">25039 10402 8912,'0'9'0,"0"7"0,-8-7 0,-4 8 0,-3 1 0,-2-1 0,6 6 0,-1 0 0,1 7 0,-5-3 0,3 2 0,1-1 0,9-7 0,-3 2 0,4-4 0,2-1 0,0-7 0,0 0 0,0-9 0,0-2 0,2-7 0,4-10 0,1-6 0,5 0 0,3-6 0,-4 6 0,-1 0 0,2 6 0,-3 0 0,3 0 0,3 5 0,-4 1 0,-1 7 0,1-2 0,3 4 0,1 4 0,2 4 0,-1 3 0,-5 9 0,4-1 0,-3 0 0,-3 0 0,3 0 0,-1 1 0,6-3 0,1-4 0,-1-5 0,0-4 0,0-10 0,1-1 0</inkml:trace>
  <inkml:trace contextRef="#ctx0" brushRef="#br0" timeOffset="79">25383 10436 8912,'9'-7'0,"7"5"0,-7-6 0,1 8 0,-3 2 0,-7 4 0,0-1 0,0 13 0,0-5 0,0 10 0,0-4 0,0-2 0,2 0 0,4 1 0,-2-1 0,7 0 0,-5-6 0,6 1 0,-1-8 0,6 1 0,0-3 0,1-2 0,-1-2 0,0-3 0,0-7 0,1-3 0,-3-2 0,-4 0 0,-3-1 0,-8 1 0,0 0 0,0 0 0,0 0 0,0-1 0,-6 7 0,-1 1 0,-3 3 0,6 3 0,-2 10 0,5 3 0,1 8 0,1 6 0,5 0 0,-2 2 0,7-2 0,3-4 0,7 2 0,2-6 0,-2-3 0,4-8 0,-2 1 0,5-5 0,-5-5 0,0-7 0,-6-11 0,1 2 0,-1-7 0,-8-1 0,-3-5 0,-4-1 0,-2 3 0,-2 1 0,-4 3 0,-3 7 0,-8-4 0,-1 7 0,9 9 0,1 1 0,10 8 0,4 0 0,3 0 0,9 0 0,6 8 0,3 1 0</inkml:trace>
  <inkml:trace contextRef="#ctx0" brushRef="#br0" timeOffset="80">26708 10436 8912,'-17'-17'0,"-6"0"0,0 0 0,0-1 0,6 1 0,-3 2 0,-2 4 0,2 3 0,-3 8 0,4 0 0,2 0 0,-2 15 0,-4 8 0,10 15 0,-5 8 0,7-2 0,-2 2 0,3 0 0,2-2 0,3 3 0,5-6 0,2-3 0,3-10 0,-1-5 0,8-11 0,1 1 0,10-7 0,-4-8 0,4-9 0,2-12 0,-2-8 0,-2-7 0,-2-8 0,-2-4 0,0-1 0,-1-1 0,-5 1 0,3-7 0,-9 1 0,1-6 0,-6 6 0,0-1 0,-2 7 0,-2 1 0,-1 4 0,-9 12 0,12 17 0,-5 13 0,7 15 0,0 10 0,0 19 0,0 4 0,0 10 0,0 3 0,0 6 0,7 4 0,5 2 0,-3-2 0,3-4 0,1 2 0,10-8 0,-2-7 0,8-10 0,1-6 0,11-5 0,3-8 0,0-8 0,5-5 0,-3-8 0,-2-15 0,2-8 0,0-8 0,5-3 0</inkml:trace>
  <inkml:trace contextRef="#ctx0" brushRef="#br0" timeOffset="81">27190 10367 8912,'-23'18'0,"0"-1"0,-8 6 0,3 0 0,3 7 0,2-1 0,4 5 0,1 6 0,9-3 0,3 3 0,4-6 0,4-5 0,6-6 0,9-4 0,0-4 0,6-3 0,2-5 0,-2-7 0,6-2 0,-6-3 0,-1-5 0,-4-7 0,-1-6 0,0 0 0,-2-6 0,-3 5 0,-4-1 0,-1 0 0,-5 0 0,4 2 0,-4 4 0,-2-4 0,0 4 0,0 2 0,0 7 0,0 5 0,0 10 0,0 5 0,0 7 0,0 6 0,0 0 0,2 6 0,3-7 0,7-1 0,3-1 0,2-3 0,1 0 0,-1-2 0,0-3 0,2-5 0,4-7 0,-4 0 0,4 0 0,-4-7 0,-2-7 0,1-7 0,-1-7 0,0-7 0,0-5 0,-5-4 0,-1-7 0,-7-3 0,2-3 0,-4-6 0,-2-12 0,0 10 0,0-2 0,0 8 0,0 10 0,0 12 0,0 14 0,0 12 0,0 13 0,0 15 0,0 17 0,2 16 0,1 7 0,3 4 0,2 8 0,-2 6 0,-3 1-133,9-1 0,-6-7 133,5 1 0,-5-8 0,5-9 0,1-8 0,5-4 0,-6-11 0,-1-6 0,-2-4 0,-3-10 0,-5-18 0</inkml:trace>
  <inkml:trace contextRef="#ctx0" brushRef="#br0" timeOffset="82">27534 10522 8912,'-17'-17'0,"5"2"0,1 3 0,7 5 0,-2 1 0,12 0 0,11 0 0,12 6 0,11-5 0,6-1 0,11-7 0,4 1 0,1-3 0,12-10 0,-3-2 0</inkml:trace>
  <inkml:trace contextRef="#ctx0" brushRef="#br0" timeOffset="83">28549 10316 8912,'-50'32'0,"5"-3"0,-3-2 0,8-6 0,1 2 0,3-2 0,9-2 0,4-2 0,12-7 0,5-3 0,12-7 0,9-2 0,8-3 0,6-5 0,-6-7 0,0 0 0,-6-1 0,0 1 0,0 0 0,-1 0 0,-5 0 0,-3 5 0,-8 1 0,7 7 0,-5-2 0,4 12 0,-4 3 0,-2 9 0,0-1 0,0 0 0,6 2 0,-1 4 0,9-2 0,-3 8 0,5-1 0,1-1 0,6-2 0,0-8 0,7 0 0,-3 1 0,7-1 0</inkml:trace>
  <inkml:trace contextRef="#ctx0" brushRef="#br0" timeOffset="84">29651 9783 8912,'-23'-23'0,"0"0"0,2 2 0,1 2 0,3 9 0,0 5 0,-8 5 0,-3 5 0,3 13 0,2 10 0,4 7 0,1 5 0,3 9 0,4 9 0,3-1 0,8-5 0,2 1 0,4 1 0,5-1 0,4-3 0,8-8 0,0 4 0,2-8 0,-2 2 0,-4-6 0,4-5 0,-9-4 0,-3-8 0,-7 0 0,-4-7 0,-10-3 0</inkml:trace>
  <inkml:trace contextRef="#ctx0" brushRef="#br0" timeOffset="85">29427 10264 8912,'0'-17'0,"0"0"0,0 0 0,0 0 0,7-1 0,5 1 0,5 2 0,6 3 0,0-1 0,11 7 0,-3 1 0,9 5 0,-3 0 0,-3 0 0,0 1 0,1 5 0,-7 4 0,1 7 0,-8 0 0,2 0 0,-6 2 0,-5 4 0,1-4 0,-7 4 0,0-4 0,-6-1 0,0-1 0,0 0 0,-2 0 0,-4 0 0,-5 1 0,-5-1 0,1-6 0,3 1 0,-3-8 0,6 3 0,-1-14 0,4-5 0,6-5 0,6-6 0,4 2 0,7-8 0,2 3 0,2-3 0,4 4 0,2 0 0,-4 8 0,5 0 0,-1 0 0,2 5 0,-4 5 0,-8 1 0,0 4 0,0 2 0,-2 8 0,-3 3 0,-6 6 0,-4 6 0,-2-2 0,0 8 0,0-6 0,0 5 0,5-7 0,1 2 0,2-4 0,-3-1 0,5-3 0,7-4 0,0-3 0,1-8 0,-1 0 0,2-2 0,2-4 0,2-5 0,2-4 0,-2-3 0,-4 1 0,4 0 0,-4-6 0,-2 0 0,-7 0 0,-5 6 0,-3-6 0,-2 0 0,-7 0 0,-5 6 0,-9 0 0,-2 0 0,-7 5 0,1 1 0,-2-1 0,3 3 0,3 1 0,8 8 0,-1 0 0,1 0 0,6 2 0,-1 4 0,8-2 0,-1 7 0,10 1 0,5 5 0</inkml:trace>
  <inkml:trace contextRef="#ctx0" brushRef="#br0" timeOffset="86">30735 10144 8912,'-18'0'0,"7"0"0,0 0 0,7 0 0,-4-8 0,8 4 0,0-7 0,0 7 0,2-3 0,2 8 0,2 5 0,5 4 0,-5 7 0,1 0 0,-1 0 0,-4 6 0,4 0 0,-4 6 0,-2-6 0,0 0 0,0-6 0,0 0 0,0 0 0,0 0 0,0-7 0,5-6 0,3-14 0,2-9 0,3-6 0,2-3 0,3-7 0,-1 1 0,0 0 0,0 5 0,0 0 0,-5 8 0,-1-2 0,1 0 0,5 6 0,0 4 0,0 13 0,-5 0 0,-1 2 0,1 3 0,-3 7 0,5 11 0,-8 5 0,-1-1 0,-5 2 0,6-2 0,0 1 0,-1-1 0,-5-4 0,0-10 0,0 5 0,0-3 0,-1-8 0,-5-1 0,4-12 0,-2-5 0,8-4 0,4-10 0,7-4 0,0-3 0,4-3 0,2 1 0,-4 0 0,1-1 0,7 1 0,-6 1 0,4 5 0,1 3 0,-1 10 0,-2 3 0,-1 6 0,-1 12 0,4 6 0,-4 5 0,6 6 0,-2 3 0,0 1 0,5 6 0,-5-5 0,6-1 0,-4 0 0,0-4 0,-1-8 0,-1 2 0,-5-5 0,-1-5 0,8 1 0,1-8 0</inkml:trace>
  <inkml:trace contextRef="#ctx0" brushRef="#br0" timeOffset="87">27155 11502 8912,'-17'8'0,"2"3"0,3 5 0,7 1 0,5-6 0,5-1 0,9-3 0,7-3 0,4-2 0,3-2 0,3-6 0,-6-1 0,0-3 0,-1-3 0,5-2 0,-6-3 0,-6 5 0,-7-2 0,-3-4 0,-3 0 0,-2-1 0,-2 3 0,-9 0 0,-9 0 0,-1 5 0,-9 1 0,-1 7 0,-5-2 0,-1 6 0,1 8 0,-1 9 0,1 10 0,5 5 0,1 3 0,14 7 0,3 4 0,7 3 0,4 3 0,15-2 0,8-5 0,15-4 0,8-13 0,12-5 0,5-11 0,4-7 0,1-12-848,1-10 0,0-16 0,0-11 0</inkml:trace>
  <inkml:trace contextRef="#ctx0" brushRef="#br0" timeOffset="88">27826 11502 8912,'-28'-2'0,"1"-2"0,2-1 0,4 1 0,0 2 0,-2 2 0,4 2 0,-4 4 0,4 3 0,2 8 0,1 3 0,5 2 0,-2-2 0,7 2 0,0-2 0,8-3 0,4-2 0,5-3 0,6-5 0,6-7 0,-2 0 0,6-2 0,0-5 0,0-11 0,-4 1 0,5-6 0,-7 4 0,2 2 0,-4 0 0,-1 0 0,-1 1 0,0 5 0,0-3 0,0 9 0,1 1 0,-7 2 0,1 2 0,-3 2 0,3 4 0,3 3 0,-4 8 0,3 1 0,-3-1 0,5-6 0,-5 1 0,4-8 0,3 1 0,-1-3 0,0-2 0</inkml:trace>
  <inkml:trace contextRef="#ctx0" brushRef="#br0" timeOffset="89">28325 11330 8912,'-17'0'0,"0"0"0,0 0 0,0 2 0,-1 4 0,1 3 0,0 9 0,0 8 0,0 9 0,1-1 0,5 6 0,3 2 0,8-2 0,4 2 0,6-5 0,9-3 0,6-7 0,3-6 0,7-4 0,1-7 0,2-5 0,2-7 0,-1-9 0,-3-2 0,-2-16 0,1-7 0,-1-8 0</inkml:trace>
  <inkml:trace contextRef="#ctx0" brushRef="#br0" timeOffset="90">28670 11158 8912,'-6'19'0,"0"4"0,0 4 0,6 8 0,-5 7 0,-1 3 0,0-1 0,6 2 0,0 0 0,0-2 0,0-4 0,0-11 0,0 1 0,0-7 0,0-2 0,0-9 0,2-7 0,4-10 0,2-5 0,3-7 0,4 0 0,-3 0 0,3-4 0,2 3 0,0-3 0,1 12 0,-1-3 0,0 1 0,0 7 0,1-2 0,-1 4 0,0 2 0,-2 2 0,-1 2 0,-3 4 0,2 1 0,3 1 0,1 1 0,-6 3 0,1-7 0,1 3 0,3-6 0,1 3 0</inkml:trace>
  <inkml:trace contextRef="#ctx0" brushRef="#br0" timeOffset="91">29444 11244 8912,'-17'0'0,"5"0"0,1 0 0,-1 0 0,-5 0 0,8 8 0,3 3 0,-2 10 0,3 4 0,1 0 0,2 0 0,8 6 0,-1-3 0,9-1 0,-3 2 0,4-8 0,3 1 0,-3-2 0,-4-3 0,5-8 0,-5-3 0,-3-4 0,7-2 0,-13-2 0,4-4 0,-2-3 0,1-8 0,-3 5 0,4 1 0,-4-1 0,-2-5 0,0 6 0,0-1 0,0 8 0,0-3 0,0-1 0,0 6 0,0-6 0,0 8 0,0 0 0,8 0 0,-7 0 0,7 0 0,0 0 0,-6 0 0,7 0 0,-3 0 0,-4 0 0,13 0 0,-5-1 0,7-5 0,-2 2 0,-3-7 0,3 1 0,-4-1 0,5-5 0,1 5 0,-6-5 0,1-1 0,-8 0 0,11 0 0,-13 0 0,6 9 0,-8 8 0,0 8 0,0 9 0,0 2 0,0 4 0,0-4 0,0 4 0,0 2 0,0-2 0,0 0 0,0-6 0,7 0 0,3 0 0,7 0 0,0-7 0,0-4 0,1-4 0,-1-2 0,6-6 0,0 0 0,0-7 0,-6 1 0,0-3 0,0-2 0,-1-6 0,-5 0 0,2 6 0,-7 5 0,0 7 0,-6-7 0,8 8 0,-7-3 0,7 9 0,-8 3 0,6-1 0,0 8 0,1-7 0,-1 7 0,4-8 0,7 1 0,0-3 0,0-2 0,-5 0 0,-1 0 0,1-2 0,5-3 0,0-5 0,0-7 0,-1 0 0,-5-1 0,2-4 0,-7-1 0,0-6 0,-6 6 0,0 0 0,0 6 0,0 0 0,0 0 0,0-1 0,-8 9 0,4 1 0,-5 10 0,1 4 0,2 3 0,6 9 0,0 4 0,0 1 0,0 6 0,0-6 0,8 2 0,4-2 0,-3-2 0,3 7 0,-3-5 0,3 6 0,1-8 0,-7 2 0,-1-2 0,-5 0 0,0 2 0,0-2 0,-7-2 0,-5-2 0,-3-5 0,-2-1 0,-6-7 0,0 2 0,0-4 0,6-4 0,0-4 0,7-4 0,-5-14 0,5-3 0</inkml:trace>
  <inkml:trace contextRef="#ctx0" brushRef="#br0" timeOffset="92">30545 10900 8912,'18'10'0,"-1"-2"0,0-8 0,0 0 0,-7 7 0,-4 5 0,-3 3 0,3 2 0,-4 10 0,4 7 0,-4 1 0,-2 5 0,0 4 0,0 2 0,0-4 0,0-2 0,0-4 0,0-2 0,0-1 0,-2-4 0,-4-6 0,-5-4 0,-5-10 0,-1-3 0,0-4 0,0-2 0,-6 0 0,0 0 0,0 0 0,6 0 0,-1-8 0,3-3 0,2-6 0,1-6 0,8 4 0,-1-4 0,5 3 0,5 3 0,5 0 0,7 0 0,2 2 0,4 3 0,-2-3 0,8 3 0,0-1 0,5 2 0,-5-5 0,-1 5 0,-1 1 0,2-1 0,1 5 0,-7-5 0,0 7 0,-5-2 0,-1 4 0,0 2 0,-7 0 0,-3 8 0,-7 3 0,6 6 0,0 4 0,-3 2 0,-1-2 0,-2 4 0,0-2 0,6 0 0,0-6 0,7 0 0,-3-1 0,7-5 0,-6-3 0,-1-10 0,-2-4 0,-3-3 0,-5-9 0,0-4 0,0-1 0,0 0 0,0 6 0,-5-3 0,-3-1 0,0-2 0,1 2 0,-1 8 0,2 2 0,4-1 0,-5 1 0,7-1 0,0 8 0,0-3 0</inkml:trace>
  <inkml:trace contextRef="#ctx0" brushRef="#br0" timeOffset="93">31079 11176 8912,'27'0'0,"-4"0"0,-10 0 0,-2 0 0,-5 0 0,6 0 0,-9 0 0,5 0 0,-8 7 0,6 3 0,0 7 0,-1 6 0,-5 0 0,0 2 0,0-2 0,-2 1 0,-3 5 0,3 2 0,-6-8 0,2-2 0,1-2 0,-1-2 0,6 0 0,-8-7 0,6-3 0,-5-9 0,7-3 0,0-13 0,0-10 0,5-1 0,1-5 0,8 3 0,-3-9 0,10 4 0,2 1 0,0 1 0,-6 1 0,0 5 0,1 5 0,-1 6 0,0 5 0,0 5 0,0 7 0,1 7 0,-1 5 0,-6 5 0,1 6 0,-3-2 0,3 7 0,3-7 0,-3 2 0,3-3 0,2-3 0,-5-2 0,-1-4 0,0-1 0,7-4 0,-1-4 0,0 3 0,0-5 0,1-5 0,-3 1 0,-4-8 0,3 1 0,-9-6 0,3 5 0,-2 1 0,-4-1 0,3-5 0,-3 0 0,-2 0 0,-7 7 0,-5 6 0,-3 8 0,3 6 0,1 7 0,0 0 0,-7 0 0,1 1 0,6-1 0,-1 0 0,8 0 0,-3 0 0,7-7 0,7-3 0,5-7 0,3 0 0,2 0 0,1-7 0,-1-5 0,0 3 0,0-3 0,0 3 0,1-5 0,-1 5 0,0 1 0,-6 3 0,1 5 0,-1 0 0,7 0 0,-7 7 0,1 5 0,-7 5 0,7 6 0,-8-4 0,1 4 0,-3-2 0,-2 2 0,0-4 0,0 4 0,0-12 0,0-3 0,0-23 0,0-5 0</inkml:trace>
  <inkml:trace contextRef="#ctx0" brushRef="#br0" timeOffset="94">32266 10866 8912,'-11'0'0,"-1"0"0,8 0 0,-3 0 0,7 0 0,7 0 0,5 0 0,11 0 0,4 0 0</inkml:trace>
  <inkml:trace contextRef="#ctx0" brushRef="#br0" timeOffset="95">32283 11244 8912,'-44'35'0,"4"-9"0,12-3 0,5-9 0,11-3 0,5-7 0,7 4 0,7-8 0,5 0 0,9 0 0,2 0 0,7 0 0,-1 0 0,3 0 0,3 0 0</inkml:trace>
  <inkml:trace contextRef="#ctx0" brushRef="#br0" timeOffset="96">24935 12723 8912,'18'-25'0,"-1"-2"0,0-1 0,0-1 0,0 0 0,1 1 0,-3-1 0,-4-1 0,3 5 0,-8 2 0,-1 4 0,-7 9 0,-3 4 0,1-1 0,-8 1 0,-1 0 0,-10 6 0,-6 0 0,-3 0 0,-3 8 0,1 3 0,-8 5 0,-4 1 0,2 6 0,-2 0 0,6 7 0,-6-1 0,0 3 0,-4 3 0,3-1 0,1 1 0,8 7 0,-3 3 0,5 1 0,2 6 0,1 3 0,4 14 0,-1 7-309,7 5 0,0 10 309,14-42 0,1 0 0,-8 44 0,5-1 0,3-6 0,8-6 0,8-1 0,5-9 0,7-3 0,2-11 0,9-11 0,-2-10 0,3-8 0,3-5 0,-7-4 0,1-7 0,5-3 0,7-10 0,-1-2 0,2-2 0,-6-7 0,4 1 0,2-9 309,-1-1 0,-1-3-309,-6 2 0,-7 4 0,-2-21 0,-8 3 0</inkml:trace>
  <inkml:trace contextRef="#ctx0" brushRef="#br0" timeOffset="97">24953 12998 8912,'0'-10'0,"0"5"0,0 10 0,0 7 0,0 11 0,1 4 0,5 7 0,-4 6 0,4 0 0,2 2 0,-3-2 0,7-1 0,-5 5 0,1-1 0,0 1 0,-1-5 0,-1 1 0,-4-12 0,6 5 0,-8-6 0</inkml:trace>
  <inkml:trace contextRef="#ctx0" brushRef="#br0" timeOffset="98">25727 13290 8912,'8'-17'0,"-1"0"0,5 0 0,-3 5 0,-5 1 0,2-3 0,-2-1 0,0 0 0,1 3 0,-3 5 0,6 7 0,-16 4 0,-3 7 0,-3 8 0,3 16 0,3-1 0,1 0 0,5 6 0,-4 1 0,4-1 0,2-6 0,6 0 0,-1 1 0,9-8 0,-3-5 0,7-4 0,4-7 0,-1-3 0,6-8 0,0-2 0,0-4 0,-4-5 0,5-12 0,-7-6 0,2-11 0,-5 4 0,-7-4 0,-3-2 0,-8 1 0,-2-4 0,-6 4 0,-7 3 0,-6 2 0,-10 9 0,3 4 0,-5 12 0,-1 5 0,7 4 0,4 2 0,0 2 0,4 4 0,5 5 0,5 5 0,3 1 0,6 0 0,2-2 0,4-3 0,11 1 0,12-7 0,9 0 0,2-6 0,14 0 0,-1-2 0,6-4 0,12-4 0,8-7 0</inkml:trace>
  <inkml:trace contextRef="#ctx0" brushRef="#br0" timeOffset="99">26639 12998 8912,'0'-11'0,"0"-1"0,0-1 0,0 5 0,0 2 0,0 12 0,6 13 0,-1 16 0,1 3 0,-6 13 0,6-3 0,2 11 0,-1 1 0,1 3 0,3-4 0,-5-2 0,6-3 0,-7-3 0,7-5 0,-6 0 0,-1-14 0,-5 3 0,0-12 0,0 2 0</inkml:trace>
  <inkml:trace contextRef="#ctx0" brushRef="#br0" timeOffset="100">27981 13015 8912,'-11'6'0,"-1"0"0,1-1 0,-1 1 0,1 0 0,-1 0 0,3 1 0,-1 3 0,7 7 0,-3 2 0,2 4 0,2 11 0,2 12 0,8 4 0,1 0 0,3-3 0,-1-1 0,1 4 0,5 3 0,0-5 0,0-4 0,-1-4 0,-5-5 0,-3-9 0,-1-1 0,3-8 0</inkml:trace>
  <inkml:trace contextRef="#ctx0" brushRef="#br0" timeOffset="101">28842 13067 8912,'5'11'0,"1"1"0,-2 1 0,-2 2 0,-2 3 0,-2 8 0,-4 7 0,-3 7 0,-1 4 0,-3 2 0,7 5 0,2 3 0,2 3 0,2-9 0,2 3 0,4-3 0,5-4 0,7-8 0,5-7 0,-4-8 0,6 4 0</inkml:trace>
  <inkml:trace contextRef="#ctx0" brushRef="#br0" timeOffset="102">30012 13153 8912,'-27'0'0,"4"0"0,4 0 0,0 0 0,-4 4 0,-4 5 0,0 8 0,-5 14 0,5 3 0,0 8 0,4 2 0,6 10 0,6-7 0,5-1 0,4-2 0,16-6 0,7-9 0,7-8 0,9-7 0,8-7 0,-1-9 0,2-3 0,0-7 0,-8-5 0,3-6 0,-7-4 0,-5-7 0,-4-2 0,-8-3 0,-2-3 0,-3-2 0,-7 6 0,-10-2 0,-7 4 0,-11 1 0,-4 3 0,-7 3 0,0 6 0,-1 12 0,1 5 0,-1 4 0,9 4 0,3 4 0,11 9 0,6 8 0,12 8 0,4-5 0</inkml:trace>
  <inkml:trace contextRef="#ctx0" brushRef="#br0" timeOffset="103">31062 13136 8912,'-6'-18'0,"-2"1"0,-3 0 0,-8 0 0,1 2 0,-4 3 0,-3 6 0,0 12 0,0 7 0,0 8 0,-2 8 0,10 11 0,-2 2 0,13 4 0,1 4 0,5-4 0,1-4 0,7-4 0,9-6 0,10-3 0,6-14 0,1 2 0,0-11 0,1 0 0,-1-14 0,1-9 0,-1-2 0,0-10 0,-7 1 0,-4-7 0,-11 1 0,-7-1 0,-3-5 0,-2 0 0,-2 2 0,-3 2 0,-13 1 0,-10 1 0,1 5 0,-2 1 0,3 14 0,-3 3 0,2 7 0,4 4 0,12 0 0,-20 8 0,12 1 0</inkml:trace>
  <inkml:trace contextRef="#ctx0" brushRef="#br0" timeOffset="104">31888 13118 8912,'5'-11'0,"1"-1"0,0 1 0,-6 0 0,0-1 0,-8 8 0,-3 0 0,-5 8 0,-1 12 0,0 8 0,0 3 0,0 4 0,1 7 0,5 2 0,3 0 0,8-6 0,14-1 0,7-4 0,7-6 0,9-4 0,9-10 0,-1-3 0,9-14 0,-2-9 0,1-4 0,-13-13 0,-7 3 0,-10-11 0,-6 2 0,-6 0 0,-11 0 0,-11 5 0,-18 1 0,-5 0 0,-14 1 0,-4 4 0,3 10 0,-5 10 0,6 1 0,1 4 0,10 4 0,3 6 0,11 4 0,-2 7 0</inkml:trace>
  <inkml:trace contextRef="#ctx0" brushRef="#br0" timeOffset="105">32593 12809 8912,'-9'25'0,"-1"1"0,6 13 0,-1 5 0,1 9 0,2 6 0,2 6 0,0-4 0,0 1 0,0-3 0,0-4 0,0-3 0,0-8 0,0-10 0,-8-7 0,-1-10 0</inkml:trace>
  <inkml:trace contextRef="#ctx0" brushRef="#br0" timeOffset="106">33109 12981 8912,'-19'11'0,"-2"1"0,-2 1 0,0 4 0,-1 6 0,-3 6 0,0 3 0,-4 10 0,9 4 0,2 4 0,7 1 0,5-1 0,8-4 0,2-8 0,4-7 0,5-6 0,12-10 0,4-4 0,0-5 0,5-12 0,-3-5 0,4-12 0,1-6 0,-1-3 0,-5-3 0,3-1 0,-8-4 0,-6 2 0,-6-8 0,-7 2 0,2-2 0,-6 4 0,-4 8 0,-3-1 0,-3 1 0,-7 3 0,-6 9 0,0 1 0,6 15 0,-1-8 0,1 12 0,0-5 0</inkml:trace>
  <inkml:trace contextRef="#ctx0" brushRef="#br0" timeOffset="107">33178 12499 8912,'0'-24'0,"10"4"0,7-2 0,8 2 0,11 5 0,4 2 0,6 1 0,-2 3 0,2-3 0,-8 5 0,3 7 0,-5 0 0,-2 0 0,-7 7 0,-4 5 0,2 5 0,-2 6 0,0 4 0,-6 7 0,0 8 0,0 4 0,1 5 0,-3 5 0,-2 5 0,-1 6 0,-3-2 0,3 9 0,-5 5-288,-7 1 0,0 12 288,0 5 0,-17-3 0,-11-3 0,2-49 0,-4-2 0,-5 2 0,-4-3 0,-8-2 0,-2-2 0,-2 2 0,-1-1 0,-1-3 0,-1-1 0,-2-3 0,1-1 0,1-3 0,1-2 0,-4 1 0,-1-2 0,-2-3 0,-1-2 0,-1 1 0,-2-2 0,-1 0 0,0-3 0,3-3 0,0-1 0,0 0 0,0-1 0,-1-1 0</inkml:trace>
  <inkml:trace contextRef="#ctx0" brushRef="#br0" timeOffset="108">22251 14494 8912,'-2'17'0,"-4"0"0,-5-2 0,-5-3 0,-1-6 0</inkml:trace>
  <inkml:trace contextRef="#ctx0" brushRef="#br0" timeOffset="109">22199 14541 8912,'4'-1'0,"32"-13"0,4-1 0,14-8 0,-2-2 0,3 0 0,4 1 0,-5-5 0,3 6 0,1-6 0,-5 5 0,-5-1 0,-4 0 0,-6 2 0,-9 6 0,-6 5 0,-12 1 0,-3 7 0,-8-4 0</inkml:trace>
  <inkml:trace contextRef="#ctx0" brushRef="#br0" timeOffset="110">22509 14735 8912,'-17'34'0,"0"-7"0,-1-4 0,9-12 0,3-3 0,12-8 0,3-2 0,9-4 0,12-5 0,5-12 0,16-10 0,1-9 0,3-2 0,5-4 0,-7 5 0,4-3 0,-9 7 0,-2-1 0,-8 12 0,3 5 0,-13 4 0,-3 1 0,-8 1 0</inkml:trace>
  <inkml:trace contextRef="#ctx0" brushRef="#br0" timeOffset="111">20100 14459 8912,'-17'-7'0,"1"-5"0,3-1 0,3 0 0,3 1 0,1 6 0,6-5 0,2-1 0,4 3 0,-3-1 0,9 7 0,1-3 0,3-8 0,1 13 0,0-7 0</inkml:trace>
  <inkml:trace contextRef="#ctx0" brushRef="#br0" timeOffset="112">20083 14425 8912,'-16'-11'0,"3"1"0,3 4 0,3 8 0,3 8 0,2 13 0,2 5 0,0 5 0,0 1 0,8 6 0,3 2 0,4 2 0,3 4 0,-1 2 0,0 1 0,0 1 0,0-1 0,1 1 0,-1 0 0,-2-7 0,-3 1 0,1-7 0,-7 3 0,-3-4 0,-1-4 0,-2 4 0,0-19 0,0 6 0</inkml:trace>
  <inkml:trace contextRef="#ctx0" brushRef="#br0" timeOffset="113">20014 14631 8912,'-18'-17'0,"3"0"0,2 0 0,1 0 0,9 5 0,-3 1 0,4-1 0,2-5 0,13-6 0,8 0 0,10 0 0,11-2 0,8-1 0,7-9 0,-3 9 0,3 3 0,-4 5 0,-1 7 0,-8-2 0,-4 7 0,-11 8 0,-6 9 0,-12 8 0,-5 8 0,-6 9 0,-6 6 0,-11 4 0,-12 6 0,-3-1 0,-3 1 0,1 1 0,0 5 0,5-12 0,2-1 0,2-6 0,4-5 0,8-7 0,1-4 0,9-4 0,-3-10 0,12-3 0,11-10 0,12-1 0,11-9 0,6 3 0,5-3 0,7 3 0,-3-2 0,8 7 0,-9 0 0,-3 6 0,-1 0 0,-10 0 0,-7 8 0,-10 3 0,-6 4 0,-8 5 0,-11 2 0,-13 7 0,-12 6 0,-13 5 0,-4-4 0,-7 4 0,-1-2 0,0 2 0,-5-3 0,0 3 0,-1-6 0,9-3 0,1-5 0,2-1 0,8-2 0,-3-6 0,5 1 0,9-9 0,3-9 0,6-9 0</inkml:trace>
  <inkml:trace contextRef="#ctx0" brushRef="#br0" timeOffset="114">21115 15371 8912,'-6'17'0,"1"0"0,-3-5 0,4-1 0,-2 2 0,3 5 0,1 4 0,2-2 0,0 4 0,0 1 0,0 4 0,5-2 0,1 1 0,0 3 0,1 1 0,-5 1 0,4-5 0,-2 5 0,0-6 0,2-1 0,-3-3 0,-1-4 0,-2-1 0,0-1 0,-7-8 0,5-1 0,-8-18 0,4-7 0,4-8 0,-3-9 0,3-8 0,2-6 0,0-5 0,0-5 0,-6-6 0,0 0 0,1 5 0,5 2 0,0 3 0,0 3 0,5 13 0,1 3 0,7 14 0,-1 4 0,3 9 0,2 7 0,1 10 0,-1 8 0,2 8 0,4 10 0,-4 7 0,4 3 0,-4 3 0,-2-2 0,-1-2 0,-5-4 0,4-7 0,-5 3 0,1-4 0,1-7 0,-8-4 0,1-4 0,3-5 0,-2-1 0,0-9 0,-6-2 0,0-15 0,0-12 0</inkml:trace>
  <inkml:trace contextRef="#ctx0" brushRef="#br0" timeOffset="115">21081 15629 8912,'0'17'0,"0"0"0,0-7 0,9-3 0,6-7 0,8-2 0,4-3 0,8-15 0,5-14 0,8-8 0,-12-10 0,6 1 0</inkml:trace>
  <inkml:trace contextRef="#ctx0" brushRef="#br0" timeOffset="116">17140 16505 8912,'0'-17'0,"0"0"0,0 0 0,2 7 0,3 5 0,7 16 0,11 6 0,6 12 0,9 0 0,4 3 0,2 2 0,0 7 0,2-1 0,3 5 0,-5-4 0,0-3 0,-3-2 0,1 2 0,-2-3 0,-8-1 0,-9-17 0,-4 12 0,-1-10 0</inkml:trace>
  <inkml:trace contextRef="#ctx0" brushRef="#br0" timeOffset="117">17673 16419 8912,'0'-17'0,"0"0"0,-7 9 0,-5 8 0,-11 16 0,-5 12 0,-7 14 0,-5 10 0,2 7 0,-8 10 0,0 0 0,-4 0 0,6-3 0,10-3 0,9-3 0,14-9 0,3-9 0,8-7 0,0-9 0,15-16 0,4-2 0</inkml:trace>
  <inkml:trace contextRef="#ctx0" brushRef="#br0" timeOffset="118">18000 16677 8912,'10'0'0,"-3"2"0,-7 4 0,0 4 0,0 7 0,0 6 0,0 1 0,0 1 0,0 0 0,0 6 0,0-5 0,0 3 0,0 0 0,0-6 0,0 5 0,0-7 0,0 2 0,0-4 0,0-9 0,0-2 0,2-24 0,4-7 0,4-15 0,7-8 0,-6-5 0,1-7 0,1 5 0,10-4 0,-4 1 0,4-1 0,-4 9 0,-1-3 0,1 16 0,4 1 0,-4 17 0,4 3 0,-4 10 0,-4 16 0,-1 17 0,-3 5 0,2 6 0,-5 4 0,-2 8 0,1-1 0,-1 1 0,0-3 0,2-3 0,-7 2 0,5-8 0,2 0 0,-2-5 0,5-7 0,-5 1 0,-1-8 0,-5 2 0,2-4 0,4-2 0,-4-7 0,6 5 0,-8-5 0</inkml:trace>
  <inkml:trace contextRef="#ctx0" brushRef="#br0" timeOffset="119">18086 16815 8912,'-9'0'0,"1"0"0,8 0 0,2 0 0,4 0 0,5-8 0,12-3 0,10 1 0,7-1 0,6-6 0,-6-6 0,8 0 0,-2 6 0,3-16 0,3-3 0</inkml:trace>
  <inkml:trace contextRef="#ctx0" brushRef="#br0" timeOffset="120">18964 16591 8912,'-10'0'0,"-5"0"0,13-2 0,-4-3 0,12 1 0,6-8 0,3 7 0,2-7 0,6 7 0,0-7 0,0 8 0,2-11 0,2 5 0</inkml:trace>
  <inkml:trace contextRef="#ctx0" brushRef="#br0" timeOffset="121">19050 16918 8912,'-2'12'0,"-4"-1"0,4 0 0,-5 7 0,9-9 0,3-3 0,7-6 0,11-6 0,-2-3 0,8-10 0,-1-4 0,-1-6 0,6-11 0,-7-4 0</inkml:trace>
  <inkml:trace contextRef="#ctx0" brushRef="#br0" timeOffset="122">15316 14889 8912,'0'-34'0,"0"1"0,0 3 0,0 3 0,0 2 0,-2 18 0,-2 14 0,-2 10 0,2 6 0,-3 10 0,1 1 0,-5 1 0,5 5 0,2-2 0,2 2 0,2-4 0,0 4 0,0-3 0,0-5 0,0-1 0,0-3 0,2-7 0,4 2 0,1 2 0,7-4 0,-3-5 0,3-9 0,1-5 0,2-2 0,0-8 0,1-3 0,-9-12 0,-3-6 0,-4-3 0,-4-4 0,-6-4 0,-9-6 0,-8 2 0,-9-2 0,-1 2 0,1-2 0,-1-2 0,1 8 0,7 2 0,4 7 0,4 5 0,2 1 0,9-4 0,8 6 0,10-2 0,13 3 0,6 2 0,11-2 0,2-3 0,4 2 0,3 0 0,-3 6 0,-4-1 0,-2 1 0,-5 8 0,-6 3 0,-6 6 0,-4 6 0,-10 3 0,-3 8 0,-6 8 0,-6 4 0,2 3 0,-7 3 0,-2 5 0,-10 0 0,3 0 0,-2-5 0,8-1 0,5-2 0,-1-1 0,0-2 0,7-8 0,-3 2 0,4-4 0,2-2 0,10 0 0,7 0 0,2-7 0,10-4 0,1-3 0,3 3 0,1-4 0,0 4 0,-7-4 0,-4-2 0,-4 7 0,-3 3 0,-5 7 0,-11-2 0,-11-1 0,-7-3 0,-5 2 0,-3 5 0,-9 5 0,7-4 0,-1 4 0,0-4 0,-5-2 0,7 0 0,4 0 0,4-5 0,2-1 0,7-22 0,3-1 0</inkml:trace>
  <inkml:trace contextRef="#ctx0" brushRef="#br0" timeOffset="123">15866 14958 8912,'0'-10'0,"0"-5"0,0 13 0,0-5 0,0 7 0,0 7 0,2 3 0,4-1 0,2 7 0,5-7 0,-1 3 0,1-1 0,2-1 0,2 1 0,3 3 0,3-9 0,-8 1 0,8-6 0,-8 0 0,10 0 0,-8 0 0,0 0 0,-1-2 0,-5-4 0,-3-3 0,-8-8 0,0-1 0,0 1 0,0 0 0,0 7 0,-2 3 0,-4 7 0,4 0 0,-5 2 0,7 3 0,0 7 0,5-3 0,1 3 0,7-2 0,-1 1 0,1-1 0,-1-5 0,3-3 0,-4 4 0,-1-4 0,2-2 0,-1 0 0,6 0 0</inkml:trace>
  <inkml:trace contextRef="#ctx0" brushRef="#br0" timeOffset="124">16331 14872 8912,'10'8'0,"-3"1"0,-7 8 0,0 1 0,0-1 0,0-6 0,0 1 0,6-7 0,0 7 0,9-8 0,2 2 0,2-5 0,10-1 0,2 0 0,1 0 0,-3-7 0,-1-5 0,-1-3 0,2-2 0,-4 0 0,-8-1 0,-6 1 0,1 0 0,-8 0 0,3 0 0,-7-1 0,0 9 0,0 1 0,0 31 0,0-7 0,0 18 0,0-4 0,0 5 0,6 5 0,2 0 0,-1-2 0,1-1 0,-2-3 0,-6 0 0,0-1 0,0-5 0,0 3 0,0-8 0,-10 0 0,-7-6 0,-2 0 0,-10 0 0,1 1 0,-7-3 0,1-4 0,-1-5 0,7-4 0,-1-2 0,10-2 0,2-4 0,7-5 0,10-12 0,2 2 0,4-8 0,3 1 0,16-7 0,2 1 0</inkml:trace>
  <inkml:trace contextRef="#ctx0" brushRef="#br0" timeOffset="125">16951 14992 8912,'0'-17'0,"0"6"0,0-1 0,0 7 0,0-7 0,0 8 0,0-3 0,0 14 0,0 5 0,0 3 0,0 2 0,0 0 0,0 1 0,1-1 0,5 0 0,-4 0 0,4 0 0,3 1 0,1-1 0,7-8 0,0-3 0,1-4 0,-3-4 0,-4-4 0,5 3 0,-5-9 0,-1 1 0,1-7 0,-5 3 0,5 4 0,-7-5 0,2 5 0,-4 1 0,-2-1 0,0 7 0,0-5 0,0 3 0,0 4 0,0-8 0,0 5 0,0 3 0,0-14 0,0 14 0,0-5 0,0 5 0,0-4 0,0 4 0,0-5 0,0 7 0,0 0 0,0 7 0,2-3 0,3 8 0,-1-3 0,8 3 0,-8 3 0,1-4 0,3 5 0,-2 1 0,1 0 0,-3 0 0,2 0 0,-2 1 0,-2-1 0,-2 0 0,2-2 0,3-3 0,-3 3 0,6-11 0,-8 7 0,0-7 0,2-4 0,2-11 0,1-5 0,9-7 0,-3 1 0,-1-9 0,1 2 0,1 3 0,5-3 0,0 0 0,0 2 0,-5 3 0,-1 6 0,1 3 0,5 4 0,-6-3 0,1 9 0,-1-1 0,7 6 0,-1 8 0,0 3 0,0 4 0,0 1 0,3-3 0,2-2 0,0-1 0,6 1 0,-1 3 0,2-9 0,1 7 0,-7-6 0,0-1 0,-6-5 0,1 0 0,-1-1 0,0-5 0,-7-4 0,-5-7 0,-3 0 0,-2 0 0,0-1 0,0 1 0,0 0 0,-2 0 0,-3 0 0,1 5 0,-8 1 0,7 7 0,-7-2 0,6 4 0,-5 2 0,5 2 0,-3 6 0,1 9 0,2 0 0,6 6 0,0 2 0,0-2 0,8 7 0,3-1 0,-1 2 0,1-3 0,1 5 0,5-5 0,-6-1 0,-1 2 0,-2 1 0,-5 3 0,-1-4 0,-2-1 0,-2-1 0,-3 2 0,-5 1 0,-7-7 0,-6 0 0,0-6 0,-2 0 0,2 1 0,-3-9 0,-9-1 0</inkml:trace>
  <inkml:trace contextRef="#ctx0" brushRef="#br0" timeOffset="126">16968 14528 8912,'-17'-6'0,"-1"-1"0,1-1 0,0 1 0,7 1 0,3 6 0,9 0 0,3-2 0,9-2 0,7-4 0,7-1 0,18 3 0,6-5 0,11-1 0,6-5 0,9 0 0</inkml:trace>
  <inkml:trace contextRef="#ctx0" brushRef="#br0" timeOffset="127">18448 14889 8912,'0'-26'0,"0"3"0,0 3 0,-2 3 0,-2 0 0,-2 0 0,-7 2 0,1 3 0,-1 5 0,0 1 0,1 0 0,-1 2 0,-3 10 0,-1 5 0,0 5 0,0 1 0,5 8 0,1 1 0,-1 3 0,3 0 0,1-2 0,8 1 0,0 3 0,0-8 0,0-2 0,0-2 0,0-2 0,0 0 0,8-7 0,3-5 0,5-5 0,3-7 0,2-10 0,2-10 0,0-6 0,-6-1 0,0-6 0,0 0 0,-1-6 0,-5 6 0,2-8 0,-7 2 0,0-3 0,-6-3 0,-8 8 0,-3 4 0,1 6 0,-1 5 0,-3 8 0,-1 7 0,4 7 0,-1 7 0,6 13 0,-5 4 0,7 14 0,-2 3 0,4 3 0,2 9 0,8-1 0,4 7 0,-1-8 0,6-4 0,-3-4 0,9-3 0,-2-3 0,2-1 0,3-10 0,9-2 0,-1-7 0,1-10 0,-7 0 0,1 0 0,-10-8 0,0-3 0,-7-5 0,-5-1 0,-1 0 0,-8 0 0,-4 0 0,-3-1 0,-8 1 0,-1 0 0,7 8 0,-1 3 0,7 4 0,-7 2 0,-1 0 0,-1 2 0,3 4 0,-4 3 0,7 8 0,-3 0 0,3 1 0,8-1 0,2-2 0,4-3 0,3-5 0,8-7 0,2 0 0,4 0 0,4 0 0,8 0 0,-7-5 0,1-1 0,-6-2 0,6 2 0,-8 5 0,2-5 0,-4 4 0,-2-4 0,0 0 0,-5 1 0,-1 5 0,-7-8 0,11-2 0,-5-7 0</inkml:trace>
  <inkml:trace contextRef="#ctx0" brushRef="#br0" timeOffset="128">19016 14442 8912,'0'-11'0,"0"-1"0,0 1 0,0-6 0,0 7 0,0 4 0,0 12 0,0 9 0,0 8 0,0 8 0,0-1 0,-2 7 0,-4 3 0,2 6 0,-7-6 0,7 6 0,-2-6 0,-2 0 0,3-6 0,-7 1 0,6-1 0,-7-7 0,4-4 0,-3-6 0,1-6 0,-1 3 0,-5-9 0,5 1 0,1-6 0,5-6 0,-5 1 0,7-9 0,-2 3 0,6-4 0,6-3 0,-2-4 0,7-1 0,6 2 0,6 7 0,0 3 0,2-3 0,-4-1 0,8-2 0,-8 5 0,2 1 0,-4 5 0,-2-5 0,0 7 0,1-2 0,-1 4 0,-8 10 0,-3 3 0,-4 10 0,-2 2 0,0 0 0,0-6 0,0 1 0,0-1 0,-2 0 0,-4 0 0,4 0 0,-3 1 0,10-9 0,5-1 0,7-16 0,0-1 0</inkml:trace>
  <inkml:trace contextRef="#ctx0" brushRef="#br0" timeOffset="129">19325 14666 8912,'-9'-17'0,"1"7"0,8 2 0,8 8 0,3 0 0,5 0 0,8-7 0,3-3 0</inkml:trace>
  <inkml:trace contextRef="#ctx0" brushRef="#br0" timeOffset="130">19429 15113 8912,'-35'6'0,"1"-1"0,13 1 0,4-6 0,15 0 0,7 0 0,20-8 0,27-17 0,9-11 0</inkml:trace>
  <inkml:trace contextRef="#ctx0" brushRef="#br0" timeOffset="131">24367 14202 8912,'12'0'0,"-1"0"0,3 0 0,-5 5 0,1 3 0,-2 1 0,-3 5 0,1 1 0,0 2 0,7 1 0,-1-1 0,3 6 0,2 1 0,2 3 0,4 4 0,-2-4 0,8 1 0,2 1 0,7 5 0,4-1 0,2-5 0,-4-3 0,6-8 0,-6 1 0,6-1 0,-6-8 0,6-3 0,-6-6 0,6-6 0,2-7 0,1-8 0,9-6 0,-1-7 0,8-6-173,-2 0 0,4-1 173,2 7 0,-8 2 0,-5 3 0,-8 6 0,-8 4 0,0 4 0,-6 3 0,4 6 0,-9 12 0,4 9 0,1 8 0,2 6 0,5-6 0,4 6 0,11-5 0,5 1 0,6 0 0,0-2 0,13-6 0,1-7-107,5-5 1,-37-3 0,1-2 106,1 1 0,1-2 0,7 1 0,1-2 0,-2 0 0,-1-1 0,-3-1 0,-1-2 0,38-11 0,-5 0 0,-3-2 0,-3-2-187,2-2 0,-5 0 187,-3 6 0,-5 1 0,-6 5 0,-7 1 0,-14 7 0,-10-3 0,-5 2 0,4 2 0,-3 2 0,5 2 0,1 4 0,3-2 0,3 7 0,6 0 0,3-1 0,9 3 0,-1-7 0,8 0 0,-2-6 0,-4 0 0,1 0 0,-5 0 319,-3 0 1,3-2-320,-9-4 0,4 2 200,1-7 0,7 1-200,-1-1 0,0-4 0,-5 5 0,0-1 0,-1-1 0,-1 6 0,-4-5 0,-4 5 0,-8-5 0,9 5 0,2-5 0,7 7 0,5-2 0,-3 2 0,3 0 0,-3-1 0,-3 1 0,7 2 0,-1 2 0,1 6 0,-7-1 0,-1 7 0,-4-6 0,9 7 0,-3-2 0,3-3 0,-3-2 0,1 1 0,5 1 0,3 0 0,0-1 0,-2 5 0,-7-6 0,5 7 0,1-2 0,5 3 0,-6-3 0,3 3 0,-3-9 0,8-1 0,8-2 0,3-2 0,4 0 0,-1 0-195,-5 0 0,-1-8 195,7-3 0,-11-4 0,6-3 0,-8-4 0,7-3 0,-1 0 0,-2 0 0,-3 4 0,-3 2 0,-21 2 0,-3 0 0,-7 5 0,-5 1 0,-4 5 0,-8-6 0,2 9 0,4-3 0,-4 4 0,6 2 0,-2 0 0,0 0 0,-6-6 0,-6 0 390,1 1-390,-3 5 0,-3 0 0,-12 0 0,-3 0 0,-24-8 0,-3-1 0</inkml:trace>
  <inkml:trace contextRef="#ctx0" brushRef="#br0" timeOffset="132">26433 14735 8912,'-23'1'0,"0"3"0,2 2 0,1 0 0,1 1 0,-4 5 0,-3 3 0,-1 2 0,-6 0 0,5 1 0,-5-1 0,-1 0 0,-6 0 0,-1 0 0,3 1 0,2-1 0,1-6 0,-1 3 0,-2 3 0,-2 4 0,-2 2 0,2-6 0,-4 0 0,-10 2 0,-3 2 0,-6 2 0,-6 2 0,-6-2 0,-5-2-30,-12 8 1,45-13 0,0 2 0,-2 2 0,1 2 0,2 0 0,0 0 29,2 2 0,0 0 0,-2 1 0,-2-1-177,0 2 1,-1 0 0,-1 0-1,0 0 177,2 0 0,-1-1 0,2-2 0,0 0 0,-39 23 0,43-24 0,-2 0 0,-1 2 0,-1 0 0,-4-2 0,0 0 0,-2-1 0,-1 0 0,0-1 0,1 0 0,4-3 0,1 0 0,-3 0 0,0 0 0,3 1 0,-1-1 0,-2-2 0,0-2 0,0 2 0,-1-1 0,3-2 0,1-1 0,-2 3 0,2 1 0,-34 8-83,2 5 1,16-5 82,13 6 0,7-8 0,9 2 0,-1-4 0,-2-2 0,-2 2 0,1 4 0,1-4 93,-2 4 0,-4-2-93,-8 2 0,9-4 177,2 4 0,-1-4 0,4-2 0,6-1-177,7-5 0,6 3 181,1-9-181,9 1 0,1-6 0,8 0 0,0 0 0,0-8 0,0-1 0</inkml:trace>
  <inkml:trace contextRef="#ctx0" brushRef="#br0" timeOffset="133">22165 16110 8912,'-17'0'0,"-1"0"0,1 2 0,0 4 0,2-3 0,1 9 0,3 1 0,-3 3 0,-3 8 0,-6 5 0,-4 5 0,-7 7 0,-2 6 0,-4 9 0,-4 3 0,-8 4 0,10 2 0,7-8 0,11-1 0,12-11 0,5 3 0,8-8 0,7-1 0,9-3 0,8-7 0,10-1 0,-1-7 0,0 2 0,3-10 0,1-3 0,4 0 0,2-1 0,0-5 0,2 2 0,4 1 0,-5-1 0,-2 0 0,6 1 0,-5 3 0</inkml:trace>
  <inkml:trace contextRef="#ctx0" brushRef="#br0" timeOffset="134">20169 16626 8912,'-18'0'0,"-1"0"0,-2 0 0,-4 0 0,-1 0 0,-5 0 0,-2 0 0,5 0 0,1 2 0,2 2 0,4 1 0,-4 7 0,4-5 0,4 3 0,4 3 0,9 3 0,-2 1 0,4 0 0,2 0 0,0 6 0,0 0 0,8 2 0,3-4 0,5 2 0,1-2 0,2 4 0,4-2 0,-2-1 0,8-4 0,-6-1 0,3 0 0,-1 0 0,-4 0 0,-2 1 0,-3-1 0,-5 0 0,-3-6 0,-8 1 0,-8-1 0,-3 7 0,-10-7 0,-4 0 0,-2 3 0,-4 1 0,-1-3 0,-3-1 0,9-1 0,3 1 0,4-3 0,1-8 0,9 0 0,1 0 0</inkml:trace>
  <inkml:trace contextRef="#ctx0" brushRef="#br0" timeOffset="135">20444 16849 8912,'-17'0'0,"-1"0"0,1 0 0,6 2 0,-1 4 0,1 3 0,-4 9 0,1 1 0,3 4 0,7-2 0,-2 7 0,4-7 0,2 4 0,0-2 0,0 0 0,10 0 0,7-6 0,0 0 0,6 1 0,-2-9 0,2-3 0,-4-4 0,4-2 0,-4 0 0,-1 0 0,-1-2 0,0-4 0,-2 2 0,-3-7 0,1-1 0,-7-5 0,0 2 0,1 3 0,-5-3 0,6 6 0,-8-1 0,0 4 0,0 12 0,0 6 0,2-3 0,3 3 0,-1-3 0,8 3 0,-7 1 0,7-7 0,-1 5 0,7-5 0,-1 0 0,0-6 0,0 0 0,0 0 0,1 0 0,-1 0 0,0-2 0,0-4 0,0-4 0,1 1 0,-1-6 0,-6 11 0,1-8 0,-8 10 0,1 2 0,-10 6 0,-7 6 0,3 3 0,-3-4 0,6 5 0,-5 1 0,7 0 0,-4-2 0,3-1 0,-1-3 0,0 1 0,6-1 0,0 0 0,0-7 0,0 4 0,2-8 0,4 0 0,-4-2 0,4-4 0,-3 2 0,3-7 0,-2 5 0,6-5 0,-3-3 0,5-1 0,-7-2 0,7 5 0,-6 1 0,7 7 0,-2-2 0,-1-1 0,1 1 0,-5 0 0,6 6 0,-1 0 0,6 0 0,1 0 0,-7 2 0,1 4 0,-7-4 0,5 6 0,-1-3 0,1 1 0,-6 2 0,2-3 0,-3-3 0,3 4 0,-4-2 0,4 2 0,-4-4 0,0 5 0,3-7 0,-3 0 0,12 2 0,-7 2 0,3 2 0,3-3 0,2-1 0,3-2 0</inkml:trace>
  <inkml:trace contextRef="#ctx0" brushRef="#br0" timeOffset="136">21597 17228 8912,'-23'-6'0,"0"-2"0,2 1 0,2-1 0,7 2 0,1 6 0,7 2 0,-2 4 0,4 5 0,2 5 0,0 1 0,0 0 0,0 0 0,8 0 0,4 0 0,3 1 0,2-1 0,0-2 0,0-1 0,1-5 0,-1-1 0,0-3 0,0-5 0,1 0 0,-3-1 0,-4-5 0,-3-4 0,-8-7 0,0 0 0,0 0 0,-6-1 0,-3 1 0,-5 0 0,-5 0 0,-2 0 0,-4 0 0,-2-1 0</inkml:trace>
  <inkml:trace contextRef="#ctx0" brushRef="#br0" timeOffset="137">22836 16746 8912,'-35'-9'0,"3"3"0,1 4 0,3 2 0,7 4 0,-2 7 0,4 3 0,3 14 0,5 3 0,5 1 0,4 8 0,2 1 0,8 6 0,3-3 0,5 0 0,1-4 0,0-3 0,0-3 0,0 0 0,1 1 0,-3-7 0,-4 1 0,5-8 0,-14 4 0,5-8 0</inkml:trace>
  <inkml:trace contextRef="#ctx0" brushRef="#br0" timeOffset="138">22440 17142 8912,'35'0'0,"9"0"0,7 0 0,16-2 0,13-4 0,4-7 0,3-8 0,6-6 0,-45 10 0,0-1 0</inkml:trace>
  <inkml:trace contextRef="#ctx0" brushRef="#br0" timeOffset="139">23455 17142 8912,'-15'11'0,"2"-1"0,1-3 0,10-1 0,4-6 0,14 0 0,1-8 0,8-3 0,-2-4 0,0-3 0,1-5 0,-3 1 0,2-1 0,-2-2 0,-7 6 0,-3-4 0,-7 4 0,2 1 0,-4 1 0,-2 0 0,-8 8 0,-3 3 0,-12 6 0,-6 7 0,-4 11 0,-1 8 0,5 13 0,1 1 0,7 13 0,-2-1 0,6 3 0,5-3 0,4-3 0,8-3 0,4-6 0,8-11 0,7-10 0,17-9 0,2-5 0,3-7 0,4-13 0,-4-13 0,1-7 0,-4-3 0,2-4 0,-2-2 0,-7-2 0,-2-5 0,-8-1 0,2 0 0,-12-5 0,-5 0 0,-4-2 0,-2 1 0,-6 7 0,0-1 0,-5 10 0,5 13 0,-7 12 0,9 10 0,-6 10 0,3 9 0,-5 9 0,6 19 0,-1 2 0,3 6 0,-2-2 0,2 1 0,2 3 0,2 2 0,0-3 0,0-3 0,8-4 0,4-7 0,3-3 0,2-3 0,8 1 0,4-7 0,-3-8 0,3-9 0,-6-4 0,6-2 0,-3 0 0,3-2 0,-6-4 0,-4-5 0,-2-6 0,1-4 0,-3-4 0,-4-2 0,-3 4 0,-8-5 0,-2 5 0,-2-4 0,-3 4 0,-3 8 0,-1-1 0,-7 11 0,1-1 0,0 6 0,2 8 0,3 3 0,-3 12 0,3 6 0,5 1 0,1-1 0,4 3 0,2-3 0,0 2 0,4-3 0,5-5 0,9-4 0,16-3 0,1-5 0,5-3 0,0-8 0,-2-8 0,8-3 0,-8-12 0,4-4 0,-7-7 0</inkml:trace>
  <inkml:trace contextRef="#ctx0" brushRef="#br0" timeOffset="140">24488 17038 8912,'-8'10'0,"4"5"0,-7-3 0,7-3 0,-2 3 0,-1-1 0,1 6 0,0 1 0,6-1 0,0 6 0,0 0 0,0 0 0,0-6 0,0 0 0,6 0 0,0 0 0,1-5 0,-1-1 0,4-7 0,1 4 0,1-8 0,-7-8 0,7-3 0,-6-7 0,5-5 0,-7 4 0,2-4 0,1 4 0,-1 2 0,6 0 0,-7 0 0,3 5 0,-2 3 0,5 1 0,-1-3 0,1 5 0,1 2 0,5 10 0,-6 3 0,1 9 0,-8-1 0,5-2 0,-3-3 0,-2-5 0,7-7 0,-5 0 0,5 0 0,3 0 0,1-2 0,2-3 0,0-5 0,1-7 0,1 0 0,4-1 0,-4 1 0,4 0 0,-4 7 0,-2 3 0,0 7 0,-5 2 0,-1 3 0,-5 5 0,4 7 0,-1 0 0,1 1 0,1-1 0,6 0 0,-3 0 0,1-2 0,4-3 0,0-6 0,2-4 0,2-2 0,-4 0 0,4 0 0,-4-8 0,-1-4 0,-3-3 0,-4-2 0,-3-6 0,-8 0 0,0 0 0,0 6 0,-2 0 0,-4 0 0,-3 1 0,-8 5 0,-1 5 0,1 4 0,0 2 0,0 0 0,5 10 0,1 7 0,7 2 0,-2 10 0,4-8 0,2 4 0,0-3 0,0 1 0,10 0 0,7-5 0,8-3 0,9-4 0,7-3 0,-1-8 0,8 0 0,-3 0 0,-2-6 0,-3 0 0,-10-9 0,-1-2 0,-10 0 0,-2-6 0,-7 4 0,-10 2 0,-2 1 0,-4 5 0,4 3 0,-11 10 0,7 4 0,2 5 0,-3-1 0,1 1 0,0 1 0,6 5 0,0-6 0,0 1 0,0-6 0,0 5 0,0-7 0,2 4 0,4-8 0,5 0 0,-1-2 0,1-4 0,3-6 0,1-3 0,2-2 0,1 0 0,-1 0 0,0 5 0,0 3 0,0 1 0,1 2 0,-1 6 0,-6 0 0,1 0 0,1 0 0,2 8 0,3-1 0,-1 5 0,-6-4 0,1-8 0,-1 0 0,6 0 0,1 0 0,-1 0 0,0-10 0,0-7 0,6-8 0,0-9 0,0-8 0,-4-6 0,4-9 0,6-12 0,-2 0 0,1-6 0,-7 1 0,2 5 0,-6 6 0,-5 17 0,3 12 0,-15 21 0,-2 18 0,-13 16 0,-4 17 0,-10 8 0,8 12 0,-4 5 0,4 4 0,4 1 0,-4 1 0,10 0 0,3-8 0,2-4 0,4-3 0,2-3 0,8-9 0,3-7 0,12-10 0,6-14 0,4-3 0,1-8 0,0-10 0,1-7 0,-1-10 0,1-5 0,-7-5 0,1-3 0,-6 2 0,6-8 0,-8 6 0,2-6 0,-4 6 0,-2-6 0,-2 16 0,-3 1 0,-5 8 0,-7 15 0,0 10 0,0 11 0,-2 16 0,-3 3 0,3 3 0,-4 9 0,4-6 0,2 6 0,-6-8 0,1 2 0,-1-2 0,6-2 0,0 1 0,0-5 0,0-9 0,0 0 0,-2-6 0,-4-5 0,-3-5 0,-8-7 0</inkml:trace>
  <inkml:trace contextRef="#ctx0" brushRef="#br0" timeOffset="141">25933 16849 8912,'0'-17'0,"0"0"0,10 7 0,7 5 0,16-3 0,13 2 0,11 1 0,6 5 0,12-6 0,5 0 0,-4-7-305,-1 1 1,3-3 0,1-2-1</inkml:trace>
  <inkml:trace contextRef="#ctx0" brushRef="#br0" timeOffset="142">27138 16781 8912,'-11'0'0,"-1"0"0,6 0 0,-5 0 0,7 0 0,-4 7 0,8 5 0,0 3 0,0 2 0,0 6 0,0 0 0,6 0 0,0-6 0,7 0 0,-1 0 0,-3 1 0,3-1 0,-1 0 0,6 0 0,1-7 0,-1-5 0,0-5 0,0-5 0,1-5 0,-1-7 0,0 0 0,-6 0 0,1-1 0,-6 3 0,5 4 0,-7-5 0,5 9 0,-3-5 0,-4 3 0,6 5 0,-1-2 0,3 0 0,7 6 0,0 0 0,1 0 0,-1 0 0,0 2 0,0 4 0,4-2 0,-4 7 0,5 7 0,-11 5 0,-1 1 0,-1-3 0,-1 2 0,-4-2 0,3 4 0,-1-2 0,0 0 0,-8-6 0,-4 0 0,-3 1 0,-16-9 0,-2-1 0</inkml:trace>
  <inkml:trace contextRef="#ctx0" brushRef="#br0" timeOffset="143">27104 16523 8912,'-16'-23'0,"5"0"0,5 2 0,4 7 0,2 3 0,8 7 0,3-2 0,12 4 0,6 2 0,5 0 0,7 0 0,-5 0 0,14 8 0,-6 2 0</inkml:trace>
  <inkml:trace contextRef="#ctx0" brushRef="#br0" timeOffset="144">28257 16265 8912,'0'-10'0,"-8"3"0,-3 8 0,-5 5 0,1 13 0,2 16 0,3 9 0,2 5 0,-5 3 0,11 1 0,-4 5 0,12-3 0,6 6 0,3-4 0,2-7 0,6 0 0,0-10 0,0-8 0,-6-9 0,0-11 0,0-5 0</inkml:trace>
  <inkml:trace contextRef="#ctx0" brushRef="#br0" timeOffset="145">28222 16299 8912,'0'-27'0,"0"-3"0,0 7 0,0 6 0,0 5 0,0 8 0,0-3 0,0 7 0,8 2 0,3 1 0,5 3 0,-5 8 0,1-3 0,-1 4 0,-1 3 0,3 4 0,-7 1 0,-1 0 0,-5-6 0,0 6 0,0 0 0,0 0 0,2-6 0,2 1 0,2-1 0,7-6 0,-1 1 0,3-7 0,2 7 0,1-8 0,-1 2 0,6 1 0,0-1 0,0 2 0,-6-5 0,0 3 0,0-2 0,-2 5 0,-3 3 0,-4-3 0,-8 3 0,-2-1 0,-4 7 0,-4-1 0,-7 0 0,-8 6 0,-3 0 0,-5-2 0,-1-2 0,-1-2 0,1 0 0,5 1 0,1-1 0,6-6 0,0 1 0,2-9 0,11 5 0,1-16 0,24-9 0,3-9 0</inkml:trace>
  <inkml:trace contextRef="#ctx0" brushRef="#br0" timeOffset="146">28962 16695 8912,'-9'24'0,"-5"-3"0,9 8 0,-3-2 0,4 3 0,-2-1 0,2 2 0,1-1 0,-3-1 0,4 1 0,-4-7 0,4 0 0,2-13 0,0-6 0,0-16 0,0-3 0,2-20 0,4-7 0,5-5 0,7-11 0,5 1 0,1-6 0,5 6 0,4-6 0,-5 5 0,11 9 0,1 9 0,-4 5 0,-5 7 0,-1 10 0,-7 13 0,0 10 0,-6 7 0,-7 18 0,-4 10 0,-6 8 0,-6 4 0,-2 7 0,-3 4 0,-4-4 0,3-1 0,4-3 0,3-2 0,3 1 0,2-4 0,0-10 0,0 0 0,5-6 0,1-5 0,8-10 0,-3-8 0,-3-7 0,-1-4 0,1-9 0,2-8 0</inkml:trace>
  <inkml:trace contextRef="#ctx0" brushRef="#br0" timeOffset="147">28928 16952 8912,'-17'0'0,"-1"0"0,1 0 0,0 0 0,7 0 0,12 0 0,17 0 0,14 0 0,19-7 0,16-5 0,11-5 0,5-6 0,-4 2 0,1-7-403,-16 7 0,17-20 1,-11 5-1</inkml:trace>
  <inkml:trace contextRef="#ctx0" brushRef="#br0" timeOffset="148">14765 18139 8912,'-8'-23'0,"-3"-2"0,-4-2 0,-1 6 0,3 0 0,3 6 0,1 5 0,-1 3 0,6 1 0,4 16 0,12 7 0,5 10 0,6 5 0,2 8 0,6 2 0,-1 4 0,6 7 0,-1-7 0,5 6 0,-6-6 0,-1 2 0,-2-5 0,-1-1 0,6-1 0,-7-7 0,-4 0 0,-2 1 0,-4-3 0,-4-3 0,-3-6 0,-6-4 0,-5-10 0,-8-1 0,-3-8 0</inkml:trace>
  <inkml:trace contextRef="#ctx0" brushRef="#br0" timeOffset="149">15212 18156 8912,'-17'-8'0,"0"6"0,0-3 0,-8 5 0,-4 5 0,-9 13 0,-2 10 0,-8 12 0,2 6 0,-2 6 0,3 5 0,2-3 0,9 3 0,5-4 0,1-1 0,7-2 0,-2-5 0,11-4 0,6-13 0,5-3 0,1-8 0,0 0 0,7-22 0,3-7 0</inkml:trace>
  <inkml:trace contextRef="#ctx0" brushRef="#br0" timeOffset="150">15453 18500 8912,'-17'2'0,"0"3"0,5-3 0,1 4 0,7 4 0,-2 1 0,5-1 0,1 1 0,0 3 0,0 1 0,0 2 0,0 0 0,0 0 0,0 1 0,0 1 0,0 4 0,0-4 0,0 4 0,0-4 0,0-2 0,0 0 0,0 0 0,0-5 0,0-1 0,0-7 0,0 2 0,0-12 0,0-5 0,0-12 0,5-4 0,1-7 0,5-7 0,-5 1 0,0 0 0,2-2 0,-5 6 0,9-4 0,-3 5 0,3 7 0,3 3 0,-3 8 0,-3 1 0,3 5 0,-1 5 0,6 14 0,1 9 0,-1 10 0,0 11 0,0 2 0,0 6 0,1-6 0,-7 6 0,1-6 0,-1 0 0,6-5 0,-1-3 0,-5-3 0,-5-6 0,-4-12 0,-2-3 0</inkml:trace>
  <inkml:trace contextRef="#ctx0" brushRef="#br0" timeOffset="151">15453 18637 8912,'-7'10'0,"-3"-2"0,-7-8 0,7 1 0,5 5 0,5-4 0,5 4 0,13-4 0,10-2 0,7-8 0,5-3 0,2-3 0,4 3 0,-4-4 0,-10 5 0,-3 0 0,-4-12 0,-8 2 0</inkml:trace>
  <inkml:trace contextRef="#ctx0" brushRef="#br0" timeOffset="152">14490 17950 8912,'-18'-8'0,"1"-3"0,8 1 0,3-1 0,6 5 0,8-6 0,11-1 0,13-2 0,10 3 0,12 1 0,5-3 0,10-1 0,13-2 0,12 0 0,1 0 0,-45 8 0,0 0 0,0 3 0,-1 1 0,47-5 0,-12 3 0,-13 3 0,-18 2 0,-12 2 0,-15 8 0,-9 3 0,-9 4 0,-6 3 0,-4 1 0,-4 4 0,-18-4 0,-13 5 0</inkml:trace>
  <inkml:trace contextRef="#ctx0" brushRef="#br0" timeOffset="153">10360 18448 8912,'-16'-17'0,"3"0"0,1 0 0,1 5 0,-4 1 0,1-3 0,5-1 0,-1-4 0,1-4 0,5 10 0,-4-3 0,2 5 0,1 1 0,-1 7 0,6 10 0,0 18 0,2 11 0,4 10 0,-3 6 0,9 5 0,-6-3 0,3 5 0,-1-2 0,-4 0 0,-1 1 0,3-7 0,-4-7 0,4-4 0,-4-5 0,-2-7 0,2-7 0,3-7 0,-3-7 0,6-7 0,-8-7 0,-2-7 0,-4-7 0,4-5 0,-3-9 0,3-5 0,0-2 0,-2 0 0,-2 0 0,1-6 0,5 2 0,0 3 0,0-3 0,0 9 0,0 3 0,0 0 0,0 5 0,7 4 0,5 2 0,3 6 0,2 6 0,0 5 0,1 4 0,1 10 0,4 3 0,-4 12 0,4 6 0,-4 5 0,-2 6 0,2-4 0,4 4 0,-4-3 0,4-3 0,-4 1 0,-1-1 0,-1-7 0,0-4 0,0-4 0,0-2 0,1-8 0,-1-3 0,0-6 0,0-6 0,0-5 0,1-10 0,-1-4 0,0-2 0,0-1 0,0-7 0,6 3 0,0 3 0,-2-1 0,-9 7 0,3 0 0,-3 6 0,-3-1 0,3 1 0,1 0 0,-5 7 0,1-3 0,-3 7 0,-4-1 0,4 1 0,-4 2 0,-4-5 0,-4 1 0,2-3 0,-7 5 0,-1 0 0,-5 6 0,0 0 0,1 8 0,5 3 0,-4 10 0,5 4 0,1 2 0,3 3 0,4 1 0,2-2 0,0 3 0,0-3 0,9-3 0,9 3 0,7-10 0,9-2 0,2-1 0,4-11 0,4-3 0,0-6 0,6-11 0,-4-8 0,4-7 0,1 1 0,-7-3 0,-4-3 0,-11 1 0,-6 1 0,-6 3 0,-5 1 0,-7 14 0,-10-2 0,-5 11 0,-7 0 0,-2 4 0,-4 2 0,4 2 0,-6 4 0,4 5 0,4 5 0,-4 1 0,9 0 0,5 0 0,1 0 0,-2 1 0,2-1 0,1 6 0,7 0 0,3-2 0,-1-8 0,8-1 0,-1-9 0,12 5 0,0-8 0,0 0 0,-6 0 0,6-8 0,0-3 0,-2-4 0,-2-3 0,0 7 0,4-1 0,-4 3 0,4-3 0,-9 3 0,-3 3 0,1 4 0,5-3 0,0 3 0,-5 4 0,-1 3 0,-5-3 0,5 4 0,-5-4 0,5-2 0,3 0 0,1 0 0,2 0 0,1 0 0,-7 0 0,0 0 0,1 0 0,5-2 0,0-4 0,-7 4 0,-2-3 0,-8 10 0,-8 3 0,-4 3 0,3 5 0,-3-5 0,3-1 0,-5-1 0,5 1 0,1-1 0,-5-5 0,11 4 0,-6-8 0,8 0 0,2 0 0,4 0 0,5 0 0,5 0 0,1 0 0,0 0 0,0 0 0,1 0 0,5 0 0,-1 0 0,3 7 0,-2 5 0,-4-3 0,4 3 0,-4-1 0,-1 7 0,-3-1 0,-4 0 0,5 0 0,-5 0 0,-1-5 0,1-1 0,-7 1 0,4 5 0</inkml:trace>
  <inkml:trace contextRef="#ctx0" brushRef="#br0" timeOffset="154">12580 18448 8912,'0'-27'0,"-8"3"0,6 6 0,-6 9 0,8 1 0,0 8 0,0 8 0,8 1 0,2 9 0</inkml:trace>
  <inkml:trace contextRef="#ctx0" brushRef="#br0" timeOffset="155">16985 18465 8912,'-27'-5'0,"6"-3"0,8-1 0,7 5 0,12-2 0,11 4 0,12 2 0,3-2 0,3-4 0,7 4 0,4-5 0,3 1 0,3 0 0,0 1 0,-3 5 0,-3 0 0,-6 0 0,-3 0 0,-3 0 0</inkml:trace>
  <inkml:trace contextRef="#ctx0" brushRef="#br0" timeOffset="156">17329 18792 8912,'-34'0'0,"7"0"0,2-8 0,16 7 0,3-7 0,12 8 0,5 0 0,12-6 0,6-1 0,3-3 0,3-3 0,5 5 0,0 2 0,4-1 0,-10 1 0,12-8 0,-10 5 0</inkml:trace>
  <inkml:trace contextRef="#ctx0" brushRef="#br0" timeOffset="157">18637 17864 8912,'-2'-35'0,"-2"3"0,-1 3 0,1 6 0,8 16 0,5 10 0,4 15 0,7 6 0,8 5 0,-1 7 0,2 3 0,-1 1 0,1 0 0,4-6 0,-3 3 0,-1 3 0,0-4 0,5 4 0,-5-4 0,-1-1 0,-7-1 0,2 1 0,-5-3 0,-7-3 0,4-5 0,-5-6 0</inkml:trace>
  <inkml:trace contextRef="#ctx0" brushRef="#br0" timeOffset="158">19033 17950 8912,'-17'0'0,"-1"0"0,1 0 0,0 0 0,0 0 0,-6 13 0,-2 6 0,-2 6 0,-3 6 0,3 3 0,-2 6 0,2 4 0,-1 8 0,-3-1 0,8 1 0,6-8 0,7-4 0,3-6 0,3-5 0,-6-4 0,1-8 0</inkml:trace>
  <inkml:trace contextRef="#ctx0" brushRef="#br0" timeOffset="159">19291 18139 8912,'-10'7'0,"-3"3"0,7 7 0,-1 0 0,1 1 0,4 1 0,-4 4 0,4-2 0,2 7 0,2 1 0,4-2 0,-2 3 0,7-7 0,-7 0 0,2-6 0,1 0 0,-1 1 0,0-9 0,-6-1 0,-2-16 0,-4-3 0,4-6 0,-3-6 0,3-4 0,2-8 0,0 1 0,0 0 0,0-1 0,0 1 0,0 1 0,0 5 0,2-3 0,3 8 0,-1 2 0,8 10 0,-1-3 0,6 9 0,2-1 0,4 6 0,-3 10 0,2 5 0,0 8 0,0 3 0,-8 3 0,3 6 0,-5-1 0,-1 0 0,2 1 0,-7-1 0,6-1 0,-7-3 0,-1-3 0,-2-2 0,-10 5 0,-1-3 0</inkml:trace>
  <inkml:trace contextRef="#ctx0" brushRef="#br0" timeOffset="160">19308 18414 8912,'-8'-17'0,"7"-1"0,-5 9 0,12 3 0,5-1 0,12 1 0,9-2 0,11 4 0,2-3 0,9-3 0,-2-1 0,15-14 0,-6-2 0</inkml:trace>
  <inkml:trace contextRef="#ctx0" brushRef="#br0" timeOffset="161">20186 17915 8912,'0'-17'0,"0"0"0,-8 9 0,-3 8 0,-12 17 0,-6 18 0,-3 7 0,-5 11 0,-1 7 0,-2 8 0,2 3 0,9 9 0,-2-5-256,8 5 0,0-7 256,6 1 0,2-7 0,3-10 0,-1-1 62,7-16 1,-5 0-63,5-6 0,0-15 0,22-11 0,3-18 0</inkml:trace>
  <inkml:trace contextRef="#ctx0" brushRef="#br0" timeOffset="162">20513 18483 8912,'0'-23'0,"0"0"0,0 2 0,0 2 0,0 11 0,0 8 0,0 10 0,0 7 0,0 6 0,0 3 0,0 9 0,-6-7 0,0 1 0,2 0 0,3-2 0,-5-3 0,0-6 0,0-1 0,6 0 0,0 0 0,0 0 0,0-7 0,0-2 0,0-29 0,0-8 0,0-6 0,8-1 0,3 2 0,-1 1 0,1 5 0,1-5 0,5 5 0,0 3 0,1 2 0,5 6 0,-1 5 0,3 4 0,-4 8 0,2 0 0,-2 0 0,-2 14 0,-1 3 0,-1 12 0,0-1 0,-2 5 0,-3 1 0,1 1 0,-7-1 0,0-2 0,-6-3 0,0 4 0,0-7 0</inkml:trace>
  <inkml:trace contextRef="#ctx0" brushRef="#br0" timeOffset="163">19136 17761 8912,'0'-18'0,"0"1"0,0 0 0,0 0 0,2 0 0,4-1 0,-4 11 0,3 7 0,-10 9 0,-7 14 0,-5 4 0,-6 7 0,-6 3 0,-3 3 0,-3 4 0,1 7 0,0 1 0,-1-1 0,1 3 0,-1 3 0,-7-3 0,-2 5 0</inkml:trace>
  <inkml:trace contextRef="#ctx0" brushRef="#br0" timeOffset="164">21872 18448 8912,'-23'-5'0,"-2"-1"0,-1 2 0,5-6 0,3 7 0,15-7 0,6 2 0,9 5 0,5 1 0,6 0 0,6-2 0,3-2 0,1 0 0,-3 6 0,-1 0 0,2 0 0,-7 0 0,-1 0 0,-3 0 0,-3 0 0,0 16 0,0 3 0</inkml:trace>
  <inkml:trace contextRef="#ctx0" brushRef="#br0" timeOffset="165">21941 18809 8912,'0'-17'0,"0"8"0,2-5 0,4 8 0,5-7 0,12 2 0,-2 1 0,8-1 0,-8 7 0,11-12 0,-5 7 0</inkml:trace>
  <inkml:trace contextRef="#ctx0" brushRef="#br0" timeOffset="166">22578 18517 8912,'-25'0'0,"-2"0"0,-2 0 0,1 0 0,5 4 0,-6 7 0,14 3 0,0 14 0,5 3 0,6 1 0,4 1 0,6-5 0,3 3 0,9-8 0,7 0 0,3-8 0,3-3 0,-2-7 0,3-3 0,-3-2 0,1-2 0,-1-3 0,2-5 0,-8-7 0,-1-2 0,-4-4 0,-3 2 0,-2-6 0,-3 0 0,-2 1 0,-5-1 0,-8-2 0,-7-1 0,-11 7 0,2 0 0,-7 6 0,1 1 0,-2 5 0,4 3 0,8 8 0,0 0 0,7 0 0,3 8 0,7 1 0</inkml:trace>
  <inkml:trace contextRef="#ctx0" brushRef="#br0" timeOffset="167">23008 18569 8912,'-2'-10'0,"-4"4"0,3-1 0,-9 1 0,6 0 0,-5 6 0,7 0 0,-4 0 0,8 2 0,0 4 0,8-4 0,2 5 0</inkml:trace>
  <inkml:trace contextRef="#ctx0" brushRef="#br0" timeOffset="168">23438 18414 8912,'-9'-17'0,"-5"5"0,9 1 0,-9 7 0,3-2 0,1 6 0,-1 6 0,-3 7 0,-1 8 0,3 6 0,1 7 0,5-1 0,-5-4 0,7 3 0,-2-3 0,4-3 0,2 3 0,2-8 0,4 2 0,5-6 0,12-5 0,-2 1 0,6-7 0,0-2 0,0-2 0,-4-2 0,5 0 0,-5 0 0,6 0 0,-8 0 0,2 0 0,-6 1 0,-5 5 0,3 4 0,-13 9 0,4 4 0,-12-4 0,-6 6 0,-5-2 0,-6 0 0,-2 5 0,-3-5 0,-5 0 0,5-6 0,3 0 0,-8 1 0,6-1 0</inkml:trace>
  <inkml:trace contextRef="#ctx0" brushRef="#br0" timeOffset="169">23387 18569 8912,'7'-18'0,"9"7"0,6-1 0,19 7 0,5-7 0,20 1 0,22-6 0,-39 8 0,2 0 0,2 0 0,1 1 0,3 2 0,1 1 0,-3 0 0,-1-2 0,-3-4 0,-1-4 0,-3-4 0,0 1 0</inkml:trace>
  <inkml:trace contextRef="#ctx0" brushRef="#br0" timeOffset="170">1291 16763 8912,'-12'-5'0,"3"-3"0,-1 0 0,0 1 0,7-7 0,-5 5 0,0-1 0,6 3 0,-5 16 0,7 8 0,6 2 0,1 12 0,3 5 0,3 8 0,-3 0 0,1 4 0,1 3 0,-3 5 0,5 7 0,-7-8 0,1-3 0,0-4 0,3-12 0,-5-2 0,-1-7 0,-5-10 0,8-15 0,2-4 0</inkml:trace>
  <inkml:trace contextRef="#ctx0" brushRef="#br0" timeOffset="171">1187 16884 8912,'-17'-18'0,"6"1"0,-1 0 0,8 0 0,-1 0 0,3 5 0,2 1 0,0 5 0,0-5 0,13-7 0,4-5 0,12 1 0,2 4 0,5 1 0,4 0 0,0 6 0,-5-1 0,-7 8 0,1-2 0,-14 6 0,3 6 0,-7 4 0,1 7 0,-5 10 0,-7 7 0,-7 0 0,-5 7 0,-3 1 0,-2-2 0,1 0 0,5-6 0,-3-5 0,9 0 0,-7-7 0,6 5 0,3-2 0,1-2 0,9-13 0,5-5 0,9-3 0,4-2 0,1-2 0,5-3 0,0 3 0,-3-4 0,3-2 0,-8 3 0,0-1 0,-8 13 0,-3 5 0,-7 3 0,-3 2 0,-11 6 0,-9 0 0,-1 6 0,-9-6 0,5 5 0,-6-5 0,2 2 0,-1-2 0,3-4 0,8 4 0,1-9 0,5-3 0,3-7 0,0 3 0,-1-7 0</inkml:trace>
  <inkml:trace contextRef="#ctx0" brushRef="#br0" timeOffset="172">2048 17262 8912,'-17'0'0,"-1"0"0,9 0 0,-1 0 0,5 0 0,3 0 0,-6 0 0,8 0 0,0 0 0,0 8 0,0-5 0,0 9 0,0-6 0,0 5 0,0-5 0,0 5 0,0-5 0,0 5 0,0-7 0,0 6 0,0-4 0,0-5 0,0 7 0,0-8 0,0 0 0,0-8 0,0 7 0,0-7 0,0 8 0,0 0 0,0-8 0,-8 6 0,-1-5 0</inkml:trace>
  <inkml:trace contextRef="#ctx0" brushRef="#br0" timeOffset="173">2099 17245 8912,'-9'-17'0,"1"1"0,3 3 0,-1 1 0,-8 9 0,12-5 0,-5 16 0,7 3 0,0 4 0,0 3 0,0-1 0,0 0 0,2 0 0,2 2 0,1 2 0,-1 2 0,-2 6 0,-2-6 0,6 7 0,0-1 0,-1 2 0,-3 1 0,2-1 0,2-1 0,-1 5 0,-5-13 0,0 1 0,8-5 0,2-1 0</inkml:trace>
  <inkml:trace contextRef="#ctx0" brushRef="#br0" timeOffset="174">2099 17451 8912,'-7'-10'0,"5"-5"0,-4 4 0,-3-5 0,7-1 0,-4 0 0,4 6 0,2-1 0,8 6 0,3-5 0,10-1 0,2-5 0,2 6 0,-2-1 0,-4 7 0,4-7 0,-4 8 0,-2-1 0,1 3 0,-3 4 0,-4 3 0,-3 5 0,-8 7 0,0 0 0,0 0 0,-6 1 0,0-1 0,-5-6 0,5 1 0,1-1 0,5 6 0,0 1 0,0-7 0,0 1 0,1-7 0,5 7 0,-2-6 0,7 5 0,-5-5 0,6 5 0,-7-7 0,5 4 0,-2-1 0,-3 3 0,-5 7 0,0-6 0,0 1 0,0-1 0,0 7 0,0-1 0,-5 0 0,-1 0 0,-2-5 0,3-1 0,-5-7 0,-7 4 0</inkml:trace>
  <inkml:trace contextRef="#ctx0" brushRef="#br0" timeOffset="175">1704 16849 8912,'-12'-11'0,"1"1"0,-3 3 0,7 3 0,1 10 0,6 3 0,4 8 0,3 2 0,3 4 0,0-4 0,1 4 0,4-4 0,-3-1 0,3-1 0,2 0 0,0 0 0,1 0 0,-7-7 0,1-4 0,-1 1 0,6-1 0,1-2 0,-1-2 0,-6-10 0,1-3 0,-3-12 0,3-6 0,1 2 0,-7-1 0,0-1 0,-6-5 0,0 7 0,0 4 0,0 4 0,0 2 0,0 0 0,0 5 0,0 1 0,-8 7 0,6 4 0,-4 11 0,4 5 0,4 1 0,2 0 0,2 0 0,7 0 0,-1 0 0,-3-5 0,3-1 0,-1-5 0,6 6 0,6-9 0,0 3 0,0-4 0,-6-2 0,1 0 0,-1-2 0,0-2 0,0-1 0,-1-9 0,-5 3 0,-1-5 0,-5-1 0,-3 0 0,6 0 0,-8 0 0,0 7 0,0 4 0,0 12 0,0-2 0,0 7 0,0-7 0,0 12 0,2-13 0,4 9 0,-3-8 0,9 1 0,1-3 0,-5-2 0,5-2 0,-7-3 0,7 3 0,-3-14 0,1 13 0,1-9 0,-8 6 0,1-5 0,-1 7 0,2-2 0,-4 5 0,6 1 0,-1 7 0,-3 3 0,6 7 0,-1 0 0,1 0 0,-5-1 0,7-5 0,-2 4 0,1-3 0,-3 3 0,-8 2 0,0 0 0,0 1 0,-8 5 0,-3-1 0,-7 1 0,-5 2 0,2-4 0,-7 8 0,-1-8 0,-5 2 0,-1 4 0,1-1 0</inkml:trace>
  <inkml:trace contextRef="#ctx0" brushRef="#br0" timeOffset="176">20719 14580 8912,'0'-17'0,"0"-1"0,0 1 0,-2 0 0,-3 0 0,3 0 0,-4-1 0,4 7 0,0 1 0,-4 3 0,4 1 0,-5 8 0,7 4 0,0 3 0,0 8 0,0 3 0,0 2 0,0-2 0,0 2 0,2-2 0,3-3 0,-3 0 0,4 0 0,2 0 0,-2 1 0,7-9 0,-2-3 0,-1 1 0,1-1 0,3-2 0,1-2 0,2-12 0,0-7 0,-1-2 0,-5-10 0,5 8 0,-5-1 0,-3-3 0,-3 2 0,3 0 0,-2 6 0,0 7 0,-6 2 0,1 16 0,5 4 0,-2 3 0,7 2 0,3 0 0,1 0 0,8-5 0,0-1 0,6-5 0,-6 6 0,7-9 0,-1 3 0,-2-4 0,-1-4 0,-1-2 0,-4-1 0,-1-9 0,-11 5 0,-3-9 0,-4 7 0,-2-1 0,0 7 0,0-7 0,-2 8 0,-2-3 0,-2-1 0,-1 6 0,1-3 0,4 3 0,-6 2 0,16 0 0,3-2 0,5-4 0,1 2 0,0-7 0,0 5 0,1-5 0,-1 5 0,0-6 0,-6 8 0,1-3 0,1-1 0,-3 6 0,1-3 0,-7 3 0,4 4 0,-8 3 0,0 5 0,0 7 0,0 2 0,0 4 0,0 4 0,0 0 0,-8 7 0,-3 0 0,-7 3 0,-4 8 0,0 1 0,-6 6 0,5-1 0,-6 1 0,1 0 0,-7-1 0</inkml:trace>
  <inkml:trace contextRef="#ctx0" brushRef="#br0" timeOffset="177">3149 16574 8912,'-11'0'0,"-1"0"0,-1 0 0,-1-2 0,3-3 0,3 1 0,10-8 0,4-1 0,5-2 0,5-3 0,3 1 0,2 0 0,2 0 0,7 2 0,-1 3 0,-4 4 0,-2 8 0,4-7 0,-1-3 0</inkml:trace>
  <inkml:trace contextRef="#ctx0" brushRef="#br0" timeOffset="178">3252 16970 8912,'-17'9'0,"0"-1"0,0-8 0,7 0 0,5-8 0,10-3 0,14-6 0,16-6 0,1-4 0,12-8 0,5 1 0,-1-8 0,7-2 0</inkml:trace>
  <inkml:trace contextRef="#ctx0" brushRef="#br0" timeOffset="179">4405 15904 8912,'-9'-8'0,"1"-3"0,2-5 0,1-1 0,1 0 0,2 5 0,2 1 0,0 9 0,0 2 0,0 13 0,0 12 0,0 2 0,0 4 0,0 3 0,0 6 0,0-4 0,0 4 0,0-3 0,0-3 0,0-7 0,0-4 0,0 2 0,0-2 0,0-6 0,0-6 0,0-7 0,0 4 0,0-8 0,0 0 0,0-8 0,2 6 0,4-4 0,-4 5 0,13 6 0,-4 1 0,-1 7 0,1-1 0,-5 3 0,6 2 0,-1 0 0,6 6 0,0 0 0,-1-2 0,-5-2 0,5-1 0,-5-1 0,2 0 0,-1 0 0,1 0 0,-7 1 0,5 5 0,-5-1 0,0 7 0,-6-6 0,0 8 0,0-3 0,-2 5 0,-2 1 0,-3-1 0,-3-5 0,4 3 0,-5-8 0,7 5 0,-2-5 0,4 0 0,2-6 0,0 1 0,0-1 0,6 0 0,0 0 0,7 0 0,-1 1 0,3-1 0,2 0 0,2-4 0,4 5 0,-4-11 0,4 10 0,-4 2 0,-1 4 0,-1 2 0,0-2 0,0-4 0,0 6 0</inkml:trace>
  <inkml:trace contextRef="#ctx0" brushRef="#br0" timeOffset="180">4973 16213 8912,'-9'2'0,"3"4"0,-4-4 0,9 5 0,-5-9 0,12-3 0,-5 1 0,5-8 0,-4-1 0,0 0 0,2-1 0,2 3 0,-3-3 0,-1-1 0,-2-2 0,0 0 0,0 5 0,0 1 0,0-3 0,-7 7 0,-3-1 0,-7 10 0,0 4 0,5 5 0,1 12 0,7 4 0,-2 7 0,4 6 0,2 1 0,0-1 0,0-6 0,10 0 0,5-1 0,8-4 0,4-6 0,2-12 0,5-5 0,0-6 0,1-6 0,-3-11 0,-3-12 0,2-5 0,-9-6 0,-6 3 0,-10-3 0,-5 4 0,-1 2 0,-9 1 0,-8 4 0,-10 6 0,-13 12 0,-10-2 0,-7 7 0,-1 2 0,7 10 0,7 3 0,5 9 0,11-1 0,11 0 0,9 0 0,14 0 0,11 1 0,12-1 0,11-8 0,6-3 0,11-4 0,4-2 0</inkml:trace>
  <inkml:trace contextRef="#ctx0" brushRef="#br0" timeOffset="181">5541 15749 8912,'-9'-12'0,"3"1"0,2 5 0,-2-5 0,4 7 0,-3 4 0,10 11 0,-1 7 0,8 5 0,-1 5 0,-1 5 0,5 9 0,-3 4 0,3-2 0,2 1 0,-2-5 0,-3 6 0,3-6 0,-3 4 0,3-2 0,2-3 0,0-11 0,0 5 0,1-7 0</inkml:trace>
  <inkml:trace contextRef="#ctx0" brushRef="#br0" timeOffset="182">6006 15611 8912,'-2'-17'0,"-2"0"0,-4 2 0,-1 3 0,5 5 0,-4 7 0,8 2 0,0 5 0,0 10 0,2 8 0,4 10 0,6 1 0,3 4 0,2 2 0,0 4 0,2 2 0,4-8 0,-4 6 0,4-6 0,-4 6 0,-1-6 0,-1 6 0,0-6 0,0-6 0,1-5 0,-9-8 0,-1 4 0</inkml:trace>
  <inkml:trace contextRef="#ctx0" brushRef="#br0" timeOffset="183">6660 15474 8912,'-10'2'0,"4"3"0,5-1 0,1 8 0,0 1 0,0 10 0,1-2 0,5 8 0,6 3 0,3 6 0,2 1 0,0 6 0,1-4 0,-1 4 0,6-4 0,0 4 0,-2-8 0,-10-3 0,12 0 0,-4-7 0</inkml:trace>
  <inkml:trace contextRef="#ctx0" brushRef="#br0" timeOffset="184">7365 15353 8912,'-17'0'0,"0"0"0,7 0 0,3 8 0,7 4 0,2 5 0,3 6 0,-1 2 0,6 5 0,-1-1 0,1 1 0,1 9 0,7 1 0,-7 0 0,0-6 0,7 1 0,5-1 0,1-2 0,-1-3 0,-3 4 0,4-7 0</inkml:trace>
  <inkml:trace contextRef="#ctx0" brushRef="#br0" timeOffset="185">8036 15233 8912,'-11'-6'0,"1"-1"0,1-1 0,-1 0 0,6 3 0,-3-3 0,7 8 0,0 0 0,0 12 0,0 9 0,7 5 0,5 9 0,-2 7 0,1 4 0,0 3 0,7 3 0,-1-6 0,0 0 0,0-3 0,0 3 0,1-4 0,-1-7 0,0-1 0,0 0 0</inkml:trace>
  <inkml:trace contextRef="#ctx0" brushRef="#br0" timeOffset="186">8811 15010 8912,'-12'0'0,"1"0"0,-1 0 0,3 7 0,3 5 0,4 11 0,2 5 0,0 5 0,0 1 0,2 1 0,4-1 0,-2 2 0,7 4 0,1-1 0,5 6 0,-6-6 0,1 1 0,-1-4 0,6-2 0,1-7 0,-9-2 0,-1-8 0</inkml:trace>
  <inkml:trace contextRef="#ctx0" brushRef="#br0" timeOffset="187">9671 15044 8912,'-7'-21'0,"-5"4"0,-3 3 0,-2 5 0,-1 3 0,1 6 0,0 6 0,2 7 0,3 8 0,-1 6 0,7 7 0,0 8 0,6 4 0,0 2 0,0 0 0,4-4 0,8-2 0,1-4 0,16-9 0,-1-1 0,7-11 0,-1-3 0,1-14 0,-1-4 0,1-7 0,-3-3 0,-3-14 0,-4-3 0,-8-9 0,-2 2 0,-3-8 0,-5 8 0,-7-3 0,-7 5 0,-7 4 0,-5 1 0,-4 2 0,-7 8 0,1-1 0,-4 4 0,-1 7 0,5 3 0,1 8 0,7-7 0,-4-3 0</inkml:trace>
  <inkml:trace contextRef="#ctx0" brushRef="#br0" timeOffset="188">10514 14700 8912,'-11'2'0,"1"4"0,3 5 0,1 6 0,4 6 0,-2 6 0,-1 3 0,1 11 0,10 2 0,-1 7 0,11 3 0,3 3 0,0-3 0,6-3 0,-2-7 0,0-2 0,-6-9 0</inkml:trace>
  <inkml:trace contextRef="#ctx0" brushRef="#br0" timeOffset="189">8983 15525 8912,'-12'6'0,"1"0"0,-2-2 0,-3-2 0,7-2 0,1 0 0,8 0 0</inkml:trace>
  <inkml:trace contextRef="#ctx0" brushRef="#br0" timeOffset="190">9792 15336 8912,'-17'0'0,"-1"0"0,1 0 0</inkml:trace>
  <inkml:trace contextRef="#ctx0" brushRef="#br0" timeOffset="191">11220 14752 8912,'-11'-6'0,"-1"-2"0,-1-1 0,3 5 0,-1-2 0,-1 4 0,-3 4 0,3 4 0,-1 4 0,7 7 0,3 2 0,1 4 0,2-2 0,0 7 0,2-5 0,3 6 0,5-8 0,7 2 0,2-6 0,4-5 0,2 1 0,4-7 0,1-1 0,-7-6 0,-2-5 0,-2-6 0,-3-3 0,-5-2 0,-3-2 0,-8-4 0,-4 2 0,-8-8 0,-1 6 0,-16-5 0,1 5 0,-7-6 0,7 8 0,-1-2 0,8 4 0,-2 2 0,-4-8 0,0-2 0</inkml:trace>
  <inkml:trace contextRef="#ctx0" brushRef="#br0" timeOffset="192">11341 14236 8912,'17'-8'0,"2"-1"0,2-3 0,2 1 0,0-3 0,0 1 0,0 0 0,-2 1 0,-2 3 0,-2-5 0,0 5 0,0 1 0,1 2 0,-1 6 0,-6 0 0,1 0 0,-8 10 0,1 7 0,-3 2 0,-2 12 0,0 5 0,0 8 0,0 0 0,0 2 0,2-2 0,4 2 0,-4 1 0,5-5 0,1 0 0,4 0 0,-3-1 0,3-7 0,-1-7 0,6-4 0,1-10 0,-1-2 0,0-9 0,0-2 0,0-7 0,1-10 0,-1-1 0,0 1 0,-6 0 0,-1 0 0,-2 0 0,-3 7 0,-7 2 0,-3 8 0,-5 8 0,-7 3 0,0 12 0,0 6 0,1 9 0,5 2 0,3 8 0,8-2 0,0 9 0,0 3 0,2-1 0,2-5 0,4-1 0,1 1 0,-5-1 0,2 1 0,-12-6 0,-6 0 0,-12-2 0,-11 1 0,-9 7 0,-17-2 0,-14 3 0,32-27 0,-3-2 0,-10 2 0,-3-1 0,-2-3 0,-1 0 0</inkml:trace>
  <inkml:trace contextRef="#ctx0" brushRef="#br0" timeOffset="193">5438 16505 8912,'-10'20'0,"3"1"0,-1 1 0,-3-1 0,-5 0 0,-1 2 0,6-3 0,-1 2 0,-1-2 0,-3-11 0,-1 6 0,0-5 0</inkml:trace>
  <inkml:trace contextRef="#ctx0" brushRef="#br0" timeOffset="194">6023 16368 8912,'17'-6'0,"0"0"0,-7 1 0,-10 5 0,-4 7 0,-7 5 0,-1 3 0,1 2 0,-1 0 0,8 3 0,-1 2 0,-3-2 0,2 3 0,1-4 0,-3 5 0,-2 3 0</inkml:trace>
  <inkml:trace contextRef="#ctx0" brushRef="#br0" timeOffset="195">6677 16282 8912,'0'11'0,"-2"-1"0,-4-2 0,4-1 0,-3-1 0,-3 3 0,0 9 0,-1-1 0,5 0 0,-2 2 0,4 2 0,2 2 0,0 8 0,0-5 0</inkml:trace>
  <inkml:trace contextRef="#ctx0" brushRef="#br0" timeOffset="196">7348 16162 8912,'-15'7'0,"1"3"0,3-1 0,-1-1 0,1-2 0,0 1 0,-3 3 0,1-4 0,1 5 0,5 1 0,-1-3 0,4 8 0,-5-1 0,1 5 0,4 0 0,0-2 0,0 0 0,-1 4 0,1 5 0,2-3 0,2 0 0,0-8 0</inkml:trace>
  <inkml:trace contextRef="#ctx0" brushRef="#br0" timeOffset="197">7985 15938 8912,'-10'8'0,"1"-6"0,3 3 0,2 3 0,-7-2 0,7 7 0,-2-1 0,4 3 0,2 2 0,0 0 0,0 2 0,0 4 0,0-2 0,0 8 0,0-8 0,0 11 0,0-5 0</inkml:trace>
  <inkml:trace contextRef="#ctx0" brushRef="#br0" timeOffset="198">8759 15852 8912,'-9'8'0,"-7"-6"0,5 3 0,3-1 0,1 0 0,-1 2 0,6 1 0,-6-3 0,3 4 0,-1 1 0,0 3 0,6 5 0,0 2 0,0 4 0,0-2 0,0 8 0,0-6 0,0 3 0,0-1 0,8 6 0,1-4 0</inkml:trace>
  <inkml:trace contextRef="#ctx0" brushRef="#br0" timeOffset="199">9516 15697 8912,'-11'0'0,"-1"0"0,-1 0 0,-2 0 0,-2 0 0,-1 0 0,3 2 0,2 2 0,1 2 0,6 7 0,-3-1 0,1 3 0,4 2 0,3 0 0,1 0 0,0 3 0,0 3 0,0-4 0,0 5 0,0-6 0</inkml:trace>
  <inkml:trace contextRef="#ctx0" brushRef="#br0" timeOffset="200">10188 15577 8912,'0'-11'0,"0"-1"0,0 8 0,0-3 0,0 9 0,0 3 0,0 7 0,-6 9 0,-2 4 0,-1 1 0,-3 3 0,-5 5 0</inkml:trace>
  <inkml:trace contextRef="#ctx0" brushRef="#br0" timeOffset="201">10996 15319 8912,'-2'12'0,"-3"1"0,-7 4 0,-1 6 0,1 4 0,-1 1 0,7 7 0,2-1 0,-5 1 0,-1-1 0</inkml:trace>
  <inkml:trace contextRef="#ctx0" brushRef="#br0" timeOffset="202">25417 13875 8912,'-11'-12'0,"1"1"0,1-1 0,1 1 0,0 0 0,1 7 0,3 0 0,-4 8 0,-1 7 0,-3 12 0,-5 6 0,0 3 0,0 3 0,-1 5 0,1 2 0,2 0 0,3 0 0,5 0 0,7-2 0,0-6 0,2 1 0,3-10 0,13 1 0,8 1 0</inkml:trace>
  <inkml:trace contextRef="#ctx0" brushRef="#br0" timeOffset="203">26364 13926 8912,'0'-17'0,"-2"2"0,-2 2 0,-2 1 0,2-1 0,-5 5 0,-1 0 0,-7 8 0,0 0 0,0 8 0,-1 4 0,1 3 0,0 2 0,6 6 0,1 2 0,0 0 0,1-1 0,5 7 0,-2-2 0,4-3 0,2 3 0,8 0 0,2 5 0</inkml:trace>
  <inkml:trace contextRef="#ctx0" brushRef="#br0" timeOffset="204">27534 13858 8912,'-17'-10'0,"-1"4"0,1 4 0,0 18 0,0 7 0,-2 9 0,-4 8 0,4 2 0,-4 4 0,4 10 0,3-5 0,5 1 0,5-5 0,4 3 0,-5-14 0,-3 6 0</inkml:trace>
  <inkml:trace contextRef="#ctx0" brushRef="#br0" timeOffset="205">28756 13926 8912,'0'-11'0,"-2"1"0,-2 1 0,-2-1 0,-7 7 0,1-3 0,-5 4 0,-6 2 0,2 9 0,-8 7 0,1 7 0,1 3 0,-2-3 0,10 6 0,6 2 0,3 1 0,5 0 0,5-3 0,15 4 0,4-7 0</inkml:trace>
  <inkml:trace contextRef="#ctx0" brushRef="#br0" timeOffset="206">29599 13875 8912,'-6'-12'0,"-1"3"0,-3 1 0,4 4 0,-3 10 0,-1 6 0,1 3 0,-3 4 0,-3 4 0,1 4 0,3-1 0,7 7 0,-2-4 0,4 1 0,2-1 0,-7 3 0,-3-5 0</inkml:trace>
  <inkml:trace contextRef="#ctx0" brushRef="#br0" timeOffset="207">30735 13772 8912,'5'-17'0,"3"1"0,0 3 0,-1 1 0,-1 9 0,-8-5 0,-4 10 0,-5 4 0,-4 5 0,-3 10 0,1 2 0,2 0 0,4 2 0,-3-4 0,8 7 0,1-5 0,5 4 0,0-2 0,0-4 0,0 6 0,0-1 0</inkml:trace>
  <inkml:trace contextRef="#ctx0" brushRef="#br0" timeOffset="208">31561 13651 8912,'-12'-5'0,"1"-3"0,-3 0 0,-1 1 0,4 9 0,1 9 0,0 4 0,1 3 0,-1 1 0,-3 2 0,3 2 0,3-2 0,1 3 0,6 1 0,0 0 0,0 0 0,0-2 0,8 2 0,1 1 0</inkml:trace>
  <inkml:trace contextRef="#ctx0" brushRef="#br0" timeOffset="209">32283 13669 8912,'-19'-2'0,"-2"-2"0,-2-2 0,2 2 0,2 2 0,2 2 0,6 2 0,1 4 0,2 5 0,5 5 0,1 1 0,2 2 0,0 2 0,0 2 0,0 2 0,2-4 0,3 2 0,5 0 0,7-6 0</inkml:trace>
  <inkml:trace contextRef="#ctx0" brushRef="#br0" timeOffset="210">32937 13583 8912,'0'-12'0,"0"1"0,0-3 0,-2 7 0,-3 1 0,-7 6 0,-11 8 0,-5 9 0,-5 9 0,-3 9 0,-4 5 0,3 10 0,-3 7 0,4 8 0,1-4 0</inkml:trace>
  <inkml:trace contextRef="#ctx0" brushRef="#br0" timeOffset="211">1996 18173 8912,'-11'-6'0,"-1"1"0,7-7 0,-7 6 0,10 1 0,2 5 0,10 4 0,5 7 0,4 2 0,2 16 0,4 0 0,2-3 0,1 13 0,7-5 0,-6 4 0,-1-3 0,1-1 0,-2 0 0,3-1 0,-7-4 0,6 3 0,-6-3 0,0-4 0,-6-3 0,-2-2 0,-1-3 0,-3 0 0,-7 0 0,11 0 0,-13-7 0,6-2 0,-16-8 0,-1 0 0</inkml:trace>
  <inkml:trace contextRef="#ctx0" brushRef="#br0" timeOffset="212">2599 18225 8912,'-18'0'0,"1"0"0,0 0 0,0 0 0,-6 0 0,0 0 0,0 9 0,6 8 0,-6 3 0,0 8 0,-6 3 0,6 9 0,-6-2 0,6 8 0,-5-6 0,5 6 0,0-10 0,6-1 0,5-3 0,3-9 0,1-2 0,4-2 0,2-9 0,2-3 0,8-22 0,2-4 0</inkml:trace>
  <inkml:trace contextRef="#ctx0" brushRef="#br0" timeOffset="213">2736 18414 8912,'0'9'0,"0"1"0,0-4 0,0-4 0,0 7 0,0-3 0,0-2 0,0 7 0,0-5 0,0 5 0,0 1 0,0 5 0,0 2 0,2 2 0,2 2 0,2-2 0,1 4 0,-3-2 0,2 0 0,-2 2 0,3-6 0,-1 4 0,0-4 0,1-2 0,-5 0 0,6 0 0</inkml:trace>
  <inkml:trace contextRef="#ctx0" brushRef="#br0" timeOffset="214">2839 18534 8912,'-1'-11'0,"-5"-1"0,4 1 0,-6-6 0,10-1 0,4 1 0,3 8 0,9 3 0,-3 2 0,-4-2 0,5 4 0,-5-3 0,-3 3 0,-1 9 0,-7 5 0,0-2 0,0 1 0,0 2 0,0 10 0,-7-4 0,-3 4 0,1-4 0,3-1 0,-2-7 0,3 1 0,-1-1 0,6 6 0,0 0 0,2-1 0,3-5 0,-1 2 0,8-7 0,-1 2 0,6-4 0,1 1 0,-1-1 0,0 0 0,0 2 0,-5-4 0,-1 3 0,-7 5 0,2 0 0,-12 7 0,-5 0 0,-5 0 0,-1 0 0,0 0 0,-2-5 0,-4-1 0,4-7 0,-14 12 0,6-7 0</inkml:trace>
  <inkml:trace contextRef="#ctx0" brushRef="#br0" timeOffset="215">1859 18190 8912,'-20'6'0,"-1"0"0,-2-2 0,2-2 0,0-2 0,-2 0 0,10 0 0,-2-2 0,5-4 0,4 2 0,8-7 0,6-3 0,9-1 0,10 0 0,13 3 0,6-3 0,9 3 0,3-3 0,-3-2 0,-1 7 0,-3 5 0,1-3 0,0 2 0,-3 3 0,-3 1 0,-4 7 0,-7 1 0,-7 6 0,1-7 0,-8 7 0,2-7 0,-9 7 0,-3-6 0,-7 7 0,3-11 0,1 13 0,-6-13 0,-2-2 0,-10-9 0</inkml:trace>
  <inkml:trace contextRef="#ctx0" brushRef="#br0" timeOffset="216">3304 18122 8912,'-2'9'0,"-4"-3"0,-5-4 0,3-2 0,3 0 0,10 0 0,7 0 0,11 0 0,3 0 0,9 0 0,5-6 0,2-2 0,2-1 0,4-5 0,-6 5 0,-2-3 0,-11 1 0,3-6 0,-5 0 0</inkml:trace>
  <inkml:trace contextRef="#ctx0" brushRef="#br0" timeOffset="217">3425 18414 8912,'-35'9'0,"-3"5"0,3-8 0,7 7 0,16-2 0,5-3 0,10 5 0,9-7 0,9-2 0,19-10 0,6-5 0,11-12 0,10-4 0,8-7 0,-8-6-164,-10-1 0,4-6 0,1 3 0</inkml:trace>
  <inkml:trace contextRef="#ctx0" brushRef="#br0" timeOffset="218">4457 17795 8912,'-11'-17'0,"1"0"0,2-1 0,-3 7 0,3 1 0,1 1 0,-1-1 0,2 6 0,8-3 0,4 9 0,5 3 0,7-3 0,3 4 0,3-2 0,3 2 0,-4-5 0,6 5 0,0-4 0,5-2 0,0 0 0,1 0 0,-1 0 0,1 0 0,-7 2 0,1 4 0,-8 3 0,2 9 0,0 1 0,-4 2 0,-6 3 0,-3 3 0,-4 0 0,-6 2 0,0 7 0,0-7 0,0 7 0,0-7 0,-2 3 0,-4 2 0,-2 1 0,-5-3 0,2-1 0,-3-3 0,-3-12 0,-6 1 0,-4-11 0,-7 1 0</inkml:trace>
  <inkml:trace contextRef="#ctx0" brushRef="#br0" timeOffset="219">4526 18104 8912,'0'-17'0,"-2"2"0,-4 3 0,4-3 0,-5 6 0,7-1 0,9 1 0,8 3 0,3 4 0,10-4 0,5 4 0,3 2 0,10-6 0,-2 1 0,1-3 0,-1 2 0,2 4 0,-8-3 0,0-5 0,2 1 0,2-9 0</inkml:trace>
  <inkml:trace contextRef="#ctx0" brushRef="#br0" timeOffset="220">5197 17726 8912,'0'-17'0,"0"0"0,2-4 0,2 2 0,1 3 0,1 11 0,-6 1 0,0 15 0,-2 10 0,-3 19 0,-5 10 0,-7 7 0,-6 8 0,-2-4 0,0 2 0,0 1 0,-5-7 0,1 6 0,-2-2 0,3 2 0,3-4 0,8-7 0,-1-8 0,1-4 0,6-11 0,-1-7 0,8-2 0,-1-3 0,3 0 0,2-7 0,0-3 0,0-7 0</inkml:trace>
  <inkml:trace contextRef="#ctx0" brushRef="#br0" timeOffset="221">5300 18104 8912,'-7'18'0,"3"4"0,-8 1 0,9 8 0,-3-2 0,4 3 0,2 3 0,-2-1 0,-4 0 0,4-1 0,-3-5 0,3 3 0,2-8 0,0 0 0,0-6 0</inkml:trace>
  <inkml:trace contextRef="#ctx0" brushRef="#br0" timeOffset="222">5524 18104 8912,'-21'0'0,"4"0"0,1 0 0,1 0 0,6 0 0,-5 8 0,8 3 0,1 10 0,5 2 0,5 6 0,3-4 0,2 0 0,3 0 0,2-1 0,3-1 0,1-9 0,4 3 0,-4-6 0,4 1 0,-2-5 0,2-7 0,-4-7 0,4-5 0,0-9 0,-4-3 0,-4-3 0,0-4 0,-7 4 0,-2-1 0,-4 5 0,-2-6 0,-8 8 0,-3-2 0,-10 6 0,-2 6 0,0-3 0,5 9 0,-5-1 0,1 6 0,-1 0 0,5 0 0,1 0 0,0 0 0</inkml:trace>
  <inkml:trace contextRef="#ctx0" brushRef="#br0" timeOffset="223">6023 17726 8912,'-17'-17'0,"0"0"0,-1 0 0,9 7 0,9 2 0,11 8 0,7 0 0,4 0 0,5 0 0,8 0 0,-1-2 0,0-3 0,1 3 0,-1-4 0,-7 4 0,-4 2 0,4 0 0,0 0 0</inkml:trace>
  <inkml:trace contextRef="#ctx0" brushRef="#br0" timeOffset="224">6006 18018 8912,'0'-9'0,"0"-6"0,7 5 0,5-7 0,5 5 0,6 1 0,4-1 0,7-5 0,1 6 0,-1 1 0,-1 3 0,-5 3 0,5-6 0,-6 1 0,7-9 0</inkml:trace>
  <inkml:trace contextRef="#ctx0" brushRef="#br0" timeOffset="225">6643 17589 8912,'-8'-10'0,"6"-5"0,-8 13 0,5-4 0,1 4 0,-8 2 0,9 4 0,-3 7 0,-2 3 0,1 15 0,-1 1 0,0 3 0,3-1 0,5-3 0,0 3 0,0-3 0,0-2 0,0 1 0,1-7 0,5 2 0,4-4 0,7-9 0,0-4 0,0-5 0,1-1 0,-1-7 0,0-5 0,-2-3 0,-3-2 0,1-6 0,-7 0 0,5-8 0,-5 3 0,0-3 0,-6 1 0,-2 1 0,-4-2 0,2 7 0,-7 1 0,-1-4 0,-5 0 0</inkml:trace>
  <inkml:trace contextRef="#ctx0" brushRef="#br0" timeOffset="226">6866 17657 8912,'-7'-9'0,"5"-6"0,-6 13 0,8-6 0,0 8 0,0 8 0,0 1 0</inkml:trace>
  <inkml:trace contextRef="#ctx0" brushRef="#br0" timeOffset="227">7193 17451 8912,'0'-27'0,"0"4"0,0 4 0,0 2 0,2 2 0,4 3 0,3-1 0,9 7 0,1-1 0,2 3 0,4-2 0,1 2 0,1 0 0,2-1 0,-2 3 0,-4-4 0,-4 4 0,4 2 0,-4 0 0,-2 0 0,-6 0 0,1 0 0,-6 8 0,5 3 0,-7 4 0,2 5 0,-4 3 0,-2 5 0,0 7 0,0 5 0,0 4 0,0 7 0,0 3 0,0 3 0,0-2 0,0 8 0,0-7 0,0 1 0,-2-9 0,-2-4 0,-2-2 0,2-4 0,0-9 0,-1-6 0,3-12 0,-13-3 0,5-8 0</inkml:trace>
  <inkml:trace contextRef="#ctx0" brushRef="#br0" timeOffset="228">7383 17778 8912,'-8'-17'0,"6"-1"0,-4 1 0,20 2 0,9 3 0,30-3 0,16 4 0,-21 6 0,3 0 0,9 0 0,1-1 0,-1-2 0,0-2-329,6 0 1,0-2-1,-3-7 1,-2-1-1,0 2 1,-1 0 0</inkml:trace>
  <inkml:trace contextRef="#ctx0" brushRef="#br0" timeOffset="229">9620 16729 8912,'-29'-8'0,"0"-1"0,-1-1 0,-3 3 0,1 1 0,1 0 0,2 2 0,6 8 0,-3 4 0,1 1 0,4 5 0,2 1 0,1 2 0,7 0 0,1 1 0,3 1 0,3 4 0,2 1 0,2 5 0,0-4 0,0 0 0,8-4 0,3 7 0,4-1 0,5 2 0,1-6 0,2-4 0,7 0 0,-1 4 0,-2-4 0,1 4 0,-7-10 0,2-1 0,2-1 0,-2 4 0,-4-1 0,-5-3 0,-5-5 0,-3 5 0,-6-1 0,0 1 0,-10 5 0,-13-5 0,-11-1 0,-12 1 0,2-1 0,-2 1 0,2 3 0,-2-9 0,8-1 0,7-2 0,1 4 0,7 0 0,8-3 0,9-8 0,4-5 0,10-15 0,1-2 0</inkml:trace>
  <inkml:trace contextRef="#ctx0" brushRef="#br0" timeOffset="230">9757 17142 8912,'-9'-18'0,"-5"7"0,7 1 0,-1 1 0,0-1 0,1 6 0,3 1 0,-2 6 0,2 9 0,2 9 0,1 4 0,-3 0 0,-2-1 0,0 5 0,8-4 0,2 0 0,2 0 0,7-3 0,-1-4 0,3-3 0,2-4 0,2-3 0,4-8 0,2 0 0,6-2 0,-3-4 0,3-5 0,-6-4 0,-2-3 0,-6-4 0,-6-1 0,3-8 0,-8 2 0,-8 5 0,-10 1 0,-11-2 0,-6 4 0,-3 4 0,-2 3 0,-1 10 0,1-1 0,5 3 0,0 2 0,10 2 0,2 3 0,0 5 0,15 7 0,-6 0 0</inkml:trace>
  <inkml:trace contextRef="#ctx0" brushRef="#br0" timeOffset="231">10170 17193 8912,'0'12'0,"0"-1"0,0 2 0,0 10 0,-7 4 0,-5 7 0,-3 9 0,-2 2 0,-1 5 0,1 2 0,0-1 0,0 1 0</inkml:trace>
  <inkml:trace contextRef="#ctx0" brushRef="#br0" timeOffset="232">10790 16677 8912,'-10'-7'0,"1"5"0,5-6 0,-2 1 0,0 7 0,5 0 0,-3 9 0,-2 6 0,0 16 0,6 3 0,0 6 0,0 1 0,0 4 0,0 5 0,0 0 0,0-4 0,0 1 0,0-7 0,8 1 0,1-7 0</inkml:trace>
  <inkml:trace contextRef="#ctx0" brushRef="#br0" timeOffset="233">10601 16729 8912,'0'-44'0,"1"4"0,5 4 0,6 1 0,11 8 0,5 5 0,11 8 0,1 3 0,7 5 0,-1-6 0,-4 9 0,-1-3 0,-5 4 0,-2 2 0,-1 2 0,-4 4 0,-12-3 0,-12 9 0,-3-6 0,-2 5 0,-7 3 0,-5 8 0,-11-1 0,-5 8 0,-3-2 0,2 2 0,-3 3 0,5-3 0,-2 1 0,1-1 0,7 1 0,-2-7 0,6 6 0,5-6 0,4 0 0,8-6 0,0 0 0,8 0 0,5-1 0,8-3 0,8-1 0,4-7 0,1 7 0,1-7 0,-1 7 0,-5-6 0,-1 5 0,-7-5 0,2 5 0,-4 1 0,-9 5 0,-4 0 0,-6 0 0,-6 1 0,-11-1 0,-12 0 0,-3 0 0,-3 0 0,-5 2 0,0 4 0,0-4 0,5 4 0,1-9 0,-1-3 0,9-7 0,3 2 0,4-4 0,1-2 0</inkml:trace>
  <inkml:trace contextRef="#ctx0" brushRef="#br0" timeOffset="234">11581 16746 8912,'-5'-11'0,"-1"-1"0,-6 6 0,7-5 0,-3 9 0,4 2 0,-1 12 0,1 9 0,2 0 0,2 7 0,0 3 0,0 1 0,2-3 0,2-2 0,3-1 0,3 1 0,-5-6 0,7 2 0,1-4 0,3-4 0,1-3 0,0-4 0,0-8 0,0-2 0,1-4 0,-1-4 0,0-7 0,0-2 0,1-4 0,-7 4 0,0-4 0,-1-2 0,3 2 0,-3 2 0,-2 2 0,-1 2 0,-1 0 0,-4 5 0,4 1 0,-3 7 0,3-2 0,-4 6 0,4 6 0,3 4 0,1 9 0,0 2 0,-5 2 0,3 5 0,-2-5 0,-1 2 0,-5-2 0,0-2 0,0 8 0,0-8 0,0 2 0,-7 2 0,-5-3 0,-3-1 0,-2-1 0,-8-11 0,-2-1 0</inkml:trace>
  <inkml:trace contextRef="#ctx0" brushRef="#br0" timeOffset="235">11495 16677 8912,'-15'-34'0,"4"0"0,3 7 0,8 4 0,0 10 0,0 1 0,13 3 0,5-3 0,10-1 0,1 7 0,3-2 0,3 3 0,7-5 0,2-7 0</inkml:trace>
  <inkml:trace contextRef="#ctx0" brushRef="#br0" timeOffset="236">12149 16419 8912,'2'-9'0,"4"3"0,-4 4 0,11 10 0,-7 3 0,2 12 0,-5 6 0,3 3 0,-2 3 0,4-1 0,-3 1 0,1 5 0,-6 0 0,0 6 0,0-6 0,0-2 0,0-2 0,-6-3 0,1-5 0,-1-3 0,6-8 0,0-9 0,0-8 0,0-9 0,0-7 0,0-9 0,0-3 0,8 1 0,3-2 0,2 8 0,-1-2 0,5 0 0,0 6 0,1-4 0,4 10 0,0 3 0,-1 2 0,2 5 0,-2 1 0,3 1 0,-1 5 0,0-2 0,-6 7 0,-7 1 0,-4 5 0,-4 2 0,-2 2 0,-2 2 0,-4-2 0,0-2 0,-11-2 0,4 1 0,-10-1 0,2 0 0,-2 0 0,4 0 0,-6 1 0,8-9 0,-1-1 0</inkml:trace>
  <inkml:trace contextRef="#ctx0" brushRef="#br0" timeOffset="237">12528 16781 8912,'9'0'0,"1"0"0,-4 0 0,3 0 0,10-6 0,4 0 0,-2-2 0,8 3 0,-6 1 0,6-8 0,-2 3 0,1-3 0,3-3 0,-8 4 0,-2-5 0,-4-1 0,-6 0 0,-3 6 0,-8-1 0,-8 8 0,-3-2 0,-4 5 0,-4 1 0,-2 1 0,-2 5 0,-2-2 0,2 8 0,4 1 0,-4 10 0,4-4 0,1 4 0,3 2 0,4-2 0,1 5 0,4-5 0,4 8 0,-3-5 0,5 3 0,5 0 0,7-8 0,11 2 0,-2-4 0,8-2 0,-3-6 0,3 1 0,3-8 0,-3 1 0,-4-3 0,8-17 0,-7-4 0</inkml:trace>
  <inkml:trace contextRef="#ctx0" brushRef="#br0" timeOffset="238">13079 16093 8912,'-10'-17'0,"4"-1"0,4 9 0,2 9 0,0 19 0,0 15 0,0 10 0,0 14 0,0 5 0,0 3 0,0 3 0,0 0 0,0 0 0,2-6 0,4 0 0,-4-8 0,6 3 0,-1-7 0,5-5 0,-3-6 0,3-11 0,-1-12 0,6-11 0,-5-4 0,-1-2 0,1-16 0,5-7 0,0-7 0,0-5 0,1-5 0,-1 0 0,-6-8 0,1 3 0,-6 1 0,5-2 0,-5 0 0,5-6 0,-7-7 0,2-4 0,-4-4 0,-2-1 0,0-5 0,0 4 0,2 0 0,1 20 0,3 11 0,0 16 0,-6 19 0,0 16 0,0 16 0,-2 18 0,-4 16 0,-3 6 0,-8 6 0,5-5 0,2 5 0,3-6 0,3-6 0,2-4 0,2-7 0,0 3 0,0-3 0,2-7 0,4-16 0,3-4 0,9-8 0,1-2 0,2-3 0,2-6 0,-2-5 0,5-2 0,3-5 0,-2-4 0,2-7 0,-8 0 0,2 0 0,-4-6 0,-2 0 0,-6 0 0,-1 6 0,-2 0 0,-5-1 0,-6 7 0,-3-1 0,-8 9 0,3-3 0,-10 6 0,-2 6 0,0 3 0,6 8 0,2 2 0,1 2 0,5 4 0,1 2 0,2-6 0,6 2 0,0 2 0,0-2 0,10 0 0,5-8 0,8-2 0,4-1 0,3-8 0,11 1 0,-7-5 0,0-5 0,1-1 0,-8-9 0,-1-5 0,-1-8 0,-8 1 0</inkml:trace>
  <inkml:trace contextRef="#ctx0" brushRef="#br0" timeOffset="239">13079 16557 8912,'-42'-17'0,"13"7"0,0 5 0,16 3 0,5 2 0,10 0 0,6-2 0,9-4 0,15 4 0,14-6 0,6 3 0,5-1 0,3-2 0,3 3 0,-4 3 0,-7-4 0,7-4 0,2 1 0</inkml:trace>
  <inkml:trace contextRef="#ctx0" brushRef="#br0" timeOffset="240">13887 16591 8912,'16'2'0,"-5"4"0,4-2 0,-3 7 0,3-5 0,2 6 0,1-1 0,-1 6 0,2 6 0,4 0 0,-6 0 0,2-4 0,-5 2 0,-1 2 0,-5 0 0,-3-6 0,-3 0 0,-2-5 0,0-1 0,0-15 0,0-1 0,0-16 0,0-8 0,0-9 0,0-2 0,8-6 0,3 6 0,5-8 0,3 4 0,2 0 0,2 4 0,7 4 0,-1 1 0,6 3 0,5 3 0,4 4 0,7 0 0,1-1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613"/>
    </inkml:context>
    <inkml:brush xml:id="br0">
      <inkml:brushProperty name="width" value="0.05292" units="cm"/>
      <inkml:brushProperty name="height" value="0.05292" units="cm"/>
    </inkml:brush>
  </inkml:definitions>
  <inkml:trace contextRef="#ctx0" brushRef="#br0">30477 4969 8912,'9'-17'0,"-1"-1"0,-1 1 0,-5 6 0,6-1 0,0-1 0,-6 3 0,3-1 0,-3 7 0,-2-4 0,-2 8 0,-3 0 0,1 0 0,-8 0 0,-5 6 0,-6 2 0,0 1 0,-2 5 0,-1-5 0,-9 3 0,-5-1 0,0 6 0,-10 1 0,-2-1 0,-1 6 0,-10 0 0,-8 5 0,-9-3 0,-6 2 0,-6 3 0,4 3-199,42-16 1,0 0 0,-2 4 0,1 0 198,-2 2 0,0 0 0,3 1 0,0 0 0,-40 22 0,2-4 0,10-8 0,-1 1 0,10-3 0,8-1 0,11-3 0,15-7 0,8 2 0,4-9 0,2-3 0,7-7 0,3 4 793,7-8-793,0 0 0,0 7 0,0-5 0,0 6 0,7-16 0,3-1 0</inkml:trace>
  <inkml:trace contextRef="#ctx0" brushRef="#br0" timeOffset="1">28945 5313 8912,'0'-18'0,"0"1"0,0 0 0,0 0 0,0 0 0,0 0 0,0 5 0,0 1 0,0-3 0,8 7 0,-6-1 0,5 8 0,-7 0 0,-7 8 0,-5 3 0,-5 12 0,-6 6 0,-6 3 0,-11 2 0,2 7 0,-8-1 0,0 7 0,-4-1 0,3 2 0,1-2 0,7 2 0,-1-8 0,6 4 0,5-10 0,6-1 0,12-10 0,3-10 0,8 4 0,2-5 0,4-1 0,3-3 0,10-8 0,4 0 0,6 0 0,4 0 0,1 0 0,6 0 0,0 0 0,2 0 0,-1 0 0,-5 0 0,4 0 0,-4 0 0,-1 0 0,-1 0 0,1 0 0,-3 0 0,-3 0 0,1 0 0,-7 0 0,0 5 0,-6 1 0,-7 0 0,-2-6 0,-8 0 0,0 0 0,-8 0 0,6 0 0,-13 8 0,13-5 0,-4 9 0,-3-8 0,-1 3 0,-7-7 0</inkml:trace>
  <inkml:trace contextRef="#ctx0" brushRef="#br0" timeOffset="2">30717 6396 8912,'0'-17'0,"2"1"0,2 3 0,2 2 0,-2-3 0,-2-1 0,0 3 0,1 1 0,3-2 0,0 3 0,-6-1 0,8 7 0,-7-4 0,7 8 0,-8 0 0,-2 0 0,-4 0 0,-3 2 0,-8 4 0,-2-4 0,-4 3 0,0 3 0,-12-2 0,5 7 0,-10-1 0,-6 3 0,-4 2 0,-7 0 0,-5 0 0,5 1 0,-6-1 0,-8 0-239,-9 0 0,-4 0 239,-2 1 0,2-1 0,3 0 0,-5 0 0,4 0 0,-2 1 0,5-1 0,7 0 0,3 0 0,6 0 0,0 1 0,15-3 0,2-4 0,10-3 0,7-8 0,4 6 0,8-1 0,0 1 0,7-6 478,3 0-478,7 0 0,7 0 0,-5 0 0,6 0 0,-8 0 0,0 0 0,7 0 0,3 0 0,7 0 0,-7 0 0,5-15 0,-5-4 0</inkml:trace>
  <inkml:trace contextRef="#ctx0" brushRef="#br0" timeOffset="3">29289 6430 8912,'-9'-17'0,"1"0"0,8 0 0,-6-1 0,0 1 0,3 0 0,-7 0 0,1 7 0,-9 5 0,-5 3 0,-3 4 0,-7 5 0,-9 10 0,-2 3 0,-8 8 0,7 7 0,-7 5 0,8 0 0,10-6 0,-1 6 0,1 0 0,1 12 0,5-2 0,5 1 0,3 5 0,-3-1 0,1-3 0,1 3 0,9-3 0,-1-5 0,7-12 0,0-3 0,6-3 0,4 0 0,6-10 0,9-6 0,6-3 0,13 1 0,13-5 0,11 0 0,12-6 0,6 0-1202,12 0 1202,4-8 0,-47 9 0,-1 2 0,50-3 0,-49 2 0,-1 0 0</inkml:trace>
  <inkml:trace contextRef="#ctx0" brushRef="#br0" timeOffset="4">20736 4040 8912,'18'0'0,"-1"0"0,-2-2 0,-3-3 0,-5 1 0,-7-8 0,0 1 0,0-6 0,0 0 0,-2 7 0,-1 2 0,-3 1 0,-8 5 0,5-6 0,-1 1 0,-5 5 0,4-4 0,1 4 0,-1 2 0,-1 0 0,-7 0 0,-2 0 0,-2 0 0,-2 6 0,2-1 0,2 7 0,-8-6 0,-1 1 0,-10-1 0,3-2 0,-3 7 0,2 1 0,-2-3 0,2 1 0,-8-4 0,6-3 0,-6 9 0,7-6 0,-1 5 0,-4-1 0,-2 1 0,4 4 0,2-3 0,4-3 0,1 3 0,1 1 0,0 3 0,7-7 0,4-3 0,4 1 0,2-1 0,5 0 0,1-6 0,7 8 0,-4-7 0,8 15 0,-8-7 0,5 9 0,-9-1 0,6-6 0,-3 1 0,-1 1 0,1 2 0,-1 4 0,-1 4 0,-3-2 0,9 8 0,-3-6 0,2 6 0,2-1 0,-7 7 0,7-1 0,-2 0 0,-1 3 0,1 1 0,2 4 0,2 2 0,-4-6 0,1 2 0,-1-4 0,6-1 0,0-6 0,0-1 0,0-5 0,0 4 0,0-2 0,0-4 0,0-2 0,0-2 0,6-6 0,-1 1 0,1-1 0,-6 7 0,0-1 0,6 0 0,0 0 0,-2 0 0,3 1 0,-1-1 0,0 0 0,-1 0 0,1 0 0,7 0 0,-9-1 0,6-3 0,-1-3 0,1-3 0,-4 7 0,5-3 0,-1-1 0,1 1 0,5-5 0,-5 5 0,6-5 0,4 6 0,2-1 0,-2-1 0,6 3 0,2-7 0,3 7 0,3-1 0,-1-3 0,0 3 0,9-7 0,2 5 0,7-3 0,5-3 0,5-2 0,6-2 0,9 0-195,3 0 1,2 0 194,-1 0 0,-5 0 0,-7 0 0,-2 0-66,-4 0 0,8 0 66,-8 0 0,2 0 0,-8 0 0,-1 0 0,7 0 0,0 0 0,-2 0 0,0-6 0,-3 1 0,-3-7 0,8 7 0,0-7 0,6 6 0,0-5 0,-2 5 0,-4 2 0,-6 2 0,1 2 0,-7 0 0,-3 0 0,-13 0 0,-3 0 0,-3 0 0,7 0 0,-5 0 0,-1 0 191,3 0 1,-1 0-192,3 0 0,-3-1 69,-3-5 0,1 2-69,-7-8 0,6 3 0,-6-3 0,6-7 0,-6 6 0,-2-2 0,-2-6 0,-8 4 0,1-6 0,-3-4 0,3-2 0,1-3 0,-7-3 0,2-1 0,-5-2 0,3-4 0,-2-2 0,4-2 0,-3-6 0,3-7 0,-2-4 0,-4 2 0,3-2 0,3 8 0,-2-3 0,-1 5 0,-5 3 0,0 4 0,0 6 0,0 4 0,0 1 0,-5 7 0,-1-1 0,-5 8 0,5-2 0,0-2 0,4 4 0,-2 4 0,-1 4 0,-1 1 0,-2 3 0,4 1 0,-7 8 0,5 0 0,-5 0 0,-3 0 0,-1 0 0,-2 0 0,0 0 0,-8 0 0,-4 0 0,-3 0 0,-3 0 0,-9 0 0,-7 0 0,-1 0 0,-5 0 0,3 0 0,2 0 0,-1 0 0,-5 0 0,5 0 0,-4 0 0,1-2 0,-1-3 0,-6-5 0,-12-7 0,4 5 0,-5 3 0,-1-1 0,-3 1 0,-6 5 0,-6-2 0,-3 4-190,43 2 1,0 0 0,1 3 0,-1 0 189,0-1 0,1 2 0,-45 7 0,6-5 0,12 0 0,15 1 0,11-5 0,18 4 0,1-2 0,5 1 0,3-3 0,15 6 0,3-8 757,7 0-757,0 0 0,7 0 0,3 0 0,7 0 0,10 2 0,9 2 0,12 1 0,7-1 0,18-2 0,-2-2 0</inkml:trace>
  <inkml:trace contextRef="#ctx0" brushRef="#br0" timeOffset="5">23008 4505 8912,'-17'5'0,"0"1"0,5 0 0,1-6 0,11 0 0,5 0 0,16 0 0,25-8 0,14-3 0,12-5 0,14-1 0,10 0 0,-41 8 0,1-1 0,3-1 0,2-1 0,4-2 0,0-1 0,2 0 0,0 0 0,-1-1 0,-2 1 0,-4 2 0,-1-1-119,-6 2 1,-1 0-1,30-11 119,-25 6 44,-15 7 0,-40 2-44,-7 8 0,-1 0 0,-9 0 0,3 0 0,-3 0 0,3 2 0,1 4 0,-1-4 0,-5 4 0,-2 1 67,-4-1 0,-4 0 0,-7-6 0</inkml:trace>
  <inkml:trace contextRef="#ctx0" brushRef="#br0" timeOffset="6">23507 4161 8912,'-27'-17'0,"2"-1"0,8 1 0,6 0 0,-1 0 0,1 1 0,-6 5 0,-1 3 0,-1 8 0,-6 2 0,-9 4 0,-10 9 0,-13 8 0,-5 8 0,-6-3 0,-7 11 0,0 1 0,7 0 0,6-4 0,5 0 0,7-1 0,8 3 0,14-9 0,5-3 0,11 3 0,5-8 0,7 2 0,9-10 0,8-1 0,10-1 0,6-1 0,9 3 0,4-7 0,3 5 0,3-5 0,1 0 0,5-6 0,1 6 0,6-1 0,-2-1 0,2-2 0,-6 0 0,-1 4 0,-7-4 0,-5 3 0,-11-1 0,-12 2 0,-4 5 0,-10 5 0,-3 1 0,-4 6 0,-2 0 0,-8 0 0,-1-6 0,-8 0 0</inkml:trace>
  <inkml:trace contextRef="#ctx0" brushRef="#br0" timeOffset="7">25193 4264 8912,'6'-17'0,"0"0"0,-2-1 0,-2 1 0,-8 0 0,0 0 0,-7 7 0,1 4 0,3 6 0,-1 8 0,3 9 0,3 10 0,-4 0 0,2 1 0,1 7 0,5 5 0,0-2 0,0-2 0,0-1 0,0-1 0,2-5 0,3 0 0,-1-8 0,6 1 0,-1-4 0,1-7 0,1-3 0,6-8 0,1-8 0,-1-3 0,0-12 0,0-6 0,6-3 0,0-5 0,-2-1 0,-2-2 0,-3 0 0,-5 5 0,3 9 0,-9 3 0,3 6 0,-2 5 0,-4 5 0,5 8 0,-7 7 0,0 9 0,0 10 0,0 5 0,0 3 0,2 1 0,4 4 0,-2-5 0,7-1 0,1-7 0,5-10 0,0-2 0,0-3 0,2-7 0,4-3 0,2-9 0,4-5 0,1-11 0,-7-5 0,6-11 0,-6-1 0,-2 2 0,-2 2 0,-4 3 0,-3 5 0,1-3 0,-7 8 0,0 0 0,-6 14 0,0 3 0,0 14 0,0 9 0,0 10 0,0 5 0,0 2 0,-2 1 0,-4-1 0,4 1 0,-3-3 0,3-1 0,2-3 0,0 1 0,0-2 0,0-4 0,0-12 0,2-7 0,3-16 0,-3-1 0,4-16 0,-4 7 0,0-7 0,2-2 0,1-1 0,1-1 0,-6 5 0,6-5 0,-1 5 0,7 3 0,-6 2 0,7 4 0,-3 2 0,7 7 0,0 4 0,0 6 0,0 6 0,1 5 0,-1 12 0,-6-2 0,1 8 0,-1-2 0,7 1 0,-3 3 0,-2-6 0,-1 0 0,1-1 0,-3-1 0,1-5 0,-5-1 0,5 0 0,1 0 0,5 0 0,8-7 0,2-2 0</inkml:trace>
  <inkml:trace contextRef="#ctx0" brushRef="#br0" timeOffset="8">26433 4144 8912,'-10'-10'0,"-5"2"0,11 8 0,-8 0 0,9 8 0,-3 3 0,4 12 0,2 6 0,0 4 0,0 1 0,0 2 0,0 4 0,6-3 0,-1 3 0,1-2 0,-6 2 0,6-4 0,0 4 0,-3-5 0,-1-6 0,4 1 0,0-7 0,7-8 0,-3-7 0,7-8 0</inkml:trace>
  <inkml:trace contextRef="#ctx0" brushRef="#br0" timeOffset="9">26708 4281 8912,'17'-8'0,"-2"-3"0,-3-4 0,-6 5 0,-12 4 0,-6 5 0,-11 1 0,2 7 0,-7 5 0,-1 5 0,2 6 0,-3 2 0,7 3 0,-2 3 0,2-8 0,4 5 0,-4-5 0,6 8 0,5-2 0,-1-5 0,7-1 0,2-4 0,2-1 0,6-3 0,8-4 0,1-3 0,16-8 0,-1-2 0,7-4 0,-1 2 0,1-7 0,5 1 0,0-1 0,0-4 0,-4 5 0,3-1 0,1-1 0,0 7 0,-6-7 0,-7 1 0,-2-7 0</inkml:trace>
  <inkml:trace contextRef="#ctx0" brushRef="#br0" timeOffset="10">27069 4401 8912,'-11'0'0,"-1"0"0,8 0 0,-5 0 0,3 0 0,4 0 0,-5 2 0,7 4 0,0 6 0,0 9 0,0 3 0,0 3 0,-2 4 0,-4 9 0,4-4 0,-4 4 0,-1-3 0,1-3 0,0 4 0,6-3 0,-6-5 0,1-13 0,-1 0 0,6-9 0,0-8 0,0-9 0,8-14 0,3-6 0,4-5 0,3-7 0,-1-1 0,0-3 0,6 1 0,0 4 0,0 3 0,-6-1 0,0 7 0,0 9 0,1 4 0,-1 7 0,-6 3 0,1 8 0,-8 10 0,1 7 0,3 8 0,-2 9 0,0 3 0,-6 3 0,0-4 0,0 2 0,0-5 0,0-5 0,0-1 0,0 2 0,1-6 0,5-12 0,4 4 0,7-13 0,0 4 0,0-4 0,8-17 0,2-4 0</inkml:trace>
  <inkml:trace contextRef="#ctx0" brushRef="#br0" timeOffset="11">27534 4470 8912,'0'17'0,"0"-5"0,0-1 0,0-5 0,0 6 0,-2-7 0,-4 7 0,2-1 0,-7 6 0,1 6 0,-1 0 0,3 2 0,8-4 0,0 2 0,0-2 0,0 4 0,0-2 0,8-2 0,3-10 0,10-3 0,2-8 0,6 0 0,-6 0 0,0-2 0,-6-4 0,0-7 0,1-8 0,-3 0 0,-4-8 0,-1 6 0,-4-5 0,-4 7 0,3-2 0,-9-2 0,-1 2 0,-7 0 0,5 6 0,-3 0 0,-1-1 0,1 9 0,2 1 0,8 8 0,0 0 0,0 0 0</inkml:trace>
  <inkml:trace contextRef="#ctx0" brushRef="#br0" timeOffset="12">27947 4487 8912,'-17'-9'0,"7"-6"0,-5 13 0,13-14 0,-6 14 0,8-3 0,0 10 0,0 7 0,0 3 0,0 2 0,0 1 0,0-1 0,0 0 0,2 0 0,4 0 0,-4 1 0,4-1 0,3-8 0,1 5 0,7-9 0,0-1 0,0-2 0,1-4 0,-1-3 0,-6-3 0,1-4 0,-3-3 0,3 4 0,1-5 0,-7-1 0,7 0 0,-11 7 0,13 3 0,-11 7 0,8 0 0,1 0 0,2 7 0,3-5 0,-1 4 0,6-4 0,0-2 0,0 0 0,-6 0 0,0-6 0,0 1 0,-1-9 0,-3 3 0,-2-5 0,-1-1 0,1 0 0,-3 0 0,-8 0 0,0-1 0,0 1 0,0 0 0,8 8 0,1-7 0,16 7 0,2-9 0</inkml:trace>
  <inkml:trace contextRef="#ctx0" brushRef="#br0" timeOffset="13">28704 4350 8912,'0'9'0,"0"1"0,0-4 0,0 3 0,0 8 0,0 1 0,0-1 0,0 2 0,0 2 0,0 4 0,0 2 0,-2-6 0,-4 1 0,5-2 0,-5-3 0,4 0 0,2-6 0,0 1 0,0-8 0,0 1 0,0-12 0,0-10 0,2-8 0,4-10 0,3 1 0,8 0 0,0-7 0,1 1 0,5 0 0,0 8 0,0 3 0,1 6 0,-4 6 0,2 6 0,5 3 0,2 8 0,-4 9 0,-2 9 0,-4 8 0,-4 15 0,-1 2 0,-3 1 0,-7 6 0,2-4 0,-6-2 0,-6 2 0,-4-8 0,-22 12 0,-5-6 0</inkml:trace>
  <inkml:trace contextRef="#ctx0" brushRef="#br0" timeOffset="14">27448 4642 8912,'17'0'0,"0"0"0,-7-7 0,-3 5 0,-7-6 0,6 10 0,2 2 0,1 3 0,5 3 0,3 1 0,4 7 0,2-1 0,-2 0 0,4 0 0,-2 0 0,5 1 0,-5-1 0,-2 0 0,-1 0 0,-3 0 0</inkml:trace>
  <inkml:trace contextRef="#ctx0" brushRef="#br0" timeOffset="15">29651 4126 8912,'5'-11'0,"1"-1"0,0-1 0,-1-2 0,1-2 0,-2-1 0,-2 1 0,-2 0 0,0 0 0,0 7 0,0 10 0,0 12 0,2 3 0,2 4 0,1 2 0,-1 2 0,-2 8 0,-2-3 0,0 3 0,0-3 0,0 5 0,0-6 0,0-1 0,0-3 0,0 2 0,0-2 0,0-6 0,0-5 0,0-1 0,0-1 0,0-4 0,0-12 0,0-6 0,0-11 0,2-5 0,4-5 0,1-3 0,5-4 0,3 2 0,-3-8 0,1 8 0,-1-3 0,1 7 0,-7 5 0,5-1 0,-3 9 0,1 6 0,3 5 0,5 12 0,0 4 0,-5 9 0,-1 8 0,-5 2 0,3-4 0,1 2 0,0-2 0,-7-2 0,3-2 0,2-6 0,-2 1 0,-1-1 0,3-1 0,-4-2 0,7-8 0,-5-8 0,5-4 0,-5-10 0,6-7 0,-1-2 0,4 1 0,-1 3 0,-3 2 0,-1 2 0,1 6 0,3 0 0,-9 0 0,9-1 0,-5 9 0,9 5 0,-1 8 0,-6 5 0,1 9 0,-1-7 0,6 1 0,-5-3 0,-1 3 0,1-5 0,5-7 0,0 0 0,0 0 0,1 0 0,-1 0 0,0-7 0,0-5 0,1-3 0,-1-2 0,-6-6 0,1 0 0,-9-2 0,3 2 0,-4 4 0,-2-4 0,-2 4 0,-4 2 0,-5 7 0,-12 4 0,4 5 0,-4 1 0,4 7 0,2 5 0,-1 11 0,1 5 0,6-1 0,1 2 0,3 1 0,3 3 0,2-1 0,2-3 0,7-4 0,5-8 0,5 0 0,6 0 0,6-7 0,11-5 0,-2-3 0,8-4 0,2-3 0,2-7 0,-6-9 0,-4-2 0,-4-7 0,-2 1 0,-1-1 0,-4 1 0,-6-2 0,-12 8 0,-3-7 0,-8 1 0,0-1 0,0 1 0,0 4 0,0 8 0,-6 0 0,0 0 0,-7 7 0,1 4 0,3 4 0,-3 2 0,7 0 0,-5 2 0,2 4 0,5 5 0,-5 5 0,2 1 0,0 2 0,6 4 0,0-2 0,0 8 0,0-6 0,0 5 0,0-7 0,2 2 0,2-4 0,2-2 0,7 1 0,-3-3 0,7-4 0,0-3 0,1-8 0,-1-8 0,0-3 0,0-6 0,0-6 0,-5 2 0,-1-8 0,-7 6 0,2-5 0,2 7 0,-3-2 0,1 4 0,-6 1 0,0 1 0,0 0 0,0 7 0,2 3 0,2 9 0,1 3 0,3 5 0,-2 7 0,3-2 0,9-3 0,-1-4 0,0-8 0,0 0 0,0 0 0,1 0 0,-1 0 0,0-2 0,0-4 0,-1 2 0,-5-7 0,-1 7 0,-5-2 0,-3 2 0,4-2 0,-4 5 0,-2-5 0,0 12 0,0-3 0,0 9 0,6-1 0,-1 7 0,-1-1 0,-2-6 0,-2 1 0,0-7 0,0 7 0,2-8 0,4 1 0,-2-3 0,7-4 0,2-3 0,-3-5 0,1-7 0,-1-2 0,2-4 0,3 4 0,-4-4 0,5-2 0,1 2 0,-2 2 0,-3 2 0,3 8 0,-4-1 0,5 8 0,1-3 0,0 7 0,0 7 0,0 5 0,1 3 0,-1-4 0,0 1 0,0-3 0,0 3 0,1-4 0,7-1 0,1 3 0</inkml:trace>
  <inkml:trace contextRef="#ctx0" brushRef="#br0" timeOffset="16">31027 4040 8912,'-7'-17'0,"-3"0"0,-1 2 0,1 1 0,0 5 0,1 1 0,-1 6 0,-1 12 0,5 11 0,4 9 0,0 3 0,-2 11 0,-1-2 0,1-4 0,2 4 0,2-2 0,0-2 0,0-1 0,2-9 0,2-1 0,3-4 0,3-8 0,1 1 0,7-11 0,1-1 0,4-10 0,-2-3 0,5-8 0,1-2 0,0-4 0,-6-2 0,2-4 0,-4-3 0,-2 3 0,-1 2 0,-5-1 0,2 1 0,-7-2 0,0 4 0,-6 8 0,0 6 0,0-1 0,-2 10 0,-2 2 0,-2 10 0,-5 11 0,5 2 0,-5 7 0,5-1 0,0 4 0,6 1 0,2-5 0,4-1 0,4-7 0,7 2 0,0-9 0,0-3 0,0-7 0,1 2 0,5-6 0,-1-6 0,0-8 0,-3-7 0,-8 0 0,1-7 0,-9 5 0,3-6 0,-4 2 0,-2-1 0,-2 3 0,-4 8 0,-3 1 0,-8 5 0,-1 5 0,1-1 0,0 1 0,0 0 0,0 6 0</inkml:trace>
  <inkml:trace contextRef="#ctx0" brushRef="#br0" timeOffset="17">31561 4092 8912,'-8'-10'0,"-2"-5"0,-1 13 0,0-4 0,7 5 0,-4 2 0,8 5 0,0 4 0,0 7 0,0 0 0,0 0 0,6 6 0,0 0 0,5 0 0,-5-6 0,1 1 0,-1-1 0,-4 0 0,4 0 0,3 0 0,-7-9 0,4-8 0,-4-8 0,-2-9 0,0-6 0,0 0 0,2-7 0,4 1 0,1-2 0,5 3 0,1-3 0,-5 8 0,-1 2 0,1 2 0,5 10 0,-1 3 0,-3 4 0,3 2 0,-3 2 0,3 4 0,3 3 0,-3 8 0,-3 1 0,3-1 0,-1 0 0,6 0 0,-5-5 0,-1-3 0,3-1 0,-7-2 0,1-6 0</inkml:trace>
  <inkml:trace contextRef="#ctx0" brushRef="#br0" timeOffset="18">31888 3886 8912,'0'11'0,"0"1"0,0 1 0,0 2 0,0 2 0,0 1 0,0-1 0,2 0 0,3 0 0,-1-5 0,8-1 0,-1-7 0,6 2 0,1-4 0,-1-2 0,2 0 0,4 0 0,-4-10 0,6-7 0,-2-10 0,0-5 0,-2 3 0,-10 0 0,4 1 0,-3-7 0,-3 3 0,3 3 0,-2-1 0,1 7 0,4-8 0,-5 4 0</inkml:trace>
  <inkml:trace contextRef="#ctx0" brushRef="#br0" timeOffset="19">32387 3817 8912,'-12'0'0,"1"0"0,-3 0 0,7-2 0,1-4 0,4 2 0,2-7 0,0-1 0,0-5 0,0 0 0,0 0 0,2 0 0,4 0 0,-4-1 0,7 3 0,-3 4 0,-4 3 0,6 8 0,-10 2 0,-2 5 0,-2 11 0,-5 1 0,5 9 0,-6-5 0,7 6 0,-1-2 0,6 1 0,0 5 0,0-4 0,0-5 0,0-1 0,0-4 0,8-3 0,3-5 0,4-3 0,3-8 0,-1-2 0,2-4 0,2-7 0,2-8 0,0 0 0,-6-8 0,0 0 0,0-5 0,-1 5 0,-5 1 0,3 1 0,-9-2 0,-1 6 0,-2 4 0,-2 2 0,0 0 0,0 7 0,0 3 0,0 9 0,0 3 0,0 7 0,0 3 0,0 2 0,0 1 0,0-1 0,0 0 0,0 0 0,0 0 0,6-5 0,-1-1 0,9-7 0,-3 2 0,5-4 0,1-2 0,0-2 0,0-4 0,0-2 0,1-3 0,-1-4 0,0 1 0,0-5 0,1-4 0,-1 2 0,0 10 0,-6-5 0,1 5 0,-8 1 0,1-1 0,-3 7 0,-2-2 0,0 12 0,0 6 0,2 5 0,2 4 0,4 2 0,1-2 0,-3 4 0,6-2 0,-3 1 0,3-1 0,3-4 0,-4 4 0,-3-4 0,0-1 0,-10-3 0,-4-4 0,-6 3 0,-10-9 0,2 1 0,-3-6 0,4-2 0,2-3 0,0-13 0,0-8 0</inkml:trace>
  <inkml:trace contextRef="#ctx0" brushRef="#br0" timeOffset="20">33092 3611 8912,'-9'1'0,"3"5"0,4-4 0,-6 6 0,7-1 0,-7 3 0,8 7 0,-2 0 0,-2 1 0,-2-1 0,1-6 0,5 1 0,0-1 0,0-1 0,0-3 0,0-7 0</inkml:trace>
  <inkml:trace contextRef="#ctx0" brushRef="#br0" timeOffset="21">33092 3490 8912,'8'-17'0,"-6"6"0,4-1 0,3 8 0,1-5 0,7 3 0,-6 4 0,1-4 0,-1 6 0,7 4 0,-1 4 0,0 1 0,-2-3 0,-3 6 0,3-3 0,-4 3 0,3 3 0,-3-4 0,3-1 0,-9 1 0,1-5 0,-6 6 0,0-7 0,0 7 0,0-7 0,0 7 0,0-1 0,0 7 0,2-3 0,4-4 0,-2-1 0,7-4 0,-5-5 0,5 5 0,-5-4 0,6-2 0,-1 0 0,-1-8 0,-10 1 0,-12-5 0,3-1 0,-3 7 0,1-5 0,-7 5 0,7-5 0,-1 5 0,7-2 0,-5 3 0,3-7 0,1 4 0,6-7 0,7 8 0,5-5 0,9 4 0,2 8 0,6 0 0,-6 0 0,5 0 0,-5 0 0,0 2 0,-6 4 0,0 4 0,1-1 0,-3 6 0,-4-3 0,-1-3 0,-4 3 0,-4-8 0,5 11 0,-7-13 0,6 4 0,0-12 0,1 2 0,-3-7 0,4-3 0,1-1 0,1-2 0,2 0 0,3-1 0,-4 1 0,-1 0 0,1 0 0,1 7 0,5 5 0,0 3 0,0 2 0,1 2 0,-1 3 0,8 12 0,-6 3 0,5 3 0</inkml:trace>
  <inkml:trace contextRef="#ctx0" brushRef="#br0" timeOffset="22">31406 4883 8912,'-12'0'0,"1"0"0,-3 0 0,-1 0 0,-2 0 0,0 0 0,5-2 0,1-4 0,7-3 0,-4-3 0,10 3 0,4 1 0,5 4 0,11 2 0,0 2 0,7 0 0,-4 2 0,0 4 0,0 5 0,-2 7 0,-6 4 0,-2-2 0,-3 3 0,1-2 0,-7 0 0,-2 1 0,-3-1 0,-1-1 0,0-3 0,-7-6 0,-5-1 0,-3-3 0,6-3 0,3-9 0,-2-7 0,2-11 0,3 2 0,8-8 0,5 1 0,7-7 0,2 1 0,4 0 0,-2 7 0,8 4 0,0-4 0,5 1 0</inkml:trace>
  <inkml:trace contextRef="#ctx0" brushRef="#br0" timeOffset="23">31870 4763 8912,'-7'-10'0,"-3"2"0,-7 8 0,0 0 0,0 0 0,-1 2 0,1 4 0,0 9 0,0 8 0,0 6 0,-1-6 0,3 7 0,4-1 0,1-2 0,6-1 0,-2-1 0,3-4 0,3-9 0,5-7 0,-1-3 0,8-2 0,-1-2 0,6-3 0,2-11 0,4-6 0,-3-7 0,3 6 0,-4-2 0,-2 2 0,0 10 0,0-4 0,-1 3 0,-3-1 0,-2 4 0,3 5 0,-5 4 0,3 2 0,-6 0 0,3 2 0,1 4 0,-1 5 0,-5 4 0,2 2 0,3 1 0,3-1 0,-3-6 0,3 1 0,-1-8 0,7 1 0,-1-3 0,0-2 0,0 0 0,0-7 0,1-3 0</inkml:trace>
  <inkml:trace contextRef="#ctx0" brushRef="#br0" timeOffset="24">32318 4281 8912,'-10'0'0,"-5"0"0,7 8 0,-3 3 0,-2 20 0,7 9 0,-8 11 0,3 13 0,3 4 0,3 13 0,3-5 0,2-7 0,0-4 0,0-8 0,7-2 0,5-16 0,3-7 0,2-7 0,2-14 0,2-5 0,4-4 0,2-2 0,2-10 0,5-7 0,1-8 0,-1-9 0,0 0 0,1-1 0,-7-5 0,1 0 0,-10-2 0,-1 2 0,-3 5 0,-9 1 0,-1 7 0,-5 10 0,-2 8 0,-3 3 0,-7 8 0,-11 9 0,4 8 0,-6 18 0,2 1 0,0 2 0,2 6 0,10-6 0,3 0 0,8-6 0,2 1 0,4-1 0,11-7 0,12-4 0,11-12 0,6-5 0,-2-4 0,2-2 0,-2-10 0,2-7 0,-10 0 0,-7-6 0,-14-4 0,2-1 0,-19-5 0,0-1 0</inkml:trace>
  <inkml:trace contextRef="#ctx0" brushRef="#br0" timeOffset="25">32301 4763 8912,'-27'7'0,"2"-5"0,8 4 0,7-4 0,10-4 0,16-4 0,10-5 0,13-7 0,20-6 0,12-9 0,13-5 0,-35 14 0,3 0 0,5 2 0,1-2-415,1-4 0,0-1 0,5-1 0,0-1 0,1-4 0,0 1 0</inkml:trace>
  <inkml:trace contextRef="#ctx0" brushRef="#br0" timeOffset="26">11857 13823 8912,'7'10'0,"5"-4"0,-3-6 0,3-6 0,-6 2 0,3-7 0,1-3 0,-1-1 0,1-2 0,3 0 0,-1-1 0,1 1 0,-3 6 0,-1-1 0,1 1 0,-1 1 0,-3-3 0,6 7 0,-9-2 0,5 5 0,0-3 0,-6 0 0,5 6 0,-7 0 0,-2 0 0,-3 0 0,-7 0 0,-3-6 0,-2 1 0,-2-1 0,-4 6 0,-4 0 0,-8 0 0,3 0 0,3 0 0,-3 0 0,3 0 0,-2 0 0,3 0 0,-10 0 0,3 0 0,-3 0 0,3 0 0,-1 6 0,-4-1 0,-4 7 0,-8-6 0,1 1 0,-1-3 0,0 4 0,1 1 0,1 1 0,4 1 0,-2 5 0,8-5 0,2-1 0,9 1 0,-3 1 0,3 5 0,-3-6 0,-3 1 0,1 1 0,-1 2 0,-1 2 0,-4 1 0,9-3 0,-3-4 0,9 5 0,-4-5 0,14 3 0,-2-3 0,11 4 0,-2-11 0,8 8 0,-1-1 0,-5-1 0,4 5 0,-4-4 0,4-1 0,2 1 0,-5 7 0,-1 4 0,-6 3 0,7-2 0,-7 4 0,6 5 0,1-1 0,-3-2 0,6-1 0,-4 7 0,3-1 0,-3 0 0,4-1 0,-4-4 0,4 3 0,2-3 0,0-3 0,0 3 0,0 0 0,0 5 0,2 1 0,4-1 0,-4 8 0,4 4 0,-5-2 0,-1 2 0,0-8 0,0 2 0,0 2 0,0-2 0,0 0 0,0-5 0,6-1 0,0 0 0,-2 1 0,-2-1 0,-2-1 0,0-5 0,0 3 0,0-8 0,0 7 0,0-1 0,0-2 0,0-1 0,0-1 0,0-4 0,0 4 0,0-2 0,0 0 0,0-6 0,0 0 0,0 1 0,2-1 0,3 0 0,-3 0 0,6 0 0,-8 1 0,0-1 0,0 0 0,6-6 0,-1 1 0,1-6 0,-6 5 0,0-7 0,0 3 0,6-5 0,0 4 0,-1-2 0,-3 6 0,4-3 0,-4 1 0,4-2 0,1-3 0,-1 9 0,5-6 0,-5 5 0,8-5 0,-3 5 0,-1-7 0,1 2 0,1 1 0,5 1 0,0 0 0,0-1 0,0-1 0,1-6 0,5 0 0,-1 0 0,7 0 0,-6 0 0,8 0 0,-3 0 0,-1 0 0,2 0 0,0 0 0,5 0 0,0 0 0,1 0 0,-7 0 0,1 0 0,0 0 0,5-2 0,1-2 0,-1-1 0,0-3 0,1 2 0,5 2 0,0-7 0,6 5 0,-6-5 0,8 5 0,-2-5 0,2 5 0,0-4 0,-4 3 0,-2 3 0,-2-4 0,-6 2 0,1-5 0,-1 5 0,-2-1 0,-3 1 0,-4 4 0,-8-4 0,0 4 0,1 2 0,-7 0 0,-1-2 0,-1-1 0,1-3 0,-4 0 0,5 6 0,-7 0 0,3 0 0,-7-8 0,2 5 0,4-9 0,-4 1 0,4-6 0,-4-1 0,-2 1 0,5 0 0,1 0 0,0-6 0,-6 0 0,6-8 0,-1 3 0,1-7 0,-4-5 0,2-4 0,2 0 0,-1-3 0,-5 6 0,2-4 0,4 4 0,-4-6 0,4 1 0,-4 4 0,-2 2 0,0-2 0,0 0 0,0 0 0,0 0 0,0-4 0,0 6 0,1-2 0,5 1 0,-4 5 0,4-4 0,1 4 0,-1 1 0,2 7 0,-4-1 0,3 0 0,3 3 0,-6-1 0,1 4 0,-1 4 0,2-4 0,-4 4 0,4 2 0,-4 0 0,-2-1 0,0 1 0,0 0 0,0 0 0,0 0 0,0-1 0,0 1 0,0 6 0,0-1 0,0 1 0,0-6 0,0-1 0,0 1 0,0 0 0,5 0 0,1 0 0,0-1 0,-6 1 0,0 8 0,0-7 0,0 7 0,0-8 0,0-1 0,0 1 0,0 0 0,0 6 0,0-1 0,-6 6 0,0-5 0,1 7 0,5-11 0,-2 11 0,-2-7 0,-2-3 0,0 5 0,6-3 0,-2 6 0,-3-5 0,3 5 0,-4-5 0,-2 5 0,1-5 0,-3-3 0,6 5 0,-1-3 0,-5 8 0,6-9 0,-7 7 0,7 1 0,-11-1 0,3 0 0,5 0 0,-9 6 0,12 0 0,-7 0 0,5-5 0,-5-1 0,5 0 0,-5 6 0,-3 0 0,-1-6 0,-2 1 0,-1-1 0,1 6 0,-8-2 0,-3-4 0,-12 4 0,-6-3 0,-14 10 0,-12 9 0,-18 7 0,37-8 0,-1 2 0,-4 5 0,-1 1 0,-4-3 0,-2 0 0,0 3 0,0 0 0</inkml:trace>
  <inkml:trace contextRef="#ctx0" brushRef="#br0" timeOffset="27">15040 13909 8912,'-17'0'0,"0"0"0,0 0 0,0 0 0,7-7 0,4-5 0,4 5 0,2-9 0,0 14 0,2-7 0,4 3 0,4 4 0,7-4 0,-4 4 0,4 2 0,-1-7 0,12-5 0,1 1 0,7-4 0,4-6 0,6-4 0,6-4 0,5-5 0,14-10-235,-29 18 1,2 0 0,3-1 0,2-1 234,5-6 0,1-1 0,1 2 0,1-1 0,3-6 0,0 0 0,0 3 0,0-1 0,1-2 0,-1 0 0,-3 7 0,-1 1 0,-2 0 0,1 1 0,-3 3 0,1 1 0,-2 1 0,1 0 0,2 0 0,1 1 0,0-1 0,-1 0 0,0 1 0,-1 0 0,-4 2 0,0 1 0,6-4 0,3 2 0,1 1 0,2 0 0,6-5 0,2-1 0,7-2 0,1 1 0,-2-1 0,1 0 0,-2 3 0,1-1 0,6-1 0,2 1 0,6 0 0,0 1 0,2-2 0,2 0-324,-29 11 1,2 0 0,-1 0 0,0-1-1,-1 0 1,2-1 323,4-2 0,1 0 0,0 0 0,-3 1 0,0-1 0,1 1 0,-1 1 0,2 0 0,-2 0 0,-1-1 0,0-1 0,0 1 0,1 2 0,1 0 0,-1-1 0,-4 1 0,0-1 0,-1 1-297,27-9 0,-1 1 1,0 4-1,0 2 297,-2 2 0,-2 0 0,-2 1 0,-1 0 0,-4-2 0,-1 2 0,-8 3 0,-1 1-151,4-2 1,0 0 0,-8 2 0,-2 1 150,-1 0 0,-2-1 0,-1-1 0,-1 0 0,-2 2 0,-1 1 0,2-1 0,1 1 31,-1 2 1,1-1 0,-2 2 0,-1-1-32,-5 0 0,-1-1 0,40-3 615,-7-8 0,-9 14-615,3-8 0,1 11 0,-1 0 0,-3-2 0,-8 3 0,-7-1 0,-13 6 0,-8 0 666,-5 0 0,-10 0-666,2 0 0,-10 0 445,-1 0 1,-7 0-446,7 0 697,-8 0-697,3 0 388,-7 0-388,0 0 0,8-2 0,3-4 0,-3-3 0,7-16 0,-5-2 0</inkml:trace>
  <inkml:trace contextRef="#ctx0" brushRef="#br0" timeOffset="28">22698 10677 8912,'-5'-19'0,"-1"-2"0,2-2 0,4 0 0,6 6 0,9 7 0,10 5 0,0 3 0,0 2 0,5 9 0,-1 8 0,1 12 0,-1 9 0,2 6 0,-8 8 0,5 5 0,-5 0 0,-2 3 0,-9-3 0,-5 2 0,-7 4 0,-3 4 0,-11-6 0,-13 2 0,-9 0 0,-12-15 0,-3 9 0,-11-13 0</inkml:trace>
  <inkml:trace contextRef="#ctx0" brushRef="#br0" timeOffset="29">24729 10161 8912,'9'-29'0,"-3"1"0,-4-3 0,-4-1 0,-4-3 0,-5 3 0,-4 3 0,-3 6 0,-4 4 0,-3 4 0,-2 4 0,-4 5 0,5 4 0,-1 4 0,2 5 0,4 11 0,2 6 0,2 13 0,1 3 0,5 6 0,3 5 0,8 7 0,0 7 0,0 7 0,0-1 0,0 3 0,0-3 0,2 0 0,2 1 0,2 3 0,5-10 0,-5-14 0,5-1 0,-5-10 0,7 0 0,-1-5 0,-4-14 0,-3-4 0,-3-19 0,-2 0 0</inkml:trace>
  <inkml:trace contextRef="#ctx0" brushRef="#br0" timeOffset="30">24195 10763 8912,'-19'-17'0,"2"5"0,11 1 0,4 7 0,4-6 0,16 7 0,8-5 0,7-2 0,9 1 0,4-3 0,9-3 0,3 4 0,-1-3 0,-5 3 0,-8-4 0,5 5 0,-5-7 0</inkml:trace>
  <inkml:trace contextRef="#ctx0" brushRef="#br0" timeOffset="31">24780 10643 8912,'0'-18'0,"0"1"0,0 0 0,8 2 0,4 3 0,11 5 0,5 7 0,-1 0 0,2 0 0,-3 9 0,3 8 0,-4 8 0,-8 10 0,-2-1 0,-3 0 0,1 1 0,-7-1 0,-2 0 0,-10 1 0,2-6 0,-7-1 0,-1-7 0,-5 2 0,0-6 0,0-5 0,5-5 0,3-8 0,1-5 0,4-6 0,2-11 0,2-5 0,2-10 0,4-3 0,4 1 0,7 6 0,6-6 0,0 0 0,5 1 0,-5 11 0,6-3 0,-6 8 0,8 6 0,-5 8 0,3 1 0,0 4 0,-8 2 0,2 2 0,1 6 0,-1 0 0,0 7 0,-5-1 0,-1 3 0,0 2 0,-7-6 0,-3 1 0,1 1 0,-8 1 0,0-3 0,-2 4 0,-10-3 0,1-3 0,-6 3 0,5-1 0,1 7 0,1-7 0,-1 0 0,3 1 0,8 5 0,0 0 0,8-7 0,1-4 0,9-12 0,-1 0 0,0-11 0,0 4 0,0-10 0,-5 4 0,-3 1 0,-1 1 0,-4 0 0,-2 0 0,-2 0 0,0-1 0,-2 9 0,-4 3 0,4 4 0,-13 2 0,15 0 0,0 0 0,0 0 0,23 0 0,-4 0 0</inkml:trace>
  <inkml:trace contextRef="#ctx0" brushRef="#br0" timeOffset="32">25744 10608 8912,'-2'-15'0,"-3"3"0,3-3 0,-6 11 0,8-7 0,0 7 0,0-4 0,0 10 0,0 4 0,0 0 0,0 11 0,0-4 0,0 10 0,0-2 0,0 0 0,0 2 0,0-2 0,0 4 0,0-2 0,0 0 0,0-6 0,0-5 0,0-1 0,2-1 0,4 1 0,-4 4 0,5-20 0,-7-1 0,6-9 0,0-8 0,5 2 0,-5-8 0,5 6 0,-5-6 0,7 3 0,-3-3 0,1 6 0,1 4 0,-6 8 0,5-1 0,-5 8 0,5-1 0,-5 3 0,6 2 0,-9 2 0,5 1 0,-2 7 0,0 5 0,-1-1 0,-5 8 0,0-2 0,0-3 0,0 0 0,0 0 0,0-5 0,0-1 0,0 2 0,0-5 0,0 0 0,0-10 0,0-4 0,8-3 0,3-9 0,-1-5 0,1 0 0,-1-5 0,1 5 0,5 0 0,-5 6 0,5 0 0,1 1 0,0 5 0,0 3 0,0 8 0,-5 2 0,-1 4 0,1 3 0,3 9 0,-2 1 0,-1 4 0,-3-2 0,3 7 0,3-5 0,-3 6 0,3-8 0,2 2 0,0-4 0,8-2 0,2 0 0</inkml:trace>
  <inkml:trace contextRef="#ctx0" brushRef="#br0" timeOffset="33">26759 10367 8912,'-42'-7'0,"6"5"0,-4-4 0,4 6 0,1 6 0,-1 5 0,-4 5 0,11 1 0,0 0 0,10 0 0,8 0 0,3 6 0,8 0 0,0 0 0,2-6 0,4-1 0,5-5 0,10 4 0,2-3 0,6 1 0,-6-1 0,7 3 0,-1-4 0,-2-1 0,2 1 0,-8 1 0,2 5 0,-4 0 0,-2 1 0,6-1 0,0 0 0,-6 2 0,-6 4 0,-7-4 0,2 4 0,2-2 0,-3 2 0,-1-2 0,-10 6 0,-5-3 0,-4-2 0,-3-9 0,1-2 0,0-1 0,0 1 0,0-3 0,-8-16 0,-2-1 0</inkml:trace>
  <inkml:trace contextRef="#ctx0" brushRef="#br0" timeOffset="34">27310 10660 8912,'-7'-23'0,"-3"-2"0,-2 0 0,1 0 0,0 8 0,-7 6 0,-5 5 0,0-4 0,2 3 0,2 3 0,2 4 0,0 6 0,2-3 0,3 9 0,-3-1 0,3 7 0,3 5 0,-3-1 0,8 7 0,-1-6 0,3 0 0,2-6 0,0 0 0,0 1 0,0-1 0,0-6 0,0 1 0,7-9 0,5 3 0,3-4 0,2-4 0,1-2 0,-1-1 0,0-9 0,0 3 0,0-4 0,1-3 0,-1 1 0,0 0 0,-2 5 0,-3 1 0,1 5 0,-7-5 0,7 7 0,-3-4 0,7 8 0,-5 8 0,-1 3 0,-5-1 0,5 1 0,-1 1 0,1 5 0,5-5 0,-5-1 0,10-5 0,2 5 0,2-7 0,-4 4 0,2-3 0,-2 1 0,4 0 0,-2-6 0,0-8 0,2-1 0,1-8 0</inkml:trace>
  <inkml:trace contextRef="#ctx0" brushRef="#br0" timeOffset="35">27706 10608 8912,'-10'-17'0,"-5"0"0,13 0 0,-5 7 0,7 2 0,0 10 0,0 4 0,5 4 0,3 7 0,0 0 0,-1 0 0,1 6 0,-2 0 0,-4 6 0,3-6 0,-3 0 0,-2-6 0,0 6 0,0 0 0,0-2 0,0-2 0,0-2 0,0 0 0,-7 0 0,5-7 0,-6-10 0,10-10 0,2-9 0,1-4 0,9-2 0,-3-5 0,5 1 0,1-1 0,0-1 0,0 2 0,0-1 0,1 7 0,-3 6 0,-4 5 0,5 8 0,-5-1 0,-1 3 0,-1 4 0,-1 3 0,-4 7 0,0 5 0,1 6 0,-3-4 0,4 4 0,-4-2 0,-2 2 0,0-10 0,0 5 0,0-5 0,0 4 0,0-7 0,0-3 0,2-9 0,4-3 0,-3-5 0,9-7 0,-1-6 0,7 0 0,-7-6 0,0 5 0,1-1 0,-3 0 0,7 2 0,-5 6 0,-1 5 0,1 1 0,-5 7 0,6-2 0,-1 4 0,4 10 0,-3 4 0,1 3 0,-5 2 0,-1 2 0,1 4 0,5-10 0,-1 5 0,3-7 0,2 0 0,6 3 0,0-8 0,0-1 0,-6-5 0,6-2 0,0-3 0,-2-7 0,-1-3 0,-3-4 0,0-4 0,-2 2 0,-3-8 0,1 6 0,-7-5 0,5-1 0,-5-3 0,-2 1 0,-2 2 0,-2 8 0,0-2 0,0 10 0,0 2 0,0 7 0,0 0 0,0 13 0,0 9 0,-2 16 0,-4 0 0,2 18 0,-5 0 0,-1 3 0,1 4 0,-1 0 0,-1 4 0,1 2 0,4-7 0,4 1 0,-3-2 0,3-3 0,2 3 0,-6-5 0,0-7 0,2-4 0,3-5 0,1-7 0,0-1 0,0-13 0,0 3 0,0-13 0,0 1 0,0-12 0,0-18 0,0-13 0</inkml:trace>
  <inkml:trace contextRef="#ctx0" brushRef="#br0" timeOffset="36">28239 10488 8912,'0'-35'0,"0"1"0,0 2 0,0 3 0,2-2 0,4 8 0,11 0 0,12 6 0,5 2 0,7 4 0,8 3 0,9 8 0,-5 2 0,-5 4 0,-2 5 0,-12 12 0,-3 4 0,-14 7 0,-7 2 0,-5 4 0,-5-3 0,-5 3 0,-7-4 0,-11-1 0,2-1 0,-8 2 0,-1 1 0,-3-3 0,-1 2 0,0-13 0,-1 0 0,1-6 0,5 0 0,0 1 0,8-9 0,-11 7 0,5-7 0</inkml:trace>
  <inkml:trace contextRef="#ctx0" brushRef="#br0" timeOffset="37">28997 9783 8912,'24'-42'0,"-10"7"0,3 1 0,-11 15 0,0 21 0,-12 15 0,-6 12 0,-11 17 0,2 7 0,-7 16 0,-1 0 0,2-1 0,-3 1 0,7 0 0,0 9-231,6 8 0,7-2 231,4 2 0,4-2 0,2-9 0,6-8 0,4-12 0,3-9 0,6-12 0,4-13 0,0-9 0,4-8 0,7 1 0,3-10 0,3-7 0,-2-5 0,8-6 0,0 0 0,5-9 0,1-5 0,0 1 0,-8-2 0,-4-2 0,-6-4 0,-5-8 0,-4 1 231,-8-1 0,-8 2-231,-3 5 0,-6-3 0,-7 10 0,-11 7 0,-8 12 0,-7 9 0,-1 10 0,-7 8 0,1 3 0,-6 14 0,6 10 0,-6 7 0,6 9 0,0 7 0,6 1 0,3 0 0,8 0 0,8-3 0,15-11 0,17 3 0,12-8 0,19-3 0,15-14 0,4-2 0,1-16 0,1 1 0,0-6 0,-2-2 0,-4-4 0,-6-3 0,-11-8 0,2 5 0,-8 1 0,0-8 0,-5-8 0</inkml:trace>
  <inkml:trace contextRef="#ctx0" brushRef="#br0" timeOffset="38">30545 9645 8912,'-7'-17'0,"-5"0"0,3 7 0,-1 9 0,1 12 0,-3 20 0,-7 16 0,2 14 0,-8 16 0,0 9 0,11-39 0,-1 1 0,-1 7 0,0 1 0,-1 2 0,-1 1 0,2 1 0,0 0 0,2 0 0,-1-2 0,0-3 0,0-1 0,3 0 0,3-1 0,0-3 0,0 0-147,-4 41 0,9-12 147,-1-11 0,3-12 0,4-12 0,3-2 73,7-4-73,3-9 0,-5-12 0,5-9 0,-6-8 0</inkml:trace>
  <inkml:trace contextRef="#ctx0" brushRef="#br0" timeOffset="39">28498 12190 8912,'-29'0'0,"2"0"0,2 0 0,4-2 0,2-4 0,11 2 0,8-7 0,10-2 0,7-3 0,8-3 0,8-2 0,5-2 0,2-5 0,-6 3 0,1 0 0,-1 0 0,-7-3 0,-6 5 0,-8 0 0,-7-2 0,-4 6 0,-2-4 0,-15 6 0,-8 5 0,-15-1 0,-8 7 0,-6 4 0,-5 6 0,3 7 0,-3 12 0,5 12 0,6 11 0,4 3 0,8 3 0,13 5 0,5 0 0,9-1 0,9-3 0,7-3 0,14-4 0,12-4 0,11-8 0,3-7 0,3-4 0,5-6 0,1-5 0,-1-5 0,-5-7 0,-3-4 0,-3-7 0,4-8 0,-6-16 0</inkml:trace>
  <inkml:trace contextRef="#ctx0" brushRef="#br0" timeOffset="40">28859 12104 8912,'0'-27'0,"-2"4"0,-4 12 0,4-4 0,-5 13 0,7-4 0,2 12 0,3 5 0,7 6 0,3 6 0,2-2 0,1 8 0,5-2 0,-1 1 0,9 3 0,-2-8 0,1 5 0,-1-5 0,2 0 0,-8-6 0,7 8 0,-11-6 0,6 6 0</inkml:trace>
  <inkml:trace contextRef="#ctx0" brushRef="#br0" timeOffset="41">29169 12138 8912,'-18'0'0,"1"0"0,0 0 0,0 0 0,-6 8 0,0 3 0,-13 18 0,1 6 0,-5 18 0,0 4 0,6 3 0,-1 3 0,3-8 0,11 2 0,5-3 0,9-3 0,5-12 0,2-5 0,7-17 0,5 0 0,11-11 0,5 0 0,-3-12 0,8-11 0,-6-10 0</inkml:trace>
  <inkml:trace contextRef="#ctx0" brushRef="#br0" timeOffset="42">29358 12242 8912,'0'-18'0,"0"1"0,-8 8 0,5 9 0,-9 11 0,8 12 0,-2 6 0,5 9 0,1 4 0,0 2 0,0 4 0,0-5 0,0 3 0,0-6 0,0 6 0,7-7 0,5 1 0,-3-4 0,3-2 0,-3-7 0,3-4 0,-5-12 0,1 5 0,2-7 0</inkml:trace>
  <inkml:trace contextRef="#ctx0" brushRef="#br0" timeOffset="43">29341 12173 8912,'6'-17'0,"-1"-1"0,-1 1 0,6 2 0,1 3 0,-1 5 0,1 7 0,1 0 0,7 2 0,2 3 0,2 7 0,0 3 0,-6 2 0,-6 1 0,1-1 0,-6 2 0,5 4 0,-7 2 0,2 3 0,-6 3 0,-6-8 0,-4 7 0,-7-1 0,-6 3 0,0 3 0,2-3 0,2-3 0,2 2 0,0-9 0,7 1 0,4-5 0,-3-9 0,-1-1 0</inkml:trace>
  <inkml:trace contextRef="#ctx0" brushRef="#br0" timeOffset="44">29719 12293 8912,'0'-17'0,"0"5"0,0 1 0,0 0 0,0 1 0,2 2 0,4 8 0,9 0 0,8 0 0,14-5 0,-3-1 0,4 0 0,4-2 0,-5 5 0,3-9 0,-6 3 0,-5-3 0,-6-3 0,-12 3 0,3 3 0,-9-3 0,-6 1 0,-11-4 0,-5 1 0,-6 3 0,-4 7 0,-7-2 0,-1 4 0,1 2 0,-1 8 0,1 3 0,5 7 0,3 5 0,3 3 0,7 1 0,1 11 0,9-3 0,1 3 0,5-4 0,7 1 0,5-1 0,11-1 0,5-5 0,11 1 0,1-12 0,2 2 0,-2-13 0,-2 0 0,6-8 0,-2-6 0,-4-9 0,-1-6 0,-3-6 0,-5-3 0,0 3 0,-10-1 0,-2 1 0,-2-4 0,-9 5 0,5 1 0,-5-2 0,0 8 0,-8-2 0,-2 4 0,-2 2 0,-7 0 0,3 7 0,-7 5 0,0 10 0,0 7 0,-4 5 0,4 6 0,-4-2 0,11 8 0,0-1 0,5-1 0,3 4 0,2-8 0,7-1 0,5-4 0,5-3 0,6-4 0,2 3 0,4-8 0,3-1 0,-5-5 0,2-2 0,-1-3 0,-7-5 0,2-7 0,-4 2 0,-1 3 0,-3-3 0,-4 3 0,-3-1 0,0 2 0,-6 1 0,3 4 0,-3 4 0,-2-5 0,0 9 0,0 3 0,0 7 0,2 3 0,4 2 0,-2 2 0,7 4 0,-5-2 0,5 8 0,-5-8 0,6 2 0,-7-4 0,7-2 0,-7-1 0,5-3 0,0-4 0,-1-1 0,-3-2 0,5-6 0,-5 0 0,6 0 0,-1-8 0,6-3 0,0-10 0,1-2 0,5 0 0,0 6 0,-4-1 0,-6 1 0,2 0 0,-11 2 0,8 3 0,-8 5 0,3 14 0,-7 5 0,0 3 0,0 2 0,0 2 0,0 4 0,0-4 0,0 4 0,0-4 0,0-1 0,6-1 0,0 0 0,1-6 0,-1 1 0,-4-8 0,7 3 0,-3-7 0,-4-7 0,6-3 0</inkml:trace>
  <inkml:trace contextRef="#ctx0" brushRef="#br0" timeOffset="45">30700 11984 8912,'-25'0'0,"6"0"0,-4 0 0,4 0 0,2 0 0,0 0 0,0 0 0,7 0 0,2 0 0,8 0 0,8 0 0,4 0 0,3 0 0,2 0 0,0 0 0,0 0 0,-5 0 0,-1 0 0,-5 0 0,6 0 0,-1 7 0,6 3 0</inkml:trace>
  <inkml:trace contextRef="#ctx0" brushRef="#br0" timeOffset="46">31027 12327 8912,'-7'-17'0,"5"0"0,-6 0 0,0 7 0,6 5 0,-3 10 0,3 7 0,2 3 0,0 2 0,0 6 0,0 0 0,0 6 0,0-4 0,0-1 0,0 1 0,0 0 0,0-2 0,0-10 0,0 5 0,0-5 0,0 4 0,0-7 0,0-5 0,2-12 0,3-10 0,-1-8 0,8-10 0,-1 1 0,6 0 0,1-1 0,-1 1 0,0 1 0,0 5 0,0-3 0,1 10 0,-1 4 0,0 4 0,-5 9 0,-1-2 0,1 6 0,5 6 0,-2 3 0,-3 9 0,1 6 0,-7 5 0,-1 2 0,-5-1 0,0-3 0,0-2 0,0 3 0,0-5 0,0 0 0,2-7 0,4-5 0,-4-3 0,13-16 0,-3-3 0,3-7 0,2-5 0,0 4 0,1-4 0,-1-1 0,0 1 0,0 0 0,0 7 0,1 3 0,-1 2 0,0 7 0,0-2 0,-5 4 0,-1 2 0,1 0 0,5 0 0,2 0 0,4 0 0,-2 6 0,8 0 0,1-3 0,3-1 0,1-2 0,1 0 0,-1-2 0,0-3 0,-1-3 0,-4-3 0,-4-5 0,-8 5 0,-2-4 0,-4-3 0,-3 1 0,-8 0 0,-2 2 0,-4 3 0,-5-1 0,-12 7 0,2 0 0,-8 6 0,8 0 0,-2 0 0,4 0 0,2 0 0,2 8 0,1 2 0,5 1 0,1 0 0,2 1 0,6 5 0,0-5 0,0-1 0,2-5 0,4 5 0,6-7 0,10 2 0,0-4 0,6-2 0,-5 0 0,6 0 0,1 0 0,3 0 0,1-2 0,1-4 0,-7 4 0,1-4 0,-8-1 0,2 1 0,-4 0 0,-2-1 0,-5 5 0,-1-4 0,-7 2 0,2-2 0,-4 5 0,-2-7 0,0 10 0,0 4 0,-8-5 0,4 7 0,-7-8 0,7 0 0,-4 0 0,8 0 0,2 0 0,4 0 0,-2 2 0,7 4 0,1-4 0,5 3 0,-5 3 0,-1 0 0,2-1 0,3 1 0,1 0 0,0-3 0,6-3 0,0 4 0,0-4 0,-6-2 0,0 0 0,1 0 0,5-8 0,-1-3 0,3-12 0,-4-8 0,2-5 0,-2-4 0,-2-16 0,-1-1 0,5-15 0,0-9 0,-1-5 0,-4-5 0,-1 5 0,-2-2 0,-1 11 0,-3 12 0,-7 18 0,4 30 0,-16 24 0,-4 16 0,-5 15 0,-6 8 0,2 17 0,-7 6 0,7 17 0,-2 0 0,3-2 0,5-4 0,4 0 0,5-1 0,4 3 0,2-8 0,8-9 0,3-13 0,14-8 0,9-10 0,1-3 0,5-8 0,4-2 0,2-16 0,4-6 0,1-9 0</inkml:trace>
  <inkml:trace contextRef="#ctx0" brushRef="#br0" timeOffset="47">32593 11898 8912,'-17'0'0,"7"-8"0,5 4 0,10-7 0,22 5 0,19-5 0,23-3 0,25-9 0,-38 9 0,2 0 0,8-2 0,2-1 0,10-3 0,3 0-469,5 0 0,0 0 0,-3 0 0,-2 0 469,-5 2 0,-2 1 0,-5 3 0,-1 2 0,-34 6 0</inkml:trace>
  <inkml:trace contextRef="#ctx0" brushRef="#br0" timeOffset="48">6557 9353 8912,'-18'-15'0,"1"1"0,0 3 0,7 7 0,5-4 0,10 8 0,7 0 0,3 0 0,4 0 0,2 0 0,4 0 0,2 0 0,3 0 0,11 0 0,-1 0 0,9 0 0,7 0 0,3 0 0,12-7 0,9-5 0,12-9-216,-44 10 0,2-1 0,1-3 0,1 0 216,2 1 0,1-1 0,1-1 0,1 0 0,3-1 0,0-1 0,0 1 0,1 0 0,-2 0 0,0 0 0,-2 0 0,-1-1-144,-4 1 1,-1 0 0,-2 2-1,0 1 144,42-14 0,-40 14 0,2 1 0,4-1 0,0-1 0,0-1 0,-1 2-186,2 2 1,-1 1-1,-2-4 1,1 1 185,4 3 0,0-1 0,2-3 0,1-1 0,4 3 0,1 0 0,-2-1 0,-2 1 0,-3 2 0,-1-1 0,-3 0 0,-1-1 0,-4 2 0,-1-1 0,1 0 0,1-1 0,2 2 0,-1 0 0,42-9-178,-5-2 1,-6 8 177,-17 3 0,3 1 0,-15-1 0,-7 5 355,-7 4 0,-7 2-355,-7 0 0,3 0 274,-8 0 0,0 0-274,-6 0 0,0-6 413,1 1 0,3-1-413,7 6 0,1-6 0,13-2 0,-2-1 225,0-4 1,6-1-226,-6 3 0,-1-5 0,-11 5 0,1 1 0,-12-1 0,4 7 0,-19-4 0,4 8 0,-12 0 0,4 0 0,-11-1 0,7-5 0,-2 4 0,3-4 0,3 4 0,-13 2 0,11 0 0,-8 0 0,8 0 0,-1-2 0,10-3 0,-3-5 0,6-7 0</inkml:trace>
  <inkml:trace contextRef="#ctx0" brushRef="#br0" timeOffset="49">10945 7806 8912,'-17'-23'0,"1"0"0,5 2 0,3 9 0,8 5 0,8 11 0,3 7 0,6 2 0,6 16 0,-2 0 0,6 5 0,0 2 0,0 4 0,-1 4 0,3 8 0,4 1 0,-5 5 0,-3 5 0,-2 11 0,-6 5 0,-5 7 0,-10 0 0,-12 0 0,-15-6-327,-15 0 0,-15-2 327,27-37 0,-2-1 0,-1-1 0,-3-2 0,-34 32 0,29-35 0,1 1 0,1 2 0,-1 0 0,-2-1 0,-2-1 0,1-4 0,0-1 0,-39 21 0</inkml:trace>
  <inkml:trace contextRef="#ctx0" brushRef="#br0" timeOffset="50">21924 5433 8912,'-10'-8'0,"1"6"0,5-1 0,-2 6 0,2 9 0,-3 9 0,-1 4 0,-2 2 0,-3 3 0,4 3 0,-3 1 0,-3 0 0,-6 1 0,0 5 0,-8 0 0,-2 0 0,-1 2 0,-4-4 0,-5 8 0,-1 0 0,-4 6 0,-1-1 0,5 1 0,-2 1 0,-4 5 0,6-7 0,2 1 0,-4-3 0,-2-8 0,2 6 0,-2-1 0,2-8 0,-4 1 0,2-1 0,-2-2 0,-1 8 0,-3 2 0,8 2 0,4-3 0,4 5 0,1-4 0,-7 0 0,-4 5 0,-3-11 0,-3 8 0,0-6 0,1-2 0,-3 2 0,-3-1 0,11-5 0,0 4 0,8-4 0,3-1 0,7-1 0,-1 0 0,8 1 0,-2-1 0,4-1 0,2-3 0,-1-3 0,1-2 0,2-2 0,3-6 0,-3-6 0,4 1 0,1-6 0,-1 5 0,5-7 0,-6 2 0,7 1 0,-7-1 0,1 0 0,-1-6 0,1 0 0,7 7 0,-11 3 0,5 7 0,-7 0 0,0 0 0,7-5 0,4-1 0,5-7 0,1 4 0,0-8 0,0 0 0,0 7 0,-8 3 0,-2 7 0,-15-7 0,-1-3 0</inkml:trace>
  <inkml:trace contextRef="#ctx0" brushRef="#br0" timeOffset="51">19807 7513 8912,'-17'-9'0,"-8"-14"0,6 11 0,-4-10 0,6 8 0,5 3 0,-3 1 0,4-1 0,1-3 0,-1 9 0,7-1 0,-4 15 0,8 9 0,-6 6 0,1 11 0,-9 1 0,3 4 0,1 6 0,-1 11 0,1-1 0,-3 5 0,1-2 0,-1-3 0,5 3 0,3-2 0,3-2 0,2-9 0,9-11 0,8-12 0,8-6 0,10-6 0,9-3 0,7-12 0,10-7 0,6-12 0,4-10 0,4-7 0,3 4-302,8-4 1,0 5 301,0 7 0,0 3 0,-4 6 0,1 0 0,-1 1 0,-2 5 0</inkml:trace>
  <inkml:trace contextRef="#ctx0" brushRef="#br0" timeOffset="52">6625 17124 8912,'-5'-26'0,"-3"3"0,0 2 0,-1 0 0,1-4 0,0 0 0,3-2 0,-3 1 0,4 3 0,-5-6 0,1-2 0,4-1 0,-3 5 0,-1 4 0,0 2 0,1-2 0,-5 4 0,4-2 0,-1 6 0,-4 3 0,-3 7 0,-1-7 0,-2 8 0,-2 1 0,-2 6 0,2 9 0,-4 18 0,2 11 0,0 8 0,6 9 0,2 8 0,3 9 0,5 5-208,7-5 0,1 7 208,5-2 0,6 2 0,11-2 0,-4 3 0,6-9 0,-1-1-58,5-3 0,-4-10 58,-2-9 0,-4-7 0,-2-10 0,-1 1 0,-5-1 0,-3-7 0,-8-4 0,7-4 0,3-2 0</inkml:trace>
  <inkml:trace contextRef="#ctx0" brushRef="#br0" timeOffset="53">5954 17795 8912,'0'-25'0,"0"4"0,0-8 0,2 6 0,4-5 0,11-1 0,12-5 0,7-3 0,10-3 0,7-2 0,18-4 0,4 4 0,5 0 0,-3 8 0,-3 0 0,-13 1 0,-9 10 0,-16 6 0,-13 6 0,4-1 0,0-5 0</inkml:trace>
  <inkml:trace contextRef="#ctx0" brushRef="#br0" timeOffset="54">6711 17279 8912,'-17'0'0,"2"2"0,3 4 0,5-2 0,7 7 0,0 0 0,0 7 0,0 1 0,0 4 0,7-2 0,5 7 0,5-5 0,6 6 0,-2-8 0,8 2 0,-1-12 0,9-5 0,1-4 0,2-2 0,-5-4 0,-7-7 0,-7-1 0,2-11 0,-6-1 0,-5 1 0,-6-6 0,-12 6 0,-6-6 0,-11 6 0,-1-5 0,-7 5 0,4 2 0,2 2 0,2 2 0,6-1 0,0 1 0,0 0 0,0 0 0</inkml:trace>
  <inkml:trace contextRef="#ctx0" brushRef="#br0" timeOffset="55">7245 17090 8912,'-10'-17'0,"5"0"0,3-1 0,2 7 0,0-1 0,0 9 0,0-3 0,0 12 0,2 5 0,3 4 0,7 3 0,3 6 0,2 5 0,0 2 0,1-3 0,-7 5 0,1-5 0,-7 5 0,7 1 0,-6-5 0,5 0 0,-7-8 0,2 2 0,-4-10 0,-2-2 0,0-7 0,0 2 0,0-14 0,0-9 0,0-10 0,1-13 0,5-6 0,-2 2 0,7-1 0,1 4 0,5-4 0,-5 8 0,-1 3 0,-7 7 0,11 2 0,-5-1 0</inkml:trace>
  <inkml:trace contextRef="#ctx0" brushRef="#br0" timeOffset="56">7606 17090 8912,'10'0'0,"3"8"0,-7 3 0,2 4 0,-3 3 0,-3 4 0,6 3 0,-2 2 0,-1 4 0,1-5 0,-6 3 0,0-8 0,0 2 0,0-4 0,0-2 0,0 0 0,0 1 0,0-9 0,0-3 0,0-12 0,0-5 0,0-5 0,6-8 0,0-5 0,-1-4 0,-5-1 0,6-6 0,0 0 0,5 2 0,-5 9 0,7-2 0,-1 9 0,3-3 0,2 2 0,-5 11 0,-1 1 0,5 7 0,5 4 0,-2 8 0,4 3 0,-4 4 0,-2 3 0,0 5 0,0-1 0,-1 7 0,-5-6 0,3 0 0,-9-6 0,7 0 0,-6 1 0,5-1 0,-5 0 0,7-8 0,-11-1 0,6-8 0,-8-2 0,0-4 0,0-3 0,0-8 0,2-6 0,3 0 0,-3 0 0,4 6 0,2-6 0,-1 0 0,3 2 0,-6 9 0,11-3 0,-6 13 0,9-3 0,-7 8 0,1 3 0,-1 7 0,6-1 0,-5-3 0,-1 3 0,1-3 0,7 3 0,0-4 0,-2-1 0,4-5 0,-9 4 0,3-4 0,2-2 0,0 0 0,1 0 0,-3-2 0,-4-4 0,-3-3 0,-8-9 0,0 1 0,0 0 0,0 0 0,0 0 0,0 7 0,0 2 0,0 8 0,2 6 0,4 0 0,3 7 0,8-1 0,1-3 0,-1 3 0,0-7 0,0 5 0,1-2 0,-1-5 0,0-1 0,0-2 0,0 0 0,1-2 0,-1-3 0,-2 1 0,-3-8 0,-3 3 0,-3-3 0,-4-3 0,7 8 0,-3-5 0,-2 4 0,7 8 0,-5 2 0,6 4 0,-7-2 0,7 7 0,-1-1 0,6 1 0,1 5 0,-1-14 0,0 3 0,0-3 0,0-2 0</inkml:trace>
  <inkml:trace contextRef="#ctx0" brushRef="#br0" timeOffset="57">8828 16488 8912,'0'12'0,"0"-1"0,-6 1 0,1 5 0,-1 8 0,6 3 0,0 5 0,0 1 0,6 10 0,1 6 0,3 5 0,3 1 0,2-3 0,3-1 0,-1-3 0,0-3 0,6 2 0,0-8 0,-6-9 0,-5-14 0,-1 0 0,6-7 0</inkml:trace>
  <inkml:trace contextRef="#ctx0" brushRef="#br0" timeOffset="58">9172 16781 8912,'-17'0'0,"-2"0"0,-2 1 0,-2 5 0,2 4 0,9 7 0,-3 2 0,4 4 0,3 4 0,2 7 0,4-5 0,2-1 0,8-7 0,3 2 0,5-4 0,1-1 0,-6-7 0,1 1 0,-1-9 0,7 3 0,-1-4 0,0-2 0,0-8 0,0-1 0,-1-3 0,-5 1 0,4 1 0,-3-1 0,-2-3 0,1 9 0,-5-7 0,5 7 0,-5-3 0,5 2 0,-5 4 0,6-3 0,-1 3 0,6 2 0,1 0 0,-1 0 0,0-2 0,0-4 0,0 4 0,1-4 0,-1 4 0,0-5 0,0-3 0</inkml:trace>
  <inkml:trace contextRef="#ctx0" brushRef="#br0" timeOffset="59">9568 16643 8912,'0'17'0,"0"0"0,0-5 0,0-1 0,0-7 0,2 4 0,4-8 0,-4 0 0,11-2 0,-7-4 0,-1 4 0,-3-11 0,4 7 0,-4 0 0,6-1 0,-8 5 0,0-8 0,0 5 0,0 3 0,0-6 0,0 8 0,0 0 0,0 0 0</inkml:trace>
  <inkml:trace contextRef="#ctx0" brushRef="#br0" timeOffset="60">9688 16609 8912,'-11'-8'0,"0"-2"0,-3 1 0,-1 3 0,-2 4 0,-1 2 0,1 0 0,0 0 0,0 0 0,0 0 0,-1 8 0,1 3 0,0 6 0,2 5 0,1 0 0,3-1 0,5 4 0,-5-2 0,7 0 0,-2-6 0,6 6 0,6 0 0,5 0 0,12-6 0,-2 0 0,8 1 0,0-3 0,5-4 0,2 5 0,3-7 0,-1 3 0,-6-1 0,1-5 0,-10 5 0,2-5 0,-2 6 0,-12-7 0,1 7 0,-9-1 0,-3 6 0,-15 3 0,-8 2 0,-7-2 0,-5 2 0,-5 3 0,-2 0 0,0 0 0,0 0 0,4-2 0,9-6 0,4-8 0,8-3 0,7-4 0,3-10 0,7-3 0,15-20 0,4-5 0</inkml:trace>
  <inkml:trace contextRef="#ctx0" brushRef="#br0" timeOffset="61">9964 16454 8912,'9'-25'0,"5"6"0,-8-4 0,-1 12 0,-5 3 0,0 8 0,0 0 0,2 8 0,4 3 0,5 4 0,5-5 0,9 13 0,1-4 0</inkml:trace>
  <inkml:trace contextRef="#ctx0" brushRef="#br0" timeOffset="62">10084 17004 8912,'-17'10'0,"0"-3"0,0-7 0,7 0 0,6-2 0,16-3 0,1-5 0,16-7 0,-1-6 0,7 0 0,-1-8 0,1 5 0</inkml:trace>
  <inkml:trace contextRef="#ctx0" brushRef="#br0" timeOffset="63">6746 18655 8912,'-37'0'0,"-3"-8"0,23 4 0,2-5 0,17-3 0,19-3 0,25-6 0,32-17 0,-27 14 0,3 0 0,12-7 0,2-1 0,5-3 0,3-1 0,-18 8 0,0-1 0,2 0 0,3-1 0,1-1 0,0 0-714,5 0 0,0 0 0,2 0 0,2-2 0,1-1 0,1 1 714,1 2 0,0 1 0,1 0 0,-2 0 0,-1-1 0,1 2 0,-1 1 0,0 1 0,-1 0 0,-1 0 0,-2 1 0,1-1 0,-1 0 0,-1-1 0,0 0 0,-3 1 0,-1 0 0,1-1-90,3 1 1,1 0 0,-2 1 0,22-9 0,-1 1 89,-2 5 0,-2 1 0,-5 4 0,-3 0 0,-5 2 0,-2 0 0,-7 2 0,-2 0 237,-6 4 1,-3 0 0,28-11-238,-17 10 0,-9 2 0,-8 3 0,-17 4 0,-12 8 387,-11 0 0,-6 0 1,-16 4-1,-12 8 0,-20 14-387,-17 16 0,-12 2 0,34-19 0,0 2 0,0 2 0,0 1 0,0-3 0,0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677"/>
    </inkml:context>
    <inkml:brush xml:id="br0">
      <inkml:brushProperty name="width" value="0.05292" units="cm"/>
      <inkml:brushProperty name="height" value="0.05292" units="cm"/>
    </inkml:brush>
    <inkml:brush xml:id="br1">
      <inkml:brushProperty name="width" value="0.05292" units="cm"/>
      <inkml:brushProperty name="height" value="0.05292" units="cm"/>
      <inkml:brushProperty name="color" value="#FF0000"/>
    </inkml:brush>
  </inkml:definitions>
  <inkml:trace contextRef="#ctx0" brushRef="#br0">17759 3284 8912,'0'-12'0,"0"1"0,0-2 0,-2 3 0,-3-1 0,-3 5 0,-5-4 0,1 3 0,6 1 0,-5 6 0,-2 0 0,-3 0 0,-1 0 0,0 0 0,-2 2 0,-4 4 0,-6 5 0,-3 4 0,-3 3 0,-7 4 0,-4 1 0,-3 8 0,-5-2 0,-3 3 0,-6 2 0,-4 3 0,-2 3 0,0-4-201,0 4 1,-5-3 200,-1-3 0,-1 2 0,1 4 0,6-9 0,0 3 0,10-1-46,5-1 0,3 3 46,-1-1 0,14-7 0,4-4 0,11-4 0,0-2 0,4 0 0,1 0 0,9-7 0,1-2 397,8-8-397,0 0 24,8 0 0,1-16 0,9-3 0</inkml:trace>
  <inkml:trace contextRef="#ctx0" brushRef="#br0" timeOffset="1">16348 3353 8912,'12'0'0,"-3"-2"0,1-2 0,-3-4 0,1-1 0,-2-3 0,-6-5 0,-8 8 0,6 1 0,-7 8 0,3 2 0,-5 4 0,-5 5 0,-1 12 0,0 4 0,0 7 0,-3 0 0,-1 3 0,-3 3 0,-3 6 0,0 3 0,-2 3 0,-3 1 0,3 5 0,4-5 0,0 5 0,4-7 0,4-5 0,-2-6 0,13-11 0,1-4 0,5-8 0,2-2 0,3-3 0,5-5 0,7-7 0,0 6 0,0 0 0,6-1 0,0-5 0,10 2 0,-1 2 0,9 2 0,3-2 0,1-2 0,7-2 0,7 0 0,4 0 0,2 0 0,-1 0 0,-7 0 0,-11 0 0,-4 0 0,-8 0 0,1 7 0,-1 5 0,-7 3 0,-2 2 0,-8 0 0</inkml:trace>
  <inkml:trace contextRef="#ctx0" brushRef="#br0" timeOffset="2">16968 4230 8912,'9'-8'0,"1"4"0,-4-7 0,-4 7 0,5-6 0,-7 4 0,0 5 0,0-7 0,0 8 0,0 0 0,0 8 0,0 3 0,0-1 0,0 1 0,-7 8 0,-3 8 0</inkml:trace>
  <inkml:trace contextRef="#ctx0" brushRef="#br0" timeOffset="3">16968 4677 8912,'0'17'0,"0"-6"0,0 1 0,7-9 0,-5 7 0,4-4 0,-4-4 0,-2 5 0,0-7 0,0-7 0,0 3 0,0-8 0,0 1 0,0-6 0</inkml:trace>
  <inkml:trace contextRef="#ctx0" brushRef="#br0" timeOffset="4">17811 4058 8912,'0'17'0,"2"0"0,2 0 0,3-2 0,3-3 0,1-4 0,7-8 0,-1 0 0,0 0 0,0 0 0,0 0 0,1 0 0,-1-6 0,0-2 0,0-1 0,0-5 0,-5-1 0,-1-2 0,-5 0 0,4-1 0,-3 1 0,-3 0 0,4-2 0,-2-4 0,-1 2 0,-5-6 0,0 2 0,0 4 0,0 2 0,0 2 0,-5 0 0,-1 0 0,0-1 0,-2 9 0,7 1 0,-7 12 0,8 6 0,0 7 0,2 12 0,4-1 0,-5 7 0,7 3 0,-2 2 0,0-2 0,-1-2 0,-5-1 0,0 1 0,0 4 0,0-5 0,0-1 0,0-9 0,0-6 0,0-2 0,-7-7 0,-3-3 0</inkml:trace>
  <inkml:trace contextRef="#ctx0" brushRef="#br0" timeOffset="5">17949 3611 8912,'-18'0'0,"1"-6"0,0 0 0,6-5 0,-1 5 0,8 0 0,-1 6 0,10 0 0,12-6 0,12 1 0,6-7 0,5 7 0,2-1 0,4 6 0,3-8 0,-5 6 0,8-5 0</inkml:trace>
  <inkml:trace contextRef="#ctx0" brushRef="#br0" timeOffset="6">18878 3490 8912,'-6'-19'0,"-1"-2"0,-3-4 0,-3-1 0,-8 4 0,-2 1 0,0 6 0,-2 4 0,4 5 0,-8-5 0,8 7 0,-2-2 0,4 6 0,2 6 0,1 5 0,5 10 0,5 6 0,4 5 0,2 1 0,0 13 0,0-2 0,0 2 0,6 3 0,0-3 0,1 2 0,-1-2 0,-2 7 0,6-5 0,-1 0 0,1 1 0,-5-7 0,7-2 0,-8 1 0,1-7 0,-3 4 0,-2-11 0</inkml:trace>
  <inkml:trace contextRef="#ctx0" brushRef="#br0" timeOffset="7">18448 3937 8912,'0'-9'0,"0"-7"0,0 5 0,7 1 0,5-1 0,5-2 0,6-8 0,9-4 0,12-2 0,10 0 0,17-3 0,1 3 0,3 2 0,7-6 0,-3 5 0</inkml:trace>
  <inkml:trace contextRef="#ctx0" brushRef="#br0" timeOffset="8">19842 3284 8912,'-6'-17'0,"-2"0"0,-1-1 0,-5 1 0,7 9 0,1 8 0,4 10 0,2 13 0,0 6 0,0 5 0,0 6 0,2-4 0,2 5 0,3-5 0,3-2 0,1 1 0,7-1 0,1-7 0,2-4 0,2-6 0,-2-6 0,-2-3 0,0-8 0,2 0 0,2 0 0,0-13 0,-6-5 0,-5-10 0,-1-1 0,-5-5 0,5-6 0,-7 3 0,2-1 0,-4 6 0,-2 3 0,0 8 0,0-2 0,0 12 0,0 3 0,2 23 0,3 8 0,-1 15 0,8 8 0,-1 10 0,6 1 0,1 8 0,-1-2 0,0 4 0,0 1 0,0-1 0,1-4 0,-9-5 0,-3-12 0,-4-6 0,-2-12 0,-8-3 0,-3-8 0,-12-5 0,-6-1 0,-3-7 0,-3 2 0,1-10 0,-1-4 0,3-1 0,3-5 0,4-7 0,8-1 0,2-11 0,3-1 0,5-1 0,7-7 0</inkml:trace>
  <inkml:trace contextRef="#ctx0" brushRef="#br0" timeOffset="9">20564 3593 8912,'-17'0'0,"0"0"0,0-5 0,0-1 0,-1 0 0,1 6 0,0 0 0,0 0 0,5 2 0,1 4 0,7 3 0,-2 9 0,4-1 0,2 0 0,0 0 0,2 0 0,4 1 0,5-1 0,5-2 0,1-4 0,0-3 0,0-8 0,1 0 0,-1 0 0,0 0 0,0 0 0,0-8 0,-1-3 0,-3-4 0,-1-2 0,-9-1 0,3 1 0,-4 0 0,-2 0 0,0 0 0,0-1 0,-6 7 0,-1-1 0,-3-1 0,-1-2 0,-7-2 0</inkml:trace>
  <inkml:trace contextRef="#ctx0" brushRef="#br0" timeOffset="10">20891 3387 8912,'16'-23'0,"-5"0"0,-5 0 0,-4-2 0,-2 6 0,0-4 0,0 10 0,0 2 0,-2 7 0,-4-2 0,4 12 0,-4 5 0,5 6 0,1 6 0,1 10 0,5 7 0,2 0 0,3-6 0,5 1 0,-5-1 0,4 1 0,3-1 0,-1-7 0,0-4 0,-2-4 0,-3-2 0,3-8 0,-3-3 0,3-4 0,2-11 0,0-9 0,-5-3 0,-1-13 0,-5 3 0,5-9 0,-7-2 0,4 2 0,-2 2 0,-1 2 0,1 1 0,-6 1 0,0 7 0,0 4 0,0 12 0,2 11 0,4 11 0,-4 12 0,3 6 0,-3-2 0,-2 1 0,6 1 0,2 3 0,-1-1 0,1-2 0,3-8 0,-5 1 0,8-2 0,-3-3 0,-1-2 0,1-3 0,1 1 0,5-7 0,0-1 0,8-5 0,2 0 0</inkml:trace>
  <inkml:trace contextRef="#ctx0" brushRef="#br0" timeOffset="11">22475 3164 8912,'-20'-18'0,"-1"1"0,-3 0 0,-3 0 0,-2 0 0,-5-1 0,-3 9 0,-1 3 0,-2 4 0,2 2 0,7 8 0,2 3 0,5 12 0,-1 6 0,7 3 0,3 3 0,8-1 0,1 1 0,4-7 0,2 1 0,0-8 0,0 2 0,8-6 0,3-6 0,-1-3 0,1-8 0,2 0 0,3 0 0,3-2 0,4-4 0,-4-3 0,4-8 0,2-1 0,-2 1 0,0-4 0,-6 4 0,4-4 0,-4 10 0,4-3 0,-9 3 0,3 3 0,2 0 0,0 7 0,0-5 0,-5 6 0,-1 6 0,1-3 0,5 9 0,0-1 0,2 7 0,2-1 0,2 0 0,14 0 0,-3 0 0,12-7 0,-2-3 0</inkml:trace>
  <inkml:trace contextRef="#ctx0" brushRef="#br0" timeOffset="12">23301 3009 8912,'-27'-8'0,"-6"4"0,5-7 0,-7 7 0,-5-2 0,-2 6 0,-4 6 0,8 6 0,7 3 0,1 10 0,7 3 0,2 10 0,9 5 0,6-1 0,5 0 0,1-2 0,0-6 0,7-1 0,5-5 0,-3-3 0,3-8 0,-1-7 0,6-4 0,1-5 0,-1-1 0,0-7 0,0-7 0,0-7 0,1-7 0,-1-10 0,0-3 0,-5-6 0,-1 1 0,-5 0 0,3-2 0,-1-1 0,-4 1 0,-2-2 0,-2-7 0,0 3 0,0-3 0,-2 5 0,-4 7 0,2 4 0,-7 13 0,7 3 0,-2 8 0,4 21 0,2 7 0,0 22 0,0 1 0,0 10 0,0-4 0,0 6 0,0-6 0,2 8 0,4-4 0,5 0 0,5-4 0,7-4 0,0-2 0,15 1 0,2-1 0,8-7 0,3-4 0,3-12 0,3-5 0,-3-4 0,5-2 0</inkml:trace>
  <inkml:trace contextRef="#ctx0" brushRef="#br0" timeOffset="13">23800 2923 8912,'-25'-17'0,"6"-1"0,-4 1 0,-4 6 0,-2-1 0,2 10 0,-1 2 0,5 14 0,-4 13 0,2 3 0,4 6 0,2 5 0,2-1 0,7-4 0,5 4 0,3-2 0,2 2 0,0-5 0,0-1 0,7-7 0,5-10 0,9-5 0,2-3 0,-2-3 0,-2-8 0,4-6 0,0-9 0,2-8 0,-2-3 0,1-13 0,5-4 0,-4 1 0,-8-2 0,0-2 0,1-2 0,-9-3 0,-3-4 0,-4 1 0,-2-7 0,-8-8-143,-3-9 0,-5 10 143,-1 1 0,2 19 0,3 4 0,-3 18 0,6 14 0,-1 18 0,2 23 0,8 24 0,0 12 0,0 10 0,0 5 0,0 8 0,8 0-258,3 0 0,10 0 258,2 0 0,10-2 0,1-4 0,5-3 0,12-8 0,-3-1 0,19-5 0,-4 1 0,4 0 0,2 3 0</inkml:trace>
  <inkml:trace contextRef="#ctx0" brushRef="#br0" timeOffset="14">25142 2631 8912,'-8'-10'0,"6"-5"0,-3 3 0,5 5 0,5 1 0,7 6 0,9 6 0,2 5 0,-2 4 0,6 4 0,-1 2 0,1 2 0,-4-2 0,-6 4 0,-5-2 0,1 2 0,-7-4 0,-2 2 0,-2-2 0,-10 2 0,-4-6 0,-3 4 0,-2-9 0,0-5 0,1-3 0,3-8 0,2-7 0,7-6 0,-2-6 0,6-4 0,6-8 0,11-5 0,12 0 0,5-2 0,6 2 0,10 10 0,7-5-428,1 12 1,1-9 0,2 5 0</inkml:trace>
  <inkml:trace contextRef="#ctx0" brushRef="#br0" timeOffset="15">25985 2562 8912,'-8'-17'0,"-3"-1"0,-4 3 0,-3 4 0,7 1 0,0 4 0,-1 4 0,-5-3 0,0 3 0,1 4 0,3 3 0,1 7 0,3 5 0,-3 6 0,-3 4 0,4 7 0,3 1 0,2-1 0,4-5 0,2-1 0,0-7 0,0 2 0,2-6 0,4-5 0,4-5 0,7-7 0,8 0 0,3 0 0,3-9 0,-2-8 0,3-2 0,-3-10 0,3 2 0,3-1 0,-9-3 0,-3 8 0,-3 2 0,-3 2 0,-8 2 0,-3 0 0,4-1 0,-8 9 0,3 1 0,-9 10 0,-1 4 0,-1 3 0,6 9 0,0-1 0,0 0 0,0 0 0,6-5 0,-1-1 0,9 1 0,-10 3 0,5-2 0,-1-1 0,-2-9 0,-6 7 0,0-4 0,0-4 0,0 5 0,0-9 0,0-3 0,7-5 0,1-9 0,3-4 0,5 4 0,-5-4 0,4 4 0,3 2 0,1 0 0,4-1 0,-4 3 0,6 2 0,-2 3 0,0 3 0,5 3 0,-5 9 0,0 5 0,-6 7 0,1 2 0,-1 4 0,0-4 0,0 6 0,0-2 0,1 0 0,-1 0 0,0-6 0,0-5 0,0-1 0,1-7 0,-1 2 0,2-6 0,4-6 0,-4-4 0,4-7 0,-10-2 0,-1-4 0,-6-4 0,5-7 0,-7 1 0,2 3 0,-4 1 0,-2-1 0,-8 5 0,-4 2 0,-3 11 0,-2 7 0,0 3 0,-1 2 0,1 7 0,0 5 0,0 9 0,0 4 0,1 2 0,5 3 0,-3 3 0,9 1 0,-1 0 0,6 1 0,0-7 0,0 1 0,0 0 0,0-3 0,0-6 0,0-9 0,2-5 0,4 5 0,3-9 0,8-2 0,1-8 0,-1-9 0,6-8 0,0-3 0,-2-7 0,-2-5 0,-2-4 0,0-7 0,1-3 0,-1-3 0,-8 2 0,-3-7 0,-4 3 0,-2 4 0,0 1 0,0 3 0,0 14 0,0 5 0,-2 24 0,-2 10 0,-2 14 0,3 10 0,1 9 0,2 5 0,0 4 0,0 7 0,0-1 0,0-4 0,7 3 0,5-3 0,-3 2 0,3-2 0,5-4 0,6-8 0,0-1 0,2-5 0,-4-3 0,8-7 0,-1-3 0,7-4 0,-1-5 0,0-12 0,-5-3 0,0-8 0,-8-3 0,0-1 0,-8-3 0,-7-3 0,2 4 0,-3-6 0,1 2 0,-6-1 0,-6-3 0,1 8 0,-9-5 0,3 5 0,1 6 0,-1 5 0,-1 8 0,-3 0 0,4 8 0,-3 6 0,8 7 0,1 8 0,5 4 0,0 3 0,0 2 0,0-5 0,2 0 0,3-1 0,7-1 0,3-2 0,2-8 0,1-2 0,-1-3 0,0-4 0,0-8 0,0 0 0,1 0 0,-1-8 0,0-4 0,-7-3 0,-3-2 0,-1-2 0,0-4 0,-2 4 0,-10-4 0,-2 4 0,-3 2 0,-5-1 0,5 1 0,-4 0 0,-3 0 0,1 0 0,0-1 0</inkml:trace>
  <inkml:trace contextRef="#ctx0" brushRef="#br0" timeOffset="16">27603 2373 8912,'0'-12'0,"0"1"0,0 7 0,0-4 0,0 8 0,0 2 0,0 4 0,0 5 0,0 5 0,5 1 0,1 0 0,6 6 0,-7 0 0,1-2 0,2-2 0,-6-2 0,3 0 0,3 1 0,-2-1 0,0 0 0,-5-2 0,5-3 0,-4-7 0,4-10 0,-4-12 0,-2-12 0,2-4 0,3-1 0,-1 2 0,8 3 0,-3-2 0,3 8 0,1 0 0,-5 6 0,1 0 0,3 8 0,5 3 0,-6 4 0,1 2 0,-8 8 0,2 3 0,-3 4 0,3 2 0,-4 1 0,4-1 0,-4 0 0,-2 0 0,0 0 0,5-5 0,1-1 0,0-7 0,-6 4 0,2-8 0,3 0 0,-3-8 0,6-3 0,0-6 0,3-6 0,-1 3 0,1-2 0,1 2 0,5 3 0,-6 2 0,1 4 0,-1-3 0,7 8 0,-1 1 0,0 5 0,0 7 0,0 5 0,1 5 0,-1 6 0,-6 2 0,1 3 0,-7 3 0,7-8 0,-3 6 0,5-7 0,-3-1 0,3-1 0,1-5 0,2-4 0,0 5 0,1-14 0,-1 5 0</inkml:trace>
  <inkml:trace contextRef="#ctx0" brushRef="#br0" timeOffset="17">28429 2080 8912,'-10'8'0,"3"-4"0,8 7 0,3 3 0,2 1 0,7 4 0,-1 2 0,3 4 0,2 2 0,1-1 0,1 5 0,2-4 0,2-2 0,0-3 0,-6-6 0,0-5 0,0-3 0,0-8 0,-5-4 0,-1-7 0,-1-3 0,1-14 0,-1-3 0,-6-7 0,2-2 0,-3 1 0,5 3 0,-2 2 0,7 5 0,-1 0 0,3 10 0,2 2 0,8 0 0,-6 7 0,6-7 0</inkml:trace>
  <inkml:trace contextRef="#ctx0" brushRef="#br0" timeOffset="18">29151 2115 8912,'-7'9'0,"-3"-1"0,-7-14 0,0 0 0,0-7 0,-1 2 0,-4 3 0,-1 2 0,2 2 0,1-1 0,-3 3 0,1-4 0,-1 12 0,5 5 0,1 5 0,0 1 0,5 6 0,1 0 0,7 5 0,-2-5 0,5 0 0,1-6 0,0 0 0,0 1 0,7-9 0,3-1 0,7-8 0,2 0 0,4 0 0,-2-10 0,8-7 0,-6 0 0,5-6 0,-5 4 0,4 0 0,-2 0 0,-4 2 0,-4-4 0,-5 9 0,3 4 0,-4 3 0,-1-3 0,1 2 0,-7 1 0,4 12 0,-8 5 0,6 3 0,-1 2 0,3-2 0,-2-3 0,-2 3 0,7-3 0,2 3 0,-3-6 0,1-3 0,3-4 0,9-2 0,-4-6 0,4-1 0,-4-3 0,-2-3 0,-5-2 0,-1-3 0,-1-5 0,1 0 0,-1 1 0,-5 4 0,-3 1 0,4 0 0,-4 0 0,-2 0 0,-8 7 0,6 2 0,-11 10 0,7 4 0,1 4 0,5 7 0,2-6 0,3 1 0,-1-3 0,8 3 0,-1 3 0,6-4 0,-5-1 0,-1 0 0,4-1 0,7 1 0,-7-6 0,8 1 0,-8-1 0,8 2 0,-4-4 0,-2 3 0,2-3 0,4-2 0,-3-5 0,2-1 0,-2-7 0,-3 1 0,0 2 0,0-1 0,0-2 0,1-1 0,-1 3 0,-8-4 0,1 13 0,-4-4 0,-4 6 0,3 6 0,5 3 0,-8 8 0,4 1 0,-3-1 0,3 0 0,-4 0 0,6 0 0,-8 1 0,0-7 0,0 0 0,0-7 0,0 4 0,0-8 0</inkml:trace>
  <inkml:trace contextRef="#ctx0" brushRef="#br0" timeOffset="19">29823 1788 8912,'-6'-23'0,"-2"0"0,1 2 0,-1 2 0,-5 2 0,11 5 0,-4 1 0,4 7 0,17-2 0,8 12 0,8 6 0,3 3 0,8 2 0,2 0 0,8 1 0</inkml:trace>
  <inkml:trace contextRef="#ctx0" brushRef="#br0" timeOffset="20">30459 1891 8912,'-34'0'0,"0"0"0,-1 0 0,1 0 0,5 2 0,0 4 0,3 3 0,-3 9 0,4-1 0,8 0 0,0 6 0,-1 2 0,3 0 0,4-1 0,3 5 0,8-6 0,0 0 0,0-6 0,8 0 0,1-7 0,8-4 0,1-4 0,-1-4 0,0-4 0,0-4 0,0-7 0,1 0 0,-1 0 0,0 0 0,0-1 0,0 1 0,1 2 0,-1 3 0,0-3 0,0 11 0,1-7 0,-7 5 0,0-5 0,1 7 0,5-2 0,0 4 0,1 2 0,-1 0 0,0 0 0,0 6 0,0 0 0,1-1 0,-1-5 0,0 8 0,0 2 0</inkml:trace>
  <inkml:trace contextRef="#ctx0" brushRef="#br0" timeOffset="21">30683 1513 8912,'-17'-25'0,"0"-2"0,-1-7 0,9 7 0,3 4 0,4 12 0,4 5 0,4 12 0,-2 13 0,7 15 0,-5 3 0,3 9 0,1 1 0,0 3 0,-7 2 0,3-1 0,2 1 0,-2-1 0,-1-7 0,-5-4 0,0-3 0,0-3 0,0-2 0,0-3 0,0-4 0,0-15 0,0-5 0,0-10 0,2-7 0,4-9 0,5-4 0,5-2 0,7 1 0,0-3 0,5-1 0,-5 7 0,6 2 0,-6 9 0,2-1 0,-2 7 0,-4 0 0,6 6 0,-10 2 0,-4 4 0,-3 3 0,-8 9 0,0-1 0,0 0 0,-8 6 0,-3 0 0,-10 0 0,-2-6 0,-2 0 0,4-2 0,-2-1 0,2-3 0,2-1 0,2 1 0,0-3 0,7-8 0,2 0 0,16-15 0,2-4 0</inkml:trace>
  <inkml:trace contextRef="#ctx0" brushRef="#br0" timeOffset="22">31113 1152 8912,'0'-17'0,"0"0"0,-2 7 0,-3 4 0,3 6 0,-4 6 0,-2 5 0,3 12 0,-7 12 0,6 9 0,3 2 0,1-1 0,2 7 0,0 5 0,0 3 0,0-3 0,7-4 0,5 5 0,5-5 0,6-1 0,-4-3 0,4-3 0,-2-11 0,2-12 0,-4-12 0,4-5 0,2-4 0,-4-4 0,-4-4 0,-3-5 0,-3-7 0,6-5 0,-7 2 0,-5-7 0,3 5 0,-2-6 0,0 8 0,-6-2 0,-8-2 0,-4 2 0,-3 8 0,-2 9 0,0 6 0,0 6 0,-1 9 0,1 8 0,2 8 0,3-2 0,-1 3 0,7 2 0,1 1 0,6-3 0,5-3 0,6-6 0,5-4 0,6-2 0,4-7 0,7-5 0,6-5 0,0-5 0,6-12 0,-6-12 0,6-4 0,-6-1 0,-5 0 0,-7-3 0,1-1 0,-2-2 0,-8 0 0,-7 6 0,-9 1 0,3 4 0,-4 5 0,-2 16 0,0 8 0,0 9 0,0 14 0,0 4 0,0 8 0,0-1 0,0 0 0,0 6 0,0 1 0,0-3 0,0-2 0,-2 4 0,-4 0 0,-9-2 0,-8-9 0,-13 2 0,1-8 0,-11 0 0,1-6 0,-5-2 0,-2-3 0,1-5 0,-9-7 0,-1 0 0</inkml:trace>
  <inkml:trace contextRef="#ctx0" brushRef="#br0" timeOffset="23">18843 4831 8912,'12'-5'0,"-1"-3"0,3-2 0,-7 5 0,1-7 0,-2-1 0,0-2 0,-1-3 0,3 1 0,-6 0 0,4 0 0,-4 0 0,-4-1 0,-2 1 0,-4 0 0,-1 0 0,-3 1 0,-5 3 0,0 4 0,-1 1 0,1 2 0,-2 6 0,-2 0 0,-2 0 0,-5 8 0,5 3 0,0 12 0,5 6 0,3 3 0,4 3 0,-3 5 0,9 0 0,-1 6 0,6-6 0,2-2 0,3-7 0,7-5 0,3-1 0,4-8 0,4-5 0,4-8 0,7 1 0,7-12 0,-1-10 0,8-10 0,-3-13 0,-1 2 0,2-8 0,-7 2 0,-1 0 0,-8 8 0,-7 5 0,-11 10 0,3-4 0,-13 23 0,4 8 0,-6 13 0,-6 4 0,4 8 0,-4-3 0,4 5 0,2 1 0,0 0 0,0 1 0,2-8 0,4-4 0,-4-4 0,4-2 0,3 0 0,-7-7 0,6-3 0,-6-16 0,4-9 0,-5-1 0,5-9 0,-4 5 0,-2-6 0,6 2 0,1-3 0,1 3 0,0 2 0,3 2 0,-5 6 0,7 2 0,-1 3 0,3 5 0,2 7 0,2 0 0,4 0 0,4 2 0,8 3 0,5 5 0,2 7 0,2 0 0,4 1 0,-1-7 0,-1 0 0,2-7 0,-8 2 0,2-4 0,-5-2 0,-1-2 0,-4-4 0,-10-3 0,-5-8 0,-6-3 0,-5-3 0,-4 4 0,2-4 0,-10 4 0,-11 2 0,-2 6 0,-10-1 0,6 6 0,-6-5 0,3 7 0,-3-2 0,-2 10 0,8 2 0,0 9 0,6 1 0,2 5 0,3 0 0,-1 3 0,7-1 0,1 2 0,5-2 0,0-4 0,0 4 0,1-6 0,5-5 0,4 1 0,7-7 0,2 0 0,4-6 0,-2-2 0,8-4 0,-8-5 0,4-12 0,-2-6 0,-1-3 0,0-5 0,-11-3 0,2 2 0,-7-8 0,0 0 0,-6-5 0,-2-1 0,-4 0 0,-3 3 0,-9 3 0,3 6 0,4 4 0,-5 9 0,5 4 0,3 11 0,1 7 0,7 10 0,2 7 0,3 11 0,5 9 0,7 12 0,2 4 0,4 5 0,-4 9 0,4-5 0,4 2 0,2-2 0,3-5 0,3 0 0,7-3 0,3-9 0,5 0 0,9-13 0,3-2 0</inkml:trace>
  <inkml:trace contextRef="#ctx0" brushRef="#br0" timeOffset="24">20960 4350 8912,'10'9'0,"-3"-1"0,-7-8 0,0 8 0,0 3 0,0 6 0,-2 4 0,-1 4 0,-3 2 0,0 4 0,6 9 0,0-4 0,0 4 0,0 0 0,0-4 0,0-5 0,0-4 0,0-4 0,0-6 0,0 0 0,2-7 0,4-5 0,-2-12 0,7-10 0,1-8 0,5-12 0,-2-3 0,-3-6 0,3-3 0,-4-3 0,3 3 0,-3 3 0,4 4 0,-3 7 0,-2 3 0,1 3 0,0 4 0,7 10 0,-1 4 0,-6 11 0,1 11 0,-3 6 0,3 6 0,1-2 0,-7 8 0,5-8 0,-5 2 0,8 0 0,-3-4 0,4-4 0,3-3 0,-1-1 0,0-3 0,0-8 0,0-6 0,1 0 0,-7-7 0,-1 1 0,-1-3 0,1-2 0,-6 5 0,1 1 0,-1 5 0,2-5 0,-4 7 0,5-4 0,-8 10 0,-3 4 0,-2 5 0,0 5 0,6 1 0,0 0 0,8 0 0,3 0 0,5-7 0,1-4 0,0-4 0,0-2 0,6 0 0,0-2 0,-2-4 0,-2-5 0,-1-7 0,-1-5 0,-8 4 0,-3-4 0,-4 4 0,-2 2 0,-8 0 0,-3 0 0,-6-1 0,-6 1 0,2 8 0,-8 3 0,8 2 0,-2-2 0,4 5 0,9-5 0,5 12 0,3-5 0,-6 15 0,-2-7 0</inkml:trace>
  <inkml:trace contextRef="#ctx0" brushRef="#br0" timeOffset="25">21752 4315 8912,'-8'10'0,"6"-2"0,-13-8 0,13-8 0,2 0 0,11-5 0,7 3 0,5 3 0,-2 1 0,7 6 0,-5 2 0,6 4 0,-8 3 0,2 8 0,-6 3 0,-3 1 0,-5 2 0,-1-2 0,-3 3 0,-5-1 0,0 0 0,0-6 0,0-7 0,0-2 0,0-10 0,0-4 0,0-9 0,0-8 0,0-8 0,0 3 0,8-5 0,2-1 0,3-1 0,4 1 0,-3 0 0,9-1 0,-4 1 0,-2-1 0</inkml:trace>
  <inkml:trace contextRef="#ctx0" brushRef="#br0" timeOffset="26">22268 4247 8912,'0'11'0,"0"1"0,0-1 0,0-1 0,0-3 0,0-5 0,0 4 0,8-2 0,3 7 0,-3-5 0,-2 5 0,-5-7 0,1 6 0,4-4 0,-4-5 0,6 7 0,-8-8 0,0-2 0,0-4 0,0-3 0,2-8 0,1-2 0,3-4 0,6 2 0,-7-8 0,7 6 0,-6-6 0,5 8 0,-5-2 0,7 4 0,-3 2 0,1 2 0,1 3 0,-1 5 0,4 9 0,-3 3 0,1 7 0,-7 11 0,0 2 0,-6 3 0,0 5 0,0-5 0,0-3 0,0-2 0,0-4 0,0-2 0,0 1 0,0-1 0,2-8 0,3-3 0,-3-4 0,14-10 0,-5-5 0,4-6 0,3-4 0,5-8 0,-1 3 0,9 1 0,-2-2 0,-2 8 0,1-2 0,-5 10 0,4 4 0,-2 1 0,-4 4 0,-2 4 0,-2 6 0,-5 3 0,-1 9 0,-1 4 0,1 1 0,4 0 0,-3-5 0,5-3 0,6-4 0,-4-3 0,4-8 0,2 0 0,-2 0 0,2-8 0,-2-3 0,-4-4 0,4-3 0,-4 1 0,-2 0 0,-7 0 0,-5 0 0,-3-1 0,-2 1 0,-7 0 0,-5 0 0,-5 1 0,-6 5 0,4 3 0,-4 8 0,4 0 0,0 0 0,-2 2 0,-2 4 0,6 2 0,5 3 0,2 10 0,-1-4 0,-2 4 0,7-3 0,-7-1 0,11 0 0,-4 0 0,4-5 0,2-1 0,0 2 0,2-3 0,4 1 0,3-7 0,8 2 0,1 2 0,1-3 0,4 1 0,5 2 0,-1-6 0,2 3 0,-8 3 0,2-2 0,2-1 0,-2-5 0,0 6 0,-6 0 0,0 0 0,-8-14 0,-1-2 0</inkml:trace>
  <inkml:trace contextRef="#ctx0" brushRef="#br0" timeOffset="27">23421 3748 8912,'-11'0'0,"-1"0"0,-1 0 0,-3-8 0,7 10 0,3 2 0,4 11 0,2 16 0,0 3 0,0 10 0,0 12 0,2 1 0,4-2 0,-2 5 0,7-3 0,-1-2 0,1-9 0,4-6 0,-3-11 0,3-4 0,2-10 0,1-3 0,-3-7 0,-4-10 0,5-11 0,-5-9 0,4 1 0,3-1 0,-7-8 0,1-1 0,-3 0 0,3-7 0,1 5 0,-7 2 0,1 7 0,-1 4 0,-4 4 0,6 2 0,-8 9 0,0 8 0,0 12 0,0 9 0,0 5 0,0 9 0,0-1 0,0 1 0,0-1 0,0 0 0,5-5 0,1 0 0,0-8 0,-6 3 0,0-14 0,8-2 0,1-8 0</inkml:trace>
  <inkml:trace contextRef="#ctx0" brushRef="#br0" timeOffset="28">23610 3834 8912,'-17'-2'0,"0"-4"0,7 5 0,3-9 0,7 4 0,0 4 0,2-5 0,5 7 0,10 0 0,10 0 0,6 0 0,1 0 0,1 0 0</inkml:trace>
  <inkml:trace contextRef="#ctx0" brushRef="#br0" timeOffset="29">23903 4075 8912,'-17'0'0,"5"0"0,1 0 0,5 0 0,-6 0 0,9-8 0,-5-1 0,16-1 0,3 4 0,4 4 0,3 2 0,-1 0 0,0 8 0,-2 2 0,-3 7 0,-3 0 0,-3 0 0,-4 0 0,8-1 0,-5-5 0,-1-1 0,8-5 0,-9-1 0,3 8 0,2-7 0,-2 7 0,7-8 0,-2 1 0,-1 3 0,1 0 0,3 1 0,1 5 0,8-1 0,0-2 0,0 5 0,-6-5 0,-5 10 0,-1 2 0,-5 6 0,5-6 0,-9 7 0,-2-1 0,-7-2 0,-11 1 0,-1 1 0,-4-2 0,2-2 0,-7-8 0,5 0 0,-6 0 0,8-7 0,-2-5 0,6-5 0,5-5 0,3-5 0,3-7 0,4 0 0,-4 0 0,6-1 0,6 1 0,6 2 0,3 3 0,4-3 0,4 4 0,4 1 0,7-1 0,1 5 0,-1-6 0,2 7 0,3-7 0,1-1 0,-2-2 0,0-3 0,2 1 0,-9 0 0,3 0 0,-11-6 0,0 0 0,-6-2 0,-5 2 0,-4 4 0,-8-4 0,-8-2 0,-4 2 0,-3 2 0,-2 2 0,0 4 0,0 4 0,-1 3 0,1 8 0,-2 0 0,-4 0 0,10 10 0,-5 7 0,3 9 0,0 7 0,5 1 0,5 1 0,-3-1 0,2 0 0,0 1 0,6-1 0,8-1 0,4-5 0,11-3 0,5-8 0,7-1 0,5-5 0,6-5 0,3-4 0,3-10 0,7-17 0,2-11 0</inkml:trace>
  <inkml:trace contextRef="#ctx0" brushRef="#br0" timeOffset="30">25107 3490 8912,'0'-9'0,"0"5"0,2 15 0,4 12 0,-2 8 0,7 3 0,-1 8 0,3 4 0,1 6 0,5 5 0,-2-2 0,6 8 0,2-9 0,-2-3 0,-8-7 0,0-9 0,-5-1 0</inkml:trace>
  <inkml:trace contextRef="#ctx0" brushRef="#br0" timeOffset="31">25021 4058 8912,'0'-12'0,"0"1"0,0 5 0,0-6 0,8 1 0,4-6 0,5 5 0,6-1 0,5-4 0,5-4 0,3-2 0,4 6 0,-1-8 0,6-4 0,-6-3 0,3-3 0,-8 1 0</inkml:trace>
  <inkml:trace contextRef="#ctx0" brushRef="#br0" timeOffset="32">25452 3559 8912,'0'-17'0,"0"0"0,0 5 0,0 1 0,0 7 0,0 4 0,2 11 0,3 7 0,7 4 0,-3 7 0,3 11 0,-8-2 0,1 8 0,3-2 0,-2 2 0,-1 2 0,-5-8 0,-5 0 0,-1-6 0,-5-1 0,5-4 0,-2-7 0,2-10 0,6-6 0,0-12 0,2-9 0,10-8 0,-1-8 0,6 3 0,1-3 0,-1 2 0,0 4 0,0 8 0,1 0 0,-1 0 0,-4 7 0,4 5 0,-3 3 0,9 2 0,-4 0 0,-2 0 0,2 0 0,4 0 0,-4 0 0,4 0 0,2-2 0,-2-2 0,0-4 0,2-1 0,-6-3 0,4-5 0,-4 0 0,-2 0 0,-5-6 0,-3 0 0,-1 2 0,-4 2 0,-10-4 0,-6 0 0,-5 6 0,-6 5 0,4 8 0,-6-1 0,2 3 0,0 2 0,-1 9 0,1 9 0,9 1 0,-3 9 0,6 1 0,-1 5 0,4 1 0,8-3 0,0-3 0,0-6 0,8 0 0,4-6 0,5 2 0,6-13 0,3-1 0,9-5 0,5-7 0,0-5 0,6-5 0,-6-6 0,0-2 0,-5-3 0,-7-5 0,-1 7 0,-2-3 0,-4 0 0,-8 14 0,-1-2 0,-8 3 0,3 5 0,-7 1 0,0 18 0,0 7 0,-1 0 0,-5 6 0,4-2 0,-4 2 0,2-4 0,0 4 0,-1-4 0,1-2 0,2-5 0,2-1 0,0-7 0,0 4 0,0-16 0,0-3 0,0-7 0,2-3 0,2-2 0,1 2 0,7 2 0,-6 2 0,5 0 0,-5 0 0,5 5 0,-5 1 0,8 7 0,-3-2 0,-1 4 0,1 2 0,2 0 0,-5 8 0,-2 3 0,-4 5 0,-2 1 0,5-6 0,1 1 0,0-1 0,-6 1 0,0-1 0,0-7 0,0 2 0,2-10 0,2-4 0,1-1 0,7-3 0,-6-5 0,7-6 0,-2 0 0,3 0 0,-3 6 0,5 0 0,-5 0 0,-1 0 0,1-1 0,-5 9 0,5 3 0,-5 4 0,6 4 0,1 4 0,-5 9 0,-3 8 0,3 6 0,-2-6 0,7 5 0,-1-5 0,-3 6 0,3-6 0,-1 0 0,6-6 0,2 0 0,4 0 0,4-7 0,7-10 0,1-10 0</inkml:trace>
  <inkml:trace contextRef="#ctx0" brushRef="#br0" timeOffset="33">27310 3456 8912,'0'17'0,"0"0"0,0 2 0,0 4 0,0 4 0,0 7 0,0 10 0,0 8 0,0 7 0,0 12 0,0 1 0,0 3 0,0 5 0,0-5-549,0-1 1,0-5 0,0 0 0</inkml:trace>
  <inkml:trace contextRef="#ctx0" brushRef="#br0" timeOffset="34">28532 3370 8912,'-17'-8'0,"0"-3"0,-1-5 0,3-1 0,2 0 0,3 0 0,2 0 0,3 0 0,5 9 0,0 8 0,2 11 0,3 10 0,-1 6 0,8 7 0,-3 1 0,5-1 0,-3 1 0,2-1 0,-3-7 0,2-4 0,1-2 0,2 2 0,-3-10 0,-1 4 0,-5-11 0,5 0 0,3-4 0,-1-4 0,-1-4 0,1-9 0,-7-8 0,1-6 0,-1 6 0,-4-6 0,4 7 0,-4-1 0,-2 5 0,0 1 0,0 8 0,0 3 0,2 12 0,3 5 0,-1 10 0,8 2 0,-1-2 0,6-8 0,2-1 0,4 1 0,-4-5 0,4-2 0,2-4 0,-2-2 0,0-2 0,-6-4 0,-7-4 0,-4-7 0,1 0 0,-1 0 0,0-2 0,-6-4 0,0 4 0,0-4 0,0 4 0,0 0 0,0-4 0,0-4 0,0-7 0</inkml:trace>
  <inkml:trace contextRef="#ctx0" brushRef="#br0" timeOffset="35">29203 3232 8912,'-27'27'0,"4"-8"0,12-7 0,-4-3 0,3 3 0,5 3 0,-1-13 0,10 5 0,4-7 0,5 0 0,4 0 0,10-7 0,2-5 0,2-3 0,-1-2 0,-1-2 0,2-4 0,-4 4 0,-8-4 0,-2 2 0,-3-2 0,-5 4 0,-7-4 0,-2 4 0,-5 3 0,-11 5 0,-6 3 0,-11 8 0,-5 10 0,0 7 0,-6 6 0,8 10 0,5-1 0,8 4 0,6 8 0,2-4 0,9 6 0,8-6 0,16-5 0,16-10 0,12-4 0,14-6 0,5-9 0,0-1-314,4-18 1,-14-6 0,6-16 0</inkml:trace>
  <inkml:trace contextRef="#ctx0" brushRef="#br0" timeOffset="36">29960 2957 8912,'-17'-17'0,"0"0"0,5 2 0,1 3 0,-4 4 0,-6 1 0,-6 5 0,-8-4 0,-5 18 0,0 7 0,2 6 0,2 5 0,3 3 0,4 1 0,12 2 0,11 4 0,5-9 0,1 3 0,7-5 0,5 0 0,5-4 0,6-8 0,4 0 0,7 0 0,0-2 0,1-3 0,-1-3 0,-1-5 0,-3 4 0,-1 1 0,-2 1 0,1 1 0,-3 3 0,-7-8 0,-7 7 0,-1-2 0,-3 5 0,-5 1 0,-13 0 0,-7-2 0,-10-3 0,-11 3 0,5-5 0,-2 1 0,-1 1 0,3-9 0,0 5 0</inkml:trace>
  <inkml:trace contextRef="#ctx0" brushRef="#br0" timeOffset="37">30304 2751 8912,'-9'0'0,"-6"8"0,13 1 0,-4 8 0,4 6 0,2 0 0,0 10 0,0 1 0,0 0 0,0 7 0,6 1 0,0 0 0,-1 1 0,3 5 0,-6-6 0,4-2 0,-5-11 0,-1-6 0,6-4 0,0-2 0,0-7 0,-4-3 0,1-10 0,3-9 0,8-1 0,-3-16 0,4-5 0,3-8 0,-1 0 0,0 0 0,0 2 0,0 5 0,-1 1 0,-5-1 0,3 9 0,-9 3 0,9 4 0,-12 9 0,5 10 0,-7 12 0,0 9 0,0 1 0,0 3 0,2-4 0,2 2 0,2-2 0,7-2 0,-1-1 0,-3-3 0,3-4 0,-1 3 0,4-7 0,-1 1 0,-3 0 0,1-3 0,5-5 0,0 0 0,0 0 0,0-2 0,1-3 0,-7 3 0,1-4 0,-1 6 0,-1 6 0,5-2 0,-4 7 0,-1-5 0,1 5 0,1 1 0,3-1 0,-3 1 0,-3-9 0,-3 3 0,-2-10 0,7-1 0,-7-9 0,2 3 0,-4-6 0,-4-4 0,-2-2 0,-2 2 0,-5 2 0,5 1 0,-7 1 0,1 0 0,3 2 0,-3 3 0,1-1 0,-6 7 0,-1 0 0,9 6 0,1 0 0,8 0 0</inkml:trace>
  <inkml:trace contextRef="#ctx0" brushRef="#br0" timeOffset="38">31148 2974 8912,'-18'0'0,"1"0"0,0 0 0,0 0 0,0 0 0,1 2 0,5 4 0,3 4 0,8 7 0,2-2 0,4-2 0,5-1 0,5 1 0,1 1 0,0-3 0,0 2 0,0-7 0,1 0 0,-1-6 0,0 0 0,-5 0 0,-1 0 0,-7-8 0,9-1 0,-7-8 0,-2-1 0,5 1 0,1 0 0,7 7 0,0 5 0,-5 3 0,-1 2 0,1 2 0,5 3 0,0 5 0,0 7 0,6 2 0,0 4 0,0-6 0,-6 1 0,-5-3 0,-1-9 0,3-3 0,1-1 0,2-4 0,0-3 0,-5-12 0,-1-12 0,-1-6 0,1-5 0,3-4 0,-8-7 0,5-3 0,-5-3 0,0-2 0,-6-4 0,0 4 0,0 11 0,0 6 0,0 7 0,0 20 0,0 2 0,0 18 0,-6 13 0,0 10 0,0 12 0,6 6 0,0-2 0,0 2 0,0-2 0,0 2 0,8-4 0,3-8 0,5-1 0,1-5 0,8 3 0,3-8 0,5-8 0,1-9 0,8-12 0,2-3 0,8-9 0</inkml:trace>
  <inkml:trace contextRef="#ctx0" brushRef="#br0" timeOffset="39">32129 2768 8912,'-8'-34'0,"4"7"0,-7 4 0,5 10 0,-6 1 0,1 8 0,-6-1 0,-2 12 0,-4 10 0,4 8 0,-4 10 0,0-1 0,5 0 0,-1 1 0,14-1 0,-7 1 0,6-3 0,3-3 0,1-6 0,4-6 0,3-6 0,5-3 0,7-8 0,6-2 0,0-4 0,8-11 0,-3-13 0,3-7 0,-2-3 0,1-8 0,-7 3 0,6-11 0,-6-1 0,0-10-151,-6-2 1,-2-5 150,-3-7 0,-5 5 0,-7 7 0,0 10 0,0 9 0,-2 16 0,-3 15 0,1 11 0,-8 14 0,1 17 0,-6 11 0,-1 20 0,1 3 0,0 10 0,0 7 0,5 11 0,3 6 0,1-1 0,4-2 0,4-2-253,6 0 0,4 0 253,7 0 0,0-2 0,-2-4 0,-3-7 0,-6-8 0,-10-4 0,-2-8 0,2-1 0,2-4 0</inkml:trace>
  <inkml:trace contextRef="#ctx0" brushRef="#br0" timeOffset="40">27517 4092 8912,'5'-17'0,"1"0"0,-2-1 0,-2 1 0,-4 2 0,-4 3 0,-3 7 0,-10 10 0,-2 7 0,-2 3 0,-6 8 0,4 2 0,0 2 0,0 3 0,2-3 0,6 2 0,2-6 0,3 5 0,5-7 0,7 2 0,0 2 0,2-4 0,3-4 0,7-3 0,11-9 0,5 7 0,5-8 0,1 1 0,1 3 0,-1-2 0,-5 1 0,0-1 0,-8-4 0,2 4 0,-10 1 0,-2-1 0,-9 7 0,-2-1 0,-13 5 0,-14 6 0,-1-2 0,-13 8 0,-1-6 0,2 5 0,0-7 0,6 2 0,7-11 0,4-7 0,4-3 0,11-5 0,8-9 0,12-11 0,9-7 0,5-5 0,16 1 0,2-1 0</inkml:trace>
  <inkml:trace contextRef="#ctx0" brushRef="#br0" timeOffset="41">27775 4350 8912,'-2'15'0,"-4"-3"0,2 1 0,-5-5 0,1 1 0,2-3 0,6 5 0,0-7 0,2 10 0,4-9 0,6 1 0,3 2 0,8-6 0,0 3 0,5-3 0,-5-2 0,6-2 0,-6-3 0,6 1 0,-6-8 0,0-1 0,1-2 0,-5-3 0,4 1 0,-9 0 0,-3 0 0,-7 0 0,2-1 0,-4 1 0,-2 0 0,-2 0 0,-4 0 0,-3 0 0,-9-1 0,1 3 0,0 4 0,0 3 0,0 8 0,-1 2 0,1 4 0,2 5 0,3 12 0,-1 6 0,7 11 0,-1-2 0,3 8 0,-2 2 0,2 1 0,10-3 0,5 0 0,5-6 0,1 6 0,8-16 0,3-1 0,5-16 0,1-7 0,1-6 0,-1-6 0,1-11 0,-1-11 0,-1-11 0,-5-1 0,1-7 0,-12 1 0,2 4 0,-13 2 0,0 3 0,-6 3 0,-4 1 0,-8 5 0,-1 3 0,-16 8 0,8 1 0,-2 5 0,-2 3 0,3 8 0,1 8 0,9 3 0,-1 12 0,5 6 0,0 3 0,1 3 0,1-1 0,6 1 0,2 5 0,4 0 0,3-2 0,8-9 0,8 1 0,4-7 0,11-2 0,8-9 0,7-7 0,8-3 0,4-25 0,2-5 0</inkml:trace>
  <inkml:trace contextRef="#ctx0" brushRef="#br0" timeOffset="42">29272 4367 8912,'-6'-13'0,"-1"-1"0,-1-3 0,0 0 0,3-4 0,-1 2 0,0 0 0,0 9 0,6 4 0,2 12 0,2 6 0,2 3 0,0 10 0,-6 3 0,0 5 0,0 1 0,0-1 0,0-5 0,0 5 0,0-4 0,0-5 0,0-1 0,0-4 0,-2-1 0,-4-1 0,4-8 0,-6-3 0,8-12 0,0-11 0,0-12 0,6-5 0,0-6 0,5 4 0,-5-4 0,7-2 0,-1 1 0,-3 7 0,3 5 0,-6 10 0,3 0 0,1 8 0,-1 3 0,1 12 0,1 13 0,5 14 0,-5 9 0,4 8 0,3-3 0,-1 5 0,0 2 0,2-8 0,4-4 0,-4-12 0,6-5 0,-2-6 0,0-5 0,0-6 0,-6-12 0,-2-11 0,-3-12 0,1-11 0,-7-6 0,0 2 0,-6-2 0,0 2 0,0-1 0,-2-5 0,-4 4 0,-2 4 0,-3 2 0,-4 4 0,5 3 0,1 4 0,3 6 0,4 12 0,2 3 0,0 8 0,8 8 0,1 2 0</inkml:trace>
  <inkml:trace contextRef="#ctx0" brushRef="#br0" timeOffset="43">29891 4315 8912,'-17'8'0,"0"-6"0,0 4 0,-2 1 0,-4-1 0,4 8 0,-4-3 0,4 6 0,1 6 0,7-4 0,-1 4 0,9 2 0,-1-2 0,8-2 0,7-2 0,6-4 0,6-3 0,-4 1 0,4-7 0,2 0 0,-2-6 0,0-8 0,-6-4 0,-1-3 0,-5-2 0,-1-2 0,-5-4 0,-3 4 0,4-4 0,-4-2 0,-2 2 0,-2 2 0,-4 2 0,4 2 0,-5 0 0,7-1 0,0 1 0,0 0 0,0 0 0</inkml:trace>
  <inkml:trace contextRef="#ctx0" brushRef="#br0" timeOffset="44">30098 4281 8912,'-12'0'0,"1"0"0,7 0 0,-3 2 0,7 4 0,0-2 0,0 7 0,0 0 0,0 7 0,1 1 0,5 4 0,2-4 0,3 6 0,-3-2 0,0-1 0,-5 1 0,9-5 0,-8-1 0,1 0 0,-3-7 0,-2-3 0,0-9 0,0-3 0,0-11 0,0-9 0,2-1 0,4-5 0,-2-1 0,7-3 0,1 1 0,5-1 0,0 1 0,0 0 0,1-1 0,6 1 0,3 0 0</inkml:trace>
  <inkml:trace contextRef="#ctx0" brushRef="#br0" timeOffset="45">30459 4230 8912,'0'17'0,"0"0"0,0 0 0,0 0 0,0 0 0,-7 1 0,5-7 0,-4 1 0,4-1 0,2 6 0,0 0 0,0 1 0,0-9 0,0 6 0,0-13 0,0 6 0,0-8 0,0-8 0,0-3 0,0-6 0,0-4 0,0-2 0,0-8 0,0 3 0,2-3 0,4 2 0,3-3 0,9 3 0,-1 4 0,0 2 0,-2 4 0,-3 2 0,3 6 0,-3-1 0,5 8 0,6-1 0,-10 16 0,4 6 0,-5 6 0,-1 0 0,3 2 0,-9 4 0,1 1 0,-6-7 0,0 0 0,0-6 0,0 0 0,2-1 0,4-5 0,-4-3 0,7-16 0,-3-3 0,3-5 0,9-1 0,-1-6 0,0-1 0,0-1 0,1 0 0,-1-2 0,0 10 0,0-4 0,0 9 0,1 5 0,-1-1 0,0 8 0,-6 8 0,1 5 0,1 6 0,3 4 0,-1 0 0,-4-6 0,10 1 0,-3-1 0,3-8 0,-4-3 0,0 2 0,0-3 0,0-1 0,1-10 0,5 3 0,0-9 0,-2-5 0,-8-6 0,-3 0 0,-3-2 0,5 4 0,-7-7 0,1 7 0,-6-2 0,-6 4 0,1 1 0,-9 1 0,3 0 0,-4 7 0,-3 3 0,1 7 0,2 2 0,1 3 0,3 7 0,-2 3 0,5 2 0,2 1 0,-1-7 0,1 1 0,0-1 0,6 0 0,0 1 0,0-8 0,0 3 0,2-7 0,4 0 0,3 0 0,8-2 0,1-3 0,-1 3 0,0-4 0,-5 4 0,-1 2 0,1 0 0,5 0 0,0 2 0,0 4 0,0 5 0,1 5 0,5-5 0,-1 0 0,7-1 0,-6 1 0,8 3 0,-3-8 0,3-1 0,-2-5 0,1-7 0,-5-5 0,0-5 0,0-6 0,-4-4 0,-10-7 0,3-8 0,-9-4 0,7-4 0,-6-1 0,-1-6 0,-5-1 0,-5-5 0,-3 6 0,-2 1 0,-3 3 0,0 15 0,1 3 0,-3 20 0,11 0 0,-7 15 0,7 23 0,-2 11 0,-2 14 0,3 9 0,-1 10 0,6 8 0,0 5 0,2-4 0,4 1 0,5-1 0,4-1 0,3-7 0,6-7 0,5-3 0,5-10 0,7-3 0,-5-22 0,14 0 0,-6-23 0</inkml:trace>
  <inkml:trace contextRef="#ctx0" brushRef="#br0" timeOffset="46">31182 5038 8912,'12'0'0,"-1"0"0,1-2 0,-3-4 0,-3-6 0,-4-3 0,-2-2 0,0 0 0,0 0 0,0-1 0,-8 1 0,-1 0 0,-3 0 0,1 0 0,1 5 0,-1 1 0,-5 7 0,5 0 0,-5 8 0,5 5 0,0 9 0,1 6 0,-1 5 0,-3 4 0,6-1 0,1-1 0,-1-3 0,2-7 0,6 2 0,0 4 0,8-16 0,4 1 0,5-10 0,6-8 0,3-5 0,9-12 0,5-12 0,0-11 0,-5-3 0,-7-5 0,1-3 0,-2-6 0,-4-4 0,-12-2 0,-3 2 0,-8 4 0,0 8 0,0 15 0,0 15 0,0 17 0,-6 24 0,0 10 0,3 15 0,1 10 0,2 6 0,0 1 0,5 1 0,1 4 0,2-4 0,-3-7 0,5-2 0,7-5 0,0 1 0,3-11 0,1-9 0,2-5 0,5-11 0,-5-4 0,6-12 0,-6-6 0,5-5 0,-5-6 0,0-3 0,-5-9 0,-3 1 0,-4-1 0,-5 3 0,-4 3 0,-2-3 0,0 3 0,0 4 0,0 2 0,0 4 0,0 2 0,0 9 0,0 8 0,0 14 0,0 9 0,2 5 0,2-3 0,3 0 0,3 0 0,1-2 0,7-6 0,-1 0 0,0 0 0,0-7 0,0-4 0,1-4 0,-1-2 0,6-2 0,0-4 0,0-4 0,-6-7 0,-2 0 0,-3 0 0,3 0 0,-4-1 0,5 1 0,1 0 0,-6 2 0,1 3 0,-1-3 0,7 13 0,-3 2 0,-4 12 0,-5 3 0,-4 2 0,-2 0 0,0 0 0,0 1 0,0-1 0,0 0 0,0 0 0,0 0 0,0 1 0,-2-9 0,-4-3 0,-11-4 0,-10-2 0</inkml:trace>
  <inkml:trace contextRef="#ctx0" brushRef="#br0" timeOffset="47">31750 4728 8912,'-25'-25'0,"6"4"0,-4-7 0,10 7 0,1-2 0,8 4 0,-1 1 0,5 1 0,5 0 0,7 6 0,13-1 0,9-1 0,10-3 0,12 5 0,1-1 0,0 1 0,10-14 0,4-2 0</inkml:trace>
  <inkml:trace contextRef="#ctx0" brushRef="#br0" timeOffset="48">32421 4281 8912,'-9'10'0,"1"-3"0,0 1 0,6 1 0,-3 9 0,3-1 0,2 2 0,0 4 0,0 6 0,2-1 0,3 7 0,-1-5 0,8 10 0,-1 2 0,6-2 0,-5-5 0,-1-7 0,1-7 0,5 4 0</inkml:trace>
  <inkml:trace contextRef="#ctx0" brushRef="#br0" timeOffset="49">32421 4608 8912,'-6'-12'0,"1"1"0,-7-1 0,6-5 0,3 0 0,1 0 0,2 0 0,7 1 0,5 5 0,9-4 0,2 3 0,13-1 0,-1 1 0,3-1 0,-4 5 0,1 1 0,-1-1 0,-1 2 0,-5 6 0,3 0 0,-8 0 0,0 2 0,-6 4 0,-7 3 0,-5 9 0,3-1 0,-2 2 0,-3 2 0,-1 2 0,-2 0 0,0-6 0,-2 0 0,-3 0 0,1 1 0,-8-1 0,9-6 0,-3 1 0,-4-8 0,8-4 0,-3-12 0,10-5 0,7-6 0,9-4 0,2-7 0,6-3 0,-7-3 0,7 4 0,-4-6 0,0 2 0,0 0 0,-2 0 0,-6 5 0,8 1 0,1 0 0</inkml:trace>
  <inkml:trace contextRef="#ctx0" brushRef="#br0" timeOffset="50">33109 3937 8912,'-9'0'0,"1"8"0,3 1 0,-1 9 0,0 1 0,6 4 0,0 0 0,0 11 0,0-3 0,0 9 0,0 2 0,0-2 0,0 6 0,0-6 0,0-2 0,0-2 0,2-3 0,4-5 0,-4-3 0,3-8 0,-3-7 0,-2-2 0,2-10 0,4-4 0,-4-4 0,4-7 0,1-6 0,1 0 0,1 0 0,5-1 0,-5 3 0,3-8 0,-3 8 0,3-2 0,3 6 0,-3 5 0,-3-1 0,3 7 0,-7-5 0,7 5 0,-1 0 0,-1 6 0,5 0 0,-5 0 0</inkml:trace>
  <inkml:trace contextRef="#ctx0" brushRef="#br0" timeOffset="51">33471 4109 8912,'-29'0'0,"2"-2"0,3-2 0,3-1 0,3-9 0,7 3 0,3-4 0,10-3 0,6 1 0,9 0 0,23 0 0,21-16 0,18-3 0</inkml:trace>
  <inkml:trace contextRef="#ctx0" brushRef="#br0" timeOffset="52">12958 6860 8912,'-11'-8'0,"1"-3"0,1-2 0,1-1 0,0 3 0,3-1 0,-1 1 0,0-1 0,0 1 0,6-6 0,0 0 0,0-1 0,-2 9 0,-3 3 0,-7 4 0,3 2 0,-3 0 0,-5 2 0,-6 4 0,0 3 0,-2 1 0,0 5 0,-3-3 0,-5 1 0,4-2 0,-9 5 0,-2-5 0,-2-1 0,2-1 0,-4-1 0,0-4 0,-12-2 0,5-2 0,-5 0 0,5 0 0,-1 0 0,0 0 0,-3 0 0,3 0 0,5 0 0,12 0 0,3 2 0,3 1 0,6 3 0,4-2 0,9-2 0,3-2 0,7 2 0,0 4 0,0-5 0,7 7 0,-5-6 0,4 4 0,-4-2 0,-2 7 0,0 2 0,0-3 0,0 1 0,0 1 0,0 5 0,0 2 0,0 4 0,-6-2 0,0 8 0,1-6 0,5 5 0,-6-5 0,0 6 0,2 1 0,3 3 0,-1-4 0,-4-1 0,4 7 0,-4 5 0,4 2 0,2-2 0,0-4 0,0 4 0,0 2 0,0-2 0,0 1 0,0-9 0,0-1 0,0-3 0,0-7 0,0 2 0,0-4 0,0-7 0,0-1 0,0-7 0,0 4 0,0-8 0,0 0 0,0-8 0,0 6 0,0-6 0,0 8 0,0 0 0,0 8 0,2-6 0,2 6 0,2-1 0,7-5 0,-3 12 0,7-9 0,6 7 0,0-6 0,7 5 0,-1-5 0,6 7 0,5-1 0,4-3 0,7 3 0,7-1 0,-1 6 0,0-5 0,-5-1 0,0 1 0,-3 3 0,-3-2 0,-6-1 0,-1-3 0,1 3 0,-10 1 0,5-7 0,-5 5 0,5-5 0,5 0 0,0-6 0,2 0 0,-2 0 0,-3 0 0,5 0 0,0 0 0,4 0 0,-4 0 0,-2 0 0,-4 0 0,-1 0 0,-1 0 0,0 0 0,1 0 0,-3 0 0,1 0 0,1 0 0,-3 0 0,9 0 0,-4 0 0,-1 0 0,5-2 0,0-4 0,2 2 0,-2-7 0,-3 5 0,3-5 0,-4 1 0,-1-1 0,5-3 0,0 7 0,-4-3 0,-5-3 0,-1 3 0,-7-1 0,6 5 0,-6-5 0,-6 7 0,-5-2 0,-9-4 0,5 1 0,-8-8 0,0-1 0,0 7 0,0-2 0,2-5 0,4-3 0,-4-3 0,3 1 0,3-4 0,-2-7 0,5-3 0,-5-3 0,5 4 0,-5-4 0,6 5 0,-7 7 0,1-3 0,-6 8 0,0 0 0,0-2 0,0 12 0,0-4 0,0 3 0,0-3 0,0 6 0,0-1 0,-7 1 0,3-4 0,-6 1 0,2 3 0,-3-1 0,5-5 0,-1 2 0,1 3 0,4-3 0,-4 4 0,-1 1 0,1-1 0,-8-1 0,5-5 0,-1 0 0,-5 5 0,4 1 0,-5 5 0,-1-5 0,6 1 0,-1-1 0,1 1 0,-7 4 0,-5-1 0,1-5 0,-1-1 0,5 7 0,-5-5 0,-1 3 0,-3 0 0,-4 1 0,-1-7 0,-3 3 0,-1 1 0,-4-1 0,4 5 0,-5-5 0,3 1 0,-2-1 0,2-5 0,-8 5 0,6 1 0,-6-1 0,6 7 0,-6-2 0,4-1 0,-6-1 0,-2 0 0,2 1 0,-5 1 0,-5 6 0,1 0 0,5 0 0,1 0 0,-1 0 0,8 0 0,4 0 0,4 0 0,1 0 0,9 2 0,1 2 0,2 2 0,0-3 0,-2 5 0,2-2 0,4-1 0,-4-5 0,4 0 0,2 0 0,-1 6 0,1 0 0,0 0 0,7-6 0,3 0 0,7 0 0,0 0 0,0 7 0,-8 3 0,-3 7 0,-7 6 0,-4 0 0,0 15 0,-6 2 0,-1 0 0,-5 10 0,-1-6 0</inkml:trace>
  <inkml:trace contextRef="#ctx0" brushRef="#br1" timeOffset="53">3476 8425 8912,'-34'-6'0,"-1"0"0,7-5 0,1 5 0,2 2 0,4 2 0,10 2 0,11 0 0,11 0 0,6 0 0,6 0 0,0 0 0,11 0 0,-3 0 0,9 0 0,-3 0 0,-3 0 0,6-2 0,0-3 0,0 1 0,-3-8 0,3 1 0,6 1 0,5-11 0,7 4 0,3-12 0,8 1 0,9-7-348,8-5 0,2-2 348,-39 20 0,0-2 0,-3 0 0,0 1 0,2 2 0,1 2 0,3-3 0,1 2 0,4-1 0,1 1 0,2 2 0,0-2 0,3-2 0,1-2 0,-3 2 0,0-2 0,4-1 0,0-1 0,1 0 0,2 0 0,3 1 0,1-1 0,1-3 0,0-1 0,1-2 0,1 0 0,-4 3 0,-1-1 0,2 1 0,0 1 0,-2 1 0,-1 0 0,-1 2 0,0-1 0,-1 1 0,0 0 0,0 2 0,-2 0 0,-9 2 0,-1 0 0,0 4 0,-1 0 0,-7 2 0,-1 1 0,46-14 0,-19 7 0,-12 0 0,-15 5 0,-18 5 0,-3 7 0,-23-4 0,4 8 0,-12 0 0,4 0 0,-7 0 0,3 0 696,4 0-696,-6 0 0,7-1 0,-5-5 0,2 4 0,-7-4 0,-3 4 0,5 2 0,-3 0 0,1 2 0,-7 4 0,9-4 0,-6 5 0,5-7 0</inkml:trace>
  <inkml:trace contextRef="#ctx0" brushRef="#br1" timeOffset="54">7159 6808 8912,'-12'0'0,"3"-1"0,-1-3 0,1-2 0,5-7 0,4 5 0,11-3 0,5 3 0,1 0 0,2 6 0,4-3 0,4 5 0,7 5 0,0 7 0,1 11 0,-3 3 0,-3 9 0,-4 7 0,-8 4 0,-2 11 0,-3 6 0,-12 12 0,-15 7 0,-10 8 0,9-42 0,-3 1-320,-2 2 0,-4-1 0,1-5 0,-3-2 0,-4-1 1,1 0-1</inkml:trace>
  <inkml:trace contextRef="#ctx0" brushRef="#br1" timeOffset="55">740 8321 8912,'0'-28'0,"0"-1"0,0 1 0,0 1 0,0 11 0,0 16 0,0 12 0,0 9 0,6 6 0,1 9 0,1 4 0,0 6 0,3-4 0,-3 0 0,-1-2 0,1 0 0,-2 0 0,-4-5 0,2-1 0,1 1 0,1-3 0,-6-3 0,0 1 0,0-7 0,0-2 0,0-9 0,-8-5 0,-1-11 0,-1-7 0,-3-2 0,7-16 0,0-2 0,6-9 0,0 2 0,0-8 0,0 2 0,0-2 0,0-1 0,0 7 0,2 1 0,4 11 0,-2 3 0,7 8 0,3-1 0,7 9 0,2 3 0,0 12 0,-6 5 0,0 7 0,0 5 0,-1-2 0,-5 7 0,4-5 0,-3 6 0,-3-8 0,1 2 0,-1-4 0,1-2 0,-6 0 0,2 0 0,-4-5 0,-2-1 0,0-7 0,0 4 0,0-12 0,0-8 0,1-1 0,3-16 0,2-3 0,-2-6 0,3 0 0,-1-8 0,6 6 0,-7-6 0,9 8 0,-3-3 0,-1 13 0,1 5 0,-5 6 0,6 5 0,-1 5 0,6 7 0,0 3 0,1 7 0,-1 7 0,0 2 0,0 6 0,0-2 0,6 6 0,0-6 0,0-2 0,-6-10 0,3 2 0,3-7 0,1 6 0,5-7 0,-4-1 0,-8-10 0,6-3 0,0-8 0,6-6 0,-6 0 0,0-8 0,-6 3 0,-2-5 0,-3-1 0,1-1 0,-7 1 0,-2 5 0,-10 1 0,-4 9 0,-7 1 0,0 3 0,0 9 0,-3 1 0,-2 5 0,2 2 0,-3 3 0,4 5 0,2 7 0,6 8 0,1 3 0,2 5 0,5 1 0,1 1 0,2-1 0,0-1 0,0-5 0,2 5 0,3-5 0,7-3 0,9-4 0,6-5 0,5-5 0,1-7 0,13 2 0,-6-12 0,6-6 0,-1-5 0,7-6 0,-6-4 0,-2-5 0,-4 1 0,-7 3 0,-3-1 0,-13-5 0,4 5 0,-9 0 0,-4 8 0,-5 0 0,-6 6 0,-9 4 0,-3 5 0,-2-6 0,-1 9 0,1-3 0,0 4 0,0 2 0,0 0 0,1 2 0,5 4 0,-4 3 0,7 8 0,-4 1 0,5-1 0,7 0 0,0 0 0,0 0 0,0 1 0,0-1 0,0 0 0,0 0 0,0-5 0,0-1 0,7-7 0,5 2 0,3-4 0,2-2 0,2-2 0,4-4 0,2-4 0,4-7 0,2-2 0,-8-4 0,5 2 0,-5-8 0,0 8 0,-6-2 0,1 4 0,-1 2 0,-8 0 0,1 6 0,-4-1 0,-5 8 0,7-1 0,-8 10 0,0 5 0,0 7 0,0-6 0,0 1 0,0-1 0,0 7 0,0-1 0,6-6 0,0 1 0,1-7 0,-1 7 0,-2-1 0,7 7 0,-7-7 0,2 0 0,-4-7 0,-2 4 0,7-8 0,-5 0 0,6-8 0,-8-3 0,0-4 0,0-3 0,0 1 0,0 6 0,0-1 0,0 1 0,0-6 0,0-1 0,0 1 0,0 0 0,2 0 0,4 0 0,-4 5 0,3 1 0,3 5 0,-2-5 0,1 7 0,-3-4 0,2 0 0,0 6 0,-1-7 0,1 3 0,0 4 0,1-5 0,5 7 0,3 0 0,2-6 0,1 0 0,5 0 0,0 6 0,7 0 0,-1 0 0,1 6 0,-1 0 0,4 2 0,-7-5 0,3 5 0,0 2 0,-8-5 0,2 7 0,3-8 0,1 3 0</inkml:trace>
  <inkml:trace contextRef="#ctx0" brushRef="#br1" timeOffset="56">10532 7324 8912,'-12'0'0,"1"0"0,5 0 0,-5 0 0,5 2 0,-6 4 0,1-4 0,-6 5 0,-1-1 0,1 0 0,0-2 0,-2 3 0,-4-1 0,2 6 0,-8-5 0,-1 3 0,-3 3 0,-9 1 0,-4-3 0,-13 10 0,-10-4 0,-15 12-42,36-15 1,-2 1-1,-1 0 1,-1 2 0,-1 0-1,-1 0 1,-1 1 0,-1-1 41,0 0 0,-1 0 0,1 0 0,0 1-187,-2-1 0,1 0 1,1-1-1,1 0 187,3-1 0,1-1 0,0 2 0,0-1 0,3-4 0,-1 1 0,-4 2 0,-1 0 0,1-1 0,1-1 0,-3 0 0,1 1 0,-2-1 0,1 1 0,-3-1 0,1 1 0,3-2 0,-1 0 0,-6 2 0,0-1 0,0 2 0,1 1 0,-3 1 0,0 0 0,0-1 0,0-1 0,4 1 0,1 1 0,-3-1 0,0 0 0,0 0 0,1-1 0,1 1 0,0 0 0,-4 1 0,1 1 0,5 0 0,0 0 0,0-2 0,1-1 0,-1 0 0,-1 1 0,1-1 0,0 0 0,-3 3 0,-1 1 0,-3 0 0,0 0 0,-2 1 0,0 0 0,-2 2 0,0 0 0,0 1 0,-1 0 0,-6 1 0,0 0 0,1 3 0,-1 0 0,-2-3 0,-1-1-295,6 1 0,1 0 0,-1 0 0,1 0 295,2 2 0,0 2 0,-9 1 0,-1 1 0,-1 0 0,0-1 0,0 2 0,1 0 0,5-3 0,1 1 0,-1 1 0,0-1 0,1 0 0,-1 0 0,2-2 0,1 1 0,1-1 0,2 0 0,4-2 0,4 1-139,10-2 1,2 0 0,-2 1 0,1 0 138,3-4 0,0 0 0,-1 3 0,0 0 0,-31 15 0,17-5 124,15-9 1,17-4-125,6-3 625,4 0-625,10-8 1228,1-1-1228,8-8 709,0 0-709,8-8 0,1-16 0,8-13 0</inkml:trace>
  <inkml:trace contextRef="#ctx0" brushRef="#br1" timeOffset="57">10084 7032 8912,'12'0'0,"-3"-2"0,1-2 0,-1-1 0,3-7 0,5 6 0,0 1 0,1-3 0,6 4 0,5-7 0,11 7 0,6-2 0,6 4 0,5 2 0,2 14 0,4 7 0,-7 9 0,-8 12 0,-16 8 0,-15 7 0,-11 12 0,-21 13 0,-20 8 0,11-41 0,-5-1 0,-3 0 0,-3-2-185,-2 0 1,-1 0 0,3-4 0,0 0 184,-2-5 0,-1 0 0,-1 1 0,0-1 0,0-7 0,-1 1 0</inkml:trace>
  <inkml:trace contextRef="#ctx0" brushRef="#br1" timeOffset="58">361 9749 8912,'0'-23'0,"0"0"0,0 2 0,-2 3 0,-3 7 0,5 3 0,0 10 0,9 4 0,7 5 0,7 12 0,1 6 0,3 4 0,4 1 0,-1 0 0,1 1 0,-4-1 0,-2 0 0,3 1 0,-5-1 0,0-5 0,-6-2 0,-1-3 0,-5-3 0,4-9 0,-11-4 0,6-12 0,-1-8 0,1-11 0,-6-9 0,1-8 0,3-10 0,-2-7 0,5-1 0,-5 7 0,6-1 0,-7 1 0,9 7 0,-3 4 0,-1 11 0,1 6 0,3 4 0,1 4 0,2 3 0,0 5 0,0 7 0</inkml:trace>
  <inkml:trace contextRef="#ctx0" brushRef="#br1" timeOffset="59">1291 9525 8912,'-10'0'0,"-5"-2"0,3-4 0,3 3 0,-3-9 0,1 8 0,-6-1 0,-3 3 0,-2 2 0,2 0 0,-3 0 0,4 0 0,2 0 0,0 7 0,0 5 0,0 3 0,7 2 0,4 0 0,4 1 0,2-1 0,0-6 0,0 1 0,2-8 0,4 1 0,7-3 0,8-2 0,0-2 0,8-3 0,0-7 0,5-11 0,-5 4 0,0-4 0,-8 4 0,2 2 0,1-4 0,-1 4 0,-5-3 0,-7 15 0,-5-7 0,5 7 0,-5-1 0,5 6 0,-7 7 0,2 5 0,-4 3 0,-2 2 0,0 1 0,8-1 0,-5-2 0,9-3 0,-6-5 0,5-7 0,2 0 0,3-7 0,1-5 0,-6-3 0,1-2 0,-1-2 0,7-4 0,-7 3 0,1-2 0,-9-3 0,3 2 0,-4 2 0,-2 2 0,0 1 0,0 1 0,0 6 0,0-1 0,0 9 0,0-5 0,-2 16 0,-4 3 0,4 6 0,-3 6 0,3-2 0,2 8 0,6-8 0,1 2 0,3-4 0,3-2 0,8 0 0,2 0 0,2-7 0,-2-4 0,-2-4 0,8-2 0,-3 0 0,3 0 0,2-6 0,-8-2 0,-2-1 0,-2-5 0,-2-1 0,0-2 0,-2 0 0,-3-1 0,-4 1 0,-3 0 0,1 0 0,0 5 0,-6 1 0,0 7 0,0-4 0,0 8 0,2 0 0,3 0 0,-1 2 0,8 4 0,-7-4 0,7 4 0,-6-2 0,5 1 0,-5-3 0,5 4 0,-1-2 0,3 0 0,-3 3 0,-2 3 0,5-4 0,-2 5 0,-1-7 0,1 2 0,-7 3 0,2 3 0,2-3 0,-3 3 0,-1 1 0,-2-5 0,-2-1 0,0-7 0,0 0 0</inkml:trace>
  <inkml:trace contextRef="#ctx0" brushRef="#br1" timeOffset="60">2082 9095 8912,'-17'-7'0,"6"-1"0,-1-4 0,8 5 0,-3 7 0,14 0 0,7-2 0,7-4 0,5 4 0,9-5 0</inkml:trace>
  <inkml:trace contextRef="#ctx0" brushRef="#br1" timeOffset="61">2426 9130 8912,'-7'17'0,"-5"0"0,-3 0 0,-2 0 0,5 1 0,1-1 0,-1 0 0,-5 0 0,6 0 0,1 0 0,2 1 0,3-1 0,5-8 0,2-1 0,3-8 0,5-8 0,9-3 0,2-6 0,2-6 0,6-2 0,-6-4 0,5-1 0,-5 7 0,0-6 0,-6 6 0,1 6 0,-1 6 0,-6 1 0,1-1 0,-8-5 0,3 14 0,-7-5 0,0 9 0,0 3 0,0-1 0,0 8 0,0-7 0,0 7 0,6-6 0,0 5 0,1-5 0,-1 5 0,-4 1 0,6 5 0,-1 0 0,-5-5 0,4-1 0,-4 1 0,-2 5 0,0-6 0,0 1 0,0-9 0,0 5 0,6-10 0,1-4 0,3-5 0,-4-6 0,5-6 0,-5 4 0,5-4 0,-5-2 0,5 2 0,-7 0 0,2 6 0,2 0 0,-3 0 0,9-1 0,-5 3 0,9 4 0,-1 5 0,-6 4 0,1 2 0,-1 8 0,5 1 0,-5 8 0,-1 1 0,-5-1 0,-1-2 0,8-3 0,-9 3 0,3-4 0,2-1 0,-2 1 0,1-7 0,-1 2 0,-2-4 0,7-2 0,3 0 0,1-16 0,2-3 0</inkml:trace>
  <inkml:trace contextRef="#ctx0" brushRef="#br1" timeOffset="62">3115 8665 8912,'-17'-5'0,"-1"-1"0,3-2 0,4 3 0,-5 3 0,9 2 0,-5 11 0,-1 12 0,7 6 0,0 5 0,6 4 0,0 4 0,0 2 0,2 2 0,4 6 0,4-3 0,7-3 0,6-4 0,0-7 0,7-9 0,-1-3 0,3-11 0,3-7 0,-1-3 0,1-5 0,1-9 0,4-11 0,2-9 0,4-8 0,2-6 0,-8-12 0,0 3 0,-5-8 0,-9 9 0,-3 3 0,-11 1 0,-6 10 0,-8-6 0,-8 8 0,-9 6 0,-6 7 0,-6 13 0,-9 7 0,2 6 0,-8 11 0,8 7 0,-2 15 0,-2 10 0,2 8 0,-1 9-187,7 14 0,7 1 187,4 4 0,12 2 0,9-7 0,15-4 0,22-7 0,16-8 0,24-16 0,11-9 0,-38-24 0,1-3 0,2 1 0,0-2 0,0-3 0,1 0 0,0-3 0,-1 0 0,1-1 0,0-2 0,-1-1 0,1-1 0,-1-2 0,1-1 0</inkml:trace>
  <inkml:trace contextRef="#ctx0" brushRef="#br1" timeOffset="63">10411 5519 8912,'-19'-6'0,"-2"-1"0,-2-3 0,6 4 0,5-3 0,-1 1 0,-2 4 0,-2 2 0,-1 2 0,1 0 0,0 2 0,0 4 0,0 6 0,-3 10 0,-3 9 0,-5 7 0,-10 8 0,-5 11 0,1 6 0,0 4 0,2 12 0,6 5 0,1 5 0,5 1 0,10-2 0,13-2 0,5-13 0,5-8 0,9-8 0,7-7 0,4-16 0,3 0 0,5-3 0,-4 3 0,3-1 0,2-5 0,1-3 0,-1-8 0,3-1 0,1-5 0,4-5 0,2-4 0,-4-2 0,6 0 0,-8 0 0,2 0 0,-3 0 0,-3 0 0,-1 0 0,-3 0 0,-3 2 0,-2 4 0,-2 3 0,-6 8 0,-2 8 0,-3 4 0,-3 5 0,-3 6 0,-4-3 0,4 3 0,-4 4 0,-2 1 0,1-1 0,5 0 0,8-2 0,7-3 0,11-5 0,8-5 0,10-5 0,2-6 0,-6-9 0,5-3 0,-5-2 0,2 0 0,-4 1 0,-2-1 0,-2 6 0,-6 1 0,-7 6 0,-4 6 0,-6 6 0,-5 11 0,-4 2 0,-8 6 0,0-4 0,0-2 0,0 4 0,0-6 0,0 0 0,0-6 0,0-7 0,0-4 0,7 4 0,3-8 0,7 2 0,0-8 0,0-7 0,6-4 0,0-2 0,10 0 0,1 0 0,2-8 0,10-3 0,-2-5 0,2-1 0,-4 2 0,-7 3 0,-1 5 0,1 7 0,-1 0 0,0 0 0,-7 6 0,-4-1 0,-4 14 0,-2-1 0,-1 3 0,-5-4 0,3 0 0,-9 0 0,1 0 0,-4-7 0,4-4 0,5-4 0,12-2 0,4 0 0,7 0 0,1-2 0,1-2 0,2-4 0,2-1 0,6 5 0,-5-2 0,-1 4 0,-6 2 0,-1 0 0,-5 0 0,1 2 0,-10 2 0,-4 4 0,1 1 0,-1-3 0,2 5 0,0-7 0,8-4 0,2-9 0</inkml:trace>
  <inkml:trace contextRef="#ctx0" brushRef="#br1" timeOffset="64">25486 11313 8912,'-10'-8'0,"5"-3"0,3 1 0,0 1 0,-4 1 0,2 1 0,-7 1 0,7 2 0,-2-7 0,3 7 0,-3-2 0,4 2 0,-4-2 0,4 5 0,-5-7 0,5 8 0,-14 0 0,14 0 0,-5 0 0,7 0 0,0 0 0,0 8 0,7 1 0,5 8 0,9 8 0,2 4 0,7 5 0,-1 4 0,4 4 0,1 2 0,6 2 0,0 6 0,1-1 0,-7 1 0,4-6 0,-3 0 0,-5-14 0,-13 1 0,1-7 0,-1-5 0,-8-2 0,-3-1 0,4-9 0,-8 6 0,-2-13 0,-12 4 0,-3-19 0,-2-6 0</inkml:trace>
  <inkml:trace contextRef="#ctx0" brushRef="#br1" timeOffset="65">25400 11296 8912,'-11'-15'0,"1"1"0,0 3 0,3-3 0,-3 1 0,1 0 0,-5 1 0,-1 8 0,-2-1 0,0 3 0,-1 2 0,-1 0 0,-2 0 0,-2 2 0,2 3 0,0 3 0,2 5 0,-2-1 0,0 1 0,11 8 0,-7 2 0,4 2 0,-4-4 0,1 2 0,5-2 0,-3 4 0,9-2 0,-9 0 0,3-6 0,3 0 0,2 0 0,5 0 0,1 1 0,0-7 0,0 1 0,1-9 0,5 3 0,4-6 0,7-6 0,8-11 0,2-10 0</inkml:trace>
  <inkml:trace contextRef="#ctx0" brushRef="#br1" timeOffset="66">25245 11279 8912,'-11'-12'0,"-1"1"0,8-1 0,-3 3 0,7 1 0,9 2 0,8 1 0,10-7 0,13 6 0,4 1 0,8 5 0,-2 0 0,-4 0 0,3 0 0,-3 0 0,2 0 0,-2 0 0,4 0 0,-6 0 0</inkml:trace>
  <inkml:trace contextRef="#ctx0" brushRef="#br1" timeOffset="67">25073 9525 8912,'-6'-36'0,"-1"-3"0,-1 1 0,-2 4 0,1 3 0,3 8 0,-5-3 0,-3 1 0,-1 4 0,-4 2 0,-4 3 0,-6 3 0,-3 2 0,-8 7 0,-2-2 0,-1 4 0,1 2 0,-5 0 0,1 0 0,-4 10 0,0 5 0,2 8 0,3 4 0,4 3 0,-4 10 0,6-1 0,-1 6 0,4 5 0,1 5 0,3 3 0,3 11 0,-1-5-220,7 11 0,5 5 220,7 6 0,1 8-208,5-43 0,-1 1 0,-1 3 0,1 1 208,2 1 0,2 0 0,-1 2 0,0 1 0,2-1 0,2 0 0,0-1 0,2-1 0,2-2 0,1-1 0,8 34-128,14-14 1,7-11 127,5-11 0,8-8 0,-2-4 0,3-13 0,3-10 0,5-2 0,1-9 0,16 0 0,5-10 0,9-8 0,2-11 0,-2-7 0,-2-5 0,0-9-43,-43 19 0,0-1 1,33-20 42,-7-6 0,-2 7 0,-10-1 0,6-4 0,-7 4 0,-8-3 333,-12-3 0,-9-7-333,-10-4 0,-6-6 0,1-6 0,-8-9-118,1-7 0,-6 41 1,-3 0 117,-1 2 0,-2-1 0,-4-2 0,-3-1 0,-2-3 0,-2 1 0,1 4 0,-2 0 0,-4 0 0,-2 1 0,-1 3 0,-2 2 0,-1 4 0,-3 2 0,-37-25 0,-5 11 0,-3 18 0,-3 17 0,-6 9 0,0 14 0,-8 5 0,42 0 0,1 1 0,-41 9 0,12 8 0,15-2 0,25 3 0,13-1 0,12 2 0,16-1 0,17-1 0,18 1 0,21-7 0,14 2 0,21-2 0,-4-12 0,4 1 0,3-3 0,-46-5 0,0-2 0,1 1 0,1 0 0</inkml:trace>
  <inkml:trace contextRef="#ctx0" brushRef="#br1" timeOffset="68">26381 12413 8912,'-12'-5'0,"3"-3"0,-1 0 0,3-1 0,-1-1 0,-3-1 0,5-6 0,0-1 0,6 1 0,0 0 0,0 0 0,6 0 0,0 0 0,5-3 0,-5-1 0,-1-2 0,3 2 0,-6-3 0,4 1 0,-4 0 0,-2 6 0,-2-6 0,-2 0 0,-4 2 0,-1 2 0,5 1 0,-2 1 0,-1 6 0,1-1 0,0 8 0,6-3 0,0 16 0,0 9 0,2 10 0,4 10 0,3 1 0,8 7 0,1-6 0,-1 5 0,0-6 0,0 1 0,-5-4 0,-1-2 0,1-7 0,3-4 0,-2-6 0,-1-5 0,-1-5 0,7-22 0,-1-8 0,-2-17 0,-3-11 0,3-9 0,-4-8 0,-3-1 0,-2 2 0,-2 4 0,1 6 0,-3 5 0,4 6 0,2 12 0,-3 11 0,11 11 0,1 7 0,2 18 0,10 10 0,1 15 0,10 8 0,4-4 0,8-2 0,-2 2 0,-3-2 0,-3 0 0,-1 2 0,-5-11 0,-10 3 0,-5-9 0,-11 4 0,-6-10 0,-12-2 0,-4-7 0,-7-10 0,-6 0 0,0 0 0,-7-2 0,1-4 0,-4 2 0,-1-5 0,1-1 0,5 1 0,-5 3 0,5-6 0,3 9 0,2-3 0,4 4 0,1 2 0,1 8 0,0 3 0,8 4 0,1 3 0,2 1 0,0 4 0,1-4 0,5 4 0,7-4 0,5-2 0,3 0 0,2 0 0,8-7 0,4-4 0,3-5 0,1-2 0,-3-7 0,-1-9 0,0 0 0,5-6 0,-7-2 0,-4 2 0,-6-6 0,-5 6 0,1 0 0,-7 6 0,5 0 0,-5 0 0,0 7 0,-8 10 0,-4 12 0,4 3 0,-4 2 0,4 6 0,2 0 0,2 6 0,4-6 0,-2-1 0,5-4 0,1-3 0,0-4 0,1 3 0,6-8 0,2-1 0,4-5 0,-4-2 0,4-3 0,2-5 0,-2-7 0,0 0 0,-8-1 0,-1 1 0,-3 0 0,-5 0 0,6 0 0,-9 0 0,5 5 0,-8 1 0,0 7 0,0-2 0,0 12 0,0-2 0,0 7 0,2-5 0,4 5 0,-3-7 0,9 2 0,-1-2 0,7 1 0,-1-3 0,0 4 0,0-4 0,0-2 0,-5 0 0,-1 0 0,1 0 0,5 0 0,-5 0 0,-1 0 0,1 0 0,5 0 0,0 0 0,0 0 0,-7 2 0,-5 4 0,5 3 0,-2 8 0,3 0 0,-1 1 0,-5-1 0,-1 0 0,8 0 0,1-1 0,2-5 0,3-3 0,-1-8 0,0 0 0,0 0 0,0-16 0,1-3 0</inkml:trace>
  <inkml:trace contextRef="#ctx0" brushRef="#br1" timeOffset="69">27792 12001 8912,'-17'-27'0,"0"2"0,-1 8 0,9 7 0,3 3 0,12 7 0,11 7 0,12 5 0,5 3 0,6 2 0,-3 1 0,3-1 0,4 0 0,0 0 0</inkml:trace>
  <inkml:trace contextRef="#ctx0" brushRef="#br1" timeOffset="70">28291 12190 8912,'-44'0'0,"2"0"0,8 0 0,1 8 0,4 3 0,-3 4 0,3 3 0,4-1 0,2 0 0,6 0 0,6 0 0,3 2 0,10 2 0,4 2 0,3-2 0,9-9 0,-1-5 0,0-7 0,6 0 0,0 0 0,6-7 0,-7-5 0,7-3 0,-6-2 0,6 0 0,-8-1 0,-4 1 0,-4 0 0,-1 0 0,5 0 0,0 1 0,0 5 0,1-4 0,-1 3 0,-6 3 0,1-3 0,-1 8 0,7-3 0,-3 9 0,-2 3 0,-1 7 0,-9-3 0,3 3 0,-2-1 0,2 7 0,-4-7 0,3 0 0,5 1 0,-6-1 0,7 1 0,-5-6 0,6 5 0,-9-7 0,5 3 0,-8-7 0,0 0 0,8-7 0,-5 3 0,9-7 0,-6 1 0,5-3 0,3 1 0,1-1 0,0 3 0,-3-1 0,3 5 0,-4-5 0,5 7 0,1-2 0,0-2 0,0 3 0,0-1 0,1 8 0,-3 4 0,-2 3 0,-1 1 0,-6 5 0,5-4 0,-5 5 0,5 1 0,-5-2 0,5-3 0,1 1 0,5-7 0,0-1 0,1-5 0,-1 0 0</inkml:trace>
  <inkml:trace contextRef="#ctx0" brushRef="#br1" timeOffset="71">29203 12035 8912,'-8'-34'0,"5"7"0,-9 4 0,6 12 0,-5 5 0,-1-2 0,-5 3 0,0 6 0,0 11 0,-2 5 0,-2 6 0,0 6 0,5 3 0,1 3 0,9-1 0,1 0 0,5 1 0,2-1 0,3 1 0,11-7 0,7 1 0,1-8 0,-1 2 0,4-6 0,7-6 0,-5-3 0,0-8 0,-2 0 0,1 0 0,3-8 0,-8-3 0,6-6 0,-7-6 0,0 2 0,-9-6 0,-2 0 0,3 1 0,-7 3 0,-1-6 0,-4 8 0,-2-2 0,0 4 0,0 2 0,0 7 0,-8 10 0,-3 12 0,-4 5 0,-3 6 0,7 4 0,-1 7 0,9 0 0,-3 1 0,4-1 0,2 0 0,2 1 0,4-1 0,11-7 0,12-4 0,5 0 0,6-6 0,6-4 0,13-14 0,10-7 0,10-9 0,8-8 0,-1-10 0,-3 1-109,-14 0 0,-10 5 109,-8 0 0,-5 1 0,-17-7 0,-2 1 0,-21 0 0,-3-1 0,-8 1 0,-5 1 0,-9 5 0,-4 7 0,-6 7 0,1 1 0,-7 7 0,5 2 0,-11 10 0,-1 4 109,2 7 0,2 6-109,9 0 0,-1 5 0,9-5 0,3-2 0,5-2 0,9 4 0,-1 0 0,10-2 0,7-9 0,11 3 0,5-4 0,7-3 0,5-2 0,-4-4 0,3-2 0,-7 0 0,-3 0 0,-6 0 0,5 0 0,-7 0 0,2 0 0,-9 2 0,-3 3 0,-7 7 0,2 11 0,-4 3 0,-2 11 0,0 3 0,0 6 0,0 3 0,0 3 0,-6 0 0,0-1 0,-7 1 0,1-1 0,3-1 0,-3-4 0,1-6 0,-4-11 0,1-8 0,3-8 0,7-5 0,-4-8 0,8-14 0,0-3 0,2-12 0,4 1 0,3-10 0,9-3 0,1 1 0,4 6 0,-2-2 0,7-3 0,3-1 0,1 2 0,5-4 0,3 2 0,4-2 0,8 2 0,-1 4 0,1-5 0,-2 5 0,-5 2 0,-8 1 0,-12 5 0,-6 5 0,-8 5 0,-17 7 0,-5 3 0,-12 8 0,-4 6 0,-7 0 0,-1 13 0,1-2 0,0 10 0,-1-4 0,8 7 0,4-1 0,10 3 0,4 3 0,1-1 0,4 1 0,2-7 0,2 1 0,14-6 0,3 6 0,11-8 0,1 1 0,9-10 0,2-6 0,8-6 0,-2-6 0,2-6 0,0-10 0,-4-7 0,-2-4 0,-4-7 0,-9 0 0,1-8 0,-7 3 0,0 1 0,-6-2 0,-1-6 0,-5-5 0,3-6 0,-9 6 0,1-8 0,-4 3 0,2 1 0,2 4 0,-1 13 0,-5 10 0,8 15 0,-6 13 0,4 12 0,-6 11 0,-6 11 0,-2 14 0,-5 10 0,1 7 0,-1 2 0,0 10 0,1-8 0,-1 2 0,7-8 0,-5-9 0,5 4 0,0-1 0,6 1 0,8-6 0,5-16 0,8-5 0,8-6 0,9 0 0,2-13 0,6-4 0,-6-13 0,6-7 0,-6-10 0,6-11 0,-8 5 0,-3-2 0,-5-1 0,-3 1 0,2-4 0,1-2 0,-7-4 0,0 4 0,-5 8 0,-3 7 0,-4 4 0,-3 4 0,-8 13 0,0 12 0,0 15 0,-2 10 0,-4 3 0,2 6 0,-7 0 0,7 8 0,-2-2 0,5 2 0,1-3 0,0 3 0,0-8 0,0-1 0,0-3 0,0 2 0,0-4 0,0-3 0,0-14 0,-8 0 0,-2-7 0,-7-2 0</inkml:trace>
  <inkml:trace contextRef="#ctx0" brushRef="#br1" timeOffset="72">30924 12121 8912,'-17'-34'0,"7"7"0,4 4 0,5 4 0,10 4 0,12 1 0,17 5 0,18 1 0,17 1 0,7 1 0,10 4-334,1-4 1,-1 12 333,-9 5 0,-13 12 0,-10 6 0,-22 5 163,-13 6-163,-11-3 0,-35 12 0,-6-5 0</inkml:trace>
  <inkml:trace contextRef="#ctx0" brushRef="#br1" timeOffset="73">29151 13703 8912,'-86'0'0,"4"0"0,6 2 0,7 4 0,17-3 0,3 9 0,5 1 0,5 3 0,11 1 0,5 0 0,11-6 0,7 1 0,3 1 0,4-3 0,3 1 0,11-7 0,6 2 0,9-4 0,-2-2 0,5-2 0,6-4 0,-1-4 0,6-7 0,-8-6 0,-1 0 0,-5 2 0,-1 2 0,-11 2 0,-1 0 0,-7 5 0,1 1 0,3 7 0,-13-11 0,5 13 0,-7 2 0,0 11 0,2 7 0,4 5 0,0-4 0,11 4 0,4 1 0,13-1 0,7 0 0,-1-6 0,8-1 0,-3-5 0,5-3 0,2-8 0,-1 0 0</inkml:trace>
  <inkml:trace contextRef="#ctx0" brushRef="#br1" timeOffset="74">29582 13737 8912,'-29'-2'0,"0"-3"0,3 3 0,-3-4 0,-4 4 0,5 2 0,-5 2 0,-1 4 0,-1 9 0,1 8 0,1 6 0,5-6 0,5 5 0,11-5 0,7-2 0,3-2 0,2 6 0,9-8 0,8 0 0,8-9 0,10-14 0,-1-3 0,1-8 0,5-8 0,0-6 0,-4-5 0,-5-4 0,1-6 0,-3 6 0,-4-10 0,-2-1 0,2-9 0,-2-8 0,5-1 0,-5 0 0,-2 10 0,-9 7 0,-7 12 0,-3 10 0,-2 5 0,-7 27 0,-5 15 0,-5 15 0,-6 24 0,-4 5 0,1 8 0,1-2 0,7-4 0,3-2 0,4 2 0,3 2 0,8-8 0,15 0 0,8-5 0,21-8 0,12-6 0,7-9 0,8-12 0,1-8 0,-3-16 0,0-3 0</inkml:trace>
  <inkml:trace contextRef="#ctx0" brushRef="#br1" timeOffset="75">30218 13669 8912,'-34'-8'0,"0"6"0,-1-4 0,-1 4 0,-4 2 0,-2 14 0,-4 3 0,4 12 0,7-1 0,8 7 0,5 5 0,10-4 0,6 2 0,6-5 0,6-5 0,11-7 0,12 2 0,0-5 0,5-7 0,-3-5 0,9-12 0,-4-4 0,-1-7 0,-7-2 0,-1-4 0,-2-7 0,-4-9 0,0 1 0,2-8 0,-4 1 0,4-7 0,2-2 0,0-3 0,1-8 0,5-7 0,0 7 0,-3-4 0,-3 19 0,-8 4 0,-7 16 0,-4 7 0,-4 13 0,-2 10 0,-10 12 0,-7 16 0,-10 14 0,-5 12 0,3 1 0,0 8 0,8-1 0,-2 1 0,4 2 0,2-8 0,7 2 0,5-4 0,5 1 0,5-6 0,12-1 0,12-9 0,11-1 0,6-11 0,6-5 0,5-11 0,-1-5 0,7-7 0,-8-7 0,3-5 0,-7-11 0,-5-5 0,-6-5 0,-13-1 0,-10-3 0,-9-3 0,-8 4 0,-6-4 0,-5 4 0,-12 1 0,2 8 0,-8 4 0,-2 6 0,-9 6 0,4 5 0,-4 12 0,3 5 0,3 12 0,5 4 0,1 7 0,14 1 0,3-1 0,7-1 0,4-5 0,23 5 0,11-5 0,14-3 0,10-2 0,8-11 0,9-7 0,5-5 0,-5-5 0,7-5 0,-4-9 0,1-4 0,-5-6 0,-10-3 0,-7-3 0,-7 3 0,-10 3 0,-10-3 0,-18 3 0,1-3 0,-9-3 0,-6 3 0,-7 3 0,-9 4 0,-5 8 0,-5 8 0,-12 3 0,3 6 0,-3 6 0,2 3 0,-2 8 0,5 8 0,1 4 0,-1 3 0,7 3 0,3-1 0,2 1 0,6 1 0,5 4 0,-1-4 0,7 4 0,2-3 0,10-3 0,11-7 0,12-4 0,3-12 0,3-5 0,5-6 0,0-6 0,6-5 0,-6-12 0,6-4 0,-6-7 0,0-8 0,-5-4 0,-3-4 0,-3-1 0,2-11 0,-8-6 0,-2-5-274,-10-13 0,4-4 274,-9 39 0,0-1 0,1-1 0,1-1 0,1 2 0,-1 1 0,10-43 0,-1 10 0,-8 19 0,-3 20 0,4 18 0,-18 38 0,-3 24 0,-12 16 0,-12 24 0,-5 5 0,20-35 0,0 2 0,0 0 0,2 1-25,3 3 0,1 1 0,-2 0 1,1-1-1,2 1 0,1 0 1,1-1-1,0 1 25,0 0 0,2-1 0,-4 39 16,13-4 0,17-6-16,12 0 0,11-5 0,12-12 0,-1-4 0,9-9 0,3-5 0,4-4 0,1-5 0</inkml:trace>
  <inkml:trace contextRef="#ctx0" brushRef="#br1" timeOffset="76">15195 10419 8912,'-17'-8'0,"6"1"0,1-7 0,0 3 0,3-2 0,-1-3 0,4-1 0,-3 0 0,1 0 0,2-1 0,4 3 0,6 4 0,3 5 0,9 12 0,1 13 0,4 15 0,5 10 0,5 6 0,1 9 0,1 4 0,-7-4 0,1-1 0,-2-3 0,3 0 0,-1 3 0,2-3 0,-6-3 0,-2-6 0,-10-4 0,-2-8 0,-7-5 0,2-1 0,-4-12 0,-2 1 0,0-11 0,-2-1 0,-4-10 0,-3-13 0,-9-8 0</inkml:trace>
  <inkml:trace contextRef="#ctx0" brushRef="#br1" timeOffset="77">15367 10471 8912,'-17'-35'0,"2"3"0,1 5 0,3 10 0,5 7 0,-5 10 0,-3 8 0,-7 5 0,-3 10 0,-3 12 0,0 1 0,-2 10 0,-3-6 0,3 6 0,6-8 0,6 2 0,2-4 0,9-1 0,0-9 0,6-3 0,0-11 0,8-5 0,1-7 0</inkml:trace>
  <inkml:trace contextRef="#ctx0" brushRef="#br1" timeOffset="78">15075 10436 8912,'34'0'0,"1"0"0,7 6 0,4 0 0,11 7 0,6-1 0,4 3 0,4 2 0,1-2 0,3-3 0,7 3 0,-3-5 0</inkml:trace>
  <inkml:trace contextRef="#ctx0" brushRef="#br1" timeOffset="79">15453 11674 8912,'-11'-17'0,"1"0"0,1 1 0,-1 5 0,6 13 0,-1 17 0,3 12 0,2 7 0,5 10 0,1-5 0,0 3 0,2 0 0,-6-8 0,3 3 0,-1-3 0,2 2 0,-4-6 0,3 1 0,-3-9 0,-2-8 0,0-1 0,0-8 0,0-5 0,2-13 0,4-9 0,-2-12 0,7-5 0,-5-1 0,6-10 0,-7 0 0,7-5 0,-7 7 0,7 4 0,-6 3 0,5 3 0,-7 5 0,2 1 0,3 7 0,-5 4 0,8 13 0,1 8 0,0 11 0,-1 8 0,3 5 0,-3-5 0,3 6 0,2-6 0,0 2 0,1-4 0,-3 2 0,-4-2 0,5-8 0,-5-1 0,-1-7 0,1 7 0,-5-8 0,5 1 0,-5-3 0,6-2 0,-7 0 0,7 0 0,-3-7 0,3-5 0,3-1 0,-3 1 0,3-3 0,2 4 0,0-5 0,0 1 0,1 4 0,-1-3 0,0 8 0,0 1 0,0-3 0,1 6 0,-1-4 0,0-1 0,0 1 0,-5-2 0,-1 3 0,1 1 0,5-8 0,-6 7 0,-1-7 0,-2-1 0,-3-2 0,-5-3 0,0 7 0,0-1 0,-2 7 0,-3-7 0,1 8 0,-8-1 0,1 3 0,-6 2 0,1 7 0,5 5 0,-2 3 0,7 2 0,-6 6 0,7 0 0,1 0 0,2 2 0,10-6 0,3 4 0,6-4 0,4-4 0,4-3 0,2-6 0,7-5 0,6-1 0,8-3 0,-2-9 0,2-1 0,-2-16 0,2 6 0,-8-5 0,-8-1 0,-9-5 0,-9 5 0,-3 0 0,-9 6 0,-2-2 0,-10 4 0,-5 6 0,-2 8 0,0-5 0,-6 8 0,0-1 0,0 10 0,6 7 0,-1 3 0,1 2 0,8 6 0,3 2 0,4 0 0,2 0 0,0-2 0,0-6 0,2 6 0,4 0 0,3-6 0,8-6 0,6-7 0,0 2 0,2-4 0,-2-2 0,-4-2 0,4-4 0,-4-4 0,0-7 0,1 0 0,-3 0 0,4-6 0,-10 0 0,-1 0 0,1 6 0,-7 0 0,2 0 0,3 7 0,-7-5 0,8 13 0,-4-4 0,-4 6 0,3 6 0,5 3 0,-2 9 0,3-1 0,4 0 0,-3 0 0,-5 0 0,3-1 0,-4-5 0,-4-3 0,5-8 0,-7-2 0,0-4 0,6-3 0,0-9 0,1 1 0,-1 0 0,-4 0 0,4 0 0,1-1 0,-1 1 0,0 2 0,2 3 0,-7-3 0,15 13 0,-7-5 0,7 14 0,-5 5 0,4-1 0,-3 6 0,3-3 0,2 9 0,1-4 0,-1-2 0,0-7 0,8 5 0,2-6 0</inkml:trace>
  <inkml:trace contextRef="#ctx0" brushRef="#br1" timeOffset="80">17673 11365 8912,'-17'0'0,"0"0"0,0 0 0,-1 0 0,-1 0 0,-2 2 0,-2 3 0,0-1 0,4 8 0,-2 3 0,-2 6 0,0-2 0,8 4 0,2-4 0,1-2 0,8 0 0,1-1 0,14-5 0,1-3 0,10-8 0,5-6 0,2 0 0,2-7 0,-3 1 0,5-3 0,-5-2 0,-3 7 0,-2 5 0,-4 3 0,-1 2 0,-1 0 0,0 0 0,-2 2 0,-3 3 0,1 7 0,-7 11 0,0 4 0,-6 7 0,0 6 0,0 0 0,-6 8 0,0-2 0,-7-2 0,1 2 0,-3-8 0,-2 0 0,0-7 0,-1-8 0,7-2 0,-1 1 0,1-10 0,-6-1 0,-1-7 0,1-4 0,0-2 0,0-3 0,0-5 0,-1-7 0,7-2 0,-1-4 0,9 2 0,-3-8 0,4 8 0,2-2 0,6-2 0,-1 2 0,11-5 0,-1 5 0,8 2 0,4 2 0,-4-4 0,5 0 0,7 0 0,5 6 0,2-6 0,-4 0 0,4 0 0,2-2 0,-5 6 0,1-4 0,-12 4 0,-5 2 0,-5 0 0,-7-1 0,-3 1 0,-10 2 0,-4 4 0,-4 3 0,-7 8 0,0 0 0,0 0 0,0 4 0,-1 7 0,1 1 0,0 11 0,7-2 0,3 0 0,1 3 0,0 3 0,1-4 0,5 6 0,5-8 0,1 2 0,7-6 0,-1-6 0,3 3 0,2-9 0,8 1 0,4-6 0,3-2 0,3-3 0,7-7 0,2-11 0,0-4 0,-4 1 0,-9-7 0,-3 4 0,-9-3 0,-1-2 0,-9-1 0,-9 1 0,-2 1 0,-3 5 0,-5-9 0,-7 9 0,0-9 0,-1 9 0,1-3 0,0 3 0,7 3 0,-3 17 0,7 8 0,1 15 0,5 14 0,0 5 0,0 7 0,1 3 0,5 7 0,-2 1 0,8-1 0,-1 1 0,6-1 0,0-5 0,1 0 0,-1-2 0,0 2 0,0-4 0,8-15 0,2-3 0</inkml:trace>
  <inkml:trace contextRef="#ctx0" brushRef="#br1" timeOffset="81">18121 11519 8912,'-29'0'0,"0"0"0,16 0 0,15 0 0,28 0 0,18 0 0,13 0 0,6-5 0,2-1 0,6-7 0,-1 1 0,-1-3 0,-2-2 0,-2-8 0,-1-2 0</inkml:trace>
  <inkml:trace contextRef="#ctx0" brushRef="#br1" timeOffset="82">18861 11279 8912,'11'-33'0,"-1"3"0,-1 3 0,-1 2 0,0 4 0,-5 2 0,-10 9 0,-10 5 0,-10 12 0,-13 9 0,-6 8 0,-4 9 0,0-3 0,3 11 0,3-3 0,1 2 0,11-4 0,9 4 0,12-3 0,5-5 0,4-1 0,2-3 0,13-12 0,5 1 0,10-6 0,3 1 0,5-5 0,4 1 0,0-6 0,-5 4 0,-1 1 0,-1 1 0,-3 0 0,-1-1 0,-10 7 0,-2-3 0,-7-1 0,-10 1 0,-15 2 0,-8 10 0,-10-2 0,-7 8 0,-4-6 0,-8 6 0,-1-6 0,-4 5-242,11-7 0,-12 4 0,14-8 1</inkml:trace>
  <inkml:trace contextRef="#ctx0" brushRef="#br1" timeOffset="83">17105 12207 8912,'18'0'0,"-3"2"0,-2 2 0,-1 2 0,-1-3 0,6-8 0,-7 1 0,-4-8 0,3 1 0,-5-6 0,6 0 0,-1-1 0,1 1 0,-6 0 0,1 0 0,-3 0 0,-2-1 0,0 1 0,-7 2 0,-5 3 0,-3 5 0,-4 7 0,-2 0 0,-2 0 0,-6 7 0,6 5 0,-2 3 0,2 2 0,4 1 0,-4-1 0,4 6 0,2 0 0,5 0 0,1-6 0,7 6 0,-2 0 0,5 0 0,1-6 0,13 0 0,4-2 0,4-1 0,4-3 0,2-5 0,7 5 0,-1-5 0,-5 5 0,3-1 0,-8 1 0,0 3 0,-6-8 0,-7 7 0,-5-2 0,-3 10 0,-2 2 0,-13 6 0,-6-4 0,-4 0 0,-2-1 0,-4 3 0,6-10 0,0 4 0,6-9 0,0-4 0,0-3 0,5-3 0,1-2 0,7-13 0,-2-6 0,4-6 0,2-6 0,2-1 0,4-3 0,4 1 0,7 0 0,8 1 0,3 5 0,5-5 0,1 4 0,-1 5 0,-3 1 0,-3 4 0,-2 1 0,-2 7 0,-6-1 0,0 9 0,1 3 0,-9 11 0,-3 12 0,-2-4 0,1 4 0,-3-4 0,4-2 0,-4 6 0,0 0 0,4-2 0,-3-2 0,9-2 0,-1-7 0,1 3 0,-1-7 0,-5 0 0,6-8 0,1-4 0,-4 2 0,3-7 0,-6-1 0,5-5 0,-7 0 0,2 0 0,-2-4 0,1 4 0,-3-4 0,4 9 0,-2 3 0,1-3 0,-1 8 0,8-1 0,-8 5 0,1 5 0,3 5 0,-2 7 0,1 0 0,-1 0 0,-2-5 0,6-1 0,-1 3 0,1 1 0,-5-3 0,7-1 0,-1-7 0,7 2 0,-1-5 0,0-2 0,-2-5 0,-1-8 0,-3-7 0,-7 2 0,11-13 0,-5 5 0</inkml:trace>
  <inkml:trace contextRef="#ctx0" brushRef="#br1" timeOffset="84">17828 12104 8912,'-2'-10'0,"-3"5"0,3-5 0,-6 10 0,8 0 0,0 14 0,0 8 0,0 7 0,0-6 0,0 8 0,0-3 0,0 5 0,0 1 0,0 0 0,0 1 0,0-6 0,0-1 0,0-7 0,0 2 0,8-4 0,-6-9 0,5-3 0,-1-14 0,0-5 0,5-5 0,-3-4 0,1-2 0,5 2 0,-5 0 0,3-2 0,-1 6 0,6 0 0,3 0 0,3 5 0,-4 5 0,5-1 0,-6 8 0,-3 4 0,-4 7 0,-3 3 0,-8 14 0,-8-5 0,-3 6 0,-6-1 0,-6 7 0,2-1 0,-8 1 0,6-9 0,-6-3 0,8-4 0,-1-1 0,2-9 0,3-9 0,0-9 0</inkml:trace>
  <inkml:trace contextRef="#ctx0" brushRef="#br1" timeOffset="85">18276 12018 8912,'-18'0'0,"1"0"0,6 6 0,-1-1 0,8 9 0,-1-3 0,3 5 0,2 1 0,0 2 0,0 2 0,0 2 0,0-2 0,7-2 0,5-2 0,9 4 0,2-4 0,0 4 0,-6-9 0,0-5 0,0-1 0,1-4 0,-1-2 0</inkml:trace>
  <inkml:trace contextRef="#ctx0" brushRef="#br1" timeOffset="86">18121 12224 8912,'0'-11'0,"0"-1"0,0 7 0,0-7 0,2 1 0,3-6 0,11 5 0,7 1 0,7-1 0,-1-5 0,3 0 0,3 0 0,-1-1 0,1 1 0,-1 6 0,0-1 0,-7 8 0,-4-1 0,-4 3 0,-1 2 0,-1 0 0,0 0 0,-7 7 0,-5 5 0,-3 3 0,-2 2 0,0 1 0,0-1 0,-6 2 0,1 4 0,-7-4 0,6 4 0,-1-4 0,3-2 0,-4 0 0,-1 1 0,5-7 0,-2 0 0,4-7 0,2 4 0,0-10 0,0-4 0,8-5 0,3-12 0,7 4 0,5-4 0,-2-2 0,7 2 0,-5-2 0,6 4 0,2-2 0,1 2 0,-5 4 0,-4 6 0,2-3 0,-2 9 0,-1-1 0,-4 6 0,-1 0 0,0 0 0,0 0 0,1 0 0,1 0 0,2 0 0,2 0 0,-2 0 0,-2 0 0,-2 0 0,0-2 0,0-4 0,1 2 0,-1-7 0,-8 5 0,-3-5 0,2 5 0,-2-5 0,-1-1 0,-5-5 0,0 5 0,0 1 0,0 7 0,-5 4 0,-1 12 0,-8 9 0,3 2 0,1 1 0,-1-1 0,7-4 0,-2 4 0,-1-4 0,1-1 0,2-1 0,2 0 0,2 0 0,8 0 0,1-7 0,9-4 0,-1-4 0,0-2 0,0-8 0,0-4 0,1-5 0,-1-6 0,8 4 0,2-6 0</inkml:trace>
  <inkml:trace contextRef="#ctx0" brushRef="#br1" timeOffset="87">19446 11846 8912,'-2'10'0,"-4"-5"0,2-3 0,-7-2 0,-1 8 0,-5-4 0,0 7 0,0-1 0,0 1 0,5 6 0,1 1 0,7-1 0,-2 6 0,4-4 0,2 0 0,0 2 0,0 2 0,8-2 0,3-10 0,6 3 0,6-9 0,-2 1 0,8-6 0,-6 0 0,6 0 0,-8-2 0,2-3 0,11-13 0,2-8 0</inkml:trace>
  <inkml:trace contextRef="#ctx0" brushRef="#br1" timeOffset="88">19687 11588 8912,'-12'2'0,"1"4"0,5-4 0,-5 3 0,7-3 0,-12 6 0,9 7 0,-5 8 0,3 8 0,3-3 0,4 5 0,-4 1 0,-1 8 0,1 4 0,0-4 0,8 0 0,4-2 0,5 0 0,5-7 0,1-10 0,6-6 0,0-5 0,7 1 0,-1-7 0,-2-6 0,2-6 0,-3-13 0,3 2 0,3-12 0,-3 0 0,-4-3 0,-2-3 0,-4 7 0,-2-1 0,-1 0 0,-5 3 0,-3 1 0,-8 13 0,0 1 0,-2 7 0,-4-2 0,-4 10 0,-7 6 0,2 3 0,4 6 0,-3 2 0,8-4 0,-5 1 0,5-1 0,0 0 0,6 0 0,2 0 0,4 1 0,6-9 0,11-3 0,7-4 0,8-2 0,1 0 0,6 0 0,1-2 0,6-4 0,0-3 0,-1-9 0,-7 1 0,-6-2 0,-7-2 0,-8-2 0,-6 0 0,-5 6 0,-5 0 0,-7 0 0,-7 1 0,-5 5 0,-3-2 0,-2 7 0,-1 0 0,1 6 0,0 0 0,6 0 0,-1 0 0,3 10 0,-5 5 0,3 6 0,7 2 0,-2-6 0,4 6 0,2 0 0,0 0 0,0-6 0,0 0 0,0 0 0,8 1 0,3-1 0,5-8 0,1-3 0,0-4 0,0-2 0,0-2 0,1-4 0,-3-11 0,-4-11 0,5-5 0,-5-1 0,-1-6 0,1-1 0,-7-8 0,2-3 0,-4-1 0,-2-10 0,0 0 0,0 1 0,0-1 0,0 12 0,0 3 0,0 14 0,0 7 0,0 12 0,0 17 0,-2 13 0,-4 12 0,2 13 0,-7 6 0,7 5 0,-2 6 0,4-1 0,2 7 0,0-10 0,0-1 0,2 0 0,2-7 0,4 5 0,1 2 0,3-8 0,5-4 0,-6-6 0,1-5 0,-1 3 0,7-5 0</inkml:trace>
  <inkml:trace contextRef="#ctx0" brushRef="#br1" timeOffset="89">19635 11949 8912,'-9'-7'0,"18"3"0,20-8 0,28-1 0,23-10 0,-21 7 0,5-2 0,11-5 0,3 0 0,9-1 0,2-2 0,-5-6 0,0-3 0,5 0 0,0 0 0</inkml:trace>
  <inkml:trace contextRef="#ctx0" brushRef="#br1" timeOffset="90">17002 13565 8912,'-17'-17'0,"0"2"0,0 2 0,-1 1 0,1-1 0,0-1 0,0 1 0,0 1 0,-1 7 0,1-5 0,-2 3 0,-4 3 0,4-4 0,-4 2 0,2 3 0,-2 1 0,2 2 0,-8 0 0,1 0 0,-7 0 0,-1 2 0,-4 3 0,-6 5 0,-4-1 0,-2 7 0,1-5 0,-1 4 0,1 3 0,-9-1 0,-3 0 0,-6 0 0,-5 0 0,1 1 0,-7-1 0,0 2-236,-7 4 1,7-2 235,0 7 0,7-5 0,-1 6 0,3 0 0,2 5 0,-2 0 0,-3 1 0,3 5 0,-4 0 0,5 6 0,1-6 0,2 6 0,4-6 0,2 6 0,3-6 0,3 6 0,-8-4 0,2 2-95,5 4 1,1-4 94,14 1 0,1-5 0,6 6 0,-1 6 0,1 5 0,7 2 0,2-3 0,2 3 0,1 2 0,-1 0 0,5 2 0,-5-3 0,1-9 0,-1 8 0,5 4 0,-5 4 0,0 2 0,1 0 0,4 0 0,3 5 0,2 1 0,3-3 0,2-1 0,3-10 0,5-4 0,2 4 0,3 2 0,3 2 0,3-2 0,10-1 0,-3-5 0,8-4 0,1 5 0,4-5 0,5-1 0,2-6 0,-3 0 0,-1-1 0,1 7 0,5 0 0,0-1 0,2 1 0,0-1 0,10-1 0,9-4 0,12 3 0,1-3 0,6-4-225,-5-2 0,5-5 225,-5-7 0,13 3 0,-2-8 0,6 0 0,-1-6 0,-40-8 0,0-1 0,3 1 0,1-1 0,2 1 0,0 0 0,-2-1 0,-1 1 0,1-1 0,-1 1 0,2 0 0,-1-1 0,1-2 0,1 0 0,3 0 0,1-1 0,-2-3 0,0 0-165,-1 1 0,-1 0 1,-1-2-1,-1 0 165,-4-1 0,1 0 0,6 0 0,1 0 0,1 0 0,0 0 0,5-1 0,0 0 0,-1-2 0,-2 0 0,0-1 0,-1-2 0,-1-2 0,0-1 0,1 1 0,1 1 0,3 1 0,2 0 0,-1-1 0,-1-1 0,-4 2 0,-1 1 0,-2-2 0,-1 0 0,-1 2 0,0-1 0,3-2 0,1 1 0,3 1 0,0 0 0,5-1 0,0-1-125,-5-1 0,0 1 0,6-1 0,0 0 125,-6 1 0,0-1 0,5 1 0,2-1 0,-1 1 0,-1-1 0,1 0 0,-2 1 0,-9-1 0,-1 1 0,2-1 0,-2 0 0,-5 1 0,0-1 0,4 0 0,2 1-128,5-1 0,-1 1 0,-5 2 0,0 0 128,1 1 0,-1-1 0,-3 1 0,-1-2 0,-1-1 0,0-1 0,-3 3 0,1 1 5,2-1 0,-1 0 0,35-5-5,6-6 0,-15-1 0,-3 1 0,-1-2 0,1-2 0,7-4 0,3-1 0,2-5 0,-8-2 0,6-3 0,-7-2 0,-5-2 0,-5 0 0,-9 3 0,-1-3 0,8 2 0,-2-8 0,-4 0 0,-1-5 0,-7-1 187,-5 1 1,2-3-188,-8-3 0,-1 3 0,-11-3 0,-3-2 0,-8 2 0,1-6 0,-1 5 0,-2-5 0,-4 6 0,3-6 0,-6 4 0,-1-4 0,1-8 0,-2 0 0,-6-9 0,0 7 0,0-1 0,-8-4 0,-4-3 0,-1 3 0,0 0 0,1 1 0,-1 5 0,-4-1 0,-6-1 0,2 12 0,-8 5 0,6 6 447,-6 10 0,-5-4-447,-6 4 0,-2-4 0,2 4 0,1-6 0,-7 1 0,1-4 0,-7-1 0,0-3 0,1-3 0,-1 3 0,0-3 0,-1 4 189,-5 1 1,-3 0-190,-8 1 0,1 5 0,-1 0 0,-2 0 0,-4-5 0,3 1 0,-8 4 0,7-2 0,-4 8 0,-1 2 0,-8 2 0,39 21 0,-2 3 0,-5 0 0,-1 1 0,0 1 0,-1 1-128,0 0 1,-2 1 0,-6 2 0,0 0 127,-2 0 0,0 1 0,-3 3 0,0 0 0,-5-1 0,-1 0 0,3 2 0,0 0-234,-2 1 1,-1 0-1,0 1 1,-1 0 233,-4 2 0,0 0 0,5-1 0,0 0 0,0 3 0,1 1 0,9 0 0,2 0-18,3 2 0,0 1 1,3 0-1,1-1 1,1 0-1,1-1 1,-42 7 17,12-3 0,10 1 0,11 5 0,5 0 0,12 0 0,-1 8 167,6 4 1,3 11-168,9 6 0,-3-4 0,9 6 0,-4-4 0,4 5 0,0 7 0</inkml:trace>
  <inkml:trace contextRef="#ctx0" brushRef="#br1" timeOffset="91">9688 17056 8912,'-1'-12'0,"6"1"0,13-1 0,27-5 0,20-4 0,29-6 0,-38 9 0,1-2 0,6-3 0,2-2 0,13-2 0,3-3 0,5-6 0,2-3 0,-26 13 0,1-1 0,1 0-199,3-1 0,0 0 1,0 0-1,-5 1 0,0 1 1,-1-1-1,0 0 1,0 1-1,-1-1 0,28-14 1,0 0 198,-4-1 0,0 0 0,-2 0 0,-1-1 0,-6 3 0,-1 0 0,-6 6 0,0 1 0,-8 7 0,-2 1 0,-5 3 0,-1 2 0,-4 1 0,-2 1 0,27-8 335,-10 3 1,-17 6-336,-12 5 178,-15 4 0,-13 12-178,-12 8 0,-3-1 0,-9 12 0,1 2 0,0-2 289,7-8 1,-5-15-1,5-9 1</inkml:trace>
  <inkml:trace contextRef="#ctx0" brushRef="#br1" timeOffset="92">12511 15474 8912,'0'-19'0,"0"-2"0,0-2 0,0 2 0,7 4 0,5 5 0,11 4 0,5 8 0,7 0 0,5 0 0,12 10 0,11 7 0,4 16 0,2 13 0,-8 9 0,-4 2 0,-11 8 0,-8-2 0,-7 6 0,-8 6 0,-16-3 0,-12 8 0,-14 1-231,-22 5 0,17-43 0,-3 0 231,-4 0 0,-1-1 0,-2 1 0,-1-1 0,-2-2 0,-1 0 0,-2 4 0,-2 0 0,-2-4 0,-2 0 0,1-2 0,0 0 0,-1-1 0,0-1 0</inkml:trace>
  <inkml:trace contextRef="#ctx0" brushRef="#br1" timeOffset="93">5799 16591 8912,'-21'-23'0,"2"-1"0,4-1 0,1 0 0,3 6 0,0 5 0,7 7 0,-2 16 0,10 9 0,3 8 0,3 7 0,1 7 0,7 2 0,-3 2 0,-4 4 0,5-4 0,-5 1 0,5-6 0,-1 1 0,-2-4 0,-1-2 0,-7 1 0,7-1 0,-8-7 0,3-2 0,-7-16 0,0-3 0,0-14 0,0-9 0,2-15 0,4-14 0,-4-6 0,6-3 0,-3-2 0,1 1 0,2 5 0,-3 5 0,-3 4 0,4 7 0,2 3 0,-3 3 0,3 10 0,-2 8 0,-2 7 0,7-2 0,1 12 0,5 7 0,0 6 0,0 4 0,2 6 0,4-6 0,2 0 0,4-6 0,3 4 0,-3-4 0,0 2 0,5-13 0,-9 5 0,9-5 0,-9 0 0,2-6 0,-2-2 0,-4-4 0,-4-3 0,-5-8 0,1 5 0,-7 1 0,-1-1 0,-5-5 0,0 0 0,0 0 0,-1-1 0,-5 1 0,2 6 0,-7 1 0,-3 3 0,6 1 0,1 8 0,7 3 0,0 11 0,0 7 0,2 1 0,3-1 0,5-2 0,7 8 0,6-8 0,0 2 0,0-6 0,2-5 0,-4-3 0,8-3 0,-8-4 0,2 4 0,-4-12 0,-2-6 0,-7-3 0,-5-2 0,-3 0 0,-2 0 0,-2-1 0,-3 1 0,-11 0 0,-7 2 0,0 3 0,-2 6 0,6-1 0,-4 1 0,4 0 0,2 6 0,0 0 0,7 0 0,3 0 0,30-7 0,5-3 0</inkml:trace>
  <inkml:trace contextRef="#ctx0" brushRef="#br1" timeOffset="94">6729 16540 8912,'0'-10'0,"0"3"0,0 7 0,7 0 0,5 0 0,3 5 0,2 1 0,0 7 0,1-1 0,5 3 0,0 2 0,-4 1 0,-6-1 0,2-2 0,-3-3 0,-5 3 0,-1-4 0,2-1 0,-2 1 0,-1-7 0,-5 4 0,-2-16 0,-3-3 0,3-7 0,-4-4 0,4-5 0,4-8 0,4 1 0,5 0 0,6-1 0,6 1 0,-2 5 0,8 1 0,-6 7 0,6-2 0,-3 11 0,3 6 0,-4 6 0,-8 6 0,0 11 0,1 12 0,-9 3 0,-3 1 0,-4-4 0,-2-6 0,0 1 0,0-1 0,0 0 0,0-6 0,0 1 0,0-9 0,2 5 0,3-9 0,-1 7 0,8-7 0,-6 7 0,5-6 0,-7 7 0,3-11 0,-7 6 0,0-8 0,0 0 0,0-8 0,2-5 0,2-7 0,2-2 0,0-3 0,-6 2 0,5 2 0,1-8 0,2 8 0,-2-2 0,-3 4 0,9 2 0,-6 5 0,5 1 0,1 7 0,3-2 0,-4 12 0,-3 6 0,0 3 0,-5 2 0,9 0 0,-8 6 0,1 0 0,3 0 0,-2-6 0,1-2 0,-1-3 0,-4 3 0,13-13 0,-5 4 0,5-12 0,-3-5 0,1-7 0,-7-4 0,7 2 0,-1-2 0,-3 2 0,3 3 0,-7 2 0,7 3 0,-6-1 0,5 7 0,-5 1 0,5 5 0,1 2 0,7 3 0,2 5 0,2-1 0,8 5 0,-3-9 0,10 7 0,3-6 0,5-1 0,-6-5 0,0-1 0,-6-5 0,-5 2 0,-4-8 0,-4-1 0,-6-2 0,-9-2 0,0-1 0,-6 1 0,-6 0 0,-4 6 0,-7-1 0,-2 8 0,-4-1 0,4 3 0,-4 2 0,4 0 0,4 2 0,3 3 0,-1 7 0,7 11 0,-2-4 0,3 4 0,3-4 0,-4-2 0,4-6 0,2 1 0,2-2 0,2 3 0,3-4 0,3-1 0,-6-2 0,11-6 0,-3 0 0,-3-2 0,3-4 0,-7-3 0,7-9 0,-3 7 0,3-1 0,1 1 0,-5-6 0,1 0 0,-3 7 0,6 4 0,-7 4 0,7 2 0,-6-5 0,5-1 0,-5 0 0,5 6 0,-1 2 0,1 4 0,5-4 0,-5 4 0,6-5 0,6-1 0,-4 0 0,4 0 0,-4 0 0,-1-7 0,-1-3 0,0-7 0</inkml:trace>
  <inkml:trace contextRef="#ctx0" brushRef="#br1" timeOffset="95">8243 15955 8912,'-12'-32'0,"1"3"0,7 4 0,-3 16 0,7 3 0,0 12 0,1 5 0,5 12 0,-2 11 0,7 12 0,-1 4 0,2 2 0,3-1 0,-4 1 0,5-3 0,1-1 0,2-4 0,4-2 0,-2 2 0,8-10 0,-8 3 0,2-14 0,-2-8 0,2-9 0,-4-4 0,4-2 0,-10-10 0,-2-7 0,-5-4 0,4-12 0,-3-5 0,-3-4 0,0 4 0,2-2 0,-4 4 0,3 1 0,-3 3 0,-2 3 0,0 10 0,0 7 0,0 9 0,0-3 0,0 12 0,0 5 0,6 12 0,0 6 0,0 3 0,1 3 0,-3-3 0,7-3 0,-1 1 0,2-7 0,3 0 0,-4-6 0,5-1 0,1-5 0,0 4 0,0-13 0,0 4 0,-7-19 0,-2-7 0</inkml:trace>
  <inkml:trace contextRef="#ctx0" brushRef="#br1" timeOffset="96">8536 15955 8912,'-25'-17'0,"13"0"0,1 0 0,7-1 0,4 1 0,8 2 0,3 4 0,14 3 0,9 8 0,3-2 0,8-4 0,-6-3 0,3-9 0</inkml:trace>
  <inkml:trace contextRef="#ctx0" brushRef="#br1" timeOffset="97">8862 16351 8912,'-15'-2'0,"4"-4"0,-3 2 0,7-7 0,-3-3 0,6-1 0,-1-2 0,10 0 0,7 0 0,3-6 0,2 0 0,8-2 0,4 2 0,3 10 0,3-5 0,-7 7 0,1-1 0,0 7 0,-2 3 0,-3 2 0,-6 0 0,-1 7 0,0 5 0,-7 3 0,-5 2 0,-1 1 0,2-1 0,-4 0 0,4 0 0,1 0 0,-1 1 0,2-1 0,-5 0 0,5 0 0,2 0 0,-7 0 0,3 1 0,2-1 0,-2 0 0,-1 2 0,-5 4 0,0-2 0,0 8 0,-2-2 0,-3 1 0,1 3 0,-6-6 0,3-1 0,3 1 0,2-8 0,2-5 0,0-1 0,7-1 0,3-10 0,7-12 0,0-5 0,1-6 0,-7 2 0,-1-5 0,-1-1 0,1 0 0,-1 0 0,3-1 0,-3-3 0,-3 8 0,-2-5 0,7 5 0,-1 0 0,1 5 0,5 1 0,-7 8 0,9 3 0,-1 4 0,0 10 0,0 3 0,-5 10 0,-1 2 0,-7 8 0,2-3 0,-4 5 0,-2 1 0,0-5 0,0 0 0,0-8 0,0 1 0,-2-2 0,-4-3 0,4-8 0,-13 7 0,13-22 0,-4 0 0,4-13 0,2-4 0,6-9 0,0-3 0,7 1 0,-1-6 0,3-2 0,4 0 0,2-2 0,2-4 0,0 6 0,-6 2 0,0 4 0,0 1 0,-7 3 0,-4 3 0,-4 4 0,-2 8 0,0 6 0,0-1 0,-2 8 0,-4-1 0,-4 3 0,-7 2 0,2 7 0,4 5 0,-3 5 0,8 6 0,-5-2 0,5 8 0,2-1 0,2-1 0,2 5 0,0-3 0,8-4 0,4-2 0,11-4 0,5-2 0,7-7 0,5-5 0,11-7 0,12-9 0,1-8 0,4-15 0,-10-9 0,5-2 0,-10-5 0,-7-2 0,-9 7 0,-9-1 0,-14 7 0,-3-1 0,-9 12 0,-8 5 0,-9 6 0,-8 5 0,-7 4 0,1 8 0,2 2 0,-2 4 0,6 4 0,-3 9 0,3 2 0,7 2 0,1 0 0,9-6 0,-1 0 0,1 0 0,4-5 0,-4-1 0,6-5 0,6 5 0,-2-7 0,7 2 0,1-4 0,5-2 0,0-8 0,0-3 0,1-6 0,-1-6 0,-2-4 0,-1-8 0,-5-1 0,-1-4 0,-2 0 0,-6-12 0,0 8 0,0-13 0,0 7 0,0-7 0,0 9 0,0 3 0,0 14 0,0 2 0,0 24 0,0 35 0,0 29 0,0 14 0,1 13 0,5 6 0,-4-43 0,0 1-172,3-1 1,1-1 0,8 46 171,9-2 0,4-6 0,7-6 0,8-4 0,4-7 0,-4-23 0,6 5 0,-4-18 0,6-1 0,5-5 0</inkml:trace>
  <inkml:trace contextRef="#ctx0" brushRef="#br1" timeOffset="98">5610 17571 8912,'-6'-26'0,"1"1"0,1 0 0,4 15 0,4 7 0,1 16 0,9 6 0,-5 10 0,3 1 0,-1 3 0,-5-5 0,3 1 0,-1 2 0,-4 1 0,4 3 0,-3-1 0,1-5 0,-4-3 0,2-1 0,2-4 0,-1-2 0,-5-2 0,0 1 0,0-9 0,0-3 0,0-14 0,0-9 0,0-10 0,0-11 0,0-2 0,0-8 0,0 2 0,6 4 0,0 2 0,-1 4 0,-5 2 0,6 7 0,0 4 0,7 6 0,-1 5 0,3 7 0,8 10 0,0 7 0,0 11 0,-6 5 0,2 5 0,4 1 0,-4-1 0,4-3 0,-4-3 0,-1-2 0,-3-2 0,-4-6 0,5-2 0,-5-3 0,-3-3 0,-2-3 0,-3-4 0,3 4 0,-4-12 0,6-6 0,-8-9 0,0-3 0,0-3 0,2 4 0,3-6 0,-3 8 0,4-2 0,-4 4 0,-2 2 0,8 0 0,1 1 0,8 5 0,0 5 0,1 4 0,7 10 0,3 3 0,5-3 0,1-2 0,2 2 0,5-3 0,-5 1 0,4-6 0,2-6 0,-2-3 0,-3-5 0,-7-5 0,1-8 0,-8 5 0,-2-3 0,-10 2 0,-3 4 0,-8-4 0,0 4 0,-4 3 0,-5 3 0,-9 2 0,-8 7 0,3-2 0,-6 4 0,6 2 0,-6 10 0,6 7 0,0 2 0,6 10 0,2-1 0,3 7 0,5-3 0,7-1 0,0-3 0,0 3 0,2-1 0,3-1 0,7-4 0,11-8 0,6-7 0,11-5 0,4-5 0,7-5 0,-1-13 0,-2-10 0,-2-7 0,2-5 0,-6 2 0,-2-8 0,-13 8 0,-10-2 0,-2 9 0,-9 3 0,-2 9 0,-10 1 0,-6 11 0,-3 7 0,-2 6 0,2 3 0,3 8 0,-3 0 0,3 1 0,-1-5 0,1 4 0,-1-9 0,7 9 0,-5-4 0,5 5 0,2-1 0,2 0 0,2 0 0,6 0 0,0 1 0,7-9 0,-1-3 0,5-4 0,6-2 0,-4 0 0,4 0 0,-2-2 0,0-4 0,2-3 0,-2-1 0,-2-5 0,-2 3 0,1-3 0,-1-2 0,-2 0 0,-3-1 0,3 7 0,-4 0 0,-1 5 0,1-6 0,-1 7 0,1-7 0,-1 8 0,-4-1 0,-3-3 0,9 2 0,-6-1 0,5 1 0,1 4 0,5-4 0,-6 4 0,1 2 0,-1 0 0,6 6 0,1 0 0,-1 7 0,-2-9 0,-3 7 0,1-5 0,-5 4 0,-1-1 0,1 1 0,-2-6 0,-6 5 0,0-3 0,0-4 0,0 5 0,0-7 0,0 0 0,-6-7 0,0-5 0,2-3 0,3-2 0,1 0 0,0-1 0,0 1 0,1 0 0,5 0 0,-2 2 0,7 1 0,3 5 0,1 1 0,2-3 0,1 5 0,1 0 0,4 6 0,-4 0 0,4 0 0,2 2 0,-3 4 0,3 1 0,-2 5 0,4-5 0,0 1 0,-2 2 0</inkml:trace>
  <inkml:trace contextRef="#ctx0" brushRef="#br1" timeOffset="99">8140 17279 8912,'-6'-11'0,"-2"-1"0,-1-1 0,-5-2 0,7 7 0,1 8 0,6 8 0,6 9 0,3 0 0,1 0 0,5-2 0,-3-1 0,1-3 0,-2 3 0,5-5 0,-5 3 0,3-7 0,-1 5 0,-2-2 0,1-3 0,5-5 0,-5 0 0,-1 0 0,-5-5 0,5-1 0,-5-8 0,4 3 0,-3-4 0,-1-3 0,-6 1 0,8 8 0,-6 1 0,13 8 0,-6 0 0,9 0 0,-1 0 0,0 0 0,2 0 0,4 0 0,-4-8 0,4-3 0,0-4 0,-6-2 0,4-1 0,-9 1 0,-5-6 0,-1 0 0,-4 0 0,-2-1 0,-8 3 0,-3-8 0,-10 8 0,-2-2 0,0 4 0,8 7 0,3 1 0,5 7 0,7-4 0,7 8 0,3 0 0</inkml:trace>
  <inkml:trace contextRef="#ctx0" brushRef="#br1" timeOffset="100">8914 16609 8912,'0'17'0,"0"2"0,0 6 0,0 9 0,0 10 0,0 10 0,0 9 0,0 2 0,0 13 0,0-4 0,0-7 0,0 0 0,0-10 0,0-1 0,2-10 0,2-6 0,2-4 0,7-3 0,-2-5 0,-3 5 0,0-22 0,-8 4 0</inkml:trace>
  <inkml:trace contextRef="#ctx0" brushRef="#br1" timeOffset="101">7503 18397 8912,'-10'0'0,"3"0"0,7-2 0,0-4 0,0 4 0,0-7 0,0 3 0,0 4 0,-2-6 0,-4 8 0,4 0 0,-5 0 0,7 0 0,0 0 0,0-7 0,0 5 0,0-6 0,0 8 0,0 0 0,0-8 0,0 7 0,0-7 0,-8 8 0,6 0 0,-6-8 0,8 6 0,0-5 0,0 7 0,0-2 0,0-4 0,0 4 0,0-13 0,8 5 0,2-7 0</inkml:trace>
  <inkml:trace contextRef="#ctx0" brushRef="#br1" timeOffset="102">7606 18294 8912,'0'-12'0,"0"1"0,0 5 0,0-6 0,0 1 0,-2-6 0,-3 0 0,3 5 0,-4 1 0,-2 5 0,3-6 0,-7 7 0,6-7 0,-7 8 0,3-3 0,-7 7 0,0 0 0,6 2 0,1 3 0,0 7 0,1 3 0,3 4 0,-5 4 0,7 2 0,-2 4 0,4 3 0,2-3 0,0-2 0,0 1 0,2-7 0,4 2 0,-2 2 0,7-2 0,4-2 0,6-2 0,0-4 0,8-3 0,-6 3 0,6-3 0,-2-3 0,3 1 0,-3-3 0,-2-3 0,-2 4 0,-6-3 0,-2 3 0,-3-2 0,-7 5 0,-5-1 0,-5 1 0,-13 3 0,-10 9 0,1-4 0,-2 4 0,1-4 0,-7-2 0,7-6 0,-1 1 0,8-8 0,-4 3 0,8-30 0,0-5 0</inkml:trace>
  <inkml:trace contextRef="#ctx0" brushRef="#br1" timeOffset="103">8002 18036 8912,'0'-18'0,"0"1"0,0 0 0,0 7 0,0 5 0,0 12 0,0 11 0,6 8 0,0 14 0,5 4 0,-5 8 0,7 0 0,-1-1 0,-3-1 0,3-4 0,-1 3 0,6-3 0,0-2 0,1 2 0,-9-10 0,-3-1 0,4-1 0,-1-7 0</inkml:trace>
  <inkml:trace contextRef="#ctx0" brushRef="#br1" timeOffset="104">7968 18483 8912,'0'-18'0,"0"1"0,0 0 0,7 0 0,5 0 0,11-1 0,5 1 0,7-2 0,5-4 0,4-3 0,8-9 0,-1 1 0,1-1 0,-1 1 0</inkml:trace>
  <inkml:trace contextRef="#ctx0" brushRef="#br1" timeOffset="105">8604 18104 8912,'-23'12'0,"0"-1"0,-5 1 0,3 7 0,0 2 0,0 2 0,4 5 0,10-5 0,-3 6 0,9-6 0,-1 6 0,6-6 0,7 3 0,5-9 0,3 4 0,2-9 0,1-4 0,-1-3 0,0-3 0,0-2 0,1 0 0,-1 0 0,-2-13 0,-4-4 0,5-12 0,-5 0 0,-1-3 0,1-2 0,-7-3 0,2-1 0,-4-4 0,-2-2 0,-2 4 0,-4-6 0,-3 0 0,-9-3 0,1 1 0,0 2 0,-6 8 0,0-2 0,2 11 0,10 6 0,-5 12 0,14 11 0,-3 11 0,10 20 0,7 9 0,5 7 0,6 5 0,4 7 0,7 4 0,-1-3 0,-5-3 0,5-4 0,-4-1 0,9 0 0,2-1 0,0-7 0,-6-4 0,-1-13 0,-4-10 0,-4 0 0,-8-7 0</inkml:trace>
  <inkml:trace contextRef="#ctx0" brushRef="#br1" timeOffset="106">9637 18018 8912,'-12'0'0,"1"0"0,7 0 0,-11 0 0,5 0 0,-7 0 0,0 6 0,2 2 0,1 1 0,3 5 0,5 1 0,-4 4 0,3 4 0,3 6 0,2-3 0,2 3 0,0-2 0,0 1 0,2-5 0,4-3 0,5-5 0,10-4 0,2-5 0,-2-6 0,-9-6 0,3-3 0,-4-8 0,5-1 0,1 1 0,-6 0 0,1 0 0,-1 0 0,-1-1 0,3 1 0,-7 0 0,2 2 0,-3 3 0,-3-3 0,14 5 0,-7 1 0,8 9 0,1 11 0,-1 5 0,-2 1 0,-3 0 0,3 0 0,-6 0 0,3-1 0,-1-5 0,-1-1 0,1-5 0,5-3 0,-5 4 0,4-4 0,3-10 0,-1-3 0,-2-4 0,-3-3 0,3-5 0,-4 0 0,-1 1 0,1 4 0,-5 1 0,4 0 0,-3 0 0,7 0 0,-10 7 0,7 4 0,2 4 0,3 2 0,1 0 0,2 6 0,4 0 0,-2 0 0,8-6 0,-6 0 0,5 0 0,-5-2 0,6-4 0,0-4 0,5-7 0,-7 0 0,-4 0 0,-4 0 0,-2-1 0,-7 7 0,-5 0 0,-3-1 0,-4 3 0,-3 3 0,-1 4 0,-11 2 0,9 2 0,-9 4 0,3-3 0,-3 9 0,0-1 0,0 6 0,5 1 0,3-1 0,1 0 0,2-7 0,6 5 0,0-13 0,6 4 0,0-12 0,7-10 0,-1-8 0,3-3 0,2-4 0,-1-3 0,-5-6 0,2-6 0,-7-11 0,2 5 0,-2 1 0,-5 1 0,5 10 0,-4 7 0,-2 10 0,0 4 0,-2 12 0,-2 9 0,-1 15 0,1 15 0,2 10 0,2 10 0,2-1 0,4 1 0,3 0 0,8-1 0,0-7 0,1-4 0,7-4 0,3-1 0,10-3 0,5-3 0,-1-8 0,0-8 0,-2-5 0,-6-8 0</inkml:trace>
  <inkml:trace contextRef="#ctx0" brushRef="#br1" timeOffset="107">11048 17743 8912,'-17'0'0,"0"2"0,-1 4 0,7-4 0,-1 4 0,16-6 0,4-6 0,13-6 0,13-3 0,8-10 0,10-3 0,2-5 0,3-1 0,-4-1 0,5 1 0,-5-8 0,-1-2 0</inkml:trace>
  <inkml:trace contextRef="#ctx0" brushRef="#br1" timeOffset="108">11100 18104 8912,'0'-17'0,"7"4"0,5-4 0,11 1 0,7-10 0,8-1 0,8 0 0,4-2 0,2-3 0,-1 1 0,1 3 0,-10 7 0,-8-2 0,-14 4 0,-5-6 0,-6-2 0</inkml:trace>
  <inkml:trace contextRef="#ctx0" brushRef="#br1" timeOffset="109">11272 17434 8912,'0'11'0,"0"1"0,5 1 0,1 10 0,2 11 0,-2 12 0,1 14 0,7 6 0,-3 5 0,2-4 0,3 2 0,1-6 0,8-10 0,3-1 0,-1-12 0,2 0 0,-8-6 0,2-5 0,2-12 0,-2-11 0,0-4 0,-6-25 0,0-6 0</inkml:trace>
  <inkml:trace contextRef="#ctx0" brushRef="#br1" timeOffset="110">11495 17262 8912,'-9'0'0,"-5"2"0,9 4 0,-7 11 0,7 11 0,-1 7 0,6 5 0,2 11 0,3 13 0,9 4 0,7 7 0,6-6 0,7-1 0,0-1 0,1-9 0,1-1 0,4-6 0,-5-9 0,-1-7 0,-9-10 0,-6-6 0,-2-2 0</inkml:trace>
  <inkml:trace contextRef="#ctx0" brushRef="#br1" timeOffset="111">12063 17589 8912,'-26'0'0,"1"1"0,2 3 0,0 2 0,-6 7 0,6-1 0,0 5 0,6 6 0,0 6 0,0 3 0,7 3 0,4-1 0,4-2 0,2-3 0,8 2 0,3-8 0,5 5 0,1-5 0,6 0 0,0-6 0,0-5 0,-6-1 0,6-1 0,0 1 0,0 3 0,-6-9 0,0 7 0,0-5 0,1 3 0,-1 3 0,-6-3 0,1 1 0,-8 3 0,1 9 0,-3-2 0,-2 7 0,-13 1 0,-4 5 0,-12-5 0,0 0 0,5-8 0,-9 11 0,6-5 0</inkml:trace>
  <inkml:trace contextRef="#ctx0" brushRef="#br1" timeOffset="112">12304 17881 8912,'-7'-15'0,"-3"1"0,-1 5 0,-1 1 0,1 2 0,-7 6 0,1 0 0,0 2 0,0 4 0,5 9 0,1 8 0,7 6 0,-2-6 0,4 5 0,2-5 0,8 6 0,3-6 0,-1 6 0,1-7 0,1-1 0,5-9 0,0 1 0,1-7 0,-7 0 0,1-6 0,-1 0 0,6 0 0,-2-2 0,-1-6 0,-3-7 0,3-6 0,1-2 0,2 6 0,-5-6 0,-1 0 0,-1 0 0,1 6 0,-1 2 0,-4 3 0,-5 3 0,5 3 0,-4 4 0,-2-4 0,0 12 0,2-2 0,4 7 0,-2-7 0,7 2 0,2-4 0,3-2 0,1 0 0,0 0 0,0-8 0,1-3 0,1-5 0,4-1 0,-10 6 0,4-1 0,-9 3 0,3-3 0,-7 3 0,2 3 0,3 4 0,-7-6 0,6 10 0,-8 4 0,0 5 0,0 5 0,0 1 0,0 0 0,0 0 0,0 0 0,0-5 0,0-1 0,0-5 0,0 6 0,0-9 0,2 5 0,4-8 0,5 0 0,-1 0 0,1 0 0,-5-8 0,5-3 0,-5-2 0,6 1 0,-3-3 0,3 3 0,-3-1 0,-3 2 0,-2-3 0,5 6 0,-1-1 0,5 5 0,-3-4 0,1 8 0,1 0 0,-6 0 0,5 0 0,2 0 0,3 0 0,1 0 0,0 0 0,0 0 0,1-5 0,-1-1 0,-6-2 0,1 5 0,1-3 0,-5 0 0,7-2 0,-13 7 0,6-7 0,-1 8 0,-3 0 0,8 0 0,-1 0 0,6 0 0,0 0 0,-1-2 0,-5-4 0,3 2 0,-9-7 0,1 7 0,-4-5 0,4 3 0,-4 4 0,5-6 0,-7 10 0,0 4 0,6 4 0,0 7 0,1 2 0,-1 4 0,4 5 0,-1 5 0,5 1 0,-9 1 0,7 5 0,-6 0 0,5 6 0,-5-6 0,5 0 0,-5-6 0,0 1 0,-6-1 0,0-1 0,0-5 0,0-11 0,-8-9 0,-1-8 0</inkml:trace>
  <inkml:trace contextRef="#ctx0" brushRef="#br1" timeOffset="113">13165 17726 8912,'0'-32'0,"0"3"0,0 4 0,0 8 0,0 0 0,0 0 0,0 5 0,0 1 0,7 1 0,5-1 0,5-3 0,6 9 0,-2-1 0,8 6 0,-1 2 0,7 3 0,-3 9 0,-3 7 0,2 6 0,-9 7 0,-1 0 0,-9 1 0,-4 5 0,-8 0 0,-8 6 0,-4-6 0,-3 6 0,-2-6 0,-6-2 0,0-9 0,0-1 0,6-10 0,-6-5 0,0-13 0,0-8 0,6-1 0</inkml:trace>
  <inkml:trace contextRef="#ctx0" brushRef="#br1" timeOffset="114">13440 17348 8912,'0'-17'0,"0"-1"0,0 1 0,0 8 0,-6 3 0,1 12 0,-1 5 0,6 12 0,2 10 0,3 7 0,-1 7 0,8-1 0,-1 10 0,8-1 0,4-1 0,6-1 0,3-13 0,3 6 0,-1-8 0,1-3 0,-1-9 0,1-3 0,-9-5 0,-3-7 0,4-3 0,-8-16 0,4-3 0,-6-5 0,-5-1 0,-7 0 0,-3 0 0,-2-1 0,0 1 0,-2 0 0,-3 0 0,-11 7 0,-6 5 0,-3 3 0,2 2 0,4 2 0,-4 3 0,4 7 0,1 11 0,7-2 0,-1 7 0,3-5 0,-3 6 0,5-2 0,7 1 0,2-5 0,3-4 0,7-3 0,11-5 0,5-3 0,13-8 0,-5-8 0,4-3 0,2-12 0,-2-6 0,-5-3 0,-9-1 0,-1 3 0,-4 1 0,-7 2 0,-3-1 0,-7-3 0,2 8 0,-4 6 0,-2 5 0,0 7 0,0-7 0,-8 8 0,6 4 0,-2 12 0,8 5 0,8 6 0,3 6 0,2 11 0,-5 4 0,-1 7 0,-7 1 0,2-1 0,-8 14 0,-10 4 0,-3 11-71,-19 1 0,-5 5 0,13-41 0,-3-1 71,-2 2 0,-1 0 0,-2 4 0,-1-1 0,-6-1 0,-2-2 0,0-1 0,0 0 0,-2-3 0,0 0 0</inkml:trace>
  <inkml:trace contextRef="#ctx0" brushRef="#br1" timeOffset="115">23610 16110 8912,'0'-17'0,"-2"0"0,-1-1 0,-3 1 0,2 0 0,-4 0 0,3 0 0,-1 5 0,6 1 0,2 7 0,4-2 0,-5 6 0,5 6 0,-2 5 0,2 12 0,-4 6 0,3 11 0,-3 6 0,-2 11 0,0 4 0,0 8 0,0 0 0,0 0 0,0-6 0,0 0 0,0-2 0,0 2 0,0-6 0,0-11 0,0-4 0,0-9 0,0-3 0,0-1 0,0-14 0,0 2 0,0-13 0,0-4 0,-7-15 0,-3-12 0</inkml:trace>
  <inkml:trace contextRef="#ctx0" brushRef="#br1" timeOffset="116">23696 16041 8912,'-5'-17'0,"-3"0"0,-2 2 0,-3 3 0,3 4 0,-1 8 0,0 2 0,-7 4 0,-5 6 0,-2 10 0,1 7 0,-1 4 0,-6 3 0,3 4 0,-3-4 0,2 4 0,-3 2 0,3-1 0,4-7 0,2-9 0,4-6 0,-6 2 0,-1-12 0</inkml:trace>
  <inkml:trace contextRef="#ctx0" brushRef="#br1" timeOffset="117">23593 15904 8912,'17'0'0,"-5"0"0,-1 0 0,-7 7 0,2 5 0,3 11 0,3 5 0,3 12 0,2 6 0,2 4 0,4 2 0,2 1 0,6 2 0,-2 3 0,1-3 0,3-1 0,1-3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795"/>
    </inkml:context>
    <inkml:brush xml:id="br0">
      <inkml:brushProperty name="width" value="0.05292" units="cm"/>
      <inkml:brushProperty name="height" value="0.05292" units="cm"/>
      <inkml:brushProperty name="color" value="#FF0000"/>
    </inkml:brush>
  </inkml:definitions>
  <inkml:trace contextRef="#ctx0" brushRef="#br0">15350 2012 8912,'-17'-6'0,"0"-2"0,1 2 0,5 6 0,5 14 0,4 3 0,2 14 0,0 5 0,0 8 0,6 0 0,0 2 0,7-6 0,-1 6 0,1 1 0,-2 3 0,5-6 0,-7-4 0,3-6 0,-1-5 0,-5 2 0,5-8 0,-7-8 0,4-15 0,-8-10 0</inkml:trace>
  <inkml:trace contextRef="#ctx0" brushRef="#br0" timeOffset="1">15161 1994 8912,'-21'-17'0,"2"2"0,3 2 0,1 1 0,7 8 0,5-5 0,14 3 0,12-5 0,10-10 0,7-2 0,6-6 0,11 6 0,-4-6 0,5 8 0,-5 4 0,-1 4 0,-8 9 0,-4-2 0,-5 12 0,-7 5 0,-11 20 0,-9 5 0</inkml:trace>
  <inkml:trace contextRef="#ctx0" brushRef="#br0" timeOffset="2">15247 2734 8912,'-12'0'0,"1"0"0,-2 0 0,5 0 0,4-4 0,16-8 0,11-10 0,9-9 0,8-3 0,-2-7 0,8 1 0,0 0 0,6 6 0,-6-1 0,-4 1 0,-4 0 0,-5-1 0,5-7 0,6-2 0</inkml:trace>
  <inkml:trace contextRef="#ctx0" brushRef="#br0" timeOffset="3">15952 1840 8912,'-17'-23'0,"0"2"0,0 4 0,0 3 0,7 10 0,-5-3 0,13 14 0,-4 7 0,4 9 0,2 11 0,0 2 0,0 10 0,0-2 0,0 2 0,2 4 0,4-5 0,-4-2 0,5-3 0,-1-2 0,0 2 0,7-4 0,-1 4 0,-5-9 0,-1-2 0,4-8 0,-1 3 0</inkml:trace>
  <inkml:trace contextRef="#ctx0" brushRef="#br0" timeOffset="4">15729 2184 8912,'25'-2'0,"5"-4"0,10-4 0,12 1 0,7-6 0,10 3 0,8-11 0,1-4 0</inkml:trace>
  <inkml:trace contextRef="#ctx0" brushRef="#br0" timeOffset="5">17002 1393 8912,'0'-18'0,"0"7"0,0 0 0,-2 7 0,-2 2 0,-3 9 0,-3 11 0,4 10 0,-3 1 0,-1 5 0,1 6 0,5-1 0,-2 5 0,4-2 0,2-4 0,0 4 0,0-2 0,0-4 0,0-5 0,8 1 0,-6-5 0,6 7 0</inkml:trace>
  <inkml:trace contextRef="#ctx0" brushRef="#br0" timeOffset="6">16830 1874 8912,'-17'-8'0,"0"-3"0,-1 3 0,11-5 0,7 7 0,9 0 0,7-1 0,9-1 0,3-3 0,10-5 0,5 5 0,-1-4 0,0-2 0,-2-3 0,-6-3 0,1 4 0,7-13 0,2 5 0</inkml:trace>
  <inkml:trace contextRef="#ctx0" brushRef="#br0" timeOffset="7">17243 1496 8912,'-9'-8'0,"-7"6"0,7-13 0,-9 13 0,1-6 0,8 10 0,3 4 0,4 9 0,2 8 0,6 14 0,0-3 0,7 10 0,-2-4 0,-1 2 0,-1-2 0,1 4 0,0 0 0,-1-2 0,3-8 0,-3-1 0,-3-4 0,-4 3 0,7-15 0,-3 0 0,4-17 0,7-17 0,-6-8 0,1-9 0,-1 5 0,7 1 0,-3 1 0,-2-2 0,-1 8 0,1 8 0,2-2 0,3 13 0,-1-4 0,0 4 0,0 2 0,0 0 0,1 0 0,-1 0 0,0 0 0,6 0 0,0 0 0,0-2 0,-6-4 0,0 3 0,1-9 0,-1 6 0,0-5 0,-2-2 0,-3-3 0,1-1 0,-7 0 0,0 0 0,-6 0 0,-8 7 0,-4 4 0,-1 14 0,0 7 0,1 8 0,-1 4 0,-1 2 0,3 5 0,-2-5 0,7-1 0,0-5 0,6 6 0,0-8 0,0 2 0,0-4 0,2-4 0,4-3 0,5-7 0,5-3 0,1-2 0,2-2 0,4-3 0,-2-11 0,8-7 0,-3-7 0,3 1 0,3-3 0,-5-3 0,0 1 0,-4 0 0,2 5 0,-2 0 0,0 16 0,-6-10 0,-6 27 0,-1-2 0,-2 7 0,-5 10 0,5-2 0,-2 6 0,7-9 0,-1-3 0,-3-1 0,3 1 0,1 3 0,10-9 0,-2 1 0,6-6 0,-2-2 0,-4-4 0,4-3 0,-2-8 0,5-6 0,-5 0 0,0-6 0,-6 6 0,-5-5 0,-1 5 0,-7 0 0,2 6 0,-6 1 0,-6 5 0,-5 7 0,-12 15 0,4 3 0,-4 15 0,3 1 0,3 10 0,2-4 0,3 5 0,5-5 0,7-2 0,0-1 0,0-5 0,2 5 0,3-4 0,7-10 0,11-2 0,4-6 0,7 1 0,2-7 0,5-10 0,-5-5 0,4-7 0,4-15 0,0-5 0</inkml:trace>
  <inkml:trace contextRef="#ctx0" brushRef="#br0" timeOffset="8">19170 1496 8912,'-17'0'0,"6"-6"0,-1 0 0,1 1 0,-6 5 0,1 2 0,5 3 0,3 5 0,8 7 0,0 6 0,0 2 0,0 2 0,0 3 0,2-3 0,4 1 0,2-5 0,3 6 0,4-8 0,-3 2 0,3-4 0,2-2 0,6-5 0,0-3 0,-2-1 0,-2-4 0,-1-10 0,-1-5 0,0-7 0,0-5 0,0 2 0,1-7 0,-1 1 0,2-4 0,2 3 0,2-3 0,0 8 0,-6 6 0,0 2 0,0 9 0,1 0 0,-1 6 0,-6 2 0,1 4 0,-3 5 0,3 12 0,-6 4 0,-5 0 0,-1 3 0,0-7 0,0 6 0,0-6 0,-3 6 0,-9-6 0,1-1 0,-14-4 0</inkml:trace>
  <inkml:trace contextRef="#ctx0" brushRef="#br0" timeOffset="9">19119 1204 8912,'-35'-25'0,"9"6"0,3-4 0,11 9 0,6 3 0,5 5 0,2-3 0,5 1 0,8-4 0,14 7 0,1-9 0,28 5 0,-3-8 0</inkml:trace>
  <inkml:trace contextRef="#ctx0" brushRef="#br0" timeOffset="10">20616 1651 8912,'-8'-18'0,"5"1"0,-9 0 0,1 0 0,-1 0 0,1-3 0,-3-2 0,-1 8 0,-4-1 0,-4 5 0,-6 7 0,-1 4 0,-1 11 0,2 11 0,-1 7 0,5 18 0,2 4 0,6 1 0,5 1 0,5-5 0,7-1 0,2-6 0,3-6 0,7-5 0,9-16 0,4-3 0,1-7 0,3-6 0,5-11 0,1-7 0,-3-17 0,-3-4 0,-6-6 0,0-4 0,-6-1 0,2-7 0,-13 1 0,0-8 0,-6 2 0,0-8 0,0 2 0,-8 4 0,-1 18 0,-3 7 0,1 11 0,7 8 0,-4 23 0,8 15 0,0 17 0,0 24 0,6 3 0,0 8 0,7 5-154,-2 1 1,5 1 153,1-1 0,0-7 0,0 1 0,3-10 0,2-5 0,-2-12 0,3-8 0,1-9 0,-1-13 0,0-5 0,-6-7 0,-7-7 0,-4-5 0,-4-3 153,-2-2 1,-2-1-154,-4 1 0,-4-8 0,-7-1 0,0-9 0</inkml:trace>
  <inkml:trace contextRef="#ctx0" brushRef="#br0" timeOffset="11">20960 1651 8912,'10'0'0,"-3"-8"0,-7 8 0,0 0 0,0 8 0,0 9 0,0 6 0,2 1 0,2 3 0,2 4 0,1-1 0,-1-1 0,-4 2 0,4-8 0,2 5 0,-3-5 0,7 0 0,-7-6 0,1-7 0,-6-3 0</inkml:trace>
  <inkml:trace contextRef="#ctx0" brushRef="#br0" timeOffset="12">20874 1341 8912,'-17'-17'0,"0"0"0,7 7 0,2 2 0,10 10 0,4 4 0,11-2 0,12 7 0,13-1 0,10 1 0,-1-3 0,16 0 0,-6 1 0</inkml:trace>
  <inkml:trace contextRef="#ctx0" brushRef="#br0" timeOffset="13">21683 1255 8912,'-17'-27'0,"-2"-3"0,-4 7 0,4-4 0,-6 8 0,2 6 0,0 3 0,0 4 0,6 6 0,-6 16 0,0 7 0,0 9 0,6 8 0,7 6 0,2 9 0,3 5 0,-1 1 0,2-4 0,10 6 0,0-7 0,11 1 0,-2-4 0,14-1 0,-1-2 0,-1-5 0,4 1 0,-8-11 0,-8 3 0,-7-11 0,-8 7 0</inkml:trace>
  <inkml:trace contextRef="#ctx0" brushRef="#br0" timeOffset="14">21270 1943 8912,'-15'-27'0,"3"4"0,6 4 0,5 2 0,1 0 0,0-1 0,9 1 0,8 0 0,10 0 0,6 0 0,11 0 0,7-1 0,8-1 0,10-4 0,8 4 0,3-6 0,4 1 0,2-3 0,0-8 0</inkml:trace>
  <inkml:trace contextRef="#ctx0" brushRef="#br0" timeOffset="15">22234 1272 8912,'-2'-17'0,"-6"0"0,-7 2 0,-6 3 0,-2 5 0,6 7 0,-1 0 0,1 1 0,0 7 0,0 9 0,1 4 0,5 14 0,-2-3 0,7 14 0,0 0 0,6 5 0,0 3 0,0 3 0,0-1 0,0 7 0,6-2 0,0 2 0,7-4 0,-2-7 0,-1-7 0,0-1 0,-3-2 0,-3-3 0,-2-11 0,-2-5 0,0-11 0,0-5 0</inkml:trace>
  <inkml:trace contextRef="#ctx0" brushRef="#br0" timeOffset="16">21975 1840 8912,'-17'-25'0,"2"6"0,4-4 0,1 4 0,4 2 0,4-1 0,-3 7 0,10 1 0,7 1 0,3-1 0,10 1 0,4-3 0,3 3 0,3 3 0,1 2 0,4-7 0,2 7 0,6-2 0,-4 4 0,-2 2 0,6-7 0,-4-3 0</inkml:trace>
  <inkml:trace contextRef="#ctx0" brushRef="#br0" timeOffset="17">22922 1891 8912,'0'-5'0,"0"8"0,-2 15 0,-4 8 0,-5 11 0,-4 5 0,-3 9 0,1 3 0,0 3 0,7-4 0,-5 14 0,5-6 0</inkml:trace>
  <inkml:trace contextRef="#ctx0" brushRef="#br0" timeOffset="18">24350 1324 8912,'-15'-23'0,"2"-2"0,3 0 0,0 2 0,1 8 0,5 13 0,-2 17 0,4 10 0,2 10 0,0 11 0,0-1 0,0 7 0,0 5 0,0 2 0,0 6 0,0-2 0,0 2 0,0-2 0,0 4 0,0 4 0,0 0 0,-7-8 0,-3-12 0,-7-9 0</inkml:trace>
  <inkml:trace contextRef="#ctx0" brushRef="#br0" timeOffset="19">23937 1960 8912,'0'-17'0,"0"0"0,0-1 0,0 1 0,0 0 0,0 6 0,0-1 0,16 3 0,7-3 0,15-3 0,8 3 0,11-9 0,6-2 0,4-7 0,2 1 0,0-3 0,-2-3 0,-6 1 0,-10 0 0,-3-1 0,-13 1 0,-5-1 0,-13 1 0,-7 7 0,-4 4 0,-12 4 0,-5 2 0,-3 6 0,1 1 0,1 2 0,8 5 0,-1 8 0,3 7 0,2 11 0,2 3 0,3 9 0,-1 5 0,8 0 0,-6 8 0,5-2 0,-7 3 0,3 3 0,-1 0 0,0-1 0,0-5 0,-6 0 0,0-10 0,0-2 0,5-7 0,1-10 0,0-7 0,0-6 0,1-16 0,1-13 0,0-11 0,3-8 0,-5-7 0,5 5 0,-5 0 0,7 8 0,-1-2 0,3 9 0,2 2 0,1 10 0,1 2 0,2 9 0,2 7 0,5 1 0,-5 0 0,6 7 0,-6 5 0,6 1 0,-6-1 0,7-3 0,-1-3 0,3-4 0,3 2 0,-1-8 0,1-8 0,-1-5 0,0-6 0,-1 2 0,-4-8 0,-6 8 0,-12-1 0,-3 2 0,-8 3 0,-2 2 0,-4 3 0,-4 5 0,-7 7 0,0 0 0,0 0 0,-6 15 0,0 8 0,0 8 0,6 3 0,5 6 0,1 0 0,7 6 0,-2-4 0,4 0 0,2 0 0,10-2 0,7-5 0,8-10 0,9-8 0,1-8 0,-1-9 0,1-2 0,-1-3 0,-1-13 0,-5-10 0,-3-5 0,-10-3 0,-1-2 0,-3-2 0,-7-6 0,2 6 0,-4 1 0,-2 11 0,0 5 0,0 4 0,0 9 0,0 3 0,0 10 0,0 9 0,0-1 0,0 12 0,0 2 0,0-2 0,0 6 0,0-6 0,0 5 0,0-5 0,0-2 0,0-2 0,0-1 0,0-9 0,0-1 0,0-24 0,5-3 0,3-15 0,0 0 0,-1-1 0,7 3 0,-3 3 0,-1 2 0,1 4 0,1 6 0,5 0 0,0 2 0,0 9 0,6 0 0,0 8 0,0 6 0,2 9 0,-6 8 0,4 9 0,2 6 0,-2 0 0,2 2 0,-2-1 0,-4-5 0,4 4 0,4-11 0,-1-5 0</inkml:trace>
  <inkml:trace contextRef="#ctx0" brushRef="#br0" timeOffset="20">27121 1204 8912,'-17'-8'0,"-1"4"0,1-7 0,0-1 0,0 3 0,7-7 0,3 7 0,9-1 0,3 4 0,7 6 0,3 6 0,4-2 0,4 7 0,-2-5 0,6 6 0,0-1 0,-1-1 0,-5 5 0,2-4 0,-3 5 0,-3 1 0,-6 8 0,-1 3 0,-3 5 0,-3 1 0,-11 4 0,-11 8 0,-6 0 0,-11 11 0,1-3 0,-1-2 0,1-1 0,1-1 0,5-6 0,5-10 0,9-7 0,3-10 0,7-5 0,-2-1 0,14-7 0,9 2 0,8-12 0,9-6 0,9-3 0,2-2 0,-1-2 0,4-2 0,4-4 0,3-2 0,3 4 0,-7-5 0,-1 7 0,-4-2 0,-4 9 0,-8 3 0,-7 7 0,-6-4 0,-7 1 0,-22 5 0,-11-6 0</inkml:trace>
  <inkml:trace contextRef="#ctx0" brushRef="#br0" timeOffset="21">27035 1616 8912,'-6'17'0,"0"1"0,10-11 0,13-7 0,8-7 0,10-11 0,7-6 0,4-3 0,3-2 0,3 0 0,0 1 0,-1-7 0,-1 3 0,-4 3 0,-6 4 0,-13 8 0,-10 0 0,-7 0 0,-10 0 0</inkml:trace>
  <inkml:trace contextRef="#ctx0" brushRef="#br0" timeOffset="22">26914 1066 8912,'-11'0'0,"-1"0"0,-1 0 0,-2 0 0,-2 0 0,-1 0 0,1 0 0,0 0 0,0 0 0,7 0 0,2-2 0,8-4 0,2-3 0,4-10 0,8-4 0,7-6 0,3-9 0,5-2 0,2-8 0,-8 2 0,5 2 0,-5-2 0,6 8 0,-6-2 0,0 4 0,-6 5 0,-2 6 0,-3 8 0,3 11 0,-3 1 0,3 12 0,2 11 0,0 8 0,0 14 0,1 2 0,-1 6 0,0-4 0,0-2 0,6 4 0,0-6 0,8-5 0,-3-7 0,-3-7 0,8 4 0,-6-8 0</inkml:trace>
  <inkml:trace contextRef="#ctx0" brushRef="#br0" timeOffset="23">28394 1375 8912,'6'12'0,"0"-1"0,-2 3 0,-2-7 0,-2 1 0,0-6 0,-2 2 0,-4 1 0,4 3 0,-4-2 0,2-4 0,1 5 0,-3 1 0,0-6 0,-2 6 0,5-8 0,-7-2 0,2-4 0,3-4 0,5-7 0,0-2 0,0-4 0,0 2 0,0-7 0,0 5 0,0-6 0,2 8 0,1-2 0,5 4 0,2 2 0,1 5 0,6 1 0,1 7 0,-1-2 0,0 4 0,0 2 0,8 0 0,4 0 0,-3 6 0,3 0 0,-8 5 0,2-5 0,2 0 0,-2-6 0,0 0 0,2 0 0,-12-8 0,4-3 0,-5-7 0,-1-5 0,3 4 0,-9-4 0,1-1 0,-6 1 0,0-8 0,0 2 0,0 3 0,0-3 0,-2 8 0,-4-2 0,5 12 0,-7 15 0,8 18 0,0 5 0,0 23 0,0-6 0</inkml:trace>
  <inkml:trace contextRef="#ctx0" brushRef="#br0" timeOffset="24">28687 1943 8912,'-17'2'0,"-1"2"0,1 1 0,0 1 0,0-6 0,7-8 0,5-3 0,3-10 0,2-2 0,0-6 0,2 4 0,1-1 0,3-5 0,7 1 0,-1 1 0,-3 2 0,3 4 0,-1 10 0,7-4 0,-3 9 0,-4-3 0,5 7 0,-5-2 0,4 4 0,3 2 0,1 6 0,2 0 0,4-1 0,1 3 0,-3-6 0,6 4 0,-2-4 0,2-2 0,1-6 0,-7 0 0,0-5 0,-6 5 0,0-6 0,-1 5 0,-5-3 0,-5-3 0,-4-2 0,-2-3 0,0 1 0,0 0 0,0 0 0,0 0 0,0-1 0,0 1 0,0 0 0,0 0 0,0 0 0,9-1 0,9 1 0,6 6 0,11-1 0,-1 1 0,1-6 0</inkml:trace>
  <inkml:trace contextRef="#ctx0" brushRef="#br0" timeOffset="25">29874 963 8912,'-17'0'0,"0"0"0,-6 0 0,0 0 0,-2 2 0,2 3 0,-2 5 0,-3 7 0,-3 8 0,10 4 0,4 3 0,3 3 0,11 5 0,-3 0 0,6 0 0,6-6 0,11-1 0,11-5 0,13-5 0,4-11 0,7-5 0,5-7 0,-3-9 0,3-8 0,-5-10 0,-6-6 0,-6-3 0,-11-4 0,-6-4 0,-12-7 0,-3-1 0,-8 0 0,-8 7 0,-3-1 0,-12 7 0,-6-1 0,-3 12 0,-3 5 0,-5 11 0,2 7 0,3 3 0,5 2 0,9 7 0,3 3 0,11 7 0</inkml:trace>
  <inkml:trace contextRef="#ctx0" brushRef="#br0" timeOffset="26">19790 1341 8912,'-10'-8'0,"-3"5"0,5-7 0,-1 2 0,-1 10 0,-1 10 0,5 5 0,4 6 0,2 4 0,-2 7 0,-2 0 0,-1 1 0,-1 5 0,6 0 0,0-2 0,0-1 0,0-11 0,0-3 0,0-4 0,0-1 0,-2-9 0,-2-5 0,-2-8 0,-5-11 0,5-8 0,-1-8 0,3 3 0,-2-5 0,2-1 0,4-1 0,6 1 0,-2 5 0,7 1 0,1 7 0,5-2 0,0 4 0,0 9 0,1 4 0,-1 6 0,0 6 0,-2 9 0,-1 10 0,-5 2 0,-1 4 0,3 1 0,-5 2 0,2-1 0,-3-4 0,-1 1 0,8-7 0,-7 0 0,7-6 0,-1-7 0,9-5 0,1-5 0,2-5 0,1-13 0,-1-10 0,-9-5 0,3-1 0,-6-2 0,1-4 0,1 3 0,-7-3 0,0 10 0,-6 1 0,0 8 0,0-2 0,-2 12 0,-4 5 0,4 6 0,-4 6 0,-1 9 0,1 10 0,2 1 0,2 5 0,2-4 0,0 1 0,2-7 0,4 2 0,4-4 0,-1-1 0,6-9 0,-3-3 0,5-4 0,6-2 0,-4-2 0,4-4 0,-4-5 0,-2-12 0,-7 2 0,-4-8 0,-4 2 0,-2-1 0,-10-3 0,-5 8 0,-8 2 0,-4 2 0,0 4 0,-1 3 0,-3 7 0,8 10 0,-8 13 0,5 8 0</inkml:trace>
  <inkml:trace contextRef="#ctx0" brushRef="#br0" timeOffset="27">9465 4195 8912,'0'-11'0,"0"-1"0,0 8 0,0-3 0,0-1 0,0-1 0,0-9 0,0 7 0,0-1 0,0 9 0,0-7 0,0 4 0,0 4 0,0-7 0,0 3 0,0 4 0,0-7 0,0 3 0,0 4 0,0-6 0,0 6 0,0-3 0,0 3 0,0-6 0,0 8 0,0 0 0,0 8 0,0 1 0,0 9 0,0 1 0,0 4 0,-2-4 0,-4 4 0,4 3 0,-4 3 0,5-2 0,1 1 0,-6-1 0,0 4 0,2-3 0,2 3 0,2 5 0,0-1 0,0 3 0,0-9 0,-2 5 0,-3 6 0,3-4 0,-4 4 0,4-3 0,0-3 0,-2 1 0,-1-1 0,-3 6 0,2 0 0,2 0 0,-7-5 0,7-1 0,-2 0 0,-1-5 0,1 0 0,-2-6 0,3 5 0,3-5 0,-4 6 0,-2 0 0,1 5 0,-1 0 0,0 1 0,1 7 0,1 4 0,2 1 0,-7-1 0,5 6 0,-5-1 0,5 3 0,-6 9 0,7-8 0,-5 1 0,2-7 0,5-3 0,-5 0 0,2 6 0,0-8 0,6-4 0,-1 2 0,-5-2 0,4 0 0,-4-6 0,4 1 0,2-1 0,-2 0 0,-2 1 0,-3 1 0,-3 4 0,5 2 0,-7 4 0,6 4 0,-5-4 0,5 5 0,-5 7 0,5-5 0,-6 4 0,9-5 0,-3-6 0,4 3 0,0-3 0,-2 2 0,-2-2 0,1 2 0,5-8 0,0 2 0,0-2 0,0-2 0,0 8 0,0-6 0,0 6 0,0 0 0,0 5 0,0-1 0,0-4 0,0 4 0,0-5 0,0 5 0,0 2 0,0-6 0,0-1 0,0-5 0,0 6 0,0 0 0,0 6 0,0-1 0,0 1 0,-6-2 0,0-5 0,1 7 0,5 0 0,0-1 0,0 5 0,0-7 0,0-3 0,0 0 0,0 6 0,0-1 0,0 1 0,5-1 0,1 1 0,0 1 0,-6 5 0,0-7 0,0 1 0,0-1 0,0-5 0,0 2 0,0-2 0,0-4 0,0 0 0,2 2 0,3 7 0,-3 1 0,4 0 0,-4 1 0,-2 4 0,0-3 0,0 3 0,0 4 0,0 0 0,0 1 0,0-5 0,0-4 0,0-1 0,0 1 0,0 5 0,0-3 0,0 8 0,0-6 0,0 7 0,0-1 0,0 3 0,-2-1 0,-4-2 0,4-5 0,-3 5 0,3-2 0,2 2 0,-6-4 0,0-7 0,1-1 0,5 1 0,0-1 0,0-1 0,-2-4 0,-4-6 0,4 4 0,-4 2 0,4 4 0,2 1 0,-2 1 0,-3-1 0,3 7 0,-4 1 0,2 0 0,-2 0 0,5 0 0,-5-1 0,2-5 0,-2 5 0,4-7 0,-3-5 0,3 2 0,0-6 0,-2 0 0,-2 0 0,1 6 0,5-3 0,0 1 0,0 6 0,0-10 0,0 10 0,0 1 0,0 4 0,0 1 0,0-7 0,0 1 0,0-1 0,0 7 0,0-1 0,0 0 0,0-5 0,0 5 0,0 1 0,0-3 0,0-2 0,0-7 0,0 0 0,-2-2 0,-4 2 0,4 4 0,-4-5 0,2 5 0,-1 2 0,3-1 0,-4 1 0,4-1 0,2 1 0,0 0 0,0-1 0,-6-5 0,1 0 0,-1 0 0,6 5 0,0-7 0,0-4 0,0 4 0,0 0 0,0 0 0,0-4 0,0-2 0,0 3 0,-6-1 0,0 11 0,1-9 0,5 10 0,0 1 0,0 7 0,-2 1 0,-4 4 0,4-6 0,-4-2 0,4-3 0,2-3 0,-1-5 0,-5 0 0,4-15 0,-4-3 0,4-7 0,2-4 0,-2-5 0,-3-1 0,3-7 0,-6 11 0,8-13 0,0 8 0,0-4 0,0-4 0,0 7 0,0-3 0,0-2 0,-2 5 0,-2 1 0,-1-1 0,-1 3 0,6 5 0,0 0 0,-6-5 0,0-1 0,1-5 0,5 5 0,-2-7 0,-4 2 0,4 3 0,-6-7 0,8 2 0,0-15 0,0-12 0,8-17 0,4-12 0,10-23 0,5-12 0</inkml:trace>
  <inkml:trace contextRef="#ctx0" brushRef="#br0" timeOffset="28">10274 4453 8912,'0'-11'0,"0"-1"0,0-1 0,0-3 0,0-1 0,0 6 0,0-1 0,0-1 0,0-2 0,1-3 0,5 1 0,-4 0 0,6 2 0,-1 3 0,-5-3 0,4 4 0,-4-5 0,-2 5 0,0-1 0,0-1 0,0-2 0,0-2 0,0 5 0,0 1 0,2-1 0,4-5 0,-4 0 0,5 0 0,-7-1 0,0 1 0,0 6 0,0-1 0,0 7 0,0-7 0,0 6 0,0-5 0,0-1 0,-7-5 0,3 2 0,-8 3 0,8-3 0,-3 6 0,1-3 0,0 1 0,1-1 0,5-5 0,-6 0 0,0 0 0,0-1 0,6 1 0,0 0 0,0 8 0,0 1 0,0 10 0,0 4 0,-2 9 0,-1 10 0,-3 1 0,2 5 0,2 1 0,2 3 0,0 1 0,0 4 0,-2-2 0,-3 8 0,3 0 0,-4 6 0,4-1 0,2 3 0,0 3 0,0 6 0,0 4 0,0 2 0,0 9-332,0 8 0,0 4 332,0-39 0,0 1 0,0-2 0,0-1 0,0 6 0,0-1 0,0-4 0,0 0 0,0 47 0,2-48 0,2-1 0,-1 3 0,1 0 0,4 44-182,0-9 0,5-7 182,-2-11 0,-1 3 0,2 3 0,-7-5 0,7 0 0,-8 2 0,1-4 0,-3 7 0,-2 4 0,0-3 0,0 5 0,0 2-270,0 10 1,0-2 269,0 7 0,0-7 0,0 2 0,0-4 0,0-2 0,-6 3 0,1 3 0,1 2 0,2-7 0,2-4 0,0-3 0,0-2 150,0-3 1,0-5-1,0 5 1,0-3-151,0 3 0,0-2 0,0 7 0,0-8 78,0 3 0,0-4-78,0-3 0,-6-5 0,1 0 0,1 2 0,2 2 0,2-6 0,0-3 0,0 3 0,0 2 0,0 4 0,0 1 0,0 3 0,0 4 0,0 14 0,0 9 0,-1-46 0,0 1 0,-2-4 0,0-1 0,2 6 0,0-1 0,-2 2 0,-1-1 0,1 0 0,0-1 0,0 0 0,0-1 0,-3-1 0,1 0 0,2-2 0,0-1 0,-9 46-229,7-8 1,-7-2 228,6-4 0,-1 2 0,1-8 0,2 9 0,-7-3 0,5 2 0,-5-2 0,7 4 0,-2-3 0,2 1 0,-2-2 0,5 4 0,-5-4 0,4-3 0,2-3 0,0 3 0,0-3 0,0 6 0,0-5 0,0 1 0,0-1 0,0-3 0,0 9 0,0-1 173,0-2 1,0-3-174,0-12 0,0 3 0,0-2 0,0 10 0,0 6 0,0 4 0,-2 2 0,-2 0 0,-2 0 0,1-2 0,5-3 0,0-5 0,0-7 0,0-6 0,0 0 0,0-2 0,0 2 0,0-10 0,0-7 0,0 0 0,0 6 0,0-1 0,0 1 0,0-1 103,0 1 1,5 2-104,1 3 0,0 10 0,-6 7 0,0 1 0,0-7 0,0-1 0,0-4 0,0 2 0,0-7 0,0-9 121,0-9 0,0-3 1,0-3-1,0-1-121,0-5 0,0 3 113,0-8 1,0 5-114,0-5 0,0 14 0,0-3 0,0 12 0,0 0 0,0 3 0,0 3 0,6 0 0,-1-1 0,1-7 0,-4-4 0,2-4 0,2-1 0,-1-3 0,-5-3 0,0-4 0,0-8 0,0-6 0,0 1 0,0-8 0,0 3 0,0-7 0,0 0 0,0-7 0,0-5 0,6-5 0,0-6 0,0-11 0,-6-10 0,0-8 0</inkml:trace>
  <inkml:trace contextRef="#ctx0" brushRef="#br0" timeOffset="29">9551 15835 8912,'0'-17'0,"-2"7"0,-2 2 0,-2 1 0,-7 5 0,9-6 0,-7 8 0,7 2 0,-4 4 0,1 5 0,5 5 0,-4 1 0,4 6 0,2 0 0,0 7 0,0-1 0,0 2 0,0-3 0,2 3 0,4-8 0,-3 5 0,9-5 0,-8 0 0,1-6 0,-1-5 0,2-1 0,-2-7 0,7 2 0,-5-6 0,6-6 0,-3-5 0,4-10 0,-3-4 0,-2-2 0,-1 4 0,-1-6 0,-4 7 0,4-7 0,-4 8 0,-2-2 0,0 4 0,0 2 0,-8 7 0,-3 4 0,1-1 0,-2 1 0,1 0 0,-4 8 0,1 4 0,3 5 0,1-1 0,-1 1 0,1 1 0,5 5 0,3 0 0,-4 0 0,4 1 0,2-1 0,0 0 0,0 0 0,0-5 0,0-1 0,6-5 0,1 3 0,3-1 0,-4-2 0,5-6 0,-5 0 0,5 0 0,-5-2 0,6-4 0,-9-3 0,11-9 0,-9 1 0,1 6 0,-6-1 0,0 1 0,0-6 0,0-1 0,0 1 0,-6 6 0,1-1 0,-3 8 0,2-1 0,4 3 0,-13 2 0,13 0 0,-11 7 0,7 5 0,2 3 0,2 2 0,2 1 0,0-1 0,6 0 0,0 0 0,2-5 0,-3-1 0,-3 1 0,13-3 0,-3-3 0,-3-4 0,3-2 0,-1-2 0,5-4 0,-5-5 0,-1-5 0,-4-1 0,-5 0 0,5 0 0,-4 0 0,-2-1 0,0 1 0,-2 0 0,-4 0 0,5 5 0,-5 1 0,-2 5 0,0-3 0,-1 1 0,3 2 0,-5 6 0,7 0 0,-4 8 0,8 3 0,0 5 0,0 1 0,0 0 0,0 0 0,0 6 0,0 0 0,0 0 0,0-6 0,0 0 0,0-5 0,0-1 0,8-7 0,1 4 0,3-8 0,-1 0 0,-7-8 0,2-3 0,2-5 0,-3-1 0,-1-2 0,-2-4 0,-2 4 0,0-4 0,0 4 0,0 2 0,-2 0 0,-2-1 0,-1 1 0,-9 8 0,3 3 0,-5 6 0,-1 8 0,0 9 0,7 2 0,5 10 0,3-1 0,2-1 0,0 5 0,0-5 0,0 2 0,0 0 0,2-8 0,3 1 0,5-10 0,7-6 0,-5-4 0,-1-6 0,3-6 0,1-7 0,-4-10 0,1 4 0,-8-7 0,1 3 0,-1-2 0,2 1 0,-4 5 0,4-6 0,-10 8 0,-4-2 0,-1 4 0,-5 2 0,5 2 0,-3 3 0,3 3 0,-3 3 0,-3 4 0,3-4 0,3 12 0,-3 5 0,8 10 0,-1 2 0,3 8 0,2-2 0,0 3 0,0 2 0,7 1 0,3-1 0</inkml:trace>
  <inkml:trace contextRef="#ctx0" brushRef="#br0" timeOffset="30">9620 16746 8912,'-18'-9'0,"1"1"0,0 2 0,0 0 0,0 3 0,-1 8 0,1 7 0,0 11 0,0 5 0,0 5 0,7 9 0,4 4 0,4 3 0,2 3 0,8 0 0,3-1 0,7-5 0,5 0 0,3-8 0,9 0 0,1-7 0,4-8 0,-3-6 0,5-6 0,-2-5 0,0-4 0,0-11 0,-5-9 0,-7-7 0,1-11 0,0-4 0,-3-6 0,-3-9 0,-11-2 0,-5-1 0,-7 7 0,-3-1 0,-9 0 0,-9 9 0,-19 2 0,-10 7 0,-7 5 0,-12-1 0,6 7 0,0 8 0,11 9 0,3 6 0,3 6 0,0 3 0,11 8 0,5 8 0,13 4 0,1 3 0,5 3 0,3 1 0,10 2 0,4 2 0,5-1 0,12-3 0,4-2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10-04T01:07:54.826"/>
    </inkml:context>
    <inkml:brush xml:id="br0">
      <inkml:brushProperty name="width" value="0.05292" units="cm"/>
      <inkml:brushProperty name="height" value="0.05292" units="cm"/>
      <inkml:brushProperty name="color" value="#FF0000"/>
    </inkml:brush>
  </inkml:definitions>
  <inkml:trace contextRef="#ctx0" brushRef="#br0">3992 14339 8912,'-26'10'0,"3"-1"0,9-3 0,5 5 0,-1 8 0,3 12 0,-1 15 0,2 17 0,6 23 0,0-35 0,0 3 0,0 5 0,0 2 0,-2 6 0,-2 2 0,1 3 0,1 1 0,0 1 0,0-1-171,1 3 0,0-1 1,1 1-1,0 1 1,0 0-1,0 1 1,0-2-1,0 1 171,0-2 0,0-1 0,0-6 0,0-1 0,0-7 0,0-1 0,0-6 0,0-1 0,0 41 0,0-14 108,0-11 1,0-12-1,0-12 1,0-2-109,0-4 0,0-4 224,0-5-224,0-12 0,-8-24 0,-9-28 0,-10-18 0</inkml:trace>
  <inkml:trace contextRef="#ctx0" brushRef="#br0" timeOffset="1">3356 15164 8912,'-42'-7'0,"-2"-5"0,0-1 0,4 1 0,9 5 0,2 7 0,6 9 0,-5 10 0,-1 14 0,2 11 0,-3 21 0,7 9 0,7-26 0,1 2-303,1 3 1,-1 3-1,-1 4 1,0 2 302,-1 1 0,-1 0 0,1 4 0,0 0 0,0-1 0,0-1 0,-1 1 0,1-2 0,1 0 0,0-2 0,1-3 0,1-3 0,2-7 0,1-2 0,-6 31 144,5-21 0,5-1-144,7-16 0,0-8 0,5-16 0,1-16 0,0-16 0,-6-26 0,0-11 0</inkml:trace>
  <inkml:trace contextRef="#ctx0" brushRef="#br0" timeOffset="2">3132 15233 8912,'6'-55'0,"-1"5"0,-1 12 0,-4 17 0,-5 15 0,-7 14 0,-9 11 0,-4 15 0,-2 16 0,-1 13 0,-7 17 0,1 8-322,16-37 0,1 1 0,0 3 0,0 1 322,-1 1 0,2 1 0,1-2 0,1 0 0,-1 2 0,1-1 0,3-1 0,1 1 0,-1 0 0,-1 0 0,3-3 0,1-3 0,-3 41 0,5-10 143,4-15 0,8-12-143,-1-9 0,15-6 0,-3-11 0,4-8 0,4-8 0,-6-14 0,4-17 0,-4 1 0,-2-8 0</inkml:trace>
  <inkml:trace contextRef="#ctx0" brushRef="#br0" timeOffset="3">3442 15388 8870,'11'-84'0,"1"15"21,1 19-21,-5 27 0,-3 12 0,-12 26 0,-10 20 0,-12 22 0,-9 19 0,17-32 0,0 2 0,-2 8 0,0 1 0,-2-2 0,2 1-335,2 3 0,2 1 0,-2 2 0,2 2 335,1 3 0,1 2 0,1 2 0,0 1 0,0-1 0,3 0 0,3-2 0,3-1 0,3-5 0,2-1 0,4-4 0,2-1 0,1-2 0,3-1 0,15 41 0,12-11 0,5-11-49,6-25 49,-4-12 0,-4-11 0,8-11 0,7-5 0</inkml:trace>
  <inkml:trace contextRef="#ctx0" brushRef="#br0" timeOffset="4">10428 14425 8912,'14'-34'0,"-1"-1"0,4 3 0,1 1 0,3 3 0,-2-3 0,0 0 0,-2 3 0,0 3 0,1 10 0,-1 3 0,-8 6 0,-3 12 0,-4 4 0,-2 9 0,2 6 0,4 9 0,-4 8 0,3 10 0,-3 16 0,-2 13 0,0 16 0,0-41 0,0 1 0,-1 1 0,0 2 0,0 8 0,-2 2 0,0 3 0,-1 1-401,-1 3 0,0 3 0,0 5 1,-1 2 400,-3 4 0,1 1 0,1-7 0,2-2 0,0-4 0,1-1 0,-1-9 0,2-1 0,1-5 0,0-2 0,1-6 0,0-3-53,1 34 0,2-15 53,4-14 0,-2-13 0,7-9 0,1-9 0,-3-1 0,6-11 0,-3 3 0,3-11 0,2-1 0,2-3 0,4-2 0,-3-4 1584,3-7-1584,-12-8 0,4-23 0,-5-2 0</inkml:trace>
  <inkml:trace contextRef="#ctx0" brushRef="#br0" timeOffset="5">11237 15732 8912,'0'-25'0,"0"6"0,0-4 0,0 4 0,0 2 0,0 7 0,0 6 0,0 16 0,-7 14 0,-7 22 0,-7 8 0,-7 7 0,1 11 0,-2 6 0,2 4 0,-3 4 0,1 2 0,-2 2 0,7-8-131,1-10 0,4-5 131,1-6 0,3-6 0,4-11 0,3-6 0,8-11 0,2-6 0,4-12 0,9 1 0,8-12 0,7-12 0,-1-16 0,4-20 0,1-5 0</inkml:trace>
  <inkml:trace contextRef="#ctx0" brushRef="#br0" timeOffset="6">11754 15955 8912,'-6'-23'0,"-2"2"0,0 4 0,1 4 0,-1 9 0,2 0 0,-5 8 0,-4 7 0,-10 22 0,-4 13 0,-3 11 0,-3 14 0,1 1 0,-1 3 0,9-1 0,3-5 0,5-2 0,7-4 0,3 2 0,8-8 0,0-7 0,0-10 0,8-6 0,3-5 0,5-6 0,1-12 0,8-3 0,4-8 0,3-15 0,2-10 0,1-11 0,-1-8 0,1-8 0</inkml:trace>
  <inkml:trace contextRef="#ctx0" brushRef="#br0" timeOffset="7">12098 16076 8912,'0'-18'0,"0"7"0,0-1 0,-6 11 0,0 1 0,-7 17 0,1 17 0,-11 16 0,-5 15 0,-7 7 0,-5 9 0,2 5 0,15-41 0,0 1 0,3 2 0,0 2-205,-3 4 0,0 1 0,4-3 0,0 1 205,-2 1 0,2 1 0,3-3 0,1 1 0,1-2 0,-1 1 0,1-4 0,0-1 0,-4 0 0,1 0 0</inkml:trace>
  <inkml:trace contextRef="#ctx0" brushRef="#br0" timeOffset="8">25675 9663 8912,'23'-16'0,"0"3"0,-2 3 0,-2 1 0,-1 1 0,-1 1 0,-10 1 0,-7 6 0,-1 6 0,-11-1 0,-1-1 0,-3-2 0,5-2 0,-1 0 0,-1 0 0,-2-8 0,-2-1 0,-1-8 0,9-1 0,-5 1 0,9 0 0,-3 6 0,2-1 0,2 1 0,-7-7 0,0 7 0,-7-1 0,-7 1 0,-1-6 0</inkml:trace>
  <inkml:trace contextRef="#ctx0" brushRef="#br0" timeOffset="9">25968 9611 8912,'8'-15'0,"1"1"0,3 3 0,-1-3 0,2-1 0,3-2 0,-1 0 0,-2 0 0,-1 1 0,1 5 0,-5-4 0,-4 15 0,-14 0 0,-9 11 0,-6 10 0,-5 0 0,-9 8 0,-3 1 0,-2 3 0,-2 1 0,-5 1 0,-3 1 0,-5 2 0,-10 2 0,-9-2 0,33-19 0,-2-1 0,-1-1 0,-2 0 0,-3 0 0,-1-1-210,0-2 0,-1 0 0,-3 2 0,0-1 210,1-3 0,-1-1 0,-4 0 0,-2-1 0,-2-3 0,0-1 0,-2 0 0,0 0 0,-1 0 0,0 1 0,0 0 0,-1-1 0,4 0 0,0 0 0,-2 1 0,0-1 0,10-3 0,1 0 0,4 2 0,1 1 0,-34 2 0,14 1 0,12 5 0,16-5 0,16 3 0,12-3 0,-1 3 0,11 3 0,1-3 0,3 3 0,8 2 0,-1 0 0,9 0 0,-3 1 0,-1 5 0,1 0 0,1-2 840,-3-2-840,6-2 0,-5-15 0,7-4 0</inkml:trace>
  <inkml:trace contextRef="#ctx0" brushRef="#br0" timeOffset="10">24058 9594 8912,'-12'-35'0,"1"3"0,-5 3 0,-5 6 0,-1 12 0,-13 5 0,-3 14 0,-16 9 0,-3 12 0,-6 9 0,2 12 0,-2 7 0,7 8-293,-1-2 1,3-2 292,3 2 0,7-2 0,3 2 0,7 2 0,5-6 0,6 2 58,4 4 0,12-7-58,7-7 0,7-1 0,10-10 0,8 0 0,4-5 0,5-9 0,7-3 0,3-6 0,7-5 0,3-4 110,3-8 0,-1 0 0,7 0 0,2-2-110,2-4 0,9-4 0,-1-9 0,7-4 0,4-5 0,2-5 0,-42 16 0,0 0 0</inkml:trace>
  <inkml:trace contextRef="#ctx0" brushRef="#br0" timeOffset="11">27138 9147 8912,'-11'0'0,"-1"0"0,1-2 0,1-4 0,-3 2 0,5-5 0,-1 1 0,3-3 0,-4 3 0,1-2 0,-1-3 0,4-2 0,-3-2 0,-1-1 0,1 1 0,5 6 0,-2-1 0,-2 1 0,3-6 0,1-1 0,2 9 0,2 5 0,0 16 0,0 10 0,0 11 0,0 7 0,0 6 0,0 11 0,8-3 0,3 3 0,2-5 0,-1-7 0,9-3 0,-4-7 0,10-8 0,-4-4 0,6-6 0,-5-8 0,3-9 0,4-9 0,-4-14 0,1-6 0,-7-9 0,2-2 0,-9-8 0,-3 2 0,-7 2 0,2-2 0,-3 10 0,3 2 0,-4-1 0,6 16 0,-8 2 0,-6 17 0,0 13 0,2 8 0,3 8 0,1 4 0,0 1 0,0 0 0,5-1 0,1-5 0,9-1 0,3-4 0,-1-9 0,6 3 0,2-12 0,-2 1 0,7-4 0,-1-2 0,-2-8 0,1-3 0,-5-10 0,4-4 0,-2-2 0,-4-3 0,-4-3 0,-5-1 0,-5 5 0,-7 1 0,0-1 0,0 2 0,0-3 0,0 7 0,-6 6 0,1 5 0,-9 8 0,12-3 0,-5 14 0,7 7 0,2 5 0,3 6 0,7 1 0,3 3 0,2 5 0,3-1 0,2-5 0,-2 3 0,3-8 0,-4 6 0,-2-6 0,-2-1 0,-3-4 0,1-1 0,-7 0 0,-8-2 0,-12-1 0,-7-3 0,-7 3 0,-7-5 0,-5 3 0,2-9 0,-8 3 0,8-4 0,-2-2 0,3 0 0,3-8 0,-1-1 0</inkml:trace>
  <inkml:trace contextRef="#ctx0" brushRef="#br0" timeOffset="12">28033 9061 8912,'-12'6'0,"1"-1"0,7 1 0,-11 2 0,15-6 0,0 3 0,9-3 0,9-2 0,5-2 0,7-3 0,8-7 0,1-5 0,7-6 0,1-4 0,3 0 0,-6-5 0,-4 3 0,-3 3 0,-5-3 0,-5 0 0,-10 3 0,-9 1 0,-14 8 0,-11 1 0,-12 5 0,-11 3 0,-6 8 0,-4 10 0,-1 7 0,7 8 0,4 9 0,-1 8 0,7 4 0,3 4 0,14 1 0,2 3 0,3 3 0,7-5 0,12-1 0,10-11 0,10-9 0,19-6 0,6-8 0,13-8 0,4-3 0,-1-6-144,7-6 0,-2-3 144,1-8 0,-11-8 0,6 4 0,-15-8 0,-3-1 0,-3-3 0</inkml:trace>
  <inkml:trace contextRef="#ctx0" brushRef="#br0" timeOffset="13">29513 8425 8912,'-8'-12'0,"-3"3"0,-5 1 0,1 8 0,2 10 0,1 12 0,3 11 0,-3 7 0,5 8 0,-1 7 0,6 1 0,-4 7 0,6 0 0,6-2 0,4-2 0,7-7 0,0-1 0,0 1 0,0-8 0,-1-6 0,-5-8 0,-5-7 0,-4-3 0,-10-3 0,-1 0 0</inkml:trace>
  <inkml:trace contextRef="#ctx0" brushRef="#br0" timeOffset="14">29203 9095 8912,'-9'-27'0,"-5"-3"0,8 7 0,1 0 0,5 6 0,2 2 0,3 3 0,13-3 0,12 3 0,8-1 0,8 1 0,4-1 0,2 5 0,-1 1 0,1-1 0,5-3 0,1 5 0,-3-5 0,-7 3 0,-4-2 0,-2-3 0,-4 3 0,-9-1 0,-12 7 0,-9-11 0,-10 13 0,-4-4 0,-4 4 0,-7 2 0,0 2 0,0 4 0,-6-2 0,0 7 0,2 1 0,8 5 0,3 0 0,2 0 0,-3 0 0,5 1 0,0-7 0,6 1 0,0 1 0,0 2 0,8 2 0,2-7 0,7-4 0,2-10 0,4-2 0,-2-9 0,8-2 0,-8-1 0,2-4 0,1 4 0,-1 7 0,0-2 0,-5 7 0,-1-6 0,0 7 0,0 1 0,-2 4 0,-3 6 0,1 3 0,-7 8 0,5 0 0,-5 1 0,2-7 0,-2 1 0,-3-3 0,9 3 0,-1 3 0,7-13 0,-1-10 0,0-11 0</inkml:trace>
  <inkml:trace contextRef="#ctx0" brushRef="#br0" timeOffset="15">30304 8304 8912,'-9'-7'0,"-6"5"0,7 2 0,-4 11 0,-1 6 0,7 6 0,1 4 0,5 7 0,-6 1 0,0-1 0,0 1 0,6-1 0,-5 6 0,-1 0 0,0-5 0,6-7 0,0 1 0,0-2 0,0-2 0,0-8 0,0-6 0,2-1 0,4-3 0,5-3 0,-1-4 0,1-6 0,1-3 0,5-8 0,6-2 0,0-4 0,0 4 0,-6-4 0,0 5 0,1 7 0,-7-2 0,0 7 0,1-6 0,5 7 0,0-1 0,1 6 0,-7 0 0,1 0 0,1 0 0,-5 8 0,-3 3 0,-3 4 0,-2 3 0,-7 1 0,-5 4 0,-3-2 0,-2 7 0,-6-7 0,0 2 0,0-6 0,6-5 0,-1-5 0,-7 1 0,-1 2 0</inkml:trace>
  <inkml:trace contextRef="#ctx0" brushRef="#br0" timeOffset="16">30717 8081 8912,'-26'-8'0,"1"6"0,8-4 0,5 5 0,1 2 0,-1 5 0,3 6 0,-1 11 0,6 7 0,-1 8 0,1 8 0,2 4 0,2 3 0,0 3 0,0 1 0,2 6 0,3-6 0,5-7 0,7-10 0,6-5 0,0-7 0,0 1 0,-4-10 0,2-6 0,2-3 0,0-4 0,-6-6 0,2-2 0,4-4 0,-3-3 0,2-9 0,-2-5 0,-3 0 0,0-5 0,0 5 0,-7-6 0,-5 6 0,3 0 0,-2 6 0,0 0 0,-6 0 0,-8 7 0,-2 3 0,-7 9 0,2 3 0,3 7 0,-3 5 0,4 6 0,1 4 0,-1 7 0,7 0 0,-2 1 0,4-1 0,2 1 0,0-7 0,0 1 0,8-10 0,3 0 0,6-8 0,6-3 0,-2-4 0,8-10 0,0-3 0,5-9 0,-1-6 0,-5-5 0,5-3 0,-4-3 0,-5 3 0,-1 3 0,-5-2 0,-5 8 0,-3 2 0,-3 2 0,-1 2 0,-6 0 0,0 7 0,0 3 0,0 9 0,0 3 0,0 7 0,0 9 0,0 2 0,6 5 0,-1-5 0,7 6 0,-6-6 0,5 8 0,-5-3 0,0 5 0,-6 1 0,-2 0 0,-4 1 0,-6-1 0,-9-1 0,-5-3 0,-7-1 0,1-8 0,-14 2 0,4-4 0,-10-2 0,4-7 0,-11-3 0</inkml:trace>
  <inkml:trace contextRef="#ctx0" brushRef="#br0" timeOffset="17">31526 7565 8912,'0'-27'0,"0"2"0,0 8 0,6 17 0,0 12 0,5 28 0,-5 25 0,-2 21 0,-2-34 0,-2 3 0,-4 8 0,-2 4 0,-2 10 0,-1 2 0,-4 6 0,-1 0 0,-1 5 0,-2 2 0,-4 2 0,0 1-175,5-30 1,1 0 0,0 0-1,-7 28 1,2-1 0,-1 2-1,1 1 1,1 0 0,0-1 174,7-29 0,-1-1 0,-2 0 0,-3 0 0,-3-1 0,1 1 0,1 3 0,0 0 0,-1 0 0,-2-3 0,-1-2 0,0 1 0</inkml:trace>
  <inkml:trace contextRef="#ctx0" brushRef="#br0" timeOffset="18">27930 10729 8912,'0'-12'0,"0"1"0,2-1 0,1 1 0,3-1 0,0 1 0,-6-6 0,0-1 0,0 1 0,0 0 0,-2 7 0,-2 3 0,-2-1 0,-7 6 0,2-3 0,-5 12 0,-3 8 0,-2 8 0,-2 4 0,-2 7 0,2 7 0,4 6 0,-4-1 0,4 10 0,2 1 0,7 0 0,5-5 0,3-1 0,2 1 0,4-10 0,7-8 0,12-11 0,8-9 0,11-9 0,4-10 0,3-20 0,3-11 0</inkml:trace>
  <inkml:trace contextRef="#ctx0" brushRef="#br0" timeOffset="19">28325 10814 8912,'-26'0'0,"-1"0"0,4 0 0,2 0 0,-8 4 0,1 6 0,1 7 0,2 6 0,8 0 0,1 2 0,5 3 0,-2 5 0,7-4 0,0-3 0,8 1 0,4-4 0,5-8 0,5 2 0,1-15 0,0 4 0,0-4 0,0-2 0,1-13 0,-1-5 0,0-10 0,0-1 0,0-5 0,1-6 0,-7 3 0,1-3 0,-9 2 0,3-2 0,2 0 0,-2-12 0,-1 10 0,-5-8 0,0 7 0,0 4 0,-2 11 0,-3 5 0,3 4 0,-6 9 0,8 18 0,0 17 0,2 11 0,4 12 0,5 7 0,-1 6 0,1 8 0,6-6 0,6 0 0,0-2 0,-5 2 0,4-6 0,3-9 0,2-2 0,2-8 0,5 4 0</inkml:trace>
  <inkml:trace contextRef="#ctx0" brushRef="#br0" timeOffset="20">28945 10333 8912,'-2'-17'0,"-4"2"0,-7 1 0,-8 3 0,2 7 0,-4-2 0,4 6 0,2 8 0,-1 9 0,1 10 0,2 5 0,3 3 0,5 1 0,7 2 0,0 4 0,0 2 0,0-4 0,0 6 0,2-6 0,3 6 0,5-10 0,7-1 0,-2-1 0,-3-5 0,1 1 0,-7-1 0,-2-6 0,-10-12 0,-3-3 0</inkml:trace>
  <inkml:trace contextRef="#ctx0" brushRef="#br0" timeOffset="21">28549 10814 8912,'-9'-7'0,"1"-3"0,10-5 0,4 4 0,11-5 0,12 5 0,9-3 0,4 1 0,2 2 0,4-3 0,1 5 0,3-3 0,7 8 0,2-11 0,8 6 0</inkml:trace>
  <inkml:trace contextRef="#ctx0" brushRef="#br0" timeOffset="22">29891 10247 8912,'0'-34'0,"-7"1"0,-5 5 0,-3-3 0,-4 8 0,-4 2 0,4 10 0,-4 5 0,-4 14 0,-2 9 0,-1 15 0,1 14 0,6 6 0,4 5 0,4 8 0,3 4 0,5 3 0,7-9 0,0-3 0,0-3 0,2 0 0,3-5 0,3 1 0,5-13 0,-3-1 0,-2-3 0,-3 2 0,-5-4 0,-15-3 0,4-14 0,-14 0 0</inkml:trace>
  <inkml:trace contextRef="#ctx0" brushRef="#br0" timeOffset="23">29444 10883 8912,'0'-17'0,"0"0"0,0 0 0,2 5 0,4 1 0,-2 1 0,7-1 0,2-3 0,10 7 0,6-1 0,4 0 0,9-3 0,3 5 0,5-7 0,2 1 0,-1 3 0,1-3 0,-8 3 0,-4-3 0,-11-3 0,-6 4 0,-4-5 0,-10 7 0,-3 1 0,-12 8 0,5 0 0,-9 0 0,4 0 0,4 2 0,-3 6 0,5 7 0,5 6 0,-1 4 0,8-2 0,-3-4 0,3 4 0,3 2 0,-4-2 0,3-1 0,-3-4 0,5-3 0,-5-4 0,4 3 0,3-8 0,-1-3 0,0-1 0,-2-9 0,-3-5 0,1-3 0,-7-2 0,2-1 0,-3 1 0,-3 0 0,4 0 0,-2 2 0,1 3 0,-3-3 0,8 13 0,-4-4 0,-4 4 0,11 4 0,-7 4 0,5-2 0,-5 7 0,5 1 0,-3 5 0,2 0 0,-5 0 0,7 0 0,-3-5 0,3-1 0,-3-7 0,-3 2 0,-4 4 0,13-9 0,-11 7 0,8-8 0,1 0 0,-5-8 0,5-1 0,-7-8 0,1 1 0,-1 5 0,-4-4 0,4 3 0,-2 3 0,1-3 0,-3 6 0,6-3 0,0 1 0,-6 1 0,3 1 0,5 4 0,1-4 0,-1 4 0,1 2 0,1 0 0,5 0 0,-2 2 0,-3 4 0,3-4 0,-3 6 0,3-3 0,2 1 0,0 5 0,0-5 0,1 6 0,-1-7 0,0 1 0,8 2 0,2 1 0</inkml:trace>
  <inkml:trace contextRef="#ctx0" brushRef="#br0" timeOffset="24">30941 10643 8912,'-2'-16'0,"-3"5"0,3-4 0,-6 13 0,6-6 0,-4 8 0,4 2 0,-3 4 0,-3 11 0,0 11 0,1 5 0,-1 1 0,2 1 0,6-1 0,0 0 0,0 1 0,0-6 0,0-1 0,2-7 0,4 2 0,4-10 0,7-1 0,2-8 0,4 2 0,4-20 0,7-5 0</inkml:trace>
  <inkml:trace contextRef="#ctx0" brushRef="#br0" timeOffset="25">31320 10213 8912,'-17'2'0,"-1"3"0,3 1 0,4 11 0,-3-1 0,8 12 0,-5 7 0,5 7 0,2 2 0,3 3 0,1-3 0,0 2 0,1-2 0,5 2 0,2-10 0,3-7 0,3-8 0,-9 2 0,9-12 0,-3-5 0,-1-4 0,1-2 0,3 0 0,1-2 0,2-4 0,0-5 0,1-12 0,-1 4 0,0-4 0,0 4 0,0 2 0,-5 1 0,-1 3 0,3 3 0,1 3 0,-3-5 0,-1 7 0,0-1 0,1 13 0,-1 5 0,-1 3 0,1 2 0,-1 1 0,-4-1 0,-4 0 0,7 0 0,-5 0 0,2 1 0,0-7 0,-6 0 0,0-7 0,1 2 0,5-12 0,-2-3 0,7-8 0,1-8 0,5-2 0</inkml:trace>
  <inkml:trace contextRef="#ctx0" brushRef="#br0" timeOffset="26">31819 10350 8912,'0'-9'0,"0"3"0,0 12 0,0-2 0,0 7 0,-2 0 0,-4 7 0,4-1 0,-13 8 0,5 1 0</inkml:trace>
  <inkml:trace contextRef="#ctx0" brushRef="#br0" timeOffset="27">31165 10643 8912,'-23'-18'0,"2"1"0,4 2 0,3 3 0,12-3 0,2 4 0,12 1 0,17-1 0,7 1 0,16-1 0,7-3 0,2 9 0,2-1 0,0-2 0,-2 6 0,2-3 0,-3 3 0,-9 2 0,-7 0 0,-3 0 0,-7 0 0,-5 0 0,-5 0 0,-6 0 0,-1 0 0,-8 0 0,1 2 0,-4 3 0,-4-3 0,5 13 0,-7-5 0,0 7 0,0 0 0,0 1 0,0-1 0,0 0 0,2-6 0,4 1 0,-2-1 0,7 7 0,-5-9 0,5-3 0,1 1 0,5-1 0,0-2 0,1-2 0,-1-10 0,0-3 0,0-4 0,0-3 0,1-1 0,-1-4 0,0 4 0,0-4 0,0 2 0,1-2 0,6-3 0,3-9 0</inkml:trace>
  <inkml:trace contextRef="#ctx0" brushRef="#br0" timeOffset="28">32318 10505 8912,'-12'8'0,"1"3"0,7-1 0,-2 1 0,4-5 0,2 5 0,0 1 0,0 5 0,0 0 0,0 0 0,-7 1 0,5-9 0,-6-1 0,8-10 0,0-4 0,0-5 0,0-5 0,0-1 0,8-2 0,3-4 0,5 4 0,1-4 0,0 6 0,0 5 0,1-3 0,4 13 0,1-3 0,-2 3 0,-1 2 0,-1 5 0,4 1 0,-2 9 0,7 3 0,1-1 0,5 6 0,-7-4 0,13 6 0,-3 1 0</inkml:trace>
  <inkml:trace contextRef="#ctx0" brushRef="#br0" timeOffset="29">28102 11966 8912,'-29'-9'0,"2"3"0,1 4 0,1 2 0,0 2 0,4 6 0,2 9 0,1 10 0,3 11 0,4 4 0,5 2 0,4 4 0,10 1 0,3 3 0,4-2 0,3-5 0,1-10 0,2-14 0,4-8 0,1-7 0,-3-6 0,4-6 0,-2-7 0,-4-8 0,-2-8 0,-2-11 0,-7-2 0,-4-6 0,-4 4 0,-2 2 0,-2-4 0,-4 6 0,-9 0 0,-8 6 0,-8 9 0,2 8 0,-3 7 0,-2 14 0,-1 8 0,1 10 0,7 11 0,4 7 0,11-4 0,7 4 0,7-3 0,9-3 0,8 1 0,16-1 0</inkml:trace>
  <inkml:trace contextRef="#ctx0" brushRef="#br0" timeOffset="30">28859 11691 8912,'-17'-23'0,"0"0"0,-1 4 0,1 6 0,6 0 0,-1 7 0,3 2 0,-3 12 0,6 9 0,4 10 0,2 15 0,0 9 0,0 8 0,0 10 0,0 6-131,0-1 1,2 1 130,4-6 0,4 3 0,5-1 0,-4-6 0,-5-4 0,2-4 0,-2-5 0,-1-1 0,-12-7 0,-3-2 0</inkml:trace>
  <inkml:trace contextRef="#ctx0" brushRef="#br0" timeOffset="31">28360 12396 8912,'-17'-17'0,"-1"2"0,1 3 0,8-3 0,3 4 0,14 3 0,9 0 0,10 3 0,5-1 0,10-6 0,4 7 0,10-3 0,1 2 0,10 2 0,2-7 0,1 0-223,11-7 0,-1-7 0,6-1 1</inkml:trace>
  <inkml:trace contextRef="#ctx0" brushRef="#br0" timeOffset="32">29599 12035 8912,'-17'0'0,"-1"0"0,7 8 0,0 3 0,5 6 0,-6 6 0,9 4 0,-3 8 0,4 1 0,2 4 0,0-4 0,0 4 0,0 2 0,0-1 0,0-1 0,0-6 0,0-1 0,0-5 0,0-9 0,0-7 0,0-12 0,0-6 0,0-5 0,0-18 0,2-6 0,4-5 0,3-5 0,8 4 0,1-4 0,-1 4 0,0 1 0,2 6 0,2 0 0,2-1 0,0 8 0,-6 4 0,2 10 0,4 2 0,-4 9 0,4 2 0,-4 7 0,-1 11 0,-7 1 0,1 2 0,1 2 0,2-2 0,-3-2 0,-1-2 0,-5 0 0,5 0 0,-7-7 0,4 5 0,0-13 0,-7 6 0,9-10 0,-4-4 0,-2-2 0,7-3 0,-7 3 0,11 8 0,-11 8 0,7 3 0,-7 5 0,4 1 0,-2 0 0,-1 0 0,3 0 0,-2 1 0,-4-1 0,3 0 0,5-7 0,-6-3 0,7-7 0,-5 0 0,4-2 0,-3-5 0,-3-10 0,0-1 0,2-5 0,-4 2 0,3-2 0,-3 4 0,-2-4 0,-2 4 0,-3 2 0,3 0 0,-14 0 0,7 7 0,-1 10 0,3 10 0</inkml:trace>
  <inkml:trace contextRef="#ctx0" brushRef="#br0" timeOffset="33">30253 12173 8912,'0'-17'0,"0"-1"0,0 1 0,2 0 0,3 0 0,5 7 0,7 3 0,0 7 0,1 7 0,-1 5 0,-2 5 0,-1 4 0,-5 4 0,-1 1 0,-2-3 0,-6 6 0,0-6 0,0 6 0,0-8 0,0 2 0,-6-4 0,0-2 0,0-8 0,6-3 0,0-12 0,8-5 0,3-12 0,7-2 0,5-3 0,-2-5 0,7 4 0,1 3 0,5-1 0,3 2 0,3 4 0,-11 4 0,-1 5 0,1 5 0,-16 7 0,5 0 0,-13 0 0,3 2 0,-8 3 0,0 7 0,0 3 0,0 2 0,0 1 0,0-1 0,0-6 0,0 1 0,0-7 0,0 7 0,2-6 0,4 5 0,-5-7 0,7 4 0,-8-8 0,0-8 0,0-2 0,0-7 0,2-2 0,4-4 0,-2 4 0,7-4 0,1 4 0,5 2 0,-2 0 0,-3-1 0,3 7 0,-4-1 0,6 9 0,6-3 0,-9 4 0,3 4 0,-2 2 0,1 1 0,1 7 0,0-6 0,-2 7 0,-3-2 0,3-1 0,-3 2 0,-3-9 0,3 3 0,-1-4 0,6-2 0,0 0 0,1 0 0,-1 0 0,0 0 0,0 0 0,1 0 0,-1 0 0,2-2 0,4-4 0,-10 4 0,4-3 0,-1 1 0,-1-2 0,2 4 0,0-4 0,1 5 0,-1 1 0,-6-2 0,1-4 0,-6 4 0,5-4 0,-7 2 0,2-1 0,-5 3 0,-1-6 0,0 1 0,0 5 0,-7-6 0,-5 8 0,3 0 0,-3 0 0,7 0 0,-7 0 0,8 8 0,-5-5 0,3 9 0,4-6 0,-4 5 0,4-5 0,2 5 0,2-7 0,4 2 0,-4-4 0,13-2 0,-3 0 0,3 0 0,2 0 0,-5 0 0,-1 0 0,-5 0 0,5 0 0,-1-2 0,1-4 0,5 4 0,-7-5 0,3 1 0,-1 0 0,1-7 0,5 3 0,0-7 0,0 0 0,-5 0 0,-3-1 0,-1 1 0,3-2 0,-5-4 0,2 2 0,-2-7 0,-3-1 0,9-6 0,-6-1 0,3-2 0,-1-4 0,-4-2 0,-2 4 0,-2-6 0,0 8 0,0-2 0,0 11 0,0 6 0,-2 12 0,-4 5 0,2 19 0,-7 10 0,1 17 0,-3 12 0,3 11 0,2 10 0,-3 5 0,5 8 0,1-6-116,5 0 1,1-13 115,5 2 0,-2 0 0,7 0 0,1-12 0,7-6 0,0-3 0,2 2 0,0-6 0,2-6 0</inkml:trace>
  <inkml:trace contextRef="#ctx0" brushRef="#br0" timeOffset="34">29599 13531 8912,'-8'-25'0,"4"4"0,-7-6 0,-2 1 0,-3-1 0,-1 6 0,0-2 0,0 4 0,-1 2 0,1 1 0,0 5 0,0 5 0,0 4 0,-2 12 0,-3 7 0,0 12 0,0 9 0,1 6 0,-1 7 0,2 7 0,-3-1 0,4-2 0,2-1 0,6-4 0,-1-5 0,8-3 0,-1-7 0,3-14 0,4-6 0,5-7 0,10-10 0,8-13 0,10-14 0,-1-11 0,1-6 0,-3-4 0,-3-1 0,3-1 0,-5 1 0,0-1 0,-4 0 0,-10-5 0,-1 0 0,-9-6 0,3 5 0,-4 5 0,-2 13 0,0 7 0,-2 26 0,-4 7 0,5 17 0,-5 17 0,4 10 0,2 14 0,0 3 0,0 0 0,2 4 0,4-8 0,-5-5 0,5-6 0,4-4 0,1-2 0,-1-8 0,1-15 0,1-1 0,5-5 0,0-3 0,0-8 0,2-10 0,4-7 0,-3-6 0,2-8 0,-2 3 0,-3-3 0,0-1 0,0-3 0,-5 3 0,-1 3 0,-7-1 0,2 7 0,-4 2 0,-2 2 0,0 9 0,0 4 0,0 12 0,0 4 0,0 7 0,0 0 0,0 0 0,2-5 0,3-1 0,5 1 0,7 3 0,0-4 0,0-3 0,1-8 0,-1 0 0,0 0 0,0 0 0,1 0 0,-1 0 0,-6 0 0,1 0 0,-3 2 0,3 4 0,-3-3 0,-3 9 0,-2-6 0,5 5 0,1 2 0,-1 3 0,-5 1 0,2 0 0,-2 0 0,2 1 0,-4-7 0,3 0 0,-3-5 0,-2 6 0,-7-9 0,-3 5 0</inkml:trace>
  <inkml:trace contextRef="#ctx0" brushRef="#br0" timeOffset="35">29599 13239 8912,'0'-17'0,"0"-1"0,0 7 0,0-1 0,8 3 0,3-3 0,4 5 0,6 5 0,6-2 0,8-2 0,10 1 0,1 5 0,12 0 0,3 0 0,8 0 0</inkml:trace>
  <inkml:trace contextRef="#ctx0" brushRef="#br0" timeOffset="36">30287 13101 8912,'-11'0'0,"-1"0"0,8 8 0,-1 3 0,3 6 0,2 6 0,0 4 0,0 8 0,2 7 0,3 3 0,5 5 0,0 2 0,3-1 0,-7 1 0,-1-3 0,-5-3 0,0-4 0,-7-7 0,-3-1 0</inkml:trace>
  <inkml:trace contextRef="#ctx0" brushRef="#br0" timeOffset="37">30167 13565 8912,'0'-23'0,"0"1"0,0-3 0,0 2 0,2 9 0,3-3 0,5 6 0,7-1 0,0-1 0,1 7 0,6-5 0,5 5 0,6 0 0,3 4 0,2-1 0,-2-3 0,-1 0 0,-3 6 0,-2 0 0,-3 0 0,-4 6 0,-8 0 0,-1 7 0,-5-2 0,2-1 0,-7 1 0,2 1 0,-2 5 0,-5-6 0,7 1 0,0 1 0,-6 3 0,3 1 0,-3 0 0,-2 0 0,0 0 0,0 1 0,-2-3 0,-3-4 0,1-3 0,-6-6 0,1 2 0,-1 1 0,-1 1 0,-7-6 0,3-2 0,4-3 0,3 1 0,8-8 0,0-1 0,0-10 0,0 2 0,0-8 0,2 6 0,4-5 0,5-3 0,4-1 0,8-3 0,0 1 0,0-1 0,2-7 0,2-1 0</inkml:trace>
  <inkml:trace contextRef="#ctx0" brushRef="#br0" timeOffset="38">30821 13084 8912,'-10'-8'0,"-5"5"0,3-9 0,5 8 0,-9-11 0,15 13 0,-7-6 0,16 16 0,3 4 0,4 3 0,3 2 0,-1 6 0,0 0 0,0 7 0,8-11 0,2 6 0</inkml:trace>
  <inkml:trace contextRef="#ctx0" brushRef="#br0" timeOffset="39">31027 13222 8912,'-5'-18'0,"-1"1"0,-8 0 0,5 0 0,-1 0 0,1 7 0,3 4 0,4 4 0,-6 16 0,8 3 0,0 17 0,0 1 0,2 9 0,4-4 0,-4 6 0,4-6 0,-4 0 0,-2 2 0,0-6 0,0 4 0,0-9 0,0-4 0,-2-4 0,-4-8 0,4 2 0,-6-15 0,8 6 0,2-22 0,4-5 0,6-6 0,5 2 0,6-5 0,-2 7 0,7-2 0,-7 4 0,2 1 0,4 3 0,2 4 0,-2 3 0,-1 8 0,-1 0 0,-4 0 0,-4 2 0,-5 4 0,1 3 0,-7 8 0,-2 3 0,-10 2 0,-5-2 0,-12 2 0,2 3 0,-8-2 0,2 0 0,-1-6 0,-3-5 0,8-3 0,2-1 0,2-4 0,2-2 0,-1-2 0,1 0 0</inkml:trace>
  <inkml:trace contextRef="#ctx0" brushRef="#br0" timeOffset="40">31406 13204 8912,'-17'0'0,"-1"0"0,9 2 0,3 4 0,4 4 0,2 7 0,0 2 0,0 4 0,6-2 0,2 6 0,1-3 0,5-3 0,1-2 0,2-1 0,0-3 0,0-4 0,1 3 0,-1-9 0,0 1 0,0-6 0,0 0 0,-5-2 0,-1-3 0,-7 1 0,2-8 0,2 7 0,-1-5 0,3 2 0,-6 3 0,11 5 0,-11 0 0,7 0 0,-5 0 0,5 0 0,-7 2 0,2 3 0,4-3 0,-7 6 0,9-10 0,1-4 0,3-3 0,1-9 0,0-1 0,0-4 0,6-3 0,0-9 0,6-1 0,-6-4 0,7-6 0,-1-11 0,-2 5 0,1 1 0,-8 7 0,-3 9 0,-2 8 0,-9 5 0,0 10 0,-8 4 0,-2 12 0,-2 6 0,2 7 0,2 12 0,2-1 0,0 5 0,0 1 0,0 6 0,0 2 0,0 0 0,0 0 0,0-1 0,0-7 0,0-2 0,0-1 0,0-2 0,-2-1 0,-3-1 0,3-2 0,-12-14 0,9 1 0,-9-8 0,3 1 0,3-5 0,2-5 0,-1-7 0,1-11 0,0 2 0,6-7 0,2 1 0,4-2 0,5-1 0,10 7 0,2 2 0,-2 2 0,6 1 0,2 1 0,-2 6 0,-1 1 0,1 2 0,0 5 0,-6 1 0,2 2 0,-4 0 0,-2 0 0,0 0 0,1 0 0,-7 5 0,1 1 0,-7 2 0,7-2 0,-8-5 0,11 7 0,-11-6 0,7 4 0,1-4 0,5 5 0,-6-7 0,1 0 0,-6 0 0,5 0 0,2 0 0,3-5 0,1-1 0,-6-2 0,1 2 0,1 3 0,10-9 0,-4 6 0,4-5 0,-4 5 0,-1-5 0,-1 5 0,0-5 0,0 7 0,0-11 0,1 5 0</inkml:trace>
  <inkml:trace contextRef="#ctx0" brushRef="#br0" timeOffset="41">28136 14752 8912,'-7'-17'0,"-5"-1"0,-3 3 0,-2 4 0,7 12 0,4 17 0,4 8 0,2 7 0,6 9 0,2 4 0,3 2 0,8-3 0,-1 3 0,6-8 0,1-2 0,4-1 0,-4-10 0,0-6 0,-2-8 0,0-7 0,-1-4 0,-4-2 0,-3-10 0,-2-7 0,-1-12 0,1-9 0,-3 2 0,1-4 0,-1-3 0,3 3 0,-1 2 0,1 2 0,0 9 0,-1 4 0,3 6 0,-3 6 0,3 3 0,0 10 0,-3 4 0,-5 3 0,-7 8 0,6 0 0,0 1 0,0-1 0,-6 0 0,0 0 0,0-7 0,0-3 0,7-8 0,5-5 0,3 0 0,2-11 0,2 7 0,4-13 0,-2 14 0,8-8 0,0 9 0,5-2 0,1 3 0,-1 3 0,-5 10 0,-1 5 0,-3 6 0,-2 6 0,-2 2 0,-15 4 0,0 1 0,-6-7 0,-8 6 0,-4-6 0,-18 0 0,-6-6 0</inkml:trace>
  <inkml:trace contextRef="#ctx0" brushRef="#br0" timeOffset="42">28463 14167 8912,'-27'-6'0,"3"1"0,2-1 0,5-2 0,4 6 0,13-5 0,9 12 0,9 3 0,10 2 0,11 3 0,5-5 0,7-1 0</inkml:trace>
  <inkml:trace contextRef="#ctx0" brushRef="#br0" timeOffset="43">27912 15972 8912,'-7'-22'0,"-3"-3"0,-1 0 0,1 0 0,1 6 0,-1 4 0,-3 3 0,-3 3 0,-3-3 0,-2 6 0,-2 4 0,0 10 0,6 4 0,0 3 0,0 2 0,-6 2 0,0 4 0,2 6 0,2 3 0,2 3 0,-1-1 0,7 6 0,-1 0 0,9 2 0,-3-4 0,6 1 0,6-7 0,11 1 0,11-10 0,7 1 0,5-5 0,4 1 0,0-5 0,0-7 0,-4 3 0,-9-7 0,3 2 0,-11 1 0,0-1 0,-6 2 0,-5-3 0,-5-1 0,-7 8 0,-13-1 0,-4 6 0,-14 0 0,-1 3 0,-9 1 0,-3 1 0,1 1 0,-3-5 0,-2-3 0,8-4 0,1 3 0,11-9 0,5-6 0,11-11 0,5-11 0,7-4 0</inkml:trace>
  <inkml:trace contextRef="#ctx0" brushRef="#br0" timeOffset="44">28102 16041 8912,'-2'-9'0,"-4"1"0,-5 0 0,-5 6 0,-1-3 0,2 5 0,1 5 0,5 7 0,1 3 0,3 10 0,5 4 0,0 3 0,0 3 0,1-1 0,5 0 0,-2-5 0,9-2 0,5-2 0,3-4 0,7-10 0,-5-5 0,8-4 0,-2-2 0,9-2 0,2-4 0,0-5 0,-6-12 0,1-4 0,-1-7 0,1-1 0</inkml:trace>
  <inkml:trace contextRef="#ctx0" brushRef="#br0" timeOffset="45">28498 15972 8912,'-8'10'0,"6"-2"0,-6-1 0,8 3 0,0 7 0,6 0 0,0 0 0,5 6 0,-5 0 0,6 8 0,-7-3 0,7-1 0,-5 0 0,3 0 0,3-1 0,-5-5 0,0 4 0</inkml:trace>
  <inkml:trace contextRef="#ctx0" brushRef="#br0" timeOffset="46">28291 15800 8912,'-21'-7'0,"4"-3"0,2 1 0,7-7 0,16 15 0,14-5 0,11 6 0,7 6 0,-2-5 0,6 7 0,-2 0 0,6-6 0,-4 5 0</inkml:trace>
  <inkml:trace contextRef="#ctx0" brushRef="#br0" timeOffset="47">28687 15732 8912,'-2'-10'0,"-4"4"0,4-3 0,-5 7 0,9 2 0,3 13 0,7 8 0,-3 8 0,3 11 0,-1-2 0,5 8 0,-3 2 0,-2 2 0,1 3 0,5 4 0,-5-3 0,-1 3 0,-5-11 0,5-6 0,-7-4 0,4-1 0</inkml:trace>
  <inkml:trace contextRef="#ctx0" brushRef="#br0" timeOffset="48">29065 15783 8912,'-1'-11'0,"-5"1"0,-6 3 0,-3 3 0,-2-4 0,0 2 0,-1 1 0,1 7 0,0 5 0,0 10 0,0 3 0,-1 8 0,1 1 0,0 5 0,5-1 0,1-5 0,7 9 0,-2-9 0,5 9 0,1-9 0,1-3 0,5-2 0,4-6 0,7-5 0,2-5 0,4-9 0,6-3 0,3-7 0,5-9 0,3-2 0,-4-7 0,4 3 0,-4-2 0,-1 1 0,-3 5 0,-3-6 0,2 8 0,-8-2 0,-6 4 0,-6 2 0,1 0 0,-3 7 0,-1 2 0,-16 8 0,6 2 0,-3 4 0,3 6 0,4 3 0,3 2 0,-3 0 0,4 0 0,2 1 0,-3-1 0,7 0 0,-6 0 0,-1-5 0,-5-1 0,0 3 0,0 1 0,0 2 0,0 0 0,8-7 0,2-3 0</inkml:trace>
  <inkml:trace contextRef="#ctx0" brushRef="#br0" timeOffset="49">29306 15491 8912,'-17'-10'0,"0"-3"0,0 7 0,7-1 0,4 1 0,1 4 0,5-4 0,5 10 0,18 2 0,4 7 0,8-3 0,-1 7 0</inkml:trace>
  <inkml:trace contextRef="#ctx0" brushRef="#br0" timeOffset="50">29633 15250 8912,'0'-9'0,"0"1"0,0 23 0,0 8 0,0 10 0,0 7 0,6 10 0,0 7 0,5 2 0,-5-2 0,7-3 0,-1 3 0,3-5 0,2-6 0,1-6 0,-1-4 0,0-9 0,0-4 0,0-12 0,1-5 0,5-12 0,0-5 0,-1-5 0,3-8 0,2-3 0</inkml:trace>
  <inkml:trace contextRef="#ctx0" brushRef="#br0" timeOffset="51">29513 15611 8912,'-29'12'0,"2"-3"0,3-1 0,8-2 0,18-6 0,15 0 0,24-16 0,20-8 0,15-15 0,-31 14 0,2-1 0,2 0 0,1-2 0,2-3 0,0-1-334,-1 1 1,1-1 0,3-5-1,1-2 1,0 0 0,1 0-1</inkml:trace>
  <inkml:trace contextRef="#ctx0" brushRef="#br0" timeOffset="52">11926 16385 8912,'-16'-27'0,"3"4"0,3 4 0,3 2 0,1 0 0,0 0 0,1 0 0,1-1 0,2 7 0,2-1 0,2 3 0,3-3 0,7 5 0,11 7 0,6 0 0,13 0 0,11 0 0,14 0 0,19 0 0,-35 0 0,1 0 0,4 0 0,1 0-301,5 0 1,2 0-1,7 0 1,2 0 300,3 0 0,3 0 0,5 0 0,2 0 0,-3 0 0,0 0 0,-3-1 0,-1 0 0,-7-1 0,-1 0 0,-2-1 0,0 0 0,-3 2 0,0-2 0,0 0 0,0-1-176,-6 1 1,0 0 0,2-3 0,-1 1 175,-7 2 0,1 0 0,3-3 0,0 0 0,0 4 0,-1-1 0,3-4 0,0 0 0,-2 2 0,-1-1 0,-5-1 0,-2-1 0,26-8 0,-5 3 0,-10 1 0,-15 9 0,-12-3 0,-15 4 0,-11 2 370,-8 0 0,-10 0 0,-9-2-370,-13-4 0,-10 3 198,-10-9 0,-5 3 1,-1-5-1,1 3-198,-2-3 0,5-1 0,-3-2 0,3 0 0,3-1 0,-1 1 0,0 0 0,1 0 0,-1 0 0,-3 5 0,1 3 0,3 1 0,-5 4 0,5 2 0,-7 2 0,-1 10 0,2 7 0,-1 8 0,7 9 0,8-1 0,9-5 0,9 9 0,14-9 0,5 9 0,14-9 0,13 3 0,17-2 0,21-1 0,21-11 0,7 2 0,4-13 0,-41-4 0,0 0 0,3-1 0,1 0 0,1-1 0,1 0-180,1 0 0,0 0 1,-1-1-1,-1-2 180,-3-2 0,0-1 0,-3 0 0,-1-2 0,1-5 0,0-2 0,-2 3 0,1 1 0,1-3 0,0-1 0,35-12 0,-15-3 0,-12 3 0,-9 2 0,-16 2 0,-14 6 0,-20 6 0,-21-1 0,-16 6 0,-24-5 0,-9 7 0,-20-2 0,-4 4-41,45 2 1,-1 0 0,0 1-1,-1 0 1,-2 2 0,-1 0-1,-2 2 1,-1 2 40,0 0 0,0 1 0,0 0 0,1 1 138,6-1 1,1 1 0,-37 8 0,10 3 0,13 2-139,13 7 0,18 4 0,16 1 0,13 8 0,16 4 0,8-2 0,16 2 0,7-8 0,4 2 0,11-6 0,8-5 0,6-6 0,3-4 0,10-9 0,2-5 0,4-5-130,-38-1 1,0-3 0,41-14 129,-41 5 0,-1-2 0,2-4 0,0-2 0,1-2 0,1 0 0,-3 1 0,-1 0 0,-4 0 0,-2 0 0,37-20 0,-15 4 0,-27 9 0,-17 6 0,-12 4 0,-35 9 0,-17 5 0,-24 3 0,-21 2 0,-7 7 0,42-1 0,0 0 0,2 1 0,1 1 0,-44 9 0,6-5-210,6-1 1,-4 1 209,3 5 0,12 0 0,6 0 0,10 6 0,9 2 0,9 2 0,10 3 0,14 5 0,5 5 0,12-4 0,7 4 0,10-3 351,12-3 1,7-7-352,9-4 0,9-4 0,3-2 0,4-7 0,2-5 0,5-3 0,1-2 0,7-4 0,0-5 0,6-10 0,4-6 0,-8 4 0,-9-2 0,-20-2 0,-9 2 0,-21 6 0,-8 5 0,-13 3 0,-4-3 0,-17 3 113,-18 3 0,-11 4 0,-15-3 0,-8 3-113,-1 2 0,-7 0 0,2 0 0,-1 0 0,3 0 0,1 0 0,5 0 0,6 0 0,9 0 0,6 0 0,0 0 0,12 7 0,5 5 0,6 5 0,17 6 0,1-2 0,7 8 0,5 1 0,10 3 0,8-5 0,10 1 0,5-2 0,0 1 0,8-5 0,-2-11 0,5-5 0,7-7 0,5 0 0,9-2 0,5-3 0,1-7 0,3-11 0,7-5 0,3-5-154,-10-1 0,-7 1 154,-22 5 0,-12-3 0,-15 6 0,-12 0 0,-9 1 0,-15 1 0,-24 11 0,-13 1 0,-7-1 0,-8 3 0,-4-7 0,-2 5 0,-7 1-226,-5-1 0,-3 1 226,-2-1 0,13 3 0,5 8 0,12 2 0,5 4 0,8 7 0,7 8 0,9 12 0,4 7 0,12 8 73,5-2 0,6 1 1,6-1-1,7-6-73,8-3 0,12-11 0,7-3 0,14-4 0,-3-1 0,20-9 0,4-3 0,7-12 0,6-7 0,2-8 0,1-8 0,-7-3 116,-9-3 1,-21-5 0,-14 0 0,-15 2-117,-12 1 0,-23 3 0,-18 0 0,-22 1 0,-19 5 0,-17 3-221,35 15 1,-1 2 0,-3 4-1,-1 1 221,-4 1 0,0 4 0,-5 7 0,0 5 0,-5 5 0,0 4 0,-4 3 0,-1 3 0,-2 4 0,1 3 0,2 1 0,3 4 0,8 3 0,5 4 0,8-2 0,6 4 0,10 0 0,5 3 0,3-2 0,3 1 0,4-1 0,3 1 0,5 0 0,-1-1 0</inkml:trace>
  <inkml:trace contextRef="#ctx0" brushRef="#br0" timeOffset="53">3029 15972 8912,'2'-15'0,"1"2"0,5 3 0,2 1 0,3-1 0,2-3 0,3-3 0,-1-1 0,2 0 0,4 0 0,-2 0 0,8-1 0,1-1 0,3-4 0,-5 4 0,-1-5 0,0 1 0,0 0 0,-6 0 0,2 7 0,-6 3 0,-6 2 0,5-1 0,-9 1 0,5-1 0,-5 8 0,-7-5 0,0 3 0,0 4 0,-2-5 0,-3 7 0,-5 15 0,-7 8 0,-16 11 0,-7 12 0,-21 8 0,-8 14 0,29-27 0,0 0-229,0 2 1,0 0 0,-2 3-1,0 0 229,-2 0 0,1 0 0,1 0 0,0 1 0,2 2 0,0 0 0,0-3 0,0-2 0,4-6 0,3-2 0,-19 21 0,22-22 0,9-10 0,11-6 0,6-10 0,14-1 0,7-8 0,8-8 0,9-3 0,14-4 0,4-3 0,9-6 0,-4-5 0,8-4 0,-4-1 0</inkml:trace>
  <inkml:trace contextRef="#ctx0" brushRef="#br0" timeOffset="54">3786 15783 8912,'17'-51'0,"0"7"0,1 4 0,-9 3 0,-1 11 0,-24 12 0,-6 20 0,-19 19 0,-10 21 0,-10 13 0,24-25 0,-1 1 0,-1 0 0,0 0 0,-3 5 0,-1 1 0,2-1 0,0 2-201,1-1 0,0 2 0,3 0 1,1 0 200,-2 0 0,2 0 0,-20 35 0,10-3 0,16-12-33,7-6 0,9-2 33,3 3 0,7-13 0,-7 17 0,3-17 0,-3-3 0,-1-3 0</inkml:trace>
  <inkml:trace contextRef="#ctx0" brushRef="#br0" timeOffset="55">15023 10608 8912,'0'-17'0,"0"0"0,2 0 0,2-1 0,2 1 0,5 0 0,-5 0 0,-2 0 0,5 7 0,-7-5 0,6 11 0,-8-7 0,0 7 0,0-6 0,0 4 0,-8 4 0,-1-11 0,-9 7 0,1 1 0,0-3 0,-8 6 0,-4-4 0,-3-1 0,-2 1 0,-9 0 0,-2 6 0,-7 2 0,-5 4 0,-7 5 0,-2 5 0,-3 1 0,0 0 0,2 2 0,4 4 0,5-2 0,13 8 0,3-6 0,7 5 0,8-5 0,4 6 0,4 0 0,2 5 0,0 2 0,0 2 0,-1 3 0,1-3 0,4 8 0,-4 5 0,3 3 0,-9 9 0,2 0 0,-2 6 0,2 3-154,-7 8 1,7-9 153,-2 4 0,-2-3 0,2-3 0,2 2 0,7 7 0,5-4 0,1-7 0,-3 2 0,5-6 0,0-2 0,6 2 0,0-2 0,0 2 0,0-1 0,2-3 0,2 8 0,2 5 0,-1 3 0,-5-6 0,0-1 0,0 1 0,0-2 0,0-4 0,0 2 0,0-8 0,0 1 0,0-7 0,8 5 0,2-3 0,1-3 0,1-1 0,-7 1 0,7 2 0,-8-1 0,1 1 0,-3-3 153,-2-3 1,-2 4-154,-3-4 0,-5 9 0,-5 3 0,1-3 0,3-2 0,1-1 0,-1 0 0,-4 5 0,3 0 0,-3 1 0,-2-7 0,-2-5 0,-4 0 0,-2 5 0,-8 7 0,1-3 0,-5-1 0,-7-3 0,4 1 0,-8-1-125,3 1 0,-7-2 125,-5-5 0,1-3 0,-7-7 0,-8 5 0,-7 0 0,1-2 0,9-1 0,8-3 0,14 0 0,2-5 0,16 0 0,1-8 0,21 2 0,-5-4 0,3-2 0,-1 0 0,5-5 0,-2-1 0,4-7 0,2 3 250,0-7-250,0 0 0,0-7 0,0-5 0,0-3 0,0-10 0,0-2 0</inkml:trace>
  <inkml:trace contextRef="#ctx0" brushRef="#br0" timeOffset="56">12562 14906 8912,'0'-24'0,"-5"5"0,-1-4 0,-8 3 0,3 5 0,-4 4 0,-3 3 0,1 8 0,0 8 0,0 3 0,-8 8 0,-2 8 0,-1 9 0,-1 6 0,-6 0 0,-5 10 0,-7-2-154,1 13 1,2-6 153,-2 6 0,8 6 0,-3 5 0,5 1 0,2-6 0,9-6 0,6-2 0,7-4 0,5-7 0,1 1 0,6-5 0,2-10 0,3-1 0,5-12 0,7 0 0,4-12 0,8-5 0,3-4 0,20-6 0,7-7 0,6-12 0,12-16 0,3-6 0,2-1-887,-1-6 887,-5 4 0,-38 16 0,-1-2 0,0 2 0,0 0 0,1-1 0,-1 0 0</inkml:trace>
  <inkml:trace contextRef="#ctx0" brushRef="#br0" timeOffset="57">14404 10557 8912,'0'-23'0,"0"0"0,0 2 0,0 2 0,-2 1 0,-4 1 0,4 0 0,-4 0 0,3 2 0,-3 3 0,2-3 0,-6 3 0,3-3 0,3-2 0,-6 0 0,1-1 0,-3 1 0,1 0 0,-1-2 0,-5-4 0,-2 4 0,-2-6 0,-4 2 0,-2 0 0,-1-5 0,-7 5 0,-1-6 0,-4 6 0,-6-6 0,-10 7 0,-3 1 0,-2 1 0,-10 9 0,-9 0 0,-12 7-205,44 1 0,-1 0 0,-45 1 205,2 2 0,-1 0 0,1 0 0,40 0 0,-1 0 0,1 0 0,0 0 0,-4 0 0,0 0 0,0 0 0,1 0 0,-2 0 0,1 0 0,-2 0 0,-1 0 0,-7-1 0,-2 0 0,-3-2 0,-1 0 0,-3 2 0,-1-1-363,-1-4 1,-1 0-1,-4 3 1,0 0 362,-4-2 0,-1-1 0,-7 1 0,-3 0-264,31 2 1,-1-1 0,-1 0-1,1 0 1,-1 1 0,1 0 263,-31 0 0,1 1 0,32-1 0,0 1 0,0-1 0,-4 0 0,0-1 0,0 0 0,3-1 0,1 0 0,-1 1 0,-2 1 0,0 1 0,0 0 0,1-1 0,0 0 0,0-1 0,1 0 0,0-1 0,-1 1 0,-2 0 0,0 1 0,-1 0 0,-3-1 0,0 0 0,1 1 0,2-1 0,0 1 0,1 0 0,0-1 0,1 0 0,-1 1 0,-1-1 0,1 2 0,-1 0 0,0 1 0,-1 2 0,0-1 0,-1 0 0,0-1 0,0 0 0,-1-1 0,0 0 0,1 0 0,5 2 0,0-1 0,0 0 0,0 0 0,0-2 0,1 2 0,-32-1 0,2 2 0,4 0 0,1 2 0,-2-1 0,0 1 0,1 1 0,1 0 0,4 4 0,2 1-240,4 1 1,1 0 0,0-1 0,0 3 239,2 2 0,1 2 0,-3 0 0,1 1 0,4 3 0,1 2 0,-3 0 0,1 2 0,-2 2 0,1 2 0,3 1 0,1 1 0,1-1 0,0 1 0,1 4 0,-1 1 0,-1-1 0,1 1 0,-2 3 0,0 0-100,4 2 0,1 1 0,5-1 0,3 2 100,6 2 0,1 0 0,5-3 0,1 0 119,1 0 1,2 0 0,4-3 0,2-1-120,1 1 0,1 1 0,5 2 0,1 2 0,2 3 0,1 1 0,0 3 0,2 2 0,2 6 0,1 2 0,1-1 0,1-1 0,3-4 0,2-1 0,4 1 0,1 1 0,-1-3 0,1 1 0,2 4 0,1 1 0,2 6 0,0 0 0,2-5 0,1-1 0,2 0 0,2 0 0,-1 1 0,0 1 0,0 0 0,0 2 0,0 4 0,0 2 0,0 4 0,0-1 0,0-4 0,0 0 0,0 0 0,0 0 0,0-4 0,0 0 0,0-2 0,0 0 0,-1 1 0,0-1 0,-2 0 0,0 0 0,2-7 0,0-1 0,-2-3 0,1 0 0,0 38 0,2-6 0,7-1 539,5 0 1,-3-5-540,3 11 0,-1-10 0,6 4 0,-7-7 0,-4 1 0,-2-5 517,1-6 1,-3 4-518,4-4 0,-4-4 0,-2-1 0,0-13 568,0-4 1,0-7-569,0-5 707,0-12-707,0-10 414,0-7-414,0 0 0,0-7 0,0-5 75,0-3 1,0-2-76,0 0 0,-2 5 0,-4 1 0,2 1 0,-7-1 0,-1-5 0,-12-1 0,-3-9 0</inkml:trace>
  <inkml:trace contextRef="#ctx0" brushRef="#br0" timeOffset="58">3115 14305 8912,'-17'-8'0,"5"4"0,1-7 0,-1 5 0,-5-5 0,7 7 0,5-4 0,10 10 0,9 4 0,7 5 0,7 12 0,13 6 0,8 3 0,9 3 0,1 1 0,-2 4 0,-3-4 0,3 6 0,-3-1 0,-3-1 0,-7-6 0,-3-5 0,-7-3 0,-5 3 0,-6-4 0,-12-8 0,-3 0 0,-8 0 0,0 1 0,0-1 0,0-8 0,-16-1 0,-3-8 0</inkml:trace>
  <inkml:trace contextRef="#ctx0" brushRef="#br0" timeOffset="59">4113 14081 8912,'-8'-17'0,"1"6"0,-5-1 0,-1 6 0,7-5 0,-5 9 0,5 2 0,-2 10 0,4 12 0,-5 11 0,-7 11 0,1 9 0,-14 16 0,1 8 0,-7 3 0,15-34 0,0 1 0,0 4 0,0 0 0,1 1 0,2 1-404,1-2 0,1-1 404,2-2 0,1-1 0,-5 39 0,0 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igiday.com/media/new-york-times-experimenting-mobile-specific-headlines/" TargetMode="External"/><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a:extLst>
            <a:ext uri="{FF2B5EF4-FFF2-40B4-BE49-F238E27FC236}">
              <a16:creationId xmlns:a16="http://schemas.microsoft.com/office/drawing/2014/main" id="{38176969-0A74-9C6E-E09C-86E65106994E}"/>
            </a:ext>
          </a:extLst>
        </p:cNvPr>
        <p:cNvGrpSpPr/>
        <p:nvPr/>
      </p:nvGrpSpPr>
      <p:grpSpPr>
        <a:xfrm>
          <a:off x="0" y="0"/>
          <a:ext cx="0" cy="0"/>
          <a:chOff x="0" y="0"/>
          <a:chExt cx="0" cy="0"/>
        </a:xfrm>
      </p:grpSpPr>
      <p:sp>
        <p:nvSpPr>
          <p:cNvPr id="105" name="Google Shape;105;p1:notes">
            <a:extLst>
              <a:ext uri="{FF2B5EF4-FFF2-40B4-BE49-F238E27FC236}">
                <a16:creationId xmlns:a16="http://schemas.microsoft.com/office/drawing/2014/main" id="{AB3134B7-4969-A18E-72CE-F5706FB5D023}"/>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6" name="Google Shape;106;p1:notes">
            <a:extLst>
              <a:ext uri="{FF2B5EF4-FFF2-40B4-BE49-F238E27FC236}">
                <a16:creationId xmlns:a16="http://schemas.microsoft.com/office/drawing/2014/main" id="{69F2D6BA-CFB0-B945-A0FB-FC4175508D7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107" name="Google Shape;107;p1:notes">
            <a:extLst>
              <a:ext uri="{FF2B5EF4-FFF2-40B4-BE49-F238E27FC236}">
                <a16:creationId xmlns:a16="http://schemas.microsoft.com/office/drawing/2014/main" id="{6D3DDFF0-5F07-3760-A773-777F66EA1C7B}"/>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extLst>
      <p:ext uri="{BB962C8B-B14F-4D97-AF65-F5344CB8AC3E}">
        <p14:creationId xmlns:p14="http://schemas.microsoft.com/office/powerpoint/2010/main" val="29499392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1"/>
        <p:cNvGrpSpPr/>
        <p:nvPr/>
      </p:nvGrpSpPr>
      <p:grpSpPr>
        <a:xfrm>
          <a:off x="0" y="0"/>
          <a:ext cx="0" cy="0"/>
          <a:chOff x="0" y="0"/>
          <a:chExt cx="0" cy="0"/>
        </a:xfrm>
      </p:grpSpPr>
      <p:sp>
        <p:nvSpPr>
          <p:cNvPr id="792" name="Google Shape;792;p7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3" name="Google Shape;793;p7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4"/>
        <p:cNvGrpSpPr/>
        <p:nvPr/>
      </p:nvGrpSpPr>
      <p:grpSpPr>
        <a:xfrm>
          <a:off x="0" y="0"/>
          <a:ext cx="0" cy="0"/>
          <a:chOff x="0" y="0"/>
          <a:chExt cx="0" cy="0"/>
        </a:xfrm>
      </p:grpSpPr>
      <p:sp>
        <p:nvSpPr>
          <p:cNvPr id="855" name="Google Shape;855;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6" name="Google Shape;856;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0"/>
        <p:cNvGrpSpPr/>
        <p:nvPr/>
      </p:nvGrpSpPr>
      <p:grpSpPr>
        <a:xfrm>
          <a:off x="0" y="0"/>
          <a:ext cx="0" cy="0"/>
          <a:chOff x="0" y="0"/>
          <a:chExt cx="0" cy="0"/>
        </a:xfrm>
      </p:grpSpPr>
      <p:sp>
        <p:nvSpPr>
          <p:cNvPr id="941" name="Google Shape;941;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2" name="Google Shape;942;p9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lang="zh-CN" altLang="en-US" b="1" dirty="0"/>
              <a:t>图形化主要的（定量）结论</a:t>
            </a:r>
            <a:r>
              <a:rPr lang="zh-CN" altLang="en-US" dirty="0"/>
              <a:t>：将数据中最重要的定量结论以直观的图形形式展示出来，帮助观众迅速理解数据的关键发现。</a:t>
            </a:r>
          </a:p>
          <a:p>
            <a:r>
              <a:rPr lang="zh-CN" altLang="en-US" b="1" dirty="0"/>
              <a:t>提供参考信息</a:t>
            </a:r>
            <a:r>
              <a:rPr lang="zh-CN" altLang="en-US" dirty="0"/>
              <a:t>：在图表中加入数据来源、单位和说明，确保观众能够理解数据的背景和来源。</a:t>
            </a:r>
          </a:p>
          <a:p>
            <a:r>
              <a:rPr lang="zh-CN" altLang="en-US" b="1" dirty="0"/>
              <a:t>校对图表</a:t>
            </a:r>
            <a:r>
              <a:rPr lang="zh-CN" altLang="en-US" dirty="0"/>
              <a:t>：检查图表的清晰度和一致性，确保标签、颜色、图例等元素没有歧义，数据表示清晰。</a:t>
            </a:r>
          </a:p>
          <a:p>
            <a:r>
              <a:rPr lang="zh-CN" altLang="en-US" b="1" dirty="0"/>
              <a:t>图表制作是一个迭代过程</a:t>
            </a:r>
            <a:r>
              <a:rPr lang="zh-CN" altLang="en-US" dirty="0"/>
              <a:t>：通过不断修改和调整图表，优化数据展示效果，以确保图表最有效地传达信息。</a:t>
            </a:r>
          </a:p>
          <a:p>
            <a:r>
              <a:rPr lang="zh-CN" altLang="en-US" b="1" dirty="0"/>
              <a:t>允许多样性</a:t>
            </a:r>
            <a:r>
              <a:rPr lang="zh-CN" altLang="en-US" dirty="0"/>
              <a:t>：同一变量可以用不同的图表展示，因为每种图表可能会带来不同的解读，增强信息的多样性和全面性。</a:t>
            </a:r>
          </a:p>
          <a:p>
            <a:r>
              <a:rPr lang="zh-CN" altLang="en-US" b="1" dirty="0"/>
              <a:t>让图表数据丰富</a:t>
            </a:r>
            <a:r>
              <a:rPr lang="zh-CN" altLang="en-US" dirty="0"/>
              <a:t>：尽量将有价值的数据纳入图表，使得观众能够从中获取尽可能多的信息。</a:t>
            </a:r>
          </a:p>
          <a:p>
            <a:pPr marL="0" lvl="0" indent="0" algn="l" rtl="0">
              <a:lnSpc>
                <a:spcPct val="100000"/>
              </a:lnSpc>
              <a:spcBef>
                <a:spcPts val="0"/>
              </a:spcBef>
              <a:spcAft>
                <a:spcPts val="0"/>
              </a:spcAft>
              <a:buSzPts val="1400"/>
              <a:buNone/>
            </a:pPr>
            <a:endParaRPr dirty="0"/>
          </a:p>
        </p:txBody>
      </p:sp>
      <p:sp>
        <p:nvSpPr>
          <p:cNvPr id="943" name="Google Shape;943;p9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9"/>
        <p:cNvGrpSpPr/>
        <p:nvPr/>
      </p:nvGrpSpPr>
      <p:grpSpPr>
        <a:xfrm>
          <a:off x="0" y="0"/>
          <a:ext cx="0" cy="0"/>
          <a:chOff x="0" y="0"/>
          <a:chExt cx="0" cy="0"/>
        </a:xfrm>
      </p:grpSpPr>
      <p:sp>
        <p:nvSpPr>
          <p:cNvPr id="460" name="Google Shape;460;p3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1" name="Google Shape;46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0" name="Google Shape;480;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1" name="Google Shape;481;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8">
          <a:extLst>
            <a:ext uri="{FF2B5EF4-FFF2-40B4-BE49-F238E27FC236}">
              <a16:creationId xmlns:a16="http://schemas.microsoft.com/office/drawing/2014/main" id="{49E62D45-683C-CCD0-B57A-09F4409FC511}"/>
            </a:ext>
          </a:extLst>
        </p:cNvPr>
        <p:cNvGrpSpPr/>
        <p:nvPr/>
      </p:nvGrpSpPr>
      <p:grpSpPr>
        <a:xfrm>
          <a:off x="0" y="0"/>
          <a:ext cx="0" cy="0"/>
          <a:chOff x="0" y="0"/>
          <a:chExt cx="0" cy="0"/>
        </a:xfrm>
      </p:grpSpPr>
      <p:sp>
        <p:nvSpPr>
          <p:cNvPr id="669" name="Google Shape;669;p58:notes">
            <a:extLst>
              <a:ext uri="{FF2B5EF4-FFF2-40B4-BE49-F238E27FC236}">
                <a16:creationId xmlns:a16="http://schemas.microsoft.com/office/drawing/2014/main" id="{0B6A59FD-D7FE-A4EB-2836-9F41C8ADBD2D}"/>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dirty="0"/>
          </a:p>
        </p:txBody>
      </p:sp>
      <p:sp>
        <p:nvSpPr>
          <p:cNvPr id="670" name="Google Shape;670;p58:notes">
            <a:extLst>
              <a:ext uri="{FF2B5EF4-FFF2-40B4-BE49-F238E27FC236}">
                <a16:creationId xmlns:a16="http://schemas.microsoft.com/office/drawing/2014/main" id="{7CD61E56-7241-E35F-23DA-84501F69A83A}"/>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6696915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优化核密度估计</a:t>
            </a:r>
            <a:endParaRPr lang="en-US" altLang="zh-CN" dirty="0"/>
          </a:p>
          <a:p>
            <a:r>
              <a:rPr lang="zh-CN" altLang="en-US" b="1" dirty="0"/>
              <a:t>利用数值方法找到</a:t>
            </a:r>
            <a:r>
              <a:rPr lang="en" altLang="zh-CN" b="1" dirty="0"/>
              <a:t>KDE</a:t>
            </a:r>
            <a:r>
              <a:rPr lang="zh-CN" altLang="en-US" b="1" dirty="0"/>
              <a:t>估计的模式</a:t>
            </a:r>
            <a:r>
              <a:rPr lang="zh-CN" altLang="en-US" dirty="0"/>
              <a:t>：可以使用梯度上升法（或其他爬山算法）找到局部极大值，这些局部极大值即为模式。</a:t>
            </a:r>
            <a:endParaRPr kumimoji="1" lang="zh-CN" altLang="en-US" dirty="0"/>
          </a:p>
        </p:txBody>
      </p:sp>
      <p:sp>
        <p:nvSpPr>
          <p:cNvPr id="4" name="灯片编号占位符 3"/>
          <p:cNvSpPr>
            <a:spLocks noGrp="1"/>
          </p:cNvSpPr>
          <p:nvPr>
            <p:ph type="sldNum" idx="12"/>
          </p:nvPr>
        </p:nvSpPr>
        <p:spPr/>
        <p:txBody>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smtClean="0">
                <a:solidFill>
                  <a:schemeClr val="dk1"/>
                </a:solidFill>
                <a:latin typeface="Calibri"/>
                <a:ea typeface="Calibri"/>
                <a:cs typeface="Calibri"/>
                <a:sym typeface="Calibri"/>
              </a:rPr>
              <a:t>11</a:t>
            </a:fld>
            <a:endParaRPr lang="en-US"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342052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5" name="Google Shape;255;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4" name="Google Shape;284;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5" name="Google Shape;285;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The word “null” reinforces the idea that if the data look different from what the null hypothesis predicts, the difference is due to </a:t>
            </a:r>
            <a:r>
              <a:rPr lang="en-US" sz="1200" b="0" i="1" dirty="0">
                <a:solidFill>
                  <a:schemeClr val="dk1"/>
                </a:solidFill>
                <a:latin typeface="Calibri"/>
                <a:ea typeface="Calibri"/>
                <a:cs typeface="Calibri"/>
                <a:sym typeface="Calibri"/>
              </a:rPr>
              <a:t>nothing</a:t>
            </a:r>
            <a:r>
              <a:rPr lang="en-US" sz="1200" b="0" i="0" dirty="0">
                <a:solidFill>
                  <a:schemeClr val="dk1"/>
                </a:solidFill>
                <a:latin typeface="Calibri"/>
                <a:ea typeface="Calibri"/>
                <a:cs typeface="Calibri"/>
                <a:sym typeface="Calibri"/>
              </a:rPr>
              <a:t> but chance.</a:t>
            </a:r>
            <a:endParaRPr dirty="0"/>
          </a:p>
          <a:p>
            <a:pPr marL="0" lvl="0" indent="0" algn="l" rtl="0">
              <a:lnSpc>
                <a:spcPct val="100000"/>
              </a:lnSpc>
              <a:spcBef>
                <a:spcPts val="0"/>
              </a:spcBef>
              <a:spcAft>
                <a:spcPts val="0"/>
              </a:spcAft>
              <a:buSzPts val="1400"/>
              <a:buNone/>
            </a:pPr>
            <a:endParaRPr sz="1200" b="0" i="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From a practical perspective, </a:t>
            </a:r>
            <a:r>
              <a:rPr lang="en-US" sz="1200" b="1" i="0" dirty="0">
                <a:solidFill>
                  <a:schemeClr val="dk1"/>
                </a:solidFill>
                <a:latin typeface="Calibri"/>
                <a:ea typeface="Calibri"/>
                <a:cs typeface="Calibri"/>
                <a:sym typeface="Calibri"/>
              </a:rPr>
              <a:t>the null hypothesis is a hypothesis under which you can simulate data.</a:t>
            </a:r>
            <a:endParaRPr dirty="0"/>
          </a:p>
          <a:p>
            <a:pPr marL="0" lvl="0" indent="0" algn="l" rtl="0">
              <a:lnSpc>
                <a:spcPct val="100000"/>
              </a:lnSpc>
              <a:spcBef>
                <a:spcPts val="0"/>
              </a:spcBef>
              <a:spcAft>
                <a:spcPts val="0"/>
              </a:spcAft>
              <a:buSzPts val="1400"/>
              <a:buNone/>
            </a:pPr>
            <a:endParaRPr sz="1200" b="1" i="0" dirty="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The choice between the null and alternative hypotheses depends on the comparison between the observed value of the test statistic and its distribution as predicted by the null hypothesis.</a:t>
            </a:r>
            <a:endParaRPr dirty="0"/>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If the two are not consistent with each other, then the data do not support the null hypothesis. In other words, the alternative hypothesis is better supported by the data. We say that the test </a:t>
            </a:r>
            <a:r>
              <a:rPr lang="en-US" sz="1200" b="0" i="1" dirty="0">
                <a:solidFill>
                  <a:schemeClr val="dk1"/>
                </a:solidFill>
                <a:latin typeface="Calibri"/>
                <a:ea typeface="Calibri"/>
                <a:cs typeface="Calibri"/>
                <a:sym typeface="Calibri"/>
              </a:rPr>
              <a:t>rejects</a:t>
            </a:r>
            <a:r>
              <a:rPr lang="en-US" sz="1200" b="0" i="0" dirty="0">
                <a:solidFill>
                  <a:schemeClr val="dk1"/>
                </a:solidFill>
                <a:latin typeface="Calibri"/>
                <a:ea typeface="Calibri"/>
                <a:cs typeface="Calibri"/>
                <a:sym typeface="Calibri"/>
              </a:rPr>
              <a:t> the null hypothesis.</a:t>
            </a:r>
            <a:endParaRPr dirty="0"/>
          </a:p>
          <a:p>
            <a:pPr marL="0" lvl="0" indent="0" algn="l" rtl="0">
              <a:lnSpc>
                <a:spcPct val="100000"/>
              </a:lnSpc>
              <a:spcBef>
                <a:spcPts val="0"/>
              </a:spcBef>
              <a:spcAft>
                <a:spcPts val="0"/>
              </a:spcAft>
              <a:buSzPts val="1400"/>
              <a:buNone/>
            </a:pPr>
            <a:r>
              <a:rPr lang="en-US" sz="1200" b="0" i="0" dirty="0">
                <a:solidFill>
                  <a:schemeClr val="dk1"/>
                </a:solidFill>
                <a:latin typeface="Calibri"/>
                <a:ea typeface="Calibri"/>
                <a:cs typeface="Calibri"/>
                <a:sym typeface="Calibri"/>
              </a:rPr>
              <a:t>If the two are consistent with each other, then the observed test statistic is in line with what the null hypothesis predicts. In other words, the null hypothesis is better supported by the data. We say that the data are </a:t>
            </a:r>
            <a:r>
              <a:rPr lang="en-US" sz="1200" b="0" i="1" dirty="0">
                <a:solidFill>
                  <a:schemeClr val="dk1"/>
                </a:solidFill>
                <a:latin typeface="Calibri"/>
                <a:ea typeface="Calibri"/>
                <a:cs typeface="Calibri"/>
                <a:sym typeface="Calibri"/>
              </a:rPr>
              <a:t>consistent with</a:t>
            </a:r>
            <a:r>
              <a:rPr lang="en-US" sz="1200" b="0" i="0" dirty="0">
                <a:solidFill>
                  <a:schemeClr val="dk1"/>
                </a:solidFill>
                <a:latin typeface="Calibri"/>
                <a:ea typeface="Calibri"/>
                <a:cs typeface="Calibri"/>
                <a:sym typeface="Calibri"/>
              </a:rPr>
              <a:t> the null hypothesis.</a:t>
            </a:r>
            <a:endParaRPr dirty="0"/>
          </a:p>
          <a:p>
            <a:pPr marL="0" lvl="0" indent="0" algn="l" rtl="0">
              <a:lnSpc>
                <a:spcPct val="100000"/>
              </a:lnSpc>
              <a:spcBef>
                <a:spcPts val="0"/>
              </a:spcBef>
              <a:spcAft>
                <a:spcPts val="0"/>
              </a:spcAft>
              <a:buSzPts val="1400"/>
              <a:buNone/>
            </a:pPr>
            <a:endParaRPr dirty="0"/>
          </a:p>
        </p:txBody>
      </p:sp>
      <p:sp>
        <p:nvSpPr>
          <p:cNvPr id="304" name="Google Shape;304;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4" name="Shape 1104"/>
          <p:cNvSpPr>
            <a:spLocks noGrp="1" noRot="1" noChangeAspect="1"/>
          </p:cNvSpPr>
          <p:nvPr>
            <p:ph type="sldImg"/>
          </p:nvPr>
        </p:nvSpPr>
        <p:spPr>
          <a:prstGeom prst="rect">
            <a:avLst/>
          </a:prstGeom>
        </p:spPr>
        <p:txBody>
          <a:bodyPr/>
          <a:lstStyle/>
          <a:p>
            <a:endParaRPr/>
          </a:p>
        </p:txBody>
      </p:sp>
      <p:sp>
        <p:nvSpPr>
          <p:cNvPr id="1105" name="Shape 1105"/>
          <p:cNvSpPr>
            <a:spLocks noGrp="1"/>
          </p:cNvSpPr>
          <p:nvPr>
            <p:ph type="body" sz="quarter" idx="1"/>
          </p:nvPr>
        </p:nvSpPr>
        <p:spPr>
          <a:prstGeom prst="rect">
            <a:avLst/>
          </a:prstGeom>
        </p:spPr>
        <p:txBody>
          <a:bodyPr/>
          <a:lstStyle/>
          <a:p>
            <a:r>
              <a:rPr u="sng" dirty="0">
                <a:hlinkClick r:id="rId3"/>
              </a:rPr>
              <a:t>https://digiday.com/media/new-york-times-experimenting-mobile-specific-headlines/</a:t>
            </a:r>
          </a:p>
          <a:p>
            <a:r>
              <a:rPr dirty="0"/>
              <a:t>“I’d love to see us doing more of that in the future, when we can,” said Mark </a:t>
            </a:r>
            <a:r>
              <a:rPr dirty="0" err="1"/>
              <a:t>Bulik</a:t>
            </a:r>
            <a:r>
              <a:rPr dirty="0"/>
              <a:t>, a senior editor at the Times who heads up its headline-testing operations.</a:t>
            </a:r>
          </a:p>
          <a:p>
            <a:endParaRPr dirty="0"/>
          </a:p>
          <a:p>
            <a:r>
              <a:rPr dirty="0"/>
              <a:t>The headline, which helped drive 26 percent more clicks on mobile, was just an experiment. But it’s a step forward for a project that began in April 2016, when the Times tasked a two-person team with optimizing its headlines, a practice that’s become standard operating procedure in digital media over the past several years.</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8" name="Shape 1118"/>
          <p:cNvSpPr>
            <a:spLocks noGrp="1" noRot="1" noChangeAspect="1"/>
          </p:cNvSpPr>
          <p:nvPr>
            <p:ph type="sldImg"/>
          </p:nvPr>
        </p:nvSpPr>
        <p:spPr>
          <a:xfrm>
            <a:off x="381000" y="685800"/>
            <a:ext cx="6096000" cy="3429000"/>
          </a:xfrm>
          <a:prstGeom prst="rect">
            <a:avLst/>
          </a:prstGeom>
        </p:spPr>
        <p:txBody>
          <a:bodyPr/>
          <a:lstStyle/>
          <a:p>
            <a:endParaRPr/>
          </a:p>
        </p:txBody>
      </p:sp>
      <p:sp>
        <p:nvSpPr>
          <p:cNvPr id="1119" name="Shape 1119"/>
          <p:cNvSpPr>
            <a:spLocks noGrp="1"/>
          </p:cNvSpPr>
          <p:nvPr>
            <p:ph type="body" sz="quarter" idx="1"/>
          </p:nvPr>
        </p:nvSpPr>
        <p:spPr>
          <a:prstGeom prst="rect">
            <a:avLst/>
          </a:prstGeom>
        </p:spPr>
        <p:txBody>
          <a:bodyPr/>
          <a:lstStyle/>
          <a:p>
            <a:r>
              <a:t>https://adespresso.com/guides/facebook-ads-optimization/ab-testing/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6" name="Shape 1186"/>
          <p:cNvSpPr>
            <a:spLocks noGrp="1" noRot="1" noChangeAspect="1"/>
          </p:cNvSpPr>
          <p:nvPr>
            <p:ph type="sldImg"/>
          </p:nvPr>
        </p:nvSpPr>
        <p:spPr>
          <a:prstGeom prst="rect">
            <a:avLst/>
          </a:prstGeom>
        </p:spPr>
        <p:txBody>
          <a:bodyPr/>
          <a:lstStyle/>
          <a:p>
            <a:endParaRPr/>
          </a:p>
        </p:txBody>
      </p:sp>
      <p:sp>
        <p:nvSpPr>
          <p:cNvPr id="1187" name="Shape 1187"/>
          <p:cNvSpPr>
            <a:spLocks noGrp="1"/>
          </p:cNvSpPr>
          <p:nvPr>
            <p:ph type="body" sz="quarter" idx="1"/>
          </p:nvPr>
        </p:nvSpPr>
        <p:spPr>
          <a:prstGeom prst="rect">
            <a:avLst/>
          </a:prstGeom>
        </p:spPr>
        <p:txBody>
          <a:bodyPr/>
          <a:lstStyle/>
          <a:p>
            <a:r>
              <a:t>Add n to this. </a:t>
            </a:r>
          </a:p>
          <a:p>
            <a:endParaRPr/>
          </a:p>
          <a:p>
            <a:r>
              <a:t>Problem Formulation</a:t>
            </a:r>
          </a:p>
          <a:p>
            <a:r>
              <a:t>Experiment</a:t>
            </a:r>
          </a:p>
          <a:p>
            <a:r>
              <a:t>Data </a:t>
            </a:r>
          </a:p>
          <a:p>
            <a:r>
              <a:t>Algorithm</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a:extLst>
            <a:ext uri="{FF2B5EF4-FFF2-40B4-BE49-F238E27FC236}">
              <a16:creationId xmlns:a16="http://schemas.microsoft.com/office/drawing/2014/main" id="{AC5543ED-7F3A-ADFD-2CE9-7A9D91E03583}"/>
            </a:ext>
          </a:extLst>
        </p:cNvPr>
        <p:cNvGrpSpPr/>
        <p:nvPr/>
      </p:nvGrpSpPr>
      <p:grpSpPr>
        <a:xfrm>
          <a:off x="0" y="0"/>
          <a:ext cx="0" cy="0"/>
          <a:chOff x="0" y="0"/>
          <a:chExt cx="0" cy="0"/>
        </a:xfrm>
      </p:grpSpPr>
      <p:sp>
        <p:nvSpPr>
          <p:cNvPr id="309" name="Google Shape;309;p9:notes">
            <a:extLst>
              <a:ext uri="{FF2B5EF4-FFF2-40B4-BE49-F238E27FC236}">
                <a16:creationId xmlns:a16="http://schemas.microsoft.com/office/drawing/2014/main" id="{07F65152-5C9C-D883-945F-D8B34870A3B0}"/>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9:notes">
            <a:extLst>
              <a:ext uri="{FF2B5EF4-FFF2-40B4-BE49-F238E27FC236}">
                <a16:creationId xmlns:a16="http://schemas.microsoft.com/office/drawing/2014/main" id="{49A12A56-9EA9-11D9-A735-F81FD5F19861}"/>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1" name="Google Shape;311;p9:notes">
            <a:extLst>
              <a:ext uri="{FF2B5EF4-FFF2-40B4-BE49-F238E27FC236}">
                <a16:creationId xmlns:a16="http://schemas.microsoft.com/office/drawing/2014/main" id="{5135B48A-9794-1F97-2938-D01EA581FA3E}"/>
              </a:ext>
            </a:extLst>
          </p:cNvPr>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27</a:t>
            </a:fld>
            <a:endParaRPr/>
          </a:p>
        </p:txBody>
      </p:sp>
    </p:spTree>
    <p:extLst>
      <p:ext uri="{BB962C8B-B14F-4D97-AF65-F5344CB8AC3E}">
        <p14:creationId xmlns:p14="http://schemas.microsoft.com/office/powerpoint/2010/main" val="19769550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0" name="Shape 1200"/>
          <p:cNvSpPr>
            <a:spLocks noGrp="1" noRot="1" noChangeAspect="1"/>
          </p:cNvSpPr>
          <p:nvPr>
            <p:ph type="sldImg"/>
          </p:nvPr>
        </p:nvSpPr>
        <p:spPr>
          <a:xfrm>
            <a:off x="381000" y="685800"/>
            <a:ext cx="6096000" cy="3429000"/>
          </a:xfrm>
          <a:prstGeom prst="rect">
            <a:avLst/>
          </a:prstGeom>
        </p:spPr>
        <p:txBody>
          <a:bodyPr/>
          <a:lstStyle/>
          <a:p>
            <a:endParaRPr/>
          </a:p>
        </p:txBody>
      </p:sp>
      <p:sp>
        <p:nvSpPr>
          <p:cNvPr id="1201" name="Shape 1201"/>
          <p:cNvSpPr>
            <a:spLocks noGrp="1"/>
          </p:cNvSpPr>
          <p:nvPr>
            <p:ph type="body" sz="quarter" idx="1"/>
          </p:nvPr>
        </p:nvSpPr>
        <p:spPr>
          <a:prstGeom prst="rect">
            <a:avLst/>
          </a:prstGeom>
        </p:spPr>
        <p:txBody>
          <a:bodyPr/>
          <a:lstStyle/>
          <a:p>
            <a:endParaRPr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2" name="Shape 1212"/>
          <p:cNvSpPr>
            <a:spLocks noGrp="1" noRot="1" noChangeAspect="1"/>
          </p:cNvSpPr>
          <p:nvPr>
            <p:ph type="sldImg"/>
          </p:nvPr>
        </p:nvSpPr>
        <p:spPr>
          <a:prstGeom prst="rect">
            <a:avLst/>
          </a:prstGeom>
        </p:spPr>
        <p:txBody>
          <a:bodyPr/>
          <a:lstStyle/>
          <a:p>
            <a:endParaRPr/>
          </a:p>
        </p:txBody>
      </p:sp>
      <p:sp>
        <p:nvSpPr>
          <p:cNvPr id="1213" name="Shape 1213"/>
          <p:cNvSpPr>
            <a:spLocks noGrp="1"/>
          </p:cNvSpPr>
          <p:nvPr>
            <p:ph type="body" sz="quarter" idx="1"/>
          </p:nvPr>
        </p:nvSpPr>
        <p:spPr>
          <a:prstGeom prst="rect">
            <a:avLst/>
          </a:prstGeom>
        </p:spPr>
        <p:txBody>
          <a:bodyPr/>
          <a:lstStyle/>
          <a:p>
            <a:r>
              <a:rPr dirty="0"/>
              <a:t>Do a sanity check - </a:t>
            </a:r>
            <a:r>
              <a:rPr lang="en-US" dirty="0"/>
              <a:t>variance</a:t>
            </a:r>
            <a:r>
              <a:rPr dirty="0"/>
              <a:t> goes to 0 as the number of samples goes up</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1" name="Google Shape;341;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2" name="Google Shape;342;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30</a:t>
            </a:fld>
            <a:endParaRPr/>
          </a:p>
        </p:txBody>
      </p:sp>
    </p:spTree>
    <p:extLst>
      <p:ext uri="{BB962C8B-B14F-4D97-AF65-F5344CB8AC3E}">
        <p14:creationId xmlns:p14="http://schemas.microsoft.com/office/powerpoint/2010/main" val="33545408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6"/>
        <p:cNvGrpSpPr/>
        <p:nvPr/>
      </p:nvGrpSpPr>
      <p:grpSpPr>
        <a:xfrm>
          <a:off x="0" y="0"/>
          <a:ext cx="0" cy="0"/>
          <a:chOff x="0" y="0"/>
          <a:chExt cx="0" cy="0"/>
        </a:xfrm>
      </p:grpSpPr>
      <p:sp>
        <p:nvSpPr>
          <p:cNvPr id="347" name="Google Shape;347;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8" name="Google Shape;348;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extLst>
      <p:ext uri="{BB962C8B-B14F-4D97-AF65-F5344CB8AC3E}">
        <p14:creationId xmlns:p14="http://schemas.microsoft.com/office/powerpoint/2010/main" val="255172676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5" name="Google Shape;365;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3408468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8" name="Google Shape;46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3027680" y="1183257"/>
            <a:ext cx="8229600" cy="1894362"/>
          </a:xfrm>
        </p:spPr>
        <p:txBody>
          <a:bodyPr/>
          <a:lstStyle>
            <a:lvl1pPr>
              <a:defRPr b="1"/>
            </a:lvl1pPr>
          </a:lstStyle>
          <a:p>
            <a:r>
              <a:rPr kumimoji="0" lang="en-US"/>
              <a:t>Click to edit Master title style</a:t>
            </a:r>
          </a:p>
        </p:txBody>
      </p:sp>
      <p:sp>
        <p:nvSpPr>
          <p:cNvPr id="9" name="Subtitle 8"/>
          <p:cNvSpPr>
            <a:spLocks noGrp="1"/>
          </p:cNvSpPr>
          <p:nvPr>
            <p:ph type="subTitle" idx="1"/>
          </p:nvPr>
        </p:nvSpPr>
        <p:spPr>
          <a:xfrm>
            <a:off x="3042421" y="3429000"/>
            <a:ext cx="8229600" cy="1371600"/>
          </a:xfrm>
        </p:spPr>
        <p:txBody>
          <a:bodyPr/>
          <a:lstStyle>
            <a:lvl1pPr marL="0" indent="0" algn="l">
              <a:buNone/>
              <a:defRPr sz="1800" b="1">
                <a:solidFill>
                  <a:schemeClr val="tx2"/>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t>Click to edit Master subtitle style</a:t>
            </a:r>
          </a:p>
        </p:txBody>
      </p:sp>
      <p:sp>
        <p:nvSpPr>
          <p:cNvPr id="28" name="Date Placeholder 27"/>
          <p:cNvSpPr>
            <a:spLocks noGrp="1"/>
          </p:cNvSpPr>
          <p:nvPr>
            <p:ph type="dt" sz="half" idx="10"/>
          </p:nvPr>
        </p:nvSpPr>
        <p:spPr bwMode="auto">
          <a:xfrm rot="5400000">
            <a:off x="10733828" y="1110597"/>
            <a:ext cx="2286000" cy="508000"/>
          </a:xfrm>
        </p:spPr>
        <p:txBody>
          <a:bodyPr/>
          <a:lstStyle/>
          <a:p>
            <a:endParaRPr lang="en-US"/>
          </a:p>
        </p:txBody>
      </p:sp>
      <p:sp>
        <p:nvSpPr>
          <p:cNvPr id="17" name="Footer Placeholder 16"/>
          <p:cNvSpPr>
            <a:spLocks noGrp="1"/>
          </p:cNvSpPr>
          <p:nvPr>
            <p:ph type="ftr" sz="quarter" idx="11"/>
          </p:nvPr>
        </p:nvSpPr>
        <p:spPr bwMode="auto">
          <a:xfrm rot="5400000">
            <a:off x="10045959" y="4117661"/>
            <a:ext cx="3657600" cy="512064"/>
          </a:xfrm>
        </p:spPr>
        <p:txBody>
          <a:bodyPr/>
          <a:lstStyle/>
          <a:p>
            <a:endParaRPr lang="en-US"/>
          </a:p>
        </p:txBody>
      </p:sp>
      <p:sp>
        <p:nvSpPr>
          <p:cNvPr id="10" name="Rectangle 9"/>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4" name="Rectangle 13"/>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9" name="Rectangle 18"/>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Straight Connector 17"/>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0" name="Straight Connector 19"/>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2" name="Straight Connector 21"/>
          <p:cNvSpPr>
            <a:spLocks noChangeShapeType="1"/>
          </p:cNvSpPr>
          <p:nvPr/>
        </p:nvSpPr>
        <p:spPr bwMode="auto">
          <a:xfrm>
            <a:off x="12151808"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27" name="Rectangle 26"/>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812800" y="3429000"/>
            <a:ext cx="1727200" cy="1295400"/>
          </a:xfrm>
          <a:prstGeom prst="ellipse">
            <a:avLst/>
          </a:prstGeom>
          <a:solidFill>
            <a:schemeClr val="accent1"/>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1746176"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4" name="Oval 23"/>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Oval 25"/>
          <p:cNvSpPr/>
          <p:nvPr/>
        </p:nvSpPr>
        <p:spPr bwMode="auto">
          <a:xfrm>
            <a:off x="2218944" y="5788152"/>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5" name="Oval 24"/>
          <p:cNvSpPr/>
          <p:nvPr/>
        </p:nvSpPr>
        <p:spPr>
          <a:xfrm>
            <a:off x="2540000" y="4495800"/>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9" name="Slide Number Placeholder 28"/>
          <p:cNvSpPr>
            <a:spLocks noGrp="1"/>
          </p:cNvSpPr>
          <p:nvPr>
            <p:ph type="sldNum" sz="quarter" idx="12"/>
          </p:nvPr>
        </p:nvSpPr>
        <p:spPr bwMode="auto">
          <a:xfrm>
            <a:off x="1767392"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4097696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8" name="Content Placeholder 7"/>
          <p:cNvSpPr>
            <a:spLocks noGrp="1"/>
          </p:cNvSpPr>
          <p:nvPr>
            <p:ph sz="quarter" idx="1"/>
          </p:nvPr>
        </p:nvSpPr>
        <p:spPr>
          <a:xfrm>
            <a:off x="609600" y="1600200"/>
            <a:ext cx="9956800" cy="4873752"/>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4"/>
          </p:nvPr>
        </p:nvSpPr>
        <p:spPr/>
        <p:txBody>
          <a:bodyPr rtlCol="0"/>
          <a:lstStyle/>
          <a:p>
            <a:endParaRPr lang="en-US"/>
          </a:p>
        </p:txBody>
      </p:sp>
      <p:sp>
        <p:nvSpPr>
          <p:cNvPr id="9" name="Slide Number Placeholder 8"/>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10" name="Footer Placeholder 9"/>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6285396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101590" y="494193"/>
            <a:ext cx="8229600" cy="2053590"/>
          </a:xfrm>
        </p:spPr>
        <p:txBody>
          <a:bodyPr/>
          <a:lstStyle>
            <a:lvl1pPr algn="l">
              <a:buNone/>
              <a:defRPr sz="3000" b="1" cap="small" baseline="0"/>
            </a:lvl1pPr>
          </a:lstStyle>
          <a:p>
            <a:r>
              <a:rPr kumimoji="0" lang="en-US"/>
              <a:t>Click to edit Master title style</a:t>
            </a:r>
          </a:p>
        </p:txBody>
      </p:sp>
      <p:sp>
        <p:nvSpPr>
          <p:cNvPr id="3" name="Text Placeholder 2"/>
          <p:cNvSpPr>
            <a:spLocks noGrp="1"/>
          </p:cNvSpPr>
          <p:nvPr>
            <p:ph type="body" idx="1"/>
          </p:nvPr>
        </p:nvSpPr>
        <p:spPr>
          <a:xfrm>
            <a:off x="3051616" y="3280744"/>
            <a:ext cx="8229600" cy="1371600"/>
          </a:xfrm>
        </p:spPr>
        <p:txBody>
          <a:bodyPr anchor="t"/>
          <a:lstStyle>
            <a:lvl1pPr marL="0" indent="0">
              <a:buNone/>
              <a:defRPr sz="1800" b="1">
                <a:solidFill>
                  <a:schemeClr val="tx2"/>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t>Click to edit Master text styles</a:t>
            </a:r>
          </a:p>
        </p:txBody>
      </p:sp>
      <p:sp>
        <p:nvSpPr>
          <p:cNvPr id="4" name="Date Placeholder 3"/>
          <p:cNvSpPr>
            <a:spLocks noGrp="1"/>
          </p:cNvSpPr>
          <p:nvPr>
            <p:ph type="dt" sz="half" idx="10"/>
          </p:nvPr>
        </p:nvSpPr>
        <p:spPr bwMode="auto">
          <a:xfrm rot="5400000">
            <a:off x="10732008" y="1106932"/>
            <a:ext cx="2286000" cy="508000"/>
          </a:xfrm>
        </p:spPr>
        <p:txBody>
          <a:bodyPr/>
          <a:lstStyle/>
          <a:p>
            <a:endParaRPr lang="en-US"/>
          </a:p>
        </p:txBody>
      </p:sp>
      <p:sp>
        <p:nvSpPr>
          <p:cNvPr id="5" name="Footer Placeholder 4"/>
          <p:cNvSpPr>
            <a:spLocks noGrp="1"/>
          </p:cNvSpPr>
          <p:nvPr>
            <p:ph type="ftr" sz="quarter" idx="11"/>
          </p:nvPr>
        </p:nvSpPr>
        <p:spPr bwMode="auto">
          <a:xfrm rot="5400000">
            <a:off x="10046208" y="4114800"/>
            <a:ext cx="3657600" cy="512064"/>
          </a:xfrm>
        </p:spPr>
        <p:txBody>
          <a:bodyPr/>
          <a:lstStyle/>
          <a:p>
            <a:endParaRPr lang="en-US"/>
          </a:p>
        </p:txBody>
      </p:sp>
      <p:sp>
        <p:nvSpPr>
          <p:cNvPr id="9" name="Rectangle 8"/>
          <p:cNvSpPr/>
          <p:nvPr/>
        </p:nvSpPr>
        <p:spPr bwMode="auto">
          <a:xfrm>
            <a:off x="508000" y="0"/>
            <a:ext cx="812800" cy="6858000"/>
          </a:xfrm>
          <a:prstGeom prst="rect">
            <a:avLst/>
          </a:prstGeom>
          <a:solidFill>
            <a:schemeClr val="accent1">
              <a:tint val="60000"/>
              <a:alpha val="54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0" name="Rectangle 9"/>
          <p:cNvSpPr/>
          <p:nvPr/>
        </p:nvSpPr>
        <p:spPr bwMode="auto">
          <a:xfrm>
            <a:off x="368448" y="0"/>
            <a:ext cx="139552" cy="6858000"/>
          </a:xfrm>
          <a:prstGeom prst="rect">
            <a:avLst/>
          </a:prstGeom>
          <a:solidFill>
            <a:schemeClr val="accent1">
              <a:tint val="40000"/>
              <a:alpha val="36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Rectangle 10"/>
          <p:cNvSpPr/>
          <p:nvPr/>
        </p:nvSpPr>
        <p:spPr bwMode="auto">
          <a:xfrm>
            <a:off x="1320800" y="0"/>
            <a:ext cx="242496" cy="6858000"/>
          </a:xfrm>
          <a:prstGeom prst="rect">
            <a:avLst/>
          </a:prstGeom>
          <a:solidFill>
            <a:schemeClr val="accent1">
              <a:tint val="40000"/>
              <a:alpha val="7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Rectangle 11"/>
          <p:cNvSpPr/>
          <p:nvPr/>
        </p:nvSpPr>
        <p:spPr bwMode="auto">
          <a:xfrm>
            <a:off x="1521760" y="0"/>
            <a:ext cx="307040" cy="6858000"/>
          </a:xfrm>
          <a:prstGeom prst="rect">
            <a:avLst/>
          </a:prstGeom>
          <a:solidFill>
            <a:schemeClr val="accent1">
              <a:tint val="20000"/>
              <a:alpha val="7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41792" y="0"/>
            <a:ext cx="0" cy="6858000"/>
          </a:xfrm>
          <a:prstGeom prst="line">
            <a:avLst/>
          </a:prstGeom>
          <a:noFill/>
          <a:ln w="57150" cap="flat" cmpd="sng" algn="ctr">
            <a:solidFill>
              <a:schemeClr val="accent1">
                <a:tint val="60000"/>
                <a:alpha val="7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Straight Connector 13"/>
          <p:cNvSpPr>
            <a:spLocks noChangeShapeType="1"/>
          </p:cNvSpPr>
          <p:nvPr/>
        </p:nvSpPr>
        <p:spPr bwMode="auto">
          <a:xfrm>
            <a:off x="1219200" y="0"/>
            <a:ext cx="0" cy="6858000"/>
          </a:xfrm>
          <a:prstGeom prst="line">
            <a:avLst/>
          </a:prstGeom>
          <a:noFill/>
          <a:ln w="57150" cap="flat" cmpd="sng" algn="ctr">
            <a:solidFill>
              <a:schemeClr val="accent1">
                <a:tint val="20000"/>
                <a:alpha val="8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5" name="Straight Connector 14"/>
          <p:cNvSpPr>
            <a:spLocks noChangeShapeType="1"/>
          </p:cNvSpPr>
          <p:nvPr/>
        </p:nvSpPr>
        <p:spPr bwMode="auto">
          <a:xfrm>
            <a:off x="1138816" y="0"/>
            <a:ext cx="0" cy="6858000"/>
          </a:xfrm>
          <a:prstGeom prst="line">
            <a:avLst/>
          </a:prstGeom>
          <a:noFill/>
          <a:ln w="5715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6" name="Straight Connector 15"/>
          <p:cNvSpPr>
            <a:spLocks noChangeShapeType="1"/>
          </p:cNvSpPr>
          <p:nvPr/>
        </p:nvSpPr>
        <p:spPr bwMode="auto">
          <a:xfrm>
            <a:off x="2302187" y="0"/>
            <a:ext cx="0" cy="6858000"/>
          </a:xfrm>
          <a:prstGeom prst="line">
            <a:avLst/>
          </a:prstGeom>
          <a:noFill/>
          <a:ln w="28575" cap="flat" cmpd="sng" algn="ctr">
            <a:solidFill>
              <a:schemeClr val="accent1">
                <a:tint val="60000"/>
                <a:alpha val="82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7" name="Straight Connector 16"/>
          <p:cNvSpPr>
            <a:spLocks noChangeShapeType="1"/>
          </p:cNvSpPr>
          <p:nvPr/>
        </p:nvSpPr>
        <p:spPr bwMode="auto">
          <a:xfrm>
            <a:off x="1422400" y="0"/>
            <a:ext cx="0" cy="6858000"/>
          </a:xfrm>
          <a:prstGeom prst="line">
            <a:avLst/>
          </a:prstGeom>
          <a:noFill/>
          <a:ln w="9525"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8" name="Rectangle 17"/>
          <p:cNvSpPr/>
          <p:nvPr/>
        </p:nvSpPr>
        <p:spPr bwMode="auto">
          <a:xfrm>
            <a:off x="1625600" y="0"/>
            <a:ext cx="101600" cy="6858000"/>
          </a:xfrm>
          <a:prstGeom prst="rect">
            <a:avLst/>
          </a:prstGeom>
          <a:solidFill>
            <a:schemeClr val="accent1">
              <a:tint val="60000"/>
              <a:alpha val="51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9" name="Oval 18"/>
          <p:cNvSpPr/>
          <p:nvPr/>
        </p:nvSpPr>
        <p:spPr bwMode="auto">
          <a:xfrm>
            <a:off x="812800" y="3429000"/>
            <a:ext cx="1727200" cy="129540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0" name="Oval 19"/>
          <p:cNvSpPr/>
          <p:nvPr/>
        </p:nvSpPr>
        <p:spPr bwMode="auto">
          <a:xfrm>
            <a:off x="1766272" y="4866752"/>
            <a:ext cx="855232" cy="641424"/>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1" name="Oval 20"/>
          <p:cNvSpPr/>
          <p:nvPr/>
        </p:nvSpPr>
        <p:spPr bwMode="auto">
          <a:xfrm>
            <a:off x="1454773" y="5500632"/>
            <a:ext cx="182880" cy="13716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2" name="Oval 21"/>
          <p:cNvSpPr/>
          <p:nvPr/>
        </p:nvSpPr>
        <p:spPr bwMode="auto">
          <a:xfrm>
            <a:off x="2218944" y="5791200"/>
            <a:ext cx="365760" cy="274320"/>
          </a:xfrm>
          <a:prstGeom prst="ellipse">
            <a:avLst/>
          </a:prstGeom>
          <a:ln w="127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Oval 22"/>
          <p:cNvSpPr/>
          <p:nvPr/>
        </p:nvSpPr>
        <p:spPr bwMode="auto">
          <a:xfrm>
            <a:off x="2505387" y="4479888"/>
            <a:ext cx="487680" cy="365760"/>
          </a:xfrm>
          <a:prstGeom prst="ellipse">
            <a:avLst/>
          </a:prstGeom>
          <a:ln w="28575"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6" name="Straight Connector 25"/>
          <p:cNvSpPr>
            <a:spLocks noChangeShapeType="1"/>
          </p:cNvSpPr>
          <p:nvPr/>
        </p:nvSpPr>
        <p:spPr bwMode="auto">
          <a:xfrm>
            <a:off x="12130592"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6" name="Slide Number Placeholder 5"/>
          <p:cNvSpPr>
            <a:spLocks noGrp="1"/>
          </p:cNvSpPr>
          <p:nvPr>
            <p:ph type="sldNum" sz="quarter" idx="12"/>
          </p:nvPr>
        </p:nvSpPr>
        <p:spPr bwMode="auto">
          <a:xfrm>
            <a:off x="1787488" y="4928702"/>
            <a:ext cx="812800" cy="517524"/>
          </a:xfrm>
        </p:spPr>
        <p:txBody>
          <a:bodyPr/>
          <a:lstStyle/>
          <a:p>
            <a:pPr marL="0" lvl="0" indent="0" algn="ctr" rtl="0">
              <a:spcBef>
                <a:spcPts val="0"/>
              </a:spcBef>
              <a:spcAft>
                <a:spcPts val="0"/>
              </a:spcAft>
              <a:buNone/>
            </a:pPr>
            <a:fld id="{00000000-1234-1234-1234-123412341234}" type="slidenum">
              <a:rPr lang="en-US" smtClean="0"/>
              <a:t>‹#›</a:t>
            </a:fld>
            <a:endParaRPr lang="en-US" dirty="0"/>
          </a:p>
        </p:txBody>
      </p:sp>
    </p:spTree>
    <p:extLst>
      <p:ext uri="{BB962C8B-B14F-4D97-AF65-F5344CB8AC3E}">
        <p14:creationId xmlns:p14="http://schemas.microsoft.com/office/powerpoint/2010/main" val="15605099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9" name="Content Placeholder 8"/>
          <p:cNvSpPr>
            <a:spLocks noGrp="1"/>
          </p:cNvSpPr>
          <p:nvPr>
            <p:ph sz="quarter" idx="1"/>
          </p:nvPr>
        </p:nvSpPr>
        <p:spPr>
          <a:xfrm>
            <a:off x="609600"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1" name="Content Placeholder 10"/>
          <p:cNvSpPr>
            <a:spLocks noGrp="1"/>
          </p:cNvSpPr>
          <p:nvPr>
            <p:ph sz="quarter" idx="2"/>
          </p:nvPr>
        </p:nvSpPr>
        <p:spPr>
          <a:xfrm>
            <a:off x="5693664" y="1600200"/>
            <a:ext cx="4876800" cy="45720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Tree>
    <p:extLst>
      <p:ext uri="{BB962C8B-B14F-4D97-AF65-F5344CB8AC3E}">
        <p14:creationId xmlns:p14="http://schemas.microsoft.com/office/powerpoint/2010/main" val="257923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3050"/>
            <a:ext cx="10058400" cy="1143000"/>
          </a:xfrm>
        </p:spPr>
        <p:txBody>
          <a:bodyPr anchor="b"/>
          <a:lstStyle>
            <a:lvl1pPr>
              <a:defRPr/>
            </a:lvl1pPr>
          </a:lstStyle>
          <a:p>
            <a:r>
              <a:rPr kumimoji="0" lang="en-US"/>
              <a:t>Click to edit Master title style</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
        <p:nvSpPr>
          <p:cNvPr id="11" name="Content Placeholder 10"/>
          <p:cNvSpPr>
            <a:spLocks noGrp="1"/>
          </p:cNvSpPr>
          <p:nvPr>
            <p:ph sz="quarter" idx="2"/>
          </p:nvPr>
        </p:nvSpPr>
        <p:spPr>
          <a:xfrm>
            <a:off x="6096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3" name="Content Placeholder 12"/>
          <p:cNvSpPr>
            <a:spLocks noGrp="1"/>
          </p:cNvSpPr>
          <p:nvPr>
            <p:ph sz="quarter" idx="4"/>
          </p:nvPr>
        </p:nvSpPr>
        <p:spPr>
          <a:xfrm>
            <a:off x="5829300" y="2362200"/>
            <a:ext cx="4876800" cy="3886200"/>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12" name="Text Placeholder 11"/>
          <p:cNvSpPr>
            <a:spLocks noGrp="1"/>
          </p:cNvSpPr>
          <p:nvPr>
            <p:ph type="body" sz="quarter" idx="1"/>
          </p:nvPr>
        </p:nvSpPr>
        <p:spPr>
          <a:xfrm>
            <a:off x="6096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
        <p:nvSpPr>
          <p:cNvPr id="14" name="Text Placeholder 13"/>
          <p:cNvSpPr>
            <a:spLocks noGrp="1"/>
          </p:cNvSpPr>
          <p:nvPr>
            <p:ph type="body" sz="quarter" idx="3"/>
          </p:nvPr>
        </p:nvSpPr>
        <p:spPr>
          <a:xfrm>
            <a:off x="5791200" y="1569720"/>
            <a:ext cx="4876800" cy="658368"/>
          </a:xfrm>
          <a:prstGeom prst="roundRect">
            <a:avLst>
              <a:gd name="adj" fmla="val 16667"/>
            </a:avLst>
          </a:prstGeom>
          <a:solidFill>
            <a:schemeClr val="accent1"/>
          </a:solidFill>
        </p:spPr>
        <p:txBody>
          <a:bodyPr rtlCol="0" anchor="ctr">
            <a:noAutofit/>
          </a:bodyPr>
          <a:lstStyle>
            <a:lvl1pPr marL="0" indent="0">
              <a:buFontTx/>
              <a:buNone/>
              <a:defRPr sz="2000" b="1">
                <a:solidFill>
                  <a:srgbClr val="FFFFFF"/>
                </a:solidFill>
              </a:defRPr>
            </a:lvl1pPr>
          </a:lstStyle>
          <a:p>
            <a:pPr lvl="0" eaLnBrk="1" latinLnBrk="0" hangingPunct="1"/>
            <a:r>
              <a:rPr kumimoji="0" lang="en-US"/>
              <a:t>Click to edit Master text styles</a:t>
            </a:r>
          </a:p>
        </p:txBody>
      </p:sp>
    </p:spTree>
    <p:extLst>
      <p:ext uri="{BB962C8B-B14F-4D97-AF65-F5344CB8AC3E}">
        <p14:creationId xmlns:p14="http://schemas.microsoft.com/office/powerpoint/2010/main" val="40655431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6" name="Date Placeholder 5"/>
          <p:cNvSpPr>
            <a:spLocks noGrp="1"/>
          </p:cNvSpPr>
          <p:nvPr>
            <p:ph type="dt" sz="half" idx="10"/>
          </p:nvPr>
        </p:nvSpPr>
        <p:spPr/>
        <p:txBody>
          <a:bodyPr rtlCol="0"/>
          <a:lstStyle/>
          <a:p>
            <a:endParaRPr lang="en-US"/>
          </a:p>
        </p:txBody>
      </p:sp>
      <p:sp>
        <p:nvSpPr>
          <p:cNvPr id="7" name="Slide Number Placeholder 6"/>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8" name="Footer Placeholder 7"/>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340412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807638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10" name="Straight Connector 9"/>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 name="Title 1"/>
          <p:cNvSpPr>
            <a:spLocks noGrp="1"/>
          </p:cNvSpPr>
          <p:nvPr>
            <p:ph type="title"/>
          </p:nvPr>
        </p:nvSpPr>
        <p:spPr>
          <a:xfrm rot="5400000">
            <a:off x="5547360" y="3124200"/>
            <a:ext cx="6309360" cy="609600"/>
          </a:xfrm>
        </p:spPr>
        <p:txBody>
          <a:bodyPr anchor="b"/>
          <a:lstStyle>
            <a:lvl1pPr algn="l">
              <a:buNone/>
              <a:defRPr sz="2000" b="1" cap="small" baseline="0"/>
            </a:lvl1pPr>
          </a:lstStyle>
          <a:p>
            <a:r>
              <a:rPr kumimoji="0" lang="en-US"/>
              <a:t>Click to edit Master title style</a:t>
            </a:r>
          </a:p>
        </p:txBody>
      </p:sp>
      <p:sp>
        <p:nvSpPr>
          <p:cNvPr id="3" name="Text Placeholder 2"/>
          <p:cNvSpPr>
            <a:spLocks noGrp="1"/>
          </p:cNvSpPr>
          <p:nvPr>
            <p:ph type="body" idx="2"/>
          </p:nvPr>
        </p:nvSpPr>
        <p:spPr>
          <a:xfrm>
            <a:off x="9083040" y="274320"/>
            <a:ext cx="2036064" cy="4983480"/>
          </a:xfrm>
        </p:spPr>
        <p:txBody>
          <a:bodyPr/>
          <a:lstStyle>
            <a:lvl1pPr marL="0" indent="0">
              <a:spcBef>
                <a:spcPts val="400"/>
              </a:spcBef>
              <a:spcAft>
                <a:spcPts val="1000"/>
              </a:spcAft>
              <a:buNone/>
              <a:defRPr sz="1200"/>
            </a:lvl1pPr>
            <a:lvl2pPr>
              <a:buNone/>
              <a:defRPr sz="1200"/>
            </a:lvl2pPr>
            <a:lvl3pPr>
              <a:buNone/>
              <a:defRPr sz="1000"/>
            </a:lvl3pPr>
            <a:lvl4pPr>
              <a:buNone/>
              <a:defRPr sz="900"/>
            </a:lvl4pPr>
            <a:lvl5pPr>
              <a:buNone/>
              <a:defRPr sz="900"/>
            </a:lvl5pPr>
          </a:lstStyle>
          <a:p>
            <a:pPr lvl="0" eaLnBrk="1" latinLnBrk="0" hangingPunct="1"/>
            <a:r>
              <a:rPr kumimoji="0" lang="en-US"/>
              <a:t>Click to edit Master text styles</a:t>
            </a:r>
          </a:p>
        </p:txBody>
      </p:sp>
      <p:sp>
        <p:nvSpPr>
          <p:cNvPr id="8" name="Straight Connector 7"/>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9" name="Straight Connector 8"/>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1" name="Straight Connector 10"/>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Rectangle 11"/>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3" name="Straight Connector 12"/>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4" name="Oval 13"/>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18" name="Content Placeholder 17"/>
          <p:cNvSpPr>
            <a:spLocks noGrp="1"/>
          </p:cNvSpPr>
          <p:nvPr>
            <p:ph sz="quarter" idx="1"/>
          </p:nvPr>
        </p:nvSpPr>
        <p:spPr>
          <a:xfrm>
            <a:off x="406400" y="274320"/>
            <a:ext cx="7518400" cy="6327648"/>
          </a:xfrm>
        </p:spPr>
        <p:txBody>
          <a:body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21" name="Date Placeholder 20"/>
          <p:cNvSpPr>
            <a:spLocks noGrp="1"/>
          </p:cNvSpPr>
          <p:nvPr>
            <p:ph type="dt" sz="half" idx="14"/>
          </p:nvPr>
        </p:nvSpPr>
        <p:spPr/>
        <p:txBody>
          <a:bodyPr rtlCol="0"/>
          <a:lstStyle/>
          <a:p>
            <a:endParaRPr lang="en-US"/>
          </a:p>
        </p:txBody>
      </p:sp>
      <p:sp>
        <p:nvSpPr>
          <p:cNvPr id="22" name="Slide Number Placeholder 21"/>
          <p:cNvSpPr>
            <a:spLocks noGrp="1"/>
          </p:cNvSpPr>
          <p:nvPr>
            <p:ph type="sldNum" sz="quarter" idx="15"/>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3" name="Footer Placeholder 22"/>
          <p:cNvSpPr>
            <a:spLocks noGrp="1"/>
          </p:cNvSpPr>
          <p:nvPr>
            <p:ph type="ftr" sz="quarter" idx="16"/>
          </p:nvPr>
        </p:nvSpPr>
        <p:spPr/>
        <p:txBody>
          <a:bodyPr rtlCol="0"/>
          <a:lstStyle/>
          <a:p>
            <a:endParaRPr lang="en-US"/>
          </a:p>
        </p:txBody>
      </p:sp>
    </p:spTree>
    <p:extLst>
      <p:ext uri="{BB962C8B-B14F-4D97-AF65-F5344CB8AC3E}">
        <p14:creationId xmlns:p14="http://schemas.microsoft.com/office/powerpoint/2010/main" val="19627197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traight Connector 8"/>
          <p:cNvSpPr>
            <a:spLocks noChangeShapeType="1"/>
          </p:cNvSpPr>
          <p:nvPr/>
        </p:nvSpPr>
        <p:spPr bwMode="auto">
          <a:xfrm>
            <a:off x="116840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3" name="Oval 12"/>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 name="Title 1"/>
          <p:cNvSpPr>
            <a:spLocks noGrp="1"/>
          </p:cNvSpPr>
          <p:nvPr>
            <p:ph type="title"/>
          </p:nvPr>
        </p:nvSpPr>
        <p:spPr>
          <a:xfrm rot="5400000">
            <a:off x="5518404" y="3124200"/>
            <a:ext cx="6309360" cy="609600"/>
          </a:xfrm>
        </p:spPr>
        <p:txBody>
          <a:bodyPr anchor="b"/>
          <a:lstStyle>
            <a:lvl1pPr algn="l">
              <a:buNone/>
              <a:defRPr sz="2000" b="1"/>
            </a:lvl1pPr>
          </a:lstStyle>
          <a:p>
            <a:r>
              <a:rPr kumimoji="0" lang="en-US"/>
              <a:t>Click to edit Master title style</a:t>
            </a:r>
          </a:p>
        </p:txBody>
      </p:sp>
      <p:sp>
        <p:nvSpPr>
          <p:cNvPr id="3" name="Picture Placeholder 2"/>
          <p:cNvSpPr>
            <a:spLocks noGrp="1"/>
          </p:cNvSpPr>
          <p:nvPr>
            <p:ph type="pic" idx="1"/>
          </p:nvPr>
        </p:nvSpPr>
        <p:spPr>
          <a:xfrm>
            <a:off x="0" y="0"/>
            <a:ext cx="8229600" cy="6858000"/>
          </a:xfrm>
          <a:solidFill>
            <a:schemeClr val="bg2"/>
          </a:solidFill>
          <a:ln w="1270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lstStyle>
            <a:lvl1pPr marL="0" indent="0">
              <a:buNone/>
              <a:defRPr sz="3200"/>
            </a:lvl1pPr>
          </a:lstStyle>
          <a:p>
            <a:pPr algn="ctr" eaLnBrk="1" latinLnBrk="0" hangingPunct="1">
              <a:buFontTx/>
              <a:buNone/>
            </a:pPr>
            <a:r>
              <a:rPr kumimoji="0" lang="en-US"/>
              <a:t>Click icon to add picture</a:t>
            </a:r>
            <a:endParaRPr kumimoji="0" lang="en-US" dirty="0"/>
          </a:p>
        </p:txBody>
      </p:sp>
      <p:sp>
        <p:nvSpPr>
          <p:cNvPr id="4" name="Text Placeholder 3"/>
          <p:cNvSpPr>
            <a:spLocks noGrp="1"/>
          </p:cNvSpPr>
          <p:nvPr>
            <p:ph type="body" sz="half" idx="2"/>
          </p:nvPr>
        </p:nvSpPr>
        <p:spPr>
          <a:xfrm>
            <a:off x="9021064" y="264795"/>
            <a:ext cx="2032000" cy="4956048"/>
          </a:xfrm>
        </p:spPr>
        <p:txBody>
          <a:bodyPr rot="0" spcFirstLastPara="0" vertOverflow="overflow" horzOverflow="overflow" vert="horz" wrap="square" lIns="91440" tIns="45720" rIns="91440" bIns="45720" numCol="1" spcCol="274320" rtlCol="0" fromWordArt="0" anchor="t" anchorCtr="0" forceAA="0" compatLnSpc="1">
            <a:normAutofit/>
          </a:bodyPr>
          <a:lstStyle>
            <a:lvl1pPr marL="0" indent="0">
              <a:spcBef>
                <a:spcPts val="100"/>
              </a:spcBef>
              <a:spcAft>
                <a:spcPts val="400"/>
              </a:spcAft>
              <a:buFontTx/>
              <a:buNone/>
              <a:defRPr sz="1200"/>
            </a:lvl1pPr>
            <a:lvl2pPr>
              <a:defRPr sz="1200"/>
            </a:lvl2pPr>
            <a:lvl3pPr>
              <a:defRPr sz="1000"/>
            </a:lvl3pPr>
            <a:lvl4pPr>
              <a:defRPr sz="900"/>
            </a:lvl4pPr>
            <a:lvl5pPr>
              <a:defRPr sz="900"/>
            </a:lvl5pPr>
          </a:lstStyle>
          <a:p>
            <a:pPr lvl="0" eaLnBrk="1" latinLnBrk="0" hangingPunct="1"/>
            <a:r>
              <a:rPr kumimoji="0" lang="en-US"/>
              <a:t>Click to edit Master text styles</a:t>
            </a:r>
          </a:p>
        </p:txBody>
      </p:sp>
      <p:sp>
        <p:nvSpPr>
          <p:cNvPr id="10" name="Straight Connector 9"/>
          <p:cNvSpPr>
            <a:spLocks noChangeShapeType="1"/>
          </p:cNvSpPr>
          <p:nvPr/>
        </p:nvSpPr>
        <p:spPr bwMode="auto">
          <a:xfrm>
            <a:off x="11988800" y="0"/>
            <a:ext cx="0" cy="6858000"/>
          </a:xfrm>
          <a:prstGeom prst="line">
            <a:avLst/>
          </a:prstGeom>
          <a:noFill/>
          <a:ln w="9525" cap="flat" cmpd="sng" algn="ctr">
            <a:solidFill>
              <a:schemeClr val="tx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1" name="Rectangle 10"/>
          <p:cNvSpPr/>
          <p:nvPr/>
        </p:nvSpPr>
        <p:spPr bwMode="auto">
          <a:xfrm>
            <a:off x="11785600" y="0"/>
            <a:ext cx="406400" cy="6858000"/>
          </a:xfrm>
          <a:prstGeom prst="rect">
            <a:avLst/>
          </a:prstGeom>
          <a:solidFill>
            <a:schemeClr val="accent1">
              <a:tint val="60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2" name="Straight Connector 11"/>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9" name="Straight Connector 18"/>
          <p:cNvSpPr>
            <a:spLocks noChangeShapeType="1"/>
          </p:cNvSpPr>
          <p:nvPr/>
        </p:nvSpPr>
        <p:spPr bwMode="auto">
          <a:xfrm>
            <a:off x="8331200" y="0"/>
            <a:ext cx="0" cy="6858000"/>
          </a:xfrm>
          <a:prstGeom prst="line">
            <a:avLst/>
          </a:prstGeom>
          <a:noFill/>
          <a:ln w="38100" cap="flat" cmpd="sng"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0" name="Straight Connector 19"/>
          <p:cNvSpPr>
            <a:spLocks noChangeShapeType="1"/>
          </p:cNvSpPr>
          <p:nvPr/>
        </p:nvSpPr>
        <p:spPr bwMode="auto">
          <a:xfrm>
            <a:off x="8256395" y="0"/>
            <a:ext cx="0" cy="6858000"/>
          </a:xfrm>
          <a:prstGeom prst="line">
            <a:avLst/>
          </a:prstGeom>
          <a:noFill/>
          <a:ln w="1270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17" name="Date Placeholder 16"/>
          <p:cNvSpPr>
            <a:spLocks noGrp="1"/>
          </p:cNvSpPr>
          <p:nvPr>
            <p:ph type="dt" sz="half" idx="10"/>
          </p:nvPr>
        </p:nvSpPr>
        <p:spPr/>
        <p:txBody>
          <a:bodyPr rtlCol="0"/>
          <a:lstStyle/>
          <a:p>
            <a:endParaRPr lang="en-US"/>
          </a:p>
        </p:txBody>
      </p:sp>
      <p:sp>
        <p:nvSpPr>
          <p:cNvPr id="18" name="Slide Number Placeholder 17"/>
          <p:cNvSpPr>
            <a:spLocks noGrp="1"/>
          </p:cNvSpPr>
          <p:nvPr>
            <p:ph type="sldNum" sz="quarter" idx="11"/>
          </p:nvPr>
        </p:nvSpPr>
        <p:spPr/>
        <p:txBody>
          <a:bodyPr rtlCol="0"/>
          <a:lstStyle/>
          <a:p>
            <a:pPr marL="0" lvl="0" indent="0" algn="ctr" rtl="0">
              <a:spcBef>
                <a:spcPts val="0"/>
              </a:spcBef>
              <a:spcAft>
                <a:spcPts val="0"/>
              </a:spcAft>
              <a:buNone/>
            </a:pPr>
            <a:fld id="{00000000-1234-1234-1234-123412341234}" type="slidenum">
              <a:rPr lang="en-US" smtClean="0"/>
              <a:t>‹#›</a:t>
            </a:fld>
            <a:endParaRPr lang="en-US"/>
          </a:p>
        </p:txBody>
      </p:sp>
      <p:sp>
        <p:nvSpPr>
          <p:cNvPr id="21" name="Footer Placeholder 20"/>
          <p:cNvSpPr>
            <a:spLocks noGrp="1"/>
          </p:cNvSpPr>
          <p:nvPr>
            <p:ph type="ftr" sz="quarter" idx="12"/>
          </p:nvPr>
        </p:nvSpPr>
        <p:spPr/>
        <p:txBody>
          <a:bodyPr rtlCol="0"/>
          <a:lstStyle/>
          <a:p>
            <a:endParaRPr lang="en-US"/>
          </a:p>
        </p:txBody>
      </p:sp>
    </p:spTree>
    <p:extLst>
      <p:ext uri="{BB962C8B-B14F-4D97-AF65-F5344CB8AC3E}">
        <p14:creationId xmlns:p14="http://schemas.microsoft.com/office/powerpoint/2010/main" val="160137485"/>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7747826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235200" cy="5851525"/>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0446928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chart">
  <p:cSld name="Title and Chart">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p>
            <a:r>
              <a:rPr lang="en-US"/>
              <a:t>Click to edit Master title style</a:t>
            </a:r>
          </a:p>
        </p:txBody>
      </p:sp>
      <p:sp>
        <p:nvSpPr>
          <p:cNvPr id="3" name="Chart Placeholder 2"/>
          <p:cNvSpPr>
            <a:spLocks noGrp="1"/>
          </p:cNvSpPr>
          <p:nvPr>
            <p:ph type="chart" idx="1"/>
          </p:nvPr>
        </p:nvSpPr>
        <p:spPr>
          <a:xfrm>
            <a:off x="609600" y="1600201"/>
            <a:ext cx="10972800" cy="4525963"/>
          </a:xfrm>
        </p:spPr>
        <p:txBody>
          <a:bodyPr/>
          <a:lstStyle/>
          <a:p>
            <a:r>
              <a:rPr lang="en-US"/>
              <a:t>Click icon to add chart</a:t>
            </a:r>
          </a:p>
        </p:txBody>
      </p:sp>
      <p:sp>
        <p:nvSpPr>
          <p:cNvPr id="4" name="Date Placeholder 3"/>
          <p:cNvSpPr>
            <a:spLocks noGrp="1"/>
          </p:cNvSpPr>
          <p:nvPr>
            <p:ph type="dt" sz="half" idx="10"/>
          </p:nvPr>
        </p:nvSpPr>
        <p:spPr>
          <a:xfrm>
            <a:off x="609600" y="6245225"/>
            <a:ext cx="2844800" cy="476250"/>
          </a:xfrm>
        </p:spPr>
        <p:txBody>
          <a:bodyPr/>
          <a:lstStyle>
            <a:lvl1pPr>
              <a:defRPr/>
            </a:lvl1pPr>
          </a:lstStyle>
          <a:p>
            <a:endParaRPr lang="en-US"/>
          </a:p>
        </p:txBody>
      </p:sp>
      <p:sp>
        <p:nvSpPr>
          <p:cNvPr id="5" name="Footer Placeholder 4"/>
          <p:cNvSpPr>
            <a:spLocks noGrp="1"/>
          </p:cNvSpPr>
          <p:nvPr>
            <p:ph type="ftr" sz="quarter" idx="11"/>
          </p:nvPr>
        </p:nvSpPr>
        <p:spPr>
          <a:xfrm>
            <a:off x="4165600" y="6245225"/>
            <a:ext cx="3860800" cy="476250"/>
          </a:xfrm>
        </p:spPr>
        <p:txBody>
          <a:bodyPr/>
          <a:lstStyle>
            <a:lvl1pPr>
              <a:defRPr/>
            </a:lvl1pPr>
          </a:lstStyle>
          <a:p>
            <a:endParaRPr lang="en-US"/>
          </a:p>
        </p:txBody>
      </p:sp>
      <p:sp>
        <p:nvSpPr>
          <p:cNvPr id="6" name="Slide Number Placeholder 5"/>
          <p:cNvSpPr>
            <a:spLocks noGrp="1"/>
          </p:cNvSpPr>
          <p:nvPr>
            <p:ph type="sldNum" sz="quarter" idx="12"/>
          </p:nvPr>
        </p:nvSpPr>
        <p:spPr>
          <a:xfrm>
            <a:off x="8737600" y="6245225"/>
            <a:ext cx="2844800" cy="476250"/>
          </a:xfrm>
        </p:spPr>
        <p:txBody>
          <a:bodyPr/>
          <a:lstStyle>
            <a:lvl1pPr>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1924694150"/>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Title - Top copy">
    <p:spTree>
      <p:nvGrpSpPr>
        <p:cNvPr id="1" name=""/>
        <p:cNvGrpSpPr/>
        <p:nvPr/>
      </p:nvGrpSpPr>
      <p:grpSpPr>
        <a:xfrm>
          <a:off x="0" y="0"/>
          <a:ext cx="0" cy="0"/>
          <a:chOff x="0" y="0"/>
          <a:chExt cx="0" cy="0"/>
        </a:xfrm>
      </p:grpSpPr>
      <p:sp>
        <p:nvSpPr>
          <p:cNvPr id="38" name="Title Text"/>
          <p:cNvSpPr txBox="1">
            <a:spLocks noGrp="1"/>
          </p:cNvSpPr>
          <p:nvPr>
            <p:ph type="title"/>
          </p:nvPr>
        </p:nvSpPr>
        <p:spPr>
          <a:prstGeom prst="rect">
            <a:avLst/>
          </a:prstGeom>
        </p:spPr>
        <p:txBody>
          <a:bodyPr/>
          <a:lstStyle/>
          <a:p>
            <a:r>
              <a:t>Title Text</a:t>
            </a:r>
          </a:p>
        </p:txBody>
      </p:sp>
      <p:sp>
        <p:nvSpPr>
          <p:cNvPr id="39" name="Text"/>
          <p:cNvSpPr txBox="1">
            <a:spLocks noGrp="1"/>
          </p:cNvSpPr>
          <p:nvPr>
            <p:ph type="body" idx="21"/>
          </p:nvPr>
        </p:nvSpPr>
        <p:spPr>
          <a:xfrm>
            <a:off x="844550" y="1143000"/>
            <a:ext cx="10502900" cy="8094524"/>
          </a:xfrm>
          <a:prstGeom prst="rect">
            <a:avLst/>
          </a:prstGeom>
        </p:spPr>
        <p:txBody>
          <a:bodyPr>
            <a:spAutoFit/>
          </a:bodyPr>
          <a:lstStyle>
            <a:lvl1pPr marL="0" indent="0">
              <a:spcBef>
                <a:spcPts val="0"/>
              </a:spcBef>
              <a:buSzTx/>
              <a:buNone/>
              <a:defRPr sz="4000">
                <a:latin typeface="Avenir Medium"/>
                <a:sym typeface="Avenir Medium"/>
              </a:defRPr>
            </a:lvl1pPr>
          </a:lstStyle>
          <a:p>
            <a:pPr marL="0" indent="0">
              <a:buSzTx/>
              <a:buNone/>
              <a:defRPr sz="4000">
                <a:latin typeface="Avenir Medium"/>
                <a:ea typeface="Avenir Medium"/>
                <a:cs typeface="Avenir Medium"/>
                <a:sym typeface="Avenir Medium"/>
              </a:defRPr>
            </a:pPr>
            <a:r>
              <a:t>Text</a:t>
            </a: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a:p>
            <a:pPr marL="0" indent="0">
              <a:spcBef>
                <a:spcPts val="0"/>
              </a:spcBef>
              <a:buSzTx/>
              <a:buNone/>
              <a:defRPr sz="4000">
                <a:latin typeface="Avenir Medium"/>
                <a:ea typeface="Avenir Medium"/>
                <a:cs typeface="Avenir Medium"/>
                <a:sym typeface="Avenir Medium"/>
              </a:defRPr>
            </a:pPr>
            <a:endParaRPr/>
          </a:p>
        </p:txBody>
      </p:sp>
      <p:sp>
        <p:nvSpPr>
          <p:cNvPr id="4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extLst>
      <p:ext uri="{BB962C8B-B14F-4D97-AF65-F5344CB8AC3E}">
        <p14:creationId xmlns:p14="http://schemas.microsoft.com/office/powerpoint/2010/main" val="2048463984"/>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16" name="Straight Connector 15"/>
          <p:cNvSpPr>
            <a:spLocks noChangeShapeType="1"/>
          </p:cNvSpPr>
          <p:nvPr/>
        </p:nvSpPr>
        <p:spPr bwMode="auto">
          <a:xfrm>
            <a:off x="11684000" y="0"/>
            <a:ext cx="0" cy="6858000"/>
          </a:xfrm>
          <a:prstGeom prst="line">
            <a:avLst/>
          </a:prstGeom>
          <a:noFill/>
          <a:ln w="38100" cap="flat" cmpd="sng" algn="ctr">
            <a:solidFill>
              <a:schemeClr val="accent1">
                <a:tint val="60000"/>
                <a:alpha val="93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dirty="0"/>
          </a:p>
        </p:txBody>
      </p:sp>
      <p:sp>
        <p:nvSpPr>
          <p:cNvPr id="22" name="Title Placeholder 21"/>
          <p:cNvSpPr>
            <a:spLocks noGrp="1"/>
          </p:cNvSpPr>
          <p:nvPr>
            <p:ph type="title"/>
          </p:nvPr>
        </p:nvSpPr>
        <p:spPr>
          <a:xfrm>
            <a:off x="609600" y="274638"/>
            <a:ext cx="9956800" cy="1143000"/>
          </a:xfrm>
          <a:prstGeom prst="rect">
            <a:avLst/>
          </a:prstGeom>
        </p:spPr>
        <p:txBody>
          <a:bodyPr vert="horz" anchor="b">
            <a:normAutofit/>
          </a:bodyPr>
          <a:lstStyle/>
          <a:p>
            <a:r>
              <a:rPr kumimoji="0" lang="en-US"/>
              <a:t>Click to edit Master title style</a:t>
            </a:r>
          </a:p>
        </p:txBody>
      </p:sp>
      <p:sp>
        <p:nvSpPr>
          <p:cNvPr id="13" name="Text Placeholder 12"/>
          <p:cNvSpPr>
            <a:spLocks noGrp="1"/>
          </p:cNvSpPr>
          <p:nvPr>
            <p:ph type="body" idx="1"/>
          </p:nvPr>
        </p:nvSpPr>
        <p:spPr>
          <a:xfrm>
            <a:off x="609600" y="1600200"/>
            <a:ext cx="9956800" cy="4873752"/>
          </a:xfrm>
          <a:prstGeom prst="rect">
            <a:avLst/>
          </a:prstGeom>
        </p:spPr>
        <p:txBody>
          <a:bodyPr vert="horz">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14" name="Date Placeholder 13"/>
          <p:cNvSpPr>
            <a:spLocks noGrp="1"/>
          </p:cNvSpPr>
          <p:nvPr>
            <p:ph type="dt" sz="half" idx="2"/>
          </p:nvPr>
        </p:nvSpPr>
        <p:spPr>
          <a:xfrm rot="5400000">
            <a:off x="10454640" y="1017843"/>
            <a:ext cx="2011680" cy="512064"/>
          </a:xfrm>
          <a:prstGeom prst="rect">
            <a:avLst/>
          </a:prstGeom>
        </p:spPr>
        <p:txBody>
          <a:bodyPr vert="horz" anchor="ctr" anchorCtr="0"/>
          <a:lstStyle>
            <a:lvl1pPr algn="r" eaLnBrk="1" latinLnBrk="0" hangingPunct="1">
              <a:defRPr kumimoji="0" sz="1200">
                <a:solidFill>
                  <a:schemeClr val="tx2"/>
                </a:solidFill>
              </a:defRPr>
            </a:lvl1pPr>
          </a:lstStyle>
          <a:p>
            <a:endParaRPr lang="en-US"/>
          </a:p>
        </p:txBody>
      </p:sp>
      <p:sp>
        <p:nvSpPr>
          <p:cNvPr id="3" name="Footer Placeholder 2"/>
          <p:cNvSpPr>
            <a:spLocks noGrp="1"/>
          </p:cNvSpPr>
          <p:nvPr>
            <p:ph type="ftr" sz="quarter" idx="3"/>
          </p:nvPr>
        </p:nvSpPr>
        <p:spPr>
          <a:xfrm rot="5400000">
            <a:off x="9853648" y="3676280"/>
            <a:ext cx="3200400" cy="487680"/>
          </a:xfrm>
          <a:prstGeom prst="rect">
            <a:avLst/>
          </a:prstGeom>
        </p:spPr>
        <p:txBody>
          <a:bodyPr vert="horz" anchor="ctr" anchorCtr="0"/>
          <a:lstStyle>
            <a:lvl1pPr algn="l" eaLnBrk="1" latinLnBrk="0" hangingPunct="1">
              <a:defRPr kumimoji="0" sz="1200">
                <a:solidFill>
                  <a:schemeClr val="tx2"/>
                </a:solidFill>
              </a:defRPr>
            </a:lvl1pPr>
          </a:lstStyle>
          <a:p>
            <a:endParaRPr lang="en-US"/>
          </a:p>
        </p:txBody>
      </p:sp>
      <p:sp>
        <p:nvSpPr>
          <p:cNvPr id="7" name="Straight Connector 6"/>
          <p:cNvSpPr>
            <a:spLocks noChangeShapeType="1"/>
          </p:cNvSpPr>
          <p:nvPr/>
        </p:nvSpPr>
        <p:spPr bwMode="auto">
          <a:xfrm>
            <a:off x="101600" y="0"/>
            <a:ext cx="0" cy="6858000"/>
          </a:xfrm>
          <a:prstGeom prst="line">
            <a:avLst/>
          </a:prstGeom>
          <a:noFill/>
          <a:ln w="57150" cap="flat" cmpd="thickThin" algn="ctr">
            <a:solidFill>
              <a:schemeClr val="accent1">
                <a:tint val="60000"/>
              </a:schemeClr>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9" name="Straight Connector 8"/>
          <p:cNvSpPr>
            <a:spLocks noChangeShapeType="1"/>
          </p:cNvSpPr>
          <p:nvPr/>
        </p:nvSpPr>
        <p:spPr bwMode="auto">
          <a:xfrm>
            <a:off x="11988800" y="0"/>
            <a:ext cx="0" cy="6858000"/>
          </a:xfrm>
          <a:prstGeom prst="line">
            <a:avLst/>
          </a:prstGeom>
          <a:noFill/>
          <a:ln w="19050"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0" name="Rectangle 9"/>
          <p:cNvSpPr/>
          <p:nvPr/>
        </p:nvSpPr>
        <p:spPr bwMode="auto">
          <a:xfrm>
            <a:off x="11785600" y="0"/>
            <a:ext cx="406400" cy="6858000"/>
          </a:xfrm>
          <a:prstGeom prst="rect">
            <a:avLst/>
          </a:prstGeom>
          <a:solidFill>
            <a:schemeClr val="accent1">
              <a:tint val="60000"/>
              <a:alpha val="87000"/>
            </a:schemeClr>
          </a:solidFill>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a:p>
        </p:txBody>
      </p:sp>
      <p:sp>
        <p:nvSpPr>
          <p:cNvPr id="11" name="Straight Connector 10"/>
          <p:cNvSpPr>
            <a:spLocks noChangeShapeType="1"/>
          </p:cNvSpPr>
          <p:nvPr/>
        </p:nvSpPr>
        <p:spPr bwMode="auto">
          <a:xfrm>
            <a:off x="11887200" y="0"/>
            <a:ext cx="0" cy="6858000"/>
          </a:xfrm>
          <a:prstGeom prst="line">
            <a:avLst/>
          </a:prstGeom>
          <a:noFill/>
          <a:ln w="9525" cap="flat" cmpd="sng" algn="ctr">
            <a:solidFill>
              <a:schemeClr val="accent1"/>
            </a:solidFill>
            <a:prstDash val="solid"/>
            <a:round/>
            <a:headEnd type="none" w="med" len="med"/>
            <a:tailEnd type="none" w="med" len="med"/>
          </a:ln>
          <a:effectLst/>
        </p:spPr>
        <p:txBody>
          <a:bodyPr vert="horz" wrap="square" lIns="91440" tIns="45720" rIns="91440" bIns="45720" anchor="t" compatLnSpc="1"/>
          <a:lstStyle/>
          <a:p>
            <a:endParaRPr kumimoji="0" lang="en-US" sz="1400"/>
          </a:p>
        </p:txBody>
      </p:sp>
      <p:sp>
        <p:nvSpPr>
          <p:cNvPr id="12" name="Oval 11"/>
          <p:cNvSpPr/>
          <p:nvPr/>
        </p:nvSpPr>
        <p:spPr>
          <a:xfrm>
            <a:off x="10875264" y="5715000"/>
            <a:ext cx="731520" cy="548640"/>
          </a:xfrm>
          <a:prstGeom prst="ellipse">
            <a:avLst/>
          </a:prstGeom>
          <a:ln w="381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sz="1400" dirty="0"/>
          </a:p>
        </p:txBody>
      </p:sp>
      <p:sp>
        <p:nvSpPr>
          <p:cNvPr id="23" name="Slide Number Placeholder 22"/>
          <p:cNvSpPr>
            <a:spLocks noGrp="1"/>
          </p:cNvSpPr>
          <p:nvPr>
            <p:ph type="sldNum" sz="quarter" idx="4"/>
          </p:nvPr>
        </p:nvSpPr>
        <p:spPr>
          <a:xfrm>
            <a:off x="10838688" y="5734050"/>
            <a:ext cx="812800" cy="521208"/>
          </a:xfrm>
          <a:prstGeom prst="rect">
            <a:avLst/>
          </a:prstGeom>
        </p:spPr>
        <p:txBody>
          <a:bodyPr vert="horz" anchor="ctr"/>
          <a:lstStyle>
            <a:lvl1pPr algn="ctr" eaLnBrk="1" latinLnBrk="0" hangingPunct="1">
              <a:defRPr kumimoji="0" sz="1400" b="1">
                <a:solidFill>
                  <a:srgbClr val="FFFFFF"/>
                </a:solidFill>
              </a:defRPr>
            </a:lvl1pPr>
          </a:lstStyle>
          <a:p>
            <a:pPr marL="0" lvl="0" indent="0" algn="ctr" rtl="0">
              <a:spcBef>
                <a:spcPts val="0"/>
              </a:spcBef>
              <a:spcAft>
                <a:spcPts val="0"/>
              </a:spcAft>
              <a:buNone/>
            </a:pPr>
            <a:fld id="{00000000-1234-1234-1234-123412341234}" type="slidenum">
              <a:rPr lang="en-US" smtClean="0"/>
              <a:t>‹#›</a:t>
            </a:fld>
            <a:endParaRPr lang="en-US"/>
          </a:p>
        </p:txBody>
      </p:sp>
    </p:spTree>
    <p:extLst>
      <p:ext uri="{BB962C8B-B14F-4D97-AF65-F5344CB8AC3E}">
        <p14:creationId xmlns:p14="http://schemas.microsoft.com/office/powerpoint/2010/main" val="348702531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Lst>
  </p:timing>
  <p:hf sldNum="0" hdr="0" ftr="0" dt="0"/>
  <p:txStyles>
    <p:titleStyle>
      <a:lvl1pPr algn="l" rtl="0" eaLnBrk="1" latinLnBrk="0" hangingPunct="1">
        <a:spcBef>
          <a:spcPct val="0"/>
        </a:spcBef>
        <a:buNone/>
        <a:defRPr kumimoji="0" sz="3000" b="0" kern="1200" cap="small" baseline="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0000"/>
        <a:buFont typeface="Wingdings"/>
        <a:buChar char=""/>
        <a:defRPr kumimoji="0" sz="2400" kern="1200">
          <a:solidFill>
            <a:schemeClr val="tx1"/>
          </a:solidFill>
          <a:latin typeface="+mn-lt"/>
          <a:ea typeface="+mn-ea"/>
          <a:cs typeface="+mn-cs"/>
        </a:defRPr>
      </a:lvl1pPr>
      <a:lvl2pPr marL="640080" indent="-274320" algn="l" rtl="0" eaLnBrk="1" latinLnBrk="0" hangingPunct="1">
        <a:spcBef>
          <a:spcPct val="20000"/>
        </a:spcBef>
        <a:buClr>
          <a:schemeClr val="accent1"/>
        </a:buClr>
        <a:buSzPct val="80000"/>
        <a:buFont typeface="Wingdings 2"/>
        <a:buChar char=""/>
        <a:defRPr kumimoji="0" sz="2100" kern="1200">
          <a:solidFill>
            <a:schemeClr val="tx1"/>
          </a:solidFill>
          <a:latin typeface="+mn-lt"/>
          <a:ea typeface="+mn-ea"/>
          <a:cs typeface="+mn-cs"/>
        </a:defRPr>
      </a:lvl2pPr>
      <a:lvl3pPr marL="914400" indent="-182880" algn="l" rtl="0" eaLnBrk="1" latinLnBrk="0" hangingPunct="1">
        <a:spcBef>
          <a:spcPct val="20000"/>
        </a:spcBef>
        <a:buClr>
          <a:schemeClr val="accent1">
            <a:shade val="75000"/>
          </a:schemeClr>
        </a:buClr>
        <a:buSzPct val="60000"/>
        <a:buFont typeface="Wingdings"/>
        <a:buChar char=""/>
        <a:defRPr kumimoji="0" sz="1800" kern="1200">
          <a:solidFill>
            <a:schemeClr val="tx1"/>
          </a:solidFill>
          <a:latin typeface="+mn-lt"/>
          <a:ea typeface="+mn-ea"/>
          <a:cs typeface="+mn-cs"/>
        </a:defRPr>
      </a:lvl3pPr>
      <a:lvl4pPr marL="1188720" indent="-182880" algn="l" rtl="0" eaLnBrk="1" latinLnBrk="0" hangingPunct="1">
        <a:spcBef>
          <a:spcPct val="20000"/>
        </a:spcBef>
        <a:buClr>
          <a:schemeClr val="accent1">
            <a:tint val="60000"/>
          </a:schemeClr>
        </a:buClr>
        <a:buSzPct val="60000"/>
        <a:buFont typeface="Wingdings"/>
        <a:buChar char=""/>
        <a:defRPr kumimoji="0" sz="1800" kern="1200">
          <a:solidFill>
            <a:schemeClr val="tx1"/>
          </a:solidFill>
          <a:latin typeface="+mn-lt"/>
          <a:ea typeface="+mn-ea"/>
          <a:cs typeface="+mn-cs"/>
        </a:defRPr>
      </a:lvl4pPr>
      <a:lvl5pPr marL="1463040" indent="-182880" algn="l" rtl="0" eaLnBrk="1" latinLnBrk="0" hangingPunct="1">
        <a:spcBef>
          <a:spcPct val="20000"/>
        </a:spcBef>
        <a:buClr>
          <a:schemeClr val="accent2">
            <a:tint val="60000"/>
          </a:schemeClr>
        </a:buClr>
        <a:buSzPct val="68000"/>
        <a:buFont typeface="Wingdings 2"/>
        <a:buChar char=""/>
        <a:defRPr kumimoji="0" sz="1600" kern="1200">
          <a:solidFill>
            <a:schemeClr val="tx1"/>
          </a:solidFill>
          <a:latin typeface="+mn-lt"/>
          <a:ea typeface="+mn-ea"/>
          <a:cs typeface="+mn-cs"/>
        </a:defRPr>
      </a:lvl5pPr>
      <a:lvl6pPr marL="1737360" indent="-182880" algn="l" rtl="0" eaLnBrk="1" latinLnBrk="0" hangingPunct="1">
        <a:spcBef>
          <a:spcPct val="20000"/>
        </a:spcBef>
        <a:buClr>
          <a:schemeClr val="accent1"/>
        </a:buClr>
        <a:buChar char="•"/>
        <a:defRPr kumimoji="0" sz="1600" kern="1200">
          <a:solidFill>
            <a:schemeClr val="tx2"/>
          </a:solidFill>
          <a:latin typeface="+mn-lt"/>
          <a:ea typeface="+mn-ea"/>
          <a:cs typeface="+mn-cs"/>
        </a:defRPr>
      </a:lvl6pPr>
      <a:lvl7pPr marL="2011680" indent="-182880" algn="l" rtl="0" eaLnBrk="1" latinLnBrk="0" hangingPunct="1">
        <a:spcBef>
          <a:spcPct val="20000"/>
        </a:spcBef>
        <a:buClr>
          <a:schemeClr val="accent1">
            <a:tint val="60000"/>
          </a:schemeClr>
        </a:buClr>
        <a:buSzPct val="60000"/>
        <a:buFont typeface="Wingdings"/>
        <a:buChar char=""/>
        <a:defRPr kumimoji="0" sz="1400" kern="1200" baseline="0">
          <a:solidFill>
            <a:schemeClr val="tx2"/>
          </a:solidFill>
          <a:latin typeface="+mn-lt"/>
          <a:ea typeface="+mn-ea"/>
          <a:cs typeface="+mn-cs"/>
        </a:defRPr>
      </a:lvl7pPr>
      <a:lvl8pPr marL="2286000" indent="-182880" algn="l" rtl="0" eaLnBrk="1" latinLnBrk="0" hangingPunct="1">
        <a:spcBef>
          <a:spcPct val="20000"/>
        </a:spcBef>
        <a:buClr>
          <a:schemeClr val="accent2"/>
        </a:buClr>
        <a:buChar char="•"/>
        <a:defRPr kumimoji="0" sz="1400" kern="1200" cap="small" baseline="0">
          <a:solidFill>
            <a:schemeClr val="tx2"/>
          </a:solidFill>
          <a:latin typeface="+mn-lt"/>
          <a:ea typeface="+mn-ea"/>
          <a:cs typeface="+mn-cs"/>
        </a:defRPr>
      </a:lvl8pPr>
      <a:lvl9pPr marL="2560320" indent="-182880" algn="l" rtl="0" eaLnBrk="1" latinLnBrk="0" hangingPunct="1">
        <a:spcBef>
          <a:spcPct val="20000"/>
        </a:spcBef>
        <a:buClr>
          <a:schemeClr val="accent1">
            <a:shade val="75000"/>
          </a:schemeClr>
        </a:buClr>
        <a:buChar char="•"/>
        <a:defRPr kumimoji="0" sz="1400" kern="1200" baseline="0">
          <a:solidFill>
            <a:schemeClr val="tx2"/>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3.png"/><Relationship Id="rId7" Type="http://schemas.openxmlformats.org/officeDocument/2006/relationships/customXml" Target="../ink/ink2.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1.png"/></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customXml" Target="../ink/ink3.xml"/><Relationship Id="rId4" Type="http://schemas.openxmlformats.org/officeDocument/2006/relationships/image" Target="../media/image74.png"/></Relationships>
</file>

<file path=ppt/slides/_rels/slide4.xml.rels><?xml version="1.0" encoding="UTF-8" standalone="yes"?>
<Relationships xmlns="http://schemas.openxmlformats.org/package/2006/relationships"><Relationship Id="rId3" Type="http://schemas.openxmlformats.org/officeDocument/2006/relationships/customXml" Target="../ink/ink4.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1.png"/><Relationship Id="rId4" Type="http://schemas.openxmlformats.org/officeDocument/2006/relationships/customXml" Target="../ink/ink5.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customXml" Target="../ink/ink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customXml" Target="../ink/ink8.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customXml" Target="../ink/ink9.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customXml" Target="../ink/ink10.xml"/><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customXml" Target="../ink/ink11.xml"/><Relationship Id="rId5" Type="http://schemas.openxmlformats.org/officeDocument/2006/relationships/image" Target="../media/image25.png"/><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customXml" Target="../ink/ink13.xm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customXml" Target="../ink/ink14.xml"/><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customXml" Target="../ink/ink15.xml"/><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17.xml.rels><?xml version="1.0" encoding="UTF-8" standalone="yes"?>
<Relationships xmlns="http://schemas.openxmlformats.org/package/2006/relationships"><Relationship Id="rId3" Type="http://schemas.openxmlformats.org/officeDocument/2006/relationships/image" Target="../media/image26.tif"/><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32.png"/><Relationship Id="rId5" Type="http://schemas.openxmlformats.org/officeDocument/2006/relationships/customXml" Target="../ink/ink16.xml"/><Relationship Id="rId4" Type="http://schemas.openxmlformats.org/officeDocument/2006/relationships/hyperlink" Target="https://digiday.com/media/new-york-times-experimenting-mobile-specific-headlines/" TargetMode="External"/></Relationships>
</file>

<file path=ppt/slides/_rels/slide18.xml.rels><?xml version="1.0" encoding="UTF-8" standalone="yes"?>
<Relationships xmlns="http://schemas.openxmlformats.org/package/2006/relationships"><Relationship Id="rId3" Type="http://schemas.openxmlformats.org/officeDocument/2006/relationships/customXml" Target="../ink/ink17.xml"/><Relationship Id="rId2" Type="http://schemas.openxmlformats.org/officeDocument/2006/relationships/image" Target="../media/image27.tif"/><Relationship Id="rId1" Type="http://schemas.openxmlformats.org/officeDocument/2006/relationships/slideLayout" Target="../slideLayouts/slideLayout13.xml"/><Relationship Id="rId4" Type="http://schemas.openxmlformats.org/officeDocument/2006/relationships/image" Target="../media/image34.png"/></Relationships>
</file>

<file path=ppt/slides/_rels/slide19.xml.rels><?xml version="1.0" encoding="UTF-8" standalone="yes"?>
<Relationships xmlns="http://schemas.openxmlformats.org/package/2006/relationships"><Relationship Id="rId3" Type="http://schemas.openxmlformats.org/officeDocument/2006/relationships/image" Target="../media/image28.tif"/><Relationship Id="rId2" Type="http://schemas.openxmlformats.org/officeDocument/2006/relationships/notesSlide" Target="../notesSlides/notesSlide15.xml"/><Relationship Id="rId1" Type="http://schemas.openxmlformats.org/officeDocument/2006/relationships/slideLayout" Target="../slideLayouts/slideLayout13.xml"/><Relationship Id="rId5" Type="http://schemas.openxmlformats.org/officeDocument/2006/relationships/image" Target="../media/image33.png"/><Relationship Id="rId4" Type="http://schemas.openxmlformats.org/officeDocument/2006/relationships/image" Target="../media/image29.tif"/></Relationships>
</file>

<file path=ppt/slides/_rels/slide2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2" Type="http://schemas.openxmlformats.org/officeDocument/2006/relationships/image" Target="../media/image36.tif"/><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8.tif"/><Relationship Id="rId2" Type="http://schemas.openxmlformats.org/officeDocument/2006/relationships/image" Target="../media/image37.tif"/><Relationship Id="rId1" Type="http://schemas.openxmlformats.org/officeDocument/2006/relationships/slideLayout" Target="../slideLayouts/slideLayout13.xml"/><Relationship Id="rId5" Type="http://schemas.openxmlformats.org/officeDocument/2006/relationships/image" Target="../media/image42.png"/><Relationship Id="rId4" Type="http://schemas.openxmlformats.org/officeDocument/2006/relationships/customXml" Target="../ink/ink18.xml"/></Relationships>
</file>

<file path=ppt/slides/_rels/slide23.xml.rels><?xml version="1.0" encoding="UTF-8" standalone="yes"?>
<Relationships xmlns="http://schemas.openxmlformats.org/package/2006/relationships"><Relationship Id="rId8" Type="http://schemas.openxmlformats.org/officeDocument/2006/relationships/image" Target="../media/image45.tif"/><Relationship Id="rId13" Type="http://schemas.openxmlformats.org/officeDocument/2006/relationships/image" Target="../media/image50.tif"/><Relationship Id="rId18" Type="http://schemas.openxmlformats.org/officeDocument/2006/relationships/image" Target="../media/image55.tif"/><Relationship Id="rId3" Type="http://schemas.openxmlformats.org/officeDocument/2006/relationships/image" Target="../media/image40.tif"/><Relationship Id="rId21" Type="http://schemas.openxmlformats.org/officeDocument/2006/relationships/image" Target="../media/image58.tif"/><Relationship Id="rId7" Type="http://schemas.openxmlformats.org/officeDocument/2006/relationships/image" Target="../media/image44.tif"/><Relationship Id="rId12" Type="http://schemas.openxmlformats.org/officeDocument/2006/relationships/image" Target="../media/image49.tif"/><Relationship Id="rId17" Type="http://schemas.openxmlformats.org/officeDocument/2006/relationships/image" Target="../media/image54.tif"/><Relationship Id="rId2" Type="http://schemas.openxmlformats.org/officeDocument/2006/relationships/image" Target="../media/image39.tif"/><Relationship Id="rId16" Type="http://schemas.openxmlformats.org/officeDocument/2006/relationships/image" Target="../media/image53.tif"/><Relationship Id="rId20" Type="http://schemas.openxmlformats.org/officeDocument/2006/relationships/image" Target="../media/image57.tif"/><Relationship Id="rId1" Type="http://schemas.openxmlformats.org/officeDocument/2006/relationships/slideLayout" Target="../slideLayouts/slideLayout13.xml"/><Relationship Id="rId6" Type="http://schemas.openxmlformats.org/officeDocument/2006/relationships/image" Target="../media/image43.tif"/><Relationship Id="rId11" Type="http://schemas.openxmlformats.org/officeDocument/2006/relationships/image" Target="../media/image48.tif"/><Relationship Id="rId5" Type="http://schemas.openxmlformats.org/officeDocument/2006/relationships/image" Target="../media/image42.tif"/><Relationship Id="rId15" Type="http://schemas.openxmlformats.org/officeDocument/2006/relationships/image" Target="../media/image52.tif"/><Relationship Id="rId23" Type="http://schemas.openxmlformats.org/officeDocument/2006/relationships/image" Target="../media/image63.png"/><Relationship Id="rId10" Type="http://schemas.openxmlformats.org/officeDocument/2006/relationships/image" Target="../media/image47.tif"/><Relationship Id="rId19" Type="http://schemas.openxmlformats.org/officeDocument/2006/relationships/image" Target="../media/image56.tif"/><Relationship Id="rId4" Type="http://schemas.openxmlformats.org/officeDocument/2006/relationships/image" Target="../media/image41.tif"/><Relationship Id="rId9" Type="http://schemas.openxmlformats.org/officeDocument/2006/relationships/image" Target="../media/image46.tif"/><Relationship Id="rId14" Type="http://schemas.openxmlformats.org/officeDocument/2006/relationships/image" Target="../media/image51.tif"/><Relationship Id="rId22" Type="http://schemas.openxmlformats.org/officeDocument/2006/relationships/customXml" Target="../ink/ink19.xml"/></Relationships>
</file>

<file path=ppt/slides/_rels/slide24.xml.rels><?xml version="1.0" encoding="UTF-8" standalone="yes"?>
<Relationships xmlns="http://schemas.openxmlformats.org/package/2006/relationships"><Relationship Id="rId3" Type="http://schemas.openxmlformats.org/officeDocument/2006/relationships/customXml" Target="../ink/ink20.xml"/><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25.xml.rels><?xml version="1.0" encoding="UTF-8" standalone="yes"?>
<Relationships xmlns="http://schemas.openxmlformats.org/package/2006/relationships"><Relationship Id="rId3" Type="http://schemas.openxmlformats.org/officeDocument/2006/relationships/image" Target="../media/image27.tif"/><Relationship Id="rId2" Type="http://schemas.openxmlformats.org/officeDocument/2006/relationships/image" Target="../media/image47.png"/><Relationship Id="rId1" Type="http://schemas.openxmlformats.org/officeDocument/2006/relationships/slideLayout" Target="../slideLayouts/slideLayout13.xml"/><Relationship Id="rId5" Type="http://schemas.openxmlformats.org/officeDocument/2006/relationships/image" Target="../media/image65.png"/><Relationship Id="rId4" Type="http://schemas.openxmlformats.org/officeDocument/2006/relationships/customXml" Target="../ink/ink21.xml"/></Relationships>
</file>

<file path=ppt/slides/_rels/slide2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17.xml"/><Relationship Id="rId1" Type="http://schemas.openxmlformats.org/officeDocument/2006/relationships/slideLayout" Target="../slideLayouts/slideLayout13.xml"/><Relationship Id="rId6" Type="http://schemas.openxmlformats.org/officeDocument/2006/relationships/image" Target="../media/image68.png"/><Relationship Id="rId5" Type="http://schemas.openxmlformats.org/officeDocument/2006/relationships/customXml" Target="../ink/ink22.xml"/><Relationship Id="rId4" Type="http://schemas.openxmlformats.org/officeDocument/2006/relationships/image" Target="../media/image60.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customXml" Target="../ink/ink23.xml"/><Relationship Id="rId3" Type="http://schemas.openxmlformats.org/officeDocument/2006/relationships/image" Target="../media/image50.png"/><Relationship Id="rId7" Type="http://schemas.openxmlformats.org/officeDocument/2006/relationships/image" Target="../media/image54.png"/><Relationship Id="rId2" Type="http://schemas.openxmlformats.org/officeDocument/2006/relationships/notesSlide" Target="../notesSlides/notesSlide19.xml"/><Relationship Id="rId1" Type="http://schemas.openxmlformats.org/officeDocument/2006/relationships/slideLayout" Target="../slideLayouts/slideLayout13.xml"/><Relationship Id="rId6" Type="http://schemas.openxmlformats.org/officeDocument/2006/relationships/image" Target="../media/image53.png"/><Relationship Id="rId5" Type="http://schemas.openxmlformats.org/officeDocument/2006/relationships/image" Target="../media/image52.png"/><Relationship Id="rId4" Type="http://schemas.openxmlformats.org/officeDocument/2006/relationships/image" Target="../media/image51.png"/><Relationship Id="rId9" Type="http://schemas.openxmlformats.org/officeDocument/2006/relationships/image" Target="../media/image69.png"/></Relationships>
</file>

<file path=ppt/slides/_rels/slide29.xml.rels><?xml version="1.0" encoding="UTF-8" standalone="yes"?>
<Relationships xmlns="http://schemas.openxmlformats.org/package/2006/relationships"><Relationship Id="rId8" Type="http://schemas.openxmlformats.org/officeDocument/2006/relationships/image" Target="../media/image73.png"/><Relationship Id="rId3" Type="http://schemas.openxmlformats.org/officeDocument/2006/relationships/image" Target="../media/image61.png"/><Relationship Id="rId7" Type="http://schemas.openxmlformats.org/officeDocument/2006/relationships/customXml" Target="../ink/ink24.xml"/><Relationship Id="rId2" Type="http://schemas.openxmlformats.org/officeDocument/2006/relationships/notesSlide" Target="../notesSlides/notesSlide20.xml"/><Relationship Id="rId1" Type="http://schemas.openxmlformats.org/officeDocument/2006/relationships/slideLayout" Target="../slideLayouts/slideLayout13.xml"/><Relationship Id="rId6" Type="http://schemas.openxmlformats.org/officeDocument/2006/relationships/image" Target="../media/image58.png"/><Relationship Id="rId5" Type="http://schemas.openxmlformats.org/officeDocument/2006/relationships/image" Target="../media/image66.png"/><Relationship Id="rId4" Type="http://schemas.openxmlformats.org/officeDocument/2006/relationships/image" Target="../media/image62.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0.png"/><Relationship Id="rId7" Type="http://schemas.openxmlformats.org/officeDocument/2006/relationships/image" Target="../media/image76.png"/><Relationship Id="rId2" Type="http://schemas.openxmlformats.org/officeDocument/2006/relationships/image" Target="../media/image67.tif"/><Relationship Id="rId1" Type="http://schemas.openxmlformats.org/officeDocument/2006/relationships/slideLayout" Target="../slideLayouts/slideLayout13.xml"/><Relationship Id="rId6" Type="http://schemas.openxmlformats.org/officeDocument/2006/relationships/customXml" Target="../ink/ink25.xml"/><Relationship Id="rId5" Type="http://schemas.openxmlformats.org/officeDocument/2006/relationships/image" Target="../media/image620.png"/><Relationship Id="rId4" Type="http://schemas.openxmlformats.org/officeDocument/2006/relationships/image" Target="../media/image610.png"/></Relationships>
</file>

<file path=ppt/slides/_rels/slide32.xml.rels><?xml version="1.0" encoding="UTF-8" standalone="yes"?>
<Relationships xmlns="http://schemas.openxmlformats.org/package/2006/relationships"><Relationship Id="rId3" Type="http://schemas.openxmlformats.org/officeDocument/2006/relationships/image" Target="../media/image630.png"/><Relationship Id="rId7" Type="http://schemas.openxmlformats.org/officeDocument/2006/relationships/image" Target="../media/image77.png"/><Relationship Id="rId2" Type="http://schemas.openxmlformats.org/officeDocument/2006/relationships/image" Target="../media/image67.tif"/><Relationship Id="rId1" Type="http://schemas.openxmlformats.org/officeDocument/2006/relationships/slideLayout" Target="../slideLayouts/slideLayout13.xml"/><Relationship Id="rId6" Type="http://schemas.openxmlformats.org/officeDocument/2006/relationships/customXml" Target="../ink/ink26.xml"/><Relationship Id="rId5" Type="http://schemas.openxmlformats.org/officeDocument/2006/relationships/image" Target="../media/image640.png"/><Relationship Id="rId4" Type="http://schemas.openxmlformats.org/officeDocument/2006/relationships/image" Target="../media/image70.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BF758958-966E-30E9-03B8-AFE2D6F72541}"/>
            </a:ext>
          </a:extLst>
        </p:cNvPr>
        <p:cNvGrpSpPr/>
        <p:nvPr/>
      </p:nvGrpSpPr>
      <p:grpSpPr>
        <a:xfrm>
          <a:off x="0" y="0"/>
          <a:ext cx="0" cy="0"/>
          <a:chOff x="0" y="0"/>
          <a:chExt cx="0" cy="0"/>
        </a:xfrm>
      </p:grpSpPr>
      <p:sp>
        <p:nvSpPr>
          <p:cNvPr id="109" name="Google Shape;109;p1">
            <a:extLst>
              <a:ext uri="{FF2B5EF4-FFF2-40B4-BE49-F238E27FC236}">
                <a16:creationId xmlns:a16="http://schemas.microsoft.com/office/drawing/2014/main" id="{CA2D0E18-A4AD-6515-7656-515DBA1093F8}"/>
              </a:ext>
            </a:extLst>
          </p:cNvPr>
          <p:cNvSpPr txBox="1">
            <a:spLocks noGrp="1"/>
          </p:cNvSpPr>
          <p:nvPr>
            <p:ph type="ctrTitle"/>
          </p:nvPr>
        </p:nvSpPr>
        <p:spPr>
          <a:xfrm>
            <a:off x="3027680" y="1183257"/>
            <a:ext cx="8565230" cy="1894362"/>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6000"/>
              <a:buFont typeface="Rockwell"/>
              <a:buNone/>
            </a:pPr>
            <a:r>
              <a:rPr lang="en-US" sz="6000" dirty="0"/>
              <a:t>Hypothesis Testing: Chapter 17</a:t>
            </a:r>
            <a:endParaRPr lang="en-US" dirty="0"/>
          </a:p>
        </p:txBody>
      </p:sp>
      <p:sp>
        <p:nvSpPr>
          <p:cNvPr id="4" name="Subtitle 3">
            <a:extLst>
              <a:ext uri="{FF2B5EF4-FFF2-40B4-BE49-F238E27FC236}">
                <a16:creationId xmlns:a16="http://schemas.microsoft.com/office/drawing/2014/main" id="{7DBD6D5F-FE07-A59C-7F73-8D8E98AA18E4}"/>
              </a:ext>
            </a:extLst>
          </p:cNvPr>
          <p:cNvSpPr>
            <a:spLocks noGrp="1"/>
          </p:cNvSpPr>
          <p:nvPr>
            <p:ph type="subTitle" idx="1"/>
          </p:nvPr>
        </p:nvSpPr>
        <p:spPr/>
        <p:txBody>
          <a:bodyPr/>
          <a:lstStyle/>
          <a:p>
            <a:endParaRPr lang="en-US"/>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9A82E5F4-F50B-EBC0-C117-E2CC5AA292DD}"/>
                  </a:ext>
                </a:extLst>
              </p14:cNvPr>
              <p14:cNvContentPartPr/>
              <p14:nvPr/>
            </p14:nvContentPartPr>
            <p14:xfrm>
              <a:off x="3952440" y="3094560"/>
              <a:ext cx="7211520" cy="1700640"/>
            </p14:xfrm>
          </p:contentPart>
        </mc:Choice>
        <mc:Fallback xmlns="">
          <p:pic>
            <p:nvPicPr>
              <p:cNvPr id="2" name="Ink 1">
                <a:extLst>
                  <a:ext uri="{FF2B5EF4-FFF2-40B4-BE49-F238E27FC236}">
                    <a16:creationId xmlns:a16="http://schemas.microsoft.com/office/drawing/2014/main" id="{9A82E5F4-F50B-EBC0-C117-E2CC5AA292DD}"/>
                  </a:ext>
                </a:extLst>
              </p:cNvPr>
              <p:cNvPicPr/>
              <p:nvPr/>
            </p:nvPicPr>
            <p:blipFill>
              <a:blip r:embed="rId4"/>
              <a:stretch>
                <a:fillRect/>
              </a:stretch>
            </p:blipFill>
            <p:spPr>
              <a:xfrm>
                <a:off x="3943080" y="3085200"/>
                <a:ext cx="7230240" cy="1719360"/>
              </a:xfrm>
              <a:prstGeom prst="rect">
                <a:avLst/>
              </a:prstGeom>
            </p:spPr>
          </p:pic>
        </mc:Fallback>
      </mc:AlternateContent>
    </p:spTree>
    <p:extLst>
      <p:ext uri="{BB962C8B-B14F-4D97-AF65-F5344CB8AC3E}">
        <p14:creationId xmlns:p14="http://schemas.microsoft.com/office/powerpoint/2010/main" val="226908947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94"/>
        <p:cNvGrpSpPr/>
        <p:nvPr/>
      </p:nvGrpSpPr>
      <p:grpSpPr>
        <a:xfrm>
          <a:off x="0" y="0"/>
          <a:ext cx="0" cy="0"/>
          <a:chOff x="0" y="0"/>
          <a:chExt cx="0" cy="0"/>
        </a:xfrm>
      </p:grpSpPr>
      <p:pic>
        <p:nvPicPr>
          <p:cNvPr id="795" name="Google Shape;795;p75" descr="pts3v4.png"/>
          <p:cNvPicPr preferRelativeResize="0"/>
          <p:nvPr/>
        </p:nvPicPr>
        <p:blipFill rotWithShape="1">
          <a:blip r:embed="rId3">
            <a:alphaModFix/>
          </a:blip>
          <a:srcRect/>
          <a:stretch/>
        </p:blipFill>
        <p:spPr>
          <a:xfrm>
            <a:off x="4504267" y="2587200"/>
            <a:ext cx="7169887" cy="4201001"/>
          </a:xfrm>
          <a:prstGeom prst="rect">
            <a:avLst/>
          </a:prstGeom>
          <a:noFill/>
          <a:ln>
            <a:noFill/>
          </a:ln>
        </p:spPr>
      </p:pic>
      <p:sp>
        <p:nvSpPr>
          <p:cNvPr id="796" name="Google Shape;796;p75"/>
          <p:cNvSpPr txBox="1">
            <a:spLocks noGrp="1"/>
          </p:cNvSpPr>
          <p:nvPr>
            <p:ph type="title"/>
          </p:nvPr>
        </p:nvSpPr>
        <p:spPr>
          <a:xfrm>
            <a:off x="472948" y="-104248"/>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KDE – 3+ POINTS</a:t>
            </a:r>
            <a:endParaRPr dirty="0"/>
          </a:p>
        </p:txBody>
      </p:sp>
      <mc:AlternateContent xmlns:mc="http://schemas.openxmlformats.org/markup-compatibility/2006" xmlns:a14="http://schemas.microsoft.com/office/drawing/2010/main">
        <mc:Choice Requires="a14">
          <p:sp>
            <p:nvSpPr>
              <p:cNvPr id="797" name="Google Shape;797;p75"/>
              <p:cNvSpPr txBox="1"/>
              <p:nvPr/>
            </p:nvSpPr>
            <p:spPr>
              <a:xfrm>
                <a:off x="4000500" y="601650"/>
                <a:ext cx="8191500" cy="1734537"/>
              </a:xfrm>
              <a:prstGeom prst="rect">
                <a:avLst/>
              </a:prstGeom>
              <a:noFill/>
              <a:ln>
                <a:noFill/>
              </a:ln>
            </p:spPr>
            <p:txBody>
              <a:bodyPr spcFirstLastPara="1" wrap="square" lIns="91425" tIns="45700" rIns="91425" bIns="45700" anchor="t" anchorCtr="0">
                <a:spAutoFit/>
              </a:bodyPr>
              <a:lstStyle/>
              <a:p>
                <a:pPr lvl="0">
                  <a:spcBef>
                    <a:spcPts val="0"/>
                  </a:spcBef>
                  <a:spcAft>
                    <a:spcPts val="0"/>
                  </a:spcAft>
                  <a:buClr>
                    <a:srgbClr val="000000"/>
                  </a:buClr>
                  <a:buSzPts val="2800"/>
                </a:pPr>
                <a:r>
                  <a:rPr lang="en-US" sz="2400" b="0" i="0" u="none" strike="noStrike" cap="none" dirty="0">
                    <a:solidFill>
                      <a:schemeClr val="dk1"/>
                    </a:solidFill>
                    <a:latin typeface="Rockwell"/>
                    <a:ea typeface="Rockwell"/>
                    <a:cs typeface="Rockwell"/>
                    <a:sym typeface="Rockwell"/>
                  </a:rPr>
                  <a:t>Sum the 3 kernels at each point to get the density curve, for example, in figure below we use:</a:t>
                </a:r>
              </a:p>
              <a:p>
                <a:pPr lvl="0">
                  <a:spcBef>
                    <a:spcPts val="0"/>
                  </a:spcBef>
                  <a:spcAft>
                    <a:spcPts val="0"/>
                  </a:spcAft>
                  <a:buClr>
                    <a:srgbClr val="000000"/>
                  </a:buClr>
                  <a:buSzPts val="2800"/>
                </a:pPr>
                <a14:m>
                  <m:oMathPara xmlns:m="http://schemas.openxmlformats.org/officeDocument/2006/math">
                    <m:oMathParaPr>
                      <m:jc m:val="centerGroup"/>
                    </m:oMathParaPr>
                    <m:oMath xmlns:m="http://schemas.openxmlformats.org/officeDocument/2006/math">
                      <m:r>
                        <a:rPr lang="en-US" sz="2800" b="0" i="1" u="none" strike="noStrike" cap="none" smtClean="0">
                          <a:solidFill>
                            <a:schemeClr val="dk1"/>
                          </a:solidFill>
                          <a:latin typeface="Cambria Math" panose="02040503050406030204" pitchFamily="18" charset="0"/>
                          <a:ea typeface="Rockwell"/>
                          <a:cs typeface="Rockwell"/>
                          <a:sym typeface="Rockwell"/>
                        </a:rPr>
                        <m:t>𝐾</m:t>
                      </m:r>
                      <m:d>
                        <m:dPr>
                          <m:ctrlPr>
                            <a:rPr lang="en-US" sz="2800" b="0" i="1" u="none" strike="noStrike" cap="none" smtClean="0">
                              <a:solidFill>
                                <a:schemeClr val="dk1"/>
                              </a:solidFill>
                              <a:latin typeface="Cambria Math" panose="02040503050406030204" pitchFamily="18" charset="0"/>
                              <a:sym typeface="Rockwell"/>
                            </a:rPr>
                          </m:ctrlPr>
                        </m:dPr>
                        <m:e>
                          <m:f>
                            <m:fPr>
                              <m:ctrlPr>
                                <a:rPr lang="en-US" sz="2800" b="0" i="1" u="none" strike="noStrike" cap="none" smtClean="0">
                                  <a:solidFill>
                                    <a:schemeClr val="dk1"/>
                                  </a:solidFill>
                                  <a:latin typeface="Cambria Math" panose="02040503050406030204" pitchFamily="18" charset="0"/>
                                  <a:sym typeface="Rockwell"/>
                                </a:rPr>
                              </m:ctrlPr>
                            </m:fPr>
                            <m:num>
                              <m:r>
                                <a:rPr lang="en-US" sz="2800" b="0" i="1" u="none" strike="noStrike" cap="none" smtClean="0">
                                  <a:solidFill>
                                    <a:schemeClr val="dk1"/>
                                  </a:solidFill>
                                  <a:latin typeface="Cambria Math" panose="02040503050406030204" pitchFamily="18" charset="0"/>
                                  <a:sym typeface="Rockwell"/>
                                </a:rPr>
                                <m:t>𝑥</m:t>
                              </m:r>
                              <m:r>
                                <a:rPr lang="en-US" sz="2800" b="0" i="1" u="none" strike="noStrike" cap="none" smtClean="0">
                                  <a:solidFill>
                                    <a:schemeClr val="dk1"/>
                                  </a:solidFill>
                                  <a:latin typeface="Cambria Math" panose="02040503050406030204" pitchFamily="18" charset="0"/>
                                  <a:sym typeface="Rockwell"/>
                                </a:rPr>
                                <m:t>−</m:t>
                              </m:r>
                              <m:sSub>
                                <m:sSubPr>
                                  <m:ctrlPr>
                                    <a:rPr lang="en-US" sz="2800" b="0" i="1" u="none" strike="noStrike" cap="none" smtClean="0">
                                      <a:solidFill>
                                        <a:schemeClr val="dk1"/>
                                      </a:solidFill>
                                      <a:latin typeface="Cambria Math" panose="02040503050406030204" pitchFamily="18" charset="0"/>
                                      <a:sym typeface="Rockwell"/>
                                    </a:rPr>
                                  </m:ctrlPr>
                                </m:sSubPr>
                                <m:e>
                                  <m:r>
                                    <a:rPr lang="en-US" sz="2800" b="0" i="1" u="none" strike="noStrike" cap="none" smtClean="0">
                                      <a:solidFill>
                                        <a:schemeClr val="dk1"/>
                                      </a:solidFill>
                                      <a:latin typeface="Cambria Math" panose="02040503050406030204" pitchFamily="18" charset="0"/>
                                      <a:sym typeface="Rockwell"/>
                                    </a:rPr>
                                    <m:t>𝑥</m:t>
                                  </m:r>
                                </m:e>
                                <m:sub>
                                  <m:r>
                                    <a:rPr lang="en-US" sz="2800" b="0" i="1" u="none" strike="noStrike" cap="none" smtClean="0">
                                      <a:solidFill>
                                        <a:schemeClr val="dk1"/>
                                      </a:solidFill>
                                      <a:latin typeface="Cambria Math" panose="02040503050406030204" pitchFamily="18" charset="0"/>
                                      <a:sym typeface="Rockwell"/>
                                    </a:rPr>
                                    <m:t>𝑖</m:t>
                                  </m:r>
                                </m:sub>
                              </m:sSub>
                            </m:num>
                            <m:den>
                              <m:r>
                                <a:rPr lang="en-US" sz="2800" b="0" i="1" u="none" strike="noStrike" cap="none" smtClean="0">
                                  <a:solidFill>
                                    <a:schemeClr val="dk1"/>
                                  </a:solidFill>
                                  <a:latin typeface="Cambria Math" panose="02040503050406030204" pitchFamily="18" charset="0"/>
                                  <a:sym typeface="Rockwell"/>
                                </a:rPr>
                                <m:t>h</m:t>
                              </m:r>
                            </m:den>
                          </m:f>
                        </m:e>
                      </m:d>
                      <m:r>
                        <a:rPr lang="en-US" sz="2800" b="0" i="1" u="none" strike="noStrike" cap="none" smtClean="0">
                          <a:solidFill>
                            <a:schemeClr val="dk1"/>
                          </a:solidFill>
                          <a:latin typeface="Cambria Math" panose="02040503050406030204" pitchFamily="18" charset="0"/>
                          <a:sym typeface="Rockwell"/>
                        </a:rPr>
                        <m:t>=</m:t>
                      </m:r>
                      <m:f>
                        <m:fPr>
                          <m:ctrlPr>
                            <a:rPr lang="en-US" sz="2800" b="0" i="1" u="none" strike="noStrike" cap="none" smtClean="0">
                              <a:solidFill>
                                <a:schemeClr val="dk1"/>
                              </a:solidFill>
                              <a:latin typeface="Cambria Math" panose="02040503050406030204" pitchFamily="18" charset="0"/>
                              <a:sym typeface="Rockwell"/>
                            </a:rPr>
                          </m:ctrlPr>
                        </m:fPr>
                        <m:num>
                          <m:r>
                            <a:rPr lang="en-US" sz="2800" b="0" i="1" u="none" strike="noStrike" cap="none" smtClean="0">
                              <a:solidFill>
                                <a:schemeClr val="dk1"/>
                              </a:solidFill>
                              <a:latin typeface="Cambria Math" panose="02040503050406030204" pitchFamily="18" charset="0"/>
                              <a:sym typeface="Rockwell"/>
                            </a:rPr>
                            <m:t>1</m:t>
                          </m:r>
                        </m:num>
                        <m:den>
                          <m:rad>
                            <m:radPr>
                              <m:degHide m:val="on"/>
                              <m:ctrlPr>
                                <a:rPr lang="en-US" sz="2800" b="0" i="1" u="none" strike="noStrike" cap="none" smtClean="0">
                                  <a:solidFill>
                                    <a:schemeClr val="dk1"/>
                                  </a:solidFill>
                                  <a:latin typeface="Cambria Math" panose="02040503050406030204" pitchFamily="18" charset="0"/>
                                  <a:sym typeface="Rockwell"/>
                                </a:rPr>
                              </m:ctrlPr>
                            </m:radPr>
                            <m:deg/>
                            <m:e>
                              <m:r>
                                <a:rPr lang="en-US" sz="2800" b="0" i="1" u="none" strike="noStrike" cap="none" smtClean="0">
                                  <a:solidFill>
                                    <a:schemeClr val="dk1"/>
                                  </a:solidFill>
                                  <a:latin typeface="Cambria Math" panose="02040503050406030204" pitchFamily="18" charset="0"/>
                                  <a:sym typeface="Rockwell"/>
                                </a:rPr>
                                <m:t>2</m:t>
                              </m:r>
                              <m:r>
                                <a:rPr lang="en-US" sz="2800" b="0" i="1" u="none" strike="noStrike" cap="none" smtClean="0">
                                  <a:solidFill>
                                    <a:schemeClr val="dk1"/>
                                  </a:solidFill>
                                  <a:latin typeface="Cambria Math" panose="02040503050406030204" pitchFamily="18" charset="0"/>
                                  <a:ea typeface="Cambria Math" panose="02040503050406030204" pitchFamily="18" charset="0"/>
                                  <a:sym typeface="Rockwell"/>
                                </a:rPr>
                                <m:t>𝜋</m:t>
                              </m:r>
                            </m:e>
                          </m:rad>
                        </m:den>
                      </m:f>
                      <m:r>
                        <m:rPr>
                          <m:sty m:val="p"/>
                        </m:rPr>
                        <a:rPr lang="en-US" sz="2800" b="0" i="0" u="none" strike="noStrike" cap="none" smtClean="0">
                          <a:solidFill>
                            <a:schemeClr val="dk1"/>
                          </a:solidFill>
                          <a:latin typeface="Cambria Math" panose="02040503050406030204" pitchFamily="18" charset="0"/>
                          <a:sym typeface="Rockwell"/>
                        </a:rPr>
                        <m:t>exp</m:t>
                      </m:r>
                      <m:r>
                        <a:rPr lang="en-US" sz="2800" b="0" i="1" u="none" strike="noStrike" cap="none" smtClean="0">
                          <a:solidFill>
                            <a:schemeClr val="dk1"/>
                          </a:solidFill>
                          <a:latin typeface="Cambria Math" panose="02040503050406030204" pitchFamily="18" charset="0"/>
                          <a:sym typeface="Rockwell"/>
                        </a:rPr>
                        <m:t>⁡</m:t>
                      </m:r>
                      <m:d>
                        <m:dPr>
                          <m:ctrlPr>
                            <a:rPr lang="en-US" sz="2800" b="0" i="1" u="none" strike="noStrike" cap="none" smtClean="0">
                              <a:solidFill>
                                <a:schemeClr val="dk1"/>
                              </a:solidFill>
                              <a:latin typeface="Cambria Math" panose="02040503050406030204" pitchFamily="18" charset="0"/>
                              <a:sym typeface="Rockwell"/>
                            </a:rPr>
                          </m:ctrlPr>
                        </m:dPr>
                        <m:e>
                          <m:r>
                            <a:rPr lang="en-US" sz="2800" i="1">
                              <a:solidFill>
                                <a:schemeClr val="dk1"/>
                              </a:solidFill>
                              <a:latin typeface="Cambria Math" panose="02040503050406030204" pitchFamily="18" charset="0"/>
                              <a:sym typeface="Rockwell"/>
                            </a:rPr>
                            <m:t>−</m:t>
                          </m:r>
                          <m:f>
                            <m:fPr>
                              <m:ctrlPr>
                                <a:rPr lang="en-US" sz="2800" i="1">
                                  <a:solidFill>
                                    <a:schemeClr val="dk1"/>
                                  </a:solidFill>
                                  <a:latin typeface="Cambria Math" panose="02040503050406030204" pitchFamily="18" charset="0"/>
                                  <a:sym typeface="Rockwell"/>
                                </a:rPr>
                              </m:ctrlPr>
                            </m:fPr>
                            <m:num>
                              <m:r>
                                <a:rPr lang="en-US" sz="2800" i="1">
                                  <a:solidFill>
                                    <a:schemeClr val="dk1"/>
                                  </a:solidFill>
                                  <a:latin typeface="Cambria Math" panose="02040503050406030204" pitchFamily="18" charset="0"/>
                                  <a:sym typeface="Rockwell"/>
                                </a:rPr>
                                <m:t>1</m:t>
                              </m:r>
                            </m:num>
                            <m:den>
                              <m:r>
                                <a:rPr lang="en-US" sz="2800" i="1">
                                  <a:solidFill>
                                    <a:schemeClr val="dk1"/>
                                  </a:solidFill>
                                  <a:latin typeface="Cambria Math" panose="02040503050406030204" pitchFamily="18" charset="0"/>
                                  <a:sym typeface="Rockwell"/>
                                </a:rPr>
                                <m:t>2</m:t>
                              </m:r>
                            </m:den>
                          </m:f>
                          <m:sSup>
                            <m:sSupPr>
                              <m:ctrlPr>
                                <a:rPr lang="en-US" sz="2800" i="1">
                                  <a:solidFill>
                                    <a:schemeClr val="dk1"/>
                                  </a:solidFill>
                                  <a:latin typeface="Cambria Math" panose="02040503050406030204" pitchFamily="18" charset="0"/>
                                  <a:sym typeface="Rockwell"/>
                                </a:rPr>
                              </m:ctrlPr>
                            </m:sSupPr>
                            <m:e>
                              <m:d>
                                <m:dPr>
                                  <m:ctrlPr>
                                    <a:rPr lang="en-US" sz="2800" i="1">
                                      <a:solidFill>
                                        <a:schemeClr val="dk1"/>
                                      </a:solidFill>
                                      <a:latin typeface="Cambria Math" panose="02040503050406030204" pitchFamily="18" charset="0"/>
                                      <a:sym typeface="Rockwell"/>
                                    </a:rPr>
                                  </m:ctrlPr>
                                </m:dPr>
                                <m:e>
                                  <m:f>
                                    <m:fPr>
                                      <m:ctrlPr>
                                        <a:rPr lang="en-US" sz="2800" i="1">
                                          <a:solidFill>
                                            <a:schemeClr val="dk1"/>
                                          </a:solidFill>
                                          <a:latin typeface="Cambria Math" panose="02040503050406030204" pitchFamily="18" charset="0"/>
                                          <a:sym typeface="Rockwell"/>
                                        </a:rPr>
                                      </m:ctrlPr>
                                    </m:fPr>
                                    <m:num>
                                      <m:r>
                                        <a:rPr lang="en-US" sz="2800" i="1">
                                          <a:solidFill>
                                            <a:schemeClr val="dk1"/>
                                          </a:solidFill>
                                          <a:latin typeface="Cambria Math" panose="02040503050406030204" pitchFamily="18" charset="0"/>
                                          <a:sym typeface="Rockwell"/>
                                        </a:rPr>
                                        <m:t>𝑥</m:t>
                                      </m:r>
                                      <m:r>
                                        <a:rPr lang="en-US" sz="2800" i="1">
                                          <a:solidFill>
                                            <a:schemeClr val="dk1"/>
                                          </a:solidFill>
                                          <a:latin typeface="Cambria Math" panose="02040503050406030204" pitchFamily="18" charset="0"/>
                                          <a:sym typeface="Rockwell"/>
                                        </a:rPr>
                                        <m:t>−</m:t>
                                      </m:r>
                                      <m:sSub>
                                        <m:sSubPr>
                                          <m:ctrlPr>
                                            <a:rPr lang="en-US" sz="2800" i="1">
                                              <a:solidFill>
                                                <a:schemeClr val="dk1"/>
                                              </a:solidFill>
                                              <a:latin typeface="Cambria Math" panose="02040503050406030204" pitchFamily="18" charset="0"/>
                                              <a:sym typeface="Rockwell"/>
                                            </a:rPr>
                                          </m:ctrlPr>
                                        </m:sSubPr>
                                        <m:e>
                                          <m:r>
                                            <a:rPr lang="en-US" sz="2800" i="1">
                                              <a:solidFill>
                                                <a:schemeClr val="dk1"/>
                                              </a:solidFill>
                                              <a:latin typeface="Cambria Math" panose="02040503050406030204" pitchFamily="18" charset="0"/>
                                              <a:sym typeface="Rockwell"/>
                                            </a:rPr>
                                            <m:t>𝑥</m:t>
                                          </m:r>
                                        </m:e>
                                        <m:sub>
                                          <m:r>
                                            <a:rPr lang="en-US" sz="2800" i="1">
                                              <a:solidFill>
                                                <a:schemeClr val="dk1"/>
                                              </a:solidFill>
                                              <a:latin typeface="Cambria Math" panose="02040503050406030204" pitchFamily="18" charset="0"/>
                                              <a:sym typeface="Rockwell"/>
                                            </a:rPr>
                                            <m:t>𝑖</m:t>
                                          </m:r>
                                        </m:sub>
                                      </m:sSub>
                                    </m:num>
                                    <m:den>
                                      <m:r>
                                        <a:rPr lang="en-US" sz="2800" i="1">
                                          <a:solidFill>
                                            <a:schemeClr val="dk1"/>
                                          </a:solidFill>
                                          <a:latin typeface="Cambria Math" panose="02040503050406030204" pitchFamily="18" charset="0"/>
                                          <a:sym typeface="Rockwell"/>
                                        </a:rPr>
                                        <m:t>h</m:t>
                                      </m:r>
                                    </m:den>
                                  </m:f>
                                </m:e>
                              </m:d>
                            </m:e>
                            <m:sup>
                              <m:r>
                                <a:rPr lang="en-US" sz="2800" i="1">
                                  <a:solidFill>
                                    <a:schemeClr val="dk1"/>
                                  </a:solidFill>
                                  <a:latin typeface="Cambria Math" panose="02040503050406030204" pitchFamily="18" charset="0"/>
                                  <a:sym typeface="Rockwell"/>
                                </a:rPr>
                                <m:t>2</m:t>
                              </m:r>
                            </m:sup>
                          </m:sSup>
                        </m:e>
                      </m:d>
                      <m:r>
                        <m:rPr>
                          <m:nor/>
                        </m:rPr>
                        <a:rPr lang="en-US" sz="2800" b="0" i="0" u="none" strike="noStrike" cap="none" smtClean="0">
                          <a:solidFill>
                            <a:schemeClr val="dk1"/>
                          </a:solidFill>
                          <a:latin typeface="Cambria Math" panose="02040503050406030204" pitchFamily="18" charset="0"/>
                          <a:sym typeface="Rockwell"/>
                        </a:rPr>
                        <m:t>with</m:t>
                      </m:r>
                      <m:r>
                        <a:rPr lang="en-US" sz="2800" b="0" i="1" u="none" strike="noStrike" cap="none" smtClean="0">
                          <a:solidFill>
                            <a:schemeClr val="dk1"/>
                          </a:solidFill>
                          <a:latin typeface="Cambria Math" panose="02040503050406030204" pitchFamily="18" charset="0"/>
                          <a:sym typeface="Rockwell"/>
                        </a:rPr>
                        <m:t> </m:t>
                      </m:r>
                      <m:r>
                        <a:rPr lang="en-US" sz="2800" b="0" i="1" u="none" strike="noStrike" cap="none" smtClean="0">
                          <a:solidFill>
                            <a:schemeClr val="dk1"/>
                          </a:solidFill>
                          <a:latin typeface="Cambria Math" panose="02040503050406030204" pitchFamily="18" charset="0"/>
                          <a:sym typeface="Rockwell"/>
                        </a:rPr>
                        <m:t>h</m:t>
                      </m:r>
                      <m:r>
                        <a:rPr lang="en-US" sz="2800" b="0" i="1" u="none" strike="noStrike" cap="none" smtClean="0">
                          <a:solidFill>
                            <a:schemeClr val="dk1"/>
                          </a:solidFill>
                          <a:latin typeface="Cambria Math" panose="02040503050406030204" pitchFamily="18" charset="0"/>
                          <a:sym typeface="Rockwell"/>
                        </a:rPr>
                        <m:t>=1</m:t>
                      </m:r>
                    </m:oMath>
                  </m:oMathPara>
                </a14:m>
                <a:endParaRPr lang="en-US" sz="1400" b="0" i="0" u="none" strike="noStrike" cap="none" dirty="0">
                  <a:solidFill>
                    <a:srgbClr val="000000"/>
                  </a:solidFill>
                  <a:latin typeface="Arial"/>
                  <a:ea typeface="Arial"/>
                  <a:cs typeface="Arial"/>
                  <a:sym typeface="Arial"/>
                </a:endParaRPr>
              </a:p>
            </p:txBody>
          </p:sp>
        </mc:Choice>
        <mc:Fallback xmlns="">
          <p:sp>
            <p:nvSpPr>
              <p:cNvPr id="797" name="Google Shape;797;p75"/>
              <p:cNvSpPr txBox="1">
                <a:spLocks noRot="1" noChangeAspect="1" noMove="1" noResize="1" noEditPoints="1" noAdjustHandles="1" noChangeArrowheads="1" noChangeShapeType="1" noTextEdit="1"/>
              </p:cNvSpPr>
              <p:nvPr/>
            </p:nvSpPr>
            <p:spPr>
              <a:xfrm>
                <a:off x="4000500" y="601650"/>
                <a:ext cx="8191500" cy="1734537"/>
              </a:xfrm>
              <a:prstGeom prst="rect">
                <a:avLst/>
              </a:prstGeom>
              <a:blipFill>
                <a:blip r:embed="rId4"/>
                <a:stretch>
                  <a:fillRect l="-1082" t="-2920" b="-2190"/>
                </a:stretch>
              </a:blipFill>
              <a:ln>
                <a:noFill/>
              </a:ln>
            </p:spPr>
            <p:txBody>
              <a:bodyPr/>
              <a:lstStyle/>
              <a:p>
                <a:r>
                  <a:rPr lang="en-US">
                    <a:noFill/>
                  </a:rPr>
                  <a:t> </a:t>
                </a:r>
              </a:p>
            </p:txBody>
          </p:sp>
        </mc:Fallback>
      </mc:AlternateContent>
      <p:pic>
        <p:nvPicPr>
          <p:cNvPr id="798" name="Google Shape;798;p75"/>
          <p:cNvPicPr preferRelativeResize="0"/>
          <p:nvPr/>
        </p:nvPicPr>
        <p:blipFill rotWithShape="1">
          <a:blip r:embed="rId5"/>
          <a:srcRect/>
          <a:stretch/>
        </p:blipFill>
        <p:spPr>
          <a:xfrm>
            <a:off x="615807" y="1626398"/>
            <a:ext cx="3701743" cy="2298717"/>
          </a:xfrm>
          <a:prstGeom prst="rect">
            <a:avLst/>
          </a:prstGeom>
          <a:noFill/>
          <a:ln>
            <a:noFill/>
          </a:ln>
        </p:spPr>
      </p:pic>
      <mc:AlternateContent xmlns:mc="http://schemas.openxmlformats.org/markup-compatibility/2006" xmlns:a14="http://schemas.microsoft.com/office/drawing/2010/main">
        <mc:Choice Requires="a14">
          <p:sp>
            <p:nvSpPr>
              <p:cNvPr id="800" name="Google Shape;800;p75"/>
              <p:cNvSpPr/>
              <p:nvPr/>
            </p:nvSpPr>
            <p:spPr>
              <a:xfrm>
                <a:off x="152400" y="3942048"/>
                <a:ext cx="4351867" cy="2491667"/>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0000"/>
                  </a:lnSpc>
                  <a:spcBef>
                    <a:spcPts val="0"/>
                  </a:spcBef>
                  <a:spcAft>
                    <a:spcPts val="0"/>
                  </a:spcAft>
                  <a:buClr>
                    <a:srgbClr val="000000"/>
                  </a:buClr>
                  <a:buSzPts val="1800"/>
                  <a:buFont typeface="Arial"/>
                  <a:buAutoNum type="arabicPeriod"/>
                </a:pPr>
                <a14:m>
                  <m:oMath xmlns:m="http://schemas.openxmlformats.org/officeDocument/2006/math">
                    <m:r>
                      <a:rPr lang="en-US" sz="2400" b="0" i="1" u="none" strike="noStrike" cap="none" dirty="0" smtClean="0">
                        <a:solidFill>
                          <a:schemeClr val="dk1"/>
                        </a:solidFill>
                        <a:latin typeface="Cambria Math" panose="02040503050406030204" pitchFamily="18" charset="0"/>
                        <a:ea typeface="Rockwell"/>
                        <a:cs typeface="Rockwell"/>
                        <a:sym typeface="Rockwell"/>
                      </a:rPr>
                      <m:t>h</m:t>
                    </m:r>
                  </m:oMath>
                </a14:m>
                <a:r>
                  <a:rPr lang="en-US" sz="2400" b="0" i="0" u="none" strike="noStrike" cap="none" dirty="0">
                    <a:solidFill>
                      <a:schemeClr val="dk1"/>
                    </a:solidFill>
                    <a:latin typeface="Rockwell"/>
                    <a:ea typeface="Rockwell"/>
                    <a:cs typeface="Rockwell"/>
                    <a:sym typeface="Rockwell"/>
                  </a:rPr>
                  <a:t> refers to how peaked /spread the kernel is</a:t>
                </a:r>
              </a:p>
              <a:p>
                <a:pPr marL="457200" indent="-457200">
                  <a:spcBef>
                    <a:spcPts val="0"/>
                  </a:spcBef>
                  <a:spcAft>
                    <a:spcPts val="0"/>
                  </a:spcAft>
                  <a:buClr>
                    <a:srgbClr val="000000"/>
                  </a:buClr>
                  <a:buSzPts val="1800"/>
                  <a:buFont typeface="Arial"/>
                  <a:buAutoNum type="arabicPeriod"/>
                </a:pPr>
                <a14:m>
                  <m:oMath xmlns:m="http://schemas.openxmlformats.org/officeDocument/2006/math">
                    <m:r>
                      <a:rPr lang="en-US" sz="2400" i="1" dirty="0" smtClean="0">
                        <a:solidFill>
                          <a:schemeClr val="dk1"/>
                        </a:solidFill>
                        <a:latin typeface="Cambria Math" panose="02040503050406030204" pitchFamily="18" charset="0"/>
                        <a:ea typeface="Rockwell"/>
                        <a:cs typeface="Rockwell"/>
                        <a:sym typeface="Rockwell"/>
                      </a:rPr>
                      <m:t>𝐾</m:t>
                    </m:r>
                    <m:r>
                      <a:rPr lang="en-US" sz="2400" i="1" baseline="-25000" dirty="0">
                        <a:solidFill>
                          <a:schemeClr val="dk1"/>
                        </a:solidFill>
                        <a:latin typeface="Cambria Math" panose="02040503050406030204" pitchFamily="18" charset="0"/>
                        <a:ea typeface="Rockwell"/>
                        <a:cs typeface="Rockwell"/>
                        <a:sym typeface="Rockwell"/>
                      </a:rPr>
                      <m:t>h</m:t>
                    </m:r>
                    <m:r>
                      <a:rPr lang="en-US" sz="2400" i="1" dirty="0" smtClean="0">
                        <a:solidFill>
                          <a:schemeClr val="dk1"/>
                        </a:solidFill>
                        <a:latin typeface="Cambria Math" panose="02040503050406030204" pitchFamily="18" charset="0"/>
                        <a:ea typeface="Rockwell"/>
                        <a:cs typeface="Rockwell"/>
                        <a:sym typeface="Rockwell"/>
                      </a:rPr>
                      <m:t>(⋅) </m:t>
                    </m:r>
                    <m:r>
                      <m:rPr>
                        <m:nor/>
                      </m:rPr>
                      <a:rPr lang="en-US" sz="2400" i="0" dirty="0" smtClean="0">
                        <a:solidFill>
                          <a:schemeClr val="dk1"/>
                        </a:solidFill>
                        <a:latin typeface="Cambria Math" panose="02040503050406030204" pitchFamily="18" charset="0"/>
                        <a:ea typeface="Rockwell"/>
                        <a:cs typeface="Rockwell"/>
                        <a:sym typeface="Rockwell"/>
                      </a:rPr>
                      <m:t>or</m:t>
                    </m:r>
                    <m:r>
                      <a:rPr lang="en-US" sz="2400" i="1" dirty="0" smtClean="0">
                        <a:solidFill>
                          <a:schemeClr val="dk1"/>
                        </a:solidFill>
                        <a:latin typeface="Cambria Math" panose="02040503050406030204" pitchFamily="18" charset="0"/>
                        <a:ea typeface="Rockwell"/>
                        <a:cs typeface="Rockwell"/>
                        <a:sym typeface="Rockwell"/>
                      </a:rPr>
                      <m:t> </m:t>
                    </m:r>
                    <m:r>
                      <a:rPr lang="en-US" sz="2400" i="1" dirty="0" smtClean="0">
                        <a:solidFill>
                          <a:schemeClr val="dk1"/>
                        </a:solidFill>
                        <a:latin typeface="Cambria Math" panose="02040503050406030204" pitchFamily="18" charset="0"/>
                        <a:ea typeface="Rockwell"/>
                        <a:cs typeface="Rockwell"/>
                        <a:sym typeface="Rockwell"/>
                      </a:rPr>
                      <m:t>𝐾</m:t>
                    </m:r>
                    <m:d>
                      <m:dPr>
                        <m:ctrlPr>
                          <a:rPr lang="en-US" sz="2400" i="1" smtClean="0">
                            <a:solidFill>
                              <a:schemeClr val="dk1"/>
                            </a:solidFill>
                            <a:latin typeface="Cambria Math" panose="02040503050406030204" pitchFamily="18" charset="0"/>
                            <a:sym typeface="Rockwell"/>
                          </a:rPr>
                        </m:ctrlPr>
                      </m:dPr>
                      <m:e>
                        <m:f>
                          <m:fPr>
                            <m:ctrlPr>
                              <a:rPr lang="en-US" sz="2400" i="1" smtClean="0">
                                <a:solidFill>
                                  <a:schemeClr val="dk1"/>
                                </a:solidFill>
                                <a:latin typeface="Cambria Math" panose="02040503050406030204" pitchFamily="18" charset="0"/>
                                <a:sym typeface="Rockwell"/>
                              </a:rPr>
                            </m:ctrlPr>
                          </m:fPr>
                          <m:num>
                            <m:r>
                              <a:rPr lang="en-US" sz="2400" dirty="0">
                                <a:solidFill>
                                  <a:schemeClr val="dk1"/>
                                </a:solidFill>
                                <a:latin typeface="Cambria Math" panose="02040503050406030204" pitchFamily="18" charset="0"/>
                                <a:ea typeface="Rockwell"/>
                                <a:cs typeface="Rockwell"/>
                                <a:sym typeface="Rockwell"/>
                              </a:rPr>
                              <m:t>⋅</m:t>
                            </m:r>
                          </m:num>
                          <m:den>
                            <m:r>
                              <a:rPr lang="en-US" sz="2400" b="0" i="1" smtClean="0">
                                <a:solidFill>
                                  <a:schemeClr val="dk1"/>
                                </a:solidFill>
                                <a:latin typeface="Cambria Math" panose="02040503050406030204" pitchFamily="18" charset="0"/>
                                <a:sym typeface="Rockwell"/>
                              </a:rPr>
                              <m:t>h</m:t>
                            </m:r>
                          </m:den>
                        </m:f>
                      </m:e>
                    </m:d>
                  </m:oMath>
                </a14:m>
                <a:r>
                  <a:rPr lang="en-US" sz="2400" dirty="0">
                    <a:solidFill>
                      <a:schemeClr val="dk1"/>
                    </a:solidFill>
                    <a:latin typeface="Rockwell"/>
                    <a:ea typeface="Rockwell"/>
                    <a:cs typeface="Rockwell"/>
                    <a:sym typeface="Rockwell"/>
                  </a:rPr>
                  <a:t> is the Kernel function</a:t>
                </a:r>
                <a:endParaRPr lang="en-US" sz="1200" dirty="0">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rgbClr val="000000"/>
                  </a:buClr>
                  <a:buSzPts val="1800"/>
                  <a:buFont typeface="Arial"/>
                  <a:buAutoNum type="arabicPeriod"/>
                </a:pPr>
                <a:r>
                  <a:rPr lang="en-US" sz="2400" b="0" i="0" u="none" strike="noStrike" cap="none" dirty="0">
                    <a:solidFill>
                      <a:schemeClr val="dk1"/>
                    </a:solidFill>
                    <a:latin typeface="Rockwell"/>
                    <a:ea typeface="Rockwell"/>
                    <a:cs typeface="Rockwell"/>
                    <a:sym typeface="Rockwell"/>
                  </a:rPr>
                  <a:t>It takes O(n) flops to evaluate </a:t>
                </a:r>
                <a14:m>
                  <m:oMath xmlns:m="http://schemas.openxmlformats.org/officeDocument/2006/math">
                    <m:r>
                      <a:rPr lang="en-US" sz="2400" b="0" i="1" u="none" strike="noStrike" cap="none" smtClean="0">
                        <a:solidFill>
                          <a:schemeClr val="dk1"/>
                        </a:solidFill>
                        <a:latin typeface="Cambria Math" panose="02040503050406030204" pitchFamily="18" charset="0"/>
                        <a:ea typeface="Rockwell"/>
                        <a:cs typeface="Rockwell"/>
                        <a:sym typeface="Rockwell"/>
                      </a:rPr>
                      <m:t>𝑓</m:t>
                    </m:r>
                    <m:r>
                      <a:rPr lang="en-US" sz="2400" b="0" i="1" u="none" strike="noStrike" cap="none" smtClean="0">
                        <a:solidFill>
                          <a:schemeClr val="dk1"/>
                        </a:solidFill>
                        <a:latin typeface="Cambria Math" panose="02040503050406030204" pitchFamily="18" charset="0"/>
                        <a:ea typeface="Rockwell"/>
                        <a:cs typeface="Rockwell"/>
                        <a:sym typeface="Rockwell"/>
                      </a:rPr>
                      <m:t>(</m:t>
                    </m:r>
                    <m:r>
                      <a:rPr lang="en-US" sz="2400" b="0" i="1" u="none" strike="noStrike" cap="none" smtClean="0">
                        <a:solidFill>
                          <a:schemeClr val="dk1"/>
                        </a:solidFill>
                        <a:latin typeface="Cambria Math" panose="02040503050406030204" pitchFamily="18" charset="0"/>
                        <a:ea typeface="Rockwell"/>
                        <a:cs typeface="Rockwell"/>
                        <a:sym typeface="Rockwell"/>
                      </a:rPr>
                      <m:t>𝑥</m:t>
                    </m:r>
                    <m:r>
                      <a:rPr lang="en-US" sz="2400" b="0" i="1" u="none" strike="noStrike" cap="none" smtClean="0">
                        <a:solidFill>
                          <a:schemeClr val="dk1"/>
                        </a:solidFill>
                        <a:latin typeface="Cambria Math" panose="02040503050406030204" pitchFamily="18" charset="0"/>
                        <a:ea typeface="Rockwell"/>
                        <a:cs typeface="Rockwell"/>
                        <a:sym typeface="Rockwell"/>
                      </a:rPr>
                      <m:t>)</m:t>
                    </m:r>
                  </m:oMath>
                </a14:m>
                <a:endParaRPr b="0" i="0" u="none" strike="noStrike" cap="none" dirty="0">
                  <a:solidFill>
                    <a:srgbClr val="000000"/>
                  </a:solidFill>
                  <a:latin typeface="Arial"/>
                  <a:ea typeface="Arial"/>
                  <a:cs typeface="Arial"/>
                  <a:sym typeface="Arial"/>
                </a:endParaRPr>
              </a:p>
            </p:txBody>
          </p:sp>
        </mc:Choice>
        <mc:Fallback xmlns="">
          <p:sp>
            <p:nvSpPr>
              <p:cNvPr id="800" name="Google Shape;800;p75"/>
              <p:cNvSpPr>
                <a:spLocks noRot="1" noChangeAspect="1" noMove="1" noResize="1" noEditPoints="1" noAdjustHandles="1" noChangeArrowheads="1" noChangeShapeType="1" noTextEdit="1"/>
              </p:cNvSpPr>
              <p:nvPr/>
            </p:nvSpPr>
            <p:spPr>
              <a:xfrm>
                <a:off x="152400" y="3942048"/>
                <a:ext cx="4351867" cy="2491667"/>
              </a:xfrm>
              <a:prstGeom prst="rect">
                <a:avLst/>
              </a:prstGeom>
              <a:blipFill>
                <a:blip r:embed="rId6"/>
                <a:stretch>
                  <a:fillRect l="-1166" t="-2030" r="-2332" b="-5076"/>
                </a:stretch>
              </a:blipFill>
              <a:ln>
                <a:noFill/>
              </a:ln>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7">
            <p14:nvContentPartPr>
              <p14:cNvPr id="2" name="Ink 1">
                <a:extLst>
                  <a:ext uri="{FF2B5EF4-FFF2-40B4-BE49-F238E27FC236}">
                    <a16:creationId xmlns:a16="http://schemas.microsoft.com/office/drawing/2014/main" id="{D4BD96C1-59F1-EE4B-D2E8-31F930A7EAF4}"/>
                  </a:ext>
                </a:extLst>
              </p14:cNvPr>
              <p14:cNvContentPartPr/>
              <p14:nvPr/>
            </p14:nvContentPartPr>
            <p14:xfrm>
              <a:off x="57240" y="690480"/>
              <a:ext cx="11274120" cy="6080400"/>
            </p14:xfrm>
          </p:contentPart>
        </mc:Choice>
        <mc:Fallback xmlns="">
          <p:pic>
            <p:nvPicPr>
              <p:cNvPr id="2" name="Ink 1">
                <a:extLst>
                  <a:ext uri="{FF2B5EF4-FFF2-40B4-BE49-F238E27FC236}">
                    <a16:creationId xmlns:a16="http://schemas.microsoft.com/office/drawing/2014/main" id="{D4BD96C1-59F1-EE4B-D2E8-31F930A7EAF4}"/>
                  </a:ext>
                </a:extLst>
              </p:cNvPr>
              <p:cNvPicPr/>
              <p:nvPr/>
            </p:nvPicPr>
            <p:blipFill>
              <a:blip r:embed="rId8"/>
              <a:stretch>
                <a:fillRect/>
              </a:stretch>
            </p:blipFill>
            <p:spPr>
              <a:xfrm>
                <a:off x="47880" y="681120"/>
                <a:ext cx="11292840" cy="60991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9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7"/>
        <p:cNvGrpSpPr/>
        <p:nvPr/>
      </p:nvGrpSpPr>
      <p:grpSpPr>
        <a:xfrm>
          <a:off x="0" y="0"/>
          <a:ext cx="0" cy="0"/>
          <a:chOff x="0" y="0"/>
          <a:chExt cx="0" cy="0"/>
        </a:xfrm>
      </p:grpSpPr>
      <p:sp>
        <p:nvSpPr>
          <p:cNvPr id="858" name="Google Shape;858;p8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SMOOTHING SCATTER PLOTS</a:t>
            </a:r>
            <a:endParaRPr/>
          </a:p>
        </p:txBody>
      </p:sp>
      <p:pic>
        <p:nvPicPr>
          <p:cNvPr id="859" name="Google Shape;859;p83" descr="kdeSSv8.png"/>
          <p:cNvPicPr preferRelativeResize="0">
            <a:picLocks noGrp="1"/>
          </p:cNvPicPr>
          <p:nvPr>
            <p:ph type="body" idx="1"/>
          </p:nvPr>
        </p:nvPicPr>
        <p:blipFill rotWithShape="1">
          <a:blip r:embed="rId3">
            <a:alphaModFix/>
          </a:blip>
          <a:srcRect l="-17739" r="-17739"/>
          <a:stretch/>
        </p:blipFill>
        <p:spPr>
          <a:xfrm>
            <a:off x="-1107903" y="1825625"/>
            <a:ext cx="10515600" cy="4351339"/>
          </a:xfrm>
          <a:prstGeom prst="rect">
            <a:avLst/>
          </a:prstGeom>
          <a:noFill/>
          <a:ln>
            <a:noFill/>
          </a:ln>
        </p:spPr>
      </p:pic>
      <p:sp>
        <p:nvSpPr>
          <p:cNvPr id="861" name="Google Shape;861;p83"/>
          <p:cNvSpPr txBox="1"/>
          <p:nvPr/>
        </p:nvSpPr>
        <p:spPr>
          <a:xfrm>
            <a:off x="7903942" y="2142057"/>
            <a:ext cx="3891171" cy="425757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Rockwell"/>
                <a:ea typeface="Rockwell"/>
                <a:cs typeface="Rockwell"/>
                <a:sym typeface="Rockwell"/>
              </a:rPr>
              <a:t>For each x, we find g(x) by a weighted average of the </a:t>
            </a:r>
            <a:r>
              <a:rPr lang="en-US" sz="2800" b="0" i="0" u="none" strike="noStrike" cap="none" dirty="0" err="1">
                <a:solidFill>
                  <a:schemeClr val="dk1"/>
                </a:solidFill>
                <a:latin typeface="Rockwell"/>
                <a:ea typeface="Rockwell"/>
                <a:cs typeface="Rockwell"/>
                <a:sym typeface="Rockwell"/>
              </a:rPr>
              <a:t>y</a:t>
            </a:r>
            <a:r>
              <a:rPr lang="en-US" sz="2800" b="0" i="0" u="none" strike="noStrike" cap="none" baseline="-25000" dirty="0" err="1">
                <a:solidFill>
                  <a:schemeClr val="dk1"/>
                </a:solidFill>
                <a:latin typeface="Rockwell"/>
                <a:ea typeface="Rockwell"/>
                <a:cs typeface="Rockwell"/>
                <a:sym typeface="Rockwell"/>
              </a:rPr>
              <a:t>i</a:t>
            </a:r>
            <a:endParaRPr sz="2800" b="0" i="0" u="none" strike="noStrike" cap="none" baseline="-25000" dirty="0">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2800"/>
              <a:buFont typeface="Arial"/>
              <a:buNone/>
            </a:pPr>
            <a:endParaRPr sz="2800" b="0" i="0" u="none" strike="noStrike" cap="none" baseline="-25000" dirty="0">
              <a:solidFill>
                <a:schemeClr val="dk1"/>
              </a:solidFill>
              <a:latin typeface="Rockwell"/>
              <a:ea typeface="Rockwell"/>
              <a:cs typeface="Rockwell"/>
              <a:sym typeface="Rockwel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Rockwell"/>
                <a:ea typeface="Rockwell"/>
                <a:cs typeface="Rockwell"/>
                <a:sym typeface="Rockwell"/>
              </a:rPr>
              <a:t>The </a:t>
            </a:r>
            <a:r>
              <a:rPr lang="en-US" sz="2800" b="0" i="0" u="none" strike="noStrike" cap="none" dirty="0" err="1">
                <a:solidFill>
                  <a:schemeClr val="dk1"/>
                </a:solidFill>
                <a:latin typeface="Rockwell"/>
                <a:ea typeface="Rockwell"/>
                <a:cs typeface="Rockwell"/>
                <a:sym typeface="Rockwell"/>
              </a:rPr>
              <a:t>y</a:t>
            </a:r>
            <a:r>
              <a:rPr lang="en-US" sz="2800" b="0" i="0" u="none" strike="noStrike" cap="none" baseline="-25000" dirty="0" err="1">
                <a:solidFill>
                  <a:schemeClr val="dk1"/>
                </a:solidFill>
                <a:latin typeface="Rockwell"/>
                <a:ea typeface="Rockwell"/>
                <a:cs typeface="Rockwell"/>
                <a:sym typeface="Rockwell"/>
              </a:rPr>
              <a:t>i</a:t>
            </a:r>
            <a:r>
              <a:rPr lang="en-US" sz="2800" b="0" i="0" u="none" strike="noStrike" cap="none" dirty="0">
                <a:solidFill>
                  <a:schemeClr val="dk1"/>
                </a:solidFill>
                <a:latin typeface="Rockwell"/>
                <a:ea typeface="Rockwell"/>
                <a:cs typeface="Rockwell"/>
                <a:sym typeface="Rockwell"/>
              </a:rPr>
              <a:t> are weighted according to the kernel function.</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800"/>
              <a:buFont typeface="Arial"/>
              <a:buNone/>
            </a:pPr>
            <a:r>
              <a:rPr lang="en-US" sz="2800" b="0" i="0" u="none" strike="noStrike" cap="none" dirty="0">
                <a:solidFill>
                  <a:schemeClr val="dk1"/>
                </a:solidFill>
                <a:latin typeface="Rockwell"/>
                <a:ea typeface="Rockwell"/>
                <a:cs typeface="Rockwell"/>
                <a:sym typeface="Rockwell"/>
              </a:rPr>
              <a:t>So x</a:t>
            </a:r>
            <a:r>
              <a:rPr lang="en-US" sz="2800" b="0" i="0" u="none" strike="noStrike" cap="none" baseline="-25000" dirty="0">
                <a:solidFill>
                  <a:schemeClr val="dk1"/>
                </a:solidFill>
                <a:latin typeface="Rockwell"/>
                <a:ea typeface="Rockwell"/>
                <a:cs typeface="Rockwell"/>
                <a:sym typeface="Rockwell"/>
              </a:rPr>
              <a:t>i</a:t>
            </a:r>
            <a:r>
              <a:rPr lang="en-US" sz="2800" b="0" i="0" u="none" strike="noStrike" cap="none" dirty="0">
                <a:solidFill>
                  <a:schemeClr val="dk1"/>
                </a:solidFill>
                <a:latin typeface="Rockwell"/>
                <a:ea typeface="Rockwell"/>
                <a:cs typeface="Rockwell"/>
                <a:sym typeface="Rockwell"/>
              </a:rPr>
              <a:t> far from x do not contribute much to g(x)</a:t>
            </a:r>
            <a:endParaRPr sz="1400" b="0" i="0" u="none" strike="noStrike" cap="none" dirty="0">
              <a:solidFill>
                <a:srgbClr val="000000"/>
              </a:solidFill>
              <a:latin typeface="Arial"/>
              <a:ea typeface="Arial"/>
              <a:cs typeface="Arial"/>
              <a:sym typeface="Arial"/>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B54505AB-ACA2-F013-EE53-62891242AC42}"/>
                  </a:ext>
                </a:extLst>
              </p:cNvPr>
              <p:cNvSpPr txBox="1"/>
              <p:nvPr/>
            </p:nvSpPr>
            <p:spPr>
              <a:xfrm>
                <a:off x="6575279" y="681036"/>
                <a:ext cx="5219834" cy="840295"/>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000" b="0" i="1" smtClean="0">
                          <a:latin typeface="Cambria Math" panose="02040503050406030204" pitchFamily="18" charset="0"/>
                        </a:rPr>
                        <m:t>𝑔</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nary>
                        <m:naryPr>
                          <m:chr m:val="∑"/>
                          <m:ctrlPr>
                            <a:rPr lang="en-US" sz="2000" b="0" i="1" smtClean="0">
                              <a:latin typeface="Cambria Math" panose="02040503050406030204" pitchFamily="18" charset="0"/>
                            </a:rPr>
                          </m:ctrlPr>
                        </m:naryPr>
                        <m:sub>
                          <m:r>
                            <m:rPr>
                              <m:brk m:alnAt="23"/>
                            </m:rPr>
                            <a:rPr lang="en-US" sz="2000" b="0" i="1" smtClean="0">
                              <a:latin typeface="Cambria Math" panose="02040503050406030204" pitchFamily="18" charset="0"/>
                            </a:rPr>
                            <m:t>𝑖</m:t>
                          </m:r>
                          <m:r>
                            <a:rPr lang="en-US" sz="2000" b="0" i="1" smtClean="0">
                              <a:latin typeface="Cambria Math" panose="02040503050406030204" pitchFamily="18" charset="0"/>
                            </a:rPr>
                            <m:t>=1</m:t>
                          </m:r>
                        </m:sub>
                        <m:sup>
                          <m:r>
                            <a:rPr lang="en-US" sz="2000" b="0" i="1" smtClean="0">
                              <a:latin typeface="Cambria Math" panose="02040503050406030204" pitchFamily="18" charset="0"/>
                            </a:rPr>
                            <m:t>𝑛</m:t>
                          </m:r>
                        </m:sup>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r>
                            <m:rPr>
                              <m:nor/>
                            </m:rPr>
                            <a:rPr lang="en-US" sz="2000" b="0" i="0" smtClean="0">
                              <a:latin typeface="Cambria Math" panose="02040503050406030204" pitchFamily="18" charset="0"/>
                            </a:rPr>
                            <m:t>where</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𝑤</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m:t>
                          </m:r>
                        </m:e>
                      </m:nary>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i="1">
                                  <a:latin typeface="Cambria Math" panose="02040503050406030204" pitchFamily="18" charset="0"/>
                                </a:rPr>
                                <m:t>𝐾</m:t>
                              </m:r>
                            </m:e>
                            <m:sub>
                              <m:r>
                                <a:rPr lang="en-US" sz="2000" i="1">
                                  <a:latin typeface="Cambria Math" panose="02040503050406030204" pitchFamily="18" charset="0"/>
                                </a:rPr>
                                <m:t>h</m:t>
                              </m:r>
                            </m:sub>
                          </m:sSub>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i="1">
                              <a:latin typeface="Cambria Math" panose="02040503050406030204" pitchFamily="18" charset="0"/>
                            </a:rPr>
                            <m:t>)</m:t>
                          </m:r>
                          <m:r>
                            <a:rPr lang="en-US" sz="2000" i="1" smtClean="0">
                              <a:latin typeface="Cambria Math" panose="02040503050406030204" pitchFamily="18" charset="0"/>
                            </a:rPr>
                            <m:t> </m:t>
                          </m:r>
                        </m:num>
                        <m:den>
                          <m:nary>
                            <m:naryPr>
                              <m:chr m:val="∑"/>
                              <m:ctrlPr>
                                <a:rPr lang="en-US" sz="2000" i="1">
                                  <a:latin typeface="Cambria Math" panose="02040503050406030204" pitchFamily="18" charset="0"/>
                                </a:rPr>
                              </m:ctrlPr>
                            </m:naryPr>
                            <m:sub>
                              <m:r>
                                <m:rPr>
                                  <m:brk m:alnAt="23"/>
                                </m:rPr>
                                <a:rPr lang="en-US" sz="2000" i="1">
                                  <a:latin typeface="Cambria Math" panose="02040503050406030204" pitchFamily="18" charset="0"/>
                                </a:rPr>
                                <m:t>𝑖</m:t>
                              </m:r>
                              <m:r>
                                <a:rPr lang="en-US" sz="2000" i="1">
                                  <a:latin typeface="Cambria Math" panose="02040503050406030204" pitchFamily="18" charset="0"/>
                                </a:rPr>
                                <m:t>=1</m:t>
                              </m:r>
                            </m:sub>
                            <m:sup>
                              <m:r>
                                <a:rPr lang="en-US" sz="2000" i="1">
                                  <a:latin typeface="Cambria Math" panose="02040503050406030204" pitchFamily="18" charset="0"/>
                                </a:rPr>
                                <m:t>𝑛</m:t>
                              </m:r>
                            </m:sup>
                            <m:e>
                              <m:sSub>
                                <m:sSubPr>
                                  <m:ctrlPr>
                                    <a:rPr lang="en-US" sz="2000" i="1">
                                      <a:latin typeface="Cambria Math" panose="02040503050406030204" pitchFamily="18" charset="0"/>
                                    </a:rPr>
                                  </m:ctrlPr>
                                </m:sSubPr>
                                <m:e>
                                  <m:r>
                                    <a:rPr lang="en-US" sz="2000" i="1">
                                      <a:latin typeface="Cambria Math" panose="02040503050406030204" pitchFamily="18" charset="0"/>
                                    </a:rPr>
                                    <m:t>𝐾</m:t>
                                  </m:r>
                                </m:e>
                                <m:sub>
                                  <m:r>
                                    <a:rPr lang="en-US" sz="2000" i="1">
                                      <a:latin typeface="Cambria Math" panose="02040503050406030204" pitchFamily="18" charset="0"/>
                                    </a:rPr>
                                    <m:t>h</m:t>
                                  </m:r>
                                </m:sub>
                              </m:sSub>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sSub>
                                <m:sSubPr>
                                  <m:ctrlPr>
                                    <a:rPr lang="en-US" sz="2000" i="1">
                                      <a:latin typeface="Cambria Math" panose="02040503050406030204" pitchFamily="18" charset="0"/>
                                    </a:rPr>
                                  </m:ctrlPr>
                                </m:sSubPr>
                                <m:e>
                                  <m:r>
                                    <a:rPr lang="en-US" sz="2000" i="1">
                                      <a:latin typeface="Cambria Math" panose="02040503050406030204" pitchFamily="18" charset="0"/>
                                    </a:rPr>
                                    <m:t>𝑥</m:t>
                                  </m:r>
                                </m:e>
                                <m:sub>
                                  <m:r>
                                    <a:rPr lang="en-US" sz="2000" i="1">
                                      <a:latin typeface="Cambria Math" panose="02040503050406030204" pitchFamily="18" charset="0"/>
                                    </a:rPr>
                                    <m:t>𝑖</m:t>
                                  </m:r>
                                </m:sub>
                              </m:sSub>
                              <m:r>
                                <a:rPr lang="en-US" sz="2000" i="1">
                                  <a:latin typeface="Cambria Math" panose="02040503050406030204" pitchFamily="18" charset="0"/>
                                </a:rPr>
                                <m:t>)</m:t>
                              </m:r>
                            </m:e>
                          </m:nary>
                        </m:den>
                      </m:f>
                    </m:oMath>
                  </m:oMathPara>
                </a14:m>
                <a:endParaRPr lang="en-US" sz="2000" dirty="0"/>
              </a:p>
            </p:txBody>
          </p:sp>
        </mc:Choice>
        <mc:Fallback xmlns="">
          <p:sp>
            <p:nvSpPr>
              <p:cNvPr id="2" name="TextBox 1">
                <a:extLst>
                  <a:ext uri="{FF2B5EF4-FFF2-40B4-BE49-F238E27FC236}">
                    <a16:creationId xmlns:a16="http://schemas.microsoft.com/office/drawing/2014/main" id="{B54505AB-ACA2-F013-EE53-62891242AC42}"/>
                  </a:ext>
                </a:extLst>
              </p:cNvPr>
              <p:cNvSpPr txBox="1">
                <a:spLocks noRot="1" noChangeAspect="1" noMove="1" noResize="1" noEditPoints="1" noAdjustHandles="1" noChangeArrowheads="1" noChangeShapeType="1" noTextEdit="1"/>
              </p:cNvSpPr>
              <p:nvPr/>
            </p:nvSpPr>
            <p:spPr>
              <a:xfrm>
                <a:off x="6575279" y="681036"/>
                <a:ext cx="5219834" cy="840295"/>
              </a:xfrm>
              <a:prstGeom prst="rect">
                <a:avLst/>
              </a:prstGeom>
              <a:blipFill>
                <a:blip r:embed="rId4"/>
                <a:stretch>
                  <a:fillRect t="-117647" b="-176471"/>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904424C1-C9FA-A998-F3F0-2EE6B68D78B3}"/>
                  </a:ext>
                </a:extLst>
              </p14:cNvPr>
              <p14:cNvContentPartPr/>
              <p14:nvPr/>
            </p14:nvContentPartPr>
            <p14:xfrm>
              <a:off x="247680" y="64800"/>
              <a:ext cx="11554560" cy="6069240"/>
            </p14:xfrm>
          </p:contentPart>
        </mc:Choice>
        <mc:Fallback xmlns="">
          <p:pic>
            <p:nvPicPr>
              <p:cNvPr id="3" name="Ink 2">
                <a:extLst>
                  <a:ext uri="{FF2B5EF4-FFF2-40B4-BE49-F238E27FC236}">
                    <a16:creationId xmlns:a16="http://schemas.microsoft.com/office/drawing/2014/main" id="{904424C1-C9FA-A998-F3F0-2EE6B68D78B3}"/>
                  </a:ext>
                </a:extLst>
              </p:cNvPr>
              <p:cNvPicPr/>
              <p:nvPr/>
            </p:nvPicPr>
            <p:blipFill>
              <a:blip r:embed="rId6"/>
              <a:stretch>
                <a:fillRect/>
              </a:stretch>
            </p:blipFill>
            <p:spPr>
              <a:xfrm>
                <a:off x="238320" y="55440"/>
                <a:ext cx="11573280" cy="6087960"/>
              </a:xfrm>
              <a:prstGeom prst="rect">
                <a:avLst/>
              </a:prstGeom>
            </p:spPr>
          </p:pic>
        </mc:Fallback>
      </mc:AlternateContent>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44"/>
        <p:cNvGrpSpPr/>
        <p:nvPr/>
      </p:nvGrpSpPr>
      <p:grpSpPr>
        <a:xfrm>
          <a:off x="0" y="0"/>
          <a:ext cx="0" cy="0"/>
          <a:chOff x="0" y="0"/>
          <a:chExt cx="0" cy="0"/>
        </a:xfrm>
      </p:grpSpPr>
      <p:sp>
        <p:nvSpPr>
          <p:cNvPr id="945" name="Google Shape;945;p9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GOOD PLOT MAKING PRACTICE </a:t>
            </a:r>
            <a:endParaRPr/>
          </a:p>
        </p:txBody>
      </p:sp>
      <p:sp>
        <p:nvSpPr>
          <p:cNvPr id="946" name="Google Shape;946;p94"/>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Put major (</a:t>
            </a:r>
            <a:r>
              <a:rPr lang="en-US" b="1" dirty="0"/>
              <a:t>quantitative</a:t>
            </a:r>
            <a:r>
              <a:rPr lang="en-US" dirty="0"/>
              <a:t>) conclusions in graphical form</a:t>
            </a:r>
            <a:endParaRPr dirty="0"/>
          </a:p>
          <a:p>
            <a:pPr marL="182880" lvl="0" indent="-182880" algn="l" rtl="0">
              <a:lnSpc>
                <a:spcPct val="90000"/>
              </a:lnSpc>
              <a:spcBef>
                <a:spcPts val="1200"/>
              </a:spcBef>
              <a:spcAft>
                <a:spcPts val="0"/>
              </a:spcAft>
              <a:buSzPts val="1700"/>
              <a:buChar char="▪"/>
            </a:pPr>
            <a:r>
              <a:rPr lang="en-US" dirty="0"/>
              <a:t>Provide reference information</a:t>
            </a:r>
            <a:endParaRPr dirty="0"/>
          </a:p>
          <a:p>
            <a:pPr marL="182880" lvl="0" indent="-182880" algn="l" rtl="0">
              <a:lnSpc>
                <a:spcPct val="90000"/>
              </a:lnSpc>
              <a:spcBef>
                <a:spcPts val="1200"/>
              </a:spcBef>
              <a:spcAft>
                <a:spcPts val="0"/>
              </a:spcAft>
              <a:buSzPts val="1700"/>
              <a:buChar char="▪"/>
            </a:pPr>
            <a:r>
              <a:rPr lang="en-US" dirty="0"/>
              <a:t>Proof read for clarity and consistency</a:t>
            </a:r>
            <a:endParaRPr dirty="0"/>
          </a:p>
          <a:p>
            <a:pPr marL="182880" lvl="0" indent="-182880" algn="l" rtl="0">
              <a:lnSpc>
                <a:spcPct val="90000"/>
              </a:lnSpc>
              <a:spcBef>
                <a:spcPts val="1200"/>
              </a:spcBef>
              <a:spcAft>
                <a:spcPts val="0"/>
              </a:spcAft>
              <a:buSzPts val="1700"/>
              <a:buChar char="▪"/>
            </a:pPr>
            <a:r>
              <a:rPr lang="en-US" dirty="0"/>
              <a:t>Graphing is an iterative process</a:t>
            </a:r>
            <a:endParaRPr dirty="0"/>
          </a:p>
          <a:p>
            <a:pPr marL="182880" lvl="0" indent="-182880" algn="l" rtl="0">
              <a:lnSpc>
                <a:spcPct val="90000"/>
              </a:lnSpc>
              <a:spcBef>
                <a:spcPts val="1200"/>
              </a:spcBef>
              <a:spcAft>
                <a:spcPts val="0"/>
              </a:spcAft>
              <a:buSzPts val="1700"/>
              <a:buChar char="▪"/>
            </a:pPr>
            <a:r>
              <a:rPr lang="en-US" dirty="0"/>
              <a:t>Multiplicity is OK, i.e., two plots of the same variable may provide different messages</a:t>
            </a:r>
            <a:endParaRPr dirty="0"/>
          </a:p>
          <a:p>
            <a:pPr marL="182880" lvl="0" indent="-182880" algn="l" rtl="0">
              <a:lnSpc>
                <a:spcPct val="90000"/>
              </a:lnSpc>
              <a:spcBef>
                <a:spcPts val="1200"/>
              </a:spcBef>
              <a:spcAft>
                <a:spcPts val="0"/>
              </a:spcAft>
              <a:buSzPts val="1700"/>
              <a:buChar char="▪"/>
            </a:pPr>
            <a:r>
              <a:rPr lang="en-US" dirty="0"/>
              <a:t>Make plots data rich </a:t>
            </a:r>
            <a:endParaRPr dirty="0"/>
          </a:p>
        </p:txBody>
      </p:sp>
      <p:graphicFrame>
        <p:nvGraphicFramePr>
          <p:cNvPr id="2" name="Google Shape;674;p58">
            <a:extLst>
              <a:ext uri="{FF2B5EF4-FFF2-40B4-BE49-F238E27FC236}">
                <a16:creationId xmlns:a16="http://schemas.microsoft.com/office/drawing/2014/main" id="{81AD70A0-EABF-E459-0C06-E5E21C3B6BD2}"/>
              </a:ext>
            </a:extLst>
          </p:cNvPr>
          <p:cNvGraphicFramePr/>
          <p:nvPr>
            <p:extLst>
              <p:ext uri="{D42A27DB-BD31-4B8C-83A1-F6EECF244321}">
                <p14:modId xmlns:p14="http://schemas.microsoft.com/office/powerpoint/2010/main" val="332134574"/>
              </p:ext>
            </p:extLst>
          </p:nvPr>
        </p:nvGraphicFramePr>
        <p:xfrm>
          <a:off x="0" y="6506740"/>
          <a:ext cx="12187000" cy="351250"/>
        </p:xfrm>
        <a:graphic>
          <a:graphicData uri="http://schemas.openxmlformats.org/drawingml/2006/table">
            <a:tbl>
              <a:tblPr firstRow="1" bandRow="1">
                <a:noFill/>
              </a:tblPr>
              <a:tblGrid>
                <a:gridCol w="1741000">
                  <a:extLst>
                    <a:ext uri="{9D8B030D-6E8A-4147-A177-3AD203B41FA5}">
                      <a16:colId xmlns:a16="http://schemas.microsoft.com/office/drawing/2014/main" val="20000"/>
                    </a:ext>
                  </a:extLst>
                </a:gridCol>
                <a:gridCol w="1741000">
                  <a:extLst>
                    <a:ext uri="{9D8B030D-6E8A-4147-A177-3AD203B41FA5}">
                      <a16:colId xmlns:a16="http://schemas.microsoft.com/office/drawing/2014/main" val="20001"/>
                    </a:ext>
                  </a:extLst>
                </a:gridCol>
                <a:gridCol w="1741000">
                  <a:extLst>
                    <a:ext uri="{9D8B030D-6E8A-4147-A177-3AD203B41FA5}">
                      <a16:colId xmlns:a16="http://schemas.microsoft.com/office/drawing/2014/main" val="20002"/>
                    </a:ext>
                  </a:extLst>
                </a:gridCol>
                <a:gridCol w="1741000">
                  <a:extLst>
                    <a:ext uri="{9D8B030D-6E8A-4147-A177-3AD203B41FA5}">
                      <a16:colId xmlns:a16="http://schemas.microsoft.com/office/drawing/2014/main" val="20003"/>
                    </a:ext>
                  </a:extLst>
                </a:gridCol>
                <a:gridCol w="1741000">
                  <a:extLst>
                    <a:ext uri="{9D8B030D-6E8A-4147-A177-3AD203B41FA5}">
                      <a16:colId xmlns:a16="http://schemas.microsoft.com/office/drawing/2014/main" val="20004"/>
                    </a:ext>
                  </a:extLst>
                </a:gridCol>
                <a:gridCol w="1741000">
                  <a:extLst>
                    <a:ext uri="{9D8B030D-6E8A-4147-A177-3AD203B41FA5}">
                      <a16:colId xmlns:a16="http://schemas.microsoft.com/office/drawing/2014/main" val="20005"/>
                    </a:ext>
                  </a:extLst>
                </a:gridCol>
                <a:gridCol w="1741000">
                  <a:extLst>
                    <a:ext uri="{9D8B030D-6E8A-4147-A177-3AD203B41FA5}">
                      <a16:colId xmlns:a16="http://schemas.microsoft.com/office/drawing/2014/main" val="20006"/>
                    </a:ext>
                  </a:extLst>
                </a:gridCol>
              </a:tblGrid>
              <a:tr h="351250">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Scale</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Conditioning</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Perception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Transformation</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Context</a:t>
                      </a:r>
                      <a:endParaRPr sz="1400" u="none" strike="noStrike" cap="none" dirty="0"/>
                    </a:p>
                  </a:txBody>
                  <a:tcPr marL="91450" marR="91450" marT="45725" marB="45725">
                    <a:solidFill>
                      <a:schemeClr val="accent1"/>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Smoothing</a:t>
                      </a:r>
                      <a:endParaRPr sz="1400" u="none" strike="noStrike" cap="none" dirty="0"/>
                    </a:p>
                  </a:txBody>
                  <a:tcPr marL="91450" marR="91450" marT="45725" marB="45725">
                    <a:solidFill>
                      <a:srgbClr val="FE8636"/>
                    </a:solidFill>
                  </a:tcPr>
                </a:tc>
                <a:tc>
                  <a:txBody>
                    <a:bodyPr/>
                    <a:lstStyle/>
                    <a:p>
                      <a:pPr marL="0" marR="0" lvl="0" indent="0" algn="l" rtl="0">
                        <a:lnSpc>
                          <a:spcPct val="100000"/>
                        </a:lnSpc>
                        <a:spcBef>
                          <a:spcPts val="0"/>
                        </a:spcBef>
                        <a:spcAft>
                          <a:spcPts val="0"/>
                        </a:spcAft>
                        <a:buClr>
                          <a:srgbClr val="000000"/>
                        </a:buClr>
                        <a:buSzPts val="1200"/>
                        <a:buFont typeface="Arial"/>
                        <a:buNone/>
                      </a:pPr>
                      <a:r>
                        <a:rPr lang="en-US" sz="1200" b="0" i="0" u="none" strike="noStrike" cap="none" dirty="0">
                          <a:latin typeface="Helvetica Neue"/>
                          <a:ea typeface="Helvetica Neue"/>
                          <a:cs typeface="Helvetica Neue"/>
                          <a:sym typeface="Helvetica Neue"/>
                        </a:rPr>
                        <a:t>Philosophy</a:t>
                      </a:r>
                      <a:endParaRPr sz="1400" u="none" strike="noStrike" cap="none" dirty="0"/>
                    </a:p>
                  </a:txBody>
                  <a:tcPr marL="91450" marR="91450" marT="45725" marB="45725">
                    <a:solidFill>
                      <a:srgbClr val="FE8636"/>
                    </a:solidFill>
                  </a:tcPr>
                </a:tc>
                <a:extLst>
                  <a:ext uri="{0D108BD9-81ED-4DB2-BD59-A6C34878D82A}">
                    <a16:rowId xmlns:a16="http://schemas.microsoft.com/office/drawing/2014/main" val="10000"/>
                  </a:ext>
                </a:extLst>
              </a:tr>
            </a:tbl>
          </a:graphicData>
        </a:graphic>
      </p:graphicFrame>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FF8408DC-DF77-96F9-3FB4-249F9E46EA6D}"/>
                  </a:ext>
                </a:extLst>
              </p14:cNvPr>
              <p14:cNvContentPartPr/>
              <p14:nvPr/>
            </p14:nvContentPartPr>
            <p14:xfrm>
              <a:off x="6058080" y="2853360"/>
              <a:ext cx="3071160" cy="786600"/>
            </p14:xfrm>
          </p:contentPart>
        </mc:Choice>
        <mc:Fallback xmlns="">
          <p:pic>
            <p:nvPicPr>
              <p:cNvPr id="3" name="Ink 2">
                <a:extLst>
                  <a:ext uri="{FF2B5EF4-FFF2-40B4-BE49-F238E27FC236}">
                    <a16:creationId xmlns:a16="http://schemas.microsoft.com/office/drawing/2014/main" id="{FF8408DC-DF77-96F9-3FB4-249F9E46EA6D}"/>
                  </a:ext>
                </a:extLst>
              </p:cNvPr>
              <p:cNvPicPr/>
              <p:nvPr/>
            </p:nvPicPr>
            <p:blipFill>
              <a:blip r:embed="rId4"/>
              <a:stretch>
                <a:fillRect/>
              </a:stretch>
            </p:blipFill>
            <p:spPr>
              <a:xfrm>
                <a:off x="6048720" y="2844000"/>
                <a:ext cx="3089880" cy="80532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62"/>
        <p:cNvGrpSpPr/>
        <p:nvPr/>
      </p:nvGrpSpPr>
      <p:grpSpPr>
        <a:xfrm>
          <a:off x="0" y="0"/>
          <a:ext cx="0" cy="0"/>
          <a:chOff x="0" y="0"/>
          <a:chExt cx="0" cy="0"/>
        </a:xfrm>
      </p:grpSpPr>
      <p:sp>
        <p:nvSpPr>
          <p:cNvPr id="463" name="Google Shape;463;p3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a:t>MANY VISUALIZATIONS </a:t>
            </a:r>
            <a:br>
              <a:rPr lang="en-US"/>
            </a:br>
            <a:r>
              <a:rPr lang="en-US"/>
              <a:t>DO NOT ABIDE BY VISUALIZATION PRINCIPLES</a:t>
            </a:r>
            <a:endParaRPr/>
          </a:p>
        </p:txBody>
      </p:sp>
      <p:pic>
        <p:nvPicPr>
          <p:cNvPr id="464" name="Google Shape;464;p36"/>
          <p:cNvPicPr preferRelativeResize="0">
            <a:picLocks noGrp="1"/>
          </p:cNvPicPr>
          <p:nvPr>
            <p:ph type="body" idx="1"/>
          </p:nvPr>
        </p:nvPicPr>
        <p:blipFill rotWithShape="1">
          <a:blip r:embed="rId3">
            <a:alphaModFix/>
          </a:blip>
          <a:srcRect/>
          <a:stretch/>
        </p:blipFill>
        <p:spPr>
          <a:xfrm>
            <a:off x="2476593" y="2093976"/>
            <a:ext cx="7687622" cy="4898878"/>
          </a:xfrm>
          <a:prstGeom prst="rect">
            <a:avLst/>
          </a:prstGeom>
          <a:noFill/>
          <a:ln>
            <a:noFill/>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7C9E078F-E2F3-3B64-1A84-29046F2CB596}"/>
                  </a:ext>
                </a:extLst>
              </p14:cNvPr>
              <p14:cNvContentPartPr/>
              <p14:nvPr/>
            </p14:nvContentPartPr>
            <p14:xfrm>
              <a:off x="1635480" y="126720"/>
              <a:ext cx="7229520" cy="2677320"/>
            </p14:xfrm>
          </p:contentPart>
        </mc:Choice>
        <mc:Fallback xmlns="">
          <p:pic>
            <p:nvPicPr>
              <p:cNvPr id="2" name="Ink 1">
                <a:extLst>
                  <a:ext uri="{FF2B5EF4-FFF2-40B4-BE49-F238E27FC236}">
                    <a16:creationId xmlns:a16="http://schemas.microsoft.com/office/drawing/2014/main" id="{7C9E078F-E2F3-3B64-1A84-29046F2CB596}"/>
                  </a:ext>
                </a:extLst>
              </p:cNvPr>
              <p:cNvPicPr/>
              <p:nvPr/>
            </p:nvPicPr>
            <p:blipFill>
              <a:blip r:embed="rId5"/>
              <a:stretch>
                <a:fillRect/>
              </a:stretch>
            </p:blipFill>
            <p:spPr>
              <a:xfrm>
                <a:off x="1626120" y="117360"/>
                <a:ext cx="7248240" cy="269604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pic>
        <p:nvPicPr>
          <p:cNvPr id="483" name="Google Shape;483;p38"/>
          <p:cNvPicPr preferRelativeResize="0">
            <a:picLocks noGrp="1"/>
          </p:cNvPicPr>
          <p:nvPr>
            <p:ph type="body" idx="1"/>
          </p:nvPr>
        </p:nvPicPr>
        <p:blipFill rotWithShape="1">
          <a:blip r:embed="rId3">
            <a:alphaModFix/>
          </a:blip>
          <a:srcRect/>
          <a:stretch/>
        </p:blipFill>
        <p:spPr>
          <a:xfrm>
            <a:off x="3577972" y="0"/>
            <a:ext cx="8614028" cy="6858000"/>
          </a:xfrm>
          <a:prstGeom prst="rect">
            <a:avLst/>
          </a:prstGeom>
          <a:noFill/>
          <a:ln>
            <a:noFill/>
          </a:ln>
        </p:spPr>
      </p:pic>
      <p:sp>
        <p:nvSpPr>
          <p:cNvPr id="484" name="Google Shape;484;p38"/>
          <p:cNvSpPr txBox="1">
            <a:spLocks noGrp="1"/>
          </p:cNvSpPr>
          <p:nvPr>
            <p:ph type="title"/>
          </p:nvPr>
        </p:nvSpPr>
        <p:spPr>
          <a:xfrm>
            <a:off x="132075" y="287675"/>
            <a:ext cx="5344200" cy="16095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ct val="100000"/>
              <a:buFont typeface="Rockwell"/>
              <a:buNone/>
            </a:pPr>
            <a:r>
              <a:rPr lang="en-US" dirty="0"/>
              <a:t>INTERACTIVE VISUALIZATIONS</a:t>
            </a:r>
            <a:endParaRPr dirty="0"/>
          </a:p>
        </p:txBody>
      </p:sp>
      <p:sp>
        <p:nvSpPr>
          <p:cNvPr id="485" name="Google Shape;485;p38"/>
          <p:cNvSpPr txBox="1"/>
          <p:nvPr/>
        </p:nvSpPr>
        <p:spPr>
          <a:xfrm>
            <a:off x="3660304" y="6550223"/>
            <a:ext cx="4425442" cy="307777"/>
          </a:xfrm>
          <a:prstGeom prst="rect">
            <a:avLst/>
          </a:prstGeom>
          <a:solidFill>
            <a:schemeClr val="lt1"/>
          </a:solid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en-US" sz="1400" b="0" i="0" u="none" strike="noStrike" cap="none">
                <a:solidFill>
                  <a:schemeClr val="dk1"/>
                </a:solidFill>
                <a:latin typeface="Rockwell"/>
                <a:ea typeface="Rockwell"/>
                <a:cs typeface="Rockwell"/>
                <a:sym typeface="Rockwell"/>
              </a:rPr>
              <a:t>Screenshot: https://github.com/d3/d3/wiki/Gallery</a:t>
            </a:r>
            <a:endParaRPr sz="1400" b="0" i="0" u="none" strike="noStrike" cap="none">
              <a:solidFill>
                <a:srgbClr val="000000"/>
              </a:solidFill>
              <a:latin typeface="Arial"/>
              <a:ea typeface="Arial"/>
              <a:cs typeface="Arial"/>
              <a:sym typeface="Arial"/>
            </a:endParaRPr>
          </a:p>
        </p:txBody>
      </p:sp>
      <p:sp>
        <p:nvSpPr>
          <p:cNvPr id="486" name="Google Shape;486;p38"/>
          <p:cNvSpPr txBox="1"/>
          <p:nvPr/>
        </p:nvSpPr>
        <p:spPr>
          <a:xfrm>
            <a:off x="310700" y="2352118"/>
            <a:ext cx="3164842" cy="4050792"/>
          </a:xfrm>
          <a:prstGeom prst="rect">
            <a:avLst/>
          </a:prstGeom>
          <a:noFill/>
          <a:ln>
            <a:noFill/>
          </a:ln>
        </p:spPr>
        <p:txBody>
          <a:bodyPr spcFirstLastPara="1" wrap="square" lIns="91425" tIns="45700" rIns="91425" bIns="45700" anchor="t" anchorCtr="0">
            <a:normAutofit fontScale="92500" lnSpcReduction="10000"/>
          </a:bodyPr>
          <a:lstStyle/>
          <a:p>
            <a:pPr marL="182880" marR="0" lvl="0" indent="-182880" algn="l" rtl="0">
              <a:lnSpc>
                <a:spcPct val="90000"/>
              </a:lnSpc>
              <a:spcBef>
                <a:spcPts val="0"/>
              </a:spcBef>
              <a:spcAft>
                <a:spcPts val="0"/>
              </a:spcAft>
              <a:buClr>
                <a:srgbClr val="9E3611"/>
              </a:buClr>
              <a:buSzPts val="2040"/>
              <a:buFont typeface="Noto Sans Symbols"/>
              <a:buChar char="▪"/>
            </a:pPr>
            <a:r>
              <a:rPr lang="en-US" sz="2400" b="0" i="0" u="none" strike="noStrike" cap="none" dirty="0">
                <a:solidFill>
                  <a:schemeClr val="dk1"/>
                </a:solidFill>
                <a:latin typeface="Rockwell"/>
                <a:ea typeface="Rockwell"/>
                <a:cs typeface="Rockwell"/>
                <a:sym typeface="Rockwell"/>
              </a:rPr>
              <a:t>D3: JavaScript library that    “brings data to life”</a:t>
            </a:r>
          </a:p>
          <a:p>
            <a:pPr marL="182880" marR="0" lvl="0" indent="-182880" algn="l" rtl="0">
              <a:lnSpc>
                <a:spcPct val="90000"/>
              </a:lnSpc>
              <a:spcBef>
                <a:spcPts val="0"/>
              </a:spcBef>
              <a:spcAft>
                <a:spcPts val="0"/>
              </a:spcAft>
              <a:buClr>
                <a:srgbClr val="9E3611"/>
              </a:buClr>
              <a:buSzPts val="2040"/>
              <a:buFont typeface="Noto Sans Symbols"/>
              <a:buChar char="▪"/>
            </a:pPr>
            <a:endParaRPr lang="en-US" sz="2400" b="0" i="0" u="none" strike="noStrike" cap="none" dirty="0">
              <a:solidFill>
                <a:schemeClr val="dk1"/>
              </a:solidFill>
              <a:latin typeface="Rockwell"/>
              <a:ea typeface="Rockwell"/>
              <a:cs typeface="Rockwell"/>
              <a:sym typeface="Rockwell"/>
            </a:endParaRPr>
          </a:p>
          <a:p>
            <a:pPr marL="182880" marR="0" lvl="0" indent="-182880" algn="l" rtl="0">
              <a:lnSpc>
                <a:spcPct val="90000"/>
              </a:lnSpc>
              <a:spcBef>
                <a:spcPts val="0"/>
              </a:spcBef>
              <a:spcAft>
                <a:spcPts val="0"/>
              </a:spcAft>
              <a:buClr>
                <a:srgbClr val="9E3611"/>
              </a:buClr>
              <a:buSzPts val="2040"/>
              <a:buFont typeface="Noto Sans Symbols"/>
              <a:buChar char="▪"/>
            </a:pPr>
            <a:r>
              <a:rPr lang="en-US" sz="2400" b="0" i="0" u="none" strike="noStrike" cap="none" dirty="0">
                <a:solidFill>
                  <a:schemeClr val="dk1"/>
                </a:solidFill>
                <a:latin typeface="Rockwell"/>
                <a:ea typeface="Rockwell"/>
                <a:cs typeface="Rockwell"/>
                <a:sym typeface="Rockwell"/>
              </a:rPr>
              <a:t>Another: d3blocks</a:t>
            </a:r>
            <a:endParaRPr sz="2400" b="0" i="0" u="none" strike="noStrike" cap="none" dirty="0">
              <a:solidFill>
                <a:schemeClr val="dk1"/>
              </a:solidFill>
              <a:latin typeface="Rockwell"/>
              <a:ea typeface="Rockwell"/>
              <a:cs typeface="Rockwell"/>
              <a:sym typeface="Rockwell"/>
            </a:endParaRPr>
          </a:p>
          <a:p>
            <a:pPr marL="182880" marR="0" lvl="0" indent="-53338" algn="l" rtl="0">
              <a:lnSpc>
                <a:spcPct val="90000"/>
              </a:lnSpc>
              <a:spcBef>
                <a:spcPts val="1200"/>
              </a:spcBef>
              <a:spcAft>
                <a:spcPts val="0"/>
              </a:spcAft>
              <a:buClr>
                <a:srgbClr val="9E3611"/>
              </a:buClr>
              <a:buSzPts val="2040"/>
              <a:buFont typeface="Noto Sans Symbols"/>
              <a:buNone/>
            </a:pPr>
            <a:endParaRPr sz="2400" b="0" i="0" u="none" strike="noStrike" cap="none" dirty="0">
              <a:solidFill>
                <a:schemeClr val="dk1"/>
              </a:solidFill>
              <a:latin typeface="Rockwell"/>
              <a:ea typeface="Rockwell"/>
              <a:cs typeface="Rockwell"/>
              <a:sym typeface="Rockwell"/>
            </a:endParaRPr>
          </a:p>
          <a:p>
            <a:pPr marL="182880" marR="0" lvl="0" indent="-182880" algn="l" rtl="0">
              <a:lnSpc>
                <a:spcPct val="90000"/>
              </a:lnSpc>
              <a:spcBef>
                <a:spcPts val="1200"/>
              </a:spcBef>
              <a:spcAft>
                <a:spcPts val="0"/>
              </a:spcAft>
              <a:buClr>
                <a:srgbClr val="9E3611"/>
              </a:buClr>
              <a:buSzPts val="2040"/>
              <a:buFont typeface="Noto Sans Symbols"/>
              <a:buChar char="▪"/>
            </a:pPr>
            <a:r>
              <a:rPr lang="en-US" sz="2400" b="0" i="0" u="none" strike="noStrike" cap="none" dirty="0">
                <a:solidFill>
                  <a:schemeClr val="dk1"/>
                </a:solidFill>
                <a:latin typeface="Rockwell"/>
                <a:ea typeface="Rockwell"/>
                <a:cs typeface="Rockwell"/>
                <a:sym typeface="Rockwell"/>
              </a:rPr>
              <a:t>Allows a lot of modifications and customizations</a:t>
            </a:r>
            <a:endParaRPr sz="1400" b="0" i="0" u="none" strike="noStrike" cap="none" dirty="0">
              <a:solidFill>
                <a:srgbClr val="000000"/>
              </a:solidFill>
              <a:latin typeface="Arial"/>
              <a:ea typeface="Arial"/>
              <a:cs typeface="Arial"/>
              <a:sym typeface="Arial"/>
            </a:endParaRPr>
          </a:p>
          <a:p>
            <a:pPr marL="182880" marR="0" lvl="0" indent="-53338" algn="l" rtl="0">
              <a:lnSpc>
                <a:spcPct val="90000"/>
              </a:lnSpc>
              <a:spcBef>
                <a:spcPts val="1200"/>
              </a:spcBef>
              <a:spcAft>
                <a:spcPts val="0"/>
              </a:spcAft>
              <a:buClr>
                <a:srgbClr val="9E3611"/>
              </a:buClr>
              <a:buSzPts val="2040"/>
              <a:buFont typeface="Noto Sans Symbols"/>
              <a:buNone/>
            </a:pPr>
            <a:endParaRPr sz="2400" b="0" i="0" u="none" strike="noStrike" cap="none" dirty="0">
              <a:solidFill>
                <a:schemeClr val="dk1"/>
              </a:solidFill>
              <a:latin typeface="Rockwell"/>
              <a:ea typeface="Rockwell"/>
              <a:cs typeface="Rockwell"/>
              <a:sym typeface="Rockwell"/>
            </a:endParaRPr>
          </a:p>
          <a:p>
            <a:pPr marL="182880" marR="0" lvl="0" indent="-182880" algn="l" rtl="0">
              <a:lnSpc>
                <a:spcPct val="90000"/>
              </a:lnSpc>
              <a:spcBef>
                <a:spcPts val="1200"/>
              </a:spcBef>
              <a:spcAft>
                <a:spcPts val="0"/>
              </a:spcAft>
              <a:buClr>
                <a:srgbClr val="9E3611"/>
              </a:buClr>
              <a:buSzPts val="2040"/>
              <a:buFont typeface="Noto Sans Symbols"/>
              <a:buChar char="▪"/>
            </a:pPr>
            <a:r>
              <a:rPr lang="en-US" sz="2400" b="0" i="0" u="none" strike="noStrike" cap="none" dirty="0">
                <a:solidFill>
                  <a:schemeClr val="dk1"/>
                </a:solidFill>
                <a:latin typeface="Rockwell"/>
                <a:ea typeface="Rockwell"/>
                <a:cs typeface="Rockwell"/>
                <a:sym typeface="Rockwell"/>
              </a:rPr>
              <a:t>Can include in </a:t>
            </a:r>
            <a:r>
              <a:rPr lang="en-US" sz="2400" b="0" i="0" u="none" strike="noStrike" cap="none" dirty="0" err="1">
                <a:solidFill>
                  <a:schemeClr val="dk1"/>
                </a:solidFill>
                <a:latin typeface="Rockwell"/>
                <a:ea typeface="Rockwell"/>
                <a:cs typeface="Rockwell"/>
                <a:sym typeface="Rockwell"/>
              </a:rPr>
              <a:t>Jupyter</a:t>
            </a:r>
            <a:r>
              <a:rPr lang="en-US" sz="2400" b="0" i="0" u="none" strike="noStrike" cap="none" dirty="0">
                <a:solidFill>
                  <a:schemeClr val="dk1"/>
                </a:solidFill>
                <a:latin typeface="Rockwell"/>
                <a:ea typeface="Rockwell"/>
                <a:cs typeface="Rockwell"/>
                <a:sym typeface="Rockwell"/>
              </a:rPr>
              <a:t> notebooks</a:t>
            </a:r>
            <a:endParaRPr sz="1400" b="0" i="0" u="none" strike="noStrike" cap="none" dirty="0">
              <a:solidFill>
                <a:srgbClr val="000000"/>
              </a:solidFill>
              <a:latin typeface="Arial"/>
              <a:ea typeface="Arial"/>
              <a:cs typeface="Arial"/>
              <a:sym typeface="Arial"/>
            </a:endParaRPr>
          </a:p>
          <a:p>
            <a:pPr marL="182880" marR="0" lvl="0" indent="-53338" algn="l" rtl="0">
              <a:lnSpc>
                <a:spcPct val="90000"/>
              </a:lnSpc>
              <a:spcBef>
                <a:spcPts val="1200"/>
              </a:spcBef>
              <a:spcAft>
                <a:spcPts val="0"/>
              </a:spcAft>
              <a:buClr>
                <a:srgbClr val="9E3611"/>
              </a:buClr>
              <a:buSzPts val="2040"/>
              <a:buFont typeface="Noto Sans Symbols"/>
              <a:buNone/>
            </a:pPr>
            <a:endParaRPr sz="2400" b="0" i="0" u="none" strike="noStrike" cap="none" dirty="0">
              <a:solidFill>
                <a:schemeClr val="dk1"/>
              </a:solidFill>
              <a:latin typeface="Rockwell"/>
              <a:ea typeface="Rockwell"/>
              <a:cs typeface="Rockwell"/>
              <a:sym typeface="Rockwell"/>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14F2742A-6DB9-0E39-5898-870592919579}"/>
                  </a:ext>
                </a:extLst>
              </p14:cNvPr>
              <p14:cNvContentPartPr/>
              <p14:nvPr/>
            </p14:nvContentPartPr>
            <p14:xfrm>
              <a:off x="539640" y="-360"/>
              <a:ext cx="3196800" cy="4178520"/>
            </p14:xfrm>
          </p:contentPart>
        </mc:Choice>
        <mc:Fallback xmlns="">
          <p:pic>
            <p:nvPicPr>
              <p:cNvPr id="2" name="Ink 1">
                <a:extLst>
                  <a:ext uri="{FF2B5EF4-FFF2-40B4-BE49-F238E27FC236}">
                    <a16:creationId xmlns:a16="http://schemas.microsoft.com/office/drawing/2014/main" id="{14F2742A-6DB9-0E39-5898-870592919579}"/>
                  </a:ext>
                </a:extLst>
              </p:cNvPr>
              <p:cNvPicPr/>
              <p:nvPr/>
            </p:nvPicPr>
            <p:blipFill>
              <a:blip r:embed="rId5"/>
              <a:stretch>
                <a:fillRect/>
              </a:stretch>
            </p:blipFill>
            <p:spPr>
              <a:xfrm>
                <a:off x="530280" y="-9720"/>
                <a:ext cx="3215520" cy="419724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71">
          <a:extLst>
            <a:ext uri="{FF2B5EF4-FFF2-40B4-BE49-F238E27FC236}">
              <a16:creationId xmlns:a16="http://schemas.microsoft.com/office/drawing/2014/main" id="{2BFA1D9E-75DC-4B20-4FBD-27AAD05C77EB}"/>
            </a:ext>
          </a:extLst>
        </p:cNvPr>
        <p:cNvGrpSpPr/>
        <p:nvPr/>
      </p:nvGrpSpPr>
      <p:grpSpPr>
        <a:xfrm>
          <a:off x="0" y="0"/>
          <a:ext cx="0" cy="0"/>
          <a:chOff x="0" y="0"/>
          <a:chExt cx="0" cy="0"/>
        </a:xfrm>
      </p:grpSpPr>
      <p:sp>
        <p:nvSpPr>
          <p:cNvPr id="672" name="Google Shape;672;p58">
            <a:extLst>
              <a:ext uri="{FF2B5EF4-FFF2-40B4-BE49-F238E27FC236}">
                <a16:creationId xmlns:a16="http://schemas.microsoft.com/office/drawing/2014/main" id="{2C97D7EE-ED64-C2BB-C8AD-75C8DD0E1A76}"/>
              </a:ext>
            </a:extLst>
          </p:cNvPr>
          <p:cNvSpPr txBox="1">
            <a:spLocks noGrp="1"/>
          </p:cNvSpPr>
          <p:nvPr>
            <p:ph type="ctrTitle"/>
          </p:nvPr>
        </p:nvSpPr>
        <p:spPr>
          <a:xfrm>
            <a:off x="2364125" y="1073982"/>
            <a:ext cx="12577200" cy="3035700"/>
          </a:xfrm>
          <a:prstGeom prst="rect">
            <a:avLst/>
          </a:prstGeom>
          <a:noFill/>
          <a:ln>
            <a:noFill/>
          </a:ln>
        </p:spPr>
        <p:txBody>
          <a:bodyPr spcFirstLastPara="1" wrap="square" lIns="91425" tIns="45700" rIns="91425" bIns="45700" anchor="ctr" anchorCtr="0">
            <a:noAutofit/>
          </a:bodyPr>
          <a:lstStyle/>
          <a:p>
            <a:pPr marL="0" lvl="0" indent="0" algn="l" rtl="0">
              <a:lnSpc>
                <a:spcPct val="80000"/>
              </a:lnSpc>
              <a:spcBef>
                <a:spcPts val="0"/>
              </a:spcBef>
              <a:spcAft>
                <a:spcPts val="0"/>
              </a:spcAft>
              <a:buSzPts val="9600"/>
              <a:buFont typeface="Rockwell"/>
              <a:buNone/>
            </a:pPr>
            <a:r>
              <a:rPr lang="en-US" sz="8100" dirty="0"/>
              <a:t>CLUSTERING</a:t>
            </a:r>
            <a:br>
              <a:rPr lang="en-US" sz="8100" dirty="0"/>
            </a:br>
            <a:r>
              <a:rPr lang="en-US" sz="8100" dirty="0"/>
              <a:t>(Useful detour)</a:t>
            </a:r>
            <a:endParaRPr sz="8100" dirty="0"/>
          </a:p>
        </p:txBody>
      </p:sp>
      <p:sp>
        <p:nvSpPr>
          <p:cNvPr id="673" name="Google Shape;673;p58">
            <a:extLst>
              <a:ext uri="{FF2B5EF4-FFF2-40B4-BE49-F238E27FC236}">
                <a16:creationId xmlns:a16="http://schemas.microsoft.com/office/drawing/2014/main" id="{21757F67-8A6A-1B2E-5588-8140E9726BE3}"/>
              </a:ext>
            </a:extLst>
          </p:cNvPr>
          <p:cNvSpPr txBox="1">
            <a:spLocks noGrp="1"/>
          </p:cNvSpPr>
          <p:nvPr>
            <p:ph type="subTitle" idx="1"/>
          </p:nvPr>
        </p:nvSpPr>
        <p:spPr>
          <a:xfrm>
            <a:off x="1069848" y="4389120"/>
            <a:ext cx="7891272" cy="1069848"/>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1870"/>
              <a:buNone/>
            </a:pPr>
            <a:endParaRPr dirty="0"/>
          </a:p>
        </p:txBody>
      </p:sp>
    </p:spTree>
    <p:extLst>
      <p:ext uri="{BB962C8B-B14F-4D97-AF65-F5344CB8AC3E}">
        <p14:creationId xmlns:p14="http://schemas.microsoft.com/office/powerpoint/2010/main" val="1729981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36EE2A-4CF6-A6DD-5F4C-8BE4E9C7AD43}"/>
              </a:ext>
            </a:extLst>
          </p:cNvPr>
          <p:cNvSpPr>
            <a:spLocks noGrp="1"/>
          </p:cNvSpPr>
          <p:nvPr>
            <p:ph type="title"/>
          </p:nvPr>
        </p:nvSpPr>
        <p:spPr/>
        <p:txBody>
          <a:bodyPr/>
          <a:lstStyle/>
          <a:p>
            <a:r>
              <a:rPr lang="en-US" dirty="0"/>
              <a:t>WHAT IS AND WHY TO DO CLUSTERING?</a:t>
            </a:r>
          </a:p>
        </p:txBody>
      </p:sp>
      <p:sp>
        <p:nvSpPr>
          <p:cNvPr id="3" name="Content Placeholder 2">
            <a:extLst>
              <a:ext uri="{FF2B5EF4-FFF2-40B4-BE49-F238E27FC236}">
                <a16:creationId xmlns:a16="http://schemas.microsoft.com/office/drawing/2014/main" id="{E8A2258D-191F-3CFD-198F-E3478F7B76E3}"/>
              </a:ext>
            </a:extLst>
          </p:cNvPr>
          <p:cNvSpPr>
            <a:spLocks noGrp="1"/>
          </p:cNvSpPr>
          <p:nvPr>
            <p:ph sz="quarter" idx="1"/>
          </p:nvPr>
        </p:nvSpPr>
        <p:spPr/>
        <p:txBody>
          <a:bodyPr/>
          <a:lstStyle/>
          <a:p>
            <a:r>
              <a:rPr lang="en-US" dirty="0"/>
              <a:t>Organizing data into groups such that there is: 1. low intra-cluster distance, and 2. high inter-cluster distance (or the opposite with “similarity”)</a:t>
            </a:r>
          </a:p>
          <a:p>
            <a:r>
              <a:rPr lang="en-US" dirty="0"/>
              <a:t>Clustering data is useful in reducing space or for compression purposes. That is, we can convert quantitative data into ordinal data with fixed number of cardinality or bins</a:t>
            </a:r>
          </a:p>
          <a:p>
            <a:r>
              <a:rPr lang="en-US" dirty="0"/>
              <a:t>Summarization purposes: many clusters indicate many subgroups within data</a:t>
            </a:r>
          </a:p>
          <a:p>
            <a:r>
              <a:rPr lang="en-US" dirty="0"/>
              <a:t>Sometimes used to identify outliers or knowledge discovery in data (such as reoccurring patterns, topics etc.)</a:t>
            </a:r>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37D93CC-0C9C-E7BF-D111-CEC62C677CD0}"/>
                  </a:ext>
                </a:extLst>
              </p14:cNvPr>
              <p14:cNvContentPartPr/>
              <p14:nvPr/>
            </p14:nvContentPartPr>
            <p14:xfrm>
              <a:off x="2246040" y="26280"/>
              <a:ext cx="9649080" cy="4504680"/>
            </p14:xfrm>
          </p:contentPart>
        </mc:Choice>
        <mc:Fallback xmlns="">
          <p:pic>
            <p:nvPicPr>
              <p:cNvPr id="4" name="Ink 3">
                <a:extLst>
                  <a:ext uri="{FF2B5EF4-FFF2-40B4-BE49-F238E27FC236}">
                    <a16:creationId xmlns:a16="http://schemas.microsoft.com/office/drawing/2014/main" id="{337D93CC-0C9C-E7BF-D111-CEC62C677CD0}"/>
                  </a:ext>
                </a:extLst>
              </p:cNvPr>
              <p:cNvPicPr/>
              <p:nvPr/>
            </p:nvPicPr>
            <p:blipFill>
              <a:blip r:embed="rId3"/>
              <a:stretch>
                <a:fillRect/>
              </a:stretch>
            </p:blipFill>
            <p:spPr>
              <a:xfrm>
                <a:off x="2236680" y="16920"/>
                <a:ext cx="9667800" cy="4523400"/>
              </a:xfrm>
              <a:prstGeom prst="rect">
                <a:avLst/>
              </a:prstGeom>
            </p:spPr>
          </p:pic>
        </mc:Fallback>
      </mc:AlternateContent>
    </p:spTree>
    <p:extLst>
      <p:ext uri="{BB962C8B-B14F-4D97-AF65-F5344CB8AC3E}">
        <p14:creationId xmlns:p14="http://schemas.microsoft.com/office/powerpoint/2010/main" val="21184796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9266A-499E-931A-4660-20A09761D803}"/>
              </a:ext>
            </a:extLst>
          </p:cNvPr>
          <p:cNvSpPr>
            <a:spLocks noGrp="1"/>
          </p:cNvSpPr>
          <p:nvPr>
            <p:ph type="title"/>
          </p:nvPr>
        </p:nvSpPr>
        <p:spPr/>
        <p:txBody>
          <a:bodyPr/>
          <a:lstStyle/>
          <a:p>
            <a:r>
              <a:rPr lang="en-US" dirty="0"/>
              <a:t>Intuition for Clustering</a:t>
            </a:r>
          </a:p>
        </p:txBody>
      </p:sp>
      <p:sp>
        <p:nvSpPr>
          <p:cNvPr id="5" name="TextBox 4">
            <a:extLst>
              <a:ext uri="{FF2B5EF4-FFF2-40B4-BE49-F238E27FC236}">
                <a16:creationId xmlns:a16="http://schemas.microsoft.com/office/drawing/2014/main" id="{286C6411-FDD6-3569-7211-2F4B339BC875}"/>
              </a:ext>
            </a:extLst>
          </p:cNvPr>
          <p:cNvSpPr txBox="1"/>
          <p:nvPr/>
        </p:nvSpPr>
        <p:spPr>
          <a:xfrm>
            <a:off x="440266" y="2228671"/>
            <a:ext cx="4341799" cy="2862322"/>
          </a:xfrm>
          <a:prstGeom prst="rect">
            <a:avLst/>
          </a:prstGeom>
          <a:noFill/>
        </p:spPr>
        <p:txBody>
          <a:bodyPr wrap="square" rtlCol="0">
            <a:spAutoFit/>
          </a:bodyPr>
          <a:lstStyle/>
          <a:p>
            <a:r>
              <a:rPr lang="en-US" dirty="0"/>
              <a:t>See the histogram to the right </a:t>
            </a:r>
          </a:p>
          <a:p>
            <a:endParaRPr lang="en-US" dirty="0"/>
          </a:p>
          <a:p>
            <a:pPr marL="342900" indent="-342900">
              <a:buAutoNum type="arabicPeriod"/>
            </a:pPr>
            <a:r>
              <a:rPr lang="en-US" dirty="0"/>
              <a:t>Do both convey same information?</a:t>
            </a:r>
          </a:p>
          <a:p>
            <a:pPr marL="342900" indent="-342900">
              <a:buAutoNum type="arabicPeriod"/>
            </a:pPr>
            <a:r>
              <a:rPr lang="en-US" dirty="0"/>
              <a:t>How many modes?</a:t>
            </a:r>
          </a:p>
          <a:p>
            <a:pPr marL="342900" indent="-342900">
              <a:buAutoNum type="arabicPeriod"/>
            </a:pPr>
            <a:r>
              <a:rPr lang="en-US" dirty="0"/>
              <a:t>If you were a grouping ”height” variable, how many groups would you choose?</a:t>
            </a:r>
          </a:p>
          <a:p>
            <a:pPr marL="342900" indent="-342900">
              <a:buAutoNum type="arabicPeriod"/>
            </a:pPr>
            <a:endParaRPr lang="en-US" dirty="0"/>
          </a:p>
          <a:p>
            <a:r>
              <a:rPr lang="en-US" dirty="0"/>
              <a:t>This is clustering! Useful for converting quantitative data into ordinal data</a:t>
            </a:r>
          </a:p>
        </p:txBody>
      </p:sp>
      <p:grpSp>
        <p:nvGrpSpPr>
          <p:cNvPr id="10" name="Group 9">
            <a:extLst>
              <a:ext uri="{FF2B5EF4-FFF2-40B4-BE49-F238E27FC236}">
                <a16:creationId xmlns:a16="http://schemas.microsoft.com/office/drawing/2014/main" id="{8B0C3CF5-8DB6-9018-C6D1-9D5103EBB664}"/>
              </a:ext>
            </a:extLst>
          </p:cNvPr>
          <p:cNvGrpSpPr/>
          <p:nvPr/>
        </p:nvGrpSpPr>
        <p:grpSpPr>
          <a:xfrm>
            <a:off x="5332454" y="-1"/>
            <a:ext cx="5233947" cy="6858002"/>
            <a:chOff x="5332454" y="-1"/>
            <a:chExt cx="5233947" cy="6858002"/>
          </a:xfrm>
        </p:grpSpPr>
        <p:pic>
          <p:nvPicPr>
            <p:cNvPr id="8" name="Picture 7">
              <a:extLst>
                <a:ext uri="{FF2B5EF4-FFF2-40B4-BE49-F238E27FC236}">
                  <a16:creationId xmlns:a16="http://schemas.microsoft.com/office/drawing/2014/main" id="{6121EAA5-C054-EC61-DE22-6AC674437F2B}"/>
                </a:ext>
              </a:extLst>
            </p:cNvPr>
            <p:cNvPicPr>
              <a:picLocks noChangeAspect="1"/>
            </p:cNvPicPr>
            <p:nvPr/>
          </p:nvPicPr>
          <p:blipFill>
            <a:blip r:embed="rId2"/>
            <a:srcRect/>
            <a:stretch/>
          </p:blipFill>
          <p:spPr>
            <a:xfrm>
              <a:off x="5332454" y="-1"/>
              <a:ext cx="5233946" cy="3623225"/>
            </a:xfrm>
            <a:prstGeom prst="rect">
              <a:avLst/>
            </a:prstGeom>
          </p:spPr>
        </p:pic>
        <p:pic>
          <p:nvPicPr>
            <p:cNvPr id="9" name="Picture 8">
              <a:extLst>
                <a:ext uri="{FF2B5EF4-FFF2-40B4-BE49-F238E27FC236}">
                  <a16:creationId xmlns:a16="http://schemas.microsoft.com/office/drawing/2014/main" id="{F2D451AE-5078-E80D-FAA9-5DC5BE4D72C5}"/>
                </a:ext>
              </a:extLst>
            </p:cNvPr>
            <p:cNvPicPr>
              <a:picLocks noChangeAspect="1"/>
            </p:cNvPicPr>
            <p:nvPr/>
          </p:nvPicPr>
          <p:blipFill>
            <a:blip r:embed="rId3"/>
            <a:srcRect/>
            <a:stretch/>
          </p:blipFill>
          <p:spPr>
            <a:xfrm>
              <a:off x="5332455" y="3623225"/>
              <a:ext cx="5233946" cy="3234776"/>
            </a:xfrm>
            <a:prstGeom prst="rect">
              <a:avLst/>
            </a:prstGeom>
          </p:spPr>
        </p:pic>
      </p:grpSp>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72245AD5-8106-0640-9173-6ED7BFE1F12F}"/>
                  </a:ext>
                </a:extLst>
              </p14:cNvPr>
              <p14:cNvContentPartPr/>
              <p14:nvPr/>
            </p14:nvContentPartPr>
            <p14:xfrm>
              <a:off x="2360520" y="210600"/>
              <a:ext cx="8320320" cy="6449040"/>
            </p14:xfrm>
          </p:contentPart>
        </mc:Choice>
        <mc:Fallback xmlns="">
          <p:pic>
            <p:nvPicPr>
              <p:cNvPr id="3" name="Ink 2">
                <a:extLst>
                  <a:ext uri="{FF2B5EF4-FFF2-40B4-BE49-F238E27FC236}">
                    <a16:creationId xmlns:a16="http://schemas.microsoft.com/office/drawing/2014/main" id="{72245AD5-8106-0640-9173-6ED7BFE1F12F}"/>
                  </a:ext>
                </a:extLst>
              </p:cNvPr>
              <p:cNvPicPr/>
              <p:nvPr/>
            </p:nvPicPr>
            <p:blipFill>
              <a:blip r:embed="rId5"/>
              <a:stretch>
                <a:fillRect/>
              </a:stretch>
            </p:blipFill>
            <p:spPr>
              <a:xfrm>
                <a:off x="2351160" y="201240"/>
                <a:ext cx="8339040" cy="6467760"/>
              </a:xfrm>
              <a:prstGeom prst="rect">
                <a:avLst/>
              </a:prstGeom>
            </p:spPr>
          </p:pic>
        </mc:Fallback>
      </mc:AlternateContent>
    </p:spTree>
    <p:extLst>
      <p:ext uri="{BB962C8B-B14F-4D97-AF65-F5344CB8AC3E}">
        <p14:creationId xmlns:p14="http://schemas.microsoft.com/office/powerpoint/2010/main" val="3293598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dissolve">
                                      <p:cBhvr>
                                        <p:cTn id="12" dur="500"/>
                                        <p:tgtEl>
                                          <p:spTgt spid="5">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dissolve">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dissolve">
                                      <p:cBhvr>
                                        <p:cTn id="22" dur="500"/>
                                        <p:tgtEl>
                                          <p:spTgt spid="5">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animEffect transition="in" filter="dissolve">
                                      <p:cBhvr>
                                        <p:cTn id="27" dur="500"/>
                                        <p:tgtEl>
                                          <p:spTgt spid="5">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
                                            <p:txEl>
                                              <p:pRg st="6" end="6"/>
                                            </p:txEl>
                                          </p:spTgt>
                                        </p:tgtEl>
                                        <p:attrNameLst>
                                          <p:attrName>style.visibility</p:attrName>
                                        </p:attrNameLst>
                                      </p:cBhvr>
                                      <p:to>
                                        <p:strVal val="visible"/>
                                      </p:to>
                                    </p:set>
                                    <p:animEffect transition="in" filter="dissolve">
                                      <p:cBhvr>
                                        <p:cTn id="3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BB00E0-29ED-4B55-1DCB-B41F3C100D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DCADF9-6D48-58B7-BD3F-ACE1BC5FA497}"/>
              </a:ext>
            </a:extLst>
          </p:cNvPr>
          <p:cNvSpPr>
            <a:spLocks noGrp="1"/>
          </p:cNvSpPr>
          <p:nvPr>
            <p:ph type="title"/>
          </p:nvPr>
        </p:nvSpPr>
        <p:spPr/>
        <p:txBody>
          <a:bodyPr/>
          <a:lstStyle/>
          <a:p>
            <a:r>
              <a:rPr lang="en-US" dirty="0"/>
              <a:t>Two ways to convert: 1. Use Empirical Histograms</a:t>
            </a:r>
            <a:r>
              <a:rPr lang="zh-CN" altLang="en-US" dirty="0"/>
              <a:t> </a:t>
            </a:r>
            <a:r>
              <a:rPr lang="en-US" dirty="0" err="1"/>
              <a:t>经验直方图</a:t>
            </a:r>
            <a:endParaRPr lang="en-US" dirty="0"/>
          </a:p>
        </p:txBody>
      </p:sp>
      <p:sp>
        <p:nvSpPr>
          <p:cNvPr id="5" name="TextBox 4">
            <a:extLst>
              <a:ext uri="{FF2B5EF4-FFF2-40B4-BE49-F238E27FC236}">
                <a16:creationId xmlns:a16="http://schemas.microsoft.com/office/drawing/2014/main" id="{91877515-9900-7C99-218B-8CFF9559F666}"/>
              </a:ext>
            </a:extLst>
          </p:cNvPr>
          <p:cNvSpPr txBox="1"/>
          <p:nvPr/>
        </p:nvSpPr>
        <p:spPr>
          <a:xfrm>
            <a:off x="440266" y="2228671"/>
            <a:ext cx="4341799" cy="3970318"/>
          </a:xfrm>
          <a:prstGeom prst="rect">
            <a:avLst/>
          </a:prstGeom>
          <a:noFill/>
        </p:spPr>
        <p:txBody>
          <a:bodyPr wrap="square" rtlCol="0">
            <a:spAutoFit/>
          </a:bodyPr>
          <a:lstStyle/>
          <a:p>
            <a:pPr marL="342900" indent="-342900">
              <a:buAutoNum type="arabicPeriod"/>
            </a:pPr>
            <a:r>
              <a:rPr lang="en-US" dirty="0"/>
              <a:t>Initialize a list of cluster centers</a:t>
            </a:r>
          </a:p>
          <a:p>
            <a:pPr marL="342900" indent="-342900">
              <a:buAutoNum type="arabicPeriod"/>
            </a:pPr>
            <a:r>
              <a:rPr lang="en-US" dirty="0"/>
              <a:t>Start from left most bin to right most bin, and </a:t>
            </a:r>
          </a:p>
          <a:p>
            <a:pPr lvl="1"/>
            <a:r>
              <a:rPr lang="en-US" dirty="0"/>
              <a:t>A. Get the value of current, previous, and next bin</a:t>
            </a:r>
          </a:p>
          <a:p>
            <a:pPr lvl="1"/>
            <a:r>
              <a:rPr lang="en-US" dirty="0"/>
              <a:t>B. If value of current bin is the greatest.</a:t>
            </a:r>
          </a:p>
          <a:p>
            <a:pPr lvl="2"/>
            <a:r>
              <a:rPr lang="en-US" dirty="0"/>
              <a:t>a. Then mode found, add it to cluster centers</a:t>
            </a:r>
          </a:p>
          <a:p>
            <a:pPr lvl="2"/>
            <a:r>
              <a:rPr lang="en-US" dirty="0"/>
              <a:t>b. Else, proceed</a:t>
            </a:r>
          </a:p>
          <a:p>
            <a:r>
              <a:rPr lang="en-US" dirty="0"/>
              <a:t>3. For every value in data, find closest cluster center</a:t>
            </a:r>
          </a:p>
          <a:p>
            <a:endParaRPr lang="en-US" dirty="0"/>
          </a:p>
          <a:p>
            <a:r>
              <a:rPr lang="en-US" dirty="0"/>
              <a:t>Problems: </a:t>
            </a:r>
          </a:p>
        </p:txBody>
      </p:sp>
      <p:pic>
        <p:nvPicPr>
          <p:cNvPr id="8" name="Picture 7">
            <a:extLst>
              <a:ext uri="{FF2B5EF4-FFF2-40B4-BE49-F238E27FC236}">
                <a16:creationId xmlns:a16="http://schemas.microsoft.com/office/drawing/2014/main" id="{694137B6-593F-19EA-5121-54C126769019}"/>
              </a:ext>
            </a:extLst>
          </p:cNvPr>
          <p:cNvPicPr>
            <a:picLocks noChangeAspect="1"/>
          </p:cNvPicPr>
          <p:nvPr/>
        </p:nvPicPr>
        <p:blipFill>
          <a:blip r:embed="rId2"/>
          <a:srcRect/>
          <a:stretch/>
        </p:blipFill>
        <p:spPr>
          <a:xfrm>
            <a:off x="8156958" y="2439044"/>
            <a:ext cx="3371655" cy="2440259"/>
          </a:xfrm>
          <a:prstGeom prst="rect">
            <a:avLst/>
          </a:prstGeom>
        </p:spPr>
      </p:pic>
      <p:pic>
        <p:nvPicPr>
          <p:cNvPr id="9" name="Picture 8">
            <a:extLst>
              <a:ext uri="{FF2B5EF4-FFF2-40B4-BE49-F238E27FC236}">
                <a16:creationId xmlns:a16="http://schemas.microsoft.com/office/drawing/2014/main" id="{DF25DDD8-13CA-9154-F341-130D25D7B64F}"/>
              </a:ext>
            </a:extLst>
          </p:cNvPr>
          <p:cNvPicPr>
            <a:picLocks noChangeAspect="1"/>
          </p:cNvPicPr>
          <p:nvPr/>
        </p:nvPicPr>
        <p:blipFill>
          <a:blip r:embed="rId3"/>
          <a:srcRect/>
          <a:stretch/>
        </p:blipFill>
        <p:spPr>
          <a:xfrm>
            <a:off x="4568645" y="2439044"/>
            <a:ext cx="3515338" cy="2440259"/>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68C8EA29-AC38-54D9-D77B-CE094262222F}"/>
                  </a:ext>
                </a:extLst>
              </p14:cNvPr>
              <p14:cNvContentPartPr/>
              <p14:nvPr/>
            </p14:nvContentPartPr>
            <p14:xfrm>
              <a:off x="419040" y="1603080"/>
              <a:ext cx="8804880" cy="5251320"/>
            </p14:xfrm>
          </p:contentPart>
        </mc:Choice>
        <mc:Fallback xmlns="">
          <p:pic>
            <p:nvPicPr>
              <p:cNvPr id="3" name="Ink 2">
                <a:extLst>
                  <a:ext uri="{FF2B5EF4-FFF2-40B4-BE49-F238E27FC236}">
                    <a16:creationId xmlns:a16="http://schemas.microsoft.com/office/drawing/2014/main" id="{68C8EA29-AC38-54D9-D77B-CE094262222F}"/>
                  </a:ext>
                </a:extLst>
              </p:cNvPr>
              <p:cNvPicPr/>
              <p:nvPr/>
            </p:nvPicPr>
            <p:blipFill>
              <a:blip r:embed="rId5"/>
              <a:stretch>
                <a:fillRect/>
              </a:stretch>
            </p:blipFill>
            <p:spPr>
              <a:xfrm>
                <a:off x="409680" y="1593720"/>
                <a:ext cx="8823600" cy="5270040"/>
              </a:xfrm>
              <a:prstGeom prst="rect">
                <a:avLst/>
              </a:prstGeom>
            </p:spPr>
          </p:pic>
        </mc:Fallback>
      </mc:AlternateContent>
    </p:spTree>
    <p:extLst>
      <p:ext uri="{BB962C8B-B14F-4D97-AF65-F5344CB8AC3E}">
        <p14:creationId xmlns:p14="http://schemas.microsoft.com/office/powerpoint/2010/main" val="1661887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dissolve">
                                      <p:cBhvr>
                                        <p:cTn id="12" dur="500"/>
                                        <p:tgtEl>
                                          <p:spTgt spid="5">
                                            <p:txEl>
                                              <p:pRg st="1" end="1"/>
                                            </p:txEl>
                                          </p:spTgt>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Effect transition="in" filter="dissolve">
                                      <p:cBhvr>
                                        <p:cTn id="15" dur="500"/>
                                        <p:tgtEl>
                                          <p:spTgt spid="5">
                                            <p:txEl>
                                              <p:pRg st="2" end="2"/>
                                            </p:txEl>
                                          </p:spTgt>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5">
                                            <p:txEl>
                                              <p:pRg st="3" end="3"/>
                                            </p:txEl>
                                          </p:spTgt>
                                        </p:tgtEl>
                                        <p:attrNameLst>
                                          <p:attrName>style.visibility</p:attrName>
                                        </p:attrNameLst>
                                      </p:cBhvr>
                                      <p:to>
                                        <p:strVal val="visible"/>
                                      </p:to>
                                    </p:set>
                                    <p:animEffect transition="in" filter="dissolve">
                                      <p:cBhvr>
                                        <p:cTn id="18" dur="500"/>
                                        <p:tgtEl>
                                          <p:spTgt spid="5">
                                            <p:txEl>
                                              <p:pRg st="3" end="3"/>
                                            </p:txEl>
                                          </p:spTgt>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5">
                                            <p:txEl>
                                              <p:pRg st="4" end="4"/>
                                            </p:txEl>
                                          </p:spTgt>
                                        </p:tgtEl>
                                        <p:attrNameLst>
                                          <p:attrName>style.visibility</p:attrName>
                                        </p:attrNameLst>
                                      </p:cBhvr>
                                      <p:to>
                                        <p:strVal val="visible"/>
                                      </p:to>
                                    </p:set>
                                    <p:animEffect transition="in" filter="dissolve">
                                      <p:cBhvr>
                                        <p:cTn id="21" dur="500"/>
                                        <p:tgtEl>
                                          <p:spTgt spid="5">
                                            <p:txEl>
                                              <p:pRg st="4" end="4"/>
                                            </p:txEl>
                                          </p:spTgt>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5">
                                            <p:txEl>
                                              <p:pRg st="5" end="5"/>
                                            </p:txEl>
                                          </p:spTgt>
                                        </p:tgtEl>
                                        <p:attrNameLst>
                                          <p:attrName>style.visibility</p:attrName>
                                        </p:attrNameLst>
                                      </p:cBhvr>
                                      <p:to>
                                        <p:strVal val="visible"/>
                                      </p:to>
                                    </p:set>
                                    <p:animEffect transition="in" filter="dissolve">
                                      <p:cBhvr>
                                        <p:cTn id="24" dur="500"/>
                                        <p:tgtEl>
                                          <p:spTgt spid="5">
                                            <p:txEl>
                                              <p:pRg st="5" end="5"/>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9" presetClass="entr" presetSubtype="0" fill="hold" grpId="0" nodeType="clickEffect">
                                  <p:stCondLst>
                                    <p:cond delay="0"/>
                                  </p:stCondLst>
                                  <p:childTnLst>
                                    <p:set>
                                      <p:cBhvr>
                                        <p:cTn id="28" dur="1" fill="hold">
                                          <p:stCondLst>
                                            <p:cond delay="0"/>
                                          </p:stCondLst>
                                        </p:cTn>
                                        <p:tgtEl>
                                          <p:spTgt spid="5">
                                            <p:txEl>
                                              <p:pRg st="6" end="6"/>
                                            </p:txEl>
                                          </p:spTgt>
                                        </p:tgtEl>
                                        <p:attrNameLst>
                                          <p:attrName>style.visibility</p:attrName>
                                        </p:attrNameLst>
                                      </p:cBhvr>
                                      <p:to>
                                        <p:strVal val="visible"/>
                                      </p:to>
                                    </p:set>
                                    <p:animEffect transition="in" filter="dissolve">
                                      <p:cBhvr>
                                        <p:cTn id="29" dur="500"/>
                                        <p:tgtEl>
                                          <p:spTgt spid="5">
                                            <p:txEl>
                                              <p:pRg st="6" end="6"/>
                                            </p:txEl>
                                          </p:spTgt>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5">
                                            <p:txEl>
                                              <p:pRg st="8" end="8"/>
                                            </p:txEl>
                                          </p:spTgt>
                                        </p:tgtEl>
                                        <p:attrNameLst>
                                          <p:attrName>style.visibility</p:attrName>
                                        </p:attrNameLst>
                                      </p:cBhvr>
                                      <p:to>
                                        <p:strVal val="visible"/>
                                      </p:to>
                                    </p:set>
                                    <p:animEffect transition="in" filter="dissolve">
                                      <p:cBhvr>
                                        <p:cTn id="34"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5BE780-0599-DEE4-E359-1F3970AFDB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0F373-C0D6-2658-D882-7C82AF30A461}"/>
              </a:ext>
            </a:extLst>
          </p:cNvPr>
          <p:cNvSpPr>
            <a:spLocks noGrp="1"/>
          </p:cNvSpPr>
          <p:nvPr>
            <p:ph type="title"/>
          </p:nvPr>
        </p:nvSpPr>
        <p:spPr/>
        <p:txBody>
          <a:bodyPr/>
          <a:lstStyle/>
          <a:p>
            <a:r>
              <a:rPr lang="en-US" dirty="0"/>
              <a:t>Two ways to convert: 1. Optimize KDE ESTIMATE</a:t>
            </a:r>
          </a:p>
        </p:txBody>
      </p:sp>
      <p:sp>
        <p:nvSpPr>
          <p:cNvPr id="5" name="TextBox 4">
            <a:extLst>
              <a:ext uri="{FF2B5EF4-FFF2-40B4-BE49-F238E27FC236}">
                <a16:creationId xmlns:a16="http://schemas.microsoft.com/office/drawing/2014/main" id="{11219B7C-849A-3FC7-EE6F-9F74AC3D97DC}"/>
              </a:ext>
            </a:extLst>
          </p:cNvPr>
          <p:cNvSpPr txBox="1"/>
          <p:nvPr/>
        </p:nvSpPr>
        <p:spPr>
          <a:xfrm>
            <a:off x="440266" y="2228671"/>
            <a:ext cx="4341799" cy="4247317"/>
          </a:xfrm>
          <a:prstGeom prst="rect">
            <a:avLst/>
          </a:prstGeom>
          <a:noFill/>
        </p:spPr>
        <p:txBody>
          <a:bodyPr wrap="square" rtlCol="0">
            <a:spAutoFit/>
          </a:bodyPr>
          <a:lstStyle/>
          <a:p>
            <a:r>
              <a:rPr lang="en-US" dirty="0"/>
              <a:t>Find modes of KDE estimate using a numerical procedure such as gradient ascent (or any hill climbing procedure).</a:t>
            </a:r>
          </a:p>
          <a:p>
            <a:endParaRPr lang="en-US" dirty="0"/>
          </a:p>
          <a:p>
            <a:r>
              <a:rPr lang="en-US" dirty="0"/>
              <a:t>Advantages of using KDE:</a:t>
            </a:r>
          </a:p>
          <a:p>
            <a:pPr marL="342900" indent="-342900">
              <a:buAutoNum type="arabicPeriod"/>
            </a:pPr>
            <a:r>
              <a:rPr lang="en-US" dirty="0"/>
              <a:t>Smooth, so modes are guaranteed to exist if they existed in the original data</a:t>
            </a:r>
          </a:p>
          <a:p>
            <a:pPr marL="342900" indent="-342900">
              <a:buAutoNum type="arabicPeriod"/>
            </a:pPr>
            <a:r>
              <a:rPr lang="en-US" dirty="0"/>
              <a:t>Gradient method will always find some mode</a:t>
            </a:r>
          </a:p>
          <a:p>
            <a:pPr marL="342900" indent="-342900">
              <a:buAutoNum type="arabicPeriod"/>
            </a:pPr>
            <a:endParaRPr lang="en-US" dirty="0"/>
          </a:p>
          <a:p>
            <a:r>
              <a:rPr lang="en-US" dirty="0"/>
              <a:t>Disadvantages:</a:t>
            </a:r>
          </a:p>
          <a:p>
            <a:pPr marL="342900" indent="-342900">
              <a:buAutoNum type="arabicPeriod"/>
            </a:pPr>
            <a:r>
              <a:rPr lang="en-US" dirty="0"/>
              <a:t>Have to run gradient ascent multiple times, so have to use binning anyway</a:t>
            </a:r>
          </a:p>
          <a:p>
            <a:pPr marL="342900" indent="-342900">
              <a:buAutoNum type="arabicPeriod"/>
            </a:pPr>
            <a:r>
              <a:rPr lang="en-US" dirty="0"/>
              <a:t>Complex implementation</a:t>
            </a:r>
          </a:p>
        </p:txBody>
      </p:sp>
      <p:pic>
        <p:nvPicPr>
          <p:cNvPr id="8" name="Picture 7">
            <a:extLst>
              <a:ext uri="{FF2B5EF4-FFF2-40B4-BE49-F238E27FC236}">
                <a16:creationId xmlns:a16="http://schemas.microsoft.com/office/drawing/2014/main" id="{753F9B23-736A-2499-36C0-036C5F67B569}"/>
              </a:ext>
            </a:extLst>
          </p:cNvPr>
          <p:cNvPicPr>
            <a:picLocks noChangeAspect="1"/>
          </p:cNvPicPr>
          <p:nvPr/>
        </p:nvPicPr>
        <p:blipFill>
          <a:blip r:embed="rId3"/>
          <a:srcRect/>
          <a:stretch/>
        </p:blipFill>
        <p:spPr>
          <a:xfrm>
            <a:off x="4904859" y="2001927"/>
            <a:ext cx="3143507" cy="2854146"/>
          </a:xfrm>
          <a:prstGeom prst="rect">
            <a:avLst/>
          </a:prstGeom>
        </p:spPr>
      </p:pic>
      <p:pic>
        <p:nvPicPr>
          <p:cNvPr id="9" name="Picture 8">
            <a:extLst>
              <a:ext uri="{FF2B5EF4-FFF2-40B4-BE49-F238E27FC236}">
                <a16:creationId xmlns:a16="http://schemas.microsoft.com/office/drawing/2014/main" id="{3CD515AE-EEBB-DDB1-A44A-B8E8DD2985F9}"/>
              </a:ext>
            </a:extLst>
          </p:cNvPr>
          <p:cNvPicPr>
            <a:picLocks noChangeAspect="1"/>
          </p:cNvPicPr>
          <p:nvPr/>
        </p:nvPicPr>
        <p:blipFill>
          <a:blip r:embed="rId4"/>
          <a:srcRect/>
          <a:stretch/>
        </p:blipFill>
        <p:spPr>
          <a:xfrm>
            <a:off x="8048366" y="2019856"/>
            <a:ext cx="3657757" cy="2854146"/>
          </a:xfrm>
          <a:prstGeom prst="rect">
            <a:avLst/>
          </a:prstGeom>
        </p:spPr>
      </p:pic>
      <mc:AlternateContent xmlns:mc="http://schemas.openxmlformats.org/markup-compatibility/2006" xmlns:p14="http://schemas.microsoft.com/office/powerpoint/2010/main">
        <mc:Choice Requires="p14">
          <p:contentPart p14:bwMode="auto" r:id="rId5">
            <p14:nvContentPartPr>
              <p14:cNvPr id="3" name="Ink 2">
                <a:extLst>
                  <a:ext uri="{FF2B5EF4-FFF2-40B4-BE49-F238E27FC236}">
                    <a16:creationId xmlns:a16="http://schemas.microsoft.com/office/drawing/2014/main" id="{F61F3C0B-A39E-9528-55EF-13BB7368AA81}"/>
                  </a:ext>
                </a:extLst>
              </p14:cNvPr>
              <p14:cNvContentPartPr/>
              <p14:nvPr/>
            </p14:nvContentPartPr>
            <p14:xfrm>
              <a:off x="2143440" y="-360"/>
              <a:ext cx="9447840" cy="5453280"/>
            </p14:xfrm>
          </p:contentPart>
        </mc:Choice>
        <mc:Fallback xmlns="">
          <p:pic>
            <p:nvPicPr>
              <p:cNvPr id="3" name="Ink 2">
                <a:extLst>
                  <a:ext uri="{FF2B5EF4-FFF2-40B4-BE49-F238E27FC236}">
                    <a16:creationId xmlns:a16="http://schemas.microsoft.com/office/drawing/2014/main" id="{F61F3C0B-A39E-9528-55EF-13BB7368AA81}"/>
                  </a:ext>
                </a:extLst>
              </p:cNvPr>
              <p:cNvPicPr/>
              <p:nvPr/>
            </p:nvPicPr>
            <p:blipFill>
              <a:blip r:embed="rId6"/>
              <a:stretch>
                <a:fillRect/>
              </a:stretch>
            </p:blipFill>
            <p:spPr>
              <a:xfrm>
                <a:off x="2134080" y="-9720"/>
                <a:ext cx="9466560" cy="5472000"/>
              </a:xfrm>
              <a:prstGeom prst="rect">
                <a:avLst/>
              </a:prstGeom>
            </p:spPr>
          </p:pic>
        </mc:Fallback>
      </mc:AlternateContent>
    </p:spTree>
    <p:extLst>
      <p:ext uri="{BB962C8B-B14F-4D97-AF65-F5344CB8AC3E}">
        <p14:creationId xmlns:p14="http://schemas.microsoft.com/office/powerpoint/2010/main" val="1102718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dissolve">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5">
                                            <p:txEl>
                                              <p:pRg st="2" end="2"/>
                                            </p:txEl>
                                          </p:spTgt>
                                        </p:tgtEl>
                                        <p:attrNameLst>
                                          <p:attrName>style.visibility</p:attrName>
                                        </p:attrNameLst>
                                      </p:cBhvr>
                                      <p:to>
                                        <p:strVal val="visible"/>
                                      </p:to>
                                    </p:set>
                                    <p:animEffect transition="in" filter="dissolve">
                                      <p:cBhvr>
                                        <p:cTn id="12" dur="500"/>
                                        <p:tgtEl>
                                          <p:spTgt spid="5">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grpId="0" nodeType="clickEffect">
                                  <p:stCondLst>
                                    <p:cond delay="0"/>
                                  </p:stCondLst>
                                  <p:childTnLst>
                                    <p:set>
                                      <p:cBhvr>
                                        <p:cTn id="16" dur="1" fill="hold">
                                          <p:stCondLst>
                                            <p:cond delay="0"/>
                                          </p:stCondLst>
                                        </p:cTn>
                                        <p:tgtEl>
                                          <p:spTgt spid="5">
                                            <p:txEl>
                                              <p:pRg st="3" end="3"/>
                                            </p:txEl>
                                          </p:spTgt>
                                        </p:tgtEl>
                                        <p:attrNameLst>
                                          <p:attrName>style.visibility</p:attrName>
                                        </p:attrNameLst>
                                      </p:cBhvr>
                                      <p:to>
                                        <p:strVal val="visible"/>
                                      </p:to>
                                    </p:set>
                                    <p:animEffect transition="in" filter="dissolve">
                                      <p:cBhvr>
                                        <p:cTn id="17" dur="500"/>
                                        <p:tgtEl>
                                          <p:spTgt spid="5">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grpId="0" nodeType="clickEffect">
                                  <p:stCondLst>
                                    <p:cond delay="0"/>
                                  </p:stCondLst>
                                  <p:childTnLst>
                                    <p:set>
                                      <p:cBhvr>
                                        <p:cTn id="21" dur="1" fill="hold">
                                          <p:stCondLst>
                                            <p:cond delay="0"/>
                                          </p:stCondLst>
                                        </p:cTn>
                                        <p:tgtEl>
                                          <p:spTgt spid="5">
                                            <p:txEl>
                                              <p:pRg st="4" end="4"/>
                                            </p:txEl>
                                          </p:spTgt>
                                        </p:tgtEl>
                                        <p:attrNameLst>
                                          <p:attrName>style.visibility</p:attrName>
                                        </p:attrNameLst>
                                      </p:cBhvr>
                                      <p:to>
                                        <p:strVal val="visible"/>
                                      </p:to>
                                    </p:set>
                                    <p:animEffect transition="in" filter="dissolve">
                                      <p:cBhvr>
                                        <p:cTn id="22" dur="500"/>
                                        <p:tgtEl>
                                          <p:spTgt spid="5">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animEffect transition="in" filter="dissolve">
                                      <p:cBhvr>
                                        <p:cTn id="27" dur="500"/>
                                        <p:tgtEl>
                                          <p:spTgt spid="5">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5">
                                            <p:txEl>
                                              <p:pRg st="7" end="7"/>
                                            </p:txEl>
                                          </p:spTgt>
                                        </p:tgtEl>
                                        <p:attrNameLst>
                                          <p:attrName>style.visibility</p:attrName>
                                        </p:attrNameLst>
                                      </p:cBhvr>
                                      <p:to>
                                        <p:strVal val="visible"/>
                                      </p:to>
                                    </p:set>
                                    <p:animEffect transition="in" filter="dissolve">
                                      <p:cBhvr>
                                        <p:cTn id="32" dur="500"/>
                                        <p:tgtEl>
                                          <p:spTgt spid="5">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grpId="0" nodeType="clickEffect">
                                  <p:stCondLst>
                                    <p:cond delay="0"/>
                                  </p:stCondLst>
                                  <p:childTnLst>
                                    <p:set>
                                      <p:cBhvr>
                                        <p:cTn id="36" dur="1" fill="hold">
                                          <p:stCondLst>
                                            <p:cond delay="0"/>
                                          </p:stCondLst>
                                        </p:cTn>
                                        <p:tgtEl>
                                          <p:spTgt spid="5">
                                            <p:txEl>
                                              <p:pRg st="8" end="8"/>
                                            </p:txEl>
                                          </p:spTgt>
                                        </p:tgtEl>
                                        <p:attrNameLst>
                                          <p:attrName>style.visibility</p:attrName>
                                        </p:attrNameLst>
                                      </p:cBhvr>
                                      <p:to>
                                        <p:strVal val="visible"/>
                                      </p:to>
                                    </p:set>
                                    <p:animEffect transition="in" filter="dissolve">
                                      <p:cBhvr>
                                        <p:cTn id="37" dur="500"/>
                                        <p:tgtEl>
                                          <p:spTgt spid="5">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NOW</a:t>
            </a:r>
            <a:endParaRPr dirty="0"/>
          </a:p>
        </p:txBody>
      </p:sp>
      <p:sp>
        <p:nvSpPr>
          <p:cNvPr id="258" name="Google Shape;258;p4"/>
          <p:cNvSpPr txBox="1">
            <a:spLocks noGrp="1"/>
          </p:cNvSpPr>
          <p:nvPr>
            <p:ph type="body" idx="1"/>
          </p:nvPr>
        </p:nvSpPr>
        <p:spPr>
          <a:xfrm>
            <a:off x="1069847" y="2121408"/>
            <a:ext cx="4606139" cy="4500618"/>
          </a:xfrm>
          <a:prstGeom prst="rect">
            <a:avLst/>
          </a:prstGeom>
          <a:noFill/>
          <a:ln>
            <a:noFill/>
          </a:ln>
        </p:spPr>
        <p:txBody>
          <a:bodyPr spcFirstLastPara="1" wrap="square" lIns="91425" tIns="45700" rIns="91425" bIns="45700" anchor="t" anchorCtr="0">
            <a:normAutofit/>
          </a:bodyPr>
          <a:lstStyle/>
          <a:p>
            <a:pPr marL="182880" lvl="0" indent="-5078" algn="l" rtl="0">
              <a:lnSpc>
                <a:spcPct val="90000"/>
              </a:lnSpc>
              <a:spcBef>
                <a:spcPts val="0"/>
              </a:spcBef>
              <a:spcAft>
                <a:spcPts val="0"/>
              </a:spcAft>
              <a:buClr>
                <a:srgbClr val="000000"/>
              </a:buClr>
              <a:buSzPts val="2800"/>
              <a:buFont typeface="Arial"/>
              <a:buNone/>
            </a:pPr>
            <a:endParaRPr sz="2800" dirty="0">
              <a:solidFill>
                <a:srgbClr val="000000"/>
              </a:solidFill>
            </a:endParaRPr>
          </a:p>
          <a:p>
            <a:pPr marL="182880" lvl="0" indent="-182880" algn="l" rtl="0">
              <a:lnSpc>
                <a:spcPct val="90000"/>
              </a:lnSpc>
              <a:spcBef>
                <a:spcPts val="2200"/>
              </a:spcBef>
              <a:spcAft>
                <a:spcPts val="0"/>
              </a:spcAft>
              <a:buClr>
                <a:srgbClr val="000000"/>
              </a:buClr>
              <a:buSzPts val="2800"/>
              <a:buFont typeface="Arial"/>
              <a:buChar char="•"/>
            </a:pPr>
            <a:r>
              <a:rPr lang="en-US" sz="2800" dirty="0">
                <a:solidFill>
                  <a:srgbClr val="000000"/>
                </a:solidFill>
              </a:rPr>
              <a:t>Inferential statistics</a:t>
            </a:r>
            <a:r>
              <a:rPr lang="zh-CN" altLang="en-US" sz="2800" dirty="0">
                <a:solidFill>
                  <a:srgbClr val="000000"/>
                </a:solidFill>
              </a:rPr>
              <a:t> 推断统计</a:t>
            </a:r>
            <a:endParaRPr dirty="0"/>
          </a:p>
          <a:p>
            <a:pPr marL="457200" lvl="1" indent="-182880" algn="l" rtl="0">
              <a:lnSpc>
                <a:spcPct val="90000"/>
              </a:lnSpc>
              <a:spcBef>
                <a:spcPts val="2200"/>
              </a:spcBef>
              <a:spcAft>
                <a:spcPts val="0"/>
              </a:spcAft>
              <a:buClr>
                <a:srgbClr val="000000"/>
              </a:buClr>
              <a:buSzPts val="2600"/>
              <a:buFont typeface="Arial"/>
              <a:buChar char="•"/>
            </a:pPr>
            <a:r>
              <a:rPr lang="en-US" sz="2600" dirty="0">
                <a:solidFill>
                  <a:srgbClr val="000000"/>
                </a:solidFill>
              </a:rPr>
              <a:t>Hypothesis testing</a:t>
            </a:r>
            <a:r>
              <a:rPr lang="zh-CN" altLang="en-US" sz="2600" dirty="0">
                <a:solidFill>
                  <a:srgbClr val="000000"/>
                </a:solidFill>
              </a:rPr>
              <a:t> 假设检验</a:t>
            </a:r>
            <a:endParaRPr dirty="0"/>
          </a:p>
          <a:p>
            <a:pPr marL="457200" lvl="1" indent="-30480" algn="l" rtl="0">
              <a:lnSpc>
                <a:spcPct val="90000"/>
              </a:lnSpc>
              <a:spcBef>
                <a:spcPts val="2400"/>
              </a:spcBef>
              <a:spcAft>
                <a:spcPts val="0"/>
              </a:spcAft>
              <a:buClr>
                <a:srgbClr val="000000"/>
              </a:buClr>
              <a:buSzPts val="2400"/>
              <a:buFont typeface="Arial"/>
              <a:buNone/>
            </a:pPr>
            <a:endParaRPr sz="2400" dirty="0"/>
          </a:p>
        </p:txBody>
      </p:sp>
      <p:sp>
        <p:nvSpPr>
          <p:cNvPr id="259" name="Google Shape;259;p4"/>
          <p:cNvSpPr txBox="1"/>
          <p:nvPr/>
        </p:nvSpPr>
        <p:spPr>
          <a:xfrm>
            <a:off x="6441535" y="982797"/>
            <a:ext cx="3081200" cy="903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Formulate Question or Problem</a:t>
            </a:r>
            <a:endParaRPr sz="2667" b="0" i="0" u="none" strike="noStrike" cap="none">
              <a:solidFill>
                <a:schemeClr val="dk1"/>
              </a:solidFill>
              <a:latin typeface="Calibri"/>
              <a:ea typeface="Calibri"/>
              <a:cs typeface="Calibri"/>
              <a:sym typeface="Calibri"/>
            </a:endParaRPr>
          </a:p>
        </p:txBody>
      </p:sp>
      <p:cxnSp>
        <p:nvCxnSpPr>
          <p:cNvPr id="260" name="Google Shape;260;p4"/>
          <p:cNvCxnSpPr/>
          <p:nvPr/>
        </p:nvCxnSpPr>
        <p:spPr>
          <a:xfrm>
            <a:off x="6404948" y="1247996"/>
            <a:ext cx="0" cy="576800"/>
          </a:xfrm>
          <a:prstGeom prst="straightConnector1">
            <a:avLst/>
          </a:prstGeom>
          <a:noFill/>
          <a:ln w="28575" cap="flat" cmpd="sng">
            <a:solidFill>
              <a:srgbClr val="000000"/>
            </a:solidFill>
            <a:prstDash val="solid"/>
            <a:round/>
            <a:headEnd type="none" w="sm" len="sm"/>
            <a:tailEnd type="triangle" w="med" len="med"/>
          </a:ln>
        </p:spPr>
      </p:cxnSp>
      <p:cxnSp>
        <p:nvCxnSpPr>
          <p:cNvPr id="261" name="Google Shape;261;p4"/>
          <p:cNvCxnSpPr/>
          <p:nvPr/>
        </p:nvCxnSpPr>
        <p:spPr>
          <a:xfrm>
            <a:off x="9797682" y="1247996"/>
            <a:ext cx="0" cy="576800"/>
          </a:xfrm>
          <a:prstGeom prst="straightConnector1">
            <a:avLst/>
          </a:prstGeom>
          <a:noFill/>
          <a:ln w="28575" cap="flat" cmpd="sng">
            <a:solidFill>
              <a:srgbClr val="000000"/>
            </a:solidFill>
            <a:prstDash val="solid"/>
            <a:round/>
            <a:headEnd type="none" w="sm" len="sm"/>
            <a:tailEnd type="triangle" w="med" len="med"/>
          </a:ln>
        </p:spPr>
      </p:cxnSp>
      <p:grpSp>
        <p:nvGrpSpPr>
          <p:cNvPr id="262" name="Google Shape;262;p4"/>
          <p:cNvGrpSpPr/>
          <p:nvPr/>
        </p:nvGrpSpPr>
        <p:grpSpPr>
          <a:xfrm>
            <a:off x="6795349" y="1013008"/>
            <a:ext cx="5396651" cy="1202188"/>
            <a:chOff x="3149725" y="615959"/>
            <a:chExt cx="4047488" cy="901641"/>
          </a:xfrm>
        </p:grpSpPr>
        <p:sp>
          <p:nvSpPr>
            <p:cNvPr id="263" name="Google Shape;263;p4"/>
            <p:cNvSpPr txBox="1"/>
            <p:nvPr/>
          </p:nvSpPr>
          <p:spPr>
            <a:xfrm>
              <a:off x="5714013" y="615959"/>
              <a:ext cx="14832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Acquire and Clean Data</a:t>
              </a:r>
              <a:endParaRPr sz="2667" b="0" i="0" u="none" strike="noStrike" cap="none">
                <a:solidFill>
                  <a:schemeClr val="dk1"/>
                </a:solidFill>
                <a:latin typeface="Calibri"/>
                <a:ea typeface="Calibri"/>
                <a:cs typeface="Calibri"/>
                <a:sym typeface="Calibri"/>
              </a:endParaRPr>
            </a:p>
          </p:txBody>
        </p:sp>
        <p:cxnSp>
          <p:nvCxnSpPr>
            <p:cNvPr id="264" name="Google Shape;264;p4"/>
            <p:cNvCxnSpPr/>
            <p:nvPr/>
          </p:nvCxnSpPr>
          <p:spPr>
            <a:xfrm>
              <a:off x="3149725" y="1517600"/>
              <a:ext cx="1959000" cy="0"/>
            </a:xfrm>
            <a:prstGeom prst="straightConnector1">
              <a:avLst/>
            </a:prstGeom>
            <a:noFill/>
            <a:ln w="28575" cap="flat" cmpd="sng">
              <a:solidFill>
                <a:srgbClr val="000000"/>
              </a:solidFill>
              <a:prstDash val="solid"/>
              <a:round/>
              <a:headEnd type="none" w="sm" len="sm"/>
              <a:tailEnd type="triangle" w="med" len="med"/>
            </a:ln>
          </p:spPr>
        </p:cxnSp>
      </p:grpSp>
      <p:grpSp>
        <p:nvGrpSpPr>
          <p:cNvPr id="265" name="Google Shape;265;p4"/>
          <p:cNvGrpSpPr/>
          <p:nvPr/>
        </p:nvGrpSpPr>
        <p:grpSpPr>
          <a:xfrm>
            <a:off x="9797683" y="2605596"/>
            <a:ext cx="2526271" cy="3001605"/>
            <a:chOff x="5401475" y="1810400"/>
            <a:chExt cx="1894703" cy="2251204"/>
          </a:xfrm>
        </p:grpSpPr>
        <p:sp>
          <p:nvSpPr>
            <p:cNvPr id="266" name="Google Shape;266;p4"/>
            <p:cNvSpPr txBox="1"/>
            <p:nvPr/>
          </p:nvSpPr>
          <p:spPr>
            <a:xfrm>
              <a:off x="5720878" y="3384204"/>
              <a:ext cx="15753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Exploratory Data Analysis</a:t>
              </a:r>
              <a:endParaRPr sz="2667" b="0" i="0" u="none" strike="noStrike" cap="none">
                <a:solidFill>
                  <a:schemeClr val="dk1"/>
                </a:solidFill>
                <a:latin typeface="Calibri"/>
                <a:ea typeface="Calibri"/>
                <a:cs typeface="Calibri"/>
                <a:sym typeface="Calibri"/>
              </a:endParaRPr>
            </a:p>
          </p:txBody>
        </p:sp>
        <p:cxnSp>
          <p:nvCxnSpPr>
            <p:cNvPr id="267" name="Google Shape;267;p4"/>
            <p:cNvCxnSpPr/>
            <p:nvPr/>
          </p:nvCxnSpPr>
          <p:spPr>
            <a:xfrm>
              <a:off x="5401475" y="1810400"/>
              <a:ext cx="0" cy="1378200"/>
            </a:xfrm>
            <a:prstGeom prst="straightConnector1">
              <a:avLst/>
            </a:prstGeom>
            <a:noFill/>
            <a:ln w="28575" cap="flat" cmpd="sng">
              <a:solidFill>
                <a:srgbClr val="000000"/>
              </a:solidFill>
              <a:prstDash val="solid"/>
              <a:round/>
              <a:headEnd type="none" w="sm" len="sm"/>
              <a:tailEnd type="triangle" w="med" len="med"/>
            </a:ln>
          </p:spPr>
        </p:cxnSp>
      </p:grpSp>
      <p:cxnSp>
        <p:nvCxnSpPr>
          <p:cNvPr id="268" name="Google Shape;268;p4"/>
          <p:cNvCxnSpPr/>
          <p:nvPr/>
        </p:nvCxnSpPr>
        <p:spPr>
          <a:xfrm rot="10800000">
            <a:off x="6680827" y="2491141"/>
            <a:ext cx="2840800" cy="2066400"/>
          </a:xfrm>
          <a:prstGeom prst="straightConnector1">
            <a:avLst/>
          </a:prstGeom>
          <a:noFill/>
          <a:ln w="28575" cap="flat" cmpd="sng">
            <a:solidFill>
              <a:srgbClr val="000000"/>
            </a:solidFill>
            <a:prstDash val="solid"/>
            <a:round/>
            <a:headEnd type="none" w="sm" len="sm"/>
            <a:tailEnd type="triangle" w="med" len="med"/>
          </a:ln>
        </p:spPr>
      </p:cxnSp>
      <p:sp>
        <p:nvSpPr>
          <p:cNvPr id="269" name="Google Shape;269;p4"/>
          <p:cNvSpPr txBox="1"/>
          <p:nvPr/>
        </p:nvSpPr>
        <p:spPr>
          <a:xfrm>
            <a:off x="6761628" y="4749115"/>
            <a:ext cx="2169507" cy="70662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Prediction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and inference</a:t>
            </a:r>
            <a:endParaRPr sz="2667" b="0" i="0" u="none" strike="noStrike" cap="none">
              <a:solidFill>
                <a:schemeClr val="dk1"/>
              </a:solidFill>
              <a:latin typeface="Calibri"/>
              <a:ea typeface="Calibri"/>
              <a:cs typeface="Calibri"/>
              <a:sym typeface="Calibri"/>
            </a:endParaRPr>
          </a:p>
        </p:txBody>
      </p:sp>
      <p:cxnSp>
        <p:nvCxnSpPr>
          <p:cNvPr id="270" name="Google Shape;270;p4"/>
          <p:cNvCxnSpPr/>
          <p:nvPr/>
        </p:nvCxnSpPr>
        <p:spPr>
          <a:xfrm rot="10800000">
            <a:off x="7125748" y="4833485"/>
            <a:ext cx="2281534" cy="111"/>
          </a:xfrm>
          <a:prstGeom prst="straightConnector1">
            <a:avLst/>
          </a:prstGeom>
          <a:noFill/>
          <a:ln w="28575" cap="flat" cmpd="sng">
            <a:solidFill>
              <a:srgbClr val="000000"/>
            </a:solidFill>
            <a:prstDash val="solid"/>
            <a:round/>
            <a:headEnd type="none" w="sm" len="sm"/>
            <a:tailEnd type="triangle" w="med" len="med"/>
          </a:ln>
        </p:spPr>
      </p:cxnSp>
      <p:cxnSp>
        <p:nvCxnSpPr>
          <p:cNvPr id="271" name="Google Shape;271;p4"/>
          <p:cNvCxnSpPr/>
          <p:nvPr/>
        </p:nvCxnSpPr>
        <p:spPr>
          <a:xfrm rot="10800000">
            <a:off x="6404948" y="2605596"/>
            <a:ext cx="0" cy="1837600"/>
          </a:xfrm>
          <a:prstGeom prst="straightConnector1">
            <a:avLst/>
          </a:prstGeom>
          <a:noFill/>
          <a:ln w="28575" cap="flat" cmpd="sng">
            <a:solidFill>
              <a:srgbClr val="000000"/>
            </a:solidFill>
            <a:prstDash val="solid"/>
            <a:round/>
            <a:headEnd type="none" w="sm" len="sm"/>
            <a:tailEnd type="triangle" w="med" len="med"/>
          </a:ln>
        </p:spPr>
      </p:cxnSp>
      <p:grpSp>
        <p:nvGrpSpPr>
          <p:cNvPr id="272" name="Google Shape;272;p4"/>
          <p:cNvGrpSpPr/>
          <p:nvPr/>
        </p:nvGrpSpPr>
        <p:grpSpPr>
          <a:xfrm>
            <a:off x="6404949" y="5223996"/>
            <a:ext cx="4380633" cy="1519600"/>
            <a:chOff x="2856925" y="3774200"/>
            <a:chExt cx="3285475" cy="1139700"/>
          </a:xfrm>
        </p:grpSpPr>
        <p:sp>
          <p:nvSpPr>
            <p:cNvPr id="273" name="Google Shape;273;p4"/>
            <p:cNvSpPr txBox="1"/>
            <p:nvPr/>
          </p:nvSpPr>
          <p:spPr>
            <a:xfrm>
              <a:off x="3938000" y="4236500"/>
              <a:ext cx="2204400" cy="677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667"/>
                <a:buFont typeface="Arial"/>
                <a:buNone/>
              </a:pPr>
              <a:r>
                <a:rPr lang="en-US" sz="2667" b="0" i="0" u="none" strike="noStrike" cap="none">
                  <a:solidFill>
                    <a:schemeClr val="dk1"/>
                  </a:solidFill>
                  <a:latin typeface="Calibri"/>
                  <a:ea typeface="Calibri"/>
                  <a:cs typeface="Calibri"/>
                  <a:sym typeface="Calibri"/>
                </a:rPr>
                <a:t>Reports, Decisions, and Solutions</a:t>
              </a:r>
              <a:endParaRPr sz="2667" b="0" i="0" u="none" strike="noStrike" cap="none">
                <a:solidFill>
                  <a:schemeClr val="dk1"/>
                </a:solidFill>
                <a:latin typeface="Calibri"/>
                <a:ea typeface="Calibri"/>
                <a:cs typeface="Calibri"/>
                <a:sym typeface="Calibri"/>
              </a:endParaRPr>
            </a:p>
          </p:txBody>
        </p:sp>
        <p:cxnSp>
          <p:nvCxnSpPr>
            <p:cNvPr id="274" name="Google Shape;274;p4"/>
            <p:cNvCxnSpPr/>
            <p:nvPr/>
          </p:nvCxnSpPr>
          <p:spPr>
            <a:xfrm rot="-5400000" flipH="1">
              <a:off x="2997025" y="3634100"/>
              <a:ext cx="801000" cy="1081200"/>
            </a:xfrm>
            <a:prstGeom prst="bentConnector2">
              <a:avLst/>
            </a:prstGeom>
            <a:noFill/>
            <a:ln w="28575" cap="flat" cmpd="sng">
              <a:solidFill>
                <a:srgbClr val="000000"/>
              </a:solidFill>
              <a:prstDash val="solid"/>
              <a:round/>
              <a:headEnd type="none" w="sm" len="sm"/>
              <a:tailEnd type="triangle" w="med" len="med"/>
            </a:ln>
          </p:spPr>
        </p:cxnSp>
      </p:grpSp>
      <p:sp>
        <p:nvSpPr>
          <p:cNvPr id="275" name="Google Shape;275;p4"/>
          <p:cNvSpPr txBox="1"/>
          <p:nvPr/>
        </p:nvSpPr>
        <p:spPr>
          <a:xfrm>
            <a:off x="9726412" y="4429765"/>
            <a:ext cx="384000" cy="3684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sp>
        <p:nvSpPr>
          <p:cNvPr id="276" name="Google Shape;276;p4"/>
          <p:cNvSpPr txBox="1"/>
          <p:nvPr/>
        </p:nvSpPr>
        <p:spPr>
          <a:xfrm>
            <a:off x="9904768" y="2276440"/>
            <a:ext cx="214800" cy="375200"/>
          </a:xfrm>
          <a:prstGeom prst="rect">
            <a:avLst/>
          </a:prstGeom>
          <a:noFill/>
          <a:ln>
            <a:noFill/>
          </a:ln>
        </p:spPr>
        <p:txBody>
          <a:bodyPr spcFirstLastPara="1" wrap="square" lIns="121900" tIns="121900" rIns="121900" bIns="121900" anchor="t" anchorCtr="0">
            <a:no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Rockwell"/>
              <a:ea typeface="Rockwell"/>
              <a:cs typeface="Rockwell"/>
              <a:sym typeface="Rockwell"/>
            </a:endParaRPr>
          </a:p>
        </p:txBody>
      </p:sp>
      <p:cxnSp>
        <p:nvCxnSpPr>
          <p:cNvPr id="277" name="Google Shape;277;p4"/>
          <p:cNvCxnSpPr/>
          <p:nvPr/>
        </p:nvCxnSpPr>
        <p:spPr>
          <a:xfrm rot="-5400000">
            <a:off x="9180078" y="3506764"/>
            <a:ext cx="2150100" cy="9300"/>
          </a:xfrm>
          <a:prstGeom prst="curvedConnector3">
            <a:avLst>
              <a:gd name="adj1" fmla="val 0"/>
            </a:avLst>
          </a:prstGeom>
          <a:noFill/>
          <a:ln w="28575" cap="flat" cmpd="sng">
            <a:solidFill>
              <a:srgbClr val="000000"/>
            </a:solidFill>
            <a:prstDash val="solid"/>
            <a:round/>
            <a:headEnd type="none" w="sm" len="sm"/>
            <a:tailEnd type="triangle" w="med" len="med"/>
          </a:ln>
        </p:spPr>
      </p:cxnSp>
      <p:sp>
        <p:nvSpPr>
          <p:cNvPr id="278" name="Google Shape;278;p4"/>
          <p:cNvSpPr txBox="1"/>
          <p:nvPr/>
        </p:nvSpPr>
        <p:spPr>
          <a:xfrm>
            <a:off x="6093277" y="1696714"/>
            <a:ext cx="443392" cy="1107996"/>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600"/>
              <a:buFont typeface="Arial"/>
              <a:buNone/>
            </a:pPr>
            <a:r>
              <a:rPr lang="en-US" sz="6600" b="0" i="0" u="none" strike="noStrike" cap="none">
                <a:solidFill>
                  <a:schemeClr val="dk1"/>
                </a:solidFill>
                <a:latin typeface="Times"/>
                <a:ea typeface="Times"/>
                <a:cs typeface="Times"/>
                <a:sym typeface="Times"/>
              </a:rPr>
              <a:t>?</a:t>
            </a:r>
            <a:endParaRPr sz="1400" b="0" i="0" u="none" strike="noStrike" cap="none">
              <a:solidFill>
                <a:srgbClr val="000000"/>
              </a:solidFill>
              <a:latin typeface="Arial"/>
              <a:ea typeface="Arial"/>
              <a:cs typeface="Arial"/>
              <a:sym typeface="Arial"/>
            </a:endParaRPr>
          </a:p>
        </p:txBody>
      </p:sp>
      <p:pic>
        <p:nvPicPr>
          <p:cNvPr id="279" name="Google Shape;279;p4"/>
          <p:cNvPicPr preferRelativeResize="0"/>
          <p:nvPr/>
        </p:nvPicPr>
        <p:blipFill rotWithShape="1">
          <a:blip r:embed="rId3">
            <a:alphaModFix/>
          </a:blip>
          <a:srcRect/>
          <a:stretch/>
        </p:blipFill>
        <p:spPr>
          <a:xfrm>
            <a:off x="9108790" y="4522671"/>
            <a:ext cx="1233321" cy="851334"/>
          </a:xfrm>
          <a:prstGeom prst="rect">
            <a:avLst/>
          </a:prstGeom>
          <a:noFill/>
          <a:ln>
            <a:noFill/>
          </a:ln>
        </p:spPr>
      </p:pic>
      <p:pic>
        <p:nvPicPr>
          <p:cNvPr id="280" name="Google Shape;280;p4"/>
          <p:cNvPicPr preferRelativeResize="0"/>
          <p:nvPr/>
        </p:nvPicPr>
        <p:blipFill rotWithShape="1">
          <a:blip r:embed="rId4">
            <a:alphaModFix/>
          </a:blip>
          <a:srcRect/>
          <a:stretch/>
        </p:blipFill>
        <p:spPr>
          <a:xfrm>
            <a:off x="5988715" y="4439865"/>
            <a:ext cx="902633" cy="892078"/>
          </a:xfrm>
          <a:prstGeom prst="rect">
            <a:avLst/>
          </a:prstGeom>
          <a:noFill/>
          <a:ln>
            <a:noFill/>
          </a:ln>
        </p:spPr>
      </p:pic>
      <p:pic>
        <p:nvPicPr>
          <p:cNvPr id="281" name="Google Shape;281;p4"/>
          <p:cNvPicPr preferRelativeResize="0"/>
          <p:nvPr/>
        </p:nvPicPr>
        <p:blipFill rotWithShape="1">
          <a:blip r:embed="rId5">
            <a:alphaModFix/>
          </a:blip>
          <a:srcRect/>
          <a:stretch/>
        </p:blipFill>
        <p:spPr>
          <a:xfrm>
            <a:off x="9361019" y="1840023"/>
            <a:ext cx="906779" cy="1004741"/>
          </a:xfrm>
          <a:prstGeom prst="rect">
            <a:avLst/>
          </a:prstGeom>
          <a:noFill/>
          <a:ln>
            <a:noFill/>
          </a:ln>
        </p:spPr>
      </p:pic>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5E81A784-C43C-D21F-BEDD-824F5E567FB8}"/>
                  </a:ext>
                </a:extLst>
              </p14:cNvPr>
              <p14:cNvContentPartPr/>
              <p14:nvPr/>
            </p14:nvContentPartPr>
            <p14:xfrm>
              <a:off x="3252960" y="4753440"/>
              <a:ext cx="2812320" cy="1560240"/>
            </p14:xfrm>
          </p:contentPart>
        </mc:Choice>
        <mc:Fallback xmlns="">
          <p:pic>
            <p:nvPicPr>
              <p:cNvPr id="2" name="Ink 1">
                <a:extLst>
                  <a:ext uri="{FF2B5EF4-FFF2-40B4-BE49-F238E27FC236}">
                    <a16:creationId xmlns:a16="http://schemas.microsoft.com/office/drawing/2014/main" id="{5E81A784-C43C-D21F-BEDD-824F5E567FB8}"/>
                  </a:ext>
                </a:extLst>
              </p:cNvPr>
              <p:cNvPicPr/>
              <p:nvPr/>
            </p:nvPicPr>
            <p:blipFill>
              <a:blip r:embed="rId7"/>
              <a:stretch>
                <a:fillRect/>
              </a:stretch>
            </p:blipFill>
            <p:spPr>
              <a:xfrm>
                <a:off x="3243600" y="4744080"/>
                <a:ext cx="2831040" cy="1578960"/>
              </a:xfrm>
              <a:prstGeom prst="rect">
                <a:avLst/>
              </a:prstGeom>
            </p:spPr>
          </p:pic>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6"/>
        <p:cNvGrpSpPr/>
        <p:nvPr/>
      </p:nvGrpSpPr>
      <p:grpSpPr>
        <a:xfrm>
          <a:off x="0" y="0"/>
          <a:ext cx="0" cy="0"/>
          <a:chOff x="0" y="0"/>
          <a:chExt cx="0" cy="0"/>
        </a:xfrm>
      </p:grpSpPr>
      <p:sp>
        <p:nvSpPr>
          <p:cNvPr id="287" name="Google Shape;287;p5"/>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DESCRIPTIVE VS. INFERENTIAL STATISTICS</a:t>
            </a:r>
            <a:endParaRPr/>
          </a:p>
        </p:txBody>
      </p:sp>
      <p:sp>
        <p:nvSpPr>
          <p:cNvPr id="288" name="Google Shape;288;p5"/>
          <p:cNvSpPr txBox="1">
            <a:spLocks noGrp="1"/>
          </p:cNvSpPr>
          <p:nvPr>
            <p:ph type="body" idx="1"/>
          </p:nvPr>
        </p:nvSpPr>
        <p:spPr>
          <a:xfrm>
            <a:off x="1069847" y="2121408"/>
            <a:ext cx="10389649"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900"/>
              <a:buChar char="▪"/>
            </a:pPr>
            <a:r>
              <a:rPr lang="en-US" sz="2200" b="1" dirty="0"/>
              <a:t>Statistics </a:t>
            </a:r>
            <a:r>
              <a:rPr lang="en-US" sz="2200" dirty="0"/>
              <a:t>deals with the collection, analysis, interpretation, and presentation of data</a:t>
            </a:r>
            <a:endParaRPr sz="2200" dirty="0"/>
          </a:p>
          <a:p>
            <a:pPr marL="457200" lvl="1" indent="-195580" algn="l" rtl="0">
              <a:lnSpc>
                <a:spcPct val="90000"/>
              </a:lnSpc>
              <a:spcBef>
                <a:spcPts val="400"/>
              </a:spcBef>
              <a:spcAft>
                <a:spcPts val="0"/>
              </a:spcAft>
              <a:buSzPts val="1730"/>
              <a:buChar char="▪"/>
            </a:pPr>
            <a:r>
              <a:rPr lang="en-US" sz="2000" dirty="0"/>
              <a:t>Two types of statistical analysis: </a:t>
            </a:r>
            <a:r>
              <a:rPr lang="en-US" sz="2000" b="1" dirty="0"/>
              <a:t>descriptive </a:t>
            </a:r>
            <a:r>
              <a:rPr lang="en-US" sz="2000" dirty="0"/>
              <a:t>and </a:t>
            </a:r>
            <a:r>
              <a:rPr lang="en-US" sz="2000" b="1" dirty="0"/>
              <a:t>inferential</a:t>
            </a:r>
            <a:endParaRPr sz="2000" dirty="0"/>
          </a:p>
          <a:p>
            <a:pPr marL="182880" lvl="0" indent="-182880" algn="l" rtl="0">
              <a:lnSpc>
                <a:spcPct val="90000"/>
              </a:lnSpc>
              <a:spcBef>
                <a:spcPts val="1400"/>
              </a:spcBef>
              <a:spcAft>
                <a:spcPts val="0"/>
              </a:spcAft>
              <a:buSzPts val="1900"/>
              <a:buChar char="▪"/>
            </a:pPr>
            <a:r>
              <a:rPr lang="en-US" sz="2200" b="1" dirty="0"/>
              <a:t>Descriptive statistics </a:t>
            </a:r>
            <a:r>
              <a:rPr lang="en-US" sz="2200" dirty="0"/>
              <a:t>focuses on </a:t>
            </a:r>
            <a:r>
              <a:rPr lang="en-US" sz="2200" b="1" dirty="0"/>
              <a:t>summarizing data </a:t>
            </a:r>
            <a:r>
              <a:rPr lang="en-US" sz="2200" dirty="0"/>
              <a:t>about a sample drawn from a population (</a:t>
            </a:r>
            <a:r>
              <a:rPr lang="en-US" sz="2200" dirty="0">
                <a:solidFill>
                  <a:srgbClr val="0070C0"/>
                </a:solidFill>
              </a:rPr>
              <a:t>our focus so far with EDA and visualizations</a:t>
            </a:r>
            <a:r>
              <a:rPr lang="en-US" sz="2200" dirty="0"/>
              <a:t>)</a:t>
            </a:r>
            <a:endParaRPr sz="2200" dirty="0"/>
          </a:p>
          <a:p>
            <a:pPr marL="182880" lvl="0" indent="-182880" algn="l" rtl="0">
              <a:lnSpc>
                <a:spcPct val="90000"/>
              </a:lnSpc>
              <a:spcBef>
                <a:spcPts val="1200"/>
              </a:spcBef>
              <a:spcAft>
                <a:spcPts val="0"/>
              </a:spcAft>
              <a:buSzPts val="1900"/>
              <a:buChar char="▪"/>
            </a:pPr>
            <a:r>
              <a:rPr lang="en-US" sz="2200" b="1" dirty="0"/>
              <a:t>Inferential statistics </a:t>
            </a:r>
            <a:r>
              <a:rPr lang="en-US" sz="2200" dirty="0"/>
              <a:t>focuses on using information from the sample to </a:t>
            </a:r>
            <a:r>
              <a:rPr lang="en-US" sz="2200" b="1" dirty="0"/>
              <a:t>make conclusions </a:t>
            </a:r>
            <a:r>
              <a:rPr lang="en-US" sz="2200" dirty="0"/>
              <a:t>about the population from which the sample was drawn</a:t>
            </a:r>
            <a:endParaRPr sz="2200" dirty="0"/>
          </a:p>
          <a:p>
            <a:pPr marL="457200" lvl="1" indent="-195580" algn="l" rtl="0">
              <a:lnSpc>
                <a:spcPct val="90000"/>
              </a:lnSpc>
              <a:spcBef>
                <a:spcPts val="400"/>
              </a:spcBef>
              <a:spcAft>
                <a:spcPts val="0"/>
              </a:spcAft>
              <a:buSzPts val="1730"/>
              <a:buChar char="▪"/>
            </a:pPr>
            <a:r>
              <a:rPr lang="en-US" sz="2000" dirty="0"/>
              <a:t>One of the primary methods of </a:t>
            </a:r>
            <a:r>
              <a:rPr lang="en-US" sz="2000" b="1" dirty="0"/>
              <a:t>inferential statistics </a:t>
            </a:r>
            <a:r>
              <a:rPr lang="en-US" sz="2000" dirty="0"/>
              <a:t>is </a:t>
            </a:r>
            <a:r>
              <a:rPr lang="en-US" sz="2000" b="1" dirty="0"/>
              <a:t>hypothesis testing</a:t>
            </a:r>
            <a:r>
              <a:rPr lang="en-US" sz="2000" dirty="0"/>
              <a:t>, which allows us to compare differences between population parameters</a:t>
            </a:r>
            <a:endParaRPr sz="2000" dirty="0"/>
          </a:p>
          <a:p>
            <a:pPr marL="731520" lvl="2" indent="-195579" algn="l" rtl="0">
              <a:lnSpc>
                <a:spcPct val="90000"/>
              </a:lnSpc>
              <a:spcBef>
                <a:spcPts val="600"/>
              </a:spcBef>
              <a:spcAft>
                <a:spcPts val="0"/>
              </a:spcAft>
              <a:buSzPts val="1560"/>
              <a:buChar char="▪"/>
            </a:pPr>
            <a:r>
              <a:rPr lang="en-US" sz="1800" dirty="0"/>
              <a:t>A </a:t>
            </a:r>
            <a:r>
              <a:rPr lang="en-US" sz="1800" b="1" dirty="0"/>
              <a:t>parameter </a:t>
            </a:r>
            <a:r>
              <a:rPr lang="en-US" sz="1800" dirty="0"/>
              <a:t>is a numerical characteristic of a population (e.g., </a:t>
            </a:r>
            <a:r>
              <a:rPr lang="en-US" sz="1800" b="1" dirty="0"/>
              <a:t>mean</a:t>
            </a:r>
            <a:r>
              <a:rPr lang="en-US" sz="1800" dirty="0"/>
              <a:t>, </a:t>
            </a:r>
            <a:r>
              <a:rPr lang="en-US" sz="1800" b="1" dirty="0"/>
              <a:t>median</a:t>
            </a:r>
            <a:r>
              <a:rPr lang="en-US" sz="1800" dirty="0"/>
              <a:t>, </a:t>
            </a:r>
            <a:r>
              <a:rPr lang="en-US" sz="1800" b="1" dirty="0"/>
              <a:t>standard deviation</a:t>
            </a:r>
            <a:r>
              <a:rPr lang="en-US" sz="1800" dirty="0"/>
              <a:t>)</a:t>
            </a:r>
            <a:endParaRPr sz="1800" dirty="0"/>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1897A82D-792B-093D-654F-EA16CDC7E36E}"/>
                  </a:ext>
                </a:extLst>
              </p14:cNvPr>
              <p14:cNvContentPartPr/>
              <p14:nvPr/>
            </p14:nvContentPartPr>
            <p14:xfrm>
              <a:off x="1890360" y="318960"/>
              <a:ext cx="9410040" cy="5549040"/>
            </p14:xfrm>
          </p:contentPart>
        </mc:Choice>
        <mc:Fallback xmlns="">
          <p:pic>
            <p:nvPicPr>
              <p:cNvPr id="2" name="Ink 1">
                <a:extLst>
                  <a:ext uri="{FF2B5EF4-FFF2-40B4-BE49-F238E27FC236}">
                    <a16:creationId xmlns:a16="http://schemas.microsoft.com/office/drawing/2014/main" id="{1897A82D-792B-093D-654F-EA16CDC7E36E}"/>
                  </a:ext>
                </a:extLst>
              </p:cNvPr>
              <p:cNvPicPr/>
              <p:nvPr/>
            </p:nvPicPr>
            <p:blipFill>
              <a:blip r:embed="rId4"/>
              <a:stretch>
                <a:fillRect/>
              </a:stretch>
            </p:blipFill>
            <p:spPr>
              <a:xfrm>
                <a:off x="1881000" y="309600"/>
                <a:ext cx="9428760" cy="5567760"/>
              </a:xfrm>
              <a:prstGeom prst="rect">
                <a:avLst/>
              </a:prstGeom>
            </p:spPr>
          </p:pic>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GOAL OF HYPOTHESIS TESTING</a:t>
            </a:r>
            <a:endParaRPr/>
          </a:p>
        </p:txBody>
      </p:sp>
      <p:sp>
        <p:nvSpPr>
          <p:cNvPr id="294" name="Google Shape;294;p6"/>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a:t>Choosing one of two (or more) viewpoints based on data </a:t>
            </a:r>
            <a:endParaRPr/>
          </a:p>
          <a:p>
            <a:pPr marL="182880" lvl="0" indent="-74928" algn="l" rtl="0">
              <a:lnSpc>
                <a:spcPct val="90000"/>
              </a:lnSpc>
              <a:spcBef>
                <a:spcPts val="1200"/>
              </a:spcBef>
              <a:spcAft>
                <a:spcPts val="0"/>
              </a:spcAft>
              <a:buSzPts val="1700"/>
              <a:buNone/>
            </a:pPr>
            <a:endParaRPr/>
          </a:p>
          <a:p>
            <a:pPr marL="1219170" lvl="0" indent="-507987" algn="l" rtl="0">
              <a:lnSpc>
                <a:spcPct val="90000"/>
              </a:lnSpc>
              <a:spcBef>
                <a:spcPts val="640"/>
              </a:spcBef>
              <a:spcAft>
                <a:spcPts val="0"/>
              </a:spcAft>
              <a:buSzPts val="2400"/>
              <a:buChar char="▪"/>
            </a:pPr>
            <a:r>
              <a:rPr lang="en-US"/>
              <a:t>“Chocolate has no effect on cardiac disease.”</a:t>
            </a:r>
            <a:endParaRPr/>
          </a:p>
          <a:p>
            <a:pPr marL="1219170" lvl="0" indent="-507987" algn="l" rtl="0">
              <a:lnSpc>
                <a:spcPct val="90000"/>
              </a:lnSpc>
              <a:spcBef>
                <a:spcPts val="0"/>
              </a:spcBef>
              <a:spcAft>
                <a:spcPts val="0"/>
              </a:spcAft>
              <a:buSzPts val="2400"/>
              <a:buChar char="▪"/>
            </a:pPr>
            <a:r>
              <a:rPr lang="en-US"/>
              <a:t>“Yes, it does.”</a:t>
            </a:r>
            <a:endParaRPr/>
          </a:p>
          <a:p>
            <a:pPr marL="0" lvl="0" indent="0" algn="l" rtl="0">
              <a:lnSpc>
                <a:spcPct val="90000"/>
              </a:lnSpc>
              <a:spcBef>
                <a:spcPts val="640"/>
              </a:spcBef>
              <a:spcAft>
                <a:spcPts val="0"/>
              </a:spcAft>
              <a:buSzPts val="1360"/>
              <a:buNone/>
            </a:pPr>
            <a:endParaRPr sz="1600"/>
          </a:p>
          <a:p>
            <a:pPr marL="1219170" lvl="0" indent="-507987" algn="l" rtl="0">
              <a:lnSpc>
                <a:spcPct val="90000"/>
              </a:lnSpc>
              <a:spcBef>
                <a:spcPts val="640"/>
              </a:spcBef>
              <a:spcAft>
                <a:spcPts val="0"/>
              </a:spcAft>
              <a:buSzPts val="2400"/>
              <a:buChar char="▪"/>
            </a:pPr>
            <a:r>
              <a:rPr lang="en-US"/>
              <a:t>“This jury panel was selected at random from eligible jurors.”</a:t>
            </a:r>
            <a:endParaRPr/>
          </a:p>
          <a:p>
            <a:pPr marL="1219170" lvl="0" indent="-507987" algn="l" rtl="0">
              <a:lnSpc>
                <a:spcPct val="90000"/>
              </a:lnSpc>
              <a:spcBef>
                <a:spcPts val="0"/>
              </a:spcBef>
              <a:spcAft>
                <a:spcPts val="0"/>
              </a:spcAft>
              <a:buSzPts val="2400"/>
              <a:buChar char="▪"/>
            </a:pPr>
            <a:r>
              <a:rPr lang="en-US"/>
              <a:t>“No, it has too many people with college degrees.”</a:t>
            </a:r>
            <a:endParaRPr/>
          </a:p>
          <a:p>
            <a:pPr marL="182880" lvl="0" indent="-74928" algn="l" rtl="0">
              <a:lnSpc>
                <a:spcPct val="90000"/>
              </a:lnSpc>
              <a:spcBef>
                <a:spcPts val="1200"/>
              </a:spcBef>
              <a:spcAft>
                <a:spcPts val="0"/>
              </a:spcAft>
              <a:buSzPts val="1700"/>
              <a:buNone/>
            </a:pP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814A57F2-4307-9DC0-E705-FD108FA7A82B}"/>
                  </a:ext>
                </a:extLst>
              </p14:cNvPr>
              <p14:cNvContentPartPr/>
              <p14:nvPr/>
            </p14:nvContentPartPr>
            <p14:xfrm>
              <a:off x="2558520" y="1956600"/>
              <a:ext cx="8599320" cy="2259000"/>
            </p14:xfrm>
          </p:contentPart>
        </mc:Choice>
        <mc:Fallback xmlns="">
          <p:pic>
            <p:nvPicPr>
              <p:cNvPr id="2" name="Ink 1">
                <a:extLst>
                  <a:ext uri="{FF2B5EF4-FFF2-40B4-BE49-F238E27FC236}">
                    <a16:creationId xmlns:a16="http://schemas.microsoft.com/office/drawing/2014/main" id="{814A57F2-4307-9DC0-E705-FD108FA7A82B}"/>
                  </a:ext>
                </a:extLst>
              </p:cNvPr>
              <p:cNvPicPr/>
              <p:nvPr/>
            </p:nvPicPr>
            <p:blipFill>
              <a:blip r:embed="rId4"/>
              <a:stretch>
                <a:fillRect/>
              </a:stretch>
            </p:blipFill>
            <p:spPr>
              <a:xfrm>
                <a:off x="2549160" y="1947240"/>
                <a:ext cx="8618040" cy="2277720"/>
              </a:xfrm>
              <a:prstGeom prst="rect">
                <a:avLst/>
              </a:prstGeom>
            </p:spPr>
          </p:pic>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7"/>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HYPOTHESIS TESTING</a:t>
            </a:r>
            <a:endParaRPr/>
          </a:p>
        </p:txBody>
      </p:sp>
      <p:sp>
        <p:nvSpPr>
          <p:cNvPr id="300" name="Google Shape;300;p7"/>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fontScale="92500"/>
          </a:bodyPr>
          <a:lstStyle/>
          <a:p>
            <a:pPr marL="182880" lvl="0" indent="-182880" algn="l" rtl="0">
              <a:lnSpc>
                <a:spcPct val="90000"/>
              </a:lnSpc>
              <a:spcBef>
                <a:spcPts val="0"/>
              </a:spcBef>
              <a:spcAft>
                <a:spcPts val="0"/>
              </a:spcAft>
              <a:buSzPts val="1700"/>
              <a:buChar char="▪"/>
            </a:pPr>
            <a:r>
              <a:rPr lang="en-US"/>
              <a:t>A </a:t>
            </a:r>
            <a:r>
              <a:rPr lang="en-US" b="1">
                <a:solidFill>
                  <a:srgbClr val="FF0000"/>
                </a:solidFill>
              </a:rPr>
              <a:t>hypothesis</a:t>
            </a:r>
            <a:r>
              <a:rPr lang="en-US" b="1"/>
              <a:t> </a:t>
            </a:r>
            <a:r>
              <a:rPr lang="en-US"/>
              <a:t>is a statement that makes a claim about the parameters of one or more populations</a:t>
            </a:r>
            <a:endParaRPr/>
          </a:p>
          <a:p>
            <a:pPr marL="182880" lvl="0" indent="-182880" algn="l" rtl="0">
              <a:lnSpc>
                <a:spcPct val="90000"/>
              </a:lnSpc>
              <a:spcBef>
                <a:spcPts val="1200"/>
              </a:spcBef>
              <a:spcAft>
                <a:spcPts val="0"/>
              </a:spcAft>
              <a:buSzPts val="1700"/>
              <a:buChar char="▪"/>
            </a:pPr>
            <a:r>
              <a:rPr lang="en-US"/>
              <a:t>To determine whether a hypothesis should be retained or rejected, we perform a </a:t>
            </a:r>
            <a:r>
              <a:rPr lang="en-US" b="1">
                <a:solidFill>
                  <a:srgbClr val="7030A0"/>
                </a:solidFill>
              </a:rPr>
              <a:t>hypothesis test</a:t>
            </a:r>
            <a:r>
              <a:rPr lang="en-US"/>
              <a:t>, which compares two competing hypotheses</a:t>
            </a:r>
            <a:endParaRPr/>
          </a:p>
          <a:p>
            <a:pPr marL="182880" lvl="0" indent="-182880" algn="l" rtl="0">
              <a:lnSpc>
                <a:spcPct val="90000"/>
              </a:lnSpc>
              <a:spcBef>
                <a:spcPts val="1200"/>
              </a:spcBef>
              <a:spcAft>
                <a:spcPts val="0"/>
              </a:spcAft>
              <a:buSzPts val="1700"/>
              <a:buChar char="▪"/>
            </a:pPr>
            <a:r>
              <a:rPr lang="en-US"/>
              <a:t>The </a:t>
            </a:r>
            <a:r>
              <a:rPr lang="en-US" b="1">
                <a:solidFill>
                  <a:srgbClr val="0070C0"/>
                </a:solidFill>
              </a:rPr>
              <a:t>null hypothesis</a:t>
            </a:r>
            <a:r>
              <a:rPr lang="en-US"/>
              <a:t>, denoted 𝑯</a:t>
            </a:r>
            <a:r>
              <a:rPr lang="en-US" baseline="-25000"/>
              <a:t>𝟎</a:t>
            </a:r>
            <a:r>
              <a:rPr lang="en-US"/>
              <a:t>, is a statement assumed to be true unless sufficient evidence indicates otherwise</a:t>
            </a:r>
            <a:endParaRPr/>
          </a:p>
          <a:p>
            <a:pPr marL="457200" lvl="1" indent="-182880" algn="l" rtl="0">
              <a:lnSpc>
                <a:spcPct val="90000"/>
              </a:lnSpc>
              <a:spcBef>
                <a:spcPts val="400"/>
              </a:spcBef>
              <a:spcAft>
                <a:spcPts val="0"/>
              </a:spcAft>
              <a:buSzPts val="1530"/>
              <a:buChar char="▪"/>
            </a:pPr>
            <a:r>
              <a:rPr lang="en-US"/>
              <a:t>Typically, the </a:t>
            </a:r>
            <a:r>
              <a:rPr lang="en-US" b="1">
                <a:solidFill>
                  <a:srgbClr val="0070C0"/>
                </a:solidFill>
              </a:rPr>
              <a:t>null hypothesis </a:t>
            </a:r>
            <a:r>
              <a:rPr lang="en-US"/>
              <a:t>asserts that the true value of a population parameter is </a:t>
            </a:r>
            <a:r>
              <a:rPr lang="en-US" b="1"/>
              <a:t>equal </a:t>
            </a:r>
            <a:r>
              <a:rPr lang="en-US"/>
              <a:t>to a hypothesized value or that the parameters for two populations are </a:t>
            </a:r>
            <a:r>
              <a:rPr lang="en-US" b="1"/>
              <a:t>not different</a:t>
            </a:r>
            <a:endParaRPr/>
          </a:p>
          <a:p>
            <a:pPr marL="182880" lvl="0" indent="-182880" algn="l" rtl="0">
              <a:lnSpc>
                <a:spcPct val="90000"/>
              </a:lnSpc>
              <a:spcBef>
                <a:spcPts val="1400"/>
              </a:spcBef>
              <a:spcAft>
                <a:spcPts val="0"/>
              </a:spcAft>
              <a:buSzPts val="1700"/>
              <a:buChar char="▪"/>
            </a:pPr>
            <a:r>
              <a:rPr lang="en-US"/>
              <a:t>The </a:t>
            </a:r>
            <a:r>
              <a:rPr lang="en-US" b="1">
                <a:solidFill>
                  <a:srgbClr val="00B050"/>
                </a:solidFill>
              </a:rPr>
              <a:t>alternative hypothesis</a:t>
            </a:r>
            <a:r>
              <a:rPr lang="en-US"/>
              <a:t>, denoted 𝑯</a:t>
            </a:r>
            <a:r>
              <a:rPr lang="en-US" baseline="-25000"/>
              <a:t>𝒂</a:t>
            </a:r>
            <a:r>
              <a:rPr lang="en-US"/>
              <a:t>, is a statement that contradicts 𝐻</a:t>
            </a:r>
            <a:r>
              <a:rPr lang="en-US" baseline="-25000"/>
              <a:t>0</a:t>
            </a:r>
            <a:endParaRPr/>
          </a:p>
          <a:p>
            <a:pPr marL="457200" lvl="1" indent="-182880" algn="l" rtl="0">
              <a:lnSpc>
                <a:spcPct val="90000"/>
              </a:lnSpc>
              <a:spcBef>
                <a:spcPts val="400"/>
              </a:spcBef>
              <a:spcAft>
                <a:spcPts val="0"/>
              </a:spcAft>
              <a:buSzPts val="1530"/>
              <a:buChar char="▪"/>
            </a:pPr>
            <a:r>
              <a:rPr lang="en-US"/>
              <a:t>Typically, the </a:t>
            </a:r>
            <a:r>
              <a:rPr lang="en-US" b="1">
                <a:solidFill>
                  <a:srgbClr val="00B050"/>
                </a:solidFill>
              </a:rPr>
              <a:t>alternative hypothesis </a:t>
            </a:r>
            <a:r>
              <a:rPr lang="en-US"/>
              <a:t>asserts that the true value of a population parameter is </a:t>
            </a:r>
            <a:r>
              <a:rPr lang="en-US" b="1"/>
              <a:t>not equal </a:t>
            </a:r>
            <a:r>
              <a:rPr lang="en-US"/>
              <a:t>to a hypothesized value or that the parameters for two populations are </a:t>
            </a:r>
            <a:r>
              <a:rPr lang="en-US" b="1"/>
              <a:t>different</a:t>
            </a:r>
            <a:endParaRPr/>
          </a:p>
          <a:p>
            <a:pPr marL="182880" lvl="0" indent="-74928" algn="l" rtl="0">
              <a:lnSpc>
                <a:spcPct val="90000"/>
              </a:lnSpc>
              <a:spcBef>
                <a:spcPts val="1400"/>
              </a:spcBef>
              <a:spcAft>
                <a:spcPts val="0"/>
              </a:spcAft>
              <a:buSzPts val="1700"/>
              <a:buNone/>
            </a:pP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AE76325-5FEC-DF17-ADDB-F9600CAAEEF8}"/>
                  </a:ext>
                </a:extLst>
              </p14:cNvPr>
              <p14:cNvContentPartPr/>
              <p14:nvPr/>
            </p14:nvContentPartPr>
            <p14:xfrm>
              <a:off x="3562920" y="2494440"/>
              <a:ext cx="7916040" cy="1714680"/>
            </p14:xfrm>
          </p:contentPart>
        </mc:Choice>
        <mc:Fallback xmlns="">
          <p:pic>
            <p:nvPicPr>
              <p:cNvPr id="2" name="Ink 1">
                <a:extLst>
                  <a:ext uri="{FF2B5EF4-FFF2-40B4-BE49-F238E27FC236}">
                    <a16:creationId xmlns:a16="http://schemas.microsoft.com/office/drawing/2014/main" id="{5AE76325-5FEC-DF17-ADDB-F9600CAAEEF8}"/>
                  </a:ext>
                </a:extLst>
              </p:cNvPr>
              <p:cNvPicPr/>
              <p:nvPr/>
            </p:nvPicPr>
            <p:blipFill>
              <a:blip r:embed="rId4"/>
              <a:stretch>
                <a:fillRect/>
              </a:stretch>
            </p:blipFill>
            <p:spPr>
              <a:xfrm>
                <a:off x="3553560" y="2485080"/>
                <a:ext cx="7934760" cy="1733400"/>
              </a:xfrm>
              <a:prstGeom prst="rect">
                <a:avLst/>
              </a:prstGeom>
            </p:spPr>
          </p:pic>
        </mc:Fallback>
      </mc:AlternateContent>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8"/>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dirty="0"/>
              <a:t>HYPOTHESIS TESTING (also known as A/B Testing)</a:t>
            </a:r>
            <a:endParaRPr dirty="0"/>
          </a:p>
        </p:txBody>
      </p:sp>
      <p:sp>
        <p:nvSpPr>
          <p:cNvPr id="307" name="Google Shape;307;p8"/>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fontScale="92500" lnSpcReduction="10000"/>
          </a:bodyPr>
          <a:lstStyle/>
          <a:p>
            <a:pPr marL="182880" lvl="0" indent="-182880" algn="l" rtl="0">
              <a:lnSpc>
                <a:spcPct val="90000"/>
              </a:lnSpc>
              <a:spcBef>
                <a:spcPts val="0"/>
              </a:spcBef>
              <a:spcAft>
                <a:spcPts val="0"/>
              </a:spcAft>
              <a:buSzPts val="1700"/>
              <a:buChar char="▪"/>
            </a:pPr>
            <a:r>
              <a:rPr lang="en-US"/>
              <a:t>If there is sufficient evidence favoring the </a:t>
            </a:r>
            <a:r>
              <a:rPr lang="en-US" b="1"/>
              <a:t>alternative hypothesis</a:t>
            </a:r>
            <a:r>
              <a:rPr lang="en-US"/>
              <a:t>, we </a:t>
            </a:r>
            <a:r>
              <a:rPr lang="en-US" b="1"/>
              <a:t>reject the null hypothesis</a:t>
            </a:r>
            <a:endParaRPr/>
          </a:p>
          <a:p>
            <a:pPr marL="182880" lvl="0" indent="-182880" algn="l" rtl="0">
              <a:lnSpc>
                <a:spcPct val="90000"/>
              </a:lnSpc>
              <a:spcBef>
                <a:spcPts val="1200"/>
              </a:spcBef>
              <a:spcAft>
                <a:spcPts val="0"/>
              </a:spcAft>
              <a:buSzPts val="1700"/>
              <a:buChar char="▪"/>
            </a:pPr>
            <a:r>
              <a:rPr lang="en-US"/>
              <a:t>Otherwise, we </a:t>
            </a:r>
            <a:r>
              <a:rPr lang="en-US" b="1"/>
              <a:t>fail to reject the null hypothesis</a:t>
            </a:r>
            <a:endParaRPr/>
          </a:p>
          <a:p>
            <a:pPr marL="182880" lvl="0" indent="-182880" algn="l" rtl="0">
              <a:lnSpc>
                <a:spcPct val="90000"/>
              </a:lnSpc>
              <a:spcBef>
                <a:spcPts val="1200"/>
              </a:spcBef>
              <a:spcAft>
                <a:spcPts val="0"/>
              </a:spcAft>
              <a:buSzPts val="1700"/>
              <a:buChar char="▪"/>
            </a:pPr>
            <a:r>
              <a:rPr lang="en-US" b="1" i="1"/>
              <a:t>Example</a:t>
            </a:r>
            <a:r>
              <a:rPr lang="en-US" b="1"/>
              <a:t>:</a:t>
            </a:r>
            <a:r>
              <a:rPr lang="en-US"/>
              <a:t> We want to test whether the mean GPA of college students is different from 2.0. </a:t>
            </a:r>
            <a:endParaRPr/>
          </a:p>
          <a:p>
            <a:pPr marL="457200" lvl="1" indent="-182880" algn="l" rtl="0">
              <a:lnSpc>
                <a:spcPct val="90000"/>
              </a:lnSpc>
              <a:spcBef>
                <a:spcPts val="400"/>
              </a:spcBef>
              <a:spcAft>
                <a:spcPts val="0"/>
              </a:spcAft>
              <a:buSzPts val="1530"/>
              <a:buChar char="▪"/>
            </a:pPr>
            <a:r>
              <a:rPr lang="en-US" b="1"/>
              <a:t>Null hypothesis </a:t>
            </a:r>
            <a:r>
              <a:rPr lang="en-US"/>
              <a:t>𝑯</a:t>
            </a:r>
            <a:r>
              <a:rPr lang="en-US" baseline="-25000"/>
              <a:t>𝟎</a:t>
            </a:r>
            <a:r>
              <a:rPr lang="en-US"/>
              <a:t>: mean=2.0 </a:t>
            </a:r>
            <a:endParaRPr/>
          </a:p>
          <a:p>
            <a:pPr marL="457200" lvl="1" indent="-182880" algn="l" rtl="0">
              <a:lnSpc>
                <a:spcPct val="90000"/>
              </a:lnSpc>
              <a:spcBef>
                <a:spcPts val="600"/>
              </a:spcBef>
              <a:spcAft>
                <a:spcPts val="0"/>
              </a:spcAft>
              <a:buSzPts val="1530"/>
              <a:buChar char="▪"/>
            </a:pPr>
            <a:r>
              <a:rPr lang="en-US"/>
              <a:t>The </a:t>
            </a:r>
            <a:r>
              <a:rPr lang="en-US" b="1"/>
              <a:t>alternative hypothesis </a:t>
            </a:r>
            <a:r>
              <a:rPr lang="en-US"/>
              <a:t>is 𝑯</a:t>
            </a:r>
            <a:r>
              <a:rPr lang="en-US" baseline="-25000"/>
              <a:t>𝒂</a:t>
            </a:r>
            <a:r>
              <a:rPr lang="en-US"/>
              <a:t>: mean≠2.0</a:t>
            </a:r>
            <a:endParaRPr/>
          </a:p>
          <a:p>
            <a:pPr marL="182880" lvl="0" indent="-182880" algn="l" rtl="0">
              <a:lnSpc>
                <a:spcPct val="90000"/>
              </a:lnSpc>
              <a:spcBef>
                <a:spcPts val="1400"/>
              </a:spcBef>
              <a:spcAft>
                <a:spcPts val="0"/>
              </a:spcAft>
              <a:buSzPts val="1700"/>
              <a:buChar char="▪"/>
            </a:pPr>
            <a:r>
              <a:rPr lang="en-US"/>
              <a:t>Exercise: We want to test whether chocolate has effect on cardiac disease. </a:t>
            </a:r>
            <a:r>
              <a:rPr lang="en-US" b="1"/>
              <a:t>What are the null and alternative hypotheses?</a:t>
            </a:r>
            <a:endParaRPr/>
          </a:p>
          <a:p>
            <a:pPr marL="182880" lvl="0" indent="-182880" algn="l" rtl="0">
              <a:lnSpc>
                <a:spcPct val="90000"/>
              </a:lnSpc>
              <a:spcBef>
                <a:spcPts val="1200"/>
              </a:spcBef>
              <a:spcAft>
                <a:spcPts val="0"/>
              </a:spcAft>
              <a:buSzPts val="1700"/>
              <a:buChar char="▪"/>
            </a:pPr>
            <a:r>
              <a:rPr lang="en-US"/>
              <a:t>𝑯𝟎:</a:t>
            </a:r>
            <a:endParaRPr/>
          </a:p>
          <a:p>
            <a:pPr marL="182880" lvl="0" indent="-182880" algn="l" rtl="0">
              <a:lnSpc>
                <a:spcPct val="90000"/>
              </a:lnSpc>
              <a:spcBef>
                <a:spcPts val="1200"/>
              </a:spcBef>
              <a:spcAft>
                <a:spcPts val="0"/>
              </a:spcAft>
              <a:buSzPts val="1700"/>
              <a:buChar char="▪"/>
            </a:pPr>
            <a:r>
              <a:rPr lang="en-US"/>
              <a:t>𝑯𝒂:</a:t>
            </a:r>
            <a:endParaRPr/>
          </a:p>
          <a:p>
            <a:pPr marL="182880" lvl="0" indent="-74928" algn="l" rtl="0">
              <a:lnSpc>
                <a:spcPct val="90000"/>
              </a:lnSpc>
              <a:spcBef>
                <a:spcPts val="1200"/>
              </a:spcBef>
              <a:spcAft>
                <a:spcPts val="0"/>
              </a:spcAft>
              <a:buSzPts val="1700"/>
              <a:buNone/>
            </a:pP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5ED2C17C-416A-F684-C1CD-26CDBEDF8301}"/>
                  </a:ext>
                </a:extLst>
              </p14:cNvPr>
              <p14:cNvContentPartPr/>
              <p14:nvPr/>
            </p14:nvContentPartPr>
            <p14:xfrm>
              <a:off x="1288440" y="3453840"/>
              <a:ext cx="9547200" cy="2716200"/>
            </p14:xfrm>
          </p:contentPart>
        </mc:Choice>
        <mc:Fallback xmlns="">
          <p:pic>
            <p:nvPicPr>
              <p:cNvPr id="2" name="Ink 1">
                <a:extLst>
                  <a:ext uri="{FF2B5EF4-FFF2-40B4-BE49-F238E27FC236}">
                    <a16:creationId xmlns:a16="http://schemas.microsoft.com/office/drawing/2014/main" id="{5ED2C17C-416A-F684-C1CD-26CDBEDF8301}"/>
                  </a:ext>
                </a:extLst>
              </p:cNvPr>
              <p:cNvPicPr/>
              <p:nvPr/>
            </p:nvPicPr>
            <p:blipFill>
              <a:blip r:embed="rId4"/>
              <a:stretch>
                <a:fillRect/>
              </a:stretch>
            </p:blipFill>
            <p:spPr>
              <a:xfrm>
                <a:off x="1279080" y="3444480"/>
                <a:ext cx="9565920" cy="2734920"/>
              </a:xfrm>
              <a:prstGeom prst="rect">
                <a:avLst/>
              </a:prstGeom>
            </p:spPr>
          </p:pic>
        </mc:Fallback>
      </mc:AlternateContent>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9" name="A/B Testing"/>
          <p:cNvSpPr txBox="1">
            <a:spLocks noGrp="1"/>
          </p:cNvSpPr>
          <p:nvPr>
            <p:ph type="title"/>
          </p:nvPr>
        </p:nvSpPr>
        <p:spPr>
          <a:xfrm>
            <a:off x="581891" y="0"/>
            <a:ext cx="9956800" cy="1143000"/>
          </a:xfrm>
          <a:prstGeom prst="rect">
            <a:avLst/>
          </a:prstGeom>
        </p:spPr>
        <p:txBody>
          <a:bodyPr/>
          <a:lstStyle/>
          <a:p>
            <a:r>
              <a:rPr dirty="0"/>
              <a:t>A/B Testing</a:t>
            </a:r>
            <a:r>
              <a:rPr lang="en-US" dirty="0"/>
              <a:t>: Which of two headlines is better?</a:t>
            </a:r>
            <a:endParaRPr dirty="0"/>
          </a:p>
        </p:txBody>
      </p:sp>
      <p:pic>
        <p:nvPicPr>
          <p:cNvPr id="1101" name="Image" descr="Image"/>
          <p:cNvPicPr>
            <a:picLocks noChangeAspect="1"/>
          </p:cNvPicPr>
          <p:nvPr/>
        </p:nvPicPr>
        <p:blipFill>
          <a:blip r:embed="rId3"/>
          <a:stretch>
            <a:fillRect/>
          </a:stretch>
        </p:blipFill>
        <p:spPr>
          <a:xfrm>
            <a:off x="2827201" y="1795872"/>
            <a:ext cx="6185910" cy="3901881"/>
          </a:xfrm>
          <a:prstGeom prst="rect">
            <a:avLst/>
          </a:prstGeom>
          <a:ln w="12700">
            <a:miter lim="400000"/>
          </a:ln>
        </p:spPr>
      </p:pic>
      <p:sp>
        <p:nvSpPr>
          <p:cNvPr id="1102" name="https://digiday.com/media/new-york-times-experimenting-mobile-specific-headlines/"/>
          <p:cNvSpPr txBox="1"/>
          <p:nvPr/>
        </p:nvSpPr>
        <p:spPr>
          <a:xfrm>
            <a:off x="3211081" y="5708145"/>
            <a:ext cx="5418150" cy="23205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lgn="l" defTabSz="457200">
              <a:lnSpc>
                <a:spcPct val="117999"/>
              </a:lnSpc>
              <a:defRPr sz="2200" u="sng">
                <a:latin typeface="Helvetica Neue"/>
                <a:ea typeface="Helvetica Neue"/>
                <a:cs typeface="Helvetica Neue"/>
                <a:sym typeface="Helvetica Neue"/>
                <a:hlinkClick r:id="rId4"/>
              </a:defRPr>
            </a:lvl1pPr>
          </a:lstStyle>
          <a:p>
            <a:pPr>
              <a:defRPr u="none"/>
            </a:pPr>
            <a:r>
              <a:rPr sz="1100" dirty="0"/>
              <a:t>https://digiday.com/media/new-york-times-experimenting-mobile-specific-headlines/</a:t>
            </a:r>
          </a:p>
        </p:txBody>
      </p:sp>
      <p:sp>
        <p:nvSpPr>
          <p:cNvPr id="110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17</a:t>
            </a:fld>
            <a:endParaRP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8DFC53F5-6790-96C5-EF4D-0338D15DD911}"/>
                  </a:ext>
                </a:extLst>
              </p14:cNvPr>
              <p14:cNvContentPartPr/>
              <p14:nvPr/>
            </p14:nvContentPartPr>
            <p14:xfrm>
              <a:off x="1133640" y="5991480"/>
              <a:ext cx="7862040" cy="532800"/>
            </p14:xfrm>
          </p:contentPart>
        </mc:Choice>
        <mc:Fallback xmlns="">
          <p:pic>
            <p:nvPicPr>
              <p:cNvPr id="2" name="Ink 1">
                <a:extLst>
                  <a:ext uri="{FF2B5EF4-FFF2-40B4-BE49-F238E27FC236}">
                    <a16:creationId xmlns:a16="http://schemas.microsoft.com/office/drawing/2014/main" id="{8DFC53F5-6790-96C5-EF4D-0338D15DD911}"/>
                  </a:ext>
                </a:extLst>
              </p:cNvPr>
              <p:cNvPicPr/>
              <p:nvPr/>
            </p:nvPicPr>
            <p:blipFill>
              <a:blip r:embed="rId6"/>
              <a:stretch>
                <a:fillRect/>
              </a:stretch>
            </p:blipFill>
            <p:spPr>
              <a:xfrm>
                <a:off x="1124280" y="5982120"/>
                <a:ext cx="7880760" cy="551520"/>
              </a:xfrm>
              <a:prstGeom prst="rect">
                <a:avLst/>
              </a:prstGeom>
            </p:spPr>
          </p:pic>
        </mc:Fallback>
      </mc:AlternateContent>
    </p:spTree>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7" name="A/B Testing"/>
          <p:cNvSpPr txBox="1">
            <a:spLocks noGrp="1"/>
          </p:cNvSpPr>
          <p:nvPr>
            <p:ph type="title"/>
          </p:nvPr>
        </p:nvSpPr>
        <p:spPr>
          <a:xfrm>
            <a:off x="609600" y="0"/>
            <a:ext cx="9956800" cy="1143000"/>
          </a:xfrm>
          <a:prstGeom prst="rect">
            <a:avLst/>
          </a:prstGeom>
        </p:spPr>
        <p:txBody>
          <a:bodyPr/>
          <a:lstStyle/>
          <a:p>
            <a:r>
              <a:rPr dirty="0"/>
              <a:t>A/B Testing</a:t>
            </a:r>
            <a:r>
              <a:rPr lang="en-US" dirty="0"/>
              <a:t>: Which of two ad messages is better?</a:t>
            </a:r>
            <a:endParaRPr dirty="0"/>
          </a:p>
        </p:txBody>
      </p:sp>
      <p:pic>
        <p:nvPicPr>
          <p:cNvPr id="1109" name="Image" descr="Image"/>
          <p:cNvPicPr>
            <a:picLocks noChangeAspect="1"/>
          </p:cNvPicPr>
          <p:nvPr/>
        </p:nvPicPr>
        <p:blipFill>
          <a:blip r:embed="rId2"/>
          <a:stretch>
            <a:fillRect/>
          </a:stretch>
        </p:blipFill>
        <p:spPr>
          <a:xfrm>
            <a:off x="2510948" y="2025650"/>
            <a:ext cx="7000772" cy="3272316"/>
          </a:xfrm>
          <a:prstGeom prst="rect">
            <a:avLst/>
          </a:prstGeom>
          <a:ln w="12700">
            <a:miter lim="400000"/>
          </a:ln>
        </p:spPr>
      </p:pic>
      <p:sp>
        <p:nvSpPr>
          <p:cNvPr id="1110"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18</a:t>
            </a:fld>
            <a:endParaRPr/>
          </a:p>
        </p:txBody>
      </p:sp>
      <p:sp>
        <p:nvSpPr>
          <p:cNvPr id="3" name="Text Placeholder 2">
            <a:extLst>
              <a:ext uri="{FF2B5EF4-FFF2-40B4-BE49-F238E27FC236}">
                <a16:creationId xmlns:a16="http://schemas.microsoft.com/office/drawing/2014/main" id="{18ACA2BB-E77C-16AA-D532-18AC942AD3D0}"/>
              </a:ext>
            </a:extLst>
          </p:cNvPr>
          <p:cNvSpPr>
            <a:spLocks noGrp="1"/>
          </p:cNvSpPr>
          <p:nvPr>
            <p:ph type="body" idx="21"/>
          </p:nvPr>
        </p:nvSpPr>
        <p:spPr/>
        <p:txBody>
          <a:bodyPr/>
          <a:lstStyle/>
          <a:p>
            <a:endParaRPr lang="en-US"/>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FCF9A520-8A9F-C3F1-28F3-E67DD677A449}"/>
                  </a:ext>
                </a:extLst>
              </p14:cNvPr>
              <p14:cNvContentPartPr/>
              <p14:nvPr/>
            </p14:nvContentPartPr>
            <p14:xfrm>
              <a:off x="3580920" y="1037520"/>
              <a:ext cx="7186680" cy="3320640"/>
            </p14:xfrm>
          </p:contentPart>
        </mc:Choice>
        <mc:Fallback xmlns="">
          <p:pic>
            <p:nvPicPr>
              <p:cNvPr id="2" name="Ink 1">
                <a:extLst>
                  <a:ext uri="{FF2B5EF4-FFF2-40B4-BE49-F238E27FC236}">
                    <a16:creationId xmlns:a16="http://schemas.microsoft.com/office/drawing/2014/main" id="{FCF9A520-8A9F-C3F1-28F3-E67DD677A449}"/>
                  </a:ext>
                </a:extLst>
              </p:cNvPr>
              <p:cNvPicPr/>
              <p:nvPr/>
            </p:nvPicPr>
            <p:blipFill>
              <a:blip r:embed="rId4"/>
              <a:stretch>
                <a:fillRect/>
              </a:stretch>
            </p:blipFill>
            <p:spPr>
              <a:xfrm>
                <a:off x="3571560" y="1028160"/>
                <a:ext cx="7205400" cy="3339360"/>
              </a:xfrm>
              <a:prstGeom prst="rect">
                <a:avLst/>
              </a:prstGeom>
            </p:spPr>
          </p:pic>
        </mc:Fallback>
      </mc:AlternateContent>
    </p:spTree>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2" name="A/B Testing"/>
          <p:cNvSpPr txBox="1">
            <a:spLocks noGrp="1"/>
          </p:cNvSpPr>
          <p:nvPr>
            <p:ph type="title"/>
          </p:nvPr>
        </p:nvSpPr>
        <p:spPr>
          <a:xfrm>
            <a:off x="484909" y="110066"/>
            <a:ext cx="9956800" cy="1143000"/>
          </a:xfrm>
          <a:prstGeom prst="rect">
            <a:avLst/>
          </a:prstGeom>
        </p:spPr>
        <p:txBody>
          <a:bodyPr/>
          <a:lstStyle/>
          <a:p>
            <a:r>
              <a:rPr dirty="0"/>
              <a:t>A/B Testing</a:t>
            </a:r>
            <a:r>
              <a:rPr lang="en-US" dirty="0"/>
              <a:t>: Which of two ad messages is better?</a:t>
            </a:r>
            <a:endParaRPr dirty="0"/>
          </a:p>
        </p:txBody>
      </p:sp>
      <p:pic>
        <p:nvPicPr>
          <p:cNvPr id="1114" name="Image" descr="Image"/>
          <p:cNvPicPr>
            <a:picLocks noChangeAspect="1"/>
          </p:cNvPicPr>
          <p:nvPr/>
        </p:nvPicPr>
        <p:blipFill>
          <a:blip r:embed="rId3"/>
          <a:stretch>
            <a:fillRect/>
          </a:stretch>
        </p:blipFill>
        <p:spPr>
          <a:xfrm>
            <a:off x="2808515" y="1609382"/>
            <a:ext cx="2866269" cy="3052577"/>
          </a:xfrm>
          <a:prstGeom prst="rect">
            <a:avLst/>
          </a:prstGeom>
          <a:ln w="12700">
            <a:miter lim="400000"/>
          </a:ln>
        </p:spPr>
      </p:pic>
      <p:pic>
        <p:nvPicPr>
          <p:cNvPr id="1115" name="Image" descr="Image"/>
          <p:cNvPicPr>
            <a:picLocks noChangeAspect="1"/>
          </p:cNvPicPr>
          <p:nvPr/>
        </p:nvPicPr>
        <p:blipFill>
          <a:blip r:embed="rId4"/>
          <a:stretch>
            <a:fillRect/>
          </a:stretch>
        </p:blipFill>
        <p:spPr>
          <a:xfrm>
            <a:off x="6432550" y="1609382"/>
            <a:ext cx="2867036" cy="3046227"/>
          </a:xfrm>
          <a:prstGeom prst="rect">
            <a:avLst/>
          </a:prstGeom>
          <a:ln w="12700">
            <a:miter lim="400000"/>
          </a:ln>
        </p:spPr>
      </p:pic>
      <p:pic>
        <p:nvPicPr>
          <p:cNvPr id="1116" name="Screen Shot 2020-04-01 at 10.41.27 AM.png" descr="Screen Shot 2020-04-01 at 10.41.27 AM.png"/>
          <p:cNvPicPr>
            <a:picLocks noChangeAspect="1"/>
          </p:cNvPicPr>
          <p:nvPr/>
        </p:nvPicPr>
        <p:blipFill>
          <a:blip r:embed="rId5"/>
          <a:stretch>
            <a:fillRect/>
          </a:stretch>
        </p:blipFill>
        <p:spPr>
          <a:xfrm>
            <a:off x="4292600" y="4842933"/>
            <a:ext cx="3606800" cy="1905001"/>
          </a:xfrm>
          <a:prstGeom prst="rect">
            <a:avLst/>
          </a:prstGeom>
          <a:ln w="12700">
            <a:miter lim="400000"/>
          </a:ln>
        </p:spPr>
      </p:pic>
      <p:sp>
        <p:nvSpPr>
          <p:cNvPr id="1117"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19</a:t>
            </a:fld>
            <a:endParaRPr/>
          </a:p>
        </p:txBody>
      </p:sp>
    </p:spTree>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1" name="A/B Testing"/>
          <p:cNvSpPr txBox="1">
            <a:spLocks noGrp="1"/>
          </p:cNvSpPr>
          <p:nvPr>
            <p:ph type="title"/>
          </p:nvPr>
        </p:nvSpPr>
        <p:spPr>
          <a:prstGeom prst="rect">
            <a:avLst/>
          </a:prstGeom>
        </p:spPr>
        <p:txBody>
          <a:bodyPr/>
          <a:lstStyle/>
          <a:p>
            <a:r>
              <a:rPr dirty="0"/>
              <a:t>A/B Testing</a:t>
            </a:r>
            <a:r>
              <a:rPr lang="en-US" dirty="0"/>
              <a:t>: Which of these two website layouts is better?</a:t>
            </a:r>
            <a:endParaRPr dirty="0"/>
          </a:p>
        </p:txBody>
      </p:sp>
      <p:pic>
        <p:nvPicPr>
          <p:cNvPr id="1123" name="Screen Shot 2020-04-01 at 10.28.04 AM.png" descr="Screen Shot 2020-04-01 at 10.28.04 AM.png"/>
          <p:cNvPicPr>
            <a:picLocks noChangeAspect="1"/>
          </p:cNvPicPr>
          <p:nvPr/>
        </p:nvPicPr>
        <p:blipFill>
          <a:blip r:embed="rId2"/>
          <a:stretch>
            <a:fillRect/>
          </a:stretch>
        </p:blipFill>
        <p:spPr>
          <a:xfrm>
            <a:off x="1796627" y="1831975"/>
            <a:ext cx="8429415" cy="4515758"/>
          </a:xfrm>
          <a:prstGeom prst="rect">
            <a:avLst/>
          </a:prstGeom>
          <a:ln w="12700">
            <a:miter lim="400000"/>
          </a:ln>
        </p:spPr>
      </p:pic>
      <p:sp>
        <p:nvSpPr>
          <p:cNvPr id="112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20</a:t>
            </a:fld>
            <a:endParaRPr/>
          </a:p>
        </p:txBody>
      </p:sp>
    </p:spTree>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 name="A/B Testing"/>
          <p:cNvSpPr txBox="1">
            <a:spLocks noGrp="1"/>
          </p:cNvSpPr>
          <p:nvPr>
            <p:ph type="title"/>
          </p:nvPr>
        </p:nvSpPr>
        <p:spPr>
          <a:prstGeom prst="rect">
            <a:avLst/>
          </a:prstGeom>
        </p:spPr>
        <p:txBody>
          <a:bodyPr>
            <a:normAutofit/>
          </a:bodyPr>
          <a:lstStyle/>
          <a:p>
            <a:r>
              <a:rPr lang="en-US" dirty="0"/>
              <a:t>More serious </a:t>
            </a:r>
            <a:r>
              <a:rPr dirty="0"/>
              <a:t>A/B Testing</a:t>
            </a:r>
            <a:r>
              <a:rPr lang="en-US" dirty="0"/>
              <a:t>:  Which of these drugs is more effective? Often we test against a placebo</a:t>
            </a:r>
            <a:endParaRPr dirty="0"/>
          </a:p>
        </p:txBody>
      </p:sp>
      <p:sp>
        <p:nvSpPr>
          <p:cNvPr id="112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21</a:t>
            </a:fld>
            <a:endParaRPr/>
          </a:p>
        </p:txBody>
      </p:sp>
      <p:pic>
        <p:nvPicPr>
          <p:cNvPr id="1129" name="Image" descr="Image"/>
          <p:cNvPicPr>
            <a:picLocks noChangeAspect="1"/>
          </p:cNvPicPr>
          <p:nvPr/>
        </p:nvPicPr>
        <p:blipFill>
          <a:blip r:embed="rId2"/>
          <a:stretch>
            <a:fillRect/>
          </a:stretch>
        </p:blipFill>
        <p:spPr>
          <a:xfrm>
            <a:off x="3697101" y="2301734"/>
            <a:ext cx="4628465" cy="3080033"/>
          </a:xfrm>
          <a:prstGeom prst="rect">
            <a:avLst/>
          </a:prstGeom>
          <a:ln w="12700">
            <a:miter lim="400000"/>
          </a:ln>
        </p:spPr>
      </p:pic>
    </p:spTree>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1" name="A/B Testing"/>
          <p:cNvSpPr txBox="1">
            <a:spLocks noGrp="1"/>
          </p:cNvSpPr>
          <p:nvPr>
            <p:ph type="title"/>
          </p:nvPr>
        </p:nvSpPr>
        <p:spPr>
          <a:prstGeom prst="rect">
            <a:avLst/>
          </a:prstGeom>
        </p:spPr>
        <p:txBody>
          <a:bodyPr>
            <a:normAutofit/>
          </a:bodyPr>
          <a:lstStyle/>
          <a:p>
            <a:r>
              <a:rPr lang="en-US" dirty="0"/>
              <a:t>Somewhat serious </a:t>
            </a:r>
            <a:r>
              <a:rPr dirty="0"/>
              <a:t>A/B Testing</a:t>
            </a:r>
            <a:r>
              <a:rPr lang="en-US" dirty="0"/>
              <a:t>: Which of these two classifiers is better?</a:t>
            </a:r>
            <a:endParaRPr dirty="0"/>
          </a:p>
        </p:txBody>
      </p:sp>
      <p:pic>
        <p:nvPicPr>
          <p:cNvPr id="1133" name="Image" descr="Image"/>
          <p:cNvPicPr>
            <a:picLocks noChangeAspect="1"/>
          </p:cNvPicPr>
          <p:nvPr/>
        </p:nvPicPr>
        <p:blipFill>
          <a:blip r:embed="rId2"/>
          <a:stretch>
            <a:fillRect/>
          </a:stretch>
        </p:blipFill>
        <p:spPr>
          <a:xfrm>
            <a:off x="1178291" y="2303124"/>
            <a:ext cx="3644901" cy="3077252"/>
          </a:xfrm>
          <a:prstGeom prst="rect">
            <a:avLst/>
          </a:prstGeom>
          <a:ln w="12700">
            <a:miter lim="400000"/>
          </a:ln>
        </p:spPr>
      </p:pic>
      <p:pic>
        <p:nvPicPr>
          <p:cNvPr id="1134" name="Image" descr="Image"/>
          <p:cNvPicPr>
            <a:picLocks noChangeAspect="1"/>
          </p:cNvPicPr>
          <p:nvPr/>
        </p:nvPicPr>
        <p:blipFill>
          <a:blip r:embed="rId3"/>
          <a:srcRect/>
          <a:stretch>
            <a:fillRect/>
          </a:stretch>
        </p:blipFill>
        <p:spPr>
          <a:xfrm>
            <a:off x="7765358" y="2303124"/>
            <a:ext cx="3079019" cy="2939064"/>
          </a:xfrm>
          <a:prstGeom prst="rect">
            <a:avLst/>
          </a:prstGeom>
          <a:ln w="12700">
            <a:miter lim="400000"/>
          </a:ln>
        </p:spPr>
      </p:pic>
      <p:sp>
        <p:nvSpPr>
          <p:cNvPr id="1135"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22</a:t>
            </a:fld>
            <a:endParaRPr/>
          </a:p>
        </p:txBody>
      </p:sp>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79EEFF4-EA9F-055C-C871-EE39ECBCA766}"/>
                  </a:ext>
                </a:extLst>
              </p14:cNvPr>
              <p14:cNvContentPartPr/>
              <p14:nvPr/>
            </p14:nvContentPartPr>
            <p14:xfrm>
              <a:off x="2050560" y="965520"/>
              <a:ext cx="9764640" cy="5441040"/>
            </p14:xfrm>
          </p:contentPart>
        </mc:Choice>
        <mc:Fallback xmlns="">
          <p:pic>
            <p:nvPicPr>
              <p:cNvPr id="2" name="Ink 1">
                <a:extLst>
                  <a:ext uri="{FF2B5EF4-FFF2-40B4-BE49-F238E27FC236}">
                    <a16:creationId xmlns:a16="http://schemas.microsoft.com/office/drawing/2014/main" id="{B79EEFF4-EA9F-055C-C871-EE39ECBCA766}"/>
                  </a:ext>
                </a:extLst>
              </p:cNvPr>
              <p:cNvPicPr/>
              <p:nvPr/>
            </p:nvPicPr>
            <p:blipFill>
              <a:blip r:embed="rId5"/>
              <a:stretch>
                <a:fillRect/>
              </a:stretch>
            </p:blipFill>
            <p:spPr>
              <a:xfrm>
                <a:off x="2041200" y="956160"/>
                <a:ext cx="9783360" cy="5459760"/>
              </a:xfrm>
              <a:prstGeom prst="rect">
                <a:avLst/>
              </a:prstGeom>
            </p:spPr>
          </p:pic>
        </mc:Fallback>
      </mc:AlternateContent>
    </p:spTree>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7" name="Companies Using A/B Testing"/>
          <p:cNvSpPr txBox="1">
            <a:spLocks noGrp="1"/>
          </p:cNvSpPr>
          <p:nvPr>
            <p:ph type="title"/>
          </p:nvPr>
        </p:nvSpPr>
        <p:spPr>
          <a:prstGeom prst="rect">
            <a:avLst/>
          </a:prstGeom>
        </p:spPr>
        <p:txBody>
          <a:bodyPr>
            <a:normAutofit/>
          </a:bodyPr>
          <a:lstStyle/>
          <a:p>
            <a:r>
              <a:rPr dirty="0"/>
              <a:t>Companies Using A/B Testing</a:t>
            </a:r>
            <a:r>
              <a:rPr lang="en-US" dirty="0"/>
              <a:t>:  Which Companies use A/B testing for business decision? (All of them)</a:t>
            </a:r>
            <a:endParaRPr dirty="0"/>
          </a:p>
        </p:txBody>
      </p:sp>
      <p:sp>
        <p:nvSpPr>
          <p:cNvPr id="1138" name="Which Companies use A/B testing for Optimization: All of them"/>
          <p:cNvSpPr txBox="1"/>
          <p:nvPr/>
        </p:nvSpPr>
        <p:spPr>
          <a:xfrm>
            <a:off x="2421636" y="1178878"/>
            <a:ext cx="51361"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endParaRPr dirty="0"/>
          </a:p>
        </p:txBody>
      </p:sp>
      <p:sp>
        <p:nvSpPr>
          <p:cNvPr id="1139" name="A wise man once said:…"/>
          <p:cNvSpPr txBox="1"/>
          <p:nvPr/>
        </p:nvSpPr>
        <p:spPr>
          <a:xfrm>
            <a:off x="2548255" y="5482167"/>
            <a:ext cx="6296596"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spAutoFit/>
          </a:bodyPr>
          <a:lstStyle/>
          <a:p>
            <a:pPr algn="l"/>
            <a:r>
              <a:t>A wise man once said: </a:t>
            </a:r>
          </a:p>
          <a:p>
            <a:pPr algn="l"/>
            <a:r>
              <a:t>Experimentation is the Analytical backbone of every business</a:t>
            </a:r>
          </a:p>
        </p:txBody>
      </p:sp>
      <p:pic>
        <p:nvPicPr>
          <p:cNvPr id="1140" name="Image" descr="Image"/>
          <p:cNvPicPr>
            <a:picLocks noChangeAspect="1"/>
          </p:cNvPicPr>
          <p:nvPr/>
        </p:nvPicPr>
        <p:blipFill>
          <a:blip r:embed="rId2"/>
          <a:stretch>
            <a:fillRect/>
          </a:stretch>
        </p:blipFill>
        <p:spPr>
          <a:xfrm>
            <a:off x="3024717" y="4241800"/>
            <a:ext cx="577851" cy="577850"/>
          </a:xfrm>
          <a:prstGeom prst="rect">
            <a:avLst/>
          </a:prstGeom>
          <a:ln w="12700">
            <a:miter lim="400000"/>
          </a:ln>
        </p:spPr>
      </p:pic>
      <p:pic>
        <p:nvPicPr>
          <p:cNvPr id="1141" name="Image" descr="Image"/>
          <p:cNvPicPr>
            <a:picLocks noChangeAspect="1"/>
          </p:cNvPicPr>
          <p:nvPr/>
        </p:nvPicPr>
        <p:blipFill>
          <a:blip r:embed="rId3"/>
          <a:stretch>
            <a:fillRect/>
          </a:stretch>
        </p:blipFill>
        <p:spPr>
          <a:xfrm>
            <a:off x="2735792" y="2180696"/>
            <a:ext cx="983907" cy="400051"/>
          </a:xfrm>
          <a:prstGeom prst="rect">
            <a:avLst/>
          </a:prstGeom>
          <a:ln w="12700">
            <a:miter lim="400000"/>
          </a:ln>
        </p:spPr>
      </p:pic>
      <p:pic>
        <p:nvPicPr>
          <p:cNvPr id="1142" name="Image" descr="Image"/>
          <p:cNvPicPr>
            <a:picLocks noChangeAspect="1"/>
          </p:cNvPicPr>
          <p:nvPr/>
        </p:nvPicPr>
        <p:blipFill>
          <a:blip r:embed="rId4"/>
          <a:stretch>
            <a:fillRect/>
          </a:stretch>
        </p:blipFill>
        <p:spPr>
          <a:xfrm>
            <a:off x="4616214" y="3293202"/>
            <a:ext cx="885239" cy="461864"/>
          </a:xfrm>
          <a:prstGeom prst="rect">
            <a:avLst/>
          </a:prstGeom>
          <a:ln w="12700">
            <a:miter lim="400000"/>
          </a:ln>
        </p:spPr>
      </p:pic>
      <p:pic>
        <p:nvPicPr>
          <p:cNvPr id="1143" name="Image" descr="Image"/>
          <p:cNvPicPr>
            <a:picLocks noChangeAspect="1"/>
          </p:cNvPicPr>
          <p:nvPr/>
        </p:nvPicPr>
        <p:blipFill>
          <a:blip r:embed="rId5"/>
          <a:stretch>
            <a:fillRect/>
          </a:stretch>
        </p:blipFill>
        <p:spPr>
          <a:xfrm>
            <a:off x="4474633" y="2095500"/>
            <a:ext cx="749301" cy="749300"/>
          </a:xfrm>
          <a:prstGeom prst="rect">
            <a:avLst/>
          </a:prstGeom>
          <a:ln w="12700">
            <a:miter lim="400000"/>
          </a:ln>
        </p:spPr>
      </p:pic>
      <p:pic>
        <p:nvPicPr>
          <p:cNvPr id="1144" name="Image" descr="Image"/>
          <p:cNvPicPr>
            <a:picLocks noChangeAspect="1"/>
          </p:cNvPicPr>
          <p:nvPr/>
        </p:nvPicPr>
        <p:blipFill>
          <a:blip r:embed="rId6"/>
          <a:stretch>
            <a:fillRect/>
          </a:stretch>
        </p:blipFill>
        <p:spPr>
          <a:xfrm>
            <a:off x="4157133" y="4502150"/>
            <a:ext cx="317501" cy="317500"/>
          </a:xfrm>
          <a:prstGeom prst="rect">
            <a:avLst/>
          </a:prstGeom>
          <a:ln w="12700">
            <a:miter lim="400000"/>
          </a:ln>
        </p:spPr>
      </p:pic>
      <p:pic>
        <p:nvPicPr>
          <p:cNvPr id="1145" name="Image" descr="Image"/>
          <p:cNvPicPr>
            <a:picLocks noChangeAspect="1"/>
          </p:cNvPicPr>
          <p:nvPr/>
        </p:nvPicPr>
        <p:blipFill>
          <a:blip r:embed="rId7"/>
          <a:stretch>
            <a:fillRect/>
          </a:stretch>
        </p:blipFill>
        <p:spPr>
          <a:xfrm>
            <a:off x="5143500" y="4368800"/>
            <a:ext cx="1094433" cy="499633"/>
          </a:xfrm>
          <a:prstGeom prst="rect">
            <a:avLst/>
          </a:prstGeom>
          <a:ln w="12700">
            <a:miter lim="400000"/>
          </a:ln>
        </p:spPr>
      </p:pic>
      <p:pic>
        <p:nvPicPr>
          <p:cNvPr id="1146" name="Image" descr="Image"/>
          <p:cNvPicPr>
            <a:picLocks noChangeAspect="1"/>
          </p:cNvPicPr>
          <p:nvPr/>
        </p:nvPicPr>
        <p:blipFill>
          <a:blip r:embed="rId8"/>
          <a:stretch>
            <a:fillRect/>
          </a:stretch>
        </p:blipFill>
        <p:spPr>
          <a:xfrm>
            <a:off x="6096000" y="2215621"/>
            <a:ext cx="900642" cy="509059"/>
          </a:xfrm>
          <a:prstGeom prst="rect">
            <a:avLst/>
          </a:prstGeom>
          <a:ln w="12700">
            <a:miter lim="400000"/>
          </a:ln>
        </p:spPr>
      </p:pic>
      <p:pic>
        <p:nvPicPr>
          <p:cNvPr id="1147" name="Image" descr="Image"/>
          <p:cNvPicPr>
            <a:picLocks noChangeAspect="1"/>
          </p:cNvPicPr>
          <p:nvPr/>
        </p:nvPicPr>
        <p:blipFill>
          <a:blip r:embed="rId9"/>
          <a:stretch>
            <a:fillRect/>
          </a:stretch>
        </p:blipFill>
        <p:spPr>
          <a:xfrm>
            <a:off x="6996642" y="4368800"/>
            <a:ext cx="853133" cy="853133"/>
          </a:xfrm>
          <a:prstGeom prst="rect">
            <a:avLst/>
          </a:prstGeom>
          <a:ln w="12700">
            <a:miter lim="400000"/>
          </a:ln>
        </p:spPr>
      </p:pic>
      <p:pic>
        <p:nvPicPr>
          <p:cNvPr id="1148" name="Image" descr="Image"/>
          <p:cNvPicPr>
            <a:picLocks noChangeAspect="1"/>
          </p:cNvPicPr>
          <p:nvPr/>
        </p:nvPicPr>
        <p:blipFill>
          <a:blip r:embed="rId10"/>
          <a:stretch>
            <a:fillRect/>
          </a:stretch>
        </p:blipFill>
        <p:spPr>
          <a:xfrm>
            <a:off x="8119533" y="2387600"/>
            <a:ext cx="584201" cy="584200"/>
          </a:xfrm>
          <a:prstGeom prst="rect">
            <a:avLst/>
          </a:prstGeom>
          <a:ln w="12700">
            <a:miter lim="400000"/>
          </a:ln>
        </p:spPr>
      </p:pic>
      <p:pic>
        <p:nvPicPr>
          <p:cNvPr id="1149" name="Image" descr="Image"/>
          <p:cNvPicPr>
            <a:picLocks noChangeAspect="1"/>
          </p:cNvPicPr>
          <p:nvPr/>
        </p:nvPicPr>
        <p:blipFill>
          <a:blip r:embed="rId11"/>
          <a:stretch>
            <a:fillRect/>
          </a:stretch>
        </p:blipFill>
        <p:spPr>
          <a:xfrm>
            <a:off x="2119283" y="3053292"/>
            <a:ext cx="1772210" cy="375709"/>
          </a:xfrm>
          <a:prstGeom prst="rect">
            <a:avLst/>
          </a:prstGeom>
          <a:ln w="12700">
            <a:miter lim="400000"/>
          </a:ln>
        </p:spPr>
      </p:pic>
      <p:pic>
        <p:nvPicPr>
          <p:cNvPr id="1150" name="Image" descr="Image"/>
          <p:cNvPicPr>
            <a:picLocks noChangeAspect="1"/>
          </p:cNvPicPr>
          <p:nvPr/>
        </p:nvPicPr>
        <p:blipFill>
          <a:blip r:embed="rId12"/>
          <a:stretch>
            <a:fillRect/>
          </a:stretch>
        </p:blipFill>
        <p:spPr>
          <a:xfrm>
            <a:off x="8119533" y="3585633"/>
            <a:ext cx="1102067" cy="533401"/>
          </a:xfrm>
          <a:prstGeom prst="rect">
            <a:avLst/>
          </a:prstGeom>
          <a:ln w="12700">
            <a:miter lim="400000"/>
          </a:ln>
        </p:spPr>
      </p:pic>
      <p:pic>
        <p:nvPicPr>
          <p:cNvPr id="1151" name="Image" descr="Image"/>
          <p:cNvPicPr>
            <a:picLocks noChangeAspect="1"/>
          </p:cNvPicPr>
          <p:nvPr/>
        </p:nvPicPr>
        <p:blipFill>
          <a:blip r:embed="rId13"/>
          <a:stretch>
            <a:fillRect/>
          </a:stretch>
        </p:blipFill>
        <p:spPr>
          <a:xfrm>
            <a:off x="6083478" y="3317759"/>
            <a:ext cx="1826328" cy="412751"/>
          </a:xfrm>
          <a:prstGeom prst="rect">
            <a:avLst/>
          </a:prstGeom>
          <a:ln w="12700">
            <a:miter lim="400000"/>
          </a:ln>
        </p:spPr>
      </p:pic>
      <p:pic>
        <p:nvPicPr>
          <p:cNvPr id="1152" name="Image" descr="Image"/>
          <p:cNvPicPr>
            <a:picLocks noChangeAspect="1"/>
          </p:cNvPicPr>
          <p:nvPr/>
        </p:nvPicPr>
        <p:blipFill>
          <a:blip r:embed="rId14"/>
          <a:stretch>
            <a:fillRect/>
          </a:stretch>
        </p:blipFill>
        <p:spPr>
          <a:xfrm>
            <a:off x="9643745" y="1890676"/>
            <a:ext cx="1102067" cy="579474"/>
          </a:xfrm>
          <a:prstGeom prst="rect">
            <a:avLst/>
          </a:prstGeom>
          <a:ln w="12700">
            <a:miter lim="400000"/>
          </a:ln>
        </p:spPr>
      </p:pic>
      <p:pic>
        <p:nvPicPr>
          <p:cNvPr id="1153" name="Image" descr="Image"/>
          <p:cNvPicPr>
            <a:picLocks noChangeAspect="1"/>
          </p:cNvPicPr>
          <p:nvPr/>
        </p:nvPicPr>
        <p:blipFill>
          <a:blip r:embed="rId15"/>
          <a:stretch>
            <a:fillRect/>
          </a:stretch>
        </p:blipFill>
        <p:spPr>
          <a:xfrm>
            <a:off x="9770364" y="3409015"/>
            <a:ext cx="1583281" cy="886637"/>
          </a:xfrm>
          <a:prstGeom prst="rect">
            <a:avLst/>
          </a:prstGeom>
          <a:ln w="12700">
            <a:miter lim="400000"/>
          </a:ln>
        </p:spPr>
      </p:pic>
      <p:pic>
        <p:nvPicPr>
          <p:cNvPr id="1154" name="Image" descr="Image"/>
          <p:cNvPicPr>
            <a:picLocks noChangeAspect="1"/>
          </p:cNvPicPr>
          <p:nvPr/>
        </p:nvPicPr>
        <p:blipFill>
          <a:blip r:embed="rId16"/>
          <a:stretch>
            <a:fillRect/>
          </a:stretch>
        </p:blipFill>
        <p:spPr>
          <a:xfrm>
            <a:off x="1234041" y="4368800"/>
            <a:ext cx="630024" cy="749300"/>
          </a:xfrm>
          <a:prstGeom prst="rect">
            <a:avLst/>
          </a:prstGeom>
          <a:ln w="12700">
            <a:miter lim="400000"/>
          </a:ln>
        </p:spPr>
      </p:pic>
      <p:pic>
        <p:nvPicPr>
          <p:cNvPr id="1155" name="Image" descr="Image"/>
          <p:cNvPicPr>
            <a:picLocks noChangeAspect="1"/>
          </p:cNvPicPr>
          <p:nvPr/>
        </p:nvPicPr>
        <p:blipFill>
          <a:blip r:embed="rId17"/>
          <a:stretch>
            <a:fillRect/>
          </a:stretch>
        </p:blipFill>
        <p:spPr>
          <a:xfrm>
            <a:off x="8771279" y="4732768"/>
            <a:ext cx="900642" cy="912759"/>
          </a:xfrm>
          <a:prstGeom prst="rect">
            <a:avLst/>
          </a:prstGeom>
          <a:ln w="12700">
            <a:miter lim="400000"/>
          </a:ln>
        </p:spPr>
      </p:pic>
      <p:pic>
        <p:nvPicPr>
          <p:cNvPr id="1156" name="Image" descr="Image"/>
          <p:cNvPicPr>
            <a:picLocks noChangeAspect="1"/>
          </p:cNvPicPr>
          <p:nvPr/>
        </p:nvPicPr>
        <p:blipFill>
          <a:blip r:embed="rId18"/>
          <a:stretch>
            <a:fillRect/>
          </a:stretch>
        </p:blipFill>
        <p:spPr>
          <a:xfrm>
            <a:off x="844550" y="2332567"/>
            <a:ext cx="1253144" cy="461864"/>
          </a:xfrm>
          <a:prstGeom prst="rect">
            <a:avLst/>
          </a:prstGeom>
          <a:ln w="12700">
            <a:miter lim="400000"/>
          </a:ln>
        </p:spPr>
      </p:pic>
      <p:pic>
        <p:nvPicPr>
          <p:cNvPr id="1157" name="Image" descr="Image"/>
          <p:cNvPicPr>
            <a:picLocks noChangeAspect="1"/>
          </p:cNvPicPr>
          <p:nvPr/>
        </p:nvPicPr>
        <p:blipFill>
          <a:blip r:embed="rId19"/>
          <a:stretch>
            <a:fillRect/>
          </a:stretch>
        </p:blipFill>
        <p:spPr>
          <a:xfrm>
            <a:off x="10371783" y="4897469"/>
            <a:ext cx="748057" cy="748058"/>
          </a:xfrm>
          <a:prstGeom prst="rect">
            <a:avLst/>
          </a:prstGeom>
          <a:ln w="12700">
            <a:miter lim="400000"/>
          </a:ln>
        </p:spPr>
      </p:pic>
      <p:pic>
        <p:nvPicPr>
          <p:cNvPr id="1158" name="Image" descr="Image"/>
          <p:cNvPicPr>
            <a:picLocks noChangeAspect="1"/>
          </p:cNvPicPr>
          <p:nvPr/>
        </p:nvPicPr>
        <p:blipFill>
          <a:blip r:embed="rId20"/>
          <a:stretch>
            <a:fillRect/>
          </a:stretch>
        </p:blipFill>
        <p:spPr>
          <a:xfrm>
            <a:off x="412375" y="3317759"/>
            <a:ext cx="1298237" cy="577851"/>
          </a:xfrm>
          <a:prstGeom prst="rect">
            <a:avLst/>
          </a:prstGeom>
          <a:ln w="12700">
            <a:miter lim="400000"/>
          </a:ln>
        </p:spPr>
      </p:pic>
      <p:pic>
        <p:nvPicPr>
          <p:cNvPr id="1159" name="Image" descr="Image"/>
          <p:cNvPicPr>
            <a:picLocks noChangeAspect="1"/>
          </p:cNvPicPr>
          <p:nvPr/>
        </p:nvPicPr>
        <p:blipFill>
          <a:blip r:embed="rId21"/>
          <a:stretch>
            <a:fillRect/>
          </a:stretch>
        </p:blipFill>
        <p:spPr>
          <a:xfrm>
            <a:off x="663815" y="5591291"/>
            <a:ext cx="885239" cy="477335"/>
          </a:xfrm>
          <a:prstGeom prst="rect">
            <a:avLst/>
          </a:prstGeom>
          <a:ln w="12700">
            <a:miter lim="400000"/>
          </a:ln>
        </p:spPr>
      </p:pic>
      <p:sp>
        <p:nvSpPr>
          <p:cNvPr id="1160"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23</a:t>
            </a:fld>
            <a:endParaRPr/>
          </a:p>
        </p:txBody>
      </p:sp>
      <mc:AlternateContent xmlns:mc="http://schemas.openxmlformats.org/markup-compatibility/2006" xmlns:p14="http://schemas.microsoft.com/office/powerpoint/2010/main">
        <mc:Choice Requires="p14">
          <p:contentPart p14:bwMode="auto" r:id="rId22">
            <p14:nvContentPartPr>
              <p14:cNvPr id="2" name="Ink 1">
                <a:extLst>
                  <a:ext uri="{FF2B5EF4-FFF2-40B4-BE49-F238E27FC236}">
                    <a16:creationId xmlns:a16="http://schemas.microsoft.com/office/drawing/2014/main" id="{A47AE9A2-B4A4-E6E0-575B-C2D59E08A30A}"/>
                  </a:ext>
                </a:extLst>
              </p14:cNvPr>
              <p14:cNvContentPartPr/>
              <p14:nvPr/>
            </p14:nvContentPartPr>
            <p14:xfrm>
              <a:off x="10587600" y="1164240"/>
              <a:ext cx="595080" cy="686880"/>
            </p14:xfrm>
          </p:contentPart>
        </mc:Choice>
        <mc:Fallback xmlns="">
          <p:pic>
            <p:nvPicPr>
              <p:cNvPr id="2" name="Ink 1">
                <a:extLst>
                  <a:ext uri="{FF2B5EF4-FFF2-40B4-BE49-F238E27FC236}">
                    <a16:creationId xmlns:a16="http://schemas.microsoft.com/office/drawing/2014/main" id="{A47AE9A2-B4A4-E6E0-575B-C2D59E08A30A}"/>
                  </a:ext>
                </a:extLst>
              </p:cNvPr>
              <p:cNvPicPr/>
              <p:nvPr/>
            </p:nvPicPr>
            <p:blipFill>
              <a:blip r:embed="rId23"/>
              <a:stretch>
                <a:fillRect/>
              </a:stretch>
            </p:blipFill>
            <p:spPr>
              <a:xfrm>
                <a:off x="10578240" y="1154880"/>
                <a:ext cx="613800" cy="705600"/>
              </a:xfrm>
              <a:prstGeom prst="rect">
                <a:avLst/>
              </a:prstGeom>
            </p:spPr>
          </p:pic>
        </mc:Fallback>
      </mc:AlternateContent>
    </p:spTree>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STEPS OF HYPOTHESIS TESTING</a:t>
            </a:r>
            <a:endParaRPr/>
          </a:p>
        </p:txBody>
      </p:sp>
      <p:sp>
        <p:nvSpPr>
          <p:cNvPr id="314" name="Google Shape;314;p9"/>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1700"/>
              <a:buFont typeface="Rockwell"/>
              <a:buAutoNum type="arabicPeriod"/>
            </a:pPr>
            <a:r>
              <a:rPr lang="en-US"/>
              <a:t>Specify the </a:t>
            </a:r>
            <a:r>
              <a:rPr lang="en-US" b="1"/>
              <a:t>null hypothesis </a:t>
            </a:r>
            <a:r>
              <a:rPr lang="en-US"/>
              <a:t>𝑯𝟎 and the </a:t>
            </a:r>
            <a:r>
              <a:rPr lang="en-US" b="1"/>
              <a:t>alternative hypothesis </a:t>
            </a:r>
            <a:r>
              <a:rPr lang="en-US"/>
              <a:t>𝑯𝒂</a:t>
            </a:r>
            <a:endParaRPr/>
          </a:p>
          <a:p>
            <a:pPr marL="457200" lvl="0" indent="-457200" algn="l" rtl="0">
              <a:lnSpc>
                <a:spcPct val="90000"/>
              </a:lnSpc>
              <a:spcBef>
                <a:spcPts val="1200"/>
              </a:spcBef>
              <a:spcAft>
                <a:spcPts val="0"/>
              </a:spcAft>
              <a:buSzPts val="1700"/>
              <a:buFont typeface="Rockwell"/>
              <a:buAutoNum type="arabicPeriod"/>
            </a:pPr>
            <a:r>
              <a:rPr lang="en-US"/>
              <a:t>Specify the </a:t>
            </a:r>
            <a:r>
              <a:rPr lang="en-US" b="1"/>
              <a:t>significance level threshold </a:t>
            </a:r>
            <a:r>
              <a:rPr lang="en-US"/>
              <a:t>𝜶</a:t>
            </a:r>
            <a:r>
              <a:rPr lang="en-US" baseline="-25000"/>
              <a:t>t</a:t>
            </a:r>
            <a:endParaRPr/>
          </a:p>
          <a:p>
            <a:pPr marL="457200" lvl="0" indent="-457200" algn="l" rtl="0">
              <a:lnSpc>
                <a:spcPct val="90000"/>
              </a:lnSpc>
              <a:spcBef>
                <a:spcPts val="1200"/>
              </a:spcBef>
              <a:spcAft>
                <a:spcPts val="0"/>
              </a:spcAft>
              <a:buSzPts val="1700"/>
              <a:buFont typeface="Rockwell"/>
              <a:buAutoNum type="arabicPeriod"/>
            </a:pPr>
            <a:r>
              <a:rPr lang="en-US"/>
              <a:t>Collect the </a:t>
            </a:r>
            <a:r>
              <a:rPr lang="en-US" b="1"/>
              <a:t>data</a:t>
            </a:r>
            <a:endParaRPr/>
          </a:p>
          <a:p>
            <a:pPr marL="457200" lvl="0" indent="-457200" algn="l" rtl="0">
              <a:lnSpc>
                <a:spcPct val="90000"/>
              </a:lnSpc>
              <a:spcBef>
                <a:spcPts val="1200"/>
              </a:spcBef>
              <a:spcAft>
                <a:spcPts val="0"/>
              </a:spcAft>
              <a:buSzPts val="1700"/>
              <a:buFont typeface="Rockwell"/>
              <a:buAutoNum type="arabicPeriod"/>
            </a:pPr>
            <a:r>
              <a:rPr lang="en-US"/>
              <a:t>Calculate the </a:t>
            </a:r>
            <a:r>
              <a:rPr lang="en-US" b="1"/>
              <a:t>test statistic</a:t>
            </a:r>
            <a:endParaRPr/>
          </a:p>
          <a:p>
            <a:pPr marL="457200" lvl="0" indent="-457200" algn="l" rtl="0">
              <a:lnSpc>
                <a:spcPct val="90000"/>
              </a:lnSpc>
              <a:spcBef>
                <a:spcPts val="1200"/>
              </a:spcBef>
              <a:spcAft>
                <a:spcPts val="0"/>
              </a:spcAft>
              <a:buSzPts val="1700"/>
              <a:buFont typeface="Rockwell"/>
              <a:buAutoNum type="arabicPeriod"/>
            </a:pPr>
            <a:r>
              <a:rPr lang="en-US"/>
              <a:t>Calculate the corresponding 𝒑</a:t>
            </a:r>
            <a:r>
              <a:rPr lang="en-US" b="1"/>
              <a:t>-value</a:t>
            </a:r>
            <a:endParaRPr/>
          </a:p>
          <a:p>
            <a:pPr marL="457200" lvl="0" indent="-457200" algn="l" rtl="0">
              <a:lnSpc>
                <a:spcPct val="90000"/>
              </a:lnSpc>
              <a:spcBef>
                <a:spcPts val="1200"/>
              </a:spcBef>
              <a:spcAft>
                <a:spcPts val="0"/>
              </a:spcAft>
              <a:buSzPts val="1700"/>
              <a:buFont typeface="Rockwell"/>
              <a:buAutoNum type="arabicPeriod"/>
            </a:pPr>
            <a:r>
              <a:rPr lang="en-US"/>
              <a:t>Compare the 𝒑</a:t>
            </a:r>
            <a:r>
              <a:rPr lang="en-US" b="1"/>
              <a:t>-value </a:t>
            </a:r>
            <a:r>
              <a:rPr lang="en-US"/>
              <a:t>with the </a:t>
            </a:r>
            <a:r>
              <a:rPr lang="en-US" b="1"/>
              <a:t>significance level</a:t>
            </a:r>
            <a:endParaRPr/>
          </a:p>
          <a:p>
            <a:pPr marL="457200" lvl="0" indent="-457200" algn="l" rtl="0">
              <a:lnSpc>
                <a:spcPct val="90000"/>
              </a:lnSpc>
              <a:spcBef>
                <a:spcPts val="1200"/>
              </a:spcBef>
              <a:spcAft>
                <a:spcPts val="0"/>
              </a:spcAft>
              <a:buSzPts val="1700"/>
              <a:buFont typeface="Rockwell"/>
              <a:buAutoNum type="arabicPeriod"/>
            </a:pPr>
            <a:r>
              <a:rPr lang="en-US"/>
              <a:t>Determine whether to </a:t>
            </a:r>
            <a:r>
              <a:rPr lang="en-US" b="1"/>
              <a:t>reject </a:t>
            </a:r>
            <a:r>
              <a:rPr lang="en-US"/>
              <a:t>or </a:t>
            </a:r>
            <a:r>
              <a:rPr lang="en-US" b="1"/>
              <a:t>fail to reject </a:t>
            </a:r>
            <a:r>
              <a:rPr lang="en-US"/>
              <a:t>the </a:t>
            </a:r>
            <a:r>
              <a:rPr lang="en-US" b="1"/>
              <a:t>null hypothesis </a:t>
            </a:r>
            <a:r>
              <a:rPr lang="en-US"/>
              <a:t>𝑯𝟎</a:t>
            </a:r>
            <a:endParaRPr/>
          </a:p>
        </p:txBody>
      </p:sp>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A6CB90AF-1B07-AC44-3808-C434D1BD37B1}"/>
                  </a:ext>
                </a:extLst>
              </p14:cNvPr>
              <p14:cNvContentPartPr/>
              <p14:nvPr/>
            </p14:nvContentPartPr>
            <p14:xfrm>
              <a:off x="984960" y="1807920"/>
              <a:ext cx="8443800" cy="1763640"/>
            </p14:xfrm>
          </p:contentPart>
        </mc:Choice>
        <mc:Fallback xmlns="">
          <p:pic>
            <p:nvPicPr>
              <p:cNvPr id="2" name="Ink 1">
                <a:extLst>
                  <a:ext uri="{FF2B5EF4-FFF2-40B4-BE49-F238E27FC236}">
                    <a16:creationId xmlns:a16="http://schemas.microsoft.com/office/drawing/2014/main" id="{A6CB90AF-1B07-AC44-3808-C434D1BD37B1}"/>
                  </a:ext>
                </a:extLst>
              </p:cNvPr>
              <p:cNvPicPr/>
              <p:nvPr/>
            </p:nvPicPr>
            <p:blipFill>
              <a:blip r:embed="rId4"/>
              <a:stretch>
                <a:fillRect/>
              </a:stretch>
            </p:blipFill>
            <p:spPr>
              <a:xfrm>
                <a:off x="975600" y="1798560"/>
                <a:ext cx="8462520" cy="1782360"/>
              </a:xfrm>
              <a:prstGeom prst="rect">
                <a:avLst/>
              </a:prstGeom>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3" name="Setup"/>
          <p:cNvSpPr txBox="1">
            <a:spLocks noGrp="1"/>
          </p:cNvSpPr>
          <p:nvPr>
            <p:ph type="title"/>
          </p:nvPr>
        </p:nvSpPr>
        <p:spPr>
          <a:xfrm>
            <a:off x="623455" y="-302478"/>
            <a:ext cx="9956800" cy="1143000"/>
          </a:xfrm>
          <a:prstGeom prst="rect">
            <a:avLst/>
          </a:prstGeom>
        </p:spPr>
        <p:txBody>
          <a:bodyPr/>
          <a:lstStyle/>
          <a:p>
            <a:r>
              <a:rPr dirty="0"/>
              <a:t>Setup</a:t>
            </a:r>
          </a:p>
        </p:txBody>
      </p:sp>
      <p:sp>
        <p:nvSpPr>
          <p:cNvPr id="117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25</a:t>
            </a:fld>
            <a:endParaRPr/>
          </a:p>
        </p:txBody>
      </p:sp>
      <mc:AlternateContent xmlns:mc="http://schemas.openxmlformats.org/markup-compatibility/2006" xmlns:a14="http://schemas.microsoft.com/office/drawing/2010/main">
        <mc:Choice Requires="a14">
          <p:sp>
            <p:nvSpPr>
              <p:cNvPr id="1175" name="Two Variations: A and B.…"/>
              <p:cNvSpPr txBox="1"/>
              <p:nvPr/>
            </p:nvSpPr>
            <p:spPr>
              <a:xfrm>
                <a:off x="728065" y="941348"/>
                <a:ext cx="10502901" cy="4537011"/>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25400" tIns="25400" rIns="25400" bIns="25400">
                <a:spAutoFit/>
              </a:bodyPr>
              <a:lstStyle/>
              <a:p>
                <a:pPr algn="l"/>
                <a:r>
                  <a:rPr dirty="0"/>
                  <a:t>Two Variations: </a:t>
                </a:r>
                <a:r>
                  <a:rPr dirty="0">
                    <a:latin typeface="Avenir Heavy"/>
                    <a:ea typeface="Avenir Heavy"/>
                    <a:cs typeface="Avenir Heavy"/>
                    <a:sym typeface="Avenir Heavy"/>
                  </a:rPr>
                  <a:t>A</a:t>
                </a:r>
                <a:r>
                  <a:rPr dirty="0"/>
                  <a:t> and </a:t>
                </a:r>
                <a:r>
                  <a:rPr dirty="0">
                    <a:latin typeface="Avenir Heavy"/>
                    <a:ea typeface="Avenir Heavy"/>
                    <a:cs typeface="Avenir Heavy"/>
                    <a:sym typeface="Avenir Heavy"/>
                  </a:rPr>
                  <a:t>B</a:t>
                </a:r>
                <a:r>
                  <a:rPr dirty="0"/>
                  <a:t>.</a:t>
                </a:r>
              </a:p>
              <a:p>
                <a:pPr algn="l"/>
                <a:endParaRPr dirty="0"/>
              </a:p>
              <a:p>
                <a:pPr algn="l"/>
                <a:endParaRPr dirty="0"/>
              </a:p>
              <a:p>
                <a:pPr algn="l"/>
                <a:endParaRPr dirty="0"/>
              </a:p>
              <a:p>
                <a:pPr algn="l"/>
                <a:endParaRPr dirty="0"/>
              </a:p>
              <a:p>
                <a:pPr algn="l"/>
                <a:endParaRPr dirty="0"/>
              </a:p>
              <a:p>
                <a:pPr algn="l"/>
                <a:endParaRPr dirty="0"/>
              </a:p>
              <a:p>
                <a:pPr algn="l"/>
                <a:r>
                  <a:rPr dirty="0"/>
                  <a:t>Generally: A is a control maybe a version of our site we have already been showing</a:t>
                </a:r>
              </a:p>
              <a:p>
                <a:pPr algn="l"/>
                <a:r>
                  <a:rPr dirty="0"/>
                  <a:t>                  B is a treatment, a new piece of content we are testing</a:t>
                </a:r>
              </a:p>
              <a:p>
                <a:pPr algn="l"/>
                <a:endParaRPr dirty="0"/>
              </a:p>
              <a:p>
                <a:pPr algn="l"/>
                <a:r>
                  <a:rPr dirty="0"/>
                  <a:t>We will assume that we have shown A and B both </a:t>
                </a:r>
                <a:r>
                  <a:rPr dirty="0">
                    <a:latin typeface="Avenir Book Oblique"/>
                    <a:ea typeface="Avenir Book Oblique"/>
                    <a:cs typeface="Avenir Book Oblique"/>
                    <a:sym typeface="Avenir Book Oblique"/>
                  </a:rPr>
                  <a:t>n</a:t>
                </a:r>
                <a:r>
                  <a:rPr dirty="0"/>
                  <a:t> times to different customers. </a:t>
                </a:r>
              </a:p>
              <a:p>
                <a:pPr algn="l"/>
                <a:endParaRPr dirty="0"/>
              </a:p>
              <a:p>
                <a:pPr algn="l"/>
                <a:r>
                  <a:rPr dirty="0"/>
                  <a:t>In particular, we assume that the set of customers we showed them too were chosen randomly (more on this later). </a:t>
                </a:r>
              </a:p>
              <a:p>
                <a:pPr algn="l"/>
                <a:endParaRPr dirty="0"/>
              </a:p>
              <a:p>
                <a:pPr algn="l"/>
                <a:r>
                  <a:rPr dirty="0"/>
                  <a:t>Let </a:t>
                </a:r>
                <a14:m>
                  <m:oMath xmlns:m="http://schemas.openxmlformats.org/officeDocument/2006/math">
                    <m:sSub>
                      <m:sSubPr>
                        <m:ctrlPr>
                          <a:rPr sz="2200" i="1">
                            <a:solidFill>
                              <a:srgbClr val="000000"/>
                            </a:solidFill>
                            <a:latin typeface="Cambria Math" panose="02040503050406030204" pitchFamily="18" charset="0"/>
                          </a:rPr>
                        </m:ctrlPr>
                      </m:sSubPr>
                      <m:e>
                        <m:r>
                          <a:rPr sz="2200" i="1">
                            <a:solidFill>
                              <a:srgbClr val="000000"/>
                            </a:solidFill>
                            <a:latin typeface="Cambria Math" panose="02040503050406030204" pitchFamily="18" charset="0"/>
                          </a:rPr>
                          <m:t>𝑝</m:t>
                        </m:r>
                      </m:e>
                      <m:sub>
                        <m:r>
                          <a:rPr sz="2200" i="1">
                            <a:solidFill>
                              <a:srgbClr val="000000"/>
                            </a:solidFill>
                            <a:latin typeface="Cambria Math" panose="02040503050406030204" pitchFamily="18" charset="0"/>
                          </a:rPr>
                          <m:t>𝐴</m:t>
                        </m:r>
                      </m:sub>
                    </m:sSub>
                  </m:oMath>
                </a14:m>
                <a:r>
                  <a:rPr dirty="0"/>
                  <a:t> and </a:t>
                </a:r>
                <a14:m>
                  <m:oMath xmlns:m="http://schemas.openxmlformats.org/officeDocument/2006/math">
                    <m:sSub>
                      <m:sSubPr>
                        <m:ctrlPr>
                          <a:rPr sz="2200" i="1">
                            <a:solidFill>
                              <a:srgbClr val="000000"/>
                            </a:solidFill>
                            <a:latin typeface="Cambria Math" panose="02040503050406030204" pitchFamily="18" charset="0"/>
                          </a:rPr>
                        </m:ctrlPr>
                      </m:sSubPr>
                      <m:e>
                        <m:r>
                          <a:rPr sz="2200" i="1">
                            <a:solidFill>
                              <a:srgbClr val="000000"/>
                            </a:solidFill>
                            <a:latin typeface="Cambria Math" panose="02040503050406030204" pitchFamily="18" charset="0"/>
                          </a:rPr>
                          <m:t>𝑝</m:t>
                        </m:r>
                      </m:e>
                      <m:sub>
                        <m:r>
                          <a:rPr sz="2200" i="1">
                            <a:solidFill>
                              <a:srgbClr val="000000"/>
                            </a:solidFill>
                            <a:latin typeface="Cambria Math" panose="02040503050406030204" pitchFamily="18" charset="0"/>
                          </a:rPr>
                          <m:t>𝐵</m:t>
                        </m:r>
                      </m:sub>
                    </m:sSub>
                  </m:oMath>
                </a14:m>
                <a:r>
                  <a:rPr dirty="0"/>
                  <a:t> be the unknown conversion rates of A and B. </a:t>
                </a:r>
              </a:p>
            </p:txBody>
          </p:sp>
        </mc:Choice>
        <mc:Fallback xmlns="">
          <p:sp>
            <p:nvSpPr>
              <p:cNvPr id="1175" name="Two Variations: A and B.…"/>
              <p:cNvSpPr txBox="1">
                <a:spLocks noRot="1" noChangeAspect="1" noMove="1" noResize="1" noEditPoints="1" noAdjustHandles="1" noChangeArrowheads="1" noChangeShapeType="1" noTextEdit="1"/>
              </p:cNvSpPr>
              <p:nvPr/>
            </p:nvSpPr>
            <p:spPr>
              <a:xfrm>
                <a:off x="728065" y="941348"/>
                <a:ext cx="10502901" cy="4537011"/>
              </a:xfrm>
              <a:prstGeom prst="rect">
                <a:avLst/>
              </a:prstGeom>
              <a:blipFill>
                <a:blip r:embed="rId2"/>
                <a:stretch>
                  <a:fillRect l="-1087" t="-1114" b="-1393"/>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pic>
        <p:nvPicPr>
          <p:cNvPr id="1176" name="Image" descr="Image"/>
          <p:cNvPicPr>
            <a:picLocks noChangeAspect="1"/>
          </p:cNvPicPr>
          <p:nvPr/>
        </p:nvPicPr>
        <p:blipFill>
          <a:blip r:embed="rId3"/>
          <a:stretch>
            <a:fillRect/>
          </a:stretch>
        </p:blipFill>
        <p:spPr>
          <a:xfrm>
            <a:off x="4202743" y="1143000"/>
            <a:ext cx="3786515" cy="1769901"/>
          </a:xfrm>
          <a:prstGeom prst="rect">
            <a:avLst/>
          </a:prstGeom>
          <a:ln w="12700">
            <a:miter lim="400000"/>
          </a:ln>
        </p:spPr>
      </p:pic>
      <mc:AlternateContent xmlns:mc="http://schemas.openxmlformats.org/markup-compatibility/2006" xmlns:p14="http://schemas.microsoft.com/office/powerpoint/2010/main">
        <mc:Choice Requires="p14">
          <p:contentPart p14:bwMode="auto" r:id="rId4">
            <p14:nvContentPartPr>
              <p14:cNvPr id="2" name="Ink 1">
                <a:extLst>
                  <a:ext uri="{FF2B5EF4-FFF2-40B4-BE49-F238E27FC236}">
                    <a16:creationId xmlns:a16="http://schemas.microsoft.com/office/drawing/2014/main" id="{BD9F9D00-0141-FF43-885C-8996671A54C8}"/>
                  </a:ext>
                </a:extLst>
              </p14:cNvPr>
              <p14:cNvContentPartPr/>
              <p14:nvPr/>
            </p14:nvContentPartPr>
            <p14:xfrm>
              <a:off x="1022040" y="834840"/>
              <a:ext cx="8847000" cy="5863320"/>
            </p14:xfrm>
          </p:contentPart>
        </mc:Choice>
        <mc:Fallback xmlns="">
          <p:pic>
            <p:nvPicPr>
              <p:cNvPr id="2" name="Ink 1">
                <a:extLst>
                  <a:ext uri="{FF2B5EF4-FFF2-40B4-BE49-F238E27FC236}">
                    <a16:creationId xmlns:a16="http://schemas.microsoft.com/office/drawing/2014/main" id="{BD9F9D00-0141-FF43-885C-8996671A54C8}"/>
                  </a:ext>
                </a:extLst>
              </p:cNvPr>
              <p:cNvPicPr/>
              <p:nvPr/>
            </p:nvPicPr>
            <p:blipFill>
              <a:blip r:embed="rId5"/>
              <a:stretch>
                <a:fillRect/>
              </a:stretch>
            </p:blipFill>
            <p:spPr>
              <a:xfrm>
                <a:off x="1012680" y="825480"/>
                <a:ext cx="8865720" cy="5882040"/>
              </a:xfrm>
              <a:prstGeom prst="rect">
                <a:avLst/>
              </a:prstGeom>
            </p:spPr>
          </p:pic>
        </mc:Fallback>
      </mc:AlternateContent>
    </p:spTree>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8" name="Hypothesis Testing"/>
          <p:cNvSpPr txBox="1">
            <a:spLocks noGrp="1"/>
          </p:cNvSpPr>
          <p:nvPr>
            <p:ph type="title"/>
          </p:nvPr>
        </p:nvSpPr>
        <p:spPr>
          <a:xfrm>
            <a:off x="637309" y="-131491"/>
            <a:ext cx="9956800" cy="1143000"/>
          </a:xfrm>
          <a:prstGeom prst="rect">
            <a:avLst/>
          </a:prstGeom>
        </p:spPr>
        <p:txBody>
          <a:bodyPr/>
          <a:lstStyle/>
          <a:p>
            <a:r>
              <a:rPr lang="en-US" dirty="0"/>
              <a:t>Setup</a:t>
            </a:r>
            <a:endParaRPr dirty="0"/>
          </a:p>
        </p:txBody>
      </p:sp>
      <p:sp>
        <p:nvSpPr>
          <p:cNvPr id="1179" name="Problem Formulation: Is there a difference between the treatment and control? If there is, is it significant? Which one is better?"/>
          <p:cNvSpPr txBox="1"/>
          <p:nvPr/>
        </p:nvSpPr>
        <p:spPr>
          <a:xfrm>
            <a:off x="844550" y="1202267"/>
            <a:ext cx="10502900" cy="605294"/>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spAutoFit/>
          </a:bodyPr>
          <a:lstStyle/>
          <a:p>
            <a:pPr algn="l"/>
            <a:r>
              <a:rPr>
                <a:latin typeface="Avenir Heavy"/>
                <a:ea typeface="Avenir Heavy"/>
                <a:cs typeface="Avenir Heavy"/>
                <a:sym typeface="Avenir Heavy"/>
              </a:rPr>
              <a:t>Problem Formulation:</a:t>
            </a:r>
            <a:r>
              <a:t> Is there a difference between the treatment and control? If there is, is it significant? Which one is better?</a:t>
            </a:r>
          </a:p>
        </p:txBody>
      </p:sp>
      <p:pic>
        <p:nvPicPr>
          <p:cNvPr id="1180" name="Image" descr="Image"/>
          <p:cNvPicPr>
            <a:picLocks noChangeAspect="1"/>
          </p:cNvPicPr>
          <p:nvPr/>
        </p:nvPicPr>
        <p:blipFill>
          <a:blip r:embed="rId3"/>
          <a:stretch>
            <a:fillRect/>
          </a:stretch>
        </p:blipFill>
        <p:spPr>
          <a:xfrm>
            <a:off x="5097731" y="2246275"/>
            <a:ext cx="1763571" cy="722997"/>
          </a:xfrm>
          <a:prstGeom prst="rect">
            <a:avLst/>
          </a:prstGeom>
          <a:ln w="12700">
            <a:miter lim="400000"/>
          </a:ln>
        </p:spPr>
      </p:pic>
      <p:pic>
        <p:nvPicPr>
          <p:cNvPr id="1181" name="Image" descr="Image"/>
          <p:cNvPicPr>
            <a:picLocks noChangeAspect="1"/>
          </p:cNvPicPr>
          <p:nvPr/>
        </p:nvPicPr>
        <p:blipFill>
          <a:blip r:embed="rId4"/>
          <a:stretch>
            <a:fillRect/>
          </a:stretch>
        </p:blipFill>
        <p:spPr>
          <a:xfrm>
            <a:off x="3595800" y="4390336"/>
            <a:ext cx="5000401" cy="602380"/>
          </a:xfrm>
          <a:prstGeom prst="rect">
            <a:avLst/>
          </a:prstGeom>
          <a:ln w="12700">
            <a:miter lim="400000"/>
          </a:ln>
        </p:spPr>
      </p:pic>
      <p:sp>
        <p:nvSpPr>
          <p:cNvPr id="1182" name="Data:"/>
          <p:cNvSpPr txBox="1"/>
          <p:nvPr/>
        </p:nvSpPr>
        <p:spPr>
          <a:xfrm>
            <a:off x="832993" y="4026164"/>
            <a:ext cx="631583"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defRPr>
                <a:latin typeface="Avenir Heavy"/>
                <a:ea typeface="Avenir Heavy"/>
                <a:cs typeface="Avenir Heavy"/>
                <a:sym typeface="Avenir Heavy"/>
              </a:defRPr>
            </a:lvl1pPr>
          </a:lstStyle>
          <a:p>
            <a:r>
              <a:t>Data:</a:t>
            </a:r>
          </a:p>
        </p:txBody>
      </p:sp>
      <p:sp>
        <p:nvSpPr>
          <p:cNvPr id="1184"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26</a:t>
            </a:fld>
            <a:endParaRPr/>
          </a:p>
        </p:txBody>
      </p:sp>
      <p:sp>
        <p:nvSpPr>
          <p:cNvPr id="1185" name="Experiment: Show both variations n times to customers at random"/>
          <p:cNvSpPr txBox="1"/>
          <p:nvPr/>
        </p:nvSpPr>
        <p:spPr>
          <a:xfrm>
            <a:off x="832993" y="3264853"/>
            <a:ext cx="7094891"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pPr algn="l">
              <a:defRPr>
                <a:latin typeface="Avenir Heavy"/>
                <a:ea typeface="Avenir Heavy"/>
                <a:cs typeface="Avenir Heavy"/>
                <a:sym typeface="Avenir Heavy"/>
              </a:defRPr>
            </a:pPr>
            <a:r>
              <a:t>Experiment: </a:t>
            </a:r>
            <a:r>
              <a:rPr>
                <a:latin typeface="Avenir Medium"/>
                <a:ea typeface="Avenir Medium"/>
                <a:cs typeface="Avenir Medium"/>
                <a:sym typeface="Avenir Medium"/>
              </a:rPr>
              <a:t>Show both variations </a:t>
            </a:r>
            <a:r>
              <a:rPr>
                <a:latin typeface="Avenir Book Oblique"/>
                <a:ea typeface="Avenir Book Oblique"/>
                <a:cs typeface="Avenir Book Oblique"/>
                <a:sym typeface="Avenir Book Oblique"/>
              </a:rPr>
              <a:t>n</a:t>
            </a:r>
            <a:r>
              <a:rPr>
                <a:latin typeface="Avenir Medium"/>
                <a:ea typeface="Avenir Medium"/>
                <a:cs typeface="Avenir Medium"/>
                <a:sym typeface="Avenir Medium"/>
              </a:rPr>
              <a:t> times to customers at random </a:t>
            </a:r>
          </a:p>
        </p:txBody>
      </p:sp>
      <mc:AlternateContent xmlns:mc="http://schemas.openxmlformats.org/markup-compatibility/2006" xmlns:p14="http://schemas.microsoft.com/office/powerpoint/2010/main">
        <mc:Choice Requires="p14">
          <p:contentPart p14:bwMode="auto" r:id="rId5">
            <p14:nvContentPartPr>
              <p14:cNvPr id="2" name="Ink 1">
                <a:extLst>
                  <a:ext uri="{FF2B5EF4-FFF2-40B4-BE49-F238E27FC236}">
                    <a16:creationId xmlns:a16="http://schemas.microsoft.com/office/drawing/2014/main" id="{79B55107-18C7-909A-0DFA-E597EFB6C71C}"/>
                  </a:ext>
                </a:extLst>
              </p14:cNvPr>
              <p14:cNvContentPartPr/>
              <p14:nvPr/>
            </p14:nvContentPartPr>
            <p14:xfrm>
              <a:off x="408960" y="1467000"/>
              <a:ext cx="11777040" cy="5385240"/>
            </p14:xfrm>
          </p:contentPart>
        </mc:Choice>
        <mc:Fallback xmlns="">
          <p:pic>
            <p:nvPicPr>
              <p:cNvPr id="2" name="Ink 1">
                <a:extLst>
                  <a:ext uri="{FF2B5EF4-FFF2-40B4-BE49-F238E27FC236}">
                    <a16:creationId xmlns:a16="http://schemas.microsoft.com/office/drawing/2014/main" id="{79B55107-18C7-909A-0DFA-E597EFB6C71C}"/>
                  </a:ext>
                </a:extLst>
              </p:cNvPr>
              <p:cNvPicPr/>
              <p:nvPr/>
            </p:nvPicPr>
            <p:blipFill>
              <a:blip r:embed="rId6"/>
              <a:stretch>
                <a:fillRect/>
              </a:stretch>
            </p:blipFill>
            <p:spPr>
              <a:xfrm>
                <a:off x="399600" y="1457640"/>
                <a:ext cx="11795760" cy="5403960"/>
              </a:xfrm>
              <a:prstGeom prst="rect">
                <a:avLst/>
              </a:prstGeom>
            </p:spPr>
          </p:pic>
        </mc:Fallback>
      </mc:AlternateContent>
    </p:spTree>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12">
          <a:extLst>
            <a:ext uri="{FF2B5EF4-FFF2-40B4-BE49-F238E27FC236}">
              <a16:creationId xmlns:a16="http://schemas.microsoft.com/office/drawing/2014/main" id="{B800F442-10CE-34B7-6482-C839074412D0}"/>
            </a:ext>
          </a:extLst>
        </p:cNvPr>
        <p:cNvGrpSpPr/>
        <p:nvPr/>
      </p:nvGrpSpPr>
      <p:grpSpPr>
        <a:xfrm>
          <a:off x="0" y="0"/>
          <a:ext cx="0" cy="0"/>
          <a:chOff x="0" y="0"/>
          <a:chExt cx="0" cy="0"/>
        </a:xfrm>
      </p:grpSpPr>
      <p:sp>
        <p:nvSpPr>
          <p:cNvPr id="313" name="Google Shape;313;p9">
            <a:extLst>
              <a:ext uri="{FF2B5EF4-FFF2-40B4-BE49-F238E27FC236}">
                <a16:creationId xmlns:a16="http://schemas.microsoft.com/office/drawing/2014/main" id="{72E81F8A-CF25-5A1A-1A18-18CEDFE058ED}"/>
              </a:ext>
            </a:extLst>
          </p:cNvPr>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STEPS OF HYPOTHESIS TESTING</a:t>
            </a:r>
            <a:endParaRPr/>
          </a:p>
        </p:txBody>
      </p:sp>
      <p:sp>
        <p:nvSpPr>
          <p:cNvPr id="314" name="Google Shape;314;p9">
            <a:extLst>
              <a:ext uri="{FF2B5EF4-FFF2-40B4-BE49-F238E27FC236}">
                <a16:creationId xmlns:a16="http://schemas.microsoft.com/office/drawing/2014/main" id="{A0587FF5-3D17-2015-92CF-436FE0D00AF8}"/>
              </a:ext>
            </a:extLst>
          </p:cNvPr>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1700"/>
              <a:buFont typeface="Rockwell"/>
              <a:buAutoNum type="arabicPeriod"/>
            </a:pPr>
            <a:r>
              <a:rPr lang="en-US" dirty="0">
                <a:solidFill>
                  <a:schemeClr val="bg1">
                    <a:lumMod val="75000"/>
                  </a:schemeClr>
                </a:solidFill>
              </a:rPr>
              <a:t>Specify the </a:t>
            </a:r>
            <a:r>
              <a:rPr lang="en-US" b="1" dirty="0">
                <a:solidFill>
                  <a:schemeClr val="bg1">
                    <a:lumMod val="75000"/>
                  </a:schemeClr>
                </a:solidFill>
              </a:rPr>
              <a:t>null hypothesis </a:t>
            </a:r>
            <a:r>
              <a:rPr lang="en-US" dirty="0">
                <a:solidFill>
                  <a:schemeClr val="bg1">
                    <a:lumMod val="75000"/>
                  </a:schemeClr>
                </a:solidFill>
              </a:rPr>
              <a:t>𝑯𝟎 and the </a:t>
            </a:r>
            <a:r>
              <a:rPr lang="en-US" b="1" dirty="0">
                <a:solidFill>
                  <a:schemeClr val="bg1">
                    <a:lumMod val="75000"/>
                  </a:schemeClr>
                </a:solidFill>
              </a:rPr>
              <a:t>alternative hypothesis </a:t>
            </a:r>
            <a:r>
              <a:rPr lang="en-US" dirty="0">
                <a:solidFill>
                  <a:schemeClr val="bg1">
                    <a:lumMod val="75000"/>
                  </a:schemeClr>
                </a:solidFill>
              </a:rPr>
              <a:t>𝑯𝒂</a:t>
            </a:r>
            <a:endParaRPr dirty="0">
              <a:solidFill>
                <a:schemeClr val="bg1">
                  <a:lumMod val="75000"/>
                </a:schemeClr>
              </a:solidFill>
            </a:endParaRPr>
          </a:p>
          <a:p>
            <a:pPr marL="457200" lvl="0" indent="-457200" algn="l" rtl="0">
              <a:lnSpc>
                <a:spcPct val="90000"/>
              </a:lnSpc>
              <a:spcBef>
                <a:spcPts val="1200"/>
              </a:spcBef>
              <a:spcAft>
                <a:spcPts val="0"/>
              </a:spcAft>
              <a:buSzPts val="1700"/>
              <a:buFont typeface="Rockwell"/>
              <a:buAutoNum type="arabicPeriod"/>
            </a:pPr>
            <a:r>
              <a:rPr lang="en-US" dirty="0">
                <a:solidFill>
                  <a:schemeClr val="bg1">
                    <a:lumMod val="75000"/>
                  </a:schemeClr>
                </a:solidFill>
              </a:rPr>
              <a:t>Specify the </a:t>
            </a:r>
            <a:r>
              <a:rPr lang="en-US" b="1" dirty="0">
                <a:solidFill>
                  <a:schemeClr val="bg1">
                    <a:lumMod val="75000"/>
                  </a:schemeClr>
                </a:solidFill>
              </a:rPr>
              <a:t>significance level threshold </a:t>
            </a:r>
            <a:r>
              <a:rPr lang="en-US" dirty="0">
                <a:solidFill>
                  <a:schemeClr val="bg1">
                    <a:lumMod val="75000"/>
                  </a:schemeClr>
                </a:solidFill>
              </a:rPr>
              <a:t>𝜶</a:t>
            </a:r>
            <a:r>
              <a:rPr lang="en-US" baseline="-25000" dirty="0">
                <a:solidFill>
                  <a:schemeClr val="bg1">
                    <a:lumMod val="75000"/>
                  </a:schemeClr>
                </a:solidFill>
              </a:rPr>
              <a:t>t</a:t>
            </a:r>
            <a:endParaRPr dirty="0">
              <a:solidFill>
                <a:schemeClr val="bg1">
                  <a:lumMod val="75000"/>
                </a:schemeClr>
              </a:solidFill>
            </a:endParaRPr>
          </a:p>
          <a:p>
            <a:pPr marL="457200" lvl="0" indent="-457200" algn="l" rtl="0">
              <a:lnSpc>
                <a:spcPct val="90000"/>
              </a:lnSpc>
              <a:spcBef>
                <a:spcPts val="1200"/>
              </a:spcBef>
              <a:spcAft>
                <a:spcPts val="0"/>
              </a:spcAft>
              <a:buSzPts val="1700"/>
              <a:buFont typeface="Rockwell"/>
              <a:buAutoNum type="arabicPeriod"/>
            </a:pPr>
            <a:r>
              <a:rPr lang="en-US" dirty="0">
                <a:solidFill>
                  <a:schemeClr val="bg1">
                    <a:lumMod val="75000"/>
                  </a:schemeClr>
                </a:solidFill>
              </a:rPr>
              <a:t>Collect the </a:t>
            </a:r>
            <a:r>
              <a:rPr lang="en-US" b="1" dirty="0">
                <a:solidFill>
                  <a:schemeClr val="bg1">
                    <a:lumMod val="75000"/>
                  </a:schemeClr>
                </a:solidFill>
              </a:rPr>
              <a:t>data</a:t>
            </a:r>
            <a:endParaRPr dirty="0">
              <a:solidFill>
                <a:schemeClr val="bg1">
                  <a:lumMod val="75000"/>
                </a:schemeClr>
              </a:solidFill>
            </a:endParaRPr>
          </a:p>
          <a:p>
            <a:pPr marL="457200" lvl="0" indent="-457200" algn="l" rtl="0">
              <a:lnSpc>
                <a:spcPct val="90000"/>
              </a:lnSpc>
              <a:spcBef>
                <a:spcPts val="1200"/>
              </a:spcBef>
              <a:spcAft>
                <a:spcPts val="0"/>
              </a:spcAft>
              <a:buSzPts val="1700"/>
              <a:buFont typeface="Rockwell"/>
              <a:buAutoNum type="arabicPeriod"/>
            </a:pPr>
            <a:r>
              <a:rPr lang="en-US" dirty="0"/>
              <a:t>Calculate the </a:t>
            </a:r>
            <a:r>
              <a:rPr lang="en-US" b="1" dirty="0"/>
              <a:t>test statistic</a:t>
            </a:r>
            <a:endParaRPr dirty="0"/>
          </a:p>
          <a:p>
            <a:pPr marL="457200" lvl="0" indent="-457200" algn="l" rtl="0">
              <a:lnSpc>
                <a:spcPct val="90000"/>
              </a:lnSpc>
              <a:spcBef>
                <a:spcPts val="1200"/>
              </a:spcBef>
              <a:spcAft>
                <a:spcPts val="0"/>
              </a:spcAft>
              <a:buSzPts val="1700"/>
              <a:buFont typeface="Rockwell"/>
              <a:buAutoNum type="arabicPeriod"/>
            </a:pPr>
            <a:r>
              <a:rPr lang="en-US" dirty="0"/>
              <a:t>Calculate the corresponding 𝒑</a:t>
            </a:r>
            <a:r>
              <a:rPr lang="en-US" b="1" dirty="0"/>
              <a:t>-value</a:t>
            </a:r>
            <a:endParaRPr dirty="0"/>
          </a:p>
          <a:p>
            <a:pPr marL="457200" lvl="0" indent="-457200" algn="l" rtl="0">
              <a:lnSpc>
                <a:spcPct val="90000"/>
              </a:lnSpc>
              <a:spcBef>
                <a:spcPts val="1200"/>
              </a:spcBef>
              <a:spcAft>
                <a:spcPts val="0"/>
              </a:spcAft>
              <a:buSzPts val="1700"/>
              <a:buFont typeface="Rockwell"/>
              <a:buAutoNum type="arabicPeriod"/>
            </a:pPr>
            <a:r>
              <a:rPr lang="en-US" dirty="0"/>
              <a:t>Compare the 𝒑</a:t>
            </a:r>
            <a:r>
              <a:rPr lang="en-US" b="1" dirty="0"/>
              <a:t>-value </a:t>
            </a:r>
            <a:r>
              <a:rPr lang="en-US" dirty="0"/>
              <a:t>with the </a:t>
            </a:r>
            <a:r>
              <a:rPr lang="en-US" b="1" dirty="0"/>
              <a:t>significance level</a:t>
            </a:r>
            <a:endParaRPr dirty="0"/>
          </a:p>
          <a:p>
            <a:pPr marL="457200" lvl="0" indent="-457200" algn="l" rtl="0">
              <a:lnSpc>
                <a:spcPct val="90000"/>
              </a:lnSpc>
              <a:spcBef>
                <a:spcPts val="1200"/>
              </a:spcBef>
              <a:spcAft>
                <a:spcPts val="0"/>
              </a:spcAft>
              <a:buSzPts val="1700"/>
              <a:buFont typeface="Rockwell"/>
              <a:buAutoNum type="arabicPeriod"/>
            </a:pPr>
            <a:r>
              <a:rPr lang="en-US" dirty="0"/>
              <a:t>Determine whether to </a:t>
            </a:r>
            <a:r>
              <a:rPr lang="en-US" b="1" dirty="0"/>
              <a:t>reject </a:t>
            </a:r>
            <a:r>
              <a:rPr lang="en-US" dirty="0"/>
              <a:t>or </a:t>
            </a:r>
            <a:r>
              <a:rPr lang="en-US" b="1" dirty="0"/>
              <a:t>fail to reject </a:t>
            </a:r>
            <a:r>
              <a:rPr lang="en-US" dirty="0"/>
              <a:t>the </a:t>
            </a:r>
            <a:r>
              <a:rPr lang="en-US" b="1" dirty="0"/>
              <a:t>null hypothesis </a:t>
            </a:r>
            <a:r>
              <a:rPr lang="en-US" dirty="0"/>
              <a:t>𝑯𝟎</a:t>
            </a:r>
            <a:endParaRPr dirty="0"/>
          </a:p>
        </p:txBody>
      </p:sp>
    </p:spTree>
    <p:extLst>
      <p:ext uri="{BB962C8B-B14F-4D97-AF65-F5344CB8AC3E}">
        <p14:creationId xmlns:p14="http://schemas.microsoft.com/office/powerpoint/2010/main" val="257464774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9" name="Test Statistic"/>
          <p:cNvSpPr txBox="1">
            <a:spLocks noGrp="1"/>
          </p:cNvSpPr>
          <p:nvPr>
            <p:ph type="title"/>
          </p:nvPr>
        </p:nvSpPr>
        <p:spPr>
          <a:xfrm>
            <a:off x="784899" y="-195251"/>
            <a:ext cx="9956800" cy="1143000"/>
          </a:xfrm>
          <a:prstGeom prst="rect">
            <a:avLst/>
          </a:prstGeom>
        </p:spPr>
        <p:txBody>
          <a:bodyPr/>
          <a:lstStyle/>
          <a:p>
            <a:r>
              <a:rPr dirty="0"/>
              <a:t>Test Statistic</a:t>
            </a:r>
            <a:r>
              <a:rPr lang="en-US" dirty="0"/>
              <a:t> derivation</a:t>
            </a:r>
            <a:endParaRPr dirty="0"/>
          </a:p>
        </p:txBody>
      </p:sp>
      <mc:AlternateContent xmlns:mc="http://schemas.openxmlformats.org/markup-compatibility/2006" xmlns:a14="http://schemas.microsoft.com/office/drawing/2010/main">
        <mc:Choice Requires="a14">
          <p:sp>
            <p:nvSpPr>
              <p:cNvPr id="1192" name="Represent a click, a conversion, a signup, a subscription, … a success as getting a heads on a coin flip."/>
              <p:cNvSpPr txBox="1"/>
              <p:nvPr/>
            </p:nvSpPr>
            <p:spPr>
              <a:xfrm>
                <a:off x="844550" y="1033045"/>
                <a:ext cx="10502900" cy="789960"/>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25400" tIns="25400" rIns="25400" bIns="25400">
                <a:spAutoFit/>
              </a:bodyPr>
              <a:lstStyle>
                <a:lvl1pPr algn="l"/>
              </a:lstStyle>
              <a:p>
                <a:r>
                  <a:rPr lang="en-US" sz="2400" dirty="0"/>
                  <a:t>Represent a click, a conversion, a signup, a subscription, … a success as getting a heads on flipping two coins with bias </a:t>
                </a:r>
                <a14:m>
                  <m:oMath xmlns:m="http://schemas.openxmlformats.org/officeDocument/2006/math">
                    <m:sSub>
                      <m:sSubPr>
                        <m:ctrlPr>
                          <a:rPr lang="ar-AE" sz="2400" i="1" smtClean="0">
                            <a:latin typeface="Cambria Math" panose="02040503050406030204" pitchFamily="18" charset="0"/>
                          </a:rPr>
                        </m:ctrlPr>
                      </m:sSubPr>
                      <m:e>
                        <m:r>
                          <a:rPr lang="en-US" sz="2400" b="0" i="1" smtClean="0">
                            <a:latin typeface="Cambria Math" panose="02040503050406030204" pitchFamily="18" charset="0"/>
                          </a:rPr>
                          <m:t>𝑝</m:t>
                        </m:r>
                      </m:e>
                      <m:sub>
                        <m:r>
                          <a:rPr lang="ar-AE" sz="2400" b="0" i="1" smtClean="0">
                            <a:latin typeface="Cambria Math" panose="02040503050406030204" pitchFamily="18" charset="0"/>
                          </a:rPr>
                          <m:t>𝐴</m:t>
                        </m:r>
                      </m:sub>
                    </m:sSub>
                    <m:r>
                      <a:rPr lang="en-US" sz="2400" b="0" i="1" smtClean="0">
                        <a:latin typeface="Cambria Math" panose="02040503050406030204" pitchFamily="18" charset="0"/>
                      </a:rPr>
                      <m:t>,</m:t>
                    </m:r>
                    <m:sSub>
                      <m:sSubPr>
                        <m:ctrlPr>
                          <a:rPr lang="ar-AE" sz="2400" i="1">
                            <a:latin typeface="Cambria Math" panose="02040503050406030204" pitchFamily="18" charset="0"/>
                          </a:rPr>
                        </m:ctrlPr>
                      </m:sSubPr>
                      <m:e>
                        <m:r>
                          <a:rPr lang="en-US" sz="2400" i="1">
                            <a:latin typeface="Cambria Math" panose="02040503050406030204" pitchFamily="18" charset="0"/>
                          </a:rPr>
                          <m:t>𝑝</m:t>
                        </m:r>
                      </m:e>
                      <m:sub>
                        <m:r>
                          <a:rPr lang="en-US" sz="2400" b="0" i="1" smtClean="0">
                            <a:latin typeface="Cambria Math" panose="02040503050406030204" pitchFamily="18" charset="0"/>
                          </a:rPr>
                          <m:t>𝐵</m:t>
                        </m:r>
                      </m:sub>
                    </m:sSub>
                  </m:oMath>
                </a14:m>
                <a:r>
                  <a:rPr lang="ar-AE" sz="2400" dirty="0"/>
                  <a:t>. </a:t>
                </a:r>
                <a:endParaRPr sz="2400" dirty="0"/>
              </a:p>
            </p:txBody>
          </p:sp>
        </mc:Choice>
        <mc:Fallback xmlns="">
          <p:sp>
            <p:nvSpPr>
              <p:cNvPr id="1192" name="Represent a click, a conversion, a signup, a subscription, … a success as getting a heads on a coin flip."/>
              <p:cNvSpPr txBox="1">
                <a:spLocks noRot="1" noChangeAspect="1" noMove="1" noResize="1" noEditPoints="1" noAdjustHandles="1" noChangeArrowheads="1" noChangeShapeType="1" noTextEdit="1"/>
              </p:cNvSpPr>
              <p:nvPr/>
            </p:nvSpPr>
            <p:spPr>
              <a:xfrm>
                <a:off x="844550" y="1033045"/>
                <a:ext cx="10502900" cy="789960"/>
              </a:xfrm>
              <a:prstGeom prst="rect">
                <a:avLst/>
              </a:prstGeom>
              <a:blipFill>
                <a:blip r:embed="rId3"/>
                <a:stretch>
                  <a:fillRect l="-1570" t="-9524" b="-19048"/>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sp>
        <p:nvSpPr>
          <p:cNvPr id="1194" name="Slide Number"/>
          <p:cNvSpPr txBox="1">
            <a:spLocks noGrp="1"/>
          </p:cNvSpPr>
          <p:nvPr>
            <p:ph type="sldNum" sz="quarter" idx="2"/>
          </p:nvPr>
        </p:nvSpPr>
        <p:spPr>
          <a:xfrm>
            <a:off x="5979516" y="7017791"/>
            <a:ext cx="226619" cy="23053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28</a:t>
            </a:fld>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2B09871-87DE-4622-71B6-5749A3DA9C35}"/>
                  </a:ext>
                </a:extLst>
              </p:cNvPr>
              <p:cNvSpPr txBox="1"/>
              <p:nvPr/>
            </p:nvSpPr>
            <p:spPr>
              <a:xfrm>
                <a:off x="1108363" y="1879531"/>
                <a:ext cx="9177384" cy="91621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ctr">
                <a:spAutoFit/>
              </a:bodyPr>
              <a:lstStyle/>
              <a:p>
                <a:pPr/>
                <a14:m>
                  <m:oMathPara xmlns:m="http://schemas.openxmlformats.org/officeDocument/2006/math">
                    <m:oMathParaPr>
                      <m:jc m:val="centerGroup"/>
                    </m:oMathParaPr>
                    <m:oMath xmlns:m="http://schemas.openxmlformats.org/officeDocument/2006/math">
                      <m:sSub>
                        <m:sSubPr>
                          <m:ctrlPr>
                            <a:rPr lang="en-US" sz="2000" i="1" smtClean="0">
                              <a:solidFill>
                                <a:srgbClr val="000000"/>
                              </a:solidFill>
                              <a:latin typeface="Cambria Math" panose="02040503050406030204" pitchFamily="18" charset="0"/>
                              <a:sym typeface="Avenir Medium"/>
                            </a:rPr>
                          </m:ctrlPr>
                        </m:sSubPr>
                        <m:e>
                          <m:r>
                            <a:rPr lang="en-US" sz="2000" i="1">
                              <a:solidFill>
                                <a:srgbClr val="000000"/>
                              </a:solidFill>
                              <a:latin typeface="Cambria Math" panose="02040503050406030204" pitchFamily="18" charset="0"/>
                              <a:sym typeface="Avenir Medium"/>
                            </a:rPr>
                            <m:t>𝑋</m:t>
                          </m:r>
                        </m:e>
                        <m:sub>
                          <m:r>
                            <a:rPr lang="en-US" sz="2000" i="1">
                              <a:solidFill>
                                <a:srgbClr val="000000"/>
                              </a:solidFill>
                              <a:latin typeface="Cambria Math" panose="02040503050406030204" pitchFamily="18" charset="0"/>
                              <a:sym typeface="Avenir Medium"/>
                            </a:rPr>
                            <m:t>𝐴</m:t>
                          </m:r>
                        </m:sub>
                      </m:sSub>
                      <m:r>
                        <a:rPr lang="en-US" sz="2000" i="1">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random</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variable</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representing</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number</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of</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successful</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flips</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of</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coin</m:t>
                      </m:r>
                      <m:r>
                        <a:rPr lang="en-US" sz="2000" i="1">
                          <a:solidFill>
                            <a:srgbClr val="000000"/>
                          </a:solidFill>
                          <a:latin typeface="Cambria Math" panose="02040503050406030204" pitchFamily="18" charset="0"/>
                          <a:ea typeface="Avenir Medium"/>
                          <a:cs typeface="Avenir Medium"/>
                          <a:sym typeface="Avenir Medium"/>
                        </a:rPr>
                        <m:t> </m:t>
                      </m:r>
                      <m:r>
                        <a:rPr lang="en-US" sz="2000" i="1">
                          <a:solidFill>
                            <a:srgbClr val="000000"/>
                          </a:solidFill>
                          <a:latin typeface="Cambria Math" panose="02040503050406030204" pitchFamily="18" charset="0"/>
                          <a:ea typeface="Avenir Medium"/>
                          <a:cs typeface="Avenir Medium"/>
                          <a:sym typeface="Avenir Medium"/>
                        </a:rPr>
                        <m:t>𝐴</m:t>
                      </m:r>
                      <m:r>
                        <a:rPr lang="en-US" sz="2000" i="1">
                          <a:solidFill>
                            <a:srgbClr val="000000"/>
                          </a:solidFill>
                          <a:latin typeface="Cambria Math" panose="02040503050406030204" pitchFamily="18" charset="0"/>
                          <a:ea typeface="Avenir Medium"/>
                          <a:cs typeface="Avenir Medium"/>
                          <a:sym typeface="Avenir Medium"/>
                        </a:rPr>
                        <m:t>, 0≤</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i="1">
                              <a:latin typeface="Cambria Math" panose="02040503050406030204" pitchFamily="18" charset="0"/>
                            </a:rPr>
                            <m:t>𝐴</m:t>
                          </m:r>
                        </m:sub>
                      </m:sSub>
                      <m:r>
                        <a:rPr lang="en-US" b="0" i="1" smtClean="0">
                          <a:latin typeface="Cambria Math" panose="02040503050406030204" pitchFamily="18" charset="0"/>
                        </a:rPr>
                        <m:t>≤</m:t>
                      </m:r>
                      <m:r>
                        <a:rPr lang="en-US" b="0" i="1" smtClean="0">
                          <a:latin typeface="Cambria Math" panose="02040503050406030204" pitchFamily="18" charset="0"/>
                        </a:rPr>
                        <m:t>𝑛</m:t>
                      </m:r>
                    </m:oMath>
                  </m:oMathPara>
                </a14:m>
                <a:endParaRPr lang="en-US" b="0" i="0" dirty="0">
                  <a:latin typeface="Avenir Medium"/>
                </a:endParaRPr>
              </a:p>
              <a:p>
                <a:pPr/>
                <a14:m>
                  <m:oMathPara xmlns:m="http://schemas.openxmlformats.org/officeDocument/2006/math">
                    <m:oMathParaPr>
                      <m:jc m:val="centerGroup"/>
                    </m:oMathParaPr>
                    <m:oMath xmlns:m="http://schemas.openxmlformats.org/officeDocument/2006/math">
                      <m:sSub>
                        <m:sSubPr>
                          <m:ctrlPr>
                            <a:rPr lang="en-US" sz="2000" i="1">
                              <a:solidFill>
                                <a:srgbClr val="000000"/>
                              </a:solidFill>
                              <a:latin typeface="Cambria Math" panose="02040503050406030204" pitchFamily="18" charset="0"/>
                              <a:sym typeface="Avenir Medium"/>
                            </a:rPr>
                          </m:ctrlPr>
                        </m:sSubPr>
                        <m:e>
                          <m:r>
                            <a:rPr lang="en-US" sz="2000" i="1">
                              <a:solidFill>
                                <a:srgbClr val="000000"/>
                              </a:solidFill>
                              <a:latin typeface="Cambria Math" panose="02040503050406030204" pitchFamily="18" charset="0"/>
                              <a:sym typeface="Avenir Medium"/>
                            </a:rPr>
                            <m:t>𝑋</m:t>
                          </m:r>
                        </m:e>
                        <m:sub>
                          <m:r>
                            <a:rPr lang="en-US" sz="2000" i="1">
                              <a:solidFill>
                                <a:srgbClr val="000000"/>
                              </a:solidFill>
                              <a:latin typeface="Cambria Math" panose="02040503050406030204" pitchFamily="18" charset="0"/>
                              <a:sym typeface="Avenir Medium"/>
                            </a:rPr>
                            <m:t>𝐵</m:t>
                          </m:r>
                        </m:sub>
                      </m:sSub>
                      <m:r>
                        <a:rPr lang="en-US" sz="2000" i="1">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random</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variable</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representing</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number</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of</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successful</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flips</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of</m:t>
                      </m:r>
                      <m:r>
                        <m:rPr>
                          <m:nor/>
                        </m:rPr>
                        <a:rPr lang="en-US" sz="2000">
                          <a:solidFill>
                            <a:srgbClr val="000000"/>
                          </a:solidFill>
                          <a:latin typeface="Cambria Math" panose="02040503050406030204" pitchFamily="18" charset="0"/>
                          <a:ea typeface="Avenir Medium"/>
                          <a:cs typeface="Avenir Medium"/>
                          <a:sym typeface="Avenir Medium"/>
                        </a:rPr>
                        <m:t> </m:t>
                      </m:r>
                      <m:r>
                        <m:rPr>
                          <m:nor/>
                        </m:rPr>
                        <a:rPr lang="en-US" sz="2000">
                          <a:solidFill>
                            <a:srgbClr val="000000"/>
                          </a:solidFill>
                          <a:latin typeface="Cambria Math" panose="02040503050406030204" pitchFamily="18" charset="0"/>
                          <a:ea typeface="Avenir Medium"/>
                          <a:cs typeface="Avenir Medium"/>
                          <a:sym typeface="Avenir Medium"/>
                        </a:rPr>
                        <m:t>coin</m:t>
                      </m:r>
                      <m:r>
                        <a:rPr lang="en-US" sz="2000" i="1">
                          <a:solidFill>
                            <a:srgbClr val="000000"/>
                          </a:solidFill>
                          <a:latin typeface="Cambria Math" panose="02040503050406030204" pitchFamily="18" charset="0"/>
                          <a:ea typeface="Avenir Medium"/>
                          <a:cs typeface="Avenir Medium"/>
                          <a:sym typeface="Avenir Medium"/>
                        </a:rPr>
                        <m:t> </m:t>
                      </m:r>
                      <m:r>
                        <a:rPr lang="en-US" sz="2000" i="1">
                          <a:solidFill>
                            <a:srgbClr val="000000"/>
                          </a:solidFill>
                          <a:latin typeface="Cambria Math" panose="02040503050406030204" pitchFamily="18" charset="0"/>
                          <a:ea typeface="Avenir Medium"/>
                          <a:cs typeface="Avenir Medium"/>
                          <a:sym typeface="Avenir Medium"/>
                        </a:rPr>
                        <m:t>𝐵</m:t>
                      </m:r>
                      <m:r>
                        <a:rPr lang="en-US" sz="2000" i="1">
                          <a:solidFill>
                            <a:srgbClr val="000000"/>
                          </a:solidFill>
                          <a:latin typeface="Cambria Math" panose="02040503050406030204" pitchFamily="18" charset="0"/>
                          <a:ea typeface="Avenir Medium"/>
                          <a:cs typeface="Avenir Medium"/>
                          <a:sym typeface="Avenir Medium"/>
                        </a:rPr>
                        <m:t>, 0≤</m:t>
                      </m:r>
                      <m:sSub>
                        <m:sSubPr>
                          <m:ctrlPr>
                            <a:rPr lang="en-US" i="1">
                              <a:latin typeface="Cambria Math" panose="02040503050406030204" pitchFamily="18" charset="0"/>
                            </a:rPr>
                          </m:ctrlPr>
                        </m:sSubPr>
                        <m:e>
                          <m:r>
                            <a:rPr lang="en-US" i="1">
                              <a:latin typeface="Cambria Math" panose="02040503050406030204" pitchFamily="18" charset="0"/>
                            </a:rPr>
                            <m:t>𝑋</m:t>
                          </m:r>
                        </m:e>
                        <m:sub>
                          <m:r>
                            <a:rPr lang="en-US" b="0" i="1" smtClean="0">
                              <a:latin typeface="Cambria Math" panose="02040503050406030204" pitchFamily="18" charset="0"/>
                            </a:rPr>
                            <m:t>𝐵</m:t>
                          </m:r>
                        </m:sub>
                      </m:sSub>
                      <m:r>
                        <a:rPr lang="en-US" b="0" i="1" smtClean="0">
                          <a:latin typeface="Cambria Math" panose="02040503050406030204" pitchFamily="18" charset="0"/>
                        </a:rPr>
                        <m:t>≤</m:t>
                      </m:r>
                      <m:r>
                        <a:rPr lang="en-US" b="0" i="1" smtClean="0">
                          <a:latin typeface="Cambria Math" panose="02040503050406030204" pitchFamily="18" charset="0"/>
                        </a:rPr>
                        <m:t>𝑛</m:t>
                      </m:r>
                    </m:oMath>
                  </m:oMathPara>
                </a14:m>
                <a:endParaRPr lang="en-US" sz="2000" dirty="0">
                  <a:solidFill>
                    <a:srgbClr val="000000"/>
                  </a:solidFill>
                  <a:latin typeface="Avenir Medium"/>
                  <a:ea typeface="Avenir Medium"/>
                  <a:cs typeface="Avenir Medium"/>
                  <a:sym typeface="Avenir Medium"/>
                </a:endParaRPr>
              </a:p>
              <a:p>
                <a:endParaRPr lang="en-US" sz="2000" dirty="0">
                  <a:solidFill>
                    <a:srgbClr val="000000"/>
                  </a:solidFill>
                  <a:latin typeface="Avenir Medium"/>
                  <a:ea typeface="Avenir Medium"/>
                  <a:cs typeface="Avenir Medium"/>
                  <a:sym typeface="Avenir Medium"/>
                </a:endParaRPr>
              </a:p>
            </p:txBody>
          </p:sp>
        </mc:Choice>
        <mc:Fallback xmlns="">
          <p:sp>
            <p:nvSpPr>
              <p:cNvPr id="2" name="TextBox 1">
                <a:extLst>
                  <a:ext uri="{FF2B5EF4-FFF2-40B4-BE49-F238E27FC236}">
                    <a16:creationId xmlns:a16="http://schemas.microsoft.com/office/drawing/2014/main" id="{C2B09871-87DE-4622-71B6-5749A3DA9C35}"/>
                  </a:ext>
                </a:extLst>
              </p:cNvPr>
              <p:cNvSpPr txBox="1">
                <a:spLocks noRot="1" noChangeAspect="1" noMove="1" noResize="1" noEditPoints="1" noAdjustHandles="1" noChangeArrowheads="1" noChangeShapeType="1" noTextEdit="1"/>
              </p:cNvSpPr>
              <p:nvPr/>
            </p:nvSpPr>
            <p:spPr>
              <a:xfrm>
                <a:off x="1108363" y="1879531"/>
                <a:ext cx="9177384" cy="916213"/>
              </a:xfrm>
              <a:prstGeom prst="rect">
                <a:avLst/>
              </a:prstGeom>
              <a:blipFill>
                <a:blip r:embed="rId4"/>
                <a:stretch>
                  <a:fillRect l="-138" t="-2703"/>
                </a:stretch>
              </a:blipFill>
              <a:ln w="12700" cap="flat">
                <a:noFill/>
                <a:miter lim="400000"/>
              </a:ln>
              <a:effectLst/>
            </p:spPr>
            <p:txBody>
              <a:bodyPr/>
              <a:lstStyle/>
              <a:p>
                <a:r>
                  <a:rPr lang="en-US">
                    <a:noFill/>
                  </a:rPr>
                  <a:t> </a:t>
                </a:r>
              </a:p>
            </p:txBody>
          </p:sp>
        </mc:Fallback>
      </mc:AlternateContent>
      <p:grpSp>
        <p:nvGrpSpPr>
          <p:cNvPr id="6" name="Group 5">
            <a:extLst>
              <a:ext uri="{FF2B5EF4-FFF2-40B4-BE49-F238E27FC236}">
                <a16:creationId xmlns:a16="http://schemas.microsoft.com/office/drawing/2014/main" id="{75F31929-E85A-80BA-4DF8-EA5BFE101091}"/>
              </a:ext>
            </a:extLst>
          </p:cNvPr>
          <p:cNvGrpSpPr/>
          <p:nvPr/>
        </p:nvGrpSpPr>
        <p:grpSpPr>
          <a:xfrm>
            <a:off x="3158835" y="2613806"/>
            <a:ext cx="4433455" cy="2099231"/>
            <a:chOff x="1108363" y="4498945"/>
            <a:chExt cx="4433455" cy="2099231"/>
          </a:xfrm>
        </p:grpSpPr>
        <mc:AlternateContent xmlns:mc="http://schemas.openxmlformats.org/markup-compatibility/2006" xmlns:a14="http://schemas.microsoft.com/office/drawing/2010/main">
          <mc:Choice Requires="a14">
            <p:sp>
              <p:nvSpPr>
                <p:cNvPr id="1197" name="Equation"/>
                <p:cNvSpPr txBox="1"/>
                <p:nvPr/>
              </p:nvSpPr>
              <p:spPr>
                <a:xfrm>
                  <a:off x="1956812" y="4498946"/>
                  <a:ext cx="3089948" cy="677108"/>
                </a:xfrm>
                <a:prstGeom prst="rect">
                  <a:avLst/>
                </a:prstGeom>
                <a:ln w="12700">
                  <a:miter lim="400000"/>
                </a:ln>
              </p:spPr>
              <p:txBody>
                <a:bodyPr wrap="none" lIns="0" tIns="0" rIns="0" bIns="0">
                  <a:spAutoFit/>
                </a:bodyPr>
                <a:lstStyle/>
                <a:p>
                  <a:pPr defTabSz="457200" latinLnBrk="1">
                    <a:defRPr sz="1800"/>
                  </a:pPr>
                  <a14:m>
                    <m:oMathPara xmlns:m="http://schemas.openxmlformats.org/officeDocument/2006/math">
                      <m:oMathParaPr>
                        <m:jc m:val="centerGroup"/>
                      </m:oMathParaPr>
                      <m:oMath xmlns:m="http://schemas.openxmlformats.org/officeDocument/2006/math">
                        <m:r>
                          <a:rPr lang="ar-AE" sz="4150" i="1" smtClean="0">
                            <a:solidFill>
                              <a:srgbClr val="000000"/>
                            </a:solidFill>
                            <a:latin typeface="Cambria Math" panose="02040503050406030204" pitchFamily="18" charset="0"/>
                          </a:rPr>
                          <m:t>𝔼</m:t>
                        </m:r>
                        <m:r>
                          <a:rPr lang="ar-AE" sz="4150" i="1" smtClean="0">
                            <a:solidFill>
                              <a:srgbClr val="000000"/>
                            </a:solidFill>
                            <a:latin typeface="Cambria Math" panose="02040503050406030204" pitchFamily="18" charset="0"/>
                          </a:rPr>
                          <m:t>[</m:t>
                        </m:r>
                        <m:sSub>
                          <m:sSubPr>
                            <m:ctrlPr>
                              <a:rPr lang="ar-AE" sz="4400" i="1">
                                <a:latin typeface="Cambria Math" panose="02040503050406030204" pitchFamily="18" charset="0"/>
                              </a:rPr>
                            </m:ctrlPr>
                          </m:sSubPr>
                          <m:e>
                            <m:r>
                              <a:rPr lang="ar-AE" sz="4400" i="1">
                                <a:latin typeface="Cambria Math" panose="02040503050406030204" pitchFamily="18" charset="0"/>
                              </a:rPr>
                              <m:t>𝑋</m:t>
                            </m:r>
                          </m:e>
                          <m:sub>
                            <m:r>
                              <a:rPr lang="ar-AE" sz="4400" i="1">
                                <a:latin typeface="Cambria Math" panose="02040503050406030204" pitchFamily="18" charset="0"/>
                              </a:rPr>
                              <m:t>𝐴</m:t>
                            </m:r>
                          </m:sub>
                        </m:sSub>
                        <m:r>
                          <a:rPr lang="ar-AE" sz="4150" i="1">
                            <a:solidFill>
                              <a:srgbClr val="000000"/>
                            </a:solidFill>
                            <a:latin typeface="Cambria Math" panose="02040503050406030204" pitchFamily="18" charset="0"/>
                          </a:rPr>
                          <m:t>]=</m:t>
                        </m:r>
                        <m:sSub>
                          <m:sSubPr>
                            <m:ctrlPr>
                              <a:rPr lang="ar-AE" sz="4400" i="1">
                                <a:latin typeface="Cambria Math" panose="02040503050406030204" pitchFamily="18" charset="0"/>
                              </a:rPr>
                            </m:ctrlPr>
                          </m:sSubPr>
                          <m:e>
                            <m:r>
                              <a:rPr lang="ar-AE" sz="4400" b="0" i="1" smtClean="0">
                                <a:latin typeface="Cambria Math" panose="02040503050406030204" pitchFamily="18" charset="0"/>
                              </a:rPr>
                              <m:t>𝑛</m:t>
                            </m:r>
                            <m:r>
                              <a:rPr lang="ar-AE" sz="4400" i="1">
                                <a:latin typeface="Cambria Math" panose="02040503050406030204" pitchFamily="18" charset="0"/>
                              </a:rPr>
                              <m:t>𝑝</m:t>
                            </m:r>
                          </m:e>
                          <m:sub>
                            <m:r>
                              <a:rPr lang="ar-AE" sz="4400" i="1">
                                <a:latin typeface="Cambria Math" panose="02040503050406030204" pitchFamily="18" charset="0"/>
                              </a:rPr>
                              <m:t>𝐴</m:t>
                            </m:r>
                          </m:sub>
                        </m:sSub>
                      </m:oMath>
                    </m:oMathPara>
                  </a14:m>
                  <a:endParaRPr sz="4150" dirty="0"/>
                </a:p>
              </p:txBody>
            </p:sp>
          </mc:Choice>
          <mc:Fallback xmlns="">
            <p:sp>
              <p:nvSpPr>
                <p:cNvPr id="1197" name="Equation"/>
                <p:cNvSpPr txBox="1">
                  <a:spLocks noRot="1" noChangeAspect="1" noMove="1" noResize="1" noEditPoints="1" noAdjustHandles="1" noChangeArrowheads="1" noChangeShapeType="1" noTextEdit="1"/>
                </p:cNvSpPr>
                <p:nvPr/>
              </p:nvSpPr>
              <p:spPr>
                <a:xfrm>
                  <a:off x="1956812" y="4498946"/>
                  <a:ext cx="3089948" cy="677108"/>
                </a:xfrm>
                <a:prstGeom prst="rect">
                  <a:avLst/>
                </a:prstGeom>
                <a:blipFill>
                  <a:blip r:embed="rId5"/>
                  <a:stretch>
                    <a:fillRect l="-2869" r="-820" b="-30909"/>
                  </a:stretch>
                </a:blipFill>
                <a:ln w="12700">
                  <a:miter lim="400000"/>
                </a:ln>
              </p:spPr>
              <p:txBody>
                <a:bodyPr/>
                <a:lstStyle/>
                <a:p>
                  <a:r>
                    <a:rPr lang="en-US">
                      <a:noFill/>
                    </a:rPr>
                    <a:t> </a:t>
                  </a:r>
                </a:p>
              </p:txBody>
            </p:sp>
          </mc:Fallback>
        </mc:AlternateContent>
        <p:sp>
          <p:nvSpPr>
            <p:cNvPr id="3" name="Rectangle">
              <a:extLst>
                <a:ext uri="{FF2B5EF4-FFF2-40B4-BE49-F238E27FC236}">
                  <a16:creationId xmlns:a16="http://schemas.microsoft.com/office/drawing/2014/main" id="{B21BF6A1-EBD3-BF29-DAC5-161236DB7C0C}"/>
                </a:ext>
              </a:extLst>
            </p:cNvPr>
            <p:cNvSpPr/>
            <p:nvPr/>
          </p:nvSpPr>
          <p:spPr>
            <a:xfrm>
              <a:off x="1108363" y="4498945"/>
              <a:ext cx="4433455" cy="2099231"/>
            </a:xfrm>
            <a:prstGeom prst="rect">
              <a:avLst/>
            </a:prstGeom>
            <a:ln w="25400">
              <a:solidFill>
                <a:srgbClr val="000000"/>
              </a:solidFill>
              <a:miter lim="400000"/>
            </a:ln>
          </p:spPr>
          <p:txBody>
            <a:bodyPr lIns="0" tIns="0" rIns="0" bIns="0" anchor="ctr"/>
            <a:lstStyle/>
            <a:p>
              <a:pPr>
                <a:defRPr sz="3200">
                  <a:solidFill>
                    <a:srgbClr val="FFFFFF"/>
                  </a:solidFill>
                  <a:latin typeface="+mn-lt"/>
                  <a:ea typeface="+mn-ea"/>
                  <a:cs typeface="+mn-cs"/>
                  <a:sym typeface="Helvetica Neue Medium"/>
                </a:defRPr>
              </a:pPr>
              <a:endParaRPr sz="1600"/>
            </a:p>
          </p:txBody>
        </p:sp>
        <mc:AlternateContent xmlns:mc="http://schemas.openxmlformats.org/markup-compatibility/2006" xmlns:a14="http://schemas.microsoft.com/office/drawing/2010/main">
          <mc:Choice Requires="a14">
            <p:sp>
              <p:nvSpPr>
                <p:cNvPr id="4" name="Equation">
                  <a:extLst>
                    <a:ext uri="{FF2B5EF4-FFF2-40B4-BE49-F238E27FC236}">
                      <a16:creationId xmlns:a16="http://schemas.microsoft.com/office/drawing/2014/main" id="{A3568FE5-1149-57AD-5341-23E5204D2D87}"/>
                    </a:ext>
                  </a:extLst>
                </p:cNvPr>
                <p:cNvSpPr txBox="1"/>
                <p:nvPr/>
              </p:nvSpPr>
              <p:spPr>
                <a:xfrm>
                  <a:off x="1956812" y="5648876"/>
                  <a:ext cx="3136308" cy="677108"/>
                </a:xfrm>
                <a:prstGeom prst="rect">
                  <a:avLst/>
                </a:prstGeom>
                <a:ln w="12700">
                  <a:miter lim="400000"/>
                </a:ln>
              </p:spPr>
              <p:txBody>
                <a:bodyPr wrap="none" lIns="0" tIns="0" rIns="0" bIns="0">
                  <a:spAutoFit/>
                </a:bodyPr>
                <a:lstStyle/>
                <a:p>
                  <a:pPr defTabSz="457200" latinLnBrk="1">
                    <a:defRPr sz="1800"/>
                  </a:pPr>
                  <a14:m>
                    <m:oMathPara xmlns:m="http://schemas.openxmlformats.org/officeDocument/2006/math">
                      <m:oMathParaPr>
                        <m:jc m:val="centerGroup"/>
                      </m:oMathParaPr>
                      <m:oMath xmlns:m="http://schemas.openxmlformats.org/officeDocument/2006/math">
                        <m:r>
                          <a:rPr lang="ar-AE" sz="4150" i="1" smtClean="0">
                            <a:solidFill>
                              <a:srgbClr val="000000"/>
                            </a:solidFill>
                            <a:latin typeface="Cambria Math" panose="02040503050406030204" pitchFamily="18" charset="0"/>
                          </a:rPr>
                          <m:t>𝔼</m:t>
                        </m:r>
                        <m:r>
                          <a:rPr lang="ar-AE" sz="4150" i="1" smtClean="0">
                            <a:solidFill>
                              <a:srgbClr val="000000"/>
                            </a:solidFill>
                            <a:latin typeface="Cambria Math" panose="02040503050406030204" pitchFamily="18" charset="0"/>
                          </a:rPr>
                          <m:t>[</m:t>
                        </m:r>
                        <m:sSub>
                          <m:sSubPr>
                            <m:ctrlPr>
                              <a:rPr lang="en-US" sz="4400" i="1">
                                <a:latin typeface="Cambria Math" panose="02040503050406030204" pitchFamily="18" charset="0"/>
                              </a:rPr>
                            </m:ctrlPr>
                          </m:sSubPr>
                          <m:e>
                            <m:r>
                              <a:rPr lang="en-US" sz="4400" i="1">
                                <a:latin typeface="Cambria Math" panose="02040503050406030204" pitchFamily="18" charset="0"/>
                              </a:rPr>
                              <m:t>𝑋</m:t>
                            </m:r>
                          </m:e>
                          <m:sub>
                            <m:r>
                              <a:rPr lang="en-US" sz="4400" b="0" i="1" smtClean="0">
                                <a:latin typeface="Cambria Math" panose="02040503050406030204" pitchFamily="18" charset="0"/>
                              </a:rPr>
                              <m:t>𝐵</m:t>
                            </m:r>
                          </m:sub>
                        </m:sSub>
                        <m:r>
                          <a:rPr lang="ar-AE" sz="4150" i="1">
                            <a:solidFill>
                              <a:srgbClr val="000000"/>
                            </a:solidFill>
                            <a:latin typeface="Cambria Math" panose="02040503050406030204" pitchFamily="18" charset="0"/>
                          </a:rPr>
                          <m:t>]=</m:t>
                        </m:r>
                        <m:r>
                          <a:rPr lang="en-US" sz="4150" b="0" i="1" smtClean="0">
                            <a:solidFill>
                              <a:srgbClr val="000000"/>
                            </a:solidFill>
                            <a:latin typeface="Cambria Math" panose="02040503050406030204" pitchFamily="18" charset="0"/>
                          </a:rPr>
                          <m:t>𝑛</m:t>
                        </m:r>
                        <m:sSub>
                          <m:sSubPr>
                            <m:ctrlPr>
                              <a:rPr lang="ar-AE" sz="4400" i="1">
                                <a:latin typeface="Cambria Math" panose="02040503050406030204" pitchFamily="18" charset="0"/>
                              </a:rPr>
                            </m:ctrlPr>
                          </m:sSubPr>
                          <m:e>
                            <m:r>
                              <a:rPr lang="ar-AE" sz="4400" i="1">
                                <a:latin typeface="Cambria Math" panose="02040503050406030204" pitchFamily="18" charset="0"/>
                              </a:rPr>
                              <m:t>𝑝</m:t>
                            </m:r>
                          </m:e>
                          <m:sub>
                            <m:r>
                              <a:rPr lang="en-US" sz="4400" b="0" i="1" smtClean="0">
                                <a:latin typeface="Cambria Math" panose="02040503050406030204" pitchFamily="18" charset="0"/>
                              </a:rPr>
                              <m:t>𝐵</m:t>
                            </m:r>
                          </m:sub>
                        </m:sSub>
                      </m:oMath>
                    </m:oMathPara>
                  </a14:m>
                  <a:endParaRPr sz="4150" dirty="0"/>
                </a:p>
              </p:txBody>
            </p:sp>
          </mc:Choice>
          <mc:Fallback xmlns="">
            <p:sp>
              <p:nvSpPr>
                <p:cNvPr id="4" name="Equation">
                  <a:extLst>
                    <a:ext uri="{FF2B5EF4-FFF2-40B4-BE49-F238E27FC236}">
                      <a16:creationId xmlns:a16="http://schemas.microsoft.com/office/drawing/2014/main" id="{A3568FE5-1149-57AD-5341-23E5204D2D87}"/>
                    </a:ext>
                  </a:extLst>
                </p:cNvPr>
                <p:cNvSpPr txBox="1">
                  <a:spLocks noRot="1" noChangeAspect="1" noMove="1" noResize="1" noEditPoints="1" noAdjustHandles="1" noChangeArrowheads="1" noChangeShapeType="1" noTextEdit="1"/>
                </p:cNvSpPr>
                <p:nvPr/>
              </p:nvSpPr>
              <p:spPr>
                <a:xfrm>
                  <a:off x="1956812" y="5648876"/>
                  <a:ext cx="3136308" cy="677108"/>
                </a:xfrm>
                <a:prstGeom prst="rect">
                  <a:avLst/>
                </a:prstGeom>
                <a:blipFill>
                  <a:blip r:embed="rId6"/>
                  <a:stretch>
                    <a:fillRect l="-2823" r="-403" b="-33333"/>
                  </a:stretch>
                </a:blipFill>
                <a:ln w="12700">
                  <a:miter lim="400000"/>
                </a:ln>
              </p:spPr>
              <p:txBody>
                <a:bodyPr/>
                <a:lstStyle/>
                <a:p>
                  <a:r>
                    <a:rPr lang="en-US">
                      <a:noFill/>
                    </a:rPr>
                    <a:t> </a:t>
                  </a:r>
                </a:p>
              </p:txBody>
            </p:sp>
          </mc:Fallback>
        </mc:AlternateContent>
      </p:grpSp>
      <p:grpSp>
        <p:nvGrpSpPr>
          <p:cNvPr id="7" name="Group 6">
            <a:extLst>
              <a:ext uri="{FF2B5EF4-FFF2-40B4-BE49-F238E27FC236}">
                <a16:creationId xmlns:a16="http://schemas.microsoft.com/office/drawing/2014/main" id="{51E9AEBA-5F5E-7D1D-A25B-3AB561D6FD0E}"/>
              </a:ext>
            </a:extLst>
          </p:cNvPr>
          <p:cNvGrpSpPr/>
          <p:nvPr/>
        </p:nvGrpSpPr>
        <p:grpSpPr>
          <a:xfrm>
            <a:off x="440159" y="4791096"/>
            <a:ext cx="8321267" cy="2037307"/>
            <a:chOff x="94368" y="2934559"/>
            <a:chExt cx="8321267" cy="2037307"/>
          </a:xfrm>
        </p:grpSpPr>
        <mc:AlternateContent xmlns:mc="http://schemas.openxmlformats.org/markup-compatibility/2006" xmlns:a14="http://schemas.microsoft.com/office/drawing/2010/main">
          <mc:Choice Requires="a14">
            <p:sp>
              <p:nvSpPr>
                <p:cNvPr id="1195" name="Equation"/>
                <p:cNvSpPr txBox="1"/>
                <p:nvPr/>
              </p:nvSpPr>
              <p:spPr>
                <a:xfrm>
                  <a:off x="3471896" y="2964970"/>
                  <a:ext cx="4943739" cy="2006896"/>
                </a:xfrm>
                <a:prstGeom prst="rect">
                  <a:avLst/>
                </a:prstGeom>
                <a:ln/>
              </p:spPr>
              <p:style>
                <a:lnRef idx="2">
                  <a:schemeClr val="accent1"/>
                </a:lnRef>
                <a:fillRef idx="1">
                  <a:schemeClr val="lt1"/>
                </a:fillRef>
                <a:effectRef idx="0">
                  <a:schemeClr val="accent1"/>
                </a:effectRef>
                <a:fontRef idx="minor">
                  <a:schemeClr val="dk1"/>
                </a:fontRef>
              </p:style>
              <p:txBody>
                <a:bodyPr wrap="square" lIns="0" tIns="0" rIns="0" bIns="0">
                  <a:spAutoFit/>
                </a:bodyPr>
                <a:lstStyle/>
                <a:p>
                  <a:pPr defTabSz="457200" latinLnBrk="1">
                    <a:defRPr sz="1800"/>
                  </a:pPr>
                  <a14:m>
                    <m:oMath xmlns:m="http://schemas.openxmlformats.org/officeDocument/2006/math">
                      <m:acc>
                        <m:accPr>
                          <m:chr m:val="̂"/>
                          <m:ctrlPr>
                            <a:rPr lang="ar-AE" sz="3750" i="1" smtClean="0">
                              <a:solidFill>
                                <a:srgbClr val="000000"/>
                              </a:solidFill>
                              <a:latin typeface="Cambria Math" panose="02040503050406030204" pitchFamily="18" charset="0"/>
                            </a:rPr>
                          </m:ctrlPr>
                        </m:accPr>
                        <m:e>
                          <m:sSub>
                            <m:sSubPr>
                              <m:ctrlPr>
                                <a:rPr lang="ar-AE" sz="3750" i="1" smtClean="0">
                                  <a:solidFill>
                                    <a:srgbClr val="000000"/>
                                  </a:solidFill>
                                  <a:latin typeface="Cambria Math" panose="02040503050406030204" pitchFamily="18" charset="0"/>
                                </a:rPr>
                              </m:ctrlPr>
                            </m:sSubPr>
                            <m:e>
                              <m:r>
                                <a:rPr lang="en-US" sz="3750" i="1">
                                  <a:solidFill>
                                    <a:srgbClr val="000000"/>
                                  </a:solidFill>
                                  <a:latin typeface="Cambria Math" panose="02040503050406030204" pitchFamily="18" charset="0"/>
                                </a:rPr>
                                <m:t>𝑝</m:t>
                              </m:r>
                            </m:e>
                            <m:sub>
                              <m:r>
                                <a:rPr lang="en-US" sz="3750" i="1" smtClean="0">
                                  <a:solidFill>
                                    <a:srgbClr val="000000"/>
                                  </a:solidFill>
                                  <a:latin typeface="Cambria Math" panose="02040503050406030204" pitchFamily="18" charset="0"/>
                                </a:rPr>
                                <m:t>𝐴</m:t>
                              </m:r>
                            </m:sub>
                          </m:sSub>
                        </m:e>
                      </m:acc>
                      <m:r>
                        <a:rPr lang="ar-AE" sz="3750" i="1">
                          <a:solidFill>
                            <a:srgbClr val="000000"/>
                          </a:solidFill>
                          <a:latin typeface="Cambria Math" panose="02040503050406030204" pitchFamily="18" charset="0"/>
                        </a:rPr>
                        <m:t>=</m:t>
                      </m:r>
                      <m:f>
                        <m:fPr>
                          <m:ctrlPr>
                            <a:rPr lang="ar-AE" sz="3750" i="1">
                              <a:solidFill>
                                <a:srgbClr val="000000"/>
                              </a:solidFill>
                              <a:latin typeface="Cambria Math" panose="02040503050406030204" pitchFamily="18" charset="0"/>
                            </a:rPr>
                          </m:ctrlPr>
                        </m:fPr>
                        <m:num>
                          <m:sSub>
                            <m:sSubPr>
                              <m:ctrlPr>
                                <a:rPr lang="en-US" sz="4000" i="1">
                                  <a:latin typeface="Cambria Math" panose="02040503050406030204" pitchFamily="18" charset="0"/>
                                </a:rPr>
                              </m:ctrlPr>
                            </m:sSubPr>
                            <m:e>
                              <m:r>
                                <a:rPr lang="en-US" sz="4000" i="1">
                                  <a:latin typeface="Cambria Math" panose="02040503050406030204" pitchFamily="18" charset="0"/>
                                </a:rPr>
                                <m:t>𝑋</m:t>
                              </m:r>
                            </m:e>
                            <m:sub>
                              <m:r>
                                <a:rPr lang="en-US" sz="4000" i="1">
                                  <a:latin typeface="Cambria Math" panose="02040503050406030204" pitchFamily="18" charset="0"/>
                                </a:rPr>
                                <m:t>𝐴</m:t>
                              </m:r>
                            </m:sub>
                          </m:sSub>
                        </m:num>
                        <m:den>
                          <m:r>
                            <a:rPr lang="ar-AE" sz="3750" i="1">
                              <a:solidFill>
                                <a:srgbClr val="000000"/>
                              </a:solidFill>
                              <a:latin typeface="Cambria Math" panose="02040503050406030204" pitchFamily="18" charset="0"/>
                            </a:rPr>
                            <m:t>𝑛</m:t>
                          </m:r>
                        </m:den>
                      </m:f>
                      <m:r>
                        <a:rPr lang="ar-AE" sz="3750" i="1" smtClean="0">
                          <a:solidFill>
                            <a:srgbClr val="000000"/>
                          </a:solidFill>
                          <a:latin typeface="Cambria Math" panose="02040503050406030204" pitchFamily="18" charset="0"/>
                          <a:ea typeface="Cambria Math" panose="02040503050406030204" pitchFamily="18" charset="0"/>
                        </a:rPr>
                        <m:t>⇔</m:t>
                      </m:r>
                      <m:sSub>
                        <m:sSubPr>
                          <m:ctrlPr>
                            <a:rPr lang="en-US" sz="3600" i="1">
                              <a:latin typeface="Cambria Math" panose="02040503050406030204" pitchFamily="18" charset="0"/>
                            </a:rPr>
                          </m:ctrlPr>
                        </m:sSubPr>
                        <m:e>
                          <m:r>
                            <a:rPr lang="en-US" sz="3600" i="1">
                              <a:latin typeface="Cambria Math" panose="02040503050406030204" pitchFamily="18" charset="0"/>
                            </a:rPr>
                            <m:t>𝑋</m:t>
                          </m:r>
                        </m:e>
                        <m:sub>
                          <m:r>
                            <a:rPr lang="en-US" sz="3600" i="1">
                              <a:latin typeface="Cambria Math" panose="02040503050406030204" pitchFamily="18" charset="0"/>
                            </a:rPr>
                            <m:t>𝐴</m:t>
                          </m:r>
                        </m:sub>
                      </m:sSub>
                      <m:r>
                        <a:rPr lang="en-US" sz="3600" b="0" i="1" smtClean="0">
                          <a:latin typeface="Cambria Math" panose="02040503050406030204" pitchFamily="18" charset="0"/>
                        </a:rPr>
                        <m:t>=</m:t>
                      </m:r>
                      <m:r>
                        <a:rPr lang="en-US" sz="3600" b="0" i="1" smtClean="0">
                          <a:latin typeface="Cambria Math" panose="02040503050406030204" pitchFamily="18" charset="0"/>
                        </a:rPr>
                        <m:t>𝑛</m:t>
                      </m:r>
                      <m:acc>
                        <m:accPr>
                          <m:chr m:val="̂"/>
                          <m:ctrlPr>
                            <a:rPr lang="ar-AE" sz="3750" i="1">
                              <a:solidFill>
                                <a:srgbClr val="000000"/>
                              </a:solidFill>
                              <a:latin typeface="Cambria Math" panose="02040503050406030204" pitchFamily="18" charset="0"/>
                            </a:rPr>
                          </m:ctrlPr>
                        </m:accPr>
                        <m:e>
                          <m:sSub>
                            <m:sSubPr>
                              <m:ctrlPr>
                                <a:rPr lang="ar-AE" sz="3750" i="1">
                                  <a:solidFill>
                                    <a:srgbClr val="000000"/>
                                  </a:solidFill>
                                  <a:latin typeface="Cambria Math" panose="02040503050406030204" pitchFamily="18" charset="0"/>
                                </a:rPr>
                              </m:ctrlPr>
                            </m:sSubPr>
                            <m:e>
                              <m:r>
                                <a:rPr lang="en-US" sz="3750" i="1">
                                  <a:solidFill>
                                    <a:srgbClr val="000000"/>
                                  </a:solidFill>
                                  <a:latin typeface="Cambria Math" panose="02040503050406030204" pitchFamily="18" charset="0"/>
                                </a:rPr>
                                <m:t>𝑝</m:t>
                              </m:r>
                            </m:e>
                            <m:sub>
                              <m:r>
                                <a:rPr lang="en-US" sz="3750" i="1">
                                  <a:solidFill>
                                    <a:srgbClr val="000000"/>
                                  </a:solidFill>
                                  <a:latin typeface="Cambria Math" panose="02040503050406030204" pitchFamily="18" charset="0"/>
                                </a:rPr>
                                <m:t>𝐴</m:t>
                              </m:r>
                            </m:sub>
                          </m:sSub>
                        </m:e>
                      </m:acc>
                    </m:oMath>
                  </a14:m>
                  <a:r>
                    <a:rPr lang="en-US" sz="3750" dirty="0"/>
                    <a:t>,</a:t>
                  </a:r>
                </a:p>
                <a:p>
                  <a:pPr defTabSz="457200" latinLnBrk="1">
                    <a:defRPr sz="1800"/>
                  </a:pPr>
                  <a14:m>
                    <m:oMathPara xmlns:m="http://schemas.openxmlformats.org/officeDocument/2006/math">
                      <m:oMathParaPr>
                        <m:jc m:val="centerGroup"/>
                      </m:oMathParaPr>
                      <m:oMath xmlns:m="http://schemas.openxmlformats.org/officeDocument/2006/math">
                        <m:r>
                          <m:rPr>
                            <m:nor/>
                          </m:rPr>
                          <a:rPr lang="en-US" sz="4000" smtClean="0">
                            <a:solidFill>
                              <a:srgbClr val="000000"/>
                            </a:solidFill>
                            <a:latin typeface="Cambria Math" panose="02040503050406030204" pitchFamily="18" charset="0"/>
                          </a:rPr>
                          <m:t>var</m:t>
                        </m:r>
                        <m:r>
                          <a:rPr lang="en-US" sz="4000" i="1">
                            <a:solidFill>
                              <a:srgbClr val="000000"/>
                            </a:solidFill>
                            <a:latin typeface="Cambria Math" panose="02040503050406030204" pitchFamily="18" charset="0"/>
                          </a:rPr>
                          <m:t>(</m:t>
                        </m:r>
                        <m:acc>
                          <m:accPr>
                            <m:chr m:val="̂"/>
                            <m:ctrlPr>
                              <a:rPr lang="ar-AE" sz="4400" i="1">
                                <a:solidFill>
                                  <a:srgbClr val="000000"/>
                                </a:solidFill>
                                <a:latin typeface="Cambria Math" panose="02040503050406030204" pitchFamily="18" charset="0"/>
                              </a:rPr>
                            </m:ctrlPr>
                          </m:accPr>
                          <m:e>
                            <m:sSub>
                              <m:sSubPr>
                                <m:ctrlPr>
                                  <a:rPr lang="ar-AE" sz="4400" i="1">
                                    <a:solidFill>
                                      <a:srgbClr val="000000"/>
                                    </a:solidFill>
                                    <a:latin typeface="Cambria Math" panose="02040503050406030204" pitchFamily="18" charset="0"/>
                                  </a:rPr>
                                </m:ctrlPr>
                              </m:sSubPr>
                              <m:e>
                                <m:r>
                                  <a:rPr lang="en-US" sz="4400" i="1">
                                    <a:solidFill>
                                      <a:srgbClr val="000000"/>
                                    </a:solidFill>
                                    <a:latin typeface="Cambria Math" panose="02040503050406030204" pitchFamily="18" charset="0"/>
                                  </a:rPr>
                                  <m:t>𝑝</m:t>
                                </m:r>
                              </m:e>
                              <m:sub>
                                <m:r>
                                  <a:rPr lang="en-US" sz="4400" i="1">
                                    <a:solidFill>
                                      <a:srgbClr val="000000"/>
                                    </a:solidFill>
                                    <a:latin typeface="Cambria Math" panose="02040503050406030204" pitchFamily="18" charset="0"/>
                                  </a:rPr>
                                  <m:t>𝐴</m:t>
                                </m:r>
                              </m:sub>
                            </m:sSub>
                          </m:e>
                        </m:acc>
                        <m:r>
                          <a:rPr lang="ar-AE" sz="4000" i="1">
                            <a:solidFill>
                              <a:srgbClr val="000000"/>
                            </a:solidFill>
                            <a:latin typeface="Cambria Math" panose="02040503050406030204" pitchFamily="18" charset="0"/>
                          </a:rPr>
                          <m:t>)=</m:t>
                        </m:r>
                        <m:f>
                          <m:fPr>
                            <m:ctrlPr>
                              <a:rPr lang="ar-AE" sz="4000" i="1">
                                <a:solidFill>
                                  <a:srgbClr val="000000"/>
                                </a:solidFill>
                                <a:latin typeface="Cambria Math" panose="02040503050406030204" pitchFamily="18" charset="0"/>
                              </a:rPr>
                            </m:ctrlPr>
                          </m:fPr>
                          <m:num>
                            <m:sSub>
                              <m:sSubPr>
                                <m:ctrlPr>
                                  <a:rPr lang="ar-AE" sz="4400" i="1">
                                    <a:latin typeface="Cambria Math" panose="02040503050406030204" pitchFamily="18" charset="0"/>
                                  </a:rPr>
                                </m:ctrlPr>
                              </m:sSubPr>
                              <m:e>
                                <m:r>
                                  <a:rPr lang="ar-AE" sz="4400" i="1">
                                    <a:latin typeface="Cambria Math" panose="02040503050406030204" pitchFamily="18" charset="0"/>
                                  </a:rPr>
                                  <m:t>𝑝</m:t>
                                </m:r>
                              </m:e>
                              <m:sub>
                                <m:r>
                                  <a:rPr lang="ar-AE" sz="4400" i="1">
                                    <a:latin typeface="Cambria Math" panose="02040503050406030204" pitchFamily="18" charset="0"/>
                                  </a:rPr>
                                  <m:t>𝐴</m:t>
                                </m:r>
                              </m:sub>
                            </m:sSub>
                            <m:r>
                              <a:rPr lang="ar-AE" sz="4000" i="1">
                                <a:solidFill>
                                  <a:srgbClr val="000000"/>
                                </a:solidFill>
                                <a:latin typeface="Cambria Math" panose="02040503050406030204" pitchFamily="18" charset="0"/>
                              </a:rPr>
                              <m:t>(1−</m:t>
                            </m:r>
                            <m:sSub>
                              <m:sSubPr>
                                <m:ctrlPr>
                                  <a:rPr lang="ar-AE" sz="4000" i="1">
                                    <a:latin typeface="Cambria Math" panose="02040503050406030204" pitchFamily="18" charset="0"/>
                                  </a:rPr>
                                </m:ctrlPr>
                              </m:sSubPr>
                              <m:e>
                                <m:r>
                                  <a:rPr lang="ar-AE" sz="4000" i="1">
                                    <a:latin typeface="Cambria Math" panose="02040503050406030204" pitchFamily="18" charset="0"/>
                                  </a:rPr>
                                  <m:t>𝑝</m:t>
                                </m:r>
                              </m:e>
                              <m:sub>
                                <m:r>
                                  <a:rPr lang="ar-AE" sz="4000" i="1">
                                    <a:latin typeface="Cambria Math" panose="02040503050406030204" pitchFamily="18" charset="0"/>
                                  </a:rPr>
                                  <m:t>𝐴</m:t>
                                </m:r>
                              </m:sub>
                            </m:sSub>
                            <m:r>
                              <a:rPr lang="ar-AE" sz="4000" i="1">
                                <a:solidFill>
                                  <a:srgbClr val="000000"/>
                                </a:solidFill>
                                <a:latin typeface="Cambria Math" panose="02040503050406030204" pitchFamily="18" charset="0"/>
                              </a:rPr>
                              <m:t>)</m:t>
                            </m:r>
                          </m:num>
                          <m:den>
                            <m:r>
                              <a:rPr lang="ar-AE" sz="4000" b="0" i="1" smtClean="0">
                                <a:solidFill>
                                  <a:srgbClr val="000000"/>
                                </a:solidFill>
                                <a:latin typeface="Cambria Math" panose="02040503050406030204" pitchFamily="18" charset="0"/>
                              </a:rPr>
                              <m:t>𝑛</m:t>
                            </m:r>
                          </m:den>
                        </m:f>
                      </m:oMath>
                    </m:oMathPara>
                  </a14:m>
                  <a:endParaRPr sz="3750" dirty="0"/>
                </a:p>
              </p:txBody>
            </p:sp>
          </mc:Choice>
          <mc:Fallback xmlns="">
            <p:sp>
              <p:nvSpPr>
                <p:cNvPr id="1195" name="Equation"/>
                <p:cNvSpPr txBox="1">
                  <a:spLocks noRot="1" noChangeAspect="1" noMove="1" noResize="1" noEditPoints="1" noAdjustHandles="1" noChangeArrowheads="1" noChangeShapeType="1" noTextEdit="1"/>
                </p:cNvSpPr>
                <p:nvPr/>
              </p:nvSpPr>
              <p:spPr>
                <a:xfrm>
                  <a:off x="3471896" y="2964970"/>
                  <a:ext cx="4943739" cy="2006896"/>
                </a:xfrm>
                <a:prstGeom prst="rect">
                  <a:avLst/>
                </a:prstGeom>
                <a:blipFill>
                  <a:blip r:embed="rId7"/>
                  <a:stretch>
                    <a:fillRect l="-3061" r="-3061" b="-4969"/>
                  </a:stretch>
                </a:blipFill>
                <a:ln/>
              </p:spPr>
              <p:txBody>
                <a:bodyPr/>
                <a:lstStyle/>
                <a:p>
                  <a:r>
                    <a:rPr lang="en-US">
                      <a:noFill/>
                    </a:rPr>
                    <a:t> </a:t>
                  </a:r>
                </a:p>
              </p:txBody>
            </p:sp>
          </mc:Fallback>
        </mc:AlternateContent>
        <p:sp>
          <p:nvSpPr>
            <p:cNvPr id="1196" name="Estimator:"/>
            <p:cNvSpPr txBox="1"/>
            <p:nvPr/>
          </p:nvSpPr>
          <p:spPr>
            <a:xfrm>
              <a:off x="94368" y="2934559"/>
              <a:ext cx="3377528" cy="928459"/>
            </a:xfrm>
            <a:prstGeom prst="rect">
              <a:avLst/>
            </a:prstGeom>
            <a:ln/>
            <a:extLst>
              <a:ext uri="{C572A759-6A51-4108-AA02-DFA0A04FC94B}">
                <ma14:wrappingTextBoxFlag xmlns="" xmlns:m="http://schemas.openxmlformats.org/officeDocument/2006/math" xmlns:a14="http://schemas.microsoft.com/office/drawing/2010/main" xmlns:ma14="http://schemas.microsoft.com/office/mac/drawingml/2011/main" val="1"/>
              </a:ext>
            </a:extLst>
          </p:spPr>
          <p:style>
            <a:lnRef idx="2">
              <a:schemeClr val="accent1"/>
            </a:lnRef>
            <a:fillRef idx="1">
              <a:schemeClr val="lt1"/>
            </a:fillRef>
            <a:effectRef idx="0">
              <a:schemeClr val="accent1"/>
            </a:effectRef>
            <a:fontRef idx="minor">
              <a:schemeClr val="dk1"/>
            </a:fontRef>
          </p:style>
          <p:txBody>
            <a:bodyPr wrap="none" lIns="25400" tIns="25400" rIns="25400" bIns="25400" anchor="ctr">
              <a:spAutoFit/>
            </a:bodyPr>
            <a:lstStyle>
              <a:lvl1pPr>
                <a:defRPr sz="5700"/>
              </a:lvl1pPr>
            </a:lstStyle>
            <a:p>
              <a:r>
                <a:rPr lang="en-US" sz="2850" dirty="0"/>
                <a:t>Estimator</a:t>
              </a:r>
            </a:p>
            <a:p>
              <a:r>
                <a:rPr lang="en-US" sz="2850" dirty="0"/>
                <a:t>(Sample mean of flips):</a:t>
              </a:r>
            </a:p>
          </p:txBody>
        </p:sp>
      </p:grpSp>
      <mc:AlternateContent xmlns:mc="http://schemas.openxmlformats.org/markup-compatibility/2006" xmlns:p14="http://schemas.microsoft.com/office/powerpoint/2010/main">
        <mc:Choice Requires="p14">
          <p:contentPart p14:bwMode="auto" r:id="rId8">
            <p14:nvContentPartPr>
              <p14:cNvPr id="5" name="Ink 4">
                <a:extLst>
                  <a:ext uri="{FF2B5EF4-FFF2-40B4-BE49-F238E27FC236}">
                    <a16:creationId xmlns:a16="http://schemas.microsoft.com/office/drawing/2014/main" id="{7925E976-42F4-3AAF-D128-B8F32071B8E5}"/>
                  </a:ext>
                </a:extLst>
              </p14:cNvPr>
              <p14:cNvContentPartPr/>
              <p14:nvPr/>
            </p14:nvContentPartPr>
            <p14:xfrm>
              <a:off x="2143440" y="1232280"/>
              <a:ext cx="10048680" cy="5483880"/>
            </p14:xfrm>
          </p:contentPart>
        </mc:Choice>
        <mc:Fallback xmlns="">
          <p:pic>
            <p:nvPicPr>
              <p:cNvPr id="5" name="Ink 4">
                <a:extLst>
                  <a:ext uri="{FF2B5EF4-FFF2-40B4-BE49-F238E27FC236}">
                    <a16:creationId xmlns:a16="http://schemas.microsoft.com/office/drawing/2014/main" id="{7925E976-42F4-3AAF-D128-B8F32071B8E5}"/>
                  </a:ext>
                </a:extLst>
              </p:cNvPr>
              <p:cNvPicPr/>
              <p:nvPr/>
            </p:nvPicPr>
            <p:blipFill>
              <a:blip r:embed="rId9"/>
              <a:stretch>
                <a:fillRect/>
              </a:stretch>
            </p:blipFill>
            <p:spPr>
              <a:xfrm>
                <a:off x="2134080" y="1222920"/>
                <a:ext cx="10067400" cy="5502600"/>
              </a:xfrm>
              <a:prstGeom prst="rect">
                <a:avLst/>
              </a:prstGeom>
            </p:spPr>
          </p:pic>
        </mc:Fallback>
      </mc:AlternateContent>
    </p:spTree>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3" name="Test Statistic"/>
          <p:cNvSpPr txBox="1">
            <a:spLocks noGrp="1"/>
          </p:cNvSpPr>
          <p:nvPr>
            <p:ph type="title"/>
          </p:nvPr>
        </p:nvSpPr>
        <p:spPr>
          <a:prstGeom prst="rect">
            <a:avLst/>
          </a:prstGeom>
        </p:spPr>
        <p:txBody>
          <a:bodyPr/>
          <a:lstStyle/>
          <a:p>
            <a:r>
              <a:rPr dirty="0"/>
              <a:t>Test Statistic</a:t>
            </a:r>
            <a:r>
              <a:rPr lang="en-US" dirty="0"/>
              <a:t> derivation</a:t>
            </a:r>
            <a:endParaRPr dirty="0"/>
          </a:p>
        </p:txBody>
      </p:sp>
      <p:pic>
        <p:nvPicPr>
          <p:cNvPr id="1204" name="Image" descr="Image"/>
          <p:cNvPicPr>
            <a:picLocks noChangeAspect="1"/>
          </p:cNvPicPr>
          <p:nvPr/>
        </p:nvPicPr>
        <p:blipFill>
          <a:blip r:embed="rId3"/>
          <a:stretch>
            <a:fillRect/>
          </a:stretch>
        </p:blipFill>
        <p:spPr>
          <a:xfrm>
            <a:off x="432168" y="1942318"/>
            <a:ext cx="5590718" cy="865232"/>
          </a:xfrm>
          <a:prstGeom prst="rect">
            <a:avLst/>
          </a:prstGeom>
          <a:ln w="12700">
            <a:miter lim="400000"/>
          </a:ln>
        </p:spPr>
      </p:pic>
      <p:sp>
        <p:nvSpPr>
          <p:cNvPr id="1205" name="Use the CLT"/>
          <p:cNvSpPr txBox="1"/>
          <p:nvPr/>
        </p:nvSpPr>
        <p:spPr>
          <a:xfrm>
            <a:off x="2545224" y="1397584"/>
            <a:ext cx="3334246"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lang="en-US" b="1" u="sng" dirty="0"/>
              <a:t>By the </a:t>
            </a:r>
            <a:r>
              <a:rPr b="1" u="sng" dirty="0"/>
              <a:t>C</a:t>
            </a:r>
            <a:r>
              <a:rPr lang="en-US" b="1" u="sng" dirty="0"/>
              <a:t>entral </a:t>
            </a:r>
            <a:r>
              <a:rPr b="1" u="sng" dirty="0"/>
              <a:t>L</a:t>
            </a:r>
            <a:r>
              <a:rPr lang="en-US" b="1" u="sng" dirty="0"/>
              <a:t>imit </a:t>
            </a:r>
            <a:r>
              <a:rPr b="1" u="sng" dirty="0"/>
              <a:t>T</a:t>
            </a:r>
            <a:r>
              <a:rPr lang="en-US" b="1" u="sng" dirty="0"/>
              <a:t>heorem,</a:t>
            </a:r>
            <a:endParaRPr b="1" u="sng" dirty="0"/>
          </a:p>
        </p:txBody>
      </p:sp>
      <p:pic>
        <p:nvPicPr>
          <p:cNvPr id="1206" name="Image" descr="Image"/>
          <p:cNvPicPr>
            <a:picLocks noChangeAspect="1"/>
          </p:cNvPicPr>
          <p:nvPr/>
        </p:nvPicPr>
        <p:blipFill>
          <a:blip r:embed="rId4"/>
          <a:stretch>
            <a:fillRect/>
          </a:stretch>
        </p:blipFill>
        <p:spPr>
          <a:xfrm>
            <a:off x="6258413" y="1977911"/>
            <a:ext cx="5333961" cy="815784"/>
          </a:xfrm>
          <a:prstGeom prst="rect">
            <a:avLst/>
          </a:prstGeom>
          <a:ln w="12700">
            <a:miter lim="400000"/>
          </a:ln>
        </p:spPr>
      </p:pic>
      <p:sp>
        <p:nvSpPr>
          <p:cNvPr id="1207" name="Use the null hypothesis,"/>
          <p:cNvSpPr txBox="1"/>
          <p:nvPr/>
        </p:nvSpPr>
        <p:spPr>
          <a:xfrm>
            <a:off x="2545224" y="4030585"/>
            <a:ext cx="2923877"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lvl1pPr algn="l"/>
          </a:lstStyle>
          <a:p>
            <a:r>
              <a:rPr lang="en-US" b="1" u="sng" dirty="0"/>
              <a:t>Using </a:t>
            </a:r>
            <a:r>
              <a:rPr b="1" u="sng" dirty="0"/>
              <a:t>the null hypothesis,</a:t>
            </a:r>
          </a:p>
        </p:txBody>
      </p:sp>
      <p:pic>
        <p:nvPicPr>
          <p:cNvPr id="1208" name="Image" descr="Image"/>
          <p:cNvPicPr>
            <a:picLocks noChangeAspect="1"/>
          </p:cNvPicPr>
          <p:nvPr/>
        </p:nvPicPr>
        <p:blipFill>
          <a:blip r:embed="rId5"/>
          <a:stretch>
            <a:fillRect/>
          </a:stretch>
        </p:blipFill>
        <p:spPr>
          <a:xfrm>
            <a:off x="957987" y="3211757"/>
            <a:ext cx="10600851" cy="804973"/>
          </a:xfrm>
          <a:prstGeom prst="rect">
            <a:avLst/>
          </a:prstGeom>
          <a:ln w="12700">
            <a:miter lim="400000"/>
          </a:ln>
        </p:spPr>
      </p:pic>
      <p:sp>
        <p:nvSpPr>
          <p:cNvPr id="1210" name="Rectangle"/>
          <p:cNvSpPr/>
          <p:nvPr/>
        </p:nvSpPr>
        <p:spPr>
          <a:xfrm>
            <a:off x="1670086" y="4533229"/>
            <a:ext cx="7824752" cy="1722029"/>
          </a:xfrm>
          <a:prstGeom prst="rect">
            <a:avLst/>
          </a:prstGeom>
          <a:ln w="25400">
            <a:solidFill>
              <a:schemeClr val="accent1"/>
            </a:solidFill>
            <a:miter lim="400000"/>
          </a:ln>
        </p:spPr>
        <p:txBody>
          <a:bodyPr lIns="0" tIns="0" rIns="0" bIns="0" anchor="ctr"/>
          <a:lstStyle/>
          <a:p>
            <a:pPr>
              <a:defRPr sz="3200">
                <a:solidFill>
                  <a:srgbClr val="FFFFFF"/>
                </a:solidFill>
                <a:latin typeface="+mn-lt"/>
                <a:ea typeface="+mn-ea"/>
                <a:cs typeface="+mn-cs"/>
                <a:sym typeface="Helvetica Neue Medium"/>
              </a:defRPr>
            </a:pPr>
            <a:endParaRPr sz="1600"/>
          </a:p>
        </p:txBody>
      </p:sp>
      <p:sp>
        <p:nvSpPr>
          <p:cNvPr id="1211"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29</a:t>
            </a:fld>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0B700748-6F9E-CAD8-FFE6-B8EA4949D8C9}"/>
                  </a:ext>
                </a:extLst>
              </p:cNvPr>
              <p:cNvSpPr txBox="1"/>
              <p:nvPr/>
            </p:nvSpPr>
            <p:spPr>
              <a:xfrm>
                <a:off x="1670086" y="4966242"/>
                <a:ext cx="7824752" cy="988347"/>
              </a:xfrm>
              <a:prstGeom prst="rect">
                <a:avLst/>
              </a:prstGeom>
              <a:noFill/>
            </p:spPr>
            <p:txBody>
              <a:bodyPr wrap="square" lIns="0" tIns="0" rIns="0" bIns="0" rtlCol="0">
                <a:spAutoFit/>
              </a:bodyPr>
              <a:lstStyle/>
              <a:p>
                <a:r>
                  <a:rPr lang="en-US" sz="2800" b="0" dirty="0"/>
                  <a:t>Final test statistic: </a:t>
                </a:r>
                <a14:m>
                  <m:oMath xmlns:m="http://schemas.openxmlformats.org/officeDocument/2006/math">
                    <m:acc>
                      <m:accPr>
                        <m:chr m:val="̂"/>
                        <m:ctrlPr>
                          <a:rPr lang="en-US" sz="2800" b="0" i="1" smtClean="0">
                            <a:latin typeface="Cambria Math" panose="02040503050406030204" pitchFamily="18" charset="0"/>
                          </a:rPr>
                        </m:ctrlPr>
                      </m:accPr>
                      <m:e>
                        <m:r>
                          <a:rPr lang="en-US" sz="2800" b="0" i="1" smtClean="0">
                            <a:latin typeface="Cambria Math" panose="02040503050406030204" pitchFamily="18" charset="0"/>
                          </a:rPr>
                          <m:t>𝑧</m:t>
                        </m:r>
                      </m:e>
                    </m:acc>
                    <m:r>
                      <a:rPr lang="en-US" sz="2800" b="0" i="1" smtClean="0">
                        <a:latin typeface="Cambria Math" panose="02040503050406030204" pitchFamily="18" charset="0"/>
                      </a:rPr>
                      <m:t>=</m:t>
                    </m:r>
                    <m:f>
                      <m:fPr>
                        <m:ctrlPr>
                          <a:rPr lang="en-US" sz="2800" b="0" i="1" smtClean="0">
                            <a:latin typeface="Cambria Math" panose="02040503050406030204" pitchFamily="18" charset="0"/>
                          </a:rPr>
                        </m:ctrlPr>
                      </m:fPr>
                      <m:num>
                        <m:acc>
                          <m:accPr>
                            <m:chr m:val="̂"/>
                            <m:ctrlPr>
                              <a:rPr lang="ar-AE" sz="2800" i="1">
                                <a:solidFill>
                                  <a:srgbClr val="000000"/>
                                </a:solidFill>
                                <a:latin typeface="Cambria Math" panose="02040503050406030204" pitchFamily="18" charset="0"/>
                              </a:rPr>
                            </m:ctrlPr>
                          </m:accPr>
                          <m:e>
                            <m:sSub>
                              <m:sSubPr>
                                <m:ctrlPr>
                                  <a:rPr lang="ar-AE"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𝑝</m:t>
                                </m:r>
                              </m:e>
                              <m:sub>
                                <m:r>
                                  <a:rPr lang="en-US" sz="2800" i="1">
                                    <a:solidFill>
                                      <a:srgbClr val="000000"/>
                                    </a:solidFill>
                                    <a:latin typeface="Cambria Math" panose="02040503050406030204" pitchFamily="18" charset="0"/>
                                  </a:rPr>
                                  <m:t>𝐴</m:t>
                                </m:r>
                              </m:sub>
                            </m:sSub>
                          </m:e>
                        </m:acc>
                        <m:r>
                          <a:rPr lang="en-US" sz="2800" b="0" i="1" smtClean="0">
                            <a:solidFill>
                              <a:srgbClr val="000000"/>
                            </a:solidFill>
                            <a:latin typeface="Cambria Math" panose="02040503050406030204" pitchFamily="18" charset="0"/>
                          </a:rPr>
                          <m:t>−</m:t>
                        </m:r>
                        <m:acc>
                          <m:accPr>
                            <m:chr m:val="̂"/>
                            <m:ctrlPr>
                              <a:rPr lang="ar-AE" sz="2800" i="1">
                                <a:solidFill>
                                  <a:srgbClr val="000000"/>
                                </a:solidFill>
                                <a:latin typeface="Cambria Math" panose="02040503050406030204" pitchFamily="18" charset="0"/>
                              </a:rPr>
                            </m:ctrlPr>
                          </m:accPr>
                          <m:e>
                            <m:sSub>
                              <m:sSubPr>
                                <m:ctrlPr>
                                  <a:rPr lang="ar-AE"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𝐵</m:t>
                                </m:r>
                              </m:sub>
                            </m:sSub>
                          </m:e>
                        </m:acc>
                      </m:num>
                      <m:den>
                        <m:rad>
                          <m:radPr>
                            <m:degHide m:val="on"/>
                            <m:ctrlPr>
                              <a:rPr lang="en-US" sz="2800" b="0" i="1" smtClean="0">
                                <a:latin typeface="Cambria Math" panose="02040503050406030204" pitchFamily="18" charset="0"/>
                              </a:rPr>
                            </m:ctrlPr>
                          </m:radPr>
                          <m:deg/>
                          <m:e>
                            <m:f>
                              <m:fPr>
                                <m:ctrlPr>
                                  <a:rPr lang="ar-AE" sz="2800" i="1">
                                    <a:solidFill>
                                      <a:srgbClr val="000000"/>
                                    </a:solidFill>
                                    <a:latin typeface="Cambria Math" panose="02040503050406030204" pitchFamily="18" charset="0"/>
                                  </a:rPr>
                                </m:ctrlPr>
                              </m:fPr>
                              <m:num>
                                <m:acc>
                                  <m:accPr>
                                    <m:chr m:val="̂"/>
                                    <m:ctrlPr>
                                      <a:rPr lang="ar-AE" sz="3200" i="1">
                                        <a:solidFill>
                                          <a:srgbClr val="000000"/>
                                        </a:solidFill>
                                        <a:latin typeface="Cambria Math" panose="02040503050406030204" pitchFamily="18" charset="0"/>
                                      </a:rPr>
                                    </m:ctrlPr>
                                  </m:accPr>
                                  <m:e>
                                    <m:sSub>
                                      <m:sSubPr>
                                        <m:ctrlPr>
                                          <a:rPr lang="ar-AE"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𝑝</m:t>
                                        </m:r>
                                      </m:e>
                                      <m:sub>
                                        <m:r>
                                          <a:rPr lang="en-US" sz="3200" i="1">
                                            <a:solidFill>
                                              <a:srgbClr val="000000"/>
                                            </a:solidFill>
                                            <a:latin typeface="Cambria Math" panose="02040503050406030204" pitchFamily="18" charset="0"/>
                                          </a:rPr>
                                          <m:t>𝐴</m:t>
                                        </m:r>
                                      </m:sub>
                                    </m:sSub>
                                  </m:e>
                                </m:acc>
                                <m:r>
                                  <a:rPr lang="ar-AE" sz="2800" i="1">
                                    <a:solidFill>
                                      <a:srgbClr val="000000"/>
                                    </a:solidFill>
                                    <a:latin typeface="Cambria Math" panose="02040503050406030204" pitchFamily="18" charset="0"/>
                                  </a:rPr>
                                  <m:t>(1−</m:t>
                                </m:r>
                                <m:acc>
                                  <m:accPr>
                                    <m:chr m:val="̂"/>
                                    <m:ctrlPr>
                                      <a:rPr lang="ar-AE" sz="2800" i="1">
                                        <a:solidFill>
                                          <a:srgbClr val="000000"/>
                                        </a:solidFill>
                                        <a:latin typeface="Cambria Math" panose="02040503050406030204" pitchFamily="18" charset="0"/>
                                      </a:rPr>
                                    </m:ctrlPr>
                                  </m:accPr>
                                  <m:e>
                                    <m:sSub>
                                      <m:sSubPr>
                                        <m:ctrlPr>
                                          <a:rPr lang="ar-AE"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𝑝</m:t>
                                        </m:r>
                                      </m:e>
                                      <m:sub>
                                        <m:r>
                                          <a:rPr lang="en-US" sz="2800" i="1">
                                            <a:solidFill>
                                              <a:srgbClr val="000000"/>
                                            </a:solidFill>
                                            <a:latin typeface="Cambria Math" panose="02040503050406030204" pitchFamily="18" charset="0"/>
                                          </a:rPr>
                                          <m:t>𝐴</m:t>
                                        </m:r>
                                      </m:sub>
                                    </m:sSub>
                                  </m:e>
                                </m:acc>
                                <m:r>
                                  <a:rPr lang="ar-AE" sz="2800" i="1">
                                    <a:solidFill>
                                      <a:srgbClr val="000000"/>
                                    </a:solidFill>
                                    <a:latin typeface="Cambria Math" panose="02040503050406030204" pitchFamily="18" charset="0"/>
                                  </a:rPr>
                                  <m:t>)</m:t>
                                </m:r>
                              </m:num>
                              <m:den>
                                <m:r>
                                  <a:rPr lang="ar-AE" sz="2800" i="1">
                                    <a:solidFill>
                                      <a:srgbClr val="000000"/>
                                    </a:solidFill>
                                    <a:latin typeface="Cambria Math" panose="02040503050406030204" pitchFamily="18" charset="0"/>
                                  </a:rPr>
                                  <m:t>𝑛</m:t>
                                </m:r>
                              </m:den>
                            </m:f>
                          </m:e>
                        </m:rad>
                        <m:r>
                          <a:rPr lang="en-US" sz="2800" b="0" i="1" smtClean="0">
                            <a:latin typeface="Cambria Math" panose="02040503050406030204" pitchFamily="18" charset="0"/>
                          </a:rPr>
                          <m:t>+</m:t>
                        </m:r>
                        <m:f>
                          <m:fPr>
                            <m:ctrlPr>
                              <a:rPr lang="ar-AE" sz="2800" i="1">
                                <a:solidFill>
                                  <a:srgbClr val="000000"/>
                                </a:solidFill>
                                <a:latin typeface="Cambria Math" panose="02040503050406030204" pitchFamily="18" charset="0"/>
                              </a:rPr>
                            </m:ctrlPr>
                          </m:fPr>
                          <m:num>
                            <m:acc>
                              <m:accPr>
                                <m:chr m:val="̂"/>
                                <m:ctrlPr>
                                  <a:rPr lang="ar-AE" sz="3200" i="1">
                                    <a:solidFill>
                                      <a:srgbClr val="000000"/>
                                    </a:solidFill>
                                    <a:latin typeface="Cambria Math" panose="02040503050406030204" pitchFamily="18" charset="0"/>
                                  </a:rPr>
                                </m:ctrlPr>
                              </m:accPr>
                              <m:e>
                                <m:sSub>
                                  <m:sSubPr>
                                    <m:ctrlPr>
                                      <a:rPr lang="ar-AE" sz="3200" i="1">
                                        <a:solidFill>
                                          <a:srgbClr val="000000"/>
                                        </a:solidFill>
                                        <a:latin typeface="Cambria Math" panose="02040503050406030204" pitchFamily="18" charset="0"/>
                                      </a:rPr>
                                    </m:ctrlPr>
                                  </m:sSubPr>
                                  <m:e>
                                    <m:r>
                                      <a:rPr lang="en-US" sz="3200" i="1">
                                        <a:solidFill>
                                          <a:srgbClr val="000000"/>
                                        </a:solidFill>
                                        <a:latin typeface="Cambria Math" panose="02040503050406030204" pitchFamily="18" charset="0"/>
                                      </a:rPr>
                                      <m:t>𝑝</m:t>
                                    </m:r>
                                  </m:e>
                                  <m:sub>
                                    <m:r>
                                      <a:rPr lang="en-US" sz="3200" b="0" i="1" smtClean="0">
                                        <a:solidFill>
                                          <a:srgbClr val="000000"/>
                                        </a:solidFill>
                                        <a:latin typeface="Cambria Math" panose="02040503050406030204" pitchFamily="18" charset="0"/>
                                      </a:rPr>
                                      <m:t>𝐵</m:t>
                                    </m:r>
                                  </m:sub>
                                </m:sSub>
                              </m:e>
                            </m:acc>
                            <m:r>
                              <a:rPr lang="ar-AE" sz="2800" i="1">
                                <a:solidFill>
                                  <a:srgbClr val="000000"/>
                                </a:solidFill>
                                <a:latin typeface="Cambria Math" panose="02040503050406030204" pitchFamily="18" charset="0"/>
                              </a:rPr>
                              <m:t>(1−</m:t>
                            </m:r>
                            <m:acc>
                              <m:accPr>
                                <m:chr m:val="̂"/>
                                <m:ctrlPr>
                                  <a:rPr lang="ar-AE" sz="2800" i="1">
                                    <a:solidFill>
                                      <a:srgbClr val="000000"/>
                                    </a:solidFill>
                                    <a:latin typeface="Cambria Math" panose="02040503050406030204" pitchFamily="18" charset="0"/>
                                  </a:rPr>
                                </m:ctrlPr>
                              </m:accPr>
                              <m:e>
                                <m:sSub>
                                  <m:sSubPr>
                                    <m:ctrlPr>
                                      <a:rPr lang="ar-AE"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𝐵</m:t>
                                    </m:r>
                                  </m:sub>
                                </m:sSub>
                              </m:e>
                            </m:acc>
                            <m:r>
                              <a:rPr lang="ar-AE" sz="2800" i="1">
                                <a:solidFill>
                                  <a:srgbClr val="000000"/>
                                </a:solidFill>
                                <a:latin typeface="Cambria Math" panose="02040503050406030204" pitchFamily="18" charset="0"/>
                              </a:rPr>
                              <m:t>)</m:t>
                            </m:r>
                          </m:num>
                          <m:den>
                            <m:r>
                              <a:rPr lang="ar-AE" sz="2800" i="1">
                                <a:solidFill>
                                  <a:srgbClr val="000000"/>
                                </a:solidFill>
                                <a:latin typeface="Cambria Math" panose="02040503050406030204" pitchFamily="18" charset="0"/>
                              </a:rPr>
                              <m:t>𝑛</m:t>
                            </m:r>
                          </m:den>
                        </m:f>
                      </m:den>
                    </m:f>
                    <m:r>
                      <a:rPr lang="en-US" sz="2800" b="0" i="1" smtClean="0">
                        <a:latin typeface="Cambria Math" panose="02040503050406030204" pitchFamily="18" charset="0"/>
                        <a:ea typeface="Cambria Math" panose="02040503050406030204" pitchFamily="18" charset="0"/>
                      </a:rPr>
                      <m:t>~</m:t>
                    </m:r>
                    <m:r>
                      <a:rPr lang="en-US" sz="2800" b="0" i="1" smtClean="0">
                        <a:latin typeface="Cambria Math" panose="02040503050406030204" pitchFamily="18" charset="0"/>
                        <a:ea typeface="Cambria Math" panose="02040503050406030204" pitchFamily="18" charset="0"/>
                      </a:rPr>
                      <m:t>𝑁</m:t>
                    </m:r>
                    <m:r>
                      <a:rPr lang="en-US" sz="2800" b="0" i="1" smtClean="0">
                        <a:latin typeface="Cambria Math" panose="02040503050406030204" pitchFamily="18" charset="0"/>
                        <a:ea typeface="Cambria Math" panose="02040503050406030204" pitchFamily="18" charset="0"/>
                      </a:rPr>
                      <m:t>(0,1)</m:t>
                    </m:r>
                  </m:oMath>
                </a14:m>
                <a:endParaRPr lang="en-US" sz="2800" dirty="0"/>
              </a:p>
            </p:txBody>
          </p:sp>
        </mc:Choice>
        <mc:Fallback xmlns="">
          <p:sp>
            <p:nvSpPr>
              <p:cNvPr id="2" name="TextBox 1">
                <a:extLst>
                  <a:ext uri="{FF2B5EF4-FFF2-40B4-BE49-F238E27FC236}">
                    <a16:creationId xmlns:a16="http://schemas.microsoft.com/office/drawing/2014/main" id="{0B700748-6F9E-CAD8-FFE6-B8EA4949D8C9}"/>
                  </a:ext>
                </a:extLst>
              </p:cNvPr>
              <p:cNvSpPr txBox="1">
                <a:spLocks noRot="1" noChangeAspect="1" noMove="1" noResize="1" noEditPoints="1" noAdjustHandles="1" noChangeArrowheads="1" noChangeShapeType="1" noTextEdit="1"/>
              </p:cNvSpPr>
              <p:nvPr/>
            </p:nvSpPr>
            <p:spPr>
              <a:xfrm>
                <a:off x="1670086" y="4966242"/>
                <a:ext cx="7824752" cy="988347"/>
              </a:xfrm>
              <a:prstGeom prst="rect">
                <a:avLst/>
              </a:prstGeom>
              <a:blipFill>
                <a:blip r:embed="rId6"/>
                <a:stretch>
                  <a:fillRect l="-2755" t="-8974" b="-2564"/>
                </a:stretch>
              </a:blipFill>
            </p:spPr>
            <p:txBody>
              <a:bodyPr/>
              <a:lstStyle/>
              <a:p>
                <a:r>
                  <a:rPr lang="en-US">
                    <a:noFill/>
                  </a:rPr>
                  <a:t> </a:t>
                </a:r>
              </a:p>
            </p:txBody>
          </p:sp>
        </mc:Fallback>
      </mc:AlternateContent>
      <p:sp>
        <p:nvSpPr>
          <p:cNvPr id="3" name="Use the CLT">
            <a:extLst>
              <a:ext uri="{FF2B5EF4-FFF2-40B4-BE49-F238E27FC236}">
                <a16:creationId xmlns:a16="http://schemas.microsoft.com/office/drawing/2014/main" id="{16BB55BE-EDF8-D447-6B66-6E62FDA0FE45}"/>
              </a:ext>
            </a:extLst>
          </p:cNvPr>
          <p:cNvSpPr txBox="1"/>
          <p:nvPr/>
        </p:nvSpPr>
        <p:spPr>
          <a:xfrm>
            <a:off x="2239531" y="2891377"/>
            <a:ext cx="5475858"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rPr lang="en-US" b="1" u="sng" dirty="0"/>
              <a:t>By sum of independent normal random variables,</a:t>
            </a:r>
            <a:endParaRPr b="1" u="sng" dirty="0"/>
          </a:p>
        </p:txBody>
      </p:sp>
      <mc:AlternateContent xmlns:mc="http://schemas.openxmlformats.org/markup-compatibility/2006" xmlns:p14="http://schemas.microsoft.com/office/powerpoint/2010/main">
        <mc:Choice Requires="p14">
          <p:contentPart p14:bwMode="auto" r:id="rId7">
            <p14:nvContentPartPr>
              <p14:cNvPr id="4" name="Ink 3">
                <a:extLst>
                  <a:ext uri="{FF2B5EF4-FFF2-40B4-BE49-F238E27FC236}">
                    <a16:creationId xmlns:a16="http://schemas.microsoft.com/office/drawing/2014/main" id="{CECFD3D1-1064-D856-A46E-E22A8AE77C79}"/>
                  </a:ext>
                </a:extLst>
              </p14:cNvPr>
              <p14:cNvContentPartPr/>
              <p14:nvPr/>
            </p14:nvContentPartPr>
            <p14:xfrm>
              <a:off x="127440" y="396720"/>
              <a:ext cx="11947320" cy="6424560"/>
            </p14:xfrm>
          </p:contentPart>
        </mc:Choice>
        <mc:Fallback xmlns="">
          <p:pic>
            <p:nvPicPr>
              <p:cNvPr id="4" name="Ink 3">
                <a:extLst>
                  <a:ext uri="{FF2B5EF4-FFF2-40B4-BE49-F238E27FC236}">
                    <a16:creationId xmlns:a16="http://schemas.microsoft.com/office/drawing/2014/main" id="{CECFD3D1-1064-D856-A46E-E22A8AE77C79}"/>
                  </a:ext>
                </a:extLst>
              </p:cNvPr>
              <p:cNvPicPr/>
              <p:nvPr/>
            </p:nvPicPr>
            <p:blipFill>
              <a:blip r:embed="rId8"/>
              <a:stretch>
                <a:fillRect/>
              </a:stretch>
            </p:blipFill>
            <p:spPr>
              <a:xfrm>
                <a:off x="118080" y="387360"/>
                <a:ext cx="11966040" cy="6443280"/>
              </a:xfrm>
              <a:prstGeom prst="rect">
                <a:avLst/>
              </a:prstGeom>
            </p:spPr>
          </p:pic>
        </mc:Fallback>
      </mc:AlternateContent>
    </p:spTree>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13"/>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STEPS OF HYPOTHESIS TESTING</a:t>
            </a:r>
            <a:endParaRPr/>
          </a:p>
        </p:txBody>
      </p:sp>
      <p:sp>
        <p:nvSpPr>
          <p:cNvPr id="345" name="Google Shape;345;p13"/>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457200" lvl="0" indent="-457200" algn="l" rtl="0">
              <a:lnSpc>
                <a:spcPct val="90000"/>
              </a:lnSpc>
              <a:spcBef>
                <a:spcPts val="0"/>
              </a:spcBef>
              <a:spcAft>
                <a:spcPts val="0"/>
              </a:spcAft>
              <a:buSzPts val="1700"/>
              <a:buFont typeface="Rockwell"/>
              <a:buAutoNum type="arabicPeriod"/>
            </a:pPr>
            <a:r>
              <a:rPr lang="en-US" dirty="0">
                <a:solidFill>
                  <a:srgbClr val="BFBFBF"/>
                </a:solidFill>
              </a:rPr>
              <a:t>Specify the </a:t>
            </a:r>
            <a:r>
              <a:rPr lang="en-US" b="1" dirty="0">
                <a:solidFill>
                  <a:srgbClr val="BFBFBF"/>
                </a:solidFill>
              </a:rPr>
              <a:t>null hypothesis </a:t>
            </a:r>
            <a:r>
              <a:rPr lang="en-US" dirty="0">
                <a:solidFill>
                  <a:srgbClr val="BFBFBF"/>
                </a:solidFill>
              </a:rPr>
              <a:t>𝑯𝟎 and the </a:t>
            </a:r>
            <a:r>
              <a:rPr lang="en-US" b="1" dirty="0">
                <a:solidFill>
                  <a:srgbClr val="BFBFBF"/>
                </a:solidFill>
              </a:rPr>
              <a:t>alternative hypothesis </a:t>
            </a:r>
            <a:r>
              <a:rPr lang="en-US" dirty="0">
                <a:solidFill>
                  <a:srgbClr val="BFBFBF"/>
                </a:solidFill>
              </a:rPr>
              <a:t>𝑯𝒂</a:t>
            </a:r>
            <a:endParaRPr dirty="0"/>
          </a:p>
          <a:p>
            <a:pPr marL="457200" lvl="0" indent="-457200" algn="l" rtl="0">
              <a:lnSpc>
                <a:spcPct val="90000"/>
              </a:lnSpc>
              <a:spcBef>
                <a:spcPts val="1200"/>
              </a:spcBef>
              <a:spcAft>
                <a:spcPts val="0"/>
              </a:spcAft>
              <a:buSzPts val="1700"/>
              <a:buFont typeface="Rockwell"/>
              <a:buAutoNum type="arabicPeriod"/>
            </a:pPr>
            <a:r>
              <a:rPr lang="en-US" dirty="0">
                <a:solidFill>
                  <a:srgbClr val="BFBFBF"/>
                </a:solidFill>
              </a:rPr>
              <a:t>Specify the </a:t>
            </a:r>
            <a:r>
              <a:rPr lang="en-US" b="1" dirty="0">
                <a:solidFill>
                  <a:srgbClr val="BFBFBF"/>
                </a:solidFill>
              </a:rPr>
              <a:t>significance level threshold </a:t>
            </a:r>
            <a:r>
              <a:rPr lang="en-US" dirty="0">
                <a:solidFill>
                  <a:srgbClr val="BFBFBF"/>
                </a:solidFill>
              </a:rPr>
              <a:t>𝜶</a:t>
            </a:r>
            <a:r>
              <a:rPr lang="en-US" baseline="-25000" dirty="0">
                <a:solidFill>
                  <a:srgbClr val="BFBFBF"/>
                </a:solidFill>
              </a:rPr>
              <a:t>t</a:t>
            </a:r>
            <a:endParaRPr dirty="0"/>
          </a:p>
          <a:p>
            <a:pPr marL="457200" lvl="0" indent="-457200" algn="l" rtl="0">
              <a:lnSpc>
                <a:spcPct val="90000"/>
              </a:lnSpc>
              <a:spcBef>
                <a:spcPts val="1200"/>
              </a:spcBef>
              <a:spcAft>
                <a:spcPts val="0"/>
              </a:spcAft>
              <a:buSzPts val="1700"/>
              <a:buFont typeface="Rockwell"/>
              <a:buAutoNum type="arabicPeriod"/>
            </a:pPr>
            <a:r>
              <a:rPr lang="en-US" dirty="0">
                <a:solidFill>
                  <a:srgbClr val="BFBFBF"/>
                </a:solidFill>
              </a:rPr>
              <a:t>Collect the </a:t>
            </a:r>
            <a:r>
              <a:rPr lang="en-US" b="1" dirty="0">
                <a:solidFill>
                  <a:srgbClr val="BFBFBF"/>
                </a:solidFill>
              </a:rPr>
              <a:t>data</a:t>
            </a:r>
            <a:endParaRPr dirty="0">
              <a:solidFill>
                <a:srgbClr val="BFBFBF"/>
              </a:solidFill>
            </a:endParaRPr>
          </a:p>
          <a:p>
            <a:pPr marL="457200" lvl="0" indent="-457200" algn="l" rtl="0">
              <a:lnSpc>
                <a:spcPct val="90000"/>
              </a:lnSpc>
              <a:spcBef>
                <a:spcPts val="1200"/>
              </a:spcBef>
              <a:spcAft>
                <a:spcPts val="0"/>
              </a:spcAft>
              <a:buSzPts val="1700"/>
              <a:buFont typeface="Rockwell"/>
              <a:buAutoNum type="arabicPeriod"/>
            </a:pPr>
            <a:r>
              <a:rPr lang="en-US" dirty="0">
                <a:solidFill>
                  <a:srgbClr val="BFBFBF"/>
                </a:solidFill>
              </a:rPr>
              <a:t>Calculate the </a:t>
            </a:r>
            <a:r>
              <a:rPr lang="en-US" b="1" dirty="0">
                <a:solidFill>
                  <a:srgbClr val="BFBFBF"/>
                </a:solidFill>
              </a:rPr>
              <a:t>test statistic</a:t>
            </a:r>
            <a:endParaRPr dirty="0">
              <a:solidFill>
                <a:srgbClr val="BFBFBF"/>
              </a:solidFill>
            </a:endParaRPr>
          </a:p>
          <a:p>
            <a:pPr marL="457200" lvl="0" indent="-457200" algn="l" rtl="0">
              <a:lnSpc>
                <a:spcPct val="90000"/>
              </a:lnSpc>
              <a:spcBef>
                <a:spcPts val="1200"/>
              </a:spcBef>
              <a:spcAft>
                <a:spcPts val="0"/>
              </a:spcAft>
              <a:buSzPts val="1700"/>
              <a:buFont typeface="Rockwell"/>
              <a:buAutoNum type="arabicPeriod"/>
            </a:pPr>
            <a:r>
              <a:rPr lang="en-US" dirty="0"/>
              <a:t>Calculate the corresponding 𝒑</a:t>
            </a:r>
            <a:r>
              <a:rPr lang="en-US" b="1" dirty="0"/>
              <a:t>-value</a:t>
            </a:r>
            <a:endParaRPr dirty="0"/>
          </a:p>
          <a:p>
            <a:pPr marL="457200" lvl="0" indent="-457200" algn="l" rtl="0">
              <a:lnSpc>
                <a:spcPct val="90000"/>
              </a:lnSpc>
              <a:spcBef>
                <a:spcPts val="1200"/>
              </a:spcBef>
              <a:spcAft>
                <a:spcPts val="0"/>
              </a:spcAft>
              <a:buSzPts val="1700"/>
              <a:buFont typeface="Rockwell"/>
              <a:buAutoNum type="arabicPeriod"/>
            </a:pPr>
            <a:r>
              <a:rPr lang="en-US" dirty="0"/>
              <a:t>Compare the 𝒑</a:t>
            </a:r>
            <a:r>
              <a:rPr lang="en-US" b="1" dirty="0"/>
              <a:t>-value </a:t>
            </a:r>
            <a:r>
              <a:rPr lang="en-US" dirty="0"/>
              <a:t>with the </a:t>
            </a:r>
            <a:r>
              <a:rPr lang="en-US" b="1" dirty="0"/>
              <a:t>significance level threshold</a:t>
            </a:r>
            <a:endParaRPr dirty="0"/>
          </a:p>
          <a:p>
            <a:pPr marL="457200" lvl="0" indent="-457200" algn="l" rtl="0">
              <a:lnSpc>
                <a:spcPct val="90000"/>
              </a:lnSpc>
              <a:spcBef>
                <a:spcPts val="1200"/>
              </a:spcBef>
              <a:spcAft>
                <a:spcPts val="0"/>
              </a:spcAft>
              <a:buSzPts val="1700"/>
              <a:buFont typeface="Rockwell"/>
              <a:buAutoNum type="arabicPeriod"/>
            </a:pPr>
            <a:r>
              <a:rPr lang="en-US" dirty="0"/>
              <a:t>Determine whether to </a:t>
            </a:r>
            <a:r>
              <a:rPr lang="en-US" b="1" dirty="0"/>
              <a:t>reject </a:t>
            </a:r>
            <a:r>
              <a:rPr lang="en-US" dirty="0"/>
              <a:t>or </a:t>
            </a:r>
            <a:r>
              <a:rPr lang="en-US" b="1" dirty="0"/>
              <a:t>fail to reject </a:t>
            </a:r>
            <a:r>
              <a:rPr lang="en-US" dirty="0"/>
              <a:t>the </a:t>
            </a:r>
            <a:r>
              <a:rPr lang="en-US" b="1" dirty="0"/>
              <a:t>null hypothesis </a:t>
            </a:r>
            <a:r>
              <a:rPr lang="en-US" dirty="0"/>
              <a:t>𝑯𝟎</a:t>
            </a:r>
            <a:endParaRPr dirty="0"/>
          </a:p>
        </p:txBody>
      </p:sp>
    </p:spTree>
    <p:extLst>
      <p:ext uri="{BB962C8B-B14F-4D97-AF65-F5344CB8AC3E}">
        <p14:creationId xmlns:p14="http://schemas.microsoft.com/office/powerpoint/2010/main" val="12817452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5" name="p-Value"/>
          <p:cNvSpPr txBox="1">
            <a:spLocks noGrp="1"/>
          </p:cNvSpPr>
          <p:nvPr>
            <p:ph type="title"/>
          </p:nvPr>
        </p:nvSpPr>
        <p:spPr>
          <a:prstGeom prst="rect">
            <a:avLst/>
          </a:prstGeom>
        </p:spPr>
        <p:txBody>
          <a:bodyPr/>
          <a:lstStyle/>
          <a:p>
            <a:r>
              <a:rPr dirty="0"/>
              <a:t>p-Value</a:t>
            </a:r>
          </a:p>
        </p:txBody>
      </p:sp>
      <p:sp>
        <p:nvSpPr>
          <p:cNvPr id="1216" name="Rectangle"/>
          <p:cNvSpPr/>
          <p:nvPr/>
        </p:nvSpPr>
        <p:spPr>
          <a:xfrm>
            <a:off x="6096000" y="1156476"/>
            <a:ext cx="5486400" cy="1435879"/>
          </a:xfrm>
          <a:prstGeom prst="rect">
            <a:avLst/>
          </a:prstGeom>
          <a:ln w="25400">
            <a:solidFill>
              <a:schemeClr val="accent1"/>
            </a:solidFill>
            <a:miter lim="400000"/>
          </a:ln>
        </p:spPr>
        <p:txBody>
          <a:bodyPr lIns="0" tIns="0" rIns="0" bIns="0" anchor="ctr"/>
          <a:lstStyle/>
          <a:p>
            <a:pPr>
              <a:defRPr sz="3200">
                <a:solidFill>
                  <a:srgbClr val="FFFFFF"/>
                </a:solidFill>
                <a:latin typeface="+mn-lt"/>
                <a:ea typeface="+mn-ea"/>
                <a:cs typeface="+mn-cs"/>
                <a:sym typeface="Helvetica Neue Medium"/>
              </a:defRPr>
            </a:pPr>
            <a:endParaRPr sz="1600"/>
          </a:p>
        </p:txBody>
      </p:sp>
      <p:sp>
        <p:nvSpPr>
          <p:cNvPr id="1217" name="p-Value: If the null was true, and I redid this experiment, what is the probability of getting a result as extreme as what I got?…"/>
          <p:cNvSpPr txBox="1"/>
          <p:nvPr/>
        </p:nvSpPr>
        <p:spPr>
          <a:xfrm>
            <a:off x="5588000" y="4000347"/>
            <a:ext cx="6123688" cy="171329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25400" tIns="25400" rIns="25400" bIns="25400" anchor="ctr">
            <a:spAutoFit/>
          </a:bodyPr>
          <a:lstStyle/>
          <a:p>
            <a:pPr algn="l"/>
            <a:r>
              <a:rPr dirty="0"/>
              <a:t>p-Value: If the </a:t>
            </a:r>
            <a:r>
              <a:rPr dirty="0">
                <a:latin typeface="Avenir Heavy"/>
                <a:ea typeface="Avenir Heavy"/>
                <a:cs typeface="Avenir Heavy"/>
                <a:sym typeface="Avenir Heavy"/>
              </a:rPr>
              <a:t>null was true</a:t>
            </a:r>
            <a:r>
              <a:rPr dirty="0"/>
              <a:t>, and I redid this experiment, what is the probability of getting a result as extreme as what I got?</a:t>
            </a:r>
          </a:p>
          <a:p>
            <a:pPr algn="l"/>
            <a:endParaRPr dirty="0"/>
          </a:p>
          <a:p>
            <a:pPr algn="l"/>
            <a:r>
              <a:rPr dirty="0"/>
              <a:t>The gold standard in 20th century statistics for reporting the outcome of an experiment. </a:t>
            </a:r>
          </a:p>
        </p:txBody>
      </p:sp>
      <p:sp>
        <p:nvSpPr>
          <p:cNvPr id="121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31</a:t>
            </a:fld>
            <a:endParaRPr/>
          </a:p>
        </p:txBody>
      </p:sp>
      <p:grpSp>
        <p:nvGrpSpPr>
          <p:cNvPr id="1222" name="Group"/>
          <p:cNvGrpSpPr/>
          <p:nvPr/>
        </p:nvGrpSpPr>
        <p:grpSpPr>
          <a:xfrm>
            <a:off x="1099176" y="1293856"/>
            <a:ext cx="4837973" cy="4633423"/>
            <a:chOff x="0" y="0"/>
            <a:chExt cx="9675945" cy="9266843"/>
          </a:xfrm>
        </p:grpSpPr>
        <p:pic>
          <p:nvPicPr>
            <p:cNvPr id="1219" name="Image" descr="Image"/>
            <p:cNvPicPr>
              <a:picLocks noChangeAspect="1"/>
            </p:cNvPicPr>
            <p:nvPr/>
          </p:nvPicPr>
          <p:blipFill>
            <a:blip r:embed="rId2"/>
            <a:srcRect l="2680" t="2680" r="2681" b="2680"/>
            <a:stretch>
              <a:fillRect/>
            </a:stretch>
          </p:blipFill>
          <p:spPr>
            <a:xfrm>
              <a:off x="0" y="16084"/>
              <a:ext cx="9614694" cy="925076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13" y="21600"/>
                  </a:lnTo>
                  <a:cubicBezTo>
                    <a:pt x="107" y="21512"/>
                    <a:pt x="103" y="21349"/>
                    <a:pt x="107" y="21088"/>
                  </a:cubicBezTo>
                  <a:lnTo>
                    <a:pt x="116" y="20512"/>
                  </a:lnTo>
                  <a:lnTo>
                    <a:pt x="556" y="20397"/>
                  </a:lnTo>
                  <a:cubicBezTo>
                    <a:pt x="798" y="20334"/>
                    <a:pt x="1096" y="20242"/>
                    <a:pt x="1217" y="20194"/>
                  </a:cubicBezTo>
                  <a:cubicBezTo>
                    <a:pt x="2709" y="19607"/>
                    <a:pt x="3826" y="18302"/>
                    <a:pt x="4906" y="15881"/>
                  </a:cubicBezTo>
                  <a:cubicBezTo>
                    <a:pt x="5616" y="14292"/>
                    <a:pt x="6228" y="12493"/>
                    <a:pt x="7464" y="8370"/>
                  </a:cubicBezTo>
                  <a:cubicBezTo>
                    <a:pt x="8969" y="3345"/>
                    <a:pt x="9586" y="1776"/>
                    <a:pt x="10376" y="954"/>
                  </a:cubicBezTo>
                  <a:cubicBezTo>
                    <a:pt x="10665" y="652"/>
                    <a:pt x="10819" y="567"/>
                    <a:pt x="11071" y="570"/>
                  </a:cubicBezTo>
                  <a:cubicBezTo>
                    <a:pt x="11425" y="574"/>
                    <a:pt x="11769" y="859"/>
                    <a:pt x="12155" y="1469"/>
                  </a:cubicBezTo>
                  <a:cubicBezTo>
                    <a:pt x="12805" y="2494"/>
                    <a:pt x="13390" y="4110"/>
                    <a:pt x="14711" y="8528"/>
                  </a:cubicBezTo>
                  <a:cubicBezTo>
                    <a:pt x="15639" y="11628"/>
                    <a:pt x="16101" y="13051"/>
                    <a:pt x="16641" y="14463"/>
                  </a:cubicBezTo>
                  <a:cubicBezTo>
                    <a:pt x="17843" y="17610"/>
                    <a:pt x="18936" y="19193"/>
                    <a:pt x="20449" y="19979"/>
                  </a:cubicBezTo>
                  <a:cubicBezTo>
                    <a:pt x="20824" y="20174"/>
                    <a:pt x="21039" y="20253"/>
                    <a:pt x="21586" y="20396"/>
                  </a:cubicBezTo>
                  <a:lnTo>
                    <a:pt x="21600" y="20400"/>
                  </a:lnTo>
                  <a:lnTo>
                    <a:pt x="21600" y="20355"/>
                  </a:lnTo>
                  <a:cubicBezTo>
                    <a:pt x="21439" y="20314"/>
                    <a:pt x="21256" y="20262"/>
                    <a:pt x="21089" y="20204"/>
                  </a:cubicBezTo>
                  <a:cubicBezTo>
                    <a:pt x="20672" y="20059"/>
                    <a:pt x="20122" y="19758"/>
                    <a:pt x="19770" y="19483"/>
                  </a:cubicBezTo>
                  <a:cubicBezTo>
                    <a:pt x="18945" y="18838"/>
                    <a:pt x="18180" y="17780"/>
                    <a:pt x="17475" y="16309"/>
                  </a:cubicBezTo>
                  <a:cubicBezTo>
                    <a:pt x="16698" y="14686"/>
                    <a:pt x="16080" y="12918"/>
                    <a:pt x="14809" y="8687"/>
                  </a:cubicBezTo>
                  <a:cubicBezTo>
                    <a:pt x="13617" y="4718"/>
                    <a:pt x="13120" y="3262"/>
                    <a:pt x="12571" y="2122"/>
                  </a:cubicBezTo>
                  <a:cubicBezTo>
                    <a:pt x="11965" y="865"/>
                    <a:pt x="11377" y="348"/>
                    <a:pt x="10795" y="564"/>
                  </a:cubicBezTo>
                  <a:cubicBezTo>
                    <a:pt x="10092" y="826"/>
                    <a:pt x="9353" y="2244"/>
                    <a:pt x="8408" y="5147"/>
                  </a:cubicBezTo>
                  <a:cubicBezTo>
                    <a:pt x="8183" y="5836"/>
                    <a:pt x="7654" y="7567"/>
                    <a:pt x="7110" y="9391"/>
                  </a:cubicBezTo>
                  <a:cubicBezTo>
                    <a:pt x="5697" y="14126"/>
                    <a:pt x="4715" y="16572"/>
                    <a:pt x="3587" y="18169"/>
                  </a:cubicBezTo>
                  <a:cubicBezTo>
                    <a:pt x="3291" y="18588"/>
                    <a:pt x="2690" y="19231"/>
                    <a:pt x="2354" y="19490"/>
                  </a:cubicBezTo>
                  <a:cubicBezTo>
                    <a:pt x="1853" y="19875"/>
                    <a:pt x="1255" y="20167"/>
                    <a:pt x="645" y="20325"/>
                  </a:cubicBezTo>
                  <a:cubicBezTo>
                    <a:pt x="141" y="20455"/>
                    <a:pt x="134" y="20457"/>
                    <a:pt x="116" y="20407"/>
                  </a:cubicBezTo>
                  <a:cubicBezTo>
                    <a:pt x="107" y="20383"/>
                    <a:pt x="103" y="15679"/>
                    <a:pt x="108" y="9954"/>
                  </a:cubicBezTo>
                  <a:lnTo>
                    <a:pt x="116" y="0"/>
                  </a:lnTo>
                  <a:lnTo>
                    <a:pt x="0" y="0"/>
                  </a:lnTo>
                  <a:close/>
                </a:path>
              </a:pathLst>
            </a:custGeom>
            <a:ln w="12700" cap="flat">
              <a:noFill/>
              <a:miter lim="400000"/>
            </a:ln>
            <a:effectLst/>
          </p:spPr>
        </p:pic>
        <p:sp>
          <p:nvSpPr>
            <p:cNvPr id="1220" name="Line"/>
            <p:cNvSpPr/>
            <p:nvPr/>
          </p:nvSpPr>
          <p:spPr>
            <a:xfrm flipV="1">
              <a:off x="71294" y="0"/>
              <a:ext cx="1" cy="8824712"/>
            </a:xfrm>
            <a:prstGeom prst="line">
              <a:avLst/>
            </a:prstGeom>
            <a:noFill/>
            <a:ln w="25400" cap="flat">
              <a:solidFill>
                <a:srgbClr val="000000"/>
              </a:solidFill>
              <a:prstDash val="solid"/>
              <a:miter lim="400000"/>
              <a:tailEnd type="triangle" w="med" len="med"/>
            </a:ln>
            <a:effectLst/>
          </p:spPr>
          <p:txBody>
            <a:bodyPr wrap="square" lIns="0" tIns="0" rIns="0" bIns="0" numCol="1" anchor="ctr">
              <a:noAutofit/>
            </a:bodyPr>
            <a:lstStyle/>
            <a:p>
              <a:pPr>
                <a:defRPr sz="3200">
                  <a:solidFill>
                    <a:srgbClr val="FFFFFF"/>
                  </a:solidFill>
                  <a:latin typeface="+mn-lt"/>
                  <a:ea typeface="+mn-ea"/>
                  <a:cs typeface="+mn-cs"/>
                  <a:sym typeface="Helvetica Neue Medium"/>
                </a:defRPr>
              </a:pPr>
              <a:endParaRPr sz="1600"/>
            </a:p>
          </p:txBody>
        </p:sp>
        <p:sp>
          <p:nvSpPr>
            <p:cNvPr id="1221" name="Line"/>
            <p:cNvSpPr/>
            <p:nvPr/>
          </p:nvSpPr>
          <p:spPr>
            <a:xfrm>
              <a:off x="61185" y="8839559"/>
              <a:ext cx="9614761" cy="1"/>
            </a:xfrm>
            <a:prstGeom prst="line">
              <a:avLst/>
            </a:prstGeom>
            <a:noFill/>
            <a:ln w="25400" cap="flat">
              <a:solidFill>
                <a:srgbClr val="000000"/>
              </a:solidFill>
              <a:prstDash val="solid"/>
              <a:miter lim="400000"/>
              <a:tailEnd type="triangle" w="med" len="med"/>
            </a:ln>
            <a:effectLst/>
          </p:spPr>
          <p:txBody>
            <a:bodyPr wrap="square" lIns="0" tIns="0" rIns="0" bIns="0" numCol="1" anchor="ctr">
              <a:noAutofit/>
            </a:bodyPr>
            <a:lstStyle/>
            <a:p>
              <a:pPr>
                <a:defRPr sz="3200">
                  <a:solidFill>
                    <a:srgbClr val="FFFFFF"/>
                  </a:solidFill>
                  <a:latin typeface="+mn-lt"/>
                  <a:ea typeface="+mn-ea"/>
                  <a:cs typeface="+mn-cs"/>
                  <a:sym typeface="Helvetica Neue Medium"/>
                </a:defRPr>
              </a:pPr>
              <a:endParaRPr sz="1600"/>
            </a:p>
          </p:txBody>
        </p:sp>
      </p:grpSp>
      <p:sp>
        <p:nvSpPr>
          <p:cNvPr id="1223" name="p-value:"/>
          <p:cNvSpPr txBox="1"/>
          <p:nvPr/>
        </p:nvSpPr>
        <p:spPr>
          <a:xfrm>
            <a:off x="7001834" y="3064828"/>
            <a:ext cx="936154" cy="328295"/>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25400" tIns="25400" rIns="25400" bIns="25400" anchor="ctr">
            <a:spAutoFit/>
          </a:bodyPr>
          <a:lstStyle/>
          <a:p>
            <a:r>
              <a:t>p-value: </a:t>
            </a:r>
          </a:p>
        </p:txBody>
      </p:sp>
      <p:sp>
        <p:nvSpPr>
          <p:cNvPr id="1225" name="Rectangle"/>
          <p:cNvSpPr/>
          <p:nvPr/>
        </p:nvSpPr>
        <p:spPr>
          <a:xfrm>
            <a:off x="6744194" y="2777289"/>
            <a:ext cx="4596907" cy="903373"/>
          </a:xfrm>
          <a:prstGeom prst="rect">
            <a:avLst/>
          </a:prstGeom>
          <a:ln w="25400">
            <a:solidFill>
              <a:schemeClr val="accent1"/>
            </a:solidFill>
            <a:miter lim="400000"/>
          </a:ln>
        </p:spPr>
        <p:txBody>
          <a:bodyPr lIns="0" tIns="0" rIns="0" bIns="0" anchor="ctr"/>
          <a:lstStyle/>
          <a:p>
            <a:pPr>
              <a:defRPr sz="3200">
                <a:solidFill>
                  <a:srgbClr val="FFFFFF"/>
                </a:solidFill>
                <a:latin typeface="+mn-lt"/>
                <a:ea typeface="+mn-ea"/>
                <a:cs typeface="+mn-cs"/>
                <a:sym typeface="Helvetica Neue Medium"/>
              </a:defRPr>
            </a:pPr>
            <a:endParaRPr sz="1600"/>
          </a:p>
        </p:txBody>
      </p:sp>
      <p:pic>
        <p:nvPicPr>
          <p:cNvPr id="1226" name="Image" descr="Image"/>
          <p:cNvPicPr>
            <a:picLocks noChangeAspect="1"/>
          </p:cNvPicPr>
          <p:nvPr/>
        </p:nvPicPr>
        <p:blipFill>
          <a:blip r:embed="rId3"/>
          <a:srcRect l="76867"/>
          <a:stretch>
            <a:fillRect/>
          </a:stretch>
        </p:blipFill>
        <p:spPr>
          <a:xfrm>
            <a:off x="3037050" y="1008106"/>
            <a:ext cx="962151" cy="571501"/>
          </a:xfrm>
          <a:prstGeom prst="rect">
            <a:avLst/>
          </a:prstGeom>
          <a:ln w="12700">
            <a:miter lim="400000"/>
          </a:ln>
        </p:spPr>
      </p:pic>
      <mc:AlternateContent xmlns:mc="http://schemas.openxmlformats.org/markup-compatibility/2006" xmlns:a14="http://schemas.microsoft.com/office/drawing/2010/main">
        <mc:Choice Requires="a14">
          <p:sp>
            <p:nvSpPr>
              <p:cNvPr id="1227" name="Equation"/>
              <p:cNvSpPr txBox="1"/>
              <p:nvPr/>
            </p:nvSpPr>
            <p:spPr>
              <a:xfrm>
                <a:off x="8037899" y="2912040"/>
                <a:ext cx="2151130" cy="492443"/>
              </a:xfrm>
              <a:prstGeom prst="rect">
                <a:avLst/>
              </a:prstGeom>
              <a:ln w="12700">
                <a:miter lim="400000"/>
              </a:ln>
            </p:spPr>
            <p:txBody>
              <a:bodyPr wrap="square" lIns="0" tIns="0" rIns="0" bIns="0">
                <a:spAutoFit/>
              </a:bodyPr>
              <a:lstStyle/>
              <a:p>
                <a:pPr defTabSz="457200" latinLnBrk="1">
                  <a:defRPr sz="1800"/>
                </a:pPr>
                <a14:m>
                  <m:oMathPara xmlns:m="http://schemas.openxmlformats.org/officeDocument/2006/math">
                    <m:oMathParaPr>
                      <m:jc m:val="centerGroup"/>
                    </m:oMathParaPr>
                    <m:oMath xmlns:m="http://schemas.openxmlformats.org/officeDocument/2006/math">
                      <m:r>
                        <a:rPr lang="ar-AE" sz="3200" i="1" smtClean="0">
                          <a:solidFill>
                            <a:srgbClr val="000000"/>
                          </a:solidFill>
                          <a:latin typeface="Cambria Math" panose="02040503050406030204" pitchFamily="18" charset="0"/>
                        </a:rPr>
                        <m:t>𝑃</m:t>
                      </m:r>
                      <m:r>
                        <a:rPr lang="ar-AE" sz="3200" i="1" smtClean="0">
                          <a:solidFill>
                            <a:srgbClr val="000000"/>
                          </a:solidFill>
                          <a:latin typeface="Cambria Math" panose="02040503050406030204" pitchFamily="18" charset="0"/>
                        </a:rPr>
                        <m:t>(|</m:t>
                      </m:r>
                      <m:r>
                        <a:rPr lang="ar-AE" sz="3200" i="1" smtClean="0">
                          <a:solidFill>
                            <a:srgbClr val="000000"/>
                          </a:solidFill>
                          <a:latin typeface="Cambria Math" panose="02040503050406030204" pitchFamily="18" charset="0"/>
                        </a:rPr>
                        <m:t>𝑍</m:t>
                      </m:r>
                      <m:r>
                        <a:rPr lang="ar-AE" sz="3200" i="1" smtClean="0">
                          <a:solidFill>
                            <a:srgbClr val="000000"/>
                          </a:solidFill>
                          <a:latin typeface="Cambria Math" panose="02040503050406030204" pitchFamily="18" charset="0"/>
                        </a:rPr>
                        <m:t>|&gt;|</m:t>
                      </m:r>
                      <m:acc>
                        <m:accPr>
                          <m:chr m:val="̂"/>
                          <m:ctrlPr>
                            <a:rPr lang="ar-AE" sz="3200" i="1">
                              <a:latin typeface="Cambria Math" panose="02040503050406030204" pitchFamily="18" charset="0"/>
                            </a:rPr>
                          </m:ctrlPr>
                        </m:accPr>
                        <m:e>
                          <m:r>
                            <a:rPr lang="ar-AE" sz="3200" i="1">
                              <a:latin typeface="Cambria Math" panose="02040503050406030204" pitchFamily="18" charset="0"/>
                            </a:rPr>
                            <m:t>𝑧</m:t>
                          </m:r>
                        </m:e>
                      </m:acc>
                      <m:r>
                        <a:rPr lang="ar-AE" sz="3200" b="0" i="1" smtClean="0">
                          <a:latin typeface="Cambria Math" panose="02040503050406030204" pitchFamily="18" charset="0"/>
                        </a:rPr>
                        <m:t>|</m:t>
                      </m:r>
                      <m:r>
                        <a:rPr lang="ar-AE" sz="3200" i="1">
                          <a:solidFill>
                            <a:srgbClr val="000000"/>
                          </a:solidFill>
                          <a:latin typeface="Cambria Math" panose="02040503050406030204" pitchFamily="18" charset="0"/>
                        </a:rPr>
                        <m:t>)</m:t>
                      </m:r>
                    </m:oMath>
                  </m:oMathPara>
                </a14:m>
                <a:endParaRPr sz="3200" dirty="0"/>
              </a:p>
            </p:txBody>
          </p:sp>
        </mc:Choice>
        <mc:Fallback xmlns="">
          <p:sp>
            <p:nvSpPr>
              <p:cNvPr id="1227" name="Equation"/>
              <p:cNvSpPr txBox="1">
                <a:spLocks noRot="1" noChangeAspect="1" noMove="1" noResize="1" noEditPoints="1" noAdjustHandles="1" noChangeArrowheads="1" noChangeShapeType="1" noTextEdit="1"/>
              </p:cNvSpPr>
              <p:nvPr/>
            </p:nvSpPr>
            <p:spPr>
              <a:xfrm>
                <a:off x="8037899" y="2912040"/>
                <a:ext cx="2151130" cy="492443"/>
              </a:xfrm>
              <a:prstGeom prst="rect">
                <a:avLst/>
              </a:prstGeom>
              <a:blipFill>
                <a:blip r:embed="rId4"/>
                <a:stretch>
                  <a:fillRect l="-5294" t="-17949" r="-7647" b="-38462"/>
                </a:stretch>
              </a:blipFill>
              <a:ln w="12700">
                <a:miter lim="400000"/>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B3304C45-725D-DFBF-1145-DCF078DC4117}"/>
                  </a:ext>
                </a:extLst>
              </p:cNvPr>
              <p:cNvSpPr txBox="1"/>
              <p:nvPr/>
            </p:nvSpPr>
            <p:spPr>
              <a:xfrm>
                <a:off x="5447807" y="1156477"/>
                <a:ext cx="6639718" cy="1255600"/>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𝑧</m:t>
                          </m:r>
                        </m:e>
                      </m:acc>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acc>
                            <m:accPr>
                              <m:chr m:val="̂"/>
                              <m:ctrlPr>
                                <a:rPr lang="ar-AE" sz="2400" i="1">
                                  <a:solidFill>
                                    <a:srgbClr val="000000"/>
                                  </a:solidFill>
                                  <a:latin typeface="Cambria Math" panose="02040503050406030204" pitchFamily="18" charset="0"/>
                                </a:rPr>
                              </m:ctrlPr>
                            </m:accPr>
                            <m:e>
                              <m:sSub>
                                <m:sSubPr>
                                  <m:ctrlPr>
                                    <a:rPr lang="ar-AE"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𝐴</m:t>
                                  </m:r>
                                </m:sub>
                              </m:sSub>
                            </m:e>
                          </m:acc>
                          <m:r>
                            <a:rPr lang="en-US" sz="2400" b="0" i="1" smtClean="0">
                              <a:solidFill>
                                <a:srgbClr val="000000"/>
                              </a:solidFill>
                              <a:latin typeface="Cambria Math" panose="02040503050406030204" pitchFamily="18" charset="0"/>
                            </a:rPr>
                            <m:t>−</m:t>
                          </m:r>
                          <m:acc>
                            <m:accPr>
                              <m:chr m:val="̂"/>
                              <m:ctrlPr>
                                <a:rPr lang="ar-AE" sz="2400" i="1">
                                  <a:solidFill>
                                    <a:srgbClr val="000000"/>
                                  </a:solidFill>
                                  <a:latin typeface="Cambria Math" panose="02040503050406030204" pitchFamily="18" charset="0"/>
                                </a:rPr>
                              </m:ctrlPr>
                            </m:accPr>
                            <m:e>
                              <m:sSub>
                                <m:sSubPr>
                                  <m:ctrlPr>
                                    <a:rPr lang="ar-AE"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𝐵</m:t>
                                  </m:r>
                                </m:sub>
                              </m:sSub>
                            </m:e>
                          </m:acc>
                        </m:num>
                        <m:den>
                          <m:rad>
                            <m:radPr>
                              <m:degHide m:val="on"/>
                              <m:ctrlPr>
                                <a:rPr lang="en-US" sz="2400" b="0" i="1" smtClean="0">
                                  <a:latin typeface="Cambria Math" panose="02040503050406030204" pitchFamily="18" charset="0"/>
                                </a:rPr>
                              </m:ctrlPr>
                            </m:radPr>
                            <m:deg/>
                            <m:e>
                              <m:f>
                                <m:fPr>
                                  <m:ctrlPr>
                                    <a:rPr lang="ar-AE" sz="2400" i="1">
                                      <a:solidFill>
                                        <a:srgbClr val="000000"/>
                                      </a:solidFill>
                                      <a:latin typeface="Cambria Math" panose="02040503050406030204" pitchFamily="18" charset="0"/>
                                    </a:rPr>
                                  </m:ctrlPr>
                                </m:fPr>
                                <m:num>
                                  <m:acc>
                                    <m:accPr>
                                      <m:chr m:val="̂"/>
                                      <m:ctrlPr>
                                        <a:rPr lang="ar-AE" sz="2800" i="1">
                                          <a:solidFill>
                                            <a:srgbClr val="000000"/>
                                          </a:solidFill>
                                          <a:latin typeface="Cambria Math" panose="02040503050406030204" pitchFamily="18" charset="0"/>
                                        </a:rPr>
                                      </m:ctrlPr>
                                    </m:accPr>
                                    <m:e>
                                      <m:sSub>
                                        <m:sSubPr>
                                          <m:ctrlPr>
                                            <a:rPr lang="ar-AE"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𝑝</m:t>
                                          </m:r>
                                        </m:e>
                                        <m:sub>
                                          <m:r>
                                            <a:rPr lang="en-US" sz="2800" i="1">
                                              <a:solidFill>
                                                <a:srgbClr val="000000"/>
                                              </a:solidFill>
                                              <a:latin typeface="Cambria Math" panose="02040503050406030204" pitchFamily="18" charset="0"/>
                                            </a:rPr>
                                            <m:t>𝐴</m:t>
                                          </m:r>
                                        </m:sub>
                                      </m:sSub>
                                    </m:e>
                                  </m:acc>
                                  <m:r>
                                    <a:rPr lang="ar-AE" sz="2400" i="1">
                                      <a:solidFill>
                                        <a:srgbClr val="000000"/>
                                      </a:solidFill>
                                      <a:latin typeface="Cambria Math" panose="02040503050406030204" pitchFamily="18" charset="0"/>
                                    </a:rPr>
                                    <m:t>(1−</m:t>
                                  </m:r>
                                  <m:acc>
                                    <m:accPr>
                                      <m:chr m:val="̂"/>
                                      <m:ctrlPr>
                                        <a:rPr lang="ar-AE" sz="2400" i="1">
                                          <a:solidFill>
                                            <a:srgbClr val="000000"/>
                                          </a:solidFill>
                                          <a:latin typeface="Cambria Math" panose="02040503050406030204" pitchFamily="18" charset="0"/>
                                        </a:rPr>
                                      </m:ctrlPr>
                                    </m:accPr>
                                    <m:e>
                                      <m:sSub>
                                        <m:sSubPr>
                                          <m:ctrlPr>
                                            <a:rPr lang="ar-AE"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i="1">
                                              <a:solidFill>
                                                <a:srgbClr val="000000"/>
                                              </a:solidFill>
                                              <a:latin typeface="Cambria Math" panose="02040503050406030204" pitchFamily="18" charset="0"/>
                                            </a:rPr>
                                            <m:t>𝐴</m:t>
                                          </m:r>
                                        </m:sub>
                                      </m:sSub>
                                    </m:e>
                                  </m:acc>
                                  <m:r>
                                    <a:rPr lang="ar-AE" sz="2400" i="1">
                                      <a:solidFill>
                                        <a:srgbClr val="000000"/>
                                      </a:solidFill>
                                      <a:latin typeface="Cambria Math" panose="02040503050406030204" pitchFamily="18" charset="0"/>
                                    </a:rPr>
                                    <m:t>)</m:t>
                                  </m:r>
                                </m:num>
                                <m:den>
                                  <m:r>
                                    <a:rPr lang="ar-AE" sz="2400" i="1">
                                      <a:solidFill>
                                        <a:srgbClr val="000000"/>
                                      </a:solidFill>
                                      <a:latin typeface="Cambria Math" panose="02040503050406030204" pitchFamily="18" charset="0"/>
                                    </a:rPr>
                                    <m:t>𝑛</m:t>
                                  </m:r>
                                </m:den>
                              </m:f>
                            </m:e>
                          </m:rad>
                          <m:r>
                            <a:rPr lang="en-US" sz="2400" b="0" i="1" smtClean="0">
                              <a:latin typeface="Cambria Math" panose="02040503050406030204" pitchFamily="18" charset="0"/>
                            </a:rPr>
                            <m:t>+</m:t>
                          </m:r>
                          <m:f>
                            <m:fPr>
                              <m:ctrlPr>
                                <a:rPr lang="ar-AE" sz="2400" i="1">
                                  <a:solidFill>
                                    <a:srgbClr val="000000"/>
                                  </a:solidFill>
                                  <a:latin typeface="Cambria Math" panose="02040503050406030204" pitchFamily="18" charset="0"/>
                                </a:rPr>
                              </m:ctrlPr>
                            </m:fPr>
                            <m:num>
                              <m:acc>
                                <m:accPr>
                                  <m:chr m:val="̂"/>
                                  <m:ctrlPr>
                                    <a:rPr lang="ar-AE" sz="2800" i="1">
                                      <a:solidFill>
                                        <a:srgbClr val="000000"/>
                                      </a:solidFill>
                                      <a:latin typeface="Cambria Math" panose="02040503050406030204" pitchFamily="18" charset="0"/>
                                    </a:rPr>
                                  </m:ctrlPr>
                                </m:accPr>
                                <m:e>
                                  <m:sSub>
                                    <m:sSubPr>
                                      <m:ctrlPr>
                                        <a:rPr lang="ar-AE" sz="2800" i="1">
                                          <a:solidFill>
                                            <a:srgbClr val="000000"/>
                                          </a:solidFill>
                                          <a:latin typeface="Cambria Math" panose="02040503050406030204" pitchFamily="18" charset="0"/>
                                        </a:rPr>
                                      </m:ctrlPr>
                                    </m:sSubPr>
                                    <m:e>
                                      <m:r>
                                        <a:rPr lang="en-US" sz="2800" i="1">
                                          <a:solidFill>
                                            <a:srgbClr val="000000"/>
                                          </a:solidFill>
                                          <a:latin typeface="Cambria Math" panose="02040503050406030204" pitchFamily="18" charset="0"/>
                                        </a:rPr>
                                        <m:t>𝑝</m:t>
                                      </m:r>
                                    </m:e>
                                    <m:sub>
                                      <m:r>
                                        <a:rPr lang="en-US" sz="2800" b="0" i="1" smtClean="0">
                                          <a:solidFill>
                                            <a:srgbClr val="000000"/>
                                          </a:solidFill>
                                          <a:latin typeface="Cambria Math" panose="02040503050406030204" pitchFamily="18" charset="0"/>
                                        </a:rPr>
                                        <m:t>𝐵</m:t>
                                      </m:r>
                                    </m:sub>
                                  </m:sSub>
                                </m:e>
                              </m:acc>
                              <m:r>
                                <a:rPr lang="ar-AE" sz="2400" i="1">
                                  <a:solidFill>
                                    <a:srgbClr val="000000"/>
                                  </a:solidFill>
                                  <a:latin typeface="Cambria Math" panose="02040503050406030204" pitchFamily="18" charset="0"/>
                                </a:rPr>
                                <m:t>(1−</m:t>
                              </m:r>
                              <m:acc>
                                <m:accPr>
                                  <m:chr m:val="̂"/>
                                  <m:ctrlPr>
                                    <a:rPr lang="ar-AE" sz="2400" i="1">
                                      <a:solidFill>
                                        <a:srgbClr val="000000"/>
                                      </a:solidFill>
                                      <a:latin typeface="Cambria Math" panose="02040503050406030204" pitchFamily="18" charset="0"/>
                                    </a:rPr>
                                  </m:ctrlPr>
                                </m:accPr>
                                <m:e>
                                  <m:sSub>
                                    <m:sSubPr>
                                      <m:ctrlPr>
                                        <a:rPr lang="ar-AE" sz="2400" i="1">
                                          <a:solidFill>
                                            <a:srgbClr val="000000"/>
                                          </a:solidFill>
                                          <a:latin typeface="Cambria Math" panose="02040503050406030204" pitchFamily="18" charset="0"/>
                                        </a:rPr>
                                      </m:ctrlPr>
                                    </m:sSubPr>
                                    <m:e>
                                      <m:r>
                                        <a:rPr lang="en-US" sz="2400" i="1">
                                          <a:solidFill>
                                            <a:srgbClr val="000000"/>
                                          </a:solidFill>
                                          <a:latin typeface="Cambria Math" panose="02040503050406030204" pitchFamily="18" charset="0"/>
                                        </a:rPr>
                                        <m:t>𝑝</m:t>
                                      </m:r>
                                    </m:e>
                                    <m:sub>
                                      <m:r>
                                        <a:rPr lang="en-US" sz="2400" b="0" i="1" smtClean="0">
                                          <a:solidFill>
                                            <a:srgbClr val="000000"/>
                                          </a:solidFill>
                                          <a:latin typeface="Cambria Math" panose="02040503050406030204" pitchFamily="18" charset="0"/>
                                        </a:rPr>
                                        <m:t>𝐵</m:t>
                                      </m:r>
                                    </m:sub>
                                  </m:sSub>
                                </m:e>
                              </m:acc>
                              <m:r>
                                <a:rPr lang="ar-AE" sz="2400" i="1">
                                  <a:solidFill>
                                    <a:srgbClr val="000000"/>
                                  </a:solidFill>
                                  <a:latin typeface="Cambria Math" panose="02040503050406030204" pitchFamily="18" charset="0"/>
                                </a:rPr>
                                <m:t>)</m:t>
                              </m:r>
                            </m:num>
                            <m:den>
                              <m:r>
                                <a:rPr lang="ar-AE" sz="2400" i="1">
                                  <a:solidFill>
                                    <a:srgbClr val="000000"/>
                                  </a:solidFill>
                                  <a:latin typeface="Cambria Math" panose="02040503050406030204" pitchFamily="18" charset="0"/>
                                </a:rPr>
                                <m:t>𝑛</m:t>
                              </m:r>
                            </m:den>
                          </m:f>
                        </m:den>
                      </m:f>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𝑁</m:t>
                      </m:r>
                      <m:r>
                        <a:rPr lang="en-US" sz="2400" b="0" i="1" smtClean="0">
                          <a:latin typeface="Cambria Math" panose="02040503050406030204" pitchFamily="18" charset="0"/>
                          <a:ea typeface="Cambria Math" panose="02040503050406030204" pitchFamily="18" charset="0"/>
                        </a:rPr>
                        <m:t>(0,1)</m:t>
                      </m:r>
                    </m:oMath>
                  </m:oMathPara>
                </a14:m>
                <a:endParaRPr lang="en-US" sz="2400" dirty="0"/>
              </a:p>
            </p:txBody>
          </p:sp>
        </mc:Choice>
        <mc:Fallback xmlns="">
          <p:sp>
            <p:nvSpPr>
              <p:cNvPr id="3" name="TextBox 2">
                <a:extLst>
                  <a:ext uri="{FF2B5EF4-FFF2-40B4-BE49-F238E27FC236}">
                    <a16:creationId xmlns:a16="http://schemas.microsoft.com/office/drawing/2014/main" id="{B3304C45-725D-DFBF-1145-DCF078DC4117}"/>
                  </a:ext>
                </a:extLst>
              </p:cNvPr>
              <p:cNvSpPr txBox="1">
                <a:spLocks noRot="1" noChangeAspect="1" noMove="1" noResize="1" noEditPoints="1" noAdjustHandles="1" noChangeArrowheads="1" noChangeShapeType="1" noTextEdit="1"/>
              </p:cNvSpPr>
              <p:nvPr/>
            </p:nvSpPr>
            <p:spPr>
              <a:xfrm>
                <a:off x="5447807" y="1156477"/>
                <a:ext cx="6639718" cy="1255600"/>
              </a:xfrm>
              <a:prstGeom prst="rect">
                <a:avLst/>
              </a:prstGeom>
              <a:blipFill>
                <a:blip r:embed="rId5"/>
                <a:stretch>
                  <a:fillRect t="-3000" b="-1000"/>
                </a:stretch>
              </a:blipFill>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42E45D33-DB0C-E4D5-22CE-4E8789CF0312}"/>
                  </a:ext>
                </a:extLst>
              </p14:cNvPr>
              <p14:cNvContentPartPr/>
              <p14:nvPr/>
            </p14:nvContentPartPr>
            <p14:xfrm>
              <a:off x="3159360" y="186480"/>
              <a:ext cx="7701120" cy="6065280"/>
            </p14:xfrm>
          </p:contentPart>
        </mc:Choice>
        <mc:Fallback xmlns="">
          <p:pic>
            <p:nvPicPr>
              <p:cNvPr id="2" name="Ink 1">
                <a:extLst>
                  <a:ext uri="{FF2B5EF4-FFF2-40B4-BE49-F238E27FC236}">
                    <a16:creationId xmlns:a16="http://schemas.microsoft.com/office/drawing/2014/main" id="{42E45D33-DB0C-E4D5-22CE-4E8789CF0312}"/>
                  </a:ext>
                </a:extLst>
              </p:cNvPr>
              <p:cNvPicPr/>
              <p:nvPr/>
            </p:nvPicPr>
            <p:blipFill>
              <a:blip r:embed="rId7"/>
              <a:stretch>
                <a:fillRect/>
              </a:stretch>
            </p:blipFill>
            <p:spPr>
              <a:xfrm>
                <a:off x="3150000" y="177120"/>
                <a:ext cx="7719840" cy="6084000"/>
              </a:xfrm>
              <a:prstGeom prst="rect">
                <a:avLst/>
              </a:prstGeom>
            </p:spPr>
          </p:pic>
        </mc:Fallback>
      </mc:AlternateContent>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 name="Running a Hypothesis Test"/>
          <p:cNvSpPr txBox="1">
            <a:spLocks noGrp="1"/>
          </p:cNvSpPr>
          <p:nvPr>
            <p:ph type="title"/>
          </p:nvPr>
        </p:nvSpPr>
        <p:spPr>
          <a:prstGeom prst="rect">
            <a:avLst/>
          </a:prstGeom>
        </p:spPr>
        <p:txBody>
          <a:bodyPr/>
          <a:lstStyle/>
          <a:p>
            <a:r>
              <a:t>Running a Hypothesis Test</a:t>
            </a:r>
          </a:p>
        </p:txBody>
      </p:sp>
      <p:sp>
        <p:nvSpPr>
          <p:cNvPr id="1230"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32</a:t>
            </a:fld>
            <a:endParaRPr/>
          </a:p>
        </p:txBody>
      </p:sp>
      <p:pic>
        <p:nvPicPr>
          <p:cNvPr id="1231" name="Image" descr="Image"/>
          <p:cNvPicPr>
            <a:picLocks noChangeAspect="1"/>
          </p:cNvPicPr>
          <p:nvPr/>
        </p:nvPicPr>
        <p:blipFill>
          <a:blip r:embed="rId2"/>
          <a:srcRect l="2680" t="2680" r="2682" b="2680"/>
          <a:stretch>
            <a:fillRect/>
          </a:stretch>
        </p:blipFill>
        <p:spPr>
          <a:xfrm>
            <a:off x="485565" y="2199976"/>
            <a:ext cx="4110435" cy="395486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14" y="21600"/>
                </a:lnTo>
                <a:cubicBezTo>
                  <a:pt x="108" y="21512"/>
                  <a:pt x="103" y="21349"/>
                  <a:pt x="107" y="21087"/>
                </a:cubicBezTo>
                <a:lnTo>
                  <a:pt x="116" y="20512"/>
                </a:lnTo>
                <a:lnTo>
                  <a:pt x="556" y="20397"/>
                </a:lnTo>
                <a:cubicBezTo>
                  <a:pt x="798" y="20334"/>
                  <a:pt x="1096" y="20242"/>
                  <a:pt x="1217" y="20194"/>
                </a:cubicBezTo>
                <a:cubicBezTo>
                  <a:pt x="2709" y="19607"/>
                  <a:pt x="3826" y="18301"/>
                  <a:pt x="4906" y="15881"/>
                </a:cubicBezTo>
                <a:cubicBezTo>
                  <a:pt x="5616" y="14291"/>
                  <a:pt x="6229" y="12493"/>
                  <a:pt x="7464" y="8370"/>
                </a:cubicBezTo>
                <a:cubicBezTo>
                  <a:pt x="8970" y="3345"/>
                  <a:pt x="9586" y="1776"/>
                  <a:pt x="10376" y="954"/>
                </a:cubicBezTo>
                <a:cubicBezTo>
                  <a:pt x="10665" y="653"/>
                  <a:pt x="10819" y="567"/>
                  <a:pt x="11071" y="570"/>
                </a:cubicBezTo>
                <a:cubicBezTo>
                  <a:pt x="11425" y="574"/>
                  <a:pt x="11769" y="859"/>
                  <a:pt x="12156" y="1469"/>
                </a:cubicBezTo>
                <a:cubicBezTo>
                  <a:pt x="12805" y="2494"/>
                  <a:pt x="13391" y="4110"/>
                  <a:pt x="14712" y="8528"/>
                </a:cubicBezTo>
                <a:cubicBezTo>
                  <a:pt x="15640" y="11629"/>
                  <a:pt x="16102" y="13051"/>
                  <a:pt x="16642" y="14463"/>
                </a:cubicBezTo>
                <a:cubicBezTo>
                  <a:pt x="17844" y="17610"/>
                  <a:pt x="18937" y="19193"/>
                  <a:pt x="20450" y="19980"/>
                </a:cubicBezTo>
                <a:cubicBezTo>
                  <a:pt x="20825" y="20175"/>
                  <a:pt x="21038" y="20253"/>
                  <a:pt x="21585" y="20396"/>
                </a:cubicBezTo>
                <a:lnTo>
                  <a:pt x="21600" y="20400"/>
                </a:lnTo>
                <a:lnTo>
                  <a:pt x="21600" y="20353"/>
                </a:lnTo>
                <a:cubicBezTo>
                  <a:pt x="21439" y="20312"/>
                  <a:pt x="21256" y="20262"/>
                  <a:pt x="21089" y="20204"/>
                </a:cubicBezTo>
                <a:cubicBezTo>
                  <a:pt x="20672" y="20059"/>
                  <a:pt x="20122" y="19758"/>
                  <a:pt x="19771" y="19483"/>
                </a:cubicBezTo>
                <a:cubicBezTo>
                  <a:pt x="18946" y="18838"/>
                  <a:pt x="18180" y="17780"/>
                  <a:pt x="17476" y="16309"/>
                </a:cubicBezTo>
                <a:cubicBezTo>
                  <a:pt x="16699" y="14687"/>
                  <a:pt x="16080" y="12918"/>
                  <a:pt x="14809" y="8687"/>
                </a:cubicBezTo>
                <a:cubicBezTo>
                  <a:pt x="13617" y="4718"/>
                  <a:pt x="13120" y="3262"/>
                  <a:pt x="12571" y="2122"/>
                </a:cubicBezTo>
                <a:cubicBezTo>
                  <a:pt x="11965" y="865"/>
                  <a:pt x="11377" y="348"/>
                  <a:pt x="10795" y="565"/>
                </a:cubicBezTo>
                <a:cubicBezTo>
                  <a:pt x="10092" y="826"/>
                  <a:pt x="9353" y="2244"/>
                  <a:pt x="8408" y="5147"/>
                </a:cubicBezTo>
                <a:cubicBezTo>
                  <a:pt x="8184" y="5836"/>
                  <a:pt x="7654" y="7567"/>
                  <a:pt x="7110" y="9391"/>
                </a:cubicBezTo>
                <a:cubicBezTo>
                  <a:pt x="5697" y="14126"/>
                  <a:pt x="4715" y="16571"/>
                  <a:pt x="3587" y="18169"/>
                </a:cubicBezTo>
                <a:cubicBezTo>
                  <a:pt x="3291" y="18588"/>
                  <a:pt x="2690" y="19231"/>
                  <a:pt x="2354" y="19490"/>
                </a:cubicBezTo>
                <a:cubicBezTo>
                  <a:pt x="1853" y="19875"/>
                  <a:pt x="1255" y="20167"/>
                  <a:pt x="644" y="20325"/>
                </a:cubicBezTo>
                <a:cubicBezTo>
                  <a:pt x="141" y="20456"/>
                  <a:pt x="134" y="20457"/>
                  <a:pt x="116" y="20408"/>
                </a:cubicBezTo>
                <a:cubicBezTo>
                  <a:pt x="107" y="20383"/>
                  <a:pt x="103" y="15679"/>
                  <a:pt x="107" y="9955"/>
                </a:cubicBezTo>
                <a:lnTo>
                  <a:pt x="116" y="0"/>
                </a:lnTo>
                <a:lnTo>
                  <a:pt x="0" y="0"/>
                </a:lnTo>
                <a:close/>
              </a:path>
            </a:pathLst>
          </a:custGeom>
          <a:ln w="12700">
            <a:miter lim="400000"/>
          </a:ln>
        </p:spPr>
      </p:pic>
      <p:sp>
        <p:nvSpPr>
          <p:cNvPr id="1232" name="Line"/>
          <p:cNvSpPr/>
          <p:nvPr/>
        </p:nvSpPr>
        <p:spPr>
          <a:xfrm flipV="1">
            <a:off x="516045" y="2193099"/>
            <a:ext cx="1" cy="3772735"/>
          </a:xfrm>
          <a:prstGeom prst="line">
            <a:avLst/>
          </a:prstGeom>
          <a:ln w="25400">
            <a:solidFill>
              <a:srgbClr val="000000"/>
            </a:solidFill>
            <a:miter lim="400000"/>
            <a:tailEnd type="triangle"/>
          </a:ln>
        </p:spPr>
        <p:txBody>
          <a:bodyPr lIns="0" tIns="0" rIns="0" bIns="0" anchor="ctr"/>
          <a:lstStyle/>
          <a:p>
            <a:pPr>
              <a:defRPr sz="3200">
                <a:solidFill>
                  <a:srgbClr val="FFFFFF"/>
                </a:solidFill>
                <a:latin typeface="+mn-lt"/>
                <a:ea typeface="+mn-ea"/>
                <a:cs typeface="+mn-cs"/>
                <a:sym typeface="Helvetica Neue Medium"/>
              </a:defRPr>
            </a:pPr>
            <a:endParaRPr sz="1600"/>
          </a:p>
        </p:txBody>
      </p:sp>
      <p:sp>
        <p:nvSpPr>
          <p:cNvPr id="1233" name="Line"/>
          <p:cNvSpPr/>
          <p:nvPr/>
        </p:nvSpPr>
        <p:spPr>
          <a:xfrm>
            <a:off x="511723" y="5972182"/>
            <a:ext cx="4110496" cy="1"/>
          </a:xfrm>
          <a:prstGeom prst="line">
            <a:avLst/>
          </a:prstGeom>
          <a:ln w="25400">
            <a:solidFill>
              <a:srgbClr val="000000"/>
            </a:solidFill>
            <a:miter lim="400000"/>
            <a:tailEnd type="triangle"/>
          </a:ln>
        </p:spPr>
        <p:txBody>
          <a:bodyPr lIns="0" tIns="0" rIns="0" bIns="0" anchor="ctr"/>
          <a:lstStyle/>
          <a:p>
            <a:pPr>
              <a:defRPr sz="3200">
                <a:solidFill>
                  <a:srgbClr val="FFFFFF"/>
                </a:solidFill>
                <a:latin typeface="+mn-lt"/>
                <a:ea typeface="+mn-ea"/>
                <a:cs typeface="+mn-cs"/>
                <a:sym typeface="Helvetica Neue Medium"/>
              </a:defRPr>
            </a:pPr>
            <a:endParaRPr sz="1600"/>
          </a:p>
        </p:txBody>
      </p:sp>
      <mc:AlternateContent xmlns:mc="http://schemas.openxmlformats.org/markup-compatibility/2006" xmlns:a14="http://schemas.microsoft.com/office/drawing/2010/main">
        <mc:Choice Requires="a14">
          <p:sp>
            <p:nvSpPr>
              <p:cNvPr id="1234" name="Choose a null and alternative hypothesis.…"/>
              <p:cNvSpPr txBox="1"/>
              <p:nvPr/>
            </p:nvSpPr>
            <p:spPr>
              <a:xfrm>
                <a:off x="4984827" y="1856888"/>
                <a:ext cx="6473244" cy="2432076"/>
              </a:xfrm>
              <a:prstGeom prst="rect">
                <a:avLst/>
              </a:prstGeom>
              <a:ln w="12700">
                <a:miter lim="400000"/>
              </a:ln>
              <a:extLst>
                <a:ext uri="{C572A759-6A51-4108-AA02-DFA0A04FC94B}">
                  <ma14:wrappingTextBoxFlag xmlns="" xmlns:m="http://schemas.openxmlformats.org/officeDocument/2006/math" xmlns:ma14="http://schemas.microsoft.com/office/mac/drawingml/2011/main" val="1"/>
                </a:ext>
              </a:extLst>
            </p:spPr>
            <p:txBody>
              <a:bodyPr lIns="25400" tIns="25400" rIns="25400" bIns="25400" anchor="ctr">
                <a:spAutoFit/>
              </a:bodyPr>
              <a:lstStyle/>
              <a:p>
                <a:pPr marL="370417" indent="-370417">
                  <a:buSzPct val="100000"/>
                  <a:buAutoNum type="arabicPeriod"/>
                </a:pPr>
                <a:r>
                  <a:rPr sz="2400" dirty="0"/>
                  <a:t>Choose a null and alternative hypothesis.</a:t>
                </a:r>
              </a:p>
              <a:p>
                <a:pPr marL="370417" indent="-370417">
                  <a:buSzPct val="100000"/>
                  <a:buAutoNum type="arabicPeriod"/>
                </a:pPr>
                <a:r>
                  <a:rPr sz="2400" dirty="0"/>
                  <a:t>Choose a </a:t>
                </a:r>
                <a:r>
                  <a:rPr sz="2400" dirty="0">
                    <a:latin typeface="Avenir Heavy"/>
                    <a:ea typeface="Avenir Heavy"/>
                    <a:cs typeface="Avenir Heavy"/>
                    <a:sym typeface="Avenir Heavy"/>
                  </a:rPr>
                  <a:t>significance level</a:t>
                </a:r>
                <a:r>
                  <a:rPr sz="2400" dirty="0"/>
                  <a:t> </a:t>
                </a:r>
                <a14:m>
                  <m:oMath xmlns:m="http://schemas.openxmlformats.org/officeDocument/2006/math">
                    <m:r>
                      <a:rPr sz="2800" i="1">
                        <a:solidFill>
                          <a:srgbClr val="000000"/>
                        </a:solidFill>
                        <a:latin typeface="Cambria Math" panose="02040503050406030204" pitchFamily="18" charset="0"/>
                      </a:rPr>
                      <m:t>𝛼</m:t>
                    </m:r>
                  </m:oMath>
                </a14:m>
                <a:r>
                  <a:rPr sz="2400" dirty="0"/>
                  <a:t>, generally 5%, 10%</a:t>
                </a:r>
              </a:p>
              <a:p>
                <a:pPr marL="370417" indent="-370417">
                  <a:buSzPct val="100000"/>
                  <a:buAutoNum type="arabicPeriod"/>
                </a:pPr>
                <a:r>
                  <a:rPr sz="2400" dirty="0"/>
                  <a:t>Compute</a:t>
                </a:r>
                <a:r>
                  <a:rPr lang="en-US" sz="2400" b="0" dirty="0"/>
                  <a:t> </a:t>
                </a:r>
                <a14:m>
                  <m:oMath xmlns:m="http://schemas.openxmlformats.org/officeDocument/2006/math">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𝑧</m:t>
                        </m:r>
                      </m:e>
                    </m:acc>
                  </m:oMath>
                </a14:m>
                <a:endParaRPr sz="2400" dirty="0"/>
              </a:p>
              <a:p>
                <a:pPr marL="370417" indent="-370417">
                  <a:buSzPct val="100000"/>
                  <a:buAutoNum type="arabicPeriod"/>
                </a:pPr>
                <a:r>
                  <a:rPr sz="2400" dirty="0"/>
                  <a:t>p-value: </a:t>
                </a:r>
                <a14:m>
                  <m:oMath xmlns:m="http://schemas.openxmlformats.org/officeDocument/2006/math">
                    <m:r>
                      <a:rPr sz="2800" i="1">
                        <a:solidFill>
                          <a:srgbClr val="000000"/>
                        </a:solidFill>
                        <a:latin typeface="Cambria Math" panose="02040503050406030204" pitchFamily="18" charset="0"/>
                      </a:rPr>
                      <m:t>2</m:t>
                    </m:r>
                    <m:r>
                      <a:rPr sz="2800" i="1">
                        <a:solidFill>
                          <a:srgbClr val="000000"/>
                        </a:solidFill>
                        <a:latin typeface="Cambria Math" panose="02040503050406030204" pitchFamily="18" charset="0"/>
                      </a:rPr>
                      <m:t>𝑃</m:t>
                    </m:r>
                    <m:r>
                      <a:rPr sz="2800" i="1">
                        <a:solidFill>
                          <a:srgbClr val="000000"/>
                        </a:solidFill>
                        <a:latin typeface="Cambria Math" panose="02040503050406030204" pitchFamily="18" charset="0"/>
                      </a:rPr>
                      <m:t>(</m:t>
                    </m:r>
                    <m:r>
                      <a:rPr sz="2800" i="1">
                        <a:solidFill>
                          <a:srgbClr val="000000"/>
                        </a:solidFill>
                        <a:latin typeface="Cambria Math" panose="02040503050406030204" pitchFamily="18" charset="0"/>
                      </a:rPr>
                      <m:t>𝑍</m:t>
                    </m:r>
                    <m:r>
                      <a:rPr sz="2800" i="1">
                        <a:solidFill>
                          <a:srgbClr val="000000"/>
                        </a:solidFill>
                        <a:latin typeface="Cambria Math" panose="02040503050406030204" pitchFamily="18" charset="0"/>
                      </a:rPr>
                      <m:t>&gt;|</m:t>
                    </m:r>
                    <m:acc>
                      <m:accPr>
                        <m:chr m:val="̂"/>
                        <m:ctrlPr>
                          <a:rPr lang="en-US" sz="2800" i="1">
                            <a:latin typeface="Cambria Math" panose="02040503050406030204" pitchFamily="18" charset="0"/>
                          </a:rPr>
                        </m:ctrlPr>
                      </m:accPr>
                      <m:e>
                        <m:r>
                          <a:rPr lang="en-US" sz="2800" i="1">
                            <a:latin typeface="Cambria Math" panose="02040503050406030204" pitchFamily="18" charset="0"/>
                          </a:rPr>
                          <m:t>𝑧</m:t>
                        </m:r>
                      </m:e>
                    </m:acc>
                    <m:r>
                      <a:rPr sz="2800" i="1">
                        <a:solidFill>
                          <a:srgbClr val="000000"/>
                        </a:solidFill>
                        <a:latin typeface="Cambria Math" panose="02040503050406030204" pitchFamily="18" charset="0"/>
                      </a:rPr>
                      <m:t>|)</m:t>
                    </m:r>
                  </m:oMath>
                </a14:m>
                <a:endParaRPr sz="2400" dirty="0"/>
              </a:p>
              <a:p>
                <a:pPr marL="370417" indent="-370417">
                  <a:buSzPct val="100000"/>
                  <a:buAutoNum type="arabicPeriod"/>
                </a:pPr>
                <a:r>
                  <a:rPr sz="2400" dirty="0"/>
                  <a:t>If p-value is &lt; </a:t>
                </a:r>
                <a14:m>
                  <m:oMath xmlns:m="http://schemas.openxmlformats.org/officeDocument/2006/math">
                    <m:r>
                      <a:rPr sz="2800" i="1">
                        <a:solidFill>
                          <a:srgbClr val="000000"/>
                        </a:solidFill>
                        <a:latin typeface="Cambria Math" panose="02040503050406030204" pitchFamily="18" charset="0"/>
                      </a:rPr>
                      <m:t>𝛼</m:t>
                    </m:r>
                  </m:oMath>
                </a14:m>
                <a:r>
                  <a:rPr sz="2400" dirty="0"/>
                  <a:t>, reject the null</a:t>
                </a:r>
              </a:p>
            </p:txBody>
          </p:sp>
        </mc:Choice>
        <mc:Fallback xmlns="">
          <p:sp>
            <p:nvSpPr>
              <p:cNvPr id="1234" name="Choose a null and alternative hypothesis.…"/>
              <p:cNvSpPr txBox="1">
                <a:spLocks noRot="1" noChangeAspect="1" noMove="1" noResize="1" noEditPoints="1" noAdjustHandles="1" noChangeArrowheads="1" noChangeShapeType="1" noTextEdit="1"/>
              </p:cNvSpPr>
              <p:nvPr/>
            </p:nvSpPr>
            <p:spPr>
              <a:xfrm>
                <a:off x="4984827" y="1856888"/>
                <a:ext cx="6473244" cy="2432076"/>
              </a:xfrm>
              <a:prstGeom prst="rect">
                <a:avLst/>
              </a:prstGeom>
              <a:blipFill>
                <a:blip r:embed="rId3"/>
                <a:stretch>
                  <a:fillRect l="-2348" t="-2604" b="-5208"/>
                </a:stretch>
              </a:blip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r>
                  <a:rPr lang="en-US">
                    <a:noFill/>
                  </a:rPr>
                  <a:t> </a:t>
                </a:r>
              </a:p>
            </p:txBody>
          </p:sp>
        </mc:Fallback>
      </mc:AlternateContent>
      <p:pic>
        <p:nvPicPr>
          <p:cNvPr id="1235" name="Image" descr="Image"/>
          <p:cNvPicPr>
            <a:picLocks noChangeAspect="1"/>
          </p:cNvPicPr>
          <p:nvPr/>
        </p:nvPicPr>
        <p:blipFill>
          <a:blip r:embed="rId4"/>
          <a:srcRect l="76867"/>
          <a:stretch>
            <a:fillRect/>
          </a:stretch>
        </p:blipFill>
        <p:spPr>
          <a:xfrm>
            <a:off x="2085859" y="1744737"/>
            <a:ext cx="962151" cy="571501"/>
          </a:xfrm>
          <a:prstGeom prst="rect">
            <a:avLst/>
          </a:prstGeom>
          <a:ln w="12700">
            <a:miter lim="400000"/>
          </a:ln>
        </p:spPr>
      </p:pic>
      <mc:AlternateContent xmlns:mc="http://schemas.openxmlformats.org/markup-compatibility/2006" xmlns:a14="http://schemas.microsoft.com/office/drawing/2010/main">
        <mc:Choice Requires="a14">
          <p:sp>
            <p:nvSpPr>
              <p:cNvPr id="1236" name="Equation"/>
              <p:cNvSpPr txBox="1"/>
              <p:nvPr/>
            </p:nvSpPr>
            <p:spPr>
              <a:xfrm>
                <a:off x="4245186" y="7810124"/>
                <a:ext cx="1004314" cy="435760"/>
              </a:xfrm>
              <a:prstGeom prst="rect">
                <a:avLst/>
              </a:prstGeom>
              <a:ln w="12700">
                <a:miter lim="400000"/>
              </a:ln>
            </p:spPr>
            <p:txBody>
              <a:bodyPr wrap="none" lIns="0" tIns="0" rIns="0" bIns="0">
                <a:spAutoFit/>
              </a:bodyPr>
              <a:lstStyle/>
              <a:p>
                <a:pPr defTabSz="457200" latinLnBrk="1">
                  <a:defRPr sz="1800"/>
                </a:pPr>
                <a14:m>
                  <m:oMathPara xmlns:m="http://schemas.openxmlformats.org/officeDocument/2006/math">
                    <m:oMathParaPr>
                      <m:jc m:val="centerGroup"/>
                    </m:oMathParaPr>
                    <m:oMath xmlns:m="http://schemas.openxmlformats.org/officeDocument/2006/math">
                      <m:limUpp>
                        <m:limUppPr>
                          <m:ctrlPr>
                            <a:rPr sz="2000" i="1">
                              <a:solidFill>
                                <a:srgbClr val="000000"/>
                              </a:solidFill>
                              <a:latin typeface="Cambria Math" panose="02040503050406030204" pitchFamily="18" charset="0"/>
                            </a:rPr>
                          </m:ctrlPr>
                        </m:limUppPr>
                        <m:e>
                          <m:r>
                            <a:rPr sz="2000" i="1">
                              <a:solidFill>
                                <a:srgbClr val="000000"/>
                              </a:solidFill>
                              <a:latin typeface="Cambria Math" panose="02040503050406030204" pitchFamily="18" charset="0"/>
                            </a:rPr>
                            <m:t>𝑧</m:t>
                          </m:r>
                        </m:e>
                        <m:lim>
                          <m:r>
                            <a:rPr sz="2000" i="1">
                              <a:solidFill>
                                <a:srgbClr val="000000"/>
                              </a:solidFill>
                              <a:latin typeface="Cambria Math" panose="02040503050406030204" pitchFamily="18" charset="0"/>
                            </a:rPr>
                            <m:t>̂</m:t>
                          </m:r>
                        </m:lim>
                      </m:limUpp>
                      <m:r>
                        <a:rPr sz="2000" i="1">
                          <a:solidFill>
                            <a:srgbClr val="000000"/>
                          </a:solidFill>
                          <a:latin typeface="Cambria Math" panose="02040503050406030204" pitchFamily="18" charset="0"/>
                        </a:rPr>
                        <m:t>&lt;</m:t>
                      </m:r>
                      <m:sSub>
                        <m:sSubPr>
                          <m:ctrlPr>
                            <a:rPr sz="2000" i="1">
                              <a:solidFill>
                                <a:srgbClr val="000000"/>
                              </a:solidFill>
                              <a:latin typeface="Cambria Math" panose="02040503050406030204" pitchFamily="18" charset="0"/>
                            </a:rPr>
                          </m:ctrlPr>
                        </m:sSubPr>
                        <m:e>
                          <m:r>
                            <a:rPr sz="2000" i="1">
                              <a:solidFill>
                                <a:srgbClr val="000000"/>
                              </a:solidFill>
                              <a:latin typeface="Cambria Math" panose="02040503050406030204" pitchFamily="18" charset="0"/>
                            </a:rPr>
                            <m:t>𝑧</m:t>
                          </m:r>
                        </m:e>
                        <m:sub>
                          <m:f>
                            <m:fPr>
                              <m:type m:val="lin"/>
                              <m:ctrlPr>
                                <a:rPr sz="2000" i="1">
                                  <a:solidFill>
                                    <a:srgbClr val="000000"/>
                                  </a:solidFill>
                                  <a:latin typeface="Cambria Math" panose="02040503050406030204" pitchFamily="18" charset="0"/>
                                </a:rPr>
                              </m:ctrlPr>
                            </m:fPr>
                            <m:num>
                              <m:r>
                                <a:rPr sz="2000" i="1">
                                  <a:solidFill>
                                    <a:srgbClr val="000000"/>
                                  </a:solidFill>
                                  <a:latin typeface="Cambria Math" panose="02040503050406030204" pitchFamily="18" charset="0"/>
                                </a:rPr>
                                <m:t>𝛼</m:t>
                              </m:r>
                            </m:num>
                            <m:den>
                              <m:r>
                                <a:rPr sz="2000" i="1">
                                  <a:solidFill>
                                    <a:srgbClr val="000000"/>
                                  </a:solidFill>
                                  <a:latin typeface="Cambria Math" panose="02040503050406030204" pitchFamily="18" charset="0"/>
                                </a:rPr>
                                <m:t>2</m:t>
                              </m:r>
                            </m:den>
                          </m:f>
                        </m:sub>
                      </m:sSub>
                    </m:oMath>
                  </m:oMathPara>
                </a14:m>
                <a:endParaRPr sz="2000"/>
              </a:p>
            </p:txBody>
          </p:sp>
        </mc:Choice>
        <mc:Fallback xmlns="">
          <p:sp>
            <p:nvSpPr>
              <p:cNvPr id="1236" name="Equation"/>
              <p:cNvSpPr txBox="1">
                <a:spLocks noRot="1" noChangeAspect="1" noMove="1" noResize="1" noEditPoints="1" noAdjustHandles="1" noChangeArrowheads="1" noChangeShapeType="1" noTextEdit="1"/>
              </p:cNvSpPr>
              <p:nvPr/>
            </p:nvSpPr>
            <p:spPr>
              <a:xfrm>
                <a:off x="4245186" y="7810124"/>
                <a:ext cx="1004314" cy="435760"/>
              </a:xfrm>
              <a:prstGeom prst="rect">
                <a:avLst/>
              </a:prstGeom>
              <a:blipFill>
                <a:blip r:embed="rId5"/>
                <a:stretch>
                  <a:fillRect l="-2500" t="-38889" r="-8750" b="-136111"/>
                </a:stretch>
              </a:blipFill>
              <a:ln w="12700">
                <a:miter lim="400000"/>
              </a:ln>
            </p:spPr>
            <p:txBody>
              <a:bodyPr/>
              <a:lstStyle/>
              <a:p>
                <a:r>
                  <a:rPr lang="en-US">
                    <a:noFill/>
                  </a:rPr>
                  <a:t> </a:t>
                </a:r>
              </a:p>
            </p:txBody>
          </p:sp>
        </mc:Fallback>
      </mc:AlternateContent>
      <mc:AlternateContent xmlns:mc="http://schemas.openxmlformats.org/markup-compatibility/2006" xmlns:p14="http://schemas.microsoft.com/office/powerpoint/2010/main">
        <mc:Choice Requires="p14">
          <p:contentPart p14:bwMode="auto" r:id="rId6">
            <p14:nvContentPartPr>
              <p14:cNvPr id="2" name="Ink 1">
                <a:extLst>
                  <a:ext uri="{FF2B5EF4-FFF2-40B4-BE49-F238E27FC236}">
                    <a16:creationId xmlns:a16="http://schemas.microsoft.com/office/drawing/2014/main" id="{EF0F54C4-C67A-3A58-E786-BB73E38B8CCC}"/>
                  </a:ext>
                </a:extLst>
              </p14:cNvPr>
              <p14:cNvContentPartPr/>
              <p14:nvPr/>
            </p14:nvContentPartPr>
            <p14:xfrm>
              <a:off x="898200" y="2698560"/>
              <a:ext cx="10879200" cy="3547080"/>
            </p14:xfrm>
          </p:contentPart>
        </mc:Choice>
        <mc:Fallback xmlns="">
          <p:pic>
            <p:nvPicPr>
              <p:cNvPr id="2" name="Ink 1">
                <a:extLst>
                  <a:ext uri="{FF2B5EF4-FFF2-40B4-BE49-F238E27FC236}">
                    <a16:creationId xmlns:a16="http://schemas.microsoft.com/office/drawing/2014/main" id="{EF0F54C4-C67A-3A58-E786-BB73E38B8CCC}"/>
                  </a:ext>
                </a:extLst>
              </p:cNvPr>
              <p:cNvPicPr/>
              <p:nvPr/>
            </p:nvPicPr>
            <p:blipFill>
              <a:blip r:embed="rId7"/>
              <a:stretch>
                <a:fillRect/>
              </a:stretch>
            </p:blipFill>
            <p:spPr>
              <a:xfrm>
                <a:off x="888840" y="2689200"/>
                <a:ext cx="10897920" cy="3565800"/>
              </a:xfrm>
              <a:prstGeom prst="rect">
                <a:avLst/>
              </a:prstGeom>
            </p:spPr>
          </p:pic>
        </mc:Fallback>
      </mc:AlternateContent>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14"/>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P-VALUE</a:t>
            </a:r>
            <a:endParaRPr/>
          </a:p>
        </p:txBody>
      </p:sp>
      <p:sp>
        <p:nvSpPr>
          <p:cNvPr id="352" name="Google Shape;352;p14"/>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lnSpcReduction="10000"/>
          </a:bodyPr>
          <a:lstStyle/>
          <a:p>
            <a:pPr marL="182880" lvl="0" indent="-182880" algn="l" rtl="0">
              <a:lnSpc>
                <a:spcPct val="90000"/>
              </a:lnSpc>
              <a:spcBef>
                <a:spcPts val="0"/>
              </a:spcBef>
              <a:spcAft>
                <a:spcPts val="0"/>
              </a:spcAft>
              <a:buSzPts val="1700"/>
              <a:buChar char="▪"/>
            </a:pPr>
            <a:r>
              <a:rPr lang="en-US"/>
              <a:t>A 𝒑</a:t>
            </a:r>
            <a:r>
              <a:rPr lang="en-US" b="1"/>
              <a:t>-value </a:t>
            </a:r>
            <a:r>
              <a:rPr lang="en-US"/>
              <a:t>is the probability of obtaining a result that is as extreme or more extreme than the observed data if the null hypothesis were true</a:t>
            </a:r>
            <a:endParaRPr/>
          </a:p>
          <a:p>
            <a:pPr marL="182880" lvl="0" indent="-182880" algn="l" rtl="0">
              <a:lnSpc>
                <a:spcPct val="90000"/>
              </a:lnSpc>
              <a:spcBef>
                <a:spcPts val="1200"/>
              </a:spcBef>
              <a:spcAft>
                <a:spcPts val="0"/>
              </a:spcAft>
              <a:buSzPts val="1700"/>
              <a:buChar char="▪"/>
            </a:pPr>
            <a:r>
              <a:rPr lang="en-US"/>
              <a:t>If the 𝒑</a:t>
            </a:r>
            <a:r>
              <a:rPr lang="en-US" b="1"/>
              <a:t>-value </a:t>
            </a:r>
            <a:r>
              <a:rPr lang="en-US"/>
              <a:t>is less than the specified </a:t>
            </a:r>
            <a:r>
              <a:rPr lang="en-US" b="1"/>
              <a:t>significance level </a:t>
            </a:r>
            <a:r>
              <a:rPr lang="en-US"/>
              <a:t>𝜶 (commonly set at 0.05), then we conclude that the </a:t>
            </a:r>
            <a:r>
              <a:rPr lang="en-US" b="1"/>
              <a:t>null hypothesis is false </a:t>
            </a:r>
            <a:r>
              <a:rPr lang="en-US"/>
              <a:t>and the alternative hypothesis provides a better explanation of the observed data</a:t>
            </a:r>
            <a:endParaRPr/>
          </a:p>
          <a:p>
            <a:pPr marL="457200" lvl="1" indent="-182880" algn="l" rtl="0">
              <a:lnSpc>
                <a:spcPct val="90000"/>
              </a:lnSpc>
              <a:spcBef>
                <a:spcPts val="400"/>
              </a:spcBef>
              <a:spcAft>
                <a:spcPts val="0"/>
              </a:spcAft>
              <a:buSzPts val="1530"/>
              <a:buChar char="▪"/>
            </a:pPr>
            <a:r>
              <a:rPr lang="en-US"/>
              <a:t>The lower the p-value, the less likely that the observed data supports the null</a:t>
            </a:r>
            <a:endParaRPr/>
          </a:p>
          <a:p>
            <a:pPr marL="457200" lvl="1" indent="-182880" algn="l" rtl="0">
              <a:lnSpc>
                <a:spcPct val="90000"/>
              </a:lnSpc>
              <a:spcBef>
                <a:spcPts val="600"/>
              </a:spcBef>
              <a:spcAft>
                <a:spcPts val="0"/>
              </a:spcAft>
              <a:buSzPts val="1530"/>
              <a:buChar char="▪"/>
            </a:pPr>
            <a:r>
              <a:rPr lang="en-US"/>
              <a:t>This does not exclude the possibility that our conclusion commits a Type I error</a:t>
            </a:r>
            <a:endParaRPr/>
          </a:p>
          <a:p>
            <a:pPr marL="182880" lvl="0" indent="-182880" algn="l" rtl="0">
              <a:lnSpc>
                <a:spcPct val="90000"/>
              </a:lnSpc>
              <a:spcBef>
                <a:spcPts val="1400"/>
              </a:spcBef>
              <a:spcAft>
                <a:spcPts val="0"/>
              </a:spcAft>
              <a:buSzPts val="1700"/>
              <a:buChar char="▪"/>
            </a:pPr>
            <a:r>
              <a:rPr lang="en-US"/>
              <a:t>A </a:t>
            </a:r>
            <a:r>
              <a:rPr lang="en-US" b="1"/>
              <a:t>statistically significant </a:t>
            </a:r>
            <a:r>
              <a:rPr lang="en-US"/>
              <a:t>result differs enough from the null hypothesis that a conclusion can be inferred about the population</a:t>
            </a:r>
            <a:endParaRPr/>
          </a:p>
          <a:p>
            <a:pPr marL="182880" lvl="0" indent="-182880" algn="l" rtl="0">
              <a:lnSpc>
                <a:spcPct val="90000"/>
              </a:lnSpc>
              <a:spcBef>
                <a:spcPts val="1200"/>
              </a:spcBef>
              <a:spcAft>
                <a:spcPts val="0"/>
              </a:spcAft>
              <a:buSzPts val="1700"/>
              <a:buChar char="▪"/>
            </a:pPr>
            <a:r>
              <a:rPr lang="en-US" b="1"/>
              <a:t>Statistical significance </a:t>
            </a:r>
            <a:r>
              <a:rPr lang="en-US"/>
              <a:t>does not necessarily imply </a:t>
            </a:r>
            <a:r>
              <a:rPr lang="en-US" b="1"/>
              <a:t>practical significance </a:t>
            </a:r>
            <a:r>
              <a:rPr lang="en-US"/>
              <a:t>of a result</a:t>
            </a:r>
            <a:endParaRPr/>
          </a:p>
          <a:p>
            <a:pPr marL="182880" lvl="0" indent="-74928" algn="l" rtl="0">
              <a:lnSpc>
                <a:spcPct val="90000"/>
              </a:lnSpc>
              <a:spcBef>
                <a:spcPts val="1200"/>
              </a:spcBef>
              <a:spcAft>
                <a:spcPts val="0"/>
              </a:spcAft>
              <a:buSzPts val="1700"/>
              <a:buNone/>
            </a:pPr>
            <a:endParaRPr/>
          </a:p>
        </p:txBody>
      </p:sp>
    </p:spTree>
    <p:extLst>
      <p:ext uri="{BB962C8B-B14F-4D97-AF65-F5344CB8AC3E}">
        <p14:creationId xmlns:p14="http://schemas.microsoft.com/office/powerpoint/2010/main" val="15243043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16"/>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P-VALUE (WORD OF CAUTION)</a:t>
            </a:r>
            <a:endParaRPr/>
          </a:p>
        </p:txBody>
      </p:sp>
      <p:sp>
        <p:nvSpPr>
          <p:cNvPr id="368" name="Google Shape;368;p16"/>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fontScale="92500" lnSpcReduction="20000"/>
          </a:bodyPr>
          <a:lstStyle/>
          <a:p>
            <a:pPr marL="182880" lvl="0" indent="-182880" algn="l" rtl="0">
              <a:lnSpc>
                <a:spcPct val="90000"/>
              </a:lnSpc>
              <a:spcBef>
                <a:spcPts val="0"/>
              </a:spcBef>
              <a:spcAft>
                <a:spcPts val="0"/>
              </a:spcAft>
              <a:buSzPct val="85000"/>
              <a:buChar char="▪"/>
            </a:pPr>
            <a:r>
              <a:rPr lang="en-US" b="1"/>
              <a:t>“</a:t>
            </a:r>
            <a:r>
              <a:rPr lang="en-US"/>
              <a:t>𝒑</a:t>
            </a:r>
            <a:r>
              <a:rPr lang="en-US" b="1"/>
              <a:t>-values are not substitutes for common sense.”</a:t>
            </a:r>
            <a:endParaRPr/>
          </a:p>
          <a:p>
            <a:pPr marL="182880" lvl="0" indent="-182880" algn="l" rtl="0">
              <a:lnSpc>
                <a:spcPct val="90000"/>
              </a:lnSpc>
              <a:spcBef>
                <a:spcPts val="1200"/>
              </a:spcBef>
              <a:spcAft>
                <a:spcPts val="0"/>
              </a:spcAft>
              <a:buSzPct val="85000"/>
              <a:buChar char="▪"/>
            </a:pPr>
            <a:r>
              <a:rPr lang="en-US"/>
              <a:t>The American Statistical Association (ASA) provides a set of principles for the proper use and interpretation of 𝒑</a:t>
            </a:r>
            <a:r>
              <a:rPr lang="en-US" b="1"/>
              <a:t>-values</a:t>
            </a:r>
            <a:r>
              <a:rPr lang="en-US"/>
              <a:t>, including:</a:t>
            </a:r>
            <a:endParaRPr/>
          </a:p>
          <a:p>
            <a:pPr marL="182880" lvl="0" indent="-182880" algn="l" rtl="0">
              <a:lnSpc>
                <a:spcPct val="90000"/>
              </a:lnSpc>
              <a:spcBef>
                <a:spcPts val="1200"/>
              </a:spcBef>
              <a:spcAft>
                <a:spcPts val="0"/>
              </a:spcAft>
              <a:buSzPct val="85000"/>
              <a:buChar char="▪"/>
            </a:pPr>
            <a:r>
              <a:rPr lang="en-US"/>
              <a:t>𝒑</a:t>
            </a:r>
            <a:r>
              <a:rPr lang="en-US" b="1"/>
              <a:t>-values </a:t>
            </a:r>
            <a:r>
              <a:rPr lang="en-US"/>
              <a:t>do not measure the probability that the studied hypothesis is true, or the probability that the data were produced by random chance alone.”</a:t>
            </a:r>
            <a:endParaRPr/>
          </a:p>
          <a:p>
            <a:pPr marL="182880" lvl="0" indent="-182880" algn="l" rtl="0">
              <a:lnSpc>
                <a:spcPct val="90000"/>
              </a:lnSpc>
              <a:spcBef>
                <a:spcPts val="1200"/>
              </a:spcBef>
              <a:spcAft>
                <a:spcPts val="0"/>
              </a:spcAft>
              <a:buSzPct val="85000"/>
              <a:buChar char="▪"/>
            </a:pPr>
            <a:r>
              <a:rPr lang="en-US"/>
              <a:t>“Scientific conclusions and business or policy decisions should not be based only on whether a 𝒑</a:t>
            </a:r>
            <a:r>
              <a:rPr lang="en-US" b="1"/>
              <a:t>-value </a:t>
            </a:r>
            <a:r>
              <a:rPr lang="en-US"/>
              <a:t>passes a specific threshold.”</a:t>
            </a:r>
            <a:endParaRPr/>
          </a:p>
          <a:p>
            <a:pPr marL="182880" lvl="0" indent="-182880" algn="l" rtl="0">
              <a:lnSpc>
                <a:spcPct val="90000"/>
              </a:lnSpc>
              <a:spcBef>
                <a:spcPts val="1200"/>
              </a:spcBef>
              <a:spcAft>
                <a:spcPts val="0"/>
              </a:spcAft>
              <a:buSzPct val="85000"/>
              <a:buChar char="▪"/>
            </a:pPr>
            <a:r>
              <a:rPr lang="en-US"/>
              <a:t>“Proper inference requires full reporting and transparency.”</a:t>
            </a:r>
            <a:endParaRPr/>
          </a:p>
          <a:p>
            <a:pPr marL="182880" lvl="0" indent="-182880" algn="l" rtl="0">
              <a:lnSpc>
                <a:spcPct val="90000"/>
              </a:lnSpc>
              <a:spcBef>
                <a:spcPts val="1200"/>
              </a:spcBef>
              <a:spcAft>
                <a:spcPts val="0"/>
              </a:spcAft>
              <a:buSzPct val="85000"/>
              <a:buChar char="▪"/>
            </a:pPr>
            <a:r>
              <a:rPr lang="en-US"/>
              <a:t>“A 𝒑</a:t>
            </a:r>
            <a:r>
              <a:rPr lang="en-US" b="1"/>
              <a:t>-value</a:t>
            </a:r>
            <a:r>
              <a:rPr lang="en-US"/>
              <a:t>, or statistical significance, does not measure the size of an effect or the importance of a result.”</a:t>
            </a:r>
            <a:endParaRPr/>
          </a:p>
          <a:p>
            <a:pPr marL="182880" lvl="0" indent="-182880" algn="l" rtl="0">
              <a:lnSpc>
                <a:spcPct val="90000"/>
              </a:lnSpc>
              <a:spcBef>
                <a:spcPts val="1200"/>
              </a:spcBef>
              <a:spcAft>
                <a:spcPts val="0"/>
              </a:spcAft>
              <a:buSzPct val="85000"/>
              <a:buChar char="▪"/>
            </a:pPr>
            <a:r>
              <a:rPr lang="en-US"/>
              <a:t>“By itself, a 𝒑</a:t>
            </a:r>
            <a:r>
              <a:rPr lang="en-US" b="1"/>
              <a:t>-value </a:t>
            </a:r>
            <a:r>
              <a:rPr lang="en-US"/>
              <a:t>does not provide a good measure of evidence regarding a model or hypothesis.”</a:t>
            </a:r>
            <a:endParaRPr/>
          </a:p>
          <a:p>
            <a:pPr marL="182880" lvl="0" indent="-83025" algn="l" rtl="0">
              <a:lnSpc>
                <a:spcPct val="90000"/>
              </a:lnSpc>
              <a:spcBef>
                <a:spcPts val="1200"/>
              </a:spcBef>
              <a:spcAft>
                <a:spcPts val="0"/>
              </a:spcAft>
              <a:buSzPct val="85000"/>
              <a:buNone/>
            </a:pPr>
            <a:endParaRPr/>
          </a:p>
        </p:txBody>
      </p:sp>
      <p:sp>
        <p:nvSpPr>
          <p:cNvPr id="369" name="Google Shape;369;p16"/>
          <p:cNvSpPr/>
          <p:nvPr/>
        </p:nvSpPr>
        <p:spPr>
          <a:xfrm>
            <a:off x="1212465" y="6341496"/>
            <a:ext cx="6075830" cy="36933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Rockwell"/>
                <a:ea typeface="Rockwell"/>
                <a:cs typeface="Rockwell"/>
                <a:sym typeface="Rockwell"/>
              </a:rPr>
              <a:t>Source: https://doi.org/10.1080/00031305.2016.1154108</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17745541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29"/>
          <p:cNvSpPr txBox="1">
            <a:spLocks noGrp="1"/>
          </p:cNvSpPr>
          <p:nvPr>
            <p:ph type="title"/>
          </p:nvPr>
        </p:nvSpPr>
        <p:spPr>
          <a:xfrm>
            <a:off x="1069848" y="484632"/>
            <a:ext cx="10058400" cy="1609344"/>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Font typeface="Rockwell"/>
              <a:buNone/>
            </a:pPr>
            <a:r>
              <a:rPr lang="en-US"/>
              <a:t>ACKNOWLEDGMENTS</a:t>
            </a:r>
            <a:endParaRPr/>
          </a:p>
        </p:txBody>
      </p:sp>
      <p:sp>
        <p:nvSpPr>
          <p:cNvPr id="471" name="Google Shape;471;p29"/>
          <p:cNvSpPr txBox="1">
            <a:spLocks noGrp="1"/>
          </p:cNvSpPr>
          <p:nvPr>
            <p:ph type="body" idx="1"/>
          </p:nvPr>
        </p:nvSpPr>
        <p:spPr>
          <a:xfrm>
            <a:off x="1069848" y="2121408"/>
            <a:ext cx="10058400" cy="4050792"/>
          </a:xfrm>
          <a:prstGeom prst="rect">
            <a:avLst/>
          </a:prstGeom>
          <a:noFill/>
          <a:ln>
            <a:noFill/>
          </a:ln>
        </p:spPr>
        <p:txBody>
          <a:bodyPr spcFirstLastPara="1" wrap="square" lIns="91425" tIns="45700" rIns="91425" bIns="45700" anchor="t" anchorCtr="0">
            <a:normAutofit/>
          </a:bodyPr>
          <a:lstStyle/>
          <a:p>
            <a:pPr marL="182880" lvl="0" indent="-182880" algn="l" rtl="0">
              <a:lnSpc>
                <a:spcPct val="90000"/>
              </a:lnSpc>
              <a:spcBef>
                <a:spcPts val="0"/>
              </a:spcBef>
              <a:spcAft>
                <a:spcPts val="0"/>
              </a:spcAft>
              <a:buSzPts val="1700"/>
              <a:buChar char="▪"/>
            </a:pPr>
            <a:r>
              <a:rPr lang="en-US" dirty="0"/>
              <a:t>These slides use materials by the Berkeley DS 100 team, Elena </a:t>
            </a:r>
            <a:r>
              <a:rPr lang="en-US" dirty="0" err="1"/>
              <a:t>Zheleva</a:t>
            </a:r>
            <a:r>
              <a:rPr lang="en-US" dirty="0"/>
              <a:t>, Gonzalo Bello, and Lalit Jain</a:t>
            </a: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Oriel">
  <a:themeElements>
    <a:clrScheme name="Oriel">
      <a:dk1>
        <a:sysClr val="windowText" lastClr="000000"/>
      </a:dk1>
      <a:lt1>
        <a:sysClr val="window" lastClr="FFFFFF"/>
      </a:lt1>
      <a:dk2>
        <a:srgbClr val="575F6D"/>
      </a:dk2>
      <a:lt2>
        <a:srgbClr val="FFF39D"/>
      </a:lt2>
      <a:accent1>
        <a:srgbClr val="FE8637"/>
      </a:accent1>
      <a:accent2>
        <a:srgbClr val="7598D9"/>
      </a:accent2>
      <a:accent3>
        <a:srgbClr val="B32C16"/>
      </a:accent3>
      <a:accent4>
        <a:srgbClr val="F5CD2D"/>
      </a:accent4>
      <a:accent5>
        <a:srgbClr val="AEBAD5"/>
      </a:accent5>
      <a:accent6>
        <a:srgbClr val="777C84"/>
      </a:accent6>
      <a:hlink>
        <a:srgbClr val="D2611C"/>
      </a:hlink>
      <a:folHlink>
        <a:srgbClr val="3B435B"/>
      </a:folHlink>
    </a:clrScheme>
    <a:fontScheme name="Gill Sans MT">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riel">
      <a:fillStyleLst>
        <a:solidFill>
          <a:schemeClr val="phClr"/>
        </a:solidFill>
        <a:gradFill rotWithShape="1">
          <a:gsLst>
            <a:gs pos="0">
              <a:schemeClr val="phClr">
                <a:tint val="35000"/>
                <a:satMod val="260000"/>
              </a:schemeClr>
            </a:gs>
            <a:gs pos="30000">
              <a:schemeClr val="phClr">
                <a:tint val="38000"/>
                <a:satMod val="260000"/>
              </a:schemeClr>
            </a:gs>
            <a:gs pos="75000">
              <a:schemeClr val="phClr">
                <a:tint val="55000"/>
                <a:satMod val="255000"/>
              </a:schemeClr>
            </a:gs>
            <a:gs pos="100000">
              <a:schemeClr val="phClr">
                <a:tint val="70000"/>
                <a:satMod val="255000"/>
              </a:schemeClr>
            </a:gs>
          </a:gsLst>
          <a:path path="circle">
            <a:fillToRect l="5000" t="100000" r="120000" b="10000"/>
          </a:path>
        </a:gradFill>
        <a:gradFill rotWithShape="1">
          <a:gsLst>
            <a:gs pos="0">
              <a:schemeClr val="phClr">
                <a:shade val="63000"/>
                <a:satMod val="165000"/>
              </a:schemeClr>
            </a:gs>
            <a:gs pos="30000">
              <a:schemeClr val="phClr">
                <a:shade val="58000"/>
                <a:satMod val="165000"/>
              </a:schemeClr>
            </a:gs>
            <a:gs pos="75000">
              <a:schemeClr val="phClr">
                <a:shade val="30000"/>
                <a:satMod val="175000"/>
              </a:schemeClr>
            </a:gs>
            <a:gs pos="100000">
              <a:schemeClr val="phClr">
                <a:shade val="15000"/>
                <a:satMod val="175000"/>
              </a:schemeClr>
            </a:gs>
          </a:gsLst>
          <a:path path="circle">
            <a:fillToRect l="5000" t="100000" r="120000" b="10000"/>
          </a:path>
        </a:gradFill>
      </a:fillStyleLst>
      <a:lnStyleLst>
        <a:ln w="12700" cap="flat" cmpd="sng" algn="ctr">
          <a:solidFill>
            <a:schemeClr val="phClr">
              <a:shade val="70000"/>
              <a:satMod val="150000"/>
            </a:schemeClr>
          </a:solidFill>
          <a:prstDash val="solid"/>
        </a:ln>
        <a:ln w="25400" cap="flat" cmpd="sng" algn="ctr">
          <a:solidFill>
            <a:schemeClr val="phClr"/>
          </a:solidFill>
          <a:prstDash val="solid"/>
        </a:ln>
        <a:ln w="34925" cap="flat" cmpd="sng" algn="ctr">
          <a:solidFill>
            <a:schemeClr val="phClr"/>
          </a:solidFill>
          <a:prstDash val="solid"/>
        </a:ln>
      </a:lnStyleLst>
      <a:effectStyleLst>
        <a:effectStyle>
          <a:effectLst>
            <a:outerShdw blurRad="50800" dist="25000" dir="5400000" rotWithShape="0">
              <a:srgbClr val="000000">
                <a:alpha val="40000"/>
              </a:srgbClr>
            </a:outerShdw>
          </a:effectLst>
        </a:effectStyle>
        <a:effectStyle>
          <a:effectLst>
            <a:outerShdw blurRad="50800" dist="20000" dir="5400000" rotWithShape="0">
              <a:srgbClr val="000000">
                <a:alpha val="42000"/>
              </a:srgbClr>
            </a:outerShdw>
          </a:effectLst>
        </a:effectStyle>
        <a:effectStyle>
          <a:effectLst>
            <a:outerShdw blurRad="50800" dist="20000" dir="5400000" rotWithShape="0">
              <a:srgbClr val="000000">
                <a:alpha val="42000"/>
              </a:srgbClr>
            </a:outerShdw>
          </a:effectLst>
          <a:scene3d>
            <a:camera prst="orthographicFront">
              <a:rot lat="0" lon="0" rev="0"/>
            </a:camera>
            <a:lightRig rig="balanced" dir="t">
              <a:rot lat="0" lon="0" rev="0"/>
            </a:lightRig>
          </a:scene3d>
          <a:sp3d>
            <a:bevelT w="47625" h="69850"/>
            <a:contourClr>
              <a:schemeClr val="lt1"/>
            </a:contourClr>
          </a:sp3d>
        </a:effectStyle>
      </a:effectStyleLst>
      <a:bgFillStyleLst>
        <a:solidFill>
          <a:schemeClr val="phClr"/>
        </a:solidFill>
        <a:gradFill rotWithShape="1">
          <a:gsLst>
            <a:gs pos="0">
              <a:schemeClr val="phClr">
                <a:shade val="58000"/>
                <a:satMod val="125000"/>
              </a:schemeClr>
            </a:gs>
            <a:gs pos="40000">
              <a:schemeClr val="phClr">
                <a:tint val="90000"/>
                <a:shade val="90000"/>
                <a:satMod val="120000"/>
              </a:schemeClr>
            </a:gs>
            <a:gs pos="100000">
              <a:schemeClr val="phClr">
                <a:tint val="50000"/>
              </a:schemeClr>
            </a:gs>
          </a:gsLst>
          <a:lin ang="16200000" scaled="1"/>
        </a:gradFill>
        <a:blipFill>
          <a:blip xmlns:r="http://schemas.openxmlformats.org/officeDocument/2006/relationships" r:embed="rId1">
            <a:duotone>
              <a:schemeClr val="phClr">
                <a:shade val="80000"/>
              </a:schemeClr>
              <a:schemeClr val="phClr">
                <a:tint val="91000"/>
              </a:schemeClr>
            </a:duotone>
          </a:blip>
          <a:tile tx="0" ty="0" sx="40000" sy="50000" flip="y"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Oriel</Template>
  <TotalTime>6306</TotalTime>
  <Words>2501</Words>
  <Application>Microsoft Macintosh PowerPoint</Application>
  <PresentationFormat>宽屏</PresentationFormat>
  <Paragraphs>265</Paragraphs>
  <Slides>35</Slides>
  <Notes>24</Notes>
  <HiddenSlides>0</HiddenSlides>
  <MMClips>0</MMClips>
  <ScaleCrop>false</ScaleCrop>
  <HeadingPairs>
    <vt:vector size="6" baseType="variant">
      <vt:variant>
        <vt:lpstr>已用的字体</vt:lpstr>
      </vt:variant>
      <vt:variant>
        <vt:i4>13</vt:i4>
      </vt:variant>
      <vt:variant>
        <vt:lpstr>主题</vt:lpstr>
      </vt:variant>
      <vt:variant>
        <vt:i4>1</vt:i4>
      </vt:variant>
      <vt:variant>
        <vt:lpstr>幻灯片标题</vt:lpstr>
      </vt:variant>
      <vt:variant>
        <vt:i4>35</vt:i4>
      </vt:variant>
    </vt:vector>
  </HeadingPairs>
  <TitlesOfParts>
    <vt:vector size="49" baseType="lpstr">
      <vt:lpstr>Noto Sans Symbols</vt:lpstr>
      <vt:lpstr>Arial</vt:lpstr>
      <vt:lpstr>Avenir Book Oblique</vt:lpstr>
      <vt:lpstr>Avenir Heavy</vt:lpstr>
      <vt:lpstr>Avenir Medium</vt:lpstr>
      <vt:lpstr>Calibri</vt:lpstr>
      <vt:lpstr>Cambria Math</vt:lpstr>
      <vt:lpstr>Gill Sans MT</vt:lpstr>
      <vt:lpstr>Helvetica Neue</vt:lpstr>
      <vt:lpstr>Rockwell</vt:lpstr>
      <vt:lpstr>Times</vt:lpstr>
      <vt:lpstr>Wingdings</vt:lpstr>
      <vt:lpstr>Wingdings 2</vt:lpstr>
      <vt:lpstr>Oriel</vt:lpstr>
      <vt:lpstr>Hypothesis Testing: Chapter 17</vt:lpstr>
      <vt:lpstr>KDE – 3+ POINTS</vt:lpstr>
      <vt:lpstr>SMOOTHING SCATTER PLOTS</vt:lpstr>
      <vt:lpstr>GOOD PLOT MAKING PRACTICE </vt:lpstr>
      <vt:lpstr>MANY VISUALIZATIONS  DO NOT ABIDE BY VISUALIZATION PRINCIPLES</vt:lpstr>
      <vt:lpstr>INTERACTIVE VISUALIZATIONS</vt:lpstr>
      <vt:lpstr>CLUSTERING (Useful detour)</vt:lpstr>
      <vt:lpstr>WHAT IS AND WHY TO DO CLUSTERING?</vt:lpstr>
      <vt:lpstr>Intuition for Clustering</vt:lpstr>
      <vt:lpstr>Two ways to convert: 1. Use Empirical Histograms 经验直方图</vt:lpstr>
      <vt:lpstr>Two ways to convert: 1. Optimize KDE ESTIMATE</vt:lpstr>
      <vt:lpstr>NOW</vt:lpstr>
      <vt:lpstr>DESCRIPTIVE VS. INFERENTIAL STATISTICS</vt:lpstr>
      <vt:lpstr>GOAL OF HYPOTHESIS TESTING</vt:lpstr>
      <vt:lpstr>HYPOTHESIS TESTING</vt:lpstr>
      <vt:lpstr>HYPOTHESIS TESTING (also known as A/B Testing)</vt:lpstr>
      <vt:lpstr>A/B Testing: Which of two headlines is better?</vt:lpstr>
      <vt:lpstr>A/B Testing: Which of two ad messages is better?</vt:lpstr>
      <vt:lpstr>A/B Testing: Which of two ad messages is better?</vt:lpstr>
      <vt:lpstr>A/B Testing: Which of these two website layouts is better?</vt:lpstr>
      <vt:lpstr>More serious A/B Testing:  Which of these drugs is more effective? Often we test against a placebo</vt:lpstr>
      <vt:lpstr>Somewhat serious A/B Testing: Which of these two classifiers is better?</vt:lpstr>
      <vt:lpstr>Companies Using A/B Testing:  Which Companies use A/B testing for business decision? (All of them)</vt:lpstr>
      <vt:lpstr>STEPS OF HYPOTHESIS TESTING</vt:lpstr>
      <vt:lpstr>Setup</vt:lpstr>
      <vt:lpstr>Setup</vt:lpstr>
      <vt:lpstr>STEPS OF HYPOTHESIS TESTING</vt:lpstr>
      <vt:lpstr>Test Statistic derivation</vt:lpstr>
      <vt:lpstr>Test Statistic derivation</vt:lpstr>
      <vt:lpstr>STEPS OF HYPOTHESIS TESTING</vt:lpstr>
      <vt:lpstr>p-Value</vt:lpstr>
      <vt:lpstr>Running a Hypothesis Test</vt:lpstr>
      <vt:lpstr>P-VALUE</vt:lpstr>
      <vt:lpstr>P-VALUE (WORD OF CAUTION)</vt:lpstr>
      <vt:lpstr>ACKNOWLEDGMENTS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DATA SCIENCE</dc:title>
  <dc:subject/>
  <dc:creator>sathya@uic.edu</dc:creator>
  <cp:keywords/>
  <dc:description/>
  <cp:lastModifiedBy>yuting lu</cp:lastModifiedBy>
  <cp:revision>350</cp:revision>
  <dcterms:created xsi:type="dcterms:W3CDTF">2017-08-21T17:08:06Z</dcterms:created>
  <dcterms:modified xsi:type="dcterms:W3CDTF">2024-10-28T20:02:29Z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uthor">
    <vt:lpwstr>Sathya Ravi</vt:lpwstr>
  </property>
</Properties>
</file>