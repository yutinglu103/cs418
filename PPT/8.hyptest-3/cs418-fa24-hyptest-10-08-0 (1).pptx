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ink/ink3.xml" ContentType="application/inkml+xml"/>
  <Override PartName="/ppt/ink/ink4.xml" ContentType="application/inkml+xml"/>
  <Override PartName="/ppt/notesSlides/notesSlide5.xml" ContentType="application/vnd.openxmlformats-officedocument.presentationml.notesSlide+xml"/>
  <Override PartName="/ppt/ink/ink5.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6.xml" ContentType="application/inkml+xml"/>
  <Override PartName="/ppt/notesSlides/notesSlide8.xml" ContentType="application/vnd.openxmlformats-officedocument.presentationml.notesSlide+xml"/>
  <Override PartName="/ppt/ink/ink7.xml" ContentType="application/inkml+xml"/>
  <Override PartName="/ppt/notesSlides/notesSlide9.xml" ContentType="application/vnd.openxmlformats-officedocument.presentationml.notesSlide+xml"/>
  <Override PartName="/ppt/ink/ink8.xml" ContentType="application/inkml+xml"/>
  <Override PartName="/ppt/notesSlides/notesSlide10.xml" ContentType="application/vnd.openxmlformats-officedocument.presentationml.notesSlide+xml"/>
  <Override PartName="/ppt/ink/ink9.xml" ContentType="application/inkml+xml"/>
  <Override PartName="/ppt/notesSlides/notesSlide11.xml" ContentType="application/vnd.openxmlformats-officedocument.presentationml.notesSlide+xml"/>
  <Override PartName="/ppt/ink/ink10.xml" ContentType="application/inkml+xml"/>
  <Override PartName="/ppt/notesSlides/notesSlide12.xml" ContentType="application/vnd.openxmlformats-officedocument.presentationml.notesSlide+xml"/>
  <Override PartName="/ppt/ink/ink11.xml" ContentType="application/inkml+xml"/>
  <Override PartName="/ppt/notesSlides/notesSlide13.xml" ContentType="application/vnd.openxmlformats-officedocument.presentationml.notesSlide+xml"/>
  <Override PartName="/ppt/ink/ink12.xml" ContentType="application/inkml+xml"/>
  <Override PartName="/ppt/ink/ink13.xml" ContentType="application/inkml+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0" r:id="rId1"/>
  </p:sldMasterIdLst>
  <p:notesMasterIdLst>
    <p:notesMasterId r:id="rId19"/>
  </p:notesMasterIdLst>
  <p:sldIdLst>
    <p:sldId id="438" r:id="rId2"/>
    <p:sldId id="261" r:id="rId3"/>
    <p:sldId id="265" r:id="rId4"/>
    <p:sldId id="266" r:id="rId5"/>
    <p:sldId id="370" r:id="rId6"/>
    <p:sldId id="371" r:id="rId7"/>
    <p:sldId id="444" r:id="rId8"/>
    <p:sldId id="447" r:id="rId9"/>
    <p:sldId id="372" r:id="rId10"/>
    <p:sldId id="449" r:id="rId11"/>
    <p:sldId id="446" r:id="rId12"/>
    <p:sldId id="448" r:id="rId13"/>
    <p:sldId id="373" r:id="rId14"/>
    <p:sldId id="270" r:id="rId15"/>
    <p:sldId id="374" r:id="rId16"/>
    <p:sldId id="375" r:id="rId17"/>
    <p:sldId id="286" r:id="rId18"/>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6" roundtripDataSignature="AMtx7mgjr6sOdHEeufIgXygRCCpSkdg5S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E43D9A-B9CC-D204-4563-8196A434CD32}" name="Ravi, Sathya" initials="" userId="S::sathya@uic.edu::617e2e82-06a6-4137-a700-b460764285c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E86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9F83C-5B16-4E0F-93E5-201A7CBD518D}">
  <a:tblStyle styleId="{CA29F83C-5B16-4E0F-93E5-201A7CBD518D}" styleName="Table_0">
    <a:wholeTbl>
      <a:tcTxStyle b="off" i="off">
        <a:font>
          <a:latin typeface="Rockwell"/>
          <a:ea typeface="Rockwell"/>
          <a:cs typeface="Rockwel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7E8E7"/>
          </a:solidFill>
        </a:fill>
      </a:tcStyle>
    </a:wholeTbl>
    <a:band1H>
      <a:tcTxStyle b="off" i="off"/>
      <a:tcStyle>
        <a:tcBdr/>
        <a:fill>
          <a:solidFill>
            <a:srgbClr val="EFCECA"/>
          </a:solidFill>
        </a:fill>
      </a:tcStyle>
    </a:band1H>
    <a:band2H>
      <a:tcTxStyle b="off" i="off"/>
      <a:tcStyle>
        <a:tcBdr/>
      </a:tcStyle>
    </a:band2H>
    <a:band1V>
      <a:tcTxStyle b="off" i="off"/>
      <a:tcStyle>
        <a:tcBdr/>
        <a:fill>
          <a:solidFill>
            <a:srgbClr val="EFCECA"/>
          </a:solidFill>
        </a:fill>
      </a:tcStyle>
    </a:band1V>
    <a:band2V>
      <a:tcTxStyle b="off" i="off"/>
      <a:tcStyle>
        <a:tcBdr/>
      </a:tcStyle>
    </a:band2V>
    <a:lastCol>
      <a:tcTxStyle b="on" i="off">
        <a:font>
          <a:latin typeface="Rockwell"/>
          <a:ea typeface="Rockwell"/>
          <a:cs typeface="Rockwell"/>
        </a:font>
        <a:schemeClr val="lt1"/>
      </a:tcTxStyle>
      <a:tcStyle>
        <a:tcBdr/>
        <a:fill>
          <a:solidFill>
            <a:schemeClr val="accent1"/>
          </a:solidFill>
        </a:fill>
      </a:tcStyle>
    </a:lastCol>
    <a:firstCol>
      <a:tcTxStyle b="on" i="off">
        <a:font>
          <a:latin typeface="Rockwell"/>
          <a:ea typeface="Rockwell"/>
          <a:cs typeface="Rockwell"/>
        </a:font>
        <a:schemeClr val="lt1"/>
      </a:tcTxStyle>
      <a:tcStyle>
        <a:tcBdr/>
        <a:fill>
          <a:solidFill>
            <a:schemeClr val="accent1"/>
          </a:solidFill>
        </a:fill>
      </a:tcStyle>
    </a:firstCol>
    <a:lastRow>
      <a:tcTxStyle b="on" i="off">
        <a:font>
          <a:latin typeface="Rockwell"/>
          <a:ea typeface="Rockwell"/>
          <a:cs typeface="Rockwel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Rockwell"/>
          <a:ea typeface="Rockwell"/>
          <a:cs typeface="Rockwel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178"/>
    <p:restoredTop sz="75696"/>
  </p:normalViewPr>
  <p:slideViewPr>
    <p:cSldViewPr snapToGrid="0">
      <p:cViewPr varScale="1">
        <p:scale>
          <a:sx n="93" d="100"/>
          <a:sy n="93" d="100"/>
        </p:scale>
        <p:origin x="504" y="19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138" Type="http://schemas.openxmlformats.org/officeDocument/2006/relationships/viewProps" Target="viewProps.xml"/><Relationship Id="rId14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13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136"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139"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2.250"/>
    </inkml:context>
    <inkml:brush xml:id="br0">
      <inkml:brushProperty name="height" value="0.053" units="cm"/>
      <inkml:brushProperty name="color" value="#FF0000"/>
    </inkml:brush>
    <inkml:brush xml:id="br1">
      <inkml:brushProperty name="width" value="0.05292" units="cm"/>
      <inkml:brushProperty name="height" value="0.05292" units="cm"/>
      <inkml:brushProperty name="color" value="#FF0000"/>
    </inkml:brush>
  </inkml:definitions>
  <inkml:trace contextRef="#ctx0" brushRef="#br0">12253 10385 8912,'0'-18'0,"0"1"0,0 0 0,0 0 0,-2 0 0,-4-1 0,-6 1 0,-1 0 0,0 2 0,1 3 0,3 9 0,-3 16 0,6 17 0,5 18 0,1 13 0,1 8 0,5 8 0,6 7 0,3 5 0,4-1 0,2-4 0,2 4 0,-2 0 0,-2 6 0,-4-5 0,-3-4 0,-6-9 0,-4-13 0,-2-6 0,0-13 0,0-9 0,-2-11 0,-4-12 0,2-8 0,-7-16 0,3-13 0,-9-15 0,-4-15 0,-14 1 0</inkml:trace>
  <inkml:trace contextRef="#ctx0" brushRef="#br0" timeOffset="1">11840 10539 8912,'0'-34'0,"-2"2"0,-4 3 0,4-4 0,-4 5 0,-1-3 0,1 1 0,2 3 0,2 2 0,10-4 0,3 6 0,14 1 0,10 4 0,14 1 0,14 0 0,14 5 0,7 3 0,6 3 0,0 8 0,-12 15 0,-9 18 0,-16 9 0,-12 13 0,-18 4 0,-6 8 0,-13-2 0,-4-2 0,-10-2 0,-5 2 0,-10-6 0,-4-2 0,-9-5 0,-2-6 0,-6-4 0,6-8 0,0-7 0,5-4 0,3-6 0,3-6 0,4-3 0,8-8 0,7-8 0,5-3 0,3-4 0,2-3 0,0-6 0,0-3 0,0-8 0</inkml:trace>
  <inkml:trace contextRef="#ctx0" brushRef="#br0" timeOffset="2">12717 11072 8912,'17'18'0,"1"-9"0,-1-1 0,0-16 0,0 0 0,0-3 0,3 5 0,3 4 0,-2 2 0,7 0 0,-5 10 0,6 7 0,-8 2 0,2 12 0,-4 3 0,-2 4 0,-2 4 0,-3-1 0,-4-7 0,-8 0 0,0-1 0,0-10 0,0 0 0,-8-14 0,-2-5 0,1-8 0,-5-13 0,9-12 0,-1-11 0,6-6 0,0-5 0,0-7 0,8 5 0,3-4 0,4 3 0,3 3 0,-1 1 0,0 4 0,6 12 0,0 11 0,2 11 0,-2 7 0,2 5 0,3 5 0,-1 5 0,-4 7 0,-4 6 0,4 0 0,-4-2 0,-2-2 0,1-4 0,-1-3 0,-6 3 0,1-3 0,-8-3 0,1 3 0,-3-7 0,-4 7 0,-3 1 0,1 2 0,-8 3 0,3-1 0,-3 0 0,-1 8 0,7 3 0,-5-1 0,5 2 0,0-6 0,6 5 0,2-7 0,4 0 0,5-7 0,6-7 0,6-7 0,-3-9 0,2-8 0,3-8 0,-2-9 0,0-9 0,-7-2 0,-5-5 0,-5-2 0,-4 3 0,-2 3 0,-8 4 0,-3 7 0,-11 7 0,0-1 0,-7 10 0,6 2 0,2 9 0,2 6 0,3 4 0,5 4 0,3-2 0,8 7 0,10 1 0,7 5 0,8-2 0,9-3 0,1-7 0,-1-3 0,6-2 0,1 0 0,-1 0 0,9-7 0,5-3 0</inkml:trace>
  <inkml:trace contextRef="#ctx0" brushRef="#br0" timeOffset="3">13939 10832 8912,'10'7'0,"-3"3"0,-5 5 0,4-3 0,-4 3 0,4-4 0,1 5 0,-1 1 0,7 4 0,-1 8 0,3 1 0,4 16 0,2 4 0,2 5 0,6 6 0,-6 8 0,5 0-108,-5-1 0,-2-1 108,-9-4 0,-4-3 0,-8-9 0,-10 1 0,-5-5 0,-8-4 0,-4-9 0,-2-11 0,-5 0 0,-1-6 0,1-6 0,7-3 0,4-8 0,-2-10 0,3-7 0,1-9 0,7-15 0,5-6 0,1-9 0,-4-12 0,7-13 0,-9-10 0,9 1 0,-3 41 0,-2 0 0,0 1 0,-1-1 0</inkml:trace>
  <inkml:trace contextRef="#ctx0" brushRef="#br0" timeOffset="4">13784 10436 8912,'0'-9'0,"0"1"0,0 8 0,0 0 0,0 8 0,8-1 0,3 7 0,5-5 0,1-1 0,0-2 0,0-6 0,0 0 0,1 0 0,-7-2 0,1-4 0,-9 2 0,3-7 0,-4-1 0,-4-5 0,-4 0 0,1 7 0,-13 5 0,11 1 0,-10-2 0,3 4 0,-3-4 0,7 12 0,3 4 0,7 7 0,0 0 0,0 0 0,7 0 0,3 1 0</inkml:trace>
  <inkml:trace contextRef="#ctx0" brushRef="#br0" timeOffset="5">14576 11038 8912,'-17'34'0,"-6"-7"0,0-6 0,2-7 0,9-7 0,4-9 0,10-3 0,4-7 0,9-5 0,8-6 0,8 2 0,-2-8 0,1 1 0,1-7 0,-4 3 0,-3 3 0,-1-3 0,-5 3 0,-3 2 0,-4-1 0,-3 1 0,-8-2 0,-10 4 0,-7 8 0,-15 6 0,-14-1 0,2 10 0,-2 2 0,0 12 0,2 9 0,2 7 0,8 13 0,7 4 0,4 13 0,11 1 0,7 4 0,12 4 0,11-4 0,14-6 0,14-5 0,6-8 0,3-14 0,2-7 0,-1-11 0,5-9 0,-15-18 0,4-4 0</inkml:trace>
  <inkml:trace contextRef="#ctx0" brushRef="#br0" timeOffset="6">15402 10625 8912,'-42'16'0,"-2"-5"0,-8 12 0,-5-4 0,-1 0 0,5 4 0,5 6 0,6 5 0,8 6 0,9 4 0,7 8 0,11-1 0,13 1 0,5-6 0,12-2 0,6-4 0,3-8 0,5-5 0,3-10 0,-2-5 0,8-1 0,-6-9 0,6-2 0,-8-7 0,2-13 0,-2-3 0,3-5 0,-7-5 0,0-1 0,-7-8 0,-2-10 0,2-9 0</inkml:trace>
  <inkml:trace contextRef="#ctx0" brushRef="#br0" timeOffset="7">15729 10110 8912,'15'1'0,"-4"5"0,-5-4 0,-12 4 0,-3 5 0,-8 7 0,0 14 0,-1 14 0,1 7 0,0 8 0,2 10 0,3 6 0,4-3 0,8 6 0,0-7-109,0 1 1,10-5 108,7-6 0,2-9 0,10-8 0,-2-14 0,1 2 0,3-18 0,-6-5 0,2-7 0,-14-12 0,10-9 0,-13-10 0</inkml:trace>
  <inkml:trace contextRef="#ctx0" brushRef="#br0" timeOffset="8">15608 10574 8912,'-9'7'0,"-7"3"0,5 7 0,-10-5 0,-2-3 0,2-1 0,2-2 0,9-6 0,6 0 0,16 0 0,11 0 0,23-10 0,11-7 0,18 0 0,7-6 0,4 4 0,-2 1 0,-6 1 0,-3 0 0,0 0 0,-14 0 0</inkml:trace>
  <inkml:trace contextRef="#ctx0" brushRef="#br0" timeOffset="9">17863 10453 8912,'-27'2'0,"2"2"0,0 2 0,-2 0 0,-3 1 0,-1 5 0,-1 5 0,1 6 0,8 11 0,0 14 0,6 7 0,5 8 0,7 10 0,12 3 0,9 3 0,5 3 0,15 4 0,-2-6 0,5-17 0,3-17 0,2-14 0,7-16 0,1-7 0,0-9 0,-1-15 0,1-14 0,-8-18 0,6-15 0,-6-16 0</inkml:trace>
  <inkml:trace contextRef="#ctx0" brushRef="#br0" timeOffset="10">18276 10161 8912,'-18'0'0,"-1"0"0,-2 0 0,-2 0 0,6 0 0,6 0 0,5 2 0,-4 8 0,3 13 0,3 15 0,2 19 0,2 12 0,8 7 0,3 10 0,4 6 0,3 0 0,-1-3 0,0-8 0,0-7 0,0-3 0,-1-6 0,-5-8 0,3-9 0,-9-20 0,1-3 0,-6-17 0,0-8 0,0-8 0,0-13 0,-2-5 0,-4-9 0,4-11 0,-3 0 0,3-1 0,2 1 0,0-2 0,0 8 0,0-6 0,2 8 0,3 5 0,7 9 0,-2 6 0,1 7 0,0 3 0,9 18 0,3 7 0,-2 8 0,7 9 0,-5 6 0,6 1 0,1-3 0,3-2 0,3-9 0,4-4 0,-3-6 0,3-6 0,-9-3 0,-3-8 0,-13-8 0,3-3 0,-7-4 0,1-3 0,-5 1 0,-7 0 0,-2 0 0,-3 0 0,-7-1 0,-3 1 0,-2 0 0,-1 0 0,-4 7 0,-1 5 0,0 3 0,5 2 0,1 2 0,0 3 0,6 7 0,-1 11 0,8 3 0,-2 9 0,5-1 0,1 1 0,11 1 0,12 4 0,8-9 0,20 3 0,7-13 0,14-4 0,3-9 0,7-6 0,-4-2 0</inkml:trace>
  <inkml:trace contextRef="#ctx0" brushRef="#br0" timeOffset="11">19497 10608 8912,'-34'29'0,"-2"-2"0,-3-1 0,-1 1 0,8-4 0,9 6 0,6-1 0,5 7 0,8-1 0,8 0 0,8-5 0,11 0 0,5-2 0,12 1 0,4-3 0,8-10 0,0-1 0,-1-3 0,-7-7 0,-4 2 0,2-12 0,-1-6 0,-7-5 0,-5-6 0,-4-9 0,-2-8 0,-1-8 0,-12-4 0,7-9 0</inkml:trace>
  <inkml:trace contextRef="#ctx0" brushRef="#br0" timeOffset="12">19842 10127 8912,'-16'17'0,"3"0"0,1 0 0,-1 1 0,4-1 0,-3 0 0,8 10 0,-2 7 0,-1 10 0,1 13 0,0 4 0,6 8 0,2 0 0,4 0 0,4-2 0,7-4 0,8-6 0,3-11 0,-1-4 0,2-8 0,-6-1 0,5-5 0,-7-5 0,2-11 0,-4-5 0,-9-14 0,5-10 0,-5-10 0</inkml:trace>
  <inkml:trace contextRef="#ctx0" brushRef="#br0" timeOffset="13">20117 10350 8912,'9'8'0,"5"-4"0,-8 7 0,-1-5 0,-5 5 0,-2 3 0,-3 1 0,-5 4 0,-7 4 0,-6 4 0,0 7 0,-2 1 0,2-1 0,4 6 0,-4 0 0,6 6 0,6-6 0,3-5 0,8-7 0,0-1 0,0 2 0,4-6 0,5-12 0,10-5 0,6-4 0,10-4 0,5-4 0,8-5 0,-3-12 0,5-4 0,2-8 0,7-7 0,2-1 0</inkml:trace>
  <inkml:trace contextRef="#ctx0" brushRef="#br0" timeOffset="14">20771 10660 8912,'0'23'0,"-2"0"0,-4-2 0,-3-10 0,-1-3 0,6-10 0,16-4 0,7-3 0,17-11 0,6-1 0,10-2 0,5 1 0,6 4 0,2 1 0,-7 0 0,-1 0 0,-5 0 0,-8-1 0,-2-6 0,-8-3 0</inkml:trace>
  <inkml:trace contextRef="#ctx0" brushRef="#br0" timeOffset="15">21614 10299 8912,'0'26'0,"0"-1"0,-2-8 0,-4 1 0,3-5 0,-9 4 0,6-3 0,-3 10 0,1 1 0,4 4 0,4 3 0,6 3 0,4-3 0,7-3 0,8 1 0,3-7 0,7 2 0,5-2 0,-2-11 0,6-1 0,-2-7 0,-3-4 0,-3-2 0,-2-4 0,-7-5 0,-4-12 0,-4 2 0,-2-8 0,-1 1 0,-5-7 0,2 1 0,-7-1 0,2 3 0,-2 3 0,-5 4 0,5 8 0,-4 0 0,-2 0 0,-2 11 0,-4 12 0,3 5 0,-9 18 0,6 0 0,-5 5 0,5 0 0,-5 1 0,7-1 0,-2 1 0,-1-7 0,1-1 0,2-2 0,2-4 0,2-2 0,0-10 0,0-1 0,6-17 0,0-9 0,9-6 0,2-11 0,0 1 0,6-1 0,2-5 0,0 0 0,2 2 0,3 2 0,-3 9 0,2 4 0,-6 6 0,5 5 0,-7 5 0,2 7 0,2 9 0,-2 8 0,-6 8 0,-5 10 0,-8 1 0,1 4 0,3-4 0,-2 4 0,-2-3 0,-2-3 0,-2-7 0,0-4 0,-2-4 0,-4-2 0,-4-7 0,-7-5 0,-8-10 0,-2-5 0</inkml:trace>
  <inkml:trace contextRef="#ctx0" brushRef="#br0" timeOffset="16">21872 9697 8912,'-74'32'0,"-1"-1"0,4-4 0,6-2 0,10-1 0,15-1 0,3 2 0,20 4 0,6-4 0,18-8 0,11-2 0,8-3 0,9 1 0,5-7 0,2-1 0,4-5 0,4-5 0,-5-1 0,-4-7 0,-7 1 0,-7-3 0,-12-2 0,-3-1 0,-7 1 0,-5-6 0,-5 0 0,-13 6 0,-10 6 0,-12 1 0,-6-1 0,-10 3 0,-1 8 0,1 8 0,10 3 0,-1 6 0,7 6 0,-1-4 0,15 14 0,1-6 0</inkml:trace>
  <inkml:trace contextRef="#ctx0" brushRef="#br0" timeOffset="17">25297 10316 8912,'-8'-12'0,"-5"1"0,-8-2 0,-6-3 0,-4-1 0,-1 2 0,-5 1 0,1 3 0,6 7 0,1 0 0,-2 10 0,-1 11 0,-1 10 0,3 13 0,3 8 0,2 7 0,4 6 0,8 10 0,3 2 0,2 1 0,5-7 0,8-10 0,5-13 0,9-9 0,4-12 0,6-10 0,-3-5 0,3-8 0,0-16 0,5-8 0,1-11 0,-1-5 0,0-13 0,1 1 0,-3-5 0,-3-1 0,0-3-102,-12-8 0,2 1 102,-13-1 0,0-6 0,-6 1 0,-8 1 0,-4 10 0,-3 14 0,0 14 0,1 12 0,3 10 0,7 5 0,-4 18 0,8 7 0,8 17 0,4 18 0,3 7 0,2 10 0,2 0-135,4-1 0,-2 1 135,8 0 0,-6 4 0,6-5 0,-1-8 99,-1-11 0,0-9-99,-4-11 0,-4 0 0,4-12 0,-10-4 0,-1-13 0,-3-7 0,3-5 0,3-9 0,-4-2 0,5-7 69,1 1 0,-2-5 0,-1-6 0,-3-6-69,2-4 0,-5 4 0,-2 0 0,1 2 0,-1-1 0,0-1 0,-6 11 0,0 5 0,0 20 0,0 6 0,0 16 0,0 7 0,2 17 0,2 4 0,1 6 0,7 4 0,-6 1 0,7 1 0,-1 0 0,3-7 0,2 1 0,2-13 0,4 1 0,-4-11 0,4 0 0,2-12 0,-2-5 0,6-4 0,-6-4 0,-2-4 0,-2-5 0,-2-6 0,0-6 0,-5 2 0,-1-8 0,-7 2 0,2-1 0,-4-5 0,-2 5 0,5 3 0,1 2 0,0 4 0,-4 9 0,3 5 0,-1 16 0,8 6 0,1 14 0,10 3 0,4-5 0,7 5 0,3-3 0,3 3 0,-2-7 0,8-4 0,-8-6 0,2-6 0,-3-3 0,-3-8 0,-2-2 0,-3-4 0,-8-5 0,-7-4 0,-7-2 0,-7-1 0,-2-5 0,-3 0 0,-7 2 0,-3 2 0,-4 2 0,-4 0 0,2 0 0,-8 0 0,6-1 0,-6 1 0,8 8 0,-2 3 0,4 4 0,2 2 0,0 8 0,0 3 0,1 10 0,5 4 0,5 2 0,4 3 0,4 3 0,4 1 0,11 1 0,12-1 0,5-7 0,6-4 0,6-6 0,12-6 0,10-3 0,13-8 0,5-8-280,6-3 1,-6-6 279,0-6 0,-8-4 0,-15-7 0,-4-1 0,-5 1 0,-6-1 0</inkml:trace>
  <inkml:trace contextRef="#ctx0" brushRef="#br0" timeOffset="18">28618 10127 8912,'-61'17'0,"-4"6"0,7 0 0,3 0 0,1 2 0,10 3 0,4 12 0,6 6 0,5 4 0,12-6 0,11-4 0,12-4 0,7-3 0,7-5 0,2-5 0,15-6 0,-3-5 0,10-4 0,-2-8 0,0-2 0,0-4 0,-1-6 0,-7-10 0,-2 1 0,-3-8 0,-4-6 0,-8-5 0,-7 0 0,-4 6 0,-5-6 0,-1 0 0,-7-6 0,-5 6 0,-11 0 0,-5 5 0,-5 6 0,-1 3 0,-1 3 0,1 8 0,1 5 0,5 10 0,11 10 0,11 7 0,13 6 0,11 5 0,8-3 0,15-8 0,4 1 0,13-1 0,3 0 0</inkml:trace>
  <inkml:trace contextRef="#ctx0" brushRef="#br0" timeOffset="19">29203 10144 8912,'17'-13'0,"1"-5"0,-3-3 0,-4 4 0,-5 0 0,2 6 0,-3-1 0,-5 18 0,-7 3 0,-1 12 0,0 6 0,-5 2 0,4 5 0,-3 1 0,1-1 0,1 2 0,-1 4 0,-5-9 0,5 3 0,1-3 0,-1 3 0,1-7 0,-3-4 0,1-4 0,1-2 0,1-9 0,5-8 0,5-15 0,5-14 0,7-11 0,11-6 0,3-6 0,9-3 0,-1-2 0,1 1 0,-7 3 0,1 1 0,-2 10 0,2 8 0,-5 7 0,-6 10 0,-1 7 0,-2 6 0,-3 16 0,-5 7 0,-7 17 0,2 4 0,4 6 0,-2 4 0,7 2 0,1-7 0,5-1 0,2 0 0,4 0 0,4-11 0,7 1 0,2-13 0,5-4 0,3-7 0,7-10 0,8-8 0,3-1 0</inkml:trace>
  <inkml:trace contextRef="#ctx0" brushRef="#br0" timeOffset="20">30804 9783 8912,'0'-17'0,"0"0"0,-8-1 0,-2 9 0,-5 11 0,4 15 0,-3 10 0,8 13 0,-5 6 0,5 9 0,2 4 0,2 2 0,2 2 0,0 6 0,6-8 0,0-3 0,7-3 0,-3-2 0,1-3 0,1-12 0,-8-9 0,1-12 0,-10-7 0,-5-3 0</inkml:trace>
  <inkml:trace contextRef="#ctx0" brushRef="#br0" timeOffset="21">30218 10058 8912,'-17'-8'0,"0"-1"0,0-8 0,2-6 0,3 0 0,4 0 0,10 6 0,4-1 0,13 1 0,16 0 0,10 0 0,19 0 0,1 5 0,15 1 0,6 1-281,6-1 1,3-5 280,-9 5 0,-5 1 0,-18-1 0,-12 1 0,-12-5 0,-9 2 0,-7-1 0,-4-5 0,-9 10 0,-3-1 0,-14 10 0,3 4 0,-7 7 0,7 1 280,-2 5 1,-2 2-281,3 4 0,-1 4 0,6 7 0,0 8 0,0 4 0,0 4 0,0 1 0,2 7 0,4-1 0,-5 12 0,5-6 0,-4 6 0,-2-12 0,0-2 0,0-9 0,0 0 0,0-12 0,-2-5 0,-4-17 0,5-5 0,-5-22 0,12-8 0,5-8 0,12-3 0,-2-6 0,8 0 0,-8-8 0,2 2 0,1 4 0,-1 2 0,6 0 0,-6 6 0,0-3 0,-6 16 0,0 6 0,1 5 0,-3 18 0,-4 3 0,-3 12 0,-8 6 0,6 4 0,0 1 0,1 0 0,-1 1 0,-2-7 0,7 1 0,-5-8 0,5 2 0,3-4 0,1-2 0,2-7 0,0-4 0,3-5 0,3-1 0,-4-1 0,4-5 0,1-9 0,-1-8 0,0-6 0,-5 6 0,-1-6 0,-2 5 0,-2-3 0,-1-4 0,-8 4 0,2-1 0,-5 7 0,-1-2 0,0 11 0,0 12 0,0 12 0,0 11 0,0 5 0,-1 11 0,-5 1 0,4 8 0,-4-3 0,6-3 0,6-1 0,-2-5 0,9-4 0,4-3 0,4-6 0,4-10 0,-2-1 0,4-10 0,7-2 0,3-10 0,3-13 0,-2-4 0,8-7 0,-8-6 0,2 0 0,-5-6 0,-7 6 0,3-8 0,-8 4 0,-2 2 0,-2 8 0,-7 3 0,-1 14 0,-7-4 0,4 19 0,-8 4 0,-2 13 0,-4 6 0,4 12 0,-4 1 0,4-1 0,4 3 0,4-6 0,5 1 0,10-4 0,2 1 0,8-14 0,-4 9 0,7-14 0</inkml:trace>
  <inkml:trace contextRef="#ctx0" brushRef="#br0" timeOffset="22">13371 13634 8912,'6'12'0,"0"-1"0,-1-7 0,-3 2 0,4-10 0,7-4 0,8-1 0,8-1 0,11-3 0,6 1 0,4-1 0,1-2 0,-1-3 0,-4 3 0,-6 4 0,-3-3 0,-7 7 0,-5-1 0,-8 0 0,-11 3 0,-6 5 0,-10 0 0,-14 0 0,-3 0 0</inkml:trace>
  <inkml:trace contextRef="#ctx0" brushRef="#br0" timeOffset="23">15023 12981 8912,'-11'0'0,"-1"0"0,-1 0 0,-2 2 0,-3 3 0,-5-1 0,0 8 0,1 1 0,-3 2 0,6 12 0,-4 8 0,3 8 0,5 13 0,4 3 0,5 2 0,4 6 0,2 2 0,2-8 0,4-6 0,3-13 0,8-7 0,1-5 0,1-12 0,2-9 0,2-5 0,5-4 0,-5 0 0,0-8 0,-5-3 0,-1-10 0,-2-4 0,-2 0 0,-1 0 0,-8 0 0,1 3 0,-5 2 0,-5-2 0,-3 2 0,-3 3 0,-5 2 0,5 3 0,-3 3 0,1 5 0,2-2 0,7-1 0,-2 1 0,4 4 0,4-6 0,4 8 0,5 0 0,6 0 0,6 0 0,4 0 0,8 0 0,-1 0 0,0 0 0,1 6 0,-1 0 0,-7 7 0,-4-1 0,-2 3 0,2 2 0,-10 0 0,3 1 0,-5 1 0,-1 4 0,-5-2 0,7 7 0,-8-7 0,1 2 0,5-4 0,0-3 0,7-5 0,0-5 0,0-4 0,0-4 0,1-4 0,-7-3 0,1-9 0,-1-1 0,6-4 0,-5 4 0,-1-4 0,-7 4 0,2 2 0,-4 0 0,5 7 0,-5 3 0,6 9 0,-8 3 0,0 7 0,-6 5 0,0 6 0,1 4 0,5 5 0,0-1 0,0-3 0,2-7 0,3 2 0,-1 2 0,8-2 0,-1-6 0,6-5 0,0-9 0,1 3 0,5-4 0,0-2 0,0-9 0,-6-9 0,8-6 0,1-11 0</inkml:trace>
  <inkml:trace contextRef="#ctx0" brushRef="#br0" timeOffset="24">15660 13032 8912,'-25'27'0,"-2"-6"0,-1-6 0,-1-3 0,8-1 0,-2 7 0,11 4 0,7 1 0,3 0 0,2-5 0,2-1 0,3 0 0,11-8 0,7-3 0,5-4 0,-5-2 0,6-8 0,-6-3 0,0-10 0,-6-2 0,-2-8 0,-3 3 0,1 3 0,-7 2 0,-2-2 0,-10 2 0,-3 2 0,-9 8 0,-1 3 0,-4 3 0,4 1 0,-4 6 0,4 2 0,2 4 0,2 3 0,3 8 0,4 1 0,8-1 0,0 0 0,0 0 0,16 8 0,3 2 0</inkml:trace>
  <inkml:trace contextRef="#ctx0" brushRef="#br0" timeOffset="25">16073 13084 8912,'-17'0'0,"-1"0"0,9-2 0,3-4 0,2 4 0,-1-3 0,3 7 0,-4 9 0,4 12 0,2 11 0,0 12 0,0 2 0,0 15 0,0 0 0,0 6 0,2-8 0,4-4 0,1 1 0,5-7 0,3-3 0,-3-14 0,1-7 0,-2-4 0,5-12 0,-5-5 0,-3-12 0,0-3 0</inkml:trace>
  <inkml:trace contextRef="#ctx0" brushRef="#br0" timeOffset="26">15901 13514 8912,'-17'0'0,"5"0"0,1 0 0,-1 0 0,-5 0 0,9-6 0,8 0 0,10 3 0,19-7 0,5-1 0,18-5 0,-1-1 0,5-6 0,-5 0 0,1-7 0,-8 3 0,-2-8 0</inkml:trace>
  <inkml:trace contextRef="#ctx0" brushRef="#br0" timeOffset="27">16331 13067 8912,'0'17'0,"0"0"0,0 0 0,-6-5 0,1-1 0,-7 1 0,6 5 0,3 0 0,1 0 0,2 8 0,0 4 0,0 3 0,0 3 0,0 1 0,0 4 0,2-2 0,3 8 0,-1-6 0,8 6 0,-7-13 0,7 1 0,-6-11 0,5 0 0,-5-6 0,5-6 0,-1-5 0,1-12 0,5-9 0,-5-8 0,4-7 0,2-1 0,-1-5 0,-5-4 0,5 0 0,-5 5 0,4 7 0,3-1 0,-1 8 0,0 0 0,-2 6 0,-3 3 0,3 8 0,-4-1 0,-1 5 0,2 5 0,-7 7 0,7 11 0,-7-4 0,7 6 0,-1-2 0,-1 0 0,5-1 0,-3-4 0,3-3 0,2-4 0,0 3 0,1-9 0,-1 1 0,0-6 0,-2-7 0,-1-5 0,-3-5 0,3-6 0,-5 2 0,3-8 0,-9 8 0,3-2 0,-4-1 0,-2 1 0,0-6 0,0 6 0,0 0 0,0 6 0,-2 5 0,-4 1 0,5 9 0,-5 2 0,4 8 0,2 9 0,0 2 0,0 4 0,0-2 0,0 8 0,2-8 0,4 2 0,-3-4 0,9-2 0,1 0 0,3-7 0,1-5 0,0-3 0,0-2 0,0-2 0,1-3 0,-7-5 0,1-7 0,-1 0 0,6-1 0,-5-4 0,-3-1 0,1 2 0,-1 1 0,-5 9 0,2 0 0,-4 7 0,-2-4 0,0 10 0,0 4 0,0 5 0,0 4 0,0 3 0,0 5 0,0 0 0,7 5 0,5-5 0,-1-6 0,7-5 0,-5-3 0,10 3 0,2-5 0,-2-7 0,7 0 0,-1 0 0,-4-7 0,0-7 0,-2-5 0,0-4 0,-6-7 0,-6 1 0,1-3 0,5-3 0</inkml:trace>
  <inkml:trace contextRef="#ctx0" brushRef="#br0" timeOffset="28">17381 12860 8912,'-17'10'0,"-1"3"0,1-7 0,6 7 0,-1-1 0,8 9 0,-3 6 0,1 5 0,0 10 0,2 6 0,10 4 0,-2 7 0,7 4 0,-1 4 0,1 1 0,3-8 0,-6-9 0,-1-9 0,1-5 0,3-5 0,-5-3 0,0-4 0,-6-16 0,0-3 0,0-12 0,2-5 0,3-12 0,3-4 0,4-7 0,3-1 0,-4 1 0,7-1 0,4 1 0,-2 0 0,3-1 0,-4 9 0,-2 3 0,0 5 0,0 7 0,2 3 0,4 8 0,-4 0 0,4 4 0,-5 6 0,-7 7 0,2 12 0,-7-1 0,6 5 0,-7 1 0,1-1 0,-6-5 0,-6 5 0,-1-7 0,-3 1 0,-3-4 0,-4-4 0,-6-2 0,4-1 0,-4-5 0,3 2 0,3-7 0,0-2 0,0-2 0,0-10 0,-1-1 0</inkml:trace>
  <inkml:trace contextRef="#ctx0" brushRef="#br0" timeOffset="29">18826 13067 8912,'-25'9'0,"-3"-1"0,-12-8 0,3-2 0,-3-2 0,6-1 0,5 1 0,-2 2 0,8 2 0,2 4 0,8 7 0,4 12 0,1 8 0,2 11 0,6 3 0,8 5 0,3 2 0,-1-6 0,1-1 0,1-4 0,5 1 0,0-6 0,0-9 0,2-14 0,4-7 0,-2-4 0,8-2 0,0-2 0,5-4 0,6-6 0,1-10 0,4-5 0,-4-8 0,6 1 0,-10-8 0,5-2 0</inkml:trace>
  <inkml:trace contextRef="#ctx0" brushRef="#br0" timeOffset="30">19153 12929 8912,'-11'0'0,"-1"0"0,8 0 0,-11 0 0,8 2 0,-5 4 0,-1 5 0,5 14 0,0 8 0,1 5 0,1 15 0,6-1 0,0 9 0,0-4 0,2 5 0,4-11 0,3 3 0,8-14 0,6-8 0,0-9 0,6-6 0,-6-5 0,-2-8 0,-2-8 0,0-8 0,4-11 0,4-3 0,7-9 0</inkml:trace>
  <inkml:trace contextRef="#ctx0" brushRef="#br0" timeOffset="31">19463 13118 8912,'-11'0'0,"-1"0"0,6 0 0,-5 0 0,-1 2 0,-5 4 0,0 9 0,0 8 0,0 8 0,-1-3 0,1 11 0,2-1 0,3-4 0,7-3 0,3-10 0,2 2 0,0-4 0,0-2 0,2-7 0,3-5 0,5-5 0,7-5 0,6-7 0,0-9 0,-2-4 0,-2-1 0,-2 3 0,1-6 0,-7 0 0,1-5 0,-3 7 0,3 4 0,1-2 0,-7 2 0,-1 6 0,-3 8 0,4 1 0,-4 4 0,4 10 0,-4 5 0,-2 12 0,0 6 0,0 11 0,0-4 0,2 5 0,1-5 0,3-2 0,7-1 0,-1-5 0,3 3 0,2-8 0,3-8 0,3-9 0,-2-4 0,7-2 0,-1-10 0,2-7 0,1-8 0,-5-9 0,0-1 0,0 1 0,-2-2 0,-6-4 0,-6 5 0,1 1 0,-8-1 0,2 7 0,-5 3 0,-1 2 0,0 12 0,-5 5 0,-3 12 0,-2 5 0,7 6 0,-3 6 0,4 4 0,2 7 0,0 1 0,0-1 0,0 0 0,0 1 0,6-6 0,-1-1 0,7-5 0,-6 6 0,5-8 0,-5 2 0,0-4 0,1-2 0,-5 0 0,4 0 0,-6-5 0,-6-1 0,-3-7 0,-9 2 0,1 2 0,0-3 0,0 1 0,0-6 0,5 0 0,3-2 0,1-4 0,-5-11 0,3-10 0</inkml:trace>
  <inkml:trace contextRef="#ctx0" brushRef="#br0" timeOffset="32">20478 13015 8912,'-34'15'0,"-1"-3"0,1-6 0,0-4 0,-1 0 0,1 3 0,-1-1 0,3 8 0,3 1 0,6 2 0,12 2 0,5 1 0,4 4 0,2 1 0,10 6 0,7-6 0,2 2 0,10-4 0,1 2 0,3-2 0,-5-8 0,1-1 0,-6-3 0,6 3 0,-8 3 0,2-4 0,-10-1 0,-1 1 0,-1 1 0,-1 5 0,-5 0 0,-5 0 0,-5 1 0,-7-1 0,-5 0 0,-6 0 0,-4 0 0,-7 1 0,-1-7 0,1 1 0,-4-9 0,3 3 0,-1-4 0,13-2 0,2 0 0,2 0 0,4-2 0,3-4 0,5-5 0,7-12 0,7 4 0,3-6 0</inkml:trace>
  <inkml:trace contextRef="#ctx0" brushRef="#br0" timeOffset="33">20788 13101 8912,'8'15'0,"3"-3"0,-3-4 0,7-8 0,-3 0 0,3 0 0,2 0 0,0 0 0,6 0 0,2 1 0,2 7 0,3 9 0,3 2 0,1 10 0,-7 2 0,-4 9 0,-6-2 0,-5 6 0,-6-2 0,-5-4 0,-2-2 0,-5-1 0,-4-8 0,-7-5 0,0-4 0,0-7 0,-1-3 0,1-8 0,2-2 0,3-4 0,5-5 0,7-12 0,0 2 0,0-8 0,7 6 0,5-5 0,3-1 0,2-6 0,1 1 0,1 2 0,2 1 0,2 2 0,5 8 0,-5-2 0,2 6 0,-2 6 0,-2-3 0,8 9 0,-8-1 0,2 6 0,-4 6 0,-2-1 0,0 9 0,1-5 0,-3 3 0,-4-1 0,5-5 0,-5 5 0,-1-5 0,1 6 0,-5-9 0,5 3 0,-7 4 0,-4-6 0,-11 7 0,-5-7 0,-1 3 0,0-1 0,0 0 0,0 7 0,-1-1 0,1 3 0,2 2 0,3 0 0,5 1 0,7-1 0,2-6 0,5-1 0,11-3 0,1-1 0,9-6 0,1 0 0,5 0 0,-5-7 0,0-5 0,-8-3 0,2-2 0,-10-1 0,-3 1 0,-3 0 0,-3 0 0,-10 5 0,-5 1 0,-4 1 0,-3-1 0,-4-2 0,-1 7 0,0 0 0,5 6 0,7 0 0,-1 0 0,11 0 0,1 0 0,7 0 0,18 0 0,2 0 0</inkml:trace>
  <inkml:trace contextRef="#ctx0" brushRef="#br0" timeOffset="34">22079 13170 8912,'-17'17'0,"-1"-7"0,1-5 0,-6-1 0,0 2 0,-13-2 0,1 7 0,-3 1 0,4 5 0,5 2 0,2 4 0,2 4 0,4-1 0,10 7 0,5-4 0,14-5 0,9-1 0,6-4 0,6-1 0,3-9 0,-3-3 0,2-4 0,-1-4 0,-3-4 0,-2-5 0,-2-5 0,-6-1 0,-6 0 0,1 0 0,-8 0 0,1-1 0,-3-4 0,-2-1 0,0 0 0,0 5 0,-2 1 0,-3 0 0,3 0 0,-4 0 0,4 0 0,2-1 0,0 7 0,0-1 0,0 1 0,8-6 0,1 0 0</inkml:trace>
  <inkml:trace contextRef="#ctx0" brushRef="#br0" timeOffset="35">22647 13118 8912,'-18'0'0,"1"0"0,0 0 0,7 0 0,-5 0 0,13 2 0,-4 4 0,6 9 0,6 8 0,-4 2 0,4-2 0,-4-2 0,-2 8 0,0-3 0,0 3 0,0-4 0,0-8 0,0 0 0,0 0 0,0-7 0,0-2 0,7-8 0,-5-8 0,6-5 0,0-8 0,1-6 0,8-8 0,-5 1 0,-1 2 0,3 1 0,1 2 0,2 6 0,0-5 0,-5 7 0,-1-2 0,1 6 0,5 5 0,0 5 0,2 7 0,4 0 0,-9 9 0,3 8 0,-4 8 0,3 10 0,-3-1 0,-2 0 0,-7 1 0,2-1 0,-4-5 0,-2-1 0,6-7 0,-1 2 0,1-11 0,2-5 0,1-14 0,9-7 0,-1-7 0,0-7 0,6-5 0,0-1 0,2-6 0,-2 0 0,-2 0 0,7 5 0,-5 3 0,6 3 0,-2 10 0,1 7 0,3 11 0,-8 2 0,-2 15 0,-2 11 0,-7 13 0,-1 5 0,-7 5 0,2 2 0,-2-3 0,1-3 0,7-2 0,11-4 0,11-11 0,10 3 0</inkml:trace>
  <inkml:trace contextRef="#ctx0" brushRef="#br0" timeOffset="36">13767 15646 8912,'-8'0'0,"8"0"0,12-2 0,9-4 0,6-3 0,7-9 0,4 1 0,8 0 0,-6-2 0,12-2 0,-4 0 0,-4 6 0,-2-3 0,-10 9 0,-3-1 0,-6 5 0,-12 3 0,-11 2 0,-17 0 0,-10 0 0</inkml:trace>
  <inkml:trace contextRef="#ctx0" brushRef="#br1" timeOffset="37">15488 15130 8912,'-2'10'0,"-4"-5"0,4 5 0,-11-1 0,7 10 0,2 4 0,2 6 0,2 13 0,2 10 0,4 11 0,6 9 0,3 5 0,2 5 0,0-4 0,0-1 0,1-1 0,-1-5 0,-2-3 0,-3-6 0,1-7 0,-7-3 0,-1-10 0,-5-8 0,0-9 0,-7-21 0,-10-14 0,-10-17 0</inkml:trace>
  <inkml:trace contextRef="#ctx0" brushRef="#br1" timeOffset="38">15402 15250 8912,'-17'-2'0,"-1"-1"0,1-5 0,2-2 0,1-3 0,5-2 0,1-2 0,3-1 0,8 1 0,9 0 0,11 0 0,9-2 0,10-2 0,8-2 0,5 2 0,9 7 0,-5 5 0,0 1 0,0 4 0,-3 4 0,-12 6 0,-10 7 0,-9 8 0,-13 6 0,-7 8 0,-12 1 0,-11 2 0,-10 4 0,-10 2 0,-5 0 0,-2 2 0,-3-2 0,8-4 0,-1-10 0,7 5 0,2-12 0,5 0 0,8-6 0,5-6 0,10-3 0,-3-10 0,7-4 0,7-3 0,5-8 0,3-1 0,2 1 0</inkml:trace>
  <inkml:trace contextRef="#ctx0" brushRef="#br1" timeOffset="39">16383 15319 8912,'7'-9'0,"-3"1"0,6 6 0,-3-4 0,1 4 0,-2-3 0,-2 3 0,7 2 0,-5-2 0,5-4 0,-7 4 0,4-13 0,-8 3 0,0-3 0,0-2 0,0 0 0,-6 0 0,-2 1 0,-1 5 0,-3 3 0,-5 8 0,2 8 0,3 3 0,-3 18 0,4 5 0,-3 12 0,3 0 0,-3 4 0,9 1 0,-1 7 0,6-1 0,4-6 0,7-9 0,3-3 0,14-16 0,1-8 0,5-9 0,3-8 0,3-10 0,-4-14 0,4-20 0,-11-4 0,-6-2 0,-6 1 0,-5-1 0,-9 1 0,-6-1 0,-15 6 0,-10 0 0,-7 16 0,-5 1 0,2 16 0,-8 7 0,6 4 0,-6 2 0,13 14 0,-1 3 0,17 17 0,1 2 0,7 6 0,5 6 0,10 0 0,5-2 0,12-6 0,6-11 0,5-5 0,7-6 0,10-1 0,10 0 0</inkml:trace>
  <inkml:trace contextRef="#ctx0" brushRef="#br1" timeOffset="40">16951 15336 8912,'0'-17'0,"5"0"0,1 0 0,0 0 0,-6-1 0,-2 9 0,-2 5 0,-2 8 0,1 11 0,5 8 0,0 8 0,0-3 0,0 5 0,0 1 0,0-1 0,0-5 0,5 3 0,1-8 0,7 0 0,-1-6 0,1-6 0,1-1 0,-3-3 0,2-3 0,3-9 0,1-7 0,-2-9 0,-3-2 0,1-7 0,-7 1 0,0-2 0,-6 3 0,0-3 0,0 8 0,0 2 0,0 10 0,0 5 0,0 12 0,0 11 0,0 12 0,7 1 0,5-1 0,3 1 0,2-7 0,2 6 0,4-6 0,2-2 0,6-10 0,-3-5 0,3-4 0,-6-6 0,-2-7 0,-4-3 0,-2-14 0,-2-1 0,-3-5 0,-4-1 0,-8 1 0,-2-6 0,-4 0 0,-6 3 0,-3 7 0,-2-1 0,0 8 0,0 2 0,-1 10 0,7 3 0,-1 8 0,9 0 0,-5 0 0,16 0 0,1 0 0</inkml:trace>
  <inkml:trace contextRef="#ctx0" brushRef="#br1" timeOffset="41">17725 15405 8912,'9'27'0,"-3"-4"0,-6-4 0,-6-2 0,-3 0 0,-8 0 0,5-7 0,1-4 0,7-4 0,-4-4 0,10-4 0,4-6 0,9-9 0,10-3 0,2-3 0,3-4 0,-3-1 0,2-3 0,-8 1 0,2 0 0,-4 5 0,-2 0 0,-7 3 0,-4-3 0,-5-2 0,-2 9 0,-7 0 0,-9 3 0,-8 10 0,-10 3 0,3 6 0,3 6 0,-3 11 0,3 12 0,4 5 0,2 6 0,4 12 0,4 9 0,3 4 0,7 4 0,5-10 0,5 10 0,13-18 0,10 1 0,10-12 0,3 0 0,6-19 0,-1-10 0,6-7 0,5-4 0,-3-15 0,3-8 0,-9-7 0,-6-5 0,-4-1 0,-5-4 0,-10 2 0,0-8 0,-10 7 0,-1-1 0,-9-2 0,3 2 0,-4-2 0,-2 2 0,-8 6 0,-3-1 0,1 5 0,-1 13 0,-1-4 0,-5 21 0,2 1 0,3 15 0,-1 9 0,7 9 0,-5 6 0,5 0 0,0 6 0,6-6 0,2 6 0,4-6 0,2 0 0,5-5 0,0-1 0,7 0 0,-3-7 0,6-4 0,-2-6 0,2-5 0,-4 1 0,4-7 0,-4 0 0,-2-6 0,0-8 0,8-9 0,2-10 0</inkml:trace>
  <inkml:trace contextRef="#ctx0" brushRef="#br1" timeOffset="42">18861 15182 8912,'-18'0'0,"1"0"0,0 0 0,0 0 0,0 0 0,-1 3 0,3 9 0,4 13 0,5 11 0,4 16 0,2 11 0,2 11 0,4 6 0,5-3-170,12-3 1,-2-3 169,8-2 0,-2-4 0,1-8 0,3-7 0,-10-16 0,-4 0 0,-4 1 0,-3-8 0,2-5 0,-5-10 0,-7-4 0,0-22 0,0-3 0,-7-19 0,-3-1 0</inkml:trace>
  <inkml:trace contextRef="#ctx0" brushRef="#br1" timeOffset="43">18843 15353 8912,'0'-9'0,"0"-1"0,0 5 0,2 3 0,4-4 0,4-2 0,7 3 0,6-1 0,0 6 0,7-6 0,-1 0 0,4 1 0,1 5 0,-7 7 0,-4 5 0,-4 3 0,-2 2 0,-7 8 0,-5 4 0,-5-2 0,-5 1 0,-7-1 0,-11 2 0,2 1 0,-8-7 0,8 6 0,-2-6 0,12-8 0,-4 0 0,5-5 0</inkml:trace>
  <inkml:trace contextRef="#ctx0" brushRef="#br1" timeOffset="44">19308 15285 8912,'-2'26'0,"-4"-3"0,-5-4 0,-4-1 0,-4 7 0,-4 3 0,4 5 0,-4 1 0,5-5 0,7-1 0,3-1 0,8 2 0,2-4 0,4-8 0,11-8 0,10-3 0,2-4 0,-1-2 0,1-8 0,5-3 0,-1-4 0,-4-3 0,-5-1 0,-6-4 0,-9-1 0,-3-5 0,-4 2 0,-2 4 0,-10 2 0,-7-7 0,-2 7 0,-8-2 0,0 3 0,1 3 0,5 6 0,-2-1 0,4 9 0,1-3 0,9 4 0,1 2 0,8 0 0,8 0 0,1 0 0</inkml:trace>
  <inkml:trace contextRef="#ctx0" brushRef="#br1" timeOffset="45">19790 15336 8912,'0'17'0,"0"1"0,0-7 0,0 1 0,0-1 0,0 6 0,0 0 0,0 1 0,0-1 0,0 0 0,0 0 0,0 0 0,0 1 0,0-1 0,0 0 0,0 0 0,0 0 0,0 1 0,0-1 0,2-2 0,4-3 0,-4-5 0,13-22 0,-6-4 0</inkml:trace>
  <inkml:trace contextRef="#ctx0" brushRef="#br1" timeOffset="46">19807 15010 8912,'-17'0'0,"-2"0"0,-2 0 0,-2 0 0,0 0 0,6 0 0,0 0 0,-1 0 0,1 0 0,0 0 0,0 0 0,7 7 0,16-5 0,11 4 0,14-12 0,3-5 0,0-5 0,7 1 0,-5 2 0,-2 1 0,-5 7 0,0-7 0,-8 8 0,4-3 0,-8 7 0</inkml:trace>
  <inkml:trace contextRef="#ctx0" brushRef="#br1" timeOffset="47">20117 15182 8912,'9'32'0,"-3"-3"0,-4-4 0,-4-8 0,-4 0 0,-5 0 0,1 0 0,-1 0 0,7 1 0,-2-1 0,3 0 0,-3 0 0,4 0 0,-4 1 0,4-1 0,2-8 0,8-1 0,-6-8 0,6-8 0,-8-5 0,1-6 0,5-4 0,-4-8 0,4 3 0,-4-10 0,-2-3 0,5 1 0,1 6 0,6 0 0,-7-1 0,9 3 0,-5 3 0,3 6 0,-1 4 0,3 9 0,9 5 0,-4 5 0,4 5 0,2 15 0,-3 14 0,7 2 0,-6 10 0,2-6 0,-2 6 0,-4-10 0,4 1 0,-2-9 0,2-3 0,-4-10 0,4-9 0,-4-6 0,-2-6 0,6-11 0,0-11 0,0-11 0,-6-1 0,1-6 0,-1 6 0,-6-7 0,-1 1 0,-1-4 0,1-2 0,-6 1 0,2-1 0,-5 1 0,-1-1 0,0 10 0,0 8 0,0 7 0,0 10 0,0 7 0,0 12 0,0 17 0,0 16 0,-1 14 0,-5 12 0,-2 14 0,-3 5 0,-3 2-198,9-1 1,-3 1 197,2-8 0,4 3 0,-3-3 0,5-11 0,5 0 0,5-15 0,7-10 0,0-9 0,0-12 0,3-7 0,3-10 0,-6-8 0,0-4 0,-2-10 0,-9-7 0,7-11 0,-3-4 0</inkml:trace>
  <inkml:trace contextRef="#ctx0" brushRef="#br1" timeOffset="48">20668 15113 8912,'-18'25'0,"7"-12"0,-1 4 0,3-2 0,-3 8 0,-1-4 0,7 4 0,1-3 0,5-3 0,3-2 0,11-4 0,14-5 0,15-4 0,14-10 0,6-3 0,10-14 0,1-9 0,1-1 0,-6-7 0</inkml:trace>
  <inkml:trace contextRef="#ctx0" brushRef="#br1" timeOffset="49">22750 15061 8912,'-2'-9'0,"-2"1"0,-2 0 0,-1 6 0,3-5 0,-2-1 0,0 8 0,6 2 0,0 13 0,0 12 0,0 17 0,0 13 0,0 18 0,0 13 0,6 7 0,-3-44 0,0 1 0,3 2 0,1-1 0,-1-1 0,0-2 0,9 39 0,2-10 0,-5-24 0,-1-9 0,1-15 0,-3-30 0,-1-12 0</inkml:trace>
  <inkml:trace contextRef="#ctx0" brushRef="#br1" timeOffset="50">22561 15371 8912,'-8'-27'0,"6"-6"0,-4 5 0,4 1 0,2-2 0,4 8 0,6-3 0,11 1 0,9 0 0,3 0 0,13 6 0,-6-1 0,6 1 0,0 8 0,5 3 0,-1 4 0,-4 2 0,-10 10 0,-11 5 0,-4 8 0,-6 4 0,-9 1 0,0 7 0,-12 5 0,-5 0 0,-12 6 0,-6-6 0,2 6 0,-1-6 0,7-2 0,-2-8 0,4-1 0,1 2 0,1-8 0,0-6 0,7-8 0,-5-9 0,5 0 0</inkml:trace>
  <inkml:trace contextRef="#ctx0" brushRef="#br1" timeOffset="51">23197 15216 8912,'35'9'0,"-9"-1"0,-3-8 0,-3 0 0,-3 0 0,0 0 0,0 0 0,0 2 0,1 4 0,1 3 0,4 9 0,-4 1 0,4 4 0,-4-2 0,-2 7 0,-5-5 0,-1 6 0,-7-8 0,2 2 0,-5-10 0,-1-1 0,-7-3 0,-5 3 0,-3-5 0,-2-7 0,0 0 0,-1-4 0,1-5 0,0-8 0,7-10 0,5 4 0,3-8 0,2 3 0,2-5 0,3-1 0,7 5 0,11 1 0,4 1 0,7-2 0,0-1 0,1 7 0,-1 2 0,1 2 0,5 1 0,0 1 0,-2 8 0,-9 3 0,2 4 0,-9 2 0,1 2 0,-5 4 0,-9 3 0,-5 8 0,-10 2 0,-11 4 0,0-2 0,-6 8 0,4 0 0,2 5 0,-1 1 0,1-1 0,6-2 0,-1-3 0,8 2 0,1-8 0,6-4 0,9-6 0,3 0 0,2-7 0,8-2 0,4-10 0,3-9 0,3-8 0,-1-8 0,1 3 0,-9-5 0,-3-1 0,-5 1 0,-5 3 0,-3 3 0,-3 2 0,-3 2 0,-10 6 0,-3 2 0,-8 3 0,-6 5 0,0 7 0,0 0 0,5 7 0,9 3 0,9 7 0,9 0 0</inkml:trace>
  <inkml:trace contextRef="#ctx0" brushRef="#br1" timeOffset="52">24281 15199 8912,'0'23'0,"0"0"0,0 0 0,0-6 0,0 0 0,0 8 0,0 3 0,0 5 0,0 1 0,0 6 0,2 2 0,6 2 0,9 4 0,2 0 0,10-2 0,-2 1 0,1-6 0,-3 4 0,-7-4 0,-9 4 0,-3-4 0,-6-1 0,-6-6 0,-11 0 0,-12 1 0,-3-1 0,-3-1 0,1-7 0,-1-8 0,7-9 0,-1-9 0,2-9 0,-1-9 0,3-16 0,8-18 0,7-7 0,-5-17 0,5-3 0</inkml:trace>
  <inkml:trace contextRef="#ctx0" brushRef="#br1" timeOffset="53">24058 14752 8912,'-17'17'0,"-6"0"0,0 0 0,2 0 0,9 3 0,6 1 0,4 2 0,2-1 0,0-4 0,12-7 0,11 1 0,6-9 0,16 3 0,-4-6 0,5-6 0,-8-3 0,2-8 0,-6-1 0,-5 1 0,-4-2 0,-8-4 0,-7 4 0,-5-6 0,-10 8 0,-11 8 0,-7 3 0,-5 4 0,5 2 0,-6 8 0,6 3 0,-6 6 0,8 4 0,4 4 0,4 2 0,9 0 0,-2 1 0,20 5 0,5-7 0</inkml:trace>
  <inkml:trace contextRef="#ctx0" brushRef="#br1" timeOffset="54">24780 15457 8912,'-34'17'0,"0"-2"0,-1-3 0,3-5 0,3-7 0,6-2 0,12-3 0,7 1 0,15-8 0,3 1 0,14-6 0,3-6 0,9 0 0,-4-6 0,5 6 0,-7-5 0,-5 5 0,-4-2 0,-8 2 0,-2 4 0,-3-4 0,-7 4 0,-12 3 0,-11 5 0,-6 3 0,-11 8 0,-7 8 0,-4 3 0,-2 12 0,2 6 0,1 9 0,10 2 0,12 2 0,17-3 0,6 1 0,6-2 0,13-2 0,16-1 0,9-14 0,13-4 0,4-11 0,8-1 0,-2-5 0,-4-5-225,-11-5 0,-3-22 0,-5-5 0</inkml:trace>
  <inkml:trace contextRef="#ctx0" brushRef="#br1" timeOffset="55">25262 15233 8912,'-23'0'0,"0"0"0,-1 2 0,1 4 0,-2-2 0,-4 7 0,-1 1 0,7 5 0,2 8 0,9 3 0,6 5 0,4 1 0,2 6 0,0 0 0,8 0 0,4-5 0,5-3 0,6-3 0,3-6 0,11-12 0,1-5 0,2-4 0,2-4 0,-2-4 0,-3-11 0,3-12 0,2-3 0,-2-2 0,-2-3 0,-9-3 0,2-4 0,-8-7 0,3-1 0,-7 1 0,-5-1 0,-5 0 0,3-5 0,-6 0 0,-3-1 0,-8 7 0,-3 7 0,-3 4 0,-3 5 0,8 7 0,-5 12 0,3 18 0,-1 14 0,3 18 0,-5 18 0,7 9 0,-2 13 0,4 5-296,2 7 1,0 11 295,0 0 0,8-1 0,3-16 0,6-3 0,6-1 0,-2-21 0,8-3 0,-6-20 0,6-9 0,-8-11 0,2-6 0,-6-6 0,-4-8 0,-3-9 0,-3-10 0,-8 2 0,-9 0 0</inkml:trace>
  <inkml:trace contextRef="#ctx0" brushRef="#br1" timeOffset="56">25693 15250 8912,'-18'0'0,"1"0"0,6 0 0,-1 0 0,1 0 0,1 0 0,3 0 0,24 0 0,13-2 0,18-3 0,13-7 0,8-3 0,6-2 0,3 0-289,8-1 1,6-5 288,0 1 0,-43 6 0,1 1 0,-2 2 0,0-1 0</inkml:trace>
  <inkml:trace contextRef="#ctx0" brushRef="#br1" timeOffset="57">27276 14838 8912,'15'-2'0,"-3"-4"0,-5 4 0,-7-2 0,0 16 0,-2 7 0,-3 15 0,3 8 0,-4 6 0,4 6 0,2 3 0,0 10 0,0 1 0,0-1 0,0 2 0,8-4 0,3-13 0,-1 1 0,1-13 0,-7-7 0,4-16 0,-8-17 0,0-10 0</inkml:trace>
  <inkml:trace contextRef="#ctx0" brushRef="#br1" timeOffset="58">27018 14941 8912,'-39'0'0,"3"0"0,5-2 0,5-4 0,10-3 0,11-9 0,7 1 0,9 0 0,16 0 0,21 0 0,7-1 0,8 1 0,10 0 0,1 0 0,1 2-148,-6 3 1,2 3 147,3 3-373,5 4 0,-1-13 0,-2 5 0</inkml:trace>
  <inkml:trace contextRef="#ctx0" brushRef="#br1" timeOffset="59">27999 15199 8912,'-27'38'0,"4"-6"0,4-7 0,1-9 0,9-7 0,1-9 0,18-8 0,7-3 0,10-4 0,5-2 0,8-3 0,1-3 0,5 4 0,-6-4 0,4 4 0,-10 2 0,2-2 0,-13-4 0,-2 4 0,-9-4 0,-6 6 0,-12 5 0,-6-1 0,-11 7 0,-5 1 0,-11 7 0,-3 3 0,-2 7 0,6 3 0,-2 2 0,6 8 0,5 4 0,4-3 0,8 3 0,7 0 0,5 7 0,5 2 0,5 2 0,20-7 0,15-10 0,16-4 0,7-2 0,6-9 0,5-8 0,5-10-265,7-13 1,-6-4 264,0-7 0,-15-8 0,4 6 0,-15-8 0,-3-4 0,-3-5 0</inkml:trace>
  <inkml:trace contextRef="#ctx0" brushRef="#br1" timeOffset="60">28825 15096 8912,'-18'5'0,"1"1"0,0 0 0,0-6 0,-6 6 0,0-1 0,-6 9 0,6-3 0,-6 4 0,7 3 0,1-1 0,1 0 0,11 6 0,3 0 0,4 0 0,2-6 0,2 0 0,4-2 0,5-3 0,5-6 0,7-5 0,-1-1 0,7-1 0,-6-5 0,6-4 0,-6-7 0,5 0 0,-5 0 0,0 0 0,-5 1 0,-1 3 0,0 1 0,0 1 0,0-6 0,1 5 0,-1 1 0,-6 1 0,1-1 0,-1 1 0,6 6 0,1-1 0,-1-1 0,0 6 0,0 2 0,0 4 0,3-4 0,3 3 0,1 3 0,5-2 0,4-1 0,-5-5 0,3 0 0,-1-2 0,-3-1 0,-2-3 0,-2-6 0,-6 7 0,-5-9 0,-1 3 0,-7 1 0,2-1 0,-4 5 0,-2-5 0,0 7 0,0-4 0,0 16 0,0 3 0,-6 5 0,0 1 0,2 0 0,2 8 0,2-6 0,0 4 0,-1-10 0,-3-1 0,-2 1 0,0-5 0,6-1 0,2-14 0,4-5 0,3-3 0,9-4 0,-1-2 0,0-2 0,0-2 0,0 2 0,3 4 0,3-4 0,-4 4 0,4 2 0,-4 7 0,-2 5 0,0 3 0,0 2 0,-1 15 0,-5 8 0,2 7 0,-5 5 0,0 1 0,-1 4 0,-1-4 0,-6 5 0,0-1 0,0-6 0,0-3 0,0-14 0,0 0 0,0-7 0,0-7 0,2-14 0,4-12 0,5-13 0,10-8 0,4-4 0,2-5 0,0 3 0,1 4 0,3 2 0,-8-2 0,0 6 0,-6 11 0,0 12 0,1 12 0,-7 3 0,0 2 0,-1 15 0,1 8 0,3 7 0,-6 5 0,1-1 0,4 1 0,10-9 0,6-3 0,4-4 0,1-1 0</inkml:trace>
  <inkml:trace contextRef="#ctx0" brushRef="#br1" timeOffset="61">30958 14906 8912,'-2'-17'0,"-1"0"0,-5 0 0,0 0 0,-1-1 0,-1 1 0,-3 0 0,3 2 0,1 1 0,1 3 0,2 9 0,6 6 0,0 17 0,0 15 0,0 23 0,0 8 0,0 6 0,2 9 0,2-2 0,2 4 0,-2 2 0,3 4 0,-1-4 0,0-4 0,-6-15 0,0-4 0,0-6 0,0-3 0,0-18 0,0-26 0,0-22 0</inkml:trace>
  <inkml:trace contextRef="#ctx0" brushRef="#br1" timeOffset="62">30786 15010 8912,'0'-33'0,"0"4"0,0 5 0,0-1 0,8 6 0,3-4 0,12 6 0,4 5 0,4 6 0,3 4 0,-1 2 0,13 0 0,-2 8 0,1 4 0,-3 11 0,-7 5 0,-3-1 0,-3 2 0,0-1 0,-12 7 0,-4-7 0,-13 1 0,0-8 0,0 2 0,-7 2 0,-5-4 0,-3-4 0,-2-4 0,0-3 0,-1 1 0,1-3 0,0-8 0,0 0 0,7 0 0,2-8 0,8-3 0,2-6 0,4-6 0,4 4 0,7-4 0,6-2 0,0 2 0,5 0 0,-5 6 0,6 5 0,-6 1 0,6 7 0,-4-2 0,-1 4 0,1 2 0,-2 6 0,-6 0 0,-1 7 0,-5-1 0,5 3 0,-7 2 0,1 0 0,5-7 0,-11 3 0,7-7 0,-7 0 0,11-6 0,-13 0 0,6 0 0,-8 0 0,0 2 0,2 3 0,4 7 0,-3-4 0,9-3 0,-1-3 0,7-2 0,-1 0 0,2 0 0,4 0 0,-4 0 0,4 0 0,-6-2 0,-5-3 0,3-3 0,-4-4 0,-1-3 0,-1 4 0,-1-5 0,-2-1 0,-6 0 0,0 0 0,0 5 0,-2 3 0,-4 1 0,-3 2 0,-3 8 0,1 4 0,7-2 0,-2 7 0,4 1 0,4 5 0,4 0 0,-2-5 0,7-1 0,1-1 0,5 1 0,2-3 0,4-8 0,-2 6 0,8-1 0,-6 1 0,5-6 0,-5-2 0,6-4 0,-6 4 0,5-3 0,-8 1 0,-3-2 0,-8 4 0,-9-4 0,0 14 0,0 9 0,0 10 0,-5 9 0,-1 10 0,0 8 0,6 14 0,0 3 0,0 4 0,2 3-164,4 8 1,3-10 163,9-7 0,-7-2 0,1-10 0,-9-1 0,3-10 0,-4-6 0,-2-12 0,0-10 0,8-11 0,1-7 0</inkml:trace>
  <inkml:trace contextRef="#ctx0" brushRef="#br1" timeOffset="63">32094 15061 8912,'23'-2'0,"0"-3"0,-2-5 0,-2 0 0,-2-3 0,1 7 0,-1 1 0,0 5 0,0 0 0,-1 2 0,-5 3 0,-3 7 0,-8 11 0,-2-2 0,-4 7 0,-4 1 0,-7 5 0,-2 3 0,-4 3 0,4-4 0,-4 4 0,6-5 0,5-7 0,-3-3 0,13-15 0,2-3 0,10-7 0</inkml:trace>
  <inkml:trace contextRef="#ctx0" brushRef="#br1" timeOffset="64">32456 15164 8912,'-8'18'0,"-2"-1"0,-1-2 0,-1-2 0,1-1 0,1 1 0,-3 4 0,7 6 0,-5-4 0,5 4 0,2-4 0,2-1 0,2-1 0,0 0 0,8-2 0,3-3 0,7-5 0,5-7 0,-4-7 0,4-5 0,2-3 0,-3-2 0,1-6 0,-5 0 0,1-2 0,4 2 0,-4 4 0,4-4 0,-4-2 0,-2 2 0,0 1 0,0-3 0,1 6 0,-1-4 0,8 4 0,-6-6 0,6-2 0</inkml:trace>
  <inkml:trace contextRef="#ctx0" brushRef="#br1" timeOffset="65">32937 14992 8912,'-11'0'0,"-1"0"0,1-1 0,-6-5 0,0 4 0,-1-4 0,-5 6 0,0 6 0,-7 3 0,1 9 0,-3 6 0,-3 5 0,7 4 0,-1 1 0,10 6 0,2 0 0,9-2 0,6-1 0,12-3 0,7 0 0,2-7 0,8-4 0,-1-4 0,1-2 0,0 1 0,2-1 0,-4-2 0,-8-3 0,0 1 0,0-7 0,-5 1 0,-1-1 0,-5-4 0,5 4 0,-7-4 0,4-2 0,-8 0 0,0 0 0,-8 0 0,-3 0 0,-5 0 0,-1 0 0,0 0 0,0 0 0</inkml:trace>
  <inkml:trace contextRef="#ctx0" brushRef="#br1" timeOffset="66">33178 15164 8912,'18'0'0,"-9"0"0,-1-2 0,-8-3 0,-2 3 0,-4-4 0,2 4 0,-7 2 0,5 2 0,-5 4 0,7-2 0,-2 7 0,-2-5 0,3 5 0,-1-5 0,6 5 0,0 3 0,8-7 0,1 1 0,8-8 0,1 0 0,-1 0 0,0-6 0,0 1 0,0-9 0,1 3 0,1 1 0,2-1 0,2-3 0,-2-1 0,-2-2 0,-2 0 0,8 0 0,4-1 0,3 1 0,2 0 0,1 0 0,-1 0 0,1-1 0,-1 1 0,-7-2 0,-4-4 0,-6 2 0,-5-7 0,1-1 0,-7-6 0,-2 1 0,-3 0 0,-8-1 0,-5 1 0,3 1 0,-3 5 0,3 3 0,-5 10 0,3 3 0,7 8 0,-2 16 0,2 15 0,1 18 0,-3 7 0,2 5 0,-4 4 0,3 8 0,-3-8 0,2-3 0,4-7 0,-3-5 0,3 2 0,2-8 0,2 0 0,3-5 0,13-9 0,10-3 0,5-4 0,1-9 0,1-3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2.691"/>
    </inkml:context>
    <inkml:brush xml:id="br0">
      <inkml:brushProperty name="width" value="0.05292" units="cm"/>
      <inkml:brushProperty name="height" value="0.05292" units="cm"/>
      <inkml:brushProperty name="color" value="#FF0000"/>
    </inkml:brush>
  </inkml:definitions>
  <inkml:trace contextRef="#ctx0" brushRef="#br0">4732 11605 8912,'0'12'0,"-2"-3"0,-3-1 0,-7-4 0,-3-2 0,3-2 0,3-2 0,-1-2 0,3-4 0,-1-1 0,-3 3 0,5-5 0,0 5 0,6-6 0,0 9 0,-2-5 0,-4 8 0,5 0 0,-7-8 0,8 6 0,8-5 0,-5 7 0,9 0 0,5 0 0,6 0 0,8 0 0,-3 0 0,7 0 0,5 0 0,6-6 0,11 0 0,-1-1 0,7 1 0,0 4 0,6-4 0,1-1-127,5 1 1,-4 0 126,3 6 0,-11 0 0,-3 0 0,-3 0 0,0 0 0,-3 6 0,-3 0 0,-5 5 0,6-5 0,0 5 0,-6-5 0,11 0 0,6-6 0,4 0 0,2 0 0,5 0 0,1 0 0,-2 0 0,-3 0 0,-9 0 0,-3 0 0,-7 0 0,-5 0 0,8 0 0,-8 0 0,7 0 63,-7 0 0,4-6 1,3 0-1,3 3-63,1 1 0,1 0 0,-7-4 0,-5 4 0,0-4 0,-8-1 0,2 1 0,3 0 0,-3 6 0,-2 0 0,-9 0 0,7 0 0,-7 0 0,7 0 0,-7 0 0,3 0 0,3 0 0,-1 6 0,0 0 0,-1-1 0,-4-5 0,3 0 0,-3 0 0,1 0 0,-1 0 0,-4 0 0,-8 0 0,6 0 0,0 0 0,6 0 0,-6 0 0,0 0 0,1 0 0,1 0 0,4 0 0,2 0 0,-9 0 0,7 0 0,-6 0 0,8 0 0,-3 0 0,3 0 0,-2 0 0,-3 0 0,-3 0 0,-4 0 0,4 0 0,-3 0 0,-3 0 0,-6 0 0,1 0 0,-7 0 0,7 0 0,-6 0 0,5 0 0,-7 0 0,11 0 0,-5 0 0,-1 0 0,-1 0 0,-8 0 0,-10 0 0,-7 0 0,-15 6 0,-14 0 0,-19 7 0,-6-3 0</inkml:trace>
  <inkml:trace contextRef="#ctx0" brushRef="#br0" timeOffset="1">5817 12740 8912,'-6'12'0,"-2"-3"0,-1-1 0,5-4 0,-2-10 0,4 4 0,2-13 0,2 7 0,4-3 0,-2-3 0,7 8 0,2-1 0,8 3 0,2-2 0,0 1 0,-5 5 0,6-6 0,5 0 0,6-5 0,5 5 0,-2-6 0,8 5 0,2-1 0,1 0 0,5 1 0,3 1 0,-5 4 0,-1-4 0,-1 5 0,-10 1 0,2 0 0,-1 0 0,-5 5 0,4 1 0,-2 0 0,2 1 0,-1-3 0,7 8 0,-1-8 0,7 1 0,7-3 0,4-2 0,6 0 0,6 0 0,-4-2 0,1-2 0,-5-3 0,-4-3 0,2 1 0,10-3 0,-10-1 0,4 7 0,-12-2 0,0 3 0,-5 3 0,-6-4 0,-6 6 0,-4 6 0,-7 1 0,0 5 0,1 3 0,11-3 0,-3 3 0,8 2 0,7-5 0,12-3 0,8-1 0,7-4 0,-3-2 0,-3-2 0,-5 0 0,-6 0 0,-4 0 0,-7 0 0,-8 0 0,-4 0 0,-3 0 0,-3 0 0,0 0 0,1 0 0,-1 0 0,1 0 0,-1 0 0,0 0 0,3 0 0,3 0 0,-2 0 0,6 0 0,-2 0 0,-4 0 0,5 0 0,-3 0 0,6 0 0,-4-2 0,2-2 0,3-2 0,5-2 0,5 3 0,-3 3 0,3-4 0,3-2 0,-3 3 0,2-3 0,-1 2 0,-11 4 0,5-3 0,-4 1 0,5 0 0,5-2 0,5 2 0,-2 1 0,2-3 0,-2 4 0,2-4 0,-5 4 0,-5 2 0,-3 0 0,-4 0 0,-4 0 0,-8 0 0,7 0 0,-1 0 0,0 0 0,-6 0 0,1 0 0,-1 0 0,6 0 0,0 2 0,-1 2 0,-3 2 0,4 0 0,0-6 0,0 0 0,-5 0 0,-3 0 0,-1 0 0,-4 0 0,-2 0 0,5 0 0,-1 0 0,-4 0 0,-2 0 0,-4 0 0,0 0 0,2 0 0,2 0 0,0 0 0,-6 0 0,0 0 0,0 0 0,1 0 0,-1 0 0,-6 0 0,1 0 0,-1 0 0,6 0 0,1 0 0,5 0 0,0 0 0,0 0 0,-6 0 0,0 0 0,0 0 0,0 0 0,1 0 0,-1 0 0,0 0 0,-6 0 0,1 0 0,-8 0 0,3 0 0,-7 0 0,-7 0 0,3 0 0,-8 0 0,7 0 0,-7 0 0,1 0 0,-8 0 0,-4 0 0,-6 0 0,-19 7 0,-5 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2.693"/>
    </inkml:context>
    <inkml:brush xml:id="br0">
      <inkml:brushProperty name="width" value="0.05292" units="cm"/>
      <inkml:brushProperty name="height" value="0.05292" units="cm"/>
      <inkml:brushProperty name="color" value="#FF0000"/>
    </inkml:brush>
  </inkml:definitions>
  <inkml:trace contextRef="#ctx0" brushRef="#br0">3820 5192 8912,'-7'10'0,"-5"-4"0,-3-4 0,-2-2 0,-1 0 0,7-6 0,0 0 0,-1-5 0,-3 3 0,3-2 0,5 7 0,-1-5 0,6 6 0,-4-4 0,4 4 0,10 2 0,4 12 0,5 9 0,6 6 0,7 3 0,9 6 0,5 10 0,7 0 0,8 4-225,5 1 0,2 1 225,3 0 0,0-1 0,0 1 0,-8-6 0,-3-4 0,-7-4 0,-5-6 0,-4-9 0,-7 0 0,-1-4 0,0-2 0,-7 1 0,-4-3 0,-4-2 0,-2-1 0,-1-7 0,-5 7 0,-3-8 112,-8 3 1,-2-7-1,-4 0 1,-5 0-113,-5 0 0,-8 0 0,-5 0 0,-6 0 0,-5 0 0,4-7 0,-4-3 0,3-1 0,3-1 0,0 1 0,-1-6 0,1 5 0,-1 1 0,7 7 0,-1-2 0,0 4 0,-3 2 0,1 0 0,3 0 0,7 0 0,-2 0 0,3 2 0,3 4 0,8-4 0,1 7 0,8-3 0,2-4 0,4 4 0,3-4 0,8-2 0,8 0 0,4 0 0,3-2 0,3-4 0,-1 4 0,1-4 0,-7 4 0,1 2 0,0 0 0,5 0 0,1-5 0,-1-1 0,-5 0 0,-1 6 0,3-2 0,2-3 0,-1-5 0,-3-7 0,-3 0 0,-3-1 0,-3-4 0,2-1 0,5-8 0,0 4 0</inkml:trace>
  <inkml:trace contextRef="#ctx0" brushRef="#br0" timeOffset="1">4870 5450 8912,'0'-17'0,"0"0"0,0 0 0,0 7 0,-8 4 0,-3 12 0,-4 13 0,-3 16 0,1 9 0,0 5 0,2 9 0,3-1 0,-1 0 0,7-5 0,8-1 0,11-3 0,10-8 0,12-11 0,14-16 0,5-13 0,5-9 0</inkml:trace>
  <inkml:trace contextRef="#ctx0" brushRef="#br0" timeOffset="2">1807 4745 8912,'-12'23'0,"1"0"0,-1-2 0,1-2 0,1-2 0,1 1 0,-1-1 0,-3 0 0,5-5 0,3-1 0,3-7 0,2 11 0,7-13 0,-5-2 0,4-11 0,-4-5 0,-2-1 0,0 0 0,0 0 0,-2-1 0,-2 1 0,-2 0 0,-7 2 0,2 3 0,1-1 0,-1 7 0,-1 1 0,-5 5 0,0 0 0,-1 0 0,1 9 0,0 8 0,6 10 0,-1 13 0,8 6 0,-2 13 0,5 8 0,1 6 0,1 9 0,5-2 0,4-4 0,7-1 0,2-14 0,4-9 0,-2-10 0,8-16 0,-1-8 0,-1-11 0,6-9 0,-5-9 0,5-16 0,1-19 0,-1-11 0,-4-6 0,-1-4 0,-11-2 0,3 1 0,-15 1 0,-3 6 0,-6 9 0,-13 8 0,-12 10 0,-11 1 0,-6 4 0,2 7 0,-1 10 0,6 4 0,-1 8 0,10 8 0,1 4 0,10 10 0,2 7 0,7 9 0,10 2 0,0-1 0,0-3 0,2-7 0,4-1 0,3-7 0,16 4 0,2-8 0</inkml:trace>
  <inkml:trace contextRef="#ctx0" brushRef="#br0" timeOffset="3">1841 5175 8912,'10'0'0,"-2"0"0,-8 0 0,0 0 0,0 10 0,0 7 0,7 8 0,5 9 0,3 6 0,2 0 0,8 8 0,4-2 0,1 4 0,1-1 0,-2-5 0,1-9 0,1-3 0,-3-9 0,3-8 0,-8-9 0,-2-6 0,-10-6 0,-5-5 0,4-12 0,-1-4 0</inkml:trace>
  <inkml:trace contextRef="#ctx0" brushRef="#br0" timeOffset="4">2237 5210 8912,'0'-18'0,"0"1"0,0 0 0,0 0 0,0 0 0,0 7 0,-6 4 0,1 12 0,-1 11 0,6 12 0,6-2 0,-1 1 0,1 3 0,2 1 0,-1 1 0,5-5 0,3-1 0,-3-4 0,1-10 0,-1 5 0,3-5 0,-4 4 0,-1-7 0,1-4 0,-1-6 0,1-6 0,3-6 0,-9-11 0,1-5 0,2-5 0,-6-1 0,4-1 0,-5-5 0,-1 0 0,0 6 0,0 5 0,-1 2 0,-5-1 0,4 3 0,-6 14 0,8-1 0,0 8 0,0-1 0,0 10 0,0 7 0,2 9 0,2 4 0,4 1 0,1 5 0,3-6 0,5-2 0,0 1 0,0-1 0,2 0 0,4-6 0,-4-5 0,4-1 0,-2-7 0,2 2 0,-4-6 0,4-6 0,-3-3 0,-3-9 0,0-4 0,0-1 0,-2-8 0,-3 2 0,1 3 0,-7-1 0,-2 2 0,-2 4 0,-4 2 0,-4 2 0,2 2 0,-5 1 0,1 3 0,-3 9 0,5 2 0,-2 7 0,3 11 0,3 5 0,-4-1 0,4 9 0,2-2 0,0 1 0,0-1 0,2 1 0,4-7 0,3 0 0,8-6 0,1 1 0,-1-1 0,0-8 0,0-3 0,2-6 0,4-6 0,-4-9 0,4-8 0,-5-7 0,-7 1 0,4-3 0,-3-3 0,-3 6 0,3 1 0,-8 1 0,1-3 0,-3 1 0,-2-2 0,-2 6 0,-3 3 0,1 8 0,-8 3 0,9 5 0,-3-5 0,-4 7 0,8-4 0,-5 10 0,7 4 0,0 5 0,2 4 0,3 3 0,7-1 0,3 0 0,2 0 0,1 0 0,4 6 0,1 0 0,6 0 0,-6-6 0,0 1 0,-6-1 0,0 0 0,1 0 0,-9 6 0,-3 0 0,-4 0 0,-2-6 0,-10 6 0,-7 0 0,-2 0 0,-8-6 0,2-2 0,4-3 0,2 1 0,2-7 0,0 0 0,0-6 0,7 0 0,-5-16 0,5-3 0</inkml:trace>
  <inkml:trace contextRef="#ctx0" brushRef="#br0" timeOffset="5">3356 4642 8912,'0'-11'0,"0"-1"0,0 8 0,0-3 0,0 9 0,0 3 0,0 9 0,0 7 0,0 6 0,0 7 0,0 2 0,0 4 0,0-3 0,0 3 0,0 2 0,0-2 0,7 0 0,3-6 0,1-1 0,1-4 0,-3 1 0,3-7 0,-4 0 0,-8-14 0,0-1 0,-8-8 0,-2 0 0</inkml:trace>
  <inkml:trace contextRef="#ctx0" brushRef="#br0" timeOffset="6">3252 5072 8912,'-11'-6'0,"-1"1"0,7-3 0,-7 2 0,8 2 0,-1-7 0,3 5 0,2-5 0,0 5 0,0-6 0,9 3 0,9-3 0,1-3 0,9 4 0,3-3 0,9 3 0,-4-4 0,5 3 0,-5-1 0,-4-1 0,-1 5 0,-2 1 0,-8 1 0,2 1 0,-4 4 0,-2-4 0,0 6 0,0 6 0,-7 3 0,-4 9 0,-4 1 0,-2 4 0,0-4 0,0 4 0,0-2 0,0 2 0,0-4 0,0 4 0,-6-4 0,0-2 0,-1 0 0,1 0 0,4 1 0,-8-9 0,5-3 0,3-14 0,-4-9 0,2-2 0,-2-10 0,4 3 0,-3-3 0,3-9 0,2 3 0,-6-3 0,0 4 0,-1-1 0,1 1 0,-4 0 0,-7-1 0,6 3 0,-1 3 0,8 4 0,-1 8 0,-3-6 0,2 0 0,2 2 0,3 10 0,8 3 0,5 8 0,9 0 0,4 0 0,-1 0 0,1 0 0,6 0 0,-4-8 0,7-1 0</inkml:trace>
  <inkml:trace contextRef="#ctx0" brushRef="#br0" timeOffset="7">3906 4780 8912,'-7'25'0,"3"-6"0,-8 4 0,1-4 0,-6-2 0,5 2 0,3 2 0,-1 2 0,1-2 0,5-2 0,-2-2 0,4 0 0,4 1 0,4-3 0,5-4 0,10 3 0,2-9 0,6 1 0,-6-6 0,6 0 0,-7 0 0,1-2 0,-5-3 0,-1 1 0,0-8 0,-7 1 0,-5-6 0,-3-3 0,-2-2 0,-2 2 0,-3-2 0,-7 2 0,-3 3 0,-2-2 0,-1-4 0,1 6 0,2-2 0,3 6 0,7-1 0,3 5 0,2-3 0,0 1 0,4-5 0,7 5 0,1 3 0,20 1 0,-5-3 0</inkml:trace>
  <inkml:trace contextRef="#ctx0" brushRef="#br0" timeOffset="8">4251 4745 8912,'0'12'0,"0"-1"0,0-7 0,0 11 0,0-11 0,0 8 0,0-7 0,0 7 0,0-6 0,0 5 0,0-5 0,0 5 0,5 1 0,1 5 0,0 0 0,-6 0 0,5 0 0,1 1 0,0-1 0,2 0 0,-6 6 0,3 0 0,-3 0 0,-2-6 0,0 0 0,0-5 0,0-1 0,0-7 0,0 4 0,0-18 0,0-7 0,0-8 0,0-9 0,6-1 0,0 1 0,1-6 0,-1 0 0,-2-6 0,7 6 0,-1 0 0,1 5 0,5 3 0,-5 3 0,4 6 0,3 4 0,-1 9 0,0 5 0,-2 5 0,-3 5 0,3 5 0,-3 7 0,1 8 0,0 4 0,-3 1 0,-2-1 0,3 1 0,-5-7 0,5 6 0,-5-6 0,5 6 0,-5-6 0,0-1 0,-6-4 0,0-1 0,0 0 0,2-7 0,4-5 0,-5 5 0,7-1 0</inkml:trace>
  <inkml:trace contextRef="#ctx0" brushRef="#br0" timeOffset="9">5558 4728 8912,'-15'-11'0,"0"1"0,0 1 0,-5-1 0,-1-1 0,-2-1 0,0 1 0,2-3 0,2 5 0,2-1 0,0 2 0,0 5 0,-1 1 0,1 2 0,6 7 0,1 7 0,3 5 0,3 4 0,2 7 0,2-1 0,0 2 0,0-1 0,0-3 0,0-2 0,0-2 0,2-6 0,4 0 0,3-2 0,8-3 0,-1-6 0,-3-10 0,-2-6 0,3-5 0,1 0 0,2-14 0,-1 6 0,-3-4 0,-2 2 0,3 4 0,-5 2 0,3 2 0,-6 0 0,3 0 0,-1 0 0,-2 7 0,1 2 0,-5 16 0,4 3 0,-4 5 0,-2 1 0,6 6 0,1 0 0,1-2 0,-1-2 0,7 2 0,-3-2 0,5-4 0,1 1 0,0-9 0,0-1 0,0-4 0,3-2 0,1 0 0,2 0 0,-6-10 0,-6-7 0,-1 0 0,1-6 0,3-2 0,-9 2 0,7-5 0,-6 5 0,-1-6 0,-5 6 0,0 2 0,0 2 0,0 2 0,0 0 0,0 5 0,0 1 0,0 7 0,0-4 0,0 10 0,0 4 0,8 3 0,3 10 0,5 2 0,1 2 0,0 0 0,0-5 0,-1 4 0,-3 1 0,-1-2 0,1-1 0,-4-1 0,3 4 0,-8-4 0,1 4 0,-3-4 0,-2-2 0,-7 0 0,-5 0 0,-3-5 0,-2-1 0,0-1 0,-1 3 0,1-3 0,0-3 0,0 5 0,0-7 0,-1 1 0,9-6 0,-7-7 0,7-3 0</inkml:trace>
  <inkml:trace contextRef="#ctx0" brushRef="#br0" timeOffset="10">6109 4436 8912,'8'-10'0,"-6"3"0,5 7 0,-7 0 0,0 2 0,0 3 0,6 12 0,0 12 0,-2 6 0,-3 5 0,1 5 0,4 13 0,-2-3 0,7 8 0,-5-7 0,6 1 0,-7-4 0,5-3 0,0-4 0,-1-6 0,-3-11 0,5-6 0,-5-12 0,5-5 0,-5-6 0,6-8 0,1-7 0,2-6 0,10-17 0,2 1 0</inkml:trace>
  <inkml:trace contextRef="#ctx0" brushRef="#br0" timeOffset="11">6436 4745 8912,'-2'-17'0,"-2"0"0,-3 0 0,-3 0 0,6-1 0,-11 1 0,13 8 0,-6 1 0,7 10 0,-5 4 0,2 3 0,-8 8 0,1 2 0,-6 4 0,0-4 0,-1 4 0,1-2 0,0 2 0,0-4 0,0 4 0,5-4 0,3 1 0,1 2 0,2-2 0,6 3 0,0-4 0,10-2 0,7 0 0,8-7 0,9-5 0,2-3 0,5-2 0,3 0 0,0 0 0,3 0 0,-6 0 0,1-7 0,-2-5 0,-4-3 0,4-2 0,-5-1 0,-7 1 0,-3 0 0,-8 0 0,-1 0 0,-5-1 0,-3 1 0,-16 0 0,-3 0 0,-6 5 0,-6 1 0,2 7 0,-8-2 0,6 5 0,-6 1 0,1 1 0,1 5 0,2 4 0,8 7 0,1 0 0,5 0 0,-2 0 0,7 1 0,0-1 0,6 0 0,0 0 0,0 0 0,13 1 0,5-1 0,12-8 0,5-3 0,1-4 0,10-2 0,0 0 0,5 0 0,1-10 0,0-7 0,7 0 0,4-6 0,-6-2 0,-5 2 0,-12 0 0,-9-1 0,-12 8 0,-8-7 0,-9 14 0,-2-8 0,-9 11 0,-14 0 0,-4 4 0,-7 2 0,-1 0 0,1 0 0,-3 8 0,-3 3 0,4 5 0,-2 3 0,5 2 0,5 2 0,6 2 0,0-3 0,8 0 0,3 6 0,7-5 0,-2 6 0,6-8 0,6 2 0,3-4 0,9-2 0,6-7 0,5-5 0,4-3 0,1-2 0,1-7 0,-1-5 0,0-5 0,1-6 0,-1 2 0,1-8 0,-1-1 0,0-10 0,-9 3 0,-8-3 0,-1 2 0,-10 0 0,-3-4 0,-1-2 0,-9-2 0,-5-6 0,-5 1 0,-6-1 0,2 1 0,-8-1 0,8 8 0,0 6 0,6 9 0,3 12 0,9 0 0,-5 17 0,8 0 0,0 17 0,0 17 0,6 5 0,-1 12 0,9-1 0,-5 13 0,3 2 0,-1 2 0,-5 2 0,6-1 0,-3-7 0,3-3 0,3-12 0,-4-6 0,-1-4 0,1-2 0,-1-7 0,3-6 0,-1-7 0,1-9 0,2-3 0,3-2 0,-1-15 0,0-4 0</inkml:trace>
  <inkml:trace contextRef="#ctx0" brushRef="#br0" timeOffset="12">7847 4522 8912,'0'9'0,"0"1"0,0-4 0,0-4 0,0 7 0,0-3 0,0-2 0,0 7 0,0-5 0,0 5 0,0-5 0,2 4 0,2-1 0,2 1 0,-1-6 0,3 11 0,2-6 0</inkml:trace>
  <inkml:trace contextRef="#ctx0" brushRef="#br0" timeOffset="13">7916 4952 8912,'-10'26'0,"-5"-3"0,4-11 0,1-3 0,-1-3 0,7-4 0,-4 6 0,8-10 0,0-4 0,0 2 0,2-5 0,4 1 0,3-5 0,9 1 0,-1-3 0,8-10 0,1-2 0</inkml:trace>
  <inkml:trace contextRef="#ctx0" brushRef="#br0" timeOffset="14">1549 6000 8912,'7'18'0,"-5"-9"0,8-1 0,-4-8 0,-3 6 0,9-1 0,-6 1 0,7-6 0,4 0 0,4 0 0,12 0 0,3-2 0,14-4 0,11-5 0,16-6 0,10-4 0,-36 8 0,2 1 0,5-1 0,2-1 0,4 0 0,2-1 0,6-1 0,2 0 0,2 1 0,1 1-104,2 2 1,0 1-1,3 1 1,1 1-1,-2 0 1,0 1-1,2 0 1,1 1 103,-3 1 0,0 0 0,-2 1 0,-1 1 0,-3 2 0,-1 0 0,0-1 0,1 0 0,4 1 0,-1 0 0,-9 1 0,0 1 0,5-1 0,1 2 0,-6 1 0,-1 1 0,1 0 0,0 0 0,7 0 0,1 0 0,1-3 0,1 0 0,0-1 0,-1 0 0,-4-2 0,1 0 0,0-1 0,1-1 0,1-4 0,1 0 0,-4 1 0,1-1 0,3 1 0,-1-1 0,-5 0 0,-1-1 0,1 0 0,0-1 0,-3-1 0,-1 1 0,-1 0 0,-2 1 0,-2 1 0,-2 1 0,-5 2 0,-3 0 0,41-7 0,-19 7 0,-5-5 0,-3 5 0,-2 2 0,-1 2 0,-11-4 0,-1 1 0,-8-3 0,-10 2 0,-7 4 0,-4-3 0,-4 3 0,-10 2 0,-1 0 207,-8 0 0,-2 0 0,-4 0 0,-5 0-207,-4 0 0,-12 0 0,-8 0 0,-7 0 0,-24 0 0,-5 0 0</inkml:trace>
  <inkml:trace contextRef="#ctx0" brushRef="#br0" timeOffset="15">22010 7531 8912,'-8'9'0,"4"-1"0,-7-8 0,5 0 0,-3-2 0,1-4 0,2 4 0,6-13 0,0 3 0,-7 5 0,3-3 0,-8 5 0,1 3 0,-8-4 0,-4 4 0,2 2 0,-8 0 0,-2 0 0,-9 0 0,-6 2 0,-3 4 0,-5 3 0,-3 8 0,3-1 0,-3-3 0,3-1 0,3 1 0,-3 2 0,-3 2 0,3 1 0,-3-1 0,3-6 0,3 1 0,-7-3 0,1 3 0,2 3 0,9-4 0,0-1 0,11 1 0,-1-7 0,13 2 0,2-4 0,10-2 0,3 0 0,8 0 0,0 0 0,8 0 0,1 0 0</inkml:trace>
  <inkml:trace contextRef="#ctx0" brushRef="#br0" timeOffset="16">20788 7445 8912,'10'-8'0,"-1"4"0,-5-7 0,2-3 0,1 5 0,-3-3 0,2-1 0,0 3 0,-6-1 0,-2 1 0,-6-1 0,-9 5 0,0 6 0,-6 6 0,-4 5 0,-2 12 0,-5 6 0,-6 3 0,2 3 0,-8-1 0,7 3 0,-1 1 0,4 2 0,1-2 0,7-4 0,-1-5 0,14 2 0,-2-8 0,11-6 0,0-6 0,4 1 0,2 5 0,0-6 0,0 1 0,0 1 0,6-3 0,2 1 0,1 3 0,-3 1 0,5 2 0,1-2 0,7 1 0,2-3 0,2 0 0,8 12 0,-3-8 0,5-1 0,1-5 0,6 1 0,2 5 0,0 0 0,1 0 0,-3-5 0,-6-1 0,0-5 0,1 5 0,-3-5 0,-3 5 0,-4-7 0,-8 2 0,-5 2 0,-1-3 0,1 3 0,5-2 0,0-4 0,8-2 0,2-10 0</inkml:trace>
  <inkml:trace contextRef="#ctx0" brushRef="#br0" timeOffset="17">1807 9697 8912,'0'17'0,"0"-7"0,0-3 0,0-9 0,-2-1 0,-4-3 0,4-2 0,-1 4 0,6-1 0,7-3 0,7 4 0,0-2 0,1-7 0,-1 4 0</inkml:trace>
  <inkml:trace contextRef="#ctx0" brushRef="#br0" timeOffset="18">2048 9594 8912,'27'0'0,"-1"-6"0,-3 0 0,-2-5 0,6 5 0,0 0 0,0-1 0,1 5 0,7-4 0,1 2 0,4-1 0,-2 3 0,8-4 0,2 2 0,10-2 0,-3 4 0,6-3 0,-2 3 0,-3 2 0,-1-2 0,3-4 0,-5 4 0,5-3 0,-5 3 0,-1 2 0,1-2 0,5-4 0,-3 4 0,8-4 0,-2-1 0,3 1 0,2-7 0,-4 3 0,-3-1 0,-7-1 0,-3 8 0,-9-1 0,2 1 0,-1-2 0,-5 4 0,4-4 0,-4 4 0,-1 2 0,-3 0 0,-3 0 0,-4 0 0,-8 0 0,-7 0 0,-3 0 0,-7 0 0,0 0 0,-7 0 0,5 0 0,-6 0 0,8 0 0,0 0 0,0-7 0,-8-3 0,-1-7 0</inkml:trace>
  <inkml:trace contextRef="#ctx0" brushRef="#br0" timeOffset="19">4078 8958 8912,'-17'17'0,"0"-8"0,0-3 0,0-4 0,-1-2 0,9-2 0,3-4 0,4 4 0,4-5 0,6 9 0,7 3 0,8 7 0,4 3 0,3 10 0,11 4 0,-5 5 0,4 6 0,0-2 0,-4 8 0,-5 2 0,-4 2 0,-6 7 0,-10 0 0,-5 10 0,-12 2 0,-19 7 0,6-31 0,-4 0 0,-3 2 0,-3 0 0,-4 2 0,-3-1-394,-4 2 1,-4-2 0,-3-8 0,-2-2 0,-2 0 0,-1 0 0</inkml:trace>
  <inkml:trace contextRef="#ctx0" brushRef="#br0" timeOffset="20">14765 9834 8912,'-2'-17'0,"-4"2"0,-5 4 0,-4 5 0,-3 4 0,-5 2 0,-3 4 0,-5 9 0,-5 16 0,-8 13 0,4 17 0,1 10 0,3 9 0,4 14 0,17-44 0,3 1 0,2 2 0,3-1 0,2 2 0,2 0 0,1 1 0,2 1 0,0-3 0,2-1 0,4 38 0,5-16 0,12-18 0,6-14 0,3-8 0,3-9 0,1-11 0,4-8 0,-5-14 0,-1-7 0,0-8 0,-7-17 0,8-2 0</inkml:trace>
  <inkml:trace contextRef="#ctx0" brushRef="#br0" timeOffset="21">14937 10281 8912,'25'-7'0,"-8"-5"0,-9-3 0,-12 4 0,-2-1 0,-5 6 0,5-5 0,-2 7 0,3-2 0,3 6 0,-4 6 0,4 6 0,2 3 0,2 2 0,4 0 0,-2 6 0,7 0 0,1 6 0,5-6 0,0 0 0,0-6 0,0 0 0,1 0 0,-1-1 0,0-5 0,0 2 0,0-7 0,1-2 0,-1-10 0,0 0 0,0-11 0,-5 4 0,-3-12 0,1 0 0,-1-3 0,-5 1 0,2-2 0,-4 8 0,-2-2 0,6 4 0,-1 2 0,1 7 0,-4 7 0,4 14 0,-2 6 0,7 12 0,-5 9 0,5-4 0,1 3 0,5-9 0,0 3 0,0-8 0,1-2 0,-1-2 0,2-8 0,4 1 0,-4-10 0,4-2 0,-2-8 0,2-9 0,-4-8 0,4-3 0,-6-5 0,-5-1 0,1-3 0,-7-3 0,5 4 0,-5-4 0,2 11 0,-3 6 0,-3 4 0,4 2 0,-4 9 0,-2 8 0,2 8 0,4 9 0,-5 2 0,5 4 0,2 4 0,-2 7 0,5-5 0,-5 0 0,0-1 0,-6 7 0,0-9 0,0-1 0,0-2 0,0 0 0,0 0 0,0-6 0,-6-5 0,0-1 0,-7-7 0,3 4 0,1-18 0,3-7 0,4-8 0,2-17 0,0-2 0</inkml:trace>
  <inkml:trace contextRef="#ctx0" brushRef="#br0" timeOffset="22">15935 10230 8912,'0'23'0,"0"0"0,0 0 0,0-6 0,0 0 0,0 0 0,0 0 0,0 1 0,4-3 0,6-4 0,7-5 0,12-6 0,-1-6 0,3-3 0,-3-8 0,5-2 0,-4-4 0,1 2 0,-1-6 0,-6 2 0,-4 4 0,-9-4 0,-5 2 0,-3 0 0,-2 6 0,-2 0 0,-3 0 0,-5 5 0,-7 1 0,0 7 0,-3-2 0,-1 4 0,-2 2 0,-1 10 0,1 7 0,4 2 0,-4 10 0,9-6 0,3 5 0,7 1 0,-2 5 0,6-5 0,8-2 0,9 0 0,10-1 0,7-10 0,6 1 0,4-11 0,8-1 0,0-3 0,-1-2 0,-1-2 0,-4-3 0,-10-5 0,-7-7 0,-10 0 0,-2-2 0,-9-2 0,-6-2 0,-2 0 0,0 5 0,-8-3 0,-3 4 0,-3-4 0,3 10 0,-5 3 0,5 2 0,-4 5 0,-1 2 0,5 5 0,-2 4 0,7 7 0,-2 2 0,2 4 0,5-4 0,-5 4 0,4-4 0,2-2 0,2 0 0,4 1 0,-3-3 0,9-4 0,-1-3 0,6-8 0,3-2 0,3-4 0,1-5 0,5-12 0,4-6 0,-5-9 0,3-4 0,-2-2 0,-5 4 0,-6-6 0,-1 0 0,0-5 0,-7 1 0,-5 4 0,-3 6 0,-2 12 0,-2 5 0,-3 11 0,-5 1 0,-7 11 0,0 7 0,5 14 0,1 8 0,1 3 0,-1 3 0,-3 1 0,9 4 0,-1-2 0,6 6 0,0 0 0,0 0 0,0-6 0,0 3 0,7-3 0,5 2 0,3-10 0,2 5 0,8-12 0,4-2 0,5-6 0,7-3 0,-5-11 0,4-1 0,4-15 0,0-12 0</inkml:trace>
  <inkml:trace contextRef="#ctx0" brushRef="#br0" timeOffset="23">17725 9886 8912,'-8'-17'0,"6"5"0,-3 1 0,-5 7 0,2 12 0,-3 15 0,3 9 0,8 8 0,0 6 0,0 10 0,0 3 0,0 2 0,0 2 0,0 6 0,0-2 0,0-4 0,2 2 0,4-8 0,-4-6 0,4-7 0,-4-4 0,-2-7 0,0-12 0,0-10 0,-8-7 0,-2 4 0</inkml:trace>
  <inkml:trace contextRef="#ctx0" brushRef="#br0" timeOffset="24">17518 10316 8912,'-9'-17'0,"3"-1"0,4 1 0,2 0 0,0 0 0,2 2 0,4 3 0,5-3 0,12 3 0,4 5 0,9-1 0,3 2 0,1 1 0,9-1 0,3 6 0,0 0 0,5 0 0,-3-6 0,-3 0 0,-7 1 0,-4 5 0,-13 2 0,-8 1 0,-7 5 0,-5 2 0,-8 1 0,-11 6 0,-11 2 0,-6 4 0,-1 4 0,1 7 0,-1 1 0,7-1 0,0-1 0,5-3 0,3-1 0,4 2 0,3-7 0,8-1 0,2-6 0,4-5 0,9-4 0,8-8 0,13-2 0,-1-4 0,1-7 0,0-8 0,-3-6 0,-4-8 0,-5 1 0,-6 0 0,-9-3 0,-3-3 0,-4 4 0,-4-2 0,-4 7 0,-5 8 0,-12 4 0,-6 2 0,-3 7 0,-3 5 0,1 5 0,-1 5 0,1-3 0,-1 6 0</inkml:trace>
  <inkml:trace contextRef="#ctx0" brushRef="#br0" timeOffset="25">19016 10041 8912,'0'-17'0,"0"5"0,0 1 0,0-3 0,-2 1 0,-2 0 0,-2 1 0,-7 8 0,1-1 0,-3 3 0,0 9 0,1 9 0,5 8 0,1 11 0,-3 11 0,5 1 0,2 7 0,2 3 0,2 2 0,2-5 0,4-3 0,5-7 0,6-5 0,6-5 0,2-9 0,4-8 0,3-7 0,-5-12 0,2-6 0,0-9 0,-3-8 0,3-9 0,-10-3 0,-7-3 0,-9 4 0,5-4 0,-2 3 0,0 3 0,-3 7 0,-8 4 0,1 4 0,-8 4 0,-1 4 0,0 11 0,1 11 0,-1 14 0,7 9 0,0 6 0,6 6 0,0 2 0,0-8 0,0 6 0,0-6 0,10-2 0,7-9 0,2-6 0,8-12 0,0-5 0,-1-4 0,1-10 0,2-3 0,-4-12 0,-8-6 0,-2-3 0,-3-3 0,-5 1 0,-7 0 0,-2-1 0,-3 1 0,-5 1 0,-7 5 0,-6-3 0,-2 10 0,0 4 0,0 4 0,3 9 0,4-2 0,7 4 0,-1 2 0,9 0 0,-5 0 0,16 0 0,1 0 0,8 0 0</inkml:trace>
  <inkml:trace contextRef="#ctx0" brushRef="#br0" timeOffset="26">19601 10144 8912,'0'17'0,"0"-7"0,0 5 0,0-13 0,0 6 0,0-1 0,5 3 0,1 7 0,8 6 0,-3 0 0,2 7 0,1-3 0,-5 2 0,-1-1 0,3-1 0,-5 2 0,6 1 0,-7-7 0,1 0 0,-6-6 0,0-7 0,0-4 0,0-12 0,0-6 0,0-10 0,0-7 0,0-4 0,0-1 0,0-6 0,0 0 0,0 0 0,0 5 0,2 1 0,4 0 0,-4 7 0,5 4 0,1 4 0,3 2 0,-1 7 0,2 4 0,-1 6 0,6 6 0,-2 4 0,-3 7 0,3 8 0,-3 3 0,-3-1 0,3 2 0,-8-1 0,3 5 0,-1-5 0,0-5 0,-1-4 0,-5-1 0,0-1 0,6-10 0,0-7 0,2-7 0,-3-10 0,-3-2 0,4-4 0,2-2 0,-3-6 0,1 4 0,2 3 0,-6 1 0,3 6 0,3 5 0,-2 1 0,7 7 0,-1-2 0,1 12 0,-2 5 0,5-1 0,-5 1 0,5 1 0,1 5 0,2-2 0,4-3 0,-2-5 0,8-7 0,-1 0 0,7 0 0,-9 0 0,-3 0 0,2-7 0,-2-5 0,-2-3 0,-2-2 0,-7-6 0,-1 0 0,-7-2 0,2 2 0,-4 4 0,-2-4 0,0 10 0,0 1 0,0 8 0,-6-1 0,0 10 0,0 7 0,6 11 0,0 11 0,0 12 0,0 11 0,0 6 0,0 6 0,0 6 0,0 1 0,0 4 0,6-3-114,0-8 1,5-6 113,-5 0 0,0-10 0,-6-1 0,6-14 0,-1-9 0,1-16 0,-6 2 0,-8-7 0,-1 1 0</inkml:trace>
  <inkml:trace contextRef="#ctx0" brushRef="#br0" timeOffset="27">20341 9938 8912,'17'9'0,"-6"-1"0,1-8 0,-1 0 0,6 0 0,1 0 0,-1 0 0,0 2 0,0 3 0,1-1 0,-1 8 0,0-1 0,0 6 0,-2 3 0,-3 2 0,1-1 0,-7 8 0,-2 2 0,-2 1 0,-2-3 0,0-1 0,-2-1 0,-4 2 0,-3 1 0,-9-7 0,7 6 0,-1-6 0,9-8 0,-5-7 0,8-12 0,0-7 0,15-9 0,4-14 0</inkml:trace>
  <inkml:trace contextRef="#ctx0" brushRef="#br0" timeOffset="28">20822 10127 8912,'18'0'0,"-1"0"0,-8-2 0,-3-4 0,-6 4 0,-6-4 0,3 12 0,-9 6 0,3-3 0,-3 3 0,-1 5 0,7 6 0,-5 2 0,5-4 0,2 2 0,2-2 0,2-2 0,0-2 0,0 0 0,0 0 0,0-7 0,0-3 0,2-8 0,4-5 0,1-9 0,7-10 0,-3 0 0,3 0 0,-1 0 0,-2 2 0,5 4 0,-5-4 0,5 4 0,1 2 0,0 2 0,0 3 0,0-1 0,1 7 0,-7-5 0,1 5 0,-1 0 0,6 8 0,0 2 0,1 2 0,-1 5 0,0-5 0,0 7 0,0-1 0,1-3 0,-1 3 0,-6-7 0,1 7 0,-8-8 0,11 3 0,-13-5 0,6 2 0,-1 2 0,-5 0 0,13-6 0,-3 0 0,-3 0 0,3 0 0,-6 1 0,5 5 0,-5-4 0,5 4 0,-5-4 0,5-2 0,-7 2 0,4 1 0,0 3 0,-6 0 0,5-6 0,-7 0 0,0 0 0,6-2 0,0-4 0,1 4 0,-1-3 0,-2-3 0,7 2 0,-5-1 0,6 1 0,-1 4 0,6-8 0,0 5 0,1 3 0,-1-4 0,0 4 0,0 0 0,0-2 0,1-1 0,-7-1 0,1 6 0,-7 0 0,7 0 0,-8-8 0,3 6 0,-7-5 0,-2 7 0,-3 0 0,-3 2 0,-3 3 0,-5-1 0,5 8 0,-5 1 0,7 2 0,3 3 0,4-7 0,2 0 0,2 3 0,4 1 0,5-5 0,12-5 0,4 3 0,8-2 0,7-1 0,3-5 0,5-7 0,2-5 0,-1-11 0,1-11 0,0-10 0</inkml:trace>
  <inkml:trace contextRef="#ctx0" brushRef="#br0" timeOffset="29">22320 9577 8912,'-2'26'0,"-2"-3"0,-4-4 0,-1-1 0,-1 4 0,-5 5 0,0 4 0,-5 5 0,-3 16 0,1-1 0,2 18 0,-3 0 0,4 3 0,2 5 0,0 1 0,0 8 0,5-2-114,1-4 0,7-11 114,-2-12 0,4-11 0,2-6 0,0-5 0,0-7 0,0-3 0,6-17 0,0-8 0,15-15 0,-2-12 0</inkml:trace>
  <inkml:trace contextRef="#ctx0" brushRef="#br0" timeOffset="30">22767 10024 8912,'-17'-6'0,"-2"-2"0,-2-1 0,-2-5 0,0 1 0,6 1 0,-3 5 0,-1 7 0,-1 0 0,0 0 0,3 9 0,2 9 0,0 8 0,0 7 0,7 3 0,4 4 0,5-2 0,1 6 0,1 0 0,5 0 0,6-7 0,11-3 0,-4-4 0,4-12 0,-4 1 0,0-13 0,2-3 0,2-1 0,0-9 0,-6-5 0,0-5 0,0-6 0,1-2 0,-1-3 0,0-5 0,0 4 0,-5-1 0,-1 1 0,-7-1 0,2 7 0,-4 2 0,-2 2 0,-2 11 0,-4 10 0,-5 13 0,1 4 0,-1 10 0,5 0 0,-6 5 0,9 0 0,-3 1 0,4-7 0,2 1 0,8-8 0,1 2 0,8-12 0,0-5 0,1-12 0,-3-7 0,-4-8 0,5-4 0,-5-3 0,-3-5 0,-2 4 0,-4-3 0,-2-2 0,0 7 0,0 4 0,0 4 0,0 2 0,-2-1 0,-4 1 0,4 0 0,-4 0 0,4 7 0,10-5 0,2 5 0</inkml:trace>
  <inkml:trace contextRef="#ctx0" brushRef="#br0" timeOffset="31">23146 10092 8912,'11'12'0,"1"-1"0,-9-7 0,5 11 0,-8-13 0,0 6 0,0 0 0,-2 1 0,-4 8 0,5 1 0,-5-1 0,4 0 0,0 2 0,-2 2 0,-2 2 0,1 0 0,5-6 0,-8 8 0,6-6 0,-4 4 0,3-12 0,-3-5 0,4-4 0,-6-4 0,8-4 0,0-3 0,0-10 0,0-4 0,0-6 0,2 2 0,4-1 0,3 1 0,9-2 0,-7 5 0,1 6 0,-1 3 0,6 4 0,1 3 0,-1 8 0,0 0 0,-2 10 0,-3 7 0,3 8 0,-5 9 0,1 0 0,0 1 0,-1-3 0,3-1 0,-1-5 0,1-1 0,-3-2 0,1-6 0,3-7 0,7-4 0,2-4 0,-2-2 0,4-10 0,-2-7 0,-1-8 0,-4-9 0</inkml:trace>
  <inkml:trace contextRef="#ctx0" brushRef="#br0" timeOffset="32">23593 9920 8912,'-17'0'0,"5"-1"0,1-5 0,5 2 0,-5-7 0,5 7 0,-5-2 0,7 12 0,-2 5 0,4 12 0,2 6 0,6 3 0,0 3 0,7 5 0,-2 0 0,5 8 0,1-3 0,0-1 0,0 2 0,1-8 0,-1 3 0,-8-7 0,-3-5 0,-4-6 0,-10-12 0,-1-3 0</inkml:trace>
  <inkml:trace contextRef="#ctx0" brushRef="#br0" timeOffset="33">23455 10127 8912,'-11'5'0,"-1"1"0,1 0 0,-6-6 0,7 0 0,3 0 0,22 0 0,8 0 0,7 0 0,12 0 0,4 0 0,-2-6 0,2 0 0,0-5 0,6 5 0,-1-5 0,1 5 0,-8-2 0,-4 3 0,-5 3 0,-7-4 0,-3 4 0,-8 2 0,-1 2 0,-5 4 0,-3 5 0,-10 10 0,-2 4 0,-2 2 0,-7-4 0,1 5 0,-3-7 0,-2 2 0,0 2 0,-1-2 0,1-6 0,0-5 0,0-8 0,0 1 0,5-3 0,1-2 0,5-2 0,-4-3 0,3-9 0,3-7 0,4 0 0,6-7 0,5 5 0,12-6 0,4 2 0,7-1 0,3-3 0,3 8 0,4 0 0,7 6 0,-1 2 0,-4 3 0,-2-1 0,-8 7 0,-1 2 0,-9 2 0,-5 2 0,-3 0 0,-9 2 0,-3 4 0,-4 4 0,-10 1 0,-3 1 0,-6-9 0,-6 3 0,4 4 0,-4 1 0,-2-1 0,2 1 0,-2 1 0,4 5 0,0 0 0,6 0 0,-3 0 0,7 1 0,1-1 0,1 0 0,1 0 0,4 0 0,2 0 0,2 1 0,8-9 0,3-3 0,11-4 0,0-2 0,1-8 0,-5-3 0,-1-5 0,0-1 0,6 0 0,0 0 0,-2-6 0,-8 0 0,-1 2 0,-3 2 0,3 2 0,1 5 0,-7 1 0,0 7 0,-6-4 0,0 16 0,0 3 0,5-1 0,1 1 0,8-1 0,-3 2 0,4-3 0,3-3 0,-1-4 0,0 3 0,0-3 0,0-2 0,1-2 0,-1-1 0,0-5 0,0-2 0,-5 5 0,-1-7 0,-5 1 0,5-6 0,-7-1 0,10 1 0,-9 0 0,1 0 0,-6 7 0,0 5 0,2 10 0,2 7 0,2 3 0,5 2 0,-5 0 0,5 6 0,-5 0 0,5 6 0,-3-4 0,0 1 0,-1 5 0,-1-4 0,-6 1 0,0-7 0,0 2 0,-8 2 0,-3-2 0,-6-4 0,-6-5 0,-2-1 0,-4-7 0,-3-1 0,3-5 0,-2 0 0,3 0 0,5-1 0,11-5 0,-1-6 0,7-11 0,1-11 0,5-10 0</inkml:trace>
  <inkml:trace contextRef="#ctx0" brushRef="#br0" timeOffset="34">25125 9645 8912,'17'27'0,"-6"-8"0,1-7 0,-8-5 0,1 10 0,-3-1 0,-2 14 0,0 7 0,0 7 0,0 5 0,0 3 0,0 1 0,0 5 0,0-3 0,0 8 0,0-8 0,0 3 0,6-12 0,0-6 0,7-4 0,-1-2 0,3-13 0,2-3 0,-5-13 0,-1-1 0,1-10 0,-3-11 0,6-23 0,-5-13 0</inkml:trace>
  <inkml:trace contextRef="#ctx0" brushRef="#br0" timeOffset="35">25159 10024 8912,'-17'0'0,"7"-2"0,5-4 0,3 4 0,4-6 0,3 8 0,16 0 0,19 0 0,16 0 0,9 0 0,13-2 0,8-3 0,-5 1 0,3-8 0,-6-1 0,-3-17 0,-6-7 0</inkml:trace>
  <inkml:trace contextRef="#ctx0" brushRef="#br0" timeOffset="36">27052 10092 8912,'10'-2'0,"-5"-3"0,-3-7 0,-2-3 0,-2-2 0,-3 0 0,-5-1 0,-7 1 0,0 2 0,-1 3 0,1-1 0,-2 7 0,-2 3 0,-2 1 0,-6 4 0,6 3 0,-7 12 0,3 10 0,0 2 0,4 0 0,-1-1 0,1 7 0,2-1 0,9 0 0,4-1 0,1-5 0,5-3 0,2-15 0,11-4 0,14-8 0,10-10 0,-1-3 0,8-18 0,-2-3 0,0 0 0,2-8 0,-1-2 0,-11-4 0,5-1 0,-12-3 0,0-3 0,-6 4 0,-6-3 0,-5 8 0,-4 8 0,-2 12 0,-8 10 0,-1 15 0,-9 14 0,1 16 0,0 19 0,6 5 0,1 5 0,2 3 0,5 2 0,1-6 0,2 3 0,0-3 0,0 2 0,2-9 0,3 4 0,11-12 0,8-2 0,3-7 0,4-8 0,1-12 0,3-5 0,-1-8 0,1-10 0,-3-7 0,-3-15 0,1-6 0,-7 0 0,8-8 0,-4 4 0</inkml:trace>
  <inkml:trace contextRef="#ctx0" brushRef="#br0" timeOffset="37">27482 9972 8912,'-2'-15'0,"-3"3"0,-5 5 0,-7 7 0,-2 0 0,-4 0 0,2 13 0,-8 4 0,6 14 0,-6 3 0,8 1 0,-2 5 0,6-2 0,6 2 0,-3-6 0,9 3 0,1-7 0,2 1 0,4-12 0,4-2 0,-3-11 0,9 0 0,1-12 0,10-6 0,-4-5 0,4-6 0,-2-5 0,2-13 0,-4 5 0,4-4 0,-4 4 0,-1 1 0,-1 1 0,0 0 0,0 7 0,0 4 0,-5 6 0,-1 5 0,-7 5 0,10 10 0,-9 7 0,-1 9 0,-2 6 0,4 6 0,0 9 0,1-4 0,-1 4 0,2-6 0,3-5 0,4 2 0,-3-8 0,9 3 0,4-7 0,0-5 0,-1-5 0,7-3 0,-2-6 0,3-9 0,3-9 0,-7-7 0,1-9 0,0-8 0,5-2 0</inkml:trace>
  <inkml:trace contextRef="#ctx0" brushRef="#br0" timeOffset="38">28067 9508 8912,'0'17'0,"2"-6"0,4 1 0,-4-6 0,4 5 0,-4 1 0,-2 5 0,0 2 0,0 4 0,0 5 0,0 13 0,0 4 0,0 13 0,0-3 0,0 8 0,0 0 0,0 6 0,0-8 0,0-4 0,0-5 0,0-6 0,0 7 0,0-9 0,0-6 0,0-5 0,-2-14 0,-4-2 0,-11 0 0,-10-7 0</inkml:trace>
  <inkml:trace contextRef="#ctx0" brushRef="#br0" timeOffset="39">27930 10041 8912,'0'-17'0,"5"5"0,1 1 0,8-1 0,-3-5 0,4 2 0,6 1 0,6 3 0,8-2 0,10 3 0,1-1 0,12 7 0,5-2 0,4-2 0,2 3 0,-3-7 0,-2 4 0,-7-1 0,-4-4 0,-16 3 0,-9-1 0,-7-1 0,-3-5 0,-11 2 0,-7 3 0,-9 6 0,-3 6 0,-5 6 0,4 6 0,-10 11 0,4 3 0,1 1 0,1 6 0,0-5 0,2 5 0,3 1 0,-1-7 0,7-4 0,0 2 0,6-3 0,0-1 0,0-1 0,0-11 0,2-1 0,4-8 0,4-2 0,7-4 0,2-3 0,4-9 0,-4-6 0,4-5 0,-4 4 0,-2 2 0,0-2 0,1 2 0,-1 2 0,0 2 0,0 4 0,1 4 0,-1-3 0,0 8 0,0 1 0,0 5 0,1 7 0,-1 5 0,-6 3 0,1 2 0,-1 2 0,6 4 0,1-4 0,-1 4 0,0-4 0,0-1 0,0-3 0,1-4 0,7-3 0,1-8 0</inkml:trace>
  <inkml:trace contextRef="#ctx0" brushRef="#br0" timeOffset="40">29272 8700 8912,'-10'-8'0,"-5"6"0,6-13 0,-1 13 0,2-4 0,10 14 0,4 11 0,7 17 0,8 20 0,6 22 0,-10-28 0,1 3 0,2 5 0,0 1-377,0 3 0,0 2 0,0 5 0,-2 1 377,-3-1 0,-1 0 0,-2 4 0,-1 1 0,-5-2 0,-1-1 0,0-1 0,-2 0 0,-4-7 0,-2 0 0,-1-5 0,-2-2 0,-1-2 0,-3-1 0,-4-1 0,-2-1-63,-1 1 1,-1 0-1,-2 1 1,-2-1 62,-3-3 0,-1-1 0,-1 0 0,0-2 0,-30 30 0,26-36 0,-1 0 0,-2 0 0,1 1 0</inkml:trace>
  <inkml:trace contextRef="#ctx0" brushRef="#br0" timeOffset="41">2340 12190 8912,'-7'9'0,"-3"-1"0,-7-10 0,0-4 0,5-1 0,3-7 0,1 3 0,2 5 0,6-5 0,0 7 0,2-6 0,4 5 0,4 3 0,9-4 0,4 4 0,5 2 0,14-2 0,10-3 0,11-5 0,17-7 0,14 0 0,-38 7 0,1 0 0,1 1 0,1-1-240,1 2 1,2-1-1,3-2 1,0 1 239,-2 4 0,0 1 0,-1 1 0,-2 0 0,-4 1 0,-3 0 0,-2 2 0,-2 0 0,31 1 0,-11-5 0,-12-3 0,-3 0 0,-2 1 0,-7-7 0,1 3 0,-5-6 0,4-6 0,-6 4 0,1-4 0,-12 4 0,-10 5 0,-13-3 0,-3-4 0</inkml:trace>
  <inkml:trace contextRef="#ctx0" brushRef="#br0" timeOffset="42">4216 11777 8912,'0'0'0</inkml:trace>
  <inkml:trace contextRef="#ctx0" brushRef="#br0" timeOffset="43">4216 11777 8912,'0'0'0</inkml:trace>
  <inkml:trace contextRef="#ctx0" brushRef="#br0" timeOffset="44">3958 11382 8912,'-21'-12'0,"4"3"0,1 1 0,9-5 0,3 11 0,15-4 0,14 6 0,12 6 0,9 11 0,11 12 0,-4 5 0,5 6 0,-1 14 0,-3 15 0,-7 13 0,-23-35 0,-4 1 0,-3 1 0,-3 2-227,-4 5 1,-3 2 0,-2 0 0,-4 1 226,-5 3 0,-3 2 0,-2-1 0,-3 0 0,-7 5 0,-3-1 0,-1 2 0,-1-2 0,-3-3 0,-2 0 0,-1 3 0,-1-2 0,-3-7 0,-1-1 0,1 0 0,-1 0 0</inkml:trace>
  <inkml:trace contextRef="#ctx0" brushRef="#br0" timeOffset="45">2771 12121 8912,'-8'17'0,"0"-5"0,-5-3 0,1-1 0,-1-4 0,-2-2 0,-2-2 0,5 0 0,1 0 0,5 0 0,-6 0 0,9 0 0,-5-8 0,8 6 0,-8-5 0,-3 7 0,1 0 0,-1 0 0,5 0 0,-5 0 0,-1 0 0,-5 0 0,0 0 0,-1 0 0,1 0 0,0 0 0,6 0 0,-1 0 0,1 0 0,-7 0 0,1 0 0,0 0 0,-2 5 0,-4 1 0,2 0 0,-6-4 0,-2 1 0,-3 3 0,5 0 0,-13-6 0,8 0 0,-9 0 0,-3 0 0,-1 0 0,1 0 0,-2 0 0,0-2 0,-6-4 0,2-1 0,5-5 0,-5-3 0,4 3 0,-2-3 0,2-2 0,-2 0 0,8-2 0,0-2 0,-2-2 0,6-6 0,-4 6 0,-4-7 0,-2 1 0,2-4 0,-2-1 0,0-6 0,-6 0 0,-3-2 0,3 2 0,4 3 0,14-3 0,-6 4 0,0 2 0,3-1 0,7 1 0,-1-2 0,8-5 0,-5 5 0,5-4 0,-8-4 0,2-2 0,3-5 0,-3-7 0,2-1 0,-2-4 0,-1-2 0,7 8 0,0-1 0,6 7 0,0 1 0,-1 2 0,1 5 0,0 1 0,5-4 0,1 6 0,5-2 0,-5 1 0,7-1 0,-2-3 0,-1-5 0,1 6 0,2-2 0,2 0 0,2 2 0,0-2 0,2-1 0,4 7 0,-2-8 0,7 2 0,-1 2 0,1-2 0,2 8 0,-7-2 0,8-2 0,-3 2 0,4-6 0,3 6 0,-1 0 0,0 3 0,0-1 0,0-2 0,1 0 0,-1 5 0,2 1 0,4 0 0,-4-1 0,4-1 0,-4 0 0,-2 1 0,0-1 0,1 13 0,-1-6 0,0 7 0,0-9 0,-7 20 0,-2-5 0</inkml:trace>
  <inkml:trace contextRef="#ctx0" brushRef="#br0" timeOffset="46">654 8872 8912,'17'-25'0,"0"-4"0,8-3 0,-6 3 0,6 0 0,-2-1 0,2-3 0,2-1 0,1 1 0,7 5 0,-3-3 0,-1 8 0,-4 2 0,-2 2 0,-2 2 0,-6 0 0,6 2 0,0 3 0,1-3 0,-1 3 0,4-3 0,8-2 0,-1 5 0,0 1 0,3-2 0,3-10 0,-4 4 0,4-4 0,-3 4 0,-10 1 0,-3 1 0</inkml:trace>
  <inkml:trace contextRef="#ctx0" brushRef="#br0" timeOffset="47">1600 8167 8912,'35'-17'0,"-1"-1"0,8 1 0,2 0 0,10 0 0,1 0 0,3-3 0,-3-2 0,-1 2 0,-3-2 0,1 2 0,-2 3 0,-5 0 0,-4 0 0,-11 2 0,-1 3 0,0-1 0,5 7 0,-7-5 0,-4 5 0,2 0 0,-2 6 0,5-6 0,-3 1 0,0-1 0,0-2 0,-2 6 0,-6-3 0,0 1 0,0-2 0,1 4 0,-1-6 0,0 8 0,-7 0 0,-3 0 0,-7 0 0,0 0 0,8 0 0,-6 8 0,13-6 0,-13 13 0,6-13 0,-8 6 0</inkml:trace>
  <inkml:trace contextRef="#ctx0" brushRef="#br0" timeOffset="48">2581 7496 8912,'-17'0'0,"0"0"0</inkml:trace>
  <inkml:trace contextRef="#ctx0" brushRef="#br0" timeOffset="49">2530 7445 8912,'0'-12'0,"0"1"0,2 7 0,3-2 0,-1-1 0,8 1 0,-1 0 0,-1 6 0,-3 0 0</inkml:trace>
  <inkml:trace contextRef="#ctx0" brushRef="#br0" timeOffset="50">2753 7479 8912,'25'25'0,"4"4"0,3 3 0,-3 2 0,-2 1 0,-2-1 0,-4 1 0,-2-1 0,-4 2 0,-3 4 0,-5-3 0,-7 3 0,0-4 0,0-2 0,-2 8 0,-3 4 0,-3 6 0,-3 5 0,-5 4 0,5 8 0,-5-8 0,-1-2 0</inkml:trace>
  <inkml:trace contextRef="#ctx0" brushRef="#br0" timeOffset="51">3184 15715 8912,'9'3'0,"-3"-3"0,-2 4 0,1-10 0,7 5 0,11 1 0,6 0 0,13 0 0,11 0 0,16 0 0,15 0 0,-33 0 0,3 0 0,8 0 0,2 0 0,11 0 0,3 0 0,10 0 0,2 0 0,4 0 0,2 0-445,-30-1 0,1 1 0,0 1 1,1 0-1,-1 1 0,1 0 445,4 0 0,1 0 0,0 0 0,-3 0 0,-1 0 0,0 0 0,4-2 0,-1-1 0,1 0 0,3-1 0,1 1 0,0-2 0,3 0 0,0 0 0,1-2 0,-2-3 0,0-2 0,0-1 0,1 0 0,1 0 0,-1-1 0,-3-3 0,0-2 0,0 1 0,1 0 0,1-1 0,-1 0 0,1-2 0,0 0 0,0-2 0,1-1 0,1-1 0,-3 1 0,-4 3 0,-1 0 0,-2 0 0,-1-2 0,-1-1 0,-1 2 0,-4 3 0,0 1 0,-1 1 0,27-6 0,-2 2 0,-3 1 0,-2 0-48,-7 0 0,-3 1 0,-5 3 0,-2 1 48,-7 1 0,-3 1 0,38-2 0,-26 2 0,-14 7 0,-16-2 0,-7 4 0,-6 2 0,-16 2 0,-3 4 0,-4 5 937,-2 12 1,-2 8-938,-4 3 0,-3-3 0,-9-14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2.745"/>
    </inkml:context>
    <inkml:brush xml:id="br0">
      <inkml:brushProperty name="width" value="0.05292" units="cm"/>
      <inkml:brushProperty name="height" value="0.05292" units="cm"/>
      <inkml:brushProperty name="color" value="#FF0000"/>
    </inkml:brush>
  </inkml:definitions>
  <inkml:trace contextRef="#ctx0" brushRef="#br0">12390 4625 8912,'-17'17'0,"6"-7"0,-1-5 0,6-3 0,-5-2 0,-1 0 0,-5 0 0,2-2 0,3-3 0,3 3 0,3-4 0,2 2 0,-7-1 0,5 3 0,-5-6 0,-3 0 0,-1 4 0,-2-7 0,0 7 0,-1-2 0,-5 3 0,0-3 0,-1 4 0,1-4 0,2 4 0,-8 2 0,-2-2 0,-1-3 0,-3 3 0,1-4 0,0 4 0,-1 2 0,-5 0 0,0 0 0,-8 6 0,2 0 0,-4-1 0,-1-5 0,-1 0 0,1 0 0,-1 0 0,0 0 0,8 0 0,4 0 0,-2 0 0,2 0 0,6 2 0,5 4 0,2-4 0,-2 4 0,6-3 0,4 3 0,8-4 0,-1 4 0,1 1 0,-6-1 0,5 0 0,1-6 0,5 6 0,-5-1 0,7 1 0,-12-4 0,5 4 0,1-4 0,-1 3 0,5-3 0,-5-2 0,7 0 0,-11 0 0,11 0 0,-8 0 0,8 0 0,-3 0 0,7 0 0,0 2 0,0 4 0,2-4 0,3 4 0,5-4 0,7-2 0,0 0 0</inkml:trace>
  <inkml:trace contextRef="#ctx0" brushRef="#br0" timeOffset="1">11220 4230 8912,'12'-10'0,"-1"4"0,0 2 0,1 1 0,-1-3 0,-7-2 0,2 2 0,-4 5 0,-10-7 0,-3 8 0,-6 2 0,-6 4 0,3 1 0,-2 5 0,1 3 0,-1-4 0,0 5 0,1 1 0,-1 0 0,0 0 0,0 0 0,-6 1 0,-1 1 0,-5 2 0,-3 4 0,-3 1 0,-2 3 0,-4 5 0,-7 1 0,7-1 0,0-1 0,12-5 0,1 3 0,4-6 0,6 0 0,4-1 0,8-6 0,-1-7 0,9-7 0,-5 11 0,10-13 0,4 4 0,5-4 0,-1 3 0,1 1 0,0 6 0,7-7 0,-1 7 0,0-5 0,2 3 0,4 3 0,-2 1 0,8-3 0,0 4 0,5-3 0,0 1 0,1-1 0,-1 3 0,1-3 0,-1 1 0,1 0 0,-1-1 0,0 1 0,-5 0 0,0-1 0,-6 1 0,5-7 0,-7 6 0,2-7 0,-9 7 0,-3-7 0,3-1 0,-7 6 0,1-8 0,-8 5 0,0-7 0,0 0 0,0-7 0,0-3 0</inkml:trace>
  <inkml:trace contextRef="#ctx0" brushRef="#br0" timeOffset="2">18241 4350 8912,'-11'-6'0,"-1"0"0,-1-1 0,-8 3 0,-4-2 0,-2 2 0,-3 2 0,-9 2 0,-1 2 0,2 4 0,2 7 0,1 9 0,1 4 0,-1 18 0,3 8 0,3 9 0,10 11 0,8 3 0,7 7 0,-2-2 0,6-9 0,6-4 0,5-8 0,5-9 0,7-8 0,1-14 0,3-6 0,4-9 0,7-7 0,2-14 0,-2-9 0,6-8 0,0-9 0</inkml:trace>
  <inkml:trace contextRef="#ctx0" brushRef="#br0" timeOffset="3">18448 4763 8912,'-2'-10'0,"-2"2"0,-2 1 0,-1 5 0,1-4 0,-6 4 0,-3 2 0,-4 2 0,0 4 0,2 5 0,-8 10 0,11 4 0,1 2 0,-2 3 0,7-3 0,2 2 0,4-2 0,2 1 0,0-3 0,2-8 0,4 0 0,4-7 0,7-4 0,6-12 0,0-6 0,0-5 0,-6-6 0,0-3 0,0-1 0,-5-4 0,-1 8 0,-5-5 0,5 5 0,-5-6 0,6 6 0,-9 8 0,5 9 0,-8 12 0,6 5 0,0 12 0,5-2 0,-3 6 0,3-2 0,8-4 0,0-2 0,10-2 0,-6-7 0,6-4 0,-1-5 0,7-1 0</inkml:trace>
  <inkml:trace contextRef="#ctx0" brushRef="#br0" timeOffset="4">18895 4659 8912,'-19'0'0,"-2"0"0,-4 2 0,-2 4 0,4 4 0,-5 7 0,1 2 0,-2 4 0,4 2 0,8 5 0,0-1 0,7-1 0,5 7 0,3-1 0,8-7 0,-1-4 0,14-4 0,-1-2 0,5-2 0,-1-3 0,-2-4 0,3-8 0,-2-2 0,2-4 0,-4-4 0,4-7 0,-6-6 0,-6 0 0,3-7 0,-7 1 0,1-3 0,0-3 0,-3-5 0,-5 0 0,0-6 0,0 6 0,0-8 0,0 2 0,-5 4 0,-3 2 0,0 4 0,1 2 0,-7 7 0,12 2 0,-5 25 0,7 12 0,0 12 0,0 16 0,0 6 0,0 4 0,5 2 0,1-1 0,6 1 0,-7-1 0,9-1 0,-3-4 0,5-4 0,1-8 0,0-1 0,0-5 0,2-7 0,4-7 0,-4-7 0,4-7 0,-9-2 0,-3-3 0,1-7 0,5-11 0,-2-1 0,-1-7 0,-5 2 0,-1-1 0,3-3 0,-5-1 0,0 0 0,-6-1 0,5 1 0,1 1 0,-2 5 0,-2 5 0,-2 4 0,0 1 0,0 9 0,0 1 0,0 23 0,0 8 0,0 8 0,2 3 0,4 1 0,5-1 0,-1-1 0,1-5 0,-1 5 0,1-5 0,2-1 0,-7 2 0,0-6 0,-6 5 0,0-5 0,0 4 0,0-2 0,0-4 0,-8-2 0,-3-2 0,-4 0 0,-3 1 0,1-3 0,0-4 0,0-11 0,-1-9 0</inkml:trace>
  <inkml:trace contextRef="#ctx0" brushRef="#br0" timeOffset="5">19876 4677 8912,'11'11'0,"1"0"0,-6 1 0,5 5 0,-7 0 0,2 1 0,-4-1 0,-4 2 0,-2 4 0,-2 5 0,0-1 0,6 2 0,-5-1 0,-1 7 0,0-7 0,6 1 0,0-8 0,0 4 0,0-8 0</inkml:trace>
  <inkml:trace contextRef="#ctx0" brushRef="#br0" timeOffset="6">20668 4419 8912,'11'0'0,"-1"-2"0,-3-4 0,-3-5 0,-2 1 0,-2-1 0,-2-3 0,-4-1 0,-5-2 0,-2 5 0,-1 3 0,3-1 0,-3 1 0,-1 5 0,-4-2 0,-2 4 0,-2 2 0,0 13 0,6 5 0,0 10 0,-1 3 0,1 7 0,0 8 0,7 9 0,5 3 0,3-7 0,2-5 0,0-2 0,0 2 0,7-6 0,5-13 0,5-10 0,6-9 0,-2-8 0,8-6 0,-6-11 0,5-12 0,-7-11 0,2-6 0,-4-6 0,-1-5 0,-9 4 0,-3-5 0,2 3 0,-3-2 0,-1 1 0,-10-7 0,-1 13 0,-5-1 0,-3 13 0,3 3 0,3 9 0,-3 8 0,9 16 0,-3 8 0,4 23 0,2 11 0,0 8 0,0 3 0,2 9 0,2 1 0,3 2 0,3 0 0,1-2 0,7 2 0,-1-6 0,0-11 0,2-4 0,4-7 0,2-9 0,4-3 0,3-11 0,-3-7 0,1-3 0,1-4 0,-4-5 0,-2-10 0,-4-3 0,-10-8 0,3-1 0,-9-5 0,1 1 0,-6 3 0,-2 1 0,-4-2 0,3 5 0,-9-3 0,1 10 0,-7 2 0,7 1 0,-1 11 0,7-1 0,-5 8 0,2 4 0,-3 9 0,5 8 0,1 9 0,5 3 0,0-7 0,0 7 0,0-7 0,0 1 0,7 2 0,5-8 0,3 0 0,2-6 0,6-8 0,2-3 0,2-4 0,3-2 0,1-10 0,-2-7 0,3-8 0,-3-9 0,-2 0 0,1-1 0,-7-1 0,2-2 0,-6-2 0,-5 1 0,1 3 0,-7 2 0,0 7 0,-6 4 0,0 4 0,0 2 0,0 11 0,0 12 0,0 5 0,0 18 0,0-1 0,0 7 0,0-1 0,0 1 0,5-1 0,1 0 0,8 1 0,-3-1 0,-1-5 0,1-1 0,-5-5 0,5 6 0,-7-8 0,2 2 0,-4 2 0,-4-2 0,-4-4 0,-5-6 0,-5 2 0,-1-3 0,0-4 0,0-3 0,0-10 0,-1-5 0</inkml:trace>
  <inkml:trace contextRef="#ctx0" brushRef="#br0" timeOffset="7">21562 4367 8912,'18'17'0,"7"0"0,-14-5 0,0-1 0,-5 1 0,0 5 0,-4 2 0,4 4 0,-4-2 0,-2 8 0,-2-6 0,-2 3 0,-2 1 0,2 0 0,-3-4 0,1 5 0,0-7 0,-2 2 0,-3-11 0,3-4 0,1-8 0</inkml:trace>
  <inkml:trace contextRef="#ctx0" brushRef="#br0" timeOffset="8">21511 4264 8912,'0'-17'0,"0"0"0,6-3 0,-1-3 0,3 10 0,-2-4 0,-2 5 0,7 1 0,0 3 0,7 8 0,7 0 0,1 0 0,5 2 0,3 4 0,-3-2 0,9 7 0,-4-5 0,-1 5 0,-8-1 0,-4 1 0,-4-3 0,-2-8 0,-6 6 0,1 0 0,-8-1 0,-4 3 0,-12 2 0,-5 1 0,-6 0 0,2 1 0,-8 5 0,6 0 0,-5 0 0,7 3 0,-2 3 0,5-10 0,7 4 0,-2-4 0,7 5 0,0-7 0,6 1 0,0-1 0,8 4 0,3-1 0,5-5 0,1-1 0,6 3 0,0-5 0,7 6 0,-1-7 0,-2 9 0,1-3 0,-7 1 0,2 5 0,-4-4 0,-1 10 0,-3 2 0,-4 0 0,-5 1 0,-4 5 0,-2 0 0,0-3 0,-8 3 0,-3-8 0,-2 2 0,1-3 0,-3-8 0,3 3 0,-3-11 0,0 0 0,3-12 0,3-4 0,5-9 0,-2-4 0,2-5 0,2-5 0,2-1 0,8-6 0,4-1 0,3-1 0,2 2 0,0 2 0,0-8 0,6 8 0,0-2 0,6 4 0,-4 3 0,0 5 0,0 5 0,3 5 0,-5 7 0,0-2 0,-6 7 0,-5 2 0,-1 10 0,-5 3 0,6 8 0,-9 8 0,3 4 0,-4-2 0,-2 1 0,0 3 0,0 1 0,0 1 0,0-4 0,0 1 0,0-7 0,0 0 0,0-6 0,0 0 0,0 1 0,0-9 0,0-9 0,0-11 0,0-10 0,0-2 0,6-8 0,-1 2 0,7-9 0,-6-2 0,1 0 0,-1 6 0,2 5 0,3 0 0,5 3 0,-5-3 0,4 6 0,2 4 0,1 7 0,-1 1 0,-6 7 0,1-2 0,-1 12 0,5 4 0,-5 7 0,4 0 0,-3 0 0,1 0 0,1-1 0,-3-5 0,2-5 0,3 4 0,1-9 0,0 7 0,0-8 0,-7-2 0,-4-4 0,-4 5 0,-2-7 0,0 10 0,0 4 0,0 3 0,0 8 0,2 0 0,1 3 0,3 2 0,6-2 0,-7 3 0,7 1 0,-6-1 0,7 2 0,-2-2 0,-3-4 0,-2 4 0,1 2 0,-1-2 0,0 0 0,-6-6 0,-2-2 0,-4-3 0,-3 3 0,-9-4 0,-4-3 0,-1-2 0,0-4 0,5-2 0</inkml:trace>
  <inkml:trace contextRef="#ctx0" brushRef="#br0" timeOffset="9">22870 3748 8912,'0'-17'0,"2"2"0,4 3 0,-4 8 0,4 16 0,-3 9 0,3 19 0,-4 12 0,6 11 0,-3 3 0,1 3 0,0 2 0,-6 3 0,2-1-115,4 7 1,-3-7 0,7 1 114,-2-3 0,-1-10 0,-1-4 0,-2-5 0,5-8 0,-1-10 0,-4-9 0,-2-13 0,5-5 0,3-7 0</inkml:trace>
  <inkml:trace contextRef="#ctx0" brushRef="#br0" timeOffset="10">23507 3954 8912,'-8'10'0,"-1"3"0,-8-7 0,1 2 0,3-3 0,3 7 0,3 3 0,-7 4 0,3 4 0,3 4 0,1 9 0,7 2 0,0 4 0,0 2 0,0 2 0,0 6 0,7-8 0,5-4 0,3 2 0,2-2 0,0-2 0,6-3 0,0-7 0,8-10 0,-4-11 0,7-7 0</inkml:trace>
  <inkml:trace contextRef="#ctx0" brushRef="#br0" timeOffset="11">23800 4298 8912,'0'-11'0,"0"-1"0,0-1 0,-8 5 0,-4 3 0,-3 3 0,-2 2 0,-2 0 0,-4 0 0,4 7 0,-4 5 0,6 5 0,3 4 0,5 4 0,1 2 0,2-1 0,6 3 0,0 2 0,0-9 0,0 0 0,8-5 0,3-6 0,5 3 0,1-9 0,0-1 0,0-10 0,6 1 0,0-11 0,-2-3 0,-2 0 0,-7-6 0,-1 2 0,-5-5 0,6 5 0,-9-6 0,3 6 0,-4 0 0,-2 6 0,0 0 0,0 0 0,0 7 0,0 4 0,0 12 0,0 6 0,0 3 0,0 2 0,2 0 0,4 0 0,-3 1 0,9-1 0,1 0 0,-3 0 0,1 0 0,1-5 0,5-1 0,0-7 0,0 2 0,1-4 0,-1-2 0,0 0 0,0 0 0,-5-8 0,-1-3 0,1-5 0,5-1 0,-6 0 0,1 0 0,-8 0 0,1-1 0,-3 1 0,-2 6 0,0-1 0,0 9 0,0-5 0,2 8 0,4 0 0,-2 0 0,7 0 0,1 0 0,5 2 0,0 4 0,-5-5 0,-1 5 0,1-4 0,5-2 0,-6 0 0,1 0 0,-7-2 0,7-4 0,-8 5 0,9-5 0,-7 13 0,-2 11 0,3 1 0,-1 9 0,2 3 0,-2 9 0,-5 4 0,5 8 0,2 1 0,-2 4 0,-3 5 0,-1-1 0,-4-2 0,-3-8 0,1-7 0,-8-3 0,-1-7 0,-2-5 0,-4-7 0,-4-10 0,3-4 0,-2-8 0,2-2 0,3-4 0,2-7 0,3-8 0,5 0 0,7-8 0,-8-7 0,-1-8 0</inkml:trace>
  <inkml:trace contextRef="#ctx0" brushRef="#br0" timeOffset="12">24660 4298 8912,'-27'16'0,"2"-3"0,2-4 0,1-1 0,-1 6 0,5-3 0,1 4 0,0 2 0,5 6 0,3 2 0,1 2 0,4 4 0,3 1 0,1 2 0,7-7 0,5-4 0,3-4 0,2-2 0,6-1 0,0-5 0,2-3 0,-2-8 0,-4-2 0,4-4 0,-4-9 0,-4-10 0,-1 0 0,-3 0 0,-7-5 0,2 1 0,-4 2 0,-2-1 0,0 7 0,0-2 0,-8-2 0,-3 2 0,1 0 0,0 6 0,3 0 0,-7-8 0,5-2 0</inkml:trace>
  <inkml:trace contextRef="#ctx0" brushRef="#br0" timeOffset="13">25021 4247 8912,'-9'0'0,"-1"2"0,5 3 0,3-1 0,-4 8 0,4 1 0,2 10 0,6-4 0,1 4 0,3-4 0,3-2 0,-3 6 0,1 0 0,1-6 0,5-5 0,-2-7 0,-3 7 0,3-8 0,-3 2 0,3-5 0,0-8 0,-3-5 0,-3-5 0,-3-6 0,-4 2 0,4-7 0,-5 7 0,-1-2 0,2 3 0,4 3 0,-4 0 0,6 8 0,-6 1 0,1 10 0,3 4 0,6 3 0,-7 8 0,9 0 0,-3 1 0,-1-1 0,1 0 0,1-7 0,5-5 0,6 3 0,2-2 0,0-4 0,-1-6 0,7-6 0,-2-7 0,-2-6 0,1 0 0,-5-7 0,6 1 0,-8-9 0,2-2 0,-6-6 0,-4 4 0,-3 0 0,-2 0 0,-1 2 0,-1 5 0,-4 8 0,4 5 0,-4 10 0,-2 6 0,-2 14 0,-2 9 0,-2 10 0,-2 13 0,3 6 0,3 9 0,-4 3 0,4-1 0,2-5 0,0-3 0,0-3 0,2 4 0,4-4 0,1-4 0,5-2 0,1-10 0,-5-3 0,0-2 0,-1-4 0,-1-10 0,2 5 0,1-7 0</inkml:trace>
  <inkml:trace contextRef="#ctx0" brushRef="#br0" timeOffset="14">25555 4384 8912,'-52'-7'0,"6"-9"0,0-7 0,12-5 0,5 5 0,6 0 0,18 6 0,14 1 0,18 3 0,15 2 0,6 5 0,13-4 0,0 1 0,0-1 0,-5 4 0,1-5 0,-5 5 0,-2-5-848,1-3 0,-3-8 0,11-5 0</inkml:trace>
  <inkml:trace contextRef="#ctx0" brushRef="#br0" timeOffset="15">26484 3731 8912,'-17'0'0,"0"0"0,0 0 0,-1 0 0,-1 2 0,-4 4 0,-5 9 0,-11 12 0,-1 5 0,0 1 0,6 12 0,1 1 0,4 6 0,12-8 0,11-4 0,5-4 0,10-3 0,8-5 0,8 3 0,8-8 0,-3-2 0,-1-2 0,-2-8 0,1 1 0,3 5 0,-8 6 0,-2 0 0,-10-6 0,3 0 0,-8 2 0,-3 2 0,-1 2 0,-4 0 0,-3-6 0,-5 3 0,-9 1 0,-2 1 0,-4-1 0,-2-1 0,4-3 0,-5 0 0,-1 0 0,-5-7 0,-1-3 0</inkml:trace>
  <inkml:trace contextRef="#ctx0" brushRef="#br0" timeOffset="16">26914 2407 8912,'71'8'0,"13"3"0,-3 16 0,-33-7 0,1 4 0,7 7 0,1 5 0,6 8 0,0 5-236,7 9 0,-2 5 1,-6 6-1,-6 7 1,-6 6-1,-6 4 0,-16-26 1,-3 1-1,-2 1 236,-1 2 0,-3 1 0,-2-1 0,3 32 0,-6-1-257,-5-5 1,-6-2-1,-5-4 1,-6-2 256,-7-9 0,-4-3 0,-4 2 0,-4-2 0,-5-5 0,-3 0 0,-3 1 0,-4 0 0,-5 1 0,-4-1 0,-3 4 0,-3-2 0,-5-4 0,-2-2 0,4 1 0,0 0 0,-1-3 0,1 0 0,3 1 0,1 1 0,4 0 0,1 2 0,0 1 0</inkml:trace>
  <inkml:trace contextRef="#ctx0" brushRef="#br0" timeOffset="17">671 6207 8912,'0'-10'0,"0"-5"0,-2 3 0,-2-3 0,-1-2 0,-1 5 0,6 1 0,0 7 0,0-3 0,0 7 0,0 7 0,0 5 0,0 3 0,0 4 0,0 4 0,2-2 0,2 8 0,1 1 0,-1 3 0,4 1 0,-2 0 0,1 1 0,-1-1 0,-2 1 0,7-1 0,-5-2 0,6-3 0,-9 2 0,3-8 0,-4-2 0,-2-2 0,8-10 0,-6-1 0,5-8 0,-14-8 0,-3-1 0</inkml:trace>
  <inkml:trace contextRef="#ctx0" brushRef="#br0" timeOffset="18">637 6138 8912,'0'-12'0,"0"1"0,0-2 0,-8-3 0,6-1 0,-4 0 0,5 6 0,1-1 0,7 8 0,5-1 0,5 3 0,6 2 0,4 2 0,9 3 0,4 9 0,6 7 0,4 0 0,1 7 0,5 1 0,-5 5 0,3 1 0,-14-1 0,-7 0 0,-12 3 0,-8 1 0,-7 2 0,-20 2 0,-9-2 0,-9-3 0,-8 3 0,-4-4 0,-8-2 0,8-5 0,4 0 0,6-8 0,5 0 0,6-8 0,4-7 0,7-4 0,1-2 0,7-10 0,-2-7 0,4-8 0,2-17 0,0-2 0</inkml:trace>
  <inkml:trace contextRef="#ctx0" brushRef="#br0" timeOffset="19">1514 6241 8912,'-7'-9'0,"-3"1"0,-7 8 0,0 0 0,-6 2 0,0 4 0,-2 3 0,4 8 0,-2 0 0,2 1 0,2 5 0,2 0 0,5 1 0,3-3 0,1 2 0,4-2 0,2-2 0,2-1 0,8-9 0,3-3 0,5-4 0,1-2 0,0-8 0,0-3 0,0-5 0,1-3 0,-1-2 0,0-2 0,0-1 0,1 1 0,-7 4 0,0-4 0,-5 3 0,4 3 0,-1 2 0,1 4 0,-6-5 0,11 14 0,-13 2 0,4 12 0,1 5 0,-1 4 0,0 4 0,1 2 0,1-6 0,4 2 0,1 1 0,-7-1 0,7 0 0,-3-6 0,7 1 0,-6-9 0,1-3 0,-1-4 0,6-17 0,1-5 0</inkml:trace>
  <inkml:trace contextRef="#ctx0" brushRef="#br0" timeOffset="20">1790 5811 8912,'0'17'0,"2"-5"0,3-1 0,-3-5 0,4 6 0,-4 1 0,-2 4 0,0 6 0,0 4 0,0 7 0,0 3 0,0 3 0,2 2 0,4 4 0,-3 1 0,9-7 0,-6 6 0,5-6 0,-5-5 0,3-7 0,-1 1 0,-4-2 0,-2-10 0,-10-2 0,-1-5 0</inkml:trace>
  <inkml:trace contextRef="#ctx0" brushRef="#br0" timeOffset="21">1600 6241 8912,'0'-17'0,"0"-2"0,0-2 0,0-2 0,2 0 0,4 6 0,-2 5 0,7 1 0,1 5 0,5-5 0,8 7 0,5-2 0,9 4 0,7 2 0,3 0 0,3 0 0,0 0 0,-1 0 0,-1 0 0,-4 0 0,-4 0 0,-8 0 0,-7 0 0,-4-2 0,-4-3 0,-9 3 0,-5-6 0,-10 8 0,-5 0 0,-7 0 0,0 0 0,0 0 0,-6 2 0,0 6 0,2 7 0,1 6 0,3 4 0,0-2 0,2-4 0,3 4 0,-1-4 0,7-2 0,0 6 0,6 0 0,0 0 0,0-6 0,0 0 0,2-7 0,4-5 0,6-3 0,3-4 0,2-3 0,6-5 0,0-7 0,0 0 0,-6-1 0,0 1 0,1 2 0,-1 4 0,-6-3 0,1 8 0,1 3 0,-3 1 0,1 2 0,-7 2 0,4 1 0,-3 5 0,1 2 0,7-7 0,-3 13 0,15-14 0,2 5 0</inkml:trace>
  <inkml:trace contextRef="#ctx0" brushRef="#br0" timeOffset="22">2599 5932 8912,'-18'17'0,"1"-8"0,0-3 0,-6 2 0,0-1 0,2 3 0,2 3 0,2 3 0,-1 1 0,9 0 0,1 0 0,2 2 0,1 4 0,-1-2 0,6 8 0,8-8 0,3 2 0,4-6 0,3-6 0,1 3 0,4-8 0,-4 5 0,4-5 0,-4-1 0,-2-5 0,6-1 0,0-5 0,-2-4 0,-2 1 0,-2-7 0,1 5 0,-3-4 0,-4-2 0,3-1 0,-9 1 0,3 0 0,-2 0 0,-4 0 0,3-1 0,-5 9 0,-5 3 0,1-2 0,-8 3 0,7-1 0,-7 6 0,6 8 0,-5 3 0,5 4 0,-5 3 0,7-1 0,-2 0 0,4 0 0,2 0 0,0 1 0,0-1 0,8-2 0,3-4 0,5-3 0,1-8 0,-6 0 0,1 0 0,-1-8 0,7-3 0,-7-4 0,-1-2 0,-3-1 0,-3 1 0,-2-6 0,-2 0 0,-8 0 0,-3 6 0,1 6 0,-1 1 0,-3 1 0,-1-1 0,-2 6 0,0-1 0,7 3 0,-5-6 0,13 6 0,-6-6 0</inkml:trace>
  <inkml:trace contextRef="#ctx0" brushRef="#br0" timeOffset="23">2891 5725 8912,'-17'0'0,"5"-5"0,1-1 0,7 0 0,-9 14 0,7 3 0,2 6 0,2 6 0,2 6 0,0 11 0,0-2 0,0 6 0,2 0 0,4 0 0,2-6 0,3 2 0,4-3 0,-3-3 0,1-7 0,-1-4 0,3-10 0,-4-1 0,-1-9 0,1 3 0,-7-4 0,12-10 0,-7-1 0</inkml:trace>
  <inkml:trace contextRef="#ctx0" brushRef="#br0" timeOffset="24">2994 5639 8912,'0'12'0,"0"-1"0,0-5 0,0 5 0,0 9 0,0 8 0,0 5 0,0 3 0,0 4 0,0 6 0,0 6 0,0 5 0,6-6 0,0 1 0,5-8 0,-5-10 0,5-1 0,-3-5 0,2-5 0,3-4 0,-3-9 0,1-4 0,1-4 0,5-2 0,0-10 0,0-5 0,0-6 0,1 0 0,-1-4 0,0 2 0,0-6 0,-1 5 0,-5-1 0,-5 0 0,-4-4 0,-2 6 0,0 0 0,0 6 0,-8 2 0,-3 3 0,-5 5 0,-1 7 0,6 2 0,-1 5 0,-1 11 0,-3 8 0,1 7 0,4 1 0,3 1 0,8-1 0,0 6 0,0 0 0,2-2 0,4-9 0,3 2 0,8-8 0,3-1 0,4-6 0,9-5 0,5-5 0,10-4 0,-4-10 0,8-1 0</inkml:trace>
  <inkml:trace contextRef="#ctx0" brushRef="#br0" timeOffset="25">3717 5983 8912,'-17'2'0,"0"4"0,-1-4 0,1 11 0,0-5 0,0 1 0,0 5 0,1 3 0,5 6 0,-3 4 0,9 7 0,-1 0 0,6 1 0,0-1 0,0 0 0,0 1 0,0-1 0,8-7 0,3-4 0,4-4 0,3-2 0,1-7 0,4-4 0,-4-5 0,4-1 0,2-13 0,-2-4 0,-1-12 0,-4 2 0</inkml:trace>
  <inkml:trace contextRef="#ctx0" brushRef="#br0" timeOffset="26">3992 5811 8912,'-9'17'0,"1"1"0,1-9 0,-3 7 0,-5-7 0,3 8 0,5 0 0,-1 1 0,6 5 0,-4-1 0,4 9 0,2-2 0,0 3 0,0 3 0,2-1 0,4 0 0,-2-7 0,7-4 0,-1 2 0,1-2 0,5 0 0,-13-14 0,9-3 0,-6-4 0,5-2 0,-5 0 0,5 0 0,1-8 0,5-5 0,0-6 0,0-4 0,-5 0 0,-1 6 0,1 1 0,3 3 0,-1 4 0,-3 1 0,0 2 0,1 6 0,-1 0 0,-7 8 0,2 3 0,-4 10 0,-2 2 0,0 0 0,0-6 0,0 6 0,0 0 0,0 0 0,0-6 0,0 0 0,0-7 0,2-2 0,4-8 0,3-8 0,8-9 0,1-10 0</inkml:trace>
  <inkml:trace contextRef="#ctx0" brushRef="#br0" timeOffset="27">4319 5949 8912,'-17'-17'0,"2"-1"0,3 1 0,-1 0 0,7 0 0,1 0 0,5 7 0,0 2 0,0 8 0,1 8 0,3 4 0,2 3 0,-2 2 0,-2 0 0,-2 0 0,5 1 0,1-1 0,0 8 0,-6 1 0</inkml:trace>
  <inkml:trace contextRef="#ctx0" brushRef="#br0" timeOffset="28">3838 6275 8912,'-18'0'0,"1"0"0,8-7 0,1-3 0,8-7 0,2 0 0,4 0 0,13 0 0,15-1 0,10-1 0,15-2 0,6-2 0,2 2 0,6 2 0,-10 2 0,-4-4 0,-1 4 0,-9-4 0,-8 9 0,-9 5 0,-15 1 0,-7 4 0,-3 10 0,-7 3 0,-7 6 0,-5 6 0,-3-2 0,-2 8 0,0-6 0,1 4 0,5-3 0,5-3 0,-2-1 0,3-3 0,-1 0 0,8-2 0,4-3 0,3-5 0,8-7 0,1 0 0,-1 0 0,0-7 0,0-5 0,0-3 0,1-2 0,-3 0 0,-4-1 0,-5 1 0,4 0 0,-8 5 0,3 1 0,-5 7 0,-5-2 0,-7 5 0,3 1 0,-3 0 0,8 0 0,-11 0 0,15 0 0,0 0 0,2 0 0,9 0 0,3 0 0,-5 1 0,3 5 0,-1-4 0,7 11 0,-3-5 0,-4 2 0,3-5 0,-9 7 0,7-6 0,-6 5 0,-1-5 0,-3 3 0,2 1 0,2-1 0,0-5 0,-6 6 0,0-4 0,7-5 0,-5 7 0,6-16 0,-6 7 0,3-5 0,-3-4 0,6 8 0,-2-7 0,1 5 0,3-2 0,-6 1 0,3 6 0,-7 5 0,6-2 0,0 7 0,0-5 0,-6 6 0,2-9 0,3 3 0,-3-4 0,13 6 0,-5 1 0</inkml:trace>
  <inkml:trace contextRef="#ctx0" brushRef="#br0" timeOffset="29">5025 5914 8912,'-17'18'0,"7"-7"0,4 1 0,5-9 0,1 7 0,1-6 0,5 1 0,-2 1 0,7-6 0,3 0 0,1 0 0,2 0 0,1 0 0</inkml:trace>
  <inkml:trace contextRef="#ctx0" brushRef="#br0" timeOffset="30">5094 6241 8912,'-17'10'0,"-1"-5"0,1-3 0,8-2 0,1 0 0,8 0 0,0 0 0,8 0 0,3-2 0,4-3 0,3-5 0,-1-7 0</inkml:trace>
  <inkml:trace contextRef="#ctx0" brushRef="#br0" timeOffset="31">430 7393 8912,'-17'0'0,"0"0"0,7 0 0,3 0 0,9 2 0,5 2 0,10 2 0,10-3 0,15-1 0,10-2 0,13-2 0,13-3 0,-26 0 0,3-2 0,12-3 0,4-3 0,9-3 0,4-2 0,-19 3 0,1 0 0,2-1 0,6-1 0,1 0 0,2-1-483,6-1 1,2 0 0,1 0 0,5-1 0,2 1 0,0-1 482,-20 4 0,0 0 0,1 0 0,-1 1 0,23-3 0,-1 0 0,-1 2 0,-5 2 0,-2 1 0,1 0 0,-3 1 0,0 1 0,-1 0 0,-5 0 0,-1 1 0,-2 0 0,-2 1 0,-1 0 0,-2 0-229,-4 1 0,-1 0 1,-2 0-1,27-7 0,-2 1 229,-10 3 0,-3-1 0,-7-2 0,-2 1-86,-6 5 0,-2-1 0,35-12 86,-31 10 0,-19 3 0,-21 2 0,-12 4 0,-5 2 1170,-12 0 1,-11 2-1171,-12 4 0,-1-2 0,-1 7 0,4 1 764,3-3 0,6 5-764,7-9 0,15 1 0,-2-6 0</inkml:trace>
  <inkml:trace contextRef="#ctx0" brushRef="#br0" timeOffset="32">30356 5158 8912,'-11'-6'0,"-3"0"0,-3 3 0,-6 1 0,-6 4 0,-7 3 0,0 13 0,-8 12 0,0 10 0,0 12 0,11 9 0,-1 13 0,13-3 0,4 4 0,9-7 0,6-5 0,10-11 0,5-14 0,8-7 0,8-8 0,-2-12 0,1-5 0,7-6 0,7-6 0,0-7 0,0-8 0,4-8 0,-6-11 0,8-6 0,-2-11 0,-6 2 0,-6-7 0,-11 1 0,-9 0 0,-7 4 0,-7-6 0,-15 15 0,-8 2 0,-15 12 0,-8 11 0,-4 2 0,-2 15 0,7 2 0,-1 10 0,15 9 0,2 10 0,10 2 0,8 3 0,5 3 0,12 1 0,11 1 0,12-1 0,11-7 0,4-2 0,7-8 0</inkml:trace>
  <inkml:trace contextRef="#ctx0" brushRef="#br0" timeOffset="33">31423 5330 8912,'-8'-27'0,"-3"4"0,-1 4 0,-5 2 0,2 5 0,-14 1 0,6 7 0,-5-2 0,7 5 0,-2 1 0,4 0 0,9-2 0,6-2 0,8-2 0,13-15 0,10 2 0</inkml:trace>
  <inkml:trace contextRef="#ctx0" brushRef="#br0" timeOffset="34">31836 5072 8912,'-8'10'0,"-1"3"0,-8-7 0,-10 7 0,-8-2 0,-7 7 0,-11 5 0,-5 7 0,-5 8 0,-4 6 0,-1 8 0,8 3 0,9-3 0,14 1 0,14-13 0,14 1 0,9-7 0,8-7 0,9-4 0,8-12 0,3-5 0,5-4 0,3-4 0,2-4 0,3-5 0,4-12 0,-4-6 0,4-9 0,-4-2 0,4-6 0,-4 6 0,-7-6 0,-5 6 0,-8-6 0,2 6 0,-6 0 0,-6 5 0,-3 9 0,-8 3 0,-2 5 0,-4 7 0,-3 3 0,-3 8 0,1 0 0,7 0 0,-4-7 0,16-3 0,2-7 0</inkml:trace>
  <inkml:trace contextRef="#ctx0" brushRef="#br0" timeOffset="35">32490 4848 8912,'-17'-7'0,"0"-5"0,-1 5 0,1 1 0,-2 4 0,-4 2 0,2 8 0,-8 3 0,1 12 0,-7 6 0,8 5 0,5 6 0,2-2 0,5 6 0,4 0 0,5 0 0,14-4 0,9 6 0,2 0 0,10 6 0,-1-8 0,7-4 0,-3-4 0,-3-2 0,-4 1 0,-8-1 0,-2-5 0,-3 0 0,-5-7 0,-9 5 0,-5-2 0,-10-4 0,-10-2 0,-13-2 0,-2-1 0,-4-5 0,-4-3 0,4-8 0,4-4 0,2-8 0,4-7 0,1-23 0,1-2 0</inkml:trace>
  <inkml:trace contextRef="#ctx0" brushRef="#br0" timeOffset="36">32335 4831 8912,'25'-42'0,"-2"6"0,11-4 0,5 4 0,12 1 0,1 6 0,-2 5 0,-5 3 0,-4 5 0,-5 11 0,-2-1 0,1 4 0,-1 2 0,1 0 0,-1 0 0,-2-2 0,-3-4 0,4-3 0,-7-8 0</inkml:trace>
  <inkml:trace contextRef="#ctx0" brushRef="#br0" timeOffset="37">32989 4109 8912,'-17'0'0,"0"-7"0,7-3 0,4 0 0,12 5 0,11 5 0,12 7 0,5 11 0,7 8 0,-3 22 0,8 9 0,-24-15 0,0 4-360,1 4 0,0 3 0,-1 9 0,-2 2 360,-2 7 0,-2 2 0,-2 4 0,-1 2 0,-1 9 0,-1 2 0,-4 2 0,-3-1 0,-2 2 0,-2-2 0,-3-7 0,-3-2 0,-4-6 0,-3-3 0,-5-5 0,-3-2 0,-1-8 0,-2-2 0,0-1 0,-1-3 0,0-5 0,-2-2 0,-1-3 0,-3-4 0,-32 20 0,-19-9 0,5-20 0,-15 0 0,0-1 0</inkml:trace>
  <inkml:trace contextRef="#ctx0" brushRef="#br0" timeOffset="38">29633 4487 8912,'-17'-17'0,"-2"-6"0,-4-2 0,-8 3 0,-7 2 0,-13 9 0,-16 21 0,-12 14 0,34-4 0,-1 4 0,-5 10 0,2 5 0,-2 7 0,1 3 0,1 4 0,4 3 0,3 3 0,4 3 0,5 0 0,6 2-120,8-2 1,4 2 0,1 8 0,3 3-1,5 5 1,3 2 0,2 2 0,4-2 119,2-1 0,5-3 0,7-3 0,6-3-208,3-4 0,5-4 0,5-5 0,3-3 208,2-3 0,4-3 0,1-10 0,4-4 0,3 0 0,3-3 0,-4-6 0,1-2-33,1-2 1,1-1 0,1-3 0,1-1-1,-1 0 1,0-2 0,1-3 0,-1-3 32,-1-3 0,-1-1 0,2 2 0,-1-2 0,-2-4 0,-1-2 0,44-8 0,-10-9 0</inkml:trace>
  <inkml:trace contextRef="#ctx0" brushRef="#br0" timeOffset="39">30201 3765 8912,'0'10'0,"-2"-3"0,-2-8 0,-1-5 0,-7 2 0,7-7 0,-1-1 0,0 1 0,-2 1 0,-1 2 0,-3 5 0,-3 10 0,2 10 0,1 10 0,3 6 0,-3 1 0,5 8 0,7 4 0,0 4 0,0 1 0,9-1 0,8-4 0,2 1 0,10-6 0,0-1 0,5-6 0,-5-7 0,0-4 0,-8-4 0,2-4 0,-6-1 0,-6-3 0,-3-5 0,-8 5 0,-2-5 0,-4 5 0,-9-1 0,-8 1 0,-2 3 0,4-9 0,-2-1 0,2-2 0,2-2 0,2 0 0,2-7 0,3-5 0,4-11 0,8-5 0,2-5 0,4-1 0,6-1 0,10 1 0,5 0 0,0-1 0,5 6 0,-3 1 0,4 5 0,1-6 0,1 8 0,-1-2 0,0 6 0,1 6 0,-3 3 0,-1 8 0,-4 0 0,-3 0 0,-1 6 0,-5-1 0,-1 9 0,0-3 0,-2 5 0,-3 1 0,1 0 0,-7 0 0,-2 0 0,5 1 0,-7-1 0,4 0 0,-6 6 0,-6 0 0,1-2 0,-13-10 0,5-3 0,-10-8 0,4 0 0,-6 0 0,-2 0 0</inkml:trace>
  <inkml:trace contextRef="#ctx0" brushRef="#br0" timeOffset="40">30717 3851 8912,'25'-26'0,"2"8"0,0 3 0,-2 7 0,-8-3 0,-6 3 0,1 8 0,-1 0 0,7 0 0,-1 0 0,0 0 0,0 0 0,0 0 0,-7 0 0,-2 2 0,-8 4 0,-2 3 0,-4 9 0,-4 1 0,-7 4 0,0-2 0,0 7 0,0-7 0,-1 2 0,9 2 0,1-2 0,2-2 0,1-2 0,-1-7 0,6-1 0,0 1 0,2-1 0,4 1 0,-1-7 0,13 7 0,-5-7 0,10 7 0,-4-1 0,-2-1 0,6 7 0,0 0 0,0 0 0,-6 6 0,-5 2 0,-1-2 0,-7 6 0,2-6 0,-4 5 0,-4-3 0,-2 2 0,-2 4 0,-13-7 0,2-1 0,-4-4 0,4-9 0,-1-4 0,7-12 0,-1-5 0,9-20 0,-5-5 0</inkml:trace>
  <inkml:trace contextRef="#ctx0" brushRef="#br0" timeOffset="41">31251 3817 8912,'10'9'0,"-3"7"0,-7-14 0,0 5 0,0-5 0,0 4 0,0 3 0,0 9 0,0-1 0,0 2 0,0 2 0,0 2 0,0 7 0,0-1 0,2 2 0,4-3 0,-4 3 0,3-8 0,-3 0 0,-2-6 0,0 0 0,2-2 0,2-5 0,2-10 0,1-8 0,-1-9 0,-2-6 0,8 0 0,-1-7 0,6 1 0,0-3 0,1-3 0,-1 1 0,0-1 0,0 9 0,0 3 0,-5 4 0,-1 3 0,3 5 0,1 3 0,2 8 0,-7 0 0,3 2 0,-7 4 0,5 3 0,-5 9 0,2-3 0,-2-4 0,-3 3 0,9-9 0,-6 7 0,5-6 0,2-2 0,3-3 0,-5-1 0,1 0 0,-1 0 0,6 0 0,1-7 0,-1-1 0,0-3 0,-2-5 0,-1 7 0,-3-3 0,3 1 0,-5 1 0,3-1 0,-9-4 0,13 5 0,-14 1 0,7 3 0,-5 12 0,2 5 0,-2 4 0,-3 8 0,-1 0 0,0 6 0,0-6 0,0 5 0,0-5 0,0 6 0,0-6 0,0 0 0,0-6 0,0 0 0,0 0 0,0-7 0,-7-18 0,-3-11 0</inkml:trace>
  <inkml:trace contextRef="#ctx0" brushRef="#br0" timeOffset="42">31802 3507 8912,'-10'0'0,"1"-2"0,3-3 0,4 3 0,-6-6 0,8 8 0,2-6 0,6 1 0,9 1 0,10 2 0,13 2 0,12 0 0,9 0 0</inkml:trace>
  <inkml:trace contextRef="#ctx0" brushRef="#br0" timeOffset="43">32524 3370 8912,'0'-17'0,"0"-1"0,0 1 0,0 0 0,0 0 0,-7 0 0,-5 0 0,-3 1 0,-2 5 0,0 5 0,-1 4 0,1 4 0,0 4 0,0 11 0,0 12 0,-1 3 0,1 10 0,0 4 0,0 4 0,7 1 0,4 1 0,-1-1 0,1 1 0,0 0 0,6-1 0,0-1 0,0-4 0,0 1 0,2-8 0,2-5 0,2-3 0,-1-10 0,-5 3 0,0-14 0,0-4 0,0-12 0,8-11 0,2-10 0</inkml:trace>
  <inkml:trace contextRef="#ctx0" brushRef="#br0" timeOffset="44">32129 3782 8912,'-23'10'0,"0"-4"0,7-4 0,1-2 0,13 0 0,-5-2 0,7-4 0,15-2 0,8-5 0,7 2 0,5-3 0,1-1 0,4-2 0,-3 0 0,3-1 0,-4 1 0,-1 0 0,-1 5 0,0 1 0,-1 1 0,-4-3 0,-7 4 0,-2 1 0,4-5 0,-4 11 0,-3-6 0,-4 16 0,-7 3 0,0 6 0,-6 4 0,0 4 0,0 2 0,0 2 0,0 5 0,0-2 0,0-3 0,0 4 0,0-5 0,0 5 0,0 1 0,-6-7 0,0-4 0,0-6 0,-1-6 0,5-3 0,-13-23 0,5-4 0</inkml:trace>
  <inkml:trace contextRef="#ctx0" brushRef="#br0" timeOffset="45">32576 3559 8912,'0'-17'0,"0"0"0,0-1 0,0 7 0,0-1 0,0 7 0,0-7 0,0 8 0,2-3 0,4 7 0,7 0 0,8 0 0,8 6 0,11-1 0,4 9 0,15-5 0,2 8 0</inkml:trace>
  <inkml:trace contextRef="#ctx0" brushRef="#br0" timeOffset="46">33161 3559 8912,'-17'8'0,"0"-6"0,-1 3 0,-6-3 0,-5-2 0,2 2 0,-1 2 0,-3 4 0,-2 1 0,-1 4 0,0 10 0,5 4 0,0 8 0,14 1 0,-2 4 0,11-2 0,0 8 0,14-14 0,7 1 0,8-6 0,4-6 0,2-4 0,5-6 0,0-3 0,1-8 0,-1-8 0,1-3 0,-1-10 0,0-2 0,-1-8 0,-4 5 0,-6-3 0,-4 0 0,-2 6 0,0-5 0,-2 7 0,-3-2 0,-4 4 0,-8 2 0,0-1 0,-2 9 0,-4 3 0,4 4 0,-13 2 0,13 8 0,-6 1 0,8 9 0,0-7 0,0 0 0,0-5 0,0 6 0,0-7 0,0 7 0,8-8 0,3 1 0,-1-3 0,1-2 0,1 0 0,5 0 0,-6 0 0,1 0 0,-1 0 0,7-2 0,-1-1 0,0-3 0,-5-2 0,-1 2 0,0 5 0,7-7 0,-9 0 0,7 6 0,-13-5 0,9 5 0,1-4 0,-3 4 0,1-4 0,1 3 0,5-3 0,-6 2 0,1-7 0,-1-1 0,5-5 0,-3 2 0,-3 1 0,-3 3 0,7-1 0,-12-5 0,13 8 0,-13-7 0,5 16 0,-9 0 0,-1 10 0,-3 5 0,-6 2 0,7 1 0,-7-1 0,6 0 0,-1 6 0,1 0 0,4 0 0,-4-6 0,5-6 0,2-1 0,5-2 0,6-5 0,3-1 0,2-2 0,6 0 0,0 0 0,8-9 0,-3-8 0,5-1 0,1-5 0,-1-1 0,-32 23 0</inkml:trace>
  <inkml:trace contextRef="#ctx0" brushRef="#br0" timeOffset="47">33866 3555 8912,'-17'6'0,"-17"17"0,5-2 0,1 7 0,-1 1 0,-5 6 0,7-1 0,4 0 0,11-1 0,7-5 0,5 5 0,5-4 0,20-10 0,17-4 0,12-6 0,9-5 0,-14-2 0</inkml:trace>
  <inkml:trace contextRef="#ctx0" brushRef="#br0" timeOffset="48">31079 4694 8912,'9'-2'0,"-1"-2"0,0-2 0,-1-1 0,7 3 0,-3-2 0,-7-2 0,2 3 0,-4 3 0,-2-13 0,0 3 0,-2 2 0,-4-1 0,4 5 0,-4-5 0,3-1 0,-3-5 0,4 0 0,-4 0 0,4 0 0,2-1 0,0-1 0,0-4 0,0 4 0,0-4 0,0 2 0,0-2 0,2 4 0,4-4 0,-4 10 0,4 2 0,-3 5 0,3-6 0,-4 16 0,4 2 0,-4 15 0,-2 8 0,0 9 0,0 2 0,0 6 0,0-6 0,5 6 0,3-6 0,2 0 0,3 2 0,2-13 0,3-1 0,-1-7 0,0-3 0,6-9 0,0-3 0,6-12 0,-7-5 0,7-12 0,-6-6 0,0 2 0,-6-1 0,-1-3 0,-5-1 0,-3-1 0,-8 4 0,0 5 0,0 6 0,0 1 0,0 8 0,-2 3 0,-4 12 0,4 3 0,-4 8 0,4 6 0,2 0 0,0 0 0,0-6 0,6 1 0,0-1 0,7 0 0,-1-2 0,3-3 0,2-7 0,2 3 0,4-2 0,-4 0 0,4-6 0,2-2 0,-2-4 0,0-6 0,-6-10 0,1 2 0,-1-4 0,-2 1 0,-3 0 0,1 0 0,-7 6 0,5-1 0,-5 1 0,0 0 0,-8 2 0,-4 3 0,2 5 0,-7 7 0,7 0 0,-4 7 0,8 5 0,0 3 0,0 2 0,0 0 0,0 1 0,0-1 0,2-2 0,2-2 0,2-1 0,1-6 0,-1 5 0,-2-7 0,7 2 0,1-4 0,5-2 0,0-8 0,0-4 0,6-3 0,0-2 0,2 0 0,-4 0 0,4-1 0,2 1 0,-6 0 0,2 0 0,2 2 0,-2 3 0,-6-1 0,-6 7 0,1 0 0,5 6 0,-6 0 0,1 0 0,-1 8 0,1 0 0,-1 3 0,-7-3 0,6-8 0,-5 0 0,-1 0 0,8 0 0,-8-8 0,3-2 0,-7 1 0,0-6 0,-7 13 0,-5-4 0,3 4 0,-1 4 0,2 4 0,3-4 0,5 7 0,0-3 0,0-4 0,2 11 0,3-7 0,5 0 0,7-6 0,6 0 0,0 0 0,8-8 0,-3-2 0,5-1 0,1 0 0,1-7 0,-1-5 0,-2 0 0,-3 6 0,2-2 0,-8-4 0,-6 4 0,-6-4 0,-7 4 0,2 2 0,-4 0 0,-2 0 0,-2 7 0,-4 4 0,2 14 0,-7 9 0,7 16 0,-2 12 0,-1 7 0,1 5 0,0 6 0,-1 4 0,5 8 0,-4-1 0,10 6-974,1-5 974,9-1 0,11-12 0,11-3 0</inkml:trace>
  <inkml:trace contextRef="#ctx0" brushRef="#br0" timeOffset="49">3029 11399 8912,'-12'-9'0,"1"3"0,7 4 0,-4 2 0,8 0 0,0 2 0,0 4 0,0 3 0,2 8 0,4 0 0,-4-5 0,6-3 0,-3 1 0,1 0 0,2-5 0,-3 7 0,5-3 0,7 3 0,-5 1 0,-3-5 0,1-1 0,-1 1 0,-3 4 0,6-7 0,-3 3 0,3-2 0,3-4 0,-4 3 0,5 3 0,1-2 0,2 5 0,4-5 0,-2 1 0,8-1 0,-1-4 0,7 4 0,-1-2 0,1-1 0,-1 3 0,0-2 0,1-2 0,-1-2 0,1 6 0,-1-1 0,-7 1 0,-2-6 0,-2 2 0,0 4 0,1-4 0,-1 3 0,-4-1 0,6 0 0,0 2 0,4-2 0,-2 3 0,1-1 0,7 0 0,5-6 0,8 5 0,-2 1 0,1 0 0,-1-6 0,4 0 0,-4 0 0,-4 6 0,-2-1 0,-4 3 0,-1-2 0,-3-2 0,-1 5 0,-2 1 0,1-1 0,1-5 0,-1 4 0,-3-3 0,-2 1 0,6 6 0,-3-7 0,5 1 0,1-6 0,1 0 0,-1 0 0,0 0 0,1 0 0,-6 0 0,-1 0 0,-1 0 0,2 0 0,1 0 0,-7 0 0,0 0 0,2 0 0,-6 0 0,4 0 0,2 0 0,-2 0 0,-2 0 0,-2 0 0,6 0 0,4 0 0,-3 0 0,3 0 0,-6 0 0,6 0 0,-1 0 0,7 0 0,-1 0 0,1 0 0,-7 0 0,1 0 0,-6 0 0,4 0 0,-2 0 0,-4 0 0,-2 0 0,-2 0 0,0 0 0,0 0 0,1 0 0,-1 0 0,-6 0 0,1 0 0,-1 0 0,6 0 0,1-8 0,-1 7 0,0-5 0,0 4 0,0 2 0,-5 0 0,-1 0 0,1 0 0,5 0 0,0 0 0,0 0 0,1 0 0,-1 0 0,0 0 0,0 0 0,0 0 0,1 0 0,-7 0 0,1 0 0,-1-6 0,6 0 0,1 1 0,-1 5 0,-6 0 0,1 0 0,-1-8 0,6 6 0,1-4 0,-1 4 0,0 2 0,0-5 0,0-1 0,-5 0 0,-1 6 0,1 0 0,5 0 0,0 0 0,0 0 0,1 0 0,-7-2 0,1-3 0,-7 3 0,7-4 0,-8 4 0,11 2 0,-11 0 0,7 0 0,-5 0 0,5 0 0,-5 0 0,6 0 0,-7 0 0,7 0 0,1 0 0,-3-6 0,1 1 0,-5-1 0,5 6 0,3 0 0,-5 0 0,3 0 0,-6 0 0,5 0 0,-5 0 0,5 0 0,-5 0 0,6 0 0,-9 0 0,7 0 0,-4 0 0,-4 0 0,13 0 0,-13 0 0,5 0 0,-7 0 0,0 0 0,-7 0 0,-3 2 0,-7 4 0,-15 11 0,-12 9 0,-18 9 0</inkml:trace>
  <inkml:trace contextRef="#ctx0" brushRef="#br0" timeOffset="50">1359 10213 8912,'-7'-10'0,"-1"1"0,-5 3 0,1-6 0,-1-3 0,3-2 0,1 0 0,1 0 0,2 5 0,6 1 0,0 9 0,0 2 0,8 9 0,2 14 0,1 8 0,1 7 0,-3 0 0,3 8 0,3-2 0,-6 2 0,3-6 0,-1-4 0,-5-1 0,6-1 0,-7 0 0,7 1 0,-8-8 0,1-5 0,-3-8 0,-2-3 0,0-9 0,0-2 0,0-13 0,0-10 0,0-10 0,0-1 0,-5-2 0,-3-8 0,0 0 0,1 0 0,-5 0 0,6-2 0,-5-2 0,5 8 0,0 0 0,6 6 0,-5 7 0,-1 4 0,2 4 0,10 9 0,3 7 0,9 14 0,-1 2 0,0 16 0,0-6 0,1 6 0,-1-6 0,0 5 0,4-7 0,-2 2 0,-4-4 0,1-2 0,5-1 0,2-5 0,-6-1 0,-6-4 0,1-5 0,5 5 0,0-6 0,-1-6 0,-3-3 0,-2-1 0,-7-11 0,2 4 0,-4-6 0,-2 0 0,0 4 0,0-4 0,-2-2 0,-4 1 0,-5-1 0,-5 0 0,5 2 0,0 6 0,5 2 0,-6 3 0,8 4 0,-3 12 0,7 8 0,2 7 0,2 17 0,3 2 0,3 2 0,1 8 0,6-2 0,3 2 0,3-2 0,-2 1 0,7-6 0,-7-1 0,4-8 0,-2-3 0,0-6 0,6-12 0,-6-5 0,0-4 0,-6-2 0,0-14 0,0-3 0,-1-11 0,-5-1 0,2-4 0,-7-1 0,0 0 0,-6-1 0,-2 3 0,-4 3 0,2-1 0,-7 7 0,5-2 0,-5 2 0,-1 11 0,1-3 0,-1 15 0,8 2 0,-1 4 0,3 7 0,2 8 0,0 6 0,0 7 0,2 1 0,3-1 0,3 0 0,4 1 0,3-6 0,-4-1 0,7-7 0,3 2 0,2-6 0,-2-5 0,-2-5 0,-2-7 0,0 0 0,0 0 0,-5-7 0,-1-5 0,-1-11 0,1-5 0,-3-1 0,-8-2 0,0-1 0,0 1 0,-2 1 0,-4-5 0,-3 7 0,-8-1 0,-1 14 0,1-2 0,0 3 0,0 5 0,7 1 0,2 16 0,8 1 0</inkml:trace>
  <inkml:trace contextRef="#ctx0" brushRef="#br0" timeOffset="51">2599 10144 8912,'-14'0'0,"-3"0"0,2 0 0,-14 0 0,0 0 0,-5 0 0,-1 0 0,3 2 0,1 4 0,3 5 0,7 10 0,-2 2 0,11 9 0,6 3 0,5-1 0,2 6 0,5-5 0,6-7 0,3 3 0,2-8 0,6-2 0,0-10 0,0 3 0,-6-9 0,6 1 0,0-6 0,0-9 0,-4-9 0,2-8 0,2-7 0,2-3 0,-2-4 0,-10-4 0,5-8 0,-11 3 0,5 3 0,-9-10 0,3 5 0,-6 1 0,-6 4 0,-7 0 0,-8 3 0,2-3 0,-4 11 0,10 7 0,1 16 0,6 6 0,-5 12 0,7 11 0,-2 12 0,4 3 0,2 3 0,2 5 0,4 0 0,-2 2 0,7-2 0,1-3 0,5 3 0,0-4 0,1-2 0,1-5 0,4 0 0,-2-8 0,7 2 0,-1-6 0,2-6 0,3-3 0,-5-8 0,2-2 0,-1-4 0,-7-3 0,2-9 0,-4-1 0,-1-4 0,-9 2 0,-3-7 0,2 5 0,-3-6 0,-1 6 0,-10-5 0,-3 7 0,-10-2 0,-2 4 0,-2 1 0,0 3 0,6 4 0,-1 3 0,1 8 0,2 2 0,3 4 0,-1 5 0,7 12 0,3 6 0,1 3 0,7 3 0,1-1 0,7-5 0,-1-1 0,5 1 0,6 5 0,-2-7 0,6-4 0,0-4 0,-1-2 0,1-7 0,2-4 0,3-6 0,-3-6 0,-6-6 0,-6-11 0,8-3 0,-6-9 0</inkml:trace>
  <inkml:trace contextRef="#ctx0" brushRef="#br0" timeOffset="52">3080 9663 8912,'0'9'0,"0"1"0,0-5 0,0 1 0,0 11 0,0-1 0,0 12 0,0 3 0,0 1 0,0 10 0,0 4 0,2 4 0,4 1 0,4 1 0,7-2 0,0-3 0,0-1 0,2-13 0,4 1 0,-4-11 0,4 0 0,-2-10 0,2-1 0,-9-8 0,3 1 0,-4-10 0,4-7 0,1-5 0,-1-6 0,-2 2 0,-3-8 0,1 6 0,-7-5 0,0 1 0,-6-2 0,1 6 0,5 4 0,-4 2 0,4 0 0,-4 7 0,-2 3 0,5 9 0,1 3 0,-2 7 0,-2 3 0,0 4 0,4 4 0,-3-2 0,9 8 0,-8-8 0,1 2 0,5 2 0,0-2 0,-1-2 0,6-10 0,-5-3 0,7-8 0,0 0 0</inkml:trace>
  <inkml:trace contextRef="#ctx0" brushRef="#br0" timeOffset="53">3511 9834 8912,'0'0'0</inkml:trace>
  <inkml:trace contextRef="#ctx0" brushRef="#br0" timeOffset="54">3769 10075 8912,'0'17'0,"0"1"0,0-9 0,0-1 0,0-6 0,0 3 0,-6-1 0,0 8 0,0-7 0,5 5 0,-5-2 0,4 5 0,-6-11 0,8 6 0,0-8 0,8-2 0,3-4 0,-1-2 0,1-3 0,1-4 0,5 3 0,0-1 0,1 1 0,-1-3 0,0 3 0,6 3 0,0-3 0,0 9 0,-6-3 0,6 2 0,0 0 0,0-1 0,2 1 0,-6 2 0,4 2 0,-4-6 0,-2 0 0,0 1 0,-1 3 0,-3-2 0,-2-2 0,-7 0 0,2 4 0,-12-3 0,2 3 0,-7-4 0,5 4 0,-5 2 0,-3 0 0,7 0 0,-1 2 0,8 4 0,0-2 0,0 7 0,0 1 0,0 5 0,0 0 0,0 0 0,6 2 0,1 2 0,1 4 0,0 2 0,3 2 0,-5 5 0,5 0 0,-5 1 0,2-1 0,-2 0 0,-5-1 0,5-4 0,-4-3 0,-2-3 0,-2-9 0,-4 3 0,5-13 0,-5-4 0,4-16 0,2-10 0</inkml:trace>
  <inkml:trace contextRef="#ctx0" brushRef="#br0" timeOffset="55">4526 9731 8912,'17'0'0,"-7"0"0,5 0 0,-13 0 0,6 0 0,-7 0 0,5 0 0,6 0 0,-5 8 0,16 2 0,-4 7 0</inkml:trace>
  <inkml:trace contextRef="#ctx0" brushRef="#br0" timeOffset="56">4836 10144 8912,'-35'27'0,"1"-10"0,-1-11 0,9-4 0,5-4 0,7-4 0,5-2 0,3-3 0,4-4 0,-6 5 0,8-2 0,0 1 0,0-2 0,0-3 0,0-1 0</inkml:trace>
  <inkml:trace contextRef="#ctx0" brushRef="#br0" timeOffset="57">3321 9886 8912,'-11'0'0,"-1"0"0,9 0 0,-5 0 0,8 0 0</inkml:trace>
  <inkml:trace contextRef="#ctx0" brushRef="#br0" timeOffset="58">2151 10178 8912,'-11'6'0,"-1"0"0,-1-2 0,-3-1 0,-1 3 0,-2 4 0,-2 7 0,-4 2 0,-2 4 0,1-2 0,-3 6 0,6-2 0,4-3 0,2-4 0</inkml:trace>
  <inkml:trace contextRef="#ctx0" brushRef="#br0" timeOffset="59">499 10196 8912,'-17'-2'0,"0"-2"0,-1-2 0,3 0 0,4-1 0,5 7 0,12-2 0,5 6 0,10 9 0,2-2 0,0 5 0,2 1 0,-6 0 0,6 0 0,0 0 0,-6 1 0,6-1 0</inkml:trace>
  <inkml:trace contextRef="#ctx0" brushRef="#br0" timeOffset="60">706 9972 8912,'9'-8'0,"-1"-3"0,-1-4 0,-5 3 0,4 1 0,-2 7 0,0 0 0,1 8 0,9 7 0,-3 12 0,5 4 0,3 7 0,4 1 0,5-1 0,5 1 0,1-1 0,8 0 0,2 1 0</inkml:trace>
  <inkml:trace contextRef="#ctx0" brushRef="#br0" timeOffset="61">5369 9611 8912,'12'-8'0,"-1"-3"0,-7 1 0,2-1 0,-4-3 0,-4 11 0,-4 8 0,-4 7 0,-7 17 0,2 1 0,3 3 0,-3 1 0,5 0 0,1 1 0,3-1 0,4-7 0,-5-2 0,-3-8 0</inkml:trace>
  <inkml:trace contextRef="#ctx0" brushRef="#br0" timeOffset="62">5593 9577 8912,'0'17'0,"-8"15"0,-3 10 0,-5 12 0,-8 15 0,-3 9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2.80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19927 4813 8912,'-17'22'0,"-6"12"0,1 12 0,1 12 0,1 7 0,3 11 0,0 4 0,2 4-223,3 2 0,5-2 223,7-3 0,0-5 0,0-7 0,7-10 0,5-6 0,3-9 0,2-7 0,8-7 0,4-13 0,-3-9 0,3-8 0,-18-4 0</inkml:trace>
  <inkml:trace contextRef="#ctx0" brushRef="#br1" timeOffset="1">20685 5210 8912,'0'-18'0,"0"1"0,-6 6 0,0-1 0,-1 3 0,1-5 0,-6 5 0,-3 1 0,-2 4 0,0 2 0,-6 10 0,0 5 0,0 8 0,-2 8 0,6 9 0,-2 4 0,6 2 0,3 4 0,8 0 0,-1-1 0,3-3 0,2-2 0,0-3 0,0-11 0,7-3 0,5-10 0,3-3 0,2-6 0,6-6 0,0-6 0,2-11 0,-4-12 0,2-3 0,-2-3 0,-2 3 0,-2 3 0,-1-3 0,-5 3 0,3-2 0,-9 3 0,7 3 0,-6 8 0,-1-1 0,-5 9 0,2 11 0,4 15 0,-4 2 0,4 10 0,-3-1 0,1 7 0,4-1 0,1 1 0,3-1 0,5 0 0,2-7 0,4-4 0,-2-10 0,8-1 0,0-8 0,5 1 0,-5-3 0,-1-2 0,-7-15 0,4-4 0</inkml:trace>
  <inkml:trace contextRef="#ctx0" brushRef="#br1" timeOffset="2">21236 5175 8912,'-8'10'0,"-2"5"0,1-11 0,3 7 0,4-5 0,2 5 0,0 3 0,0 9 0,0-2 0,0 7 0,0 1 0,0 5 0,0 1 0,0-1 0,2 1 0,4-1 0,-4-2 0,3-3 0,3-2 0,-2-4 0,1-4 0,-1 4 0,-4-12 0,6-3 0,-8-8 0</inkml:trace>
  <inkml:trace contextRef="#ctx0" brushRef="#br1" timeOffset="3">21149 5141 8912,'-11'-6'0,"0"0"0,7-1 0,-2 1 0,4 4 0,2-8 0,2 7 0,6-3 0,9 2 0,0 2 0,8 2 0,-2 0 0,0 0 0,2 0 0,-2 0 0,-4 8 0,4 1 0,-6 5 0,-6 3 0,3-2 0,-9 14 0,1-6 0,-6 5 0,-2 1 0,-3 5 0,-3-5 0,-4 0 0,-3-2 0,4 1 0,1-3 0,-1-8 0,7 0 0,-2 1 0,4-9 0,2-1 0,0-8 0</inkml:trace>
  <inkml:trace contextRef="#ctx0" brushRef="#br1" timeOffset="4">21683 5227 8912,'21'-12'0,"-6"1"0,-5-3 0,-4-1 0,-6 6 0,-2 5 0,-2 15 0,-2 12 0,-5 15 0,5 8 0,0 4 0,6 1 0,0 1 0,0 0 0,8-7 0,3 1 0,6-9 0,6-3 0,2-3 0,4-14 0,3-4 0,-5-15 0,2-5 0,0-11 0,-6-6 0,5-11 0,-12-7 0,1-4 0,-6-3 0,1-3 0,1-5 0,-7-1 0,0 7 0,-6 5 0,0 2 0,0-2 0,0 6 0,0 11 0,0 5 0,0 6 0,7 9 0,3 9 0,7 9 0</inkml:trace>
  <inkml:trace contextRef="#ctx0" brushRef="#br1" timeOffset="5">22767 5175 8912,'-2'-11'0,"-4"-1"0,3 6 0,-9-5 0,8 7 0,-11-3 0,7 8 0,-3 5 0,5 6 0,-1 11 0,1 5 0,0 7 0,6 5 0,0-4 0,0 4 0,0-4 0,0-1 0,6-1 0,0 1 0,-1-7 0,-5 1 0,6-14 0,0 2 0,-1-9 0,-3 0 0,4-6 0,-4-8 0,4-17 0,3-11 0,3-12 0,3-4 0,2-2 0,-1-5 0,-3-2 0,-2-2 0,3-4 0,-1 0 0,-1 2 0,3 6 0,-4 11 0,-1 6 0,1 11 0,1 4 0,3 17 0,-3 8 0,3 10 0,-4 13 0,-1 0 0,2 11 0,-3-3 0,4 9 0,-1-2 0,1 2 0,-3-3 0,1 3 0,-1-6 0,1-5 0,5 3 0,-5-3 0,-1-4 0,-1-2 0,1-4 0,-1-2 0,-3 0 0,6 0 0,-9-7 0,5-3 0,-8-7 0</inkml:trace>
  <inkml:trace contextRef="#ctx0" brushRef="#br1" timeOffset="6">22801 5175 8912,'-34'0'0,"7"0"0,4 2 0,12 4 0,5-4 0,12 3 0,5-3 0,14-2 0,8 0 0,5 0 0,10 0 0,-2 0 0,5 0 0,7 0 0,-5-2 0,5-3 0,3-5 0,0-7 0</inkml:trace>
  <inkml:trace contextRef="#ctx0" brushRef="#br1" timeOffset="7">24402 5192 8912,'32'0'0,"-3"0"0,-6-2 0,-4-1 0,-4-5 0,-3-2 0,-4 7 0,-8-5 0,-8 8 0,-4 0 0,3 0 0,-3 0 0,1 8 0,-8 1 0,-2 3 0,-2-1 0,-2-1 0,2 1 0,-4 4 0,-7-3 0,-1 3 0,-1 2 0,-2-1 0,-2-5 0,-8 2 0,2-7 0,-6 0 0,-5-6 0,9 0 0,-1-2 0,6-2 0,11-2 0,-1-13 0,10 2 0,8-4 0,9 4 0,6-6 0,6 0 0,6-6 0,11 6 0,5-1 0,12 3 0,6-4 0,4-2 0,2 4 0,-1-6 0,-5 7 0,0-7 0,-8 6 0,2-6 0,-11 6 0,-6-5 0,-6 7 0,-5-2 0,-5-2 0,-8 2 0,-5 2 0,-6 2 0,-5 2 0,-6 0 0,-4 5 0,-7 1 0,1 7 0,3-2 0,3 4 0,2 2 0,2 0 0,6 0 0,2 8 0,3 3 0,5 12 0,7 6 0,0 11 0,0 6 0,2 5 0,3 7 0,5-5 0,7 4 0,0-1 0,2 1 0,2 4 0,2 0 0,6-1 0,-6-11 0,-2-1 0,-2-2 0,-2-8 0,1 2 0,-1-13 0,0-10 0,0-1 0,0-11 0,1 1 0,-1-6 0,8-8 0,1-1 0</inkml:trace>
  <inkml:trace contextRef="#ctx0" brushRef="#br1" timeOffset="8">25073 4797 8912,'-6'-19'0,"-1"-2"0,-3-2 0,6 6 0,-1 5 0,3 8 0,2-1 0,0 12 0,0 10 0,0 10 0,0 6 0,0 7 0,0 0 0,0 8 0,0-2 0,5-3 0,1 3 0,6-7 0,-7 1 0,9 2 0,-3-2 0,-1 0 0,-1-8 0,1-3 0,-1-6 0,-5-12 0,4 5 0,-8-7 0</inkml:trace>
  <inkml:trace contextRef="#ctx0" brushRef="#br1" timeOffset="9">25039 4866 8912,'-6'-44'0,"-2"4"0,1 3 0,-1 3 0,2 1 0,6 5 0,8 3 0,3 8 0,5 7 0,1 4 0,2 5 0,4 1 0,-2 0 0,6 1 0,-2 7 0,-4 9 0,3 1 0,-1 4 0,-2 3 0,-7-2 0,-5 0 0,-1 2 0,-2-6 0,-6 4 0,0-2 0,0 2 0,-8-4 0,-3 4 0,-5-2 0,-1 2 0,0-4 0,0 4 0,-1-4 0,1-2 0,0-5 0,2-1 0,3 3 0,7 1 0,3-4 0,2 1 0,0-7 0,0 7 0,7-6 0,7 3 0,7 1 0,7-1 0,5 3 0,1 5 0,1 0 0,-1 0 0,4 2 0,-3 4 0,1-2 0,-13 8 0,-2-6 0,-9 4 0,-9-2 0,-6-4 0,-15-2 0,-10-2 0,-12 0 0,-6 0 0,-10-5 0,-1-1 0,-1-5 0,9 3 0,3-1 0,6-4 0,5-4 0,7-6 0,3-19 0,8-11 0</inkml:trace>
  <inkml:trace contextRef="#ctx0" brushRef="#br1" timeOffset="10">26777 4986 8912,'11'0'0,"-1"-2"0,-5-4 0,-6-5 0,-7-2 0,-11 1 0,-2 4 0,-2 1 0,0 5 0,4-4 0,-2 6 0,-2 6 0,0 5 0,8 10 0,1 4 0,3 2 0,1 7 0,-1 6 0,5 1 0,4 1 0,2-6 0,0 4 0,2-6 0,4-5 0,-3-6 0,9-12 0,1-5 0,3-4 0,7-11 0,-1-9 0,7-7 0,-6-9 0,6-8 0,-6-4 0,0 2 0,-6-2 0,0 3 0,0-3 0,-7 2 0,-4 4 0,1 5 0,-1 1 0,-2 9 0,-4 14 0,-6 5 0,4 6 0,-4 6 0,5 9 0,1 8 0,1 7 0,5-1 0,4 3 0,7 3 0,2-7 0,4 1 0,-4-8 0,6 2 0,-2-6 0,0-5 0,0 1 0,-6-7 0,2 0 0,4-6 0,-6-8 0,1-4 0,-1-5 0,-6-6 0,-1 2 0,-1-5 0,-1 1 0,-4 4 0,-2-4 0,-2 2 0,0 0 0,0 6 0,0 5 0,0 1 0,0 7 0,0-4 0,0 16 0,0 5 0,0 7 0,0 3 0,5 5 0,1-5 0,8 2 0,-3-2 0,4-4 0,3 4 0,-1-10 0,0-1 0,6-8 0,0 1 0,6-3 0,-5-4 0,3-3 0,4-7 0,-6-5 0,-2-6 0,-10 4 0,-2-4 0,-7-2 0,2 2 0,-4-5 0,-2 5 0,-8 0 0,-3 5 0,-5 3 0,-1 4 0,0 3 0,0 8 0,0 4 0,-1 7 0,1 3 0,0 14 0,7 1 0,5 5 0,3 1 0,2-1 0,2 3 0,3 1 0,9 2 0,7-2 0,8-7 0,11-3 0,4-9 0,7-1 0,7-3 0,-1-9 0,6-8 0,-6-10-317,1-11 1,-7-11-1,1-10 1</inkml:trace>
  <inkml:trace contextRef="#ctx0" brushRef="#br1" timeOffset="11">28308 4350 8912,'0'17'0,"-2"-5"0,-3-1 0,1 0 0,-6 9 0,1 4 0,-1 11 0,-1 7 0,-7 9 0,3 9 0,4 3 0,3 2 0,8 0 0,0-4 0,0-2 0,2-9 0,4-10 0,-3-4 0,9-2 0,-1-1 0,7-5 0,-9-3 0,-3-15 0,-12-4 0,-3 3 0,-9 1 0</inkml:trace>
  <inkml:trace contextRef="#ctx0" brushRef="#br1" timeOffset="12">28050 4969 8912,'6'-17'0,"2"-1"0,1 1 0,1 0 0,1 0 0,10-2 0,-4-4 0,12 2 0,0-8 0,3 6 0,3-5 0,7-1 0,2-5 0,0 1 0,-4 4 0,-10-1 0,-1 7 0,-8-8 0,-4 12 0,-9 2 0,-8 11 0,-2 14 0,-4 9 0,4 4 0,-3 14 0,3-5 0,2 10 0,0 2 0,0-2 0,0 8 0,0-2 0,0-4 0,0-2 0,0-4 0,0-1 0,0-1 0,0 1 0,0-9 0,0-3 0,0-4 0,0-9 0,0-2 0,6-10 0,1-6 0,1-7 0,-1-6 0,7-8 0,-3 6 0,3-6 0,-3 7 0,4-3 0,-3 2 0,3 9 0,2-3 0,-5 10 0,-1-3 0,3 2 0,1 5 0,2 1 0,0 2 0,1 0 0,-1 0 0,2 0 0,4 0 0,-4 5 0,6 1 0,-2-2 0,0-2 0,6-4 0,-7-4 0,7 2 0,-6-7 0,0-1 0,-6-5 0,-1 0 0,-5 0 0,-3 0 0,-8 0 0,-2-1 0,-4 1 0,-7 2 0,-8 3 0,0 5 0,-8 7 0,2 2 0,-2 3 0,-1 5 0,7 7 0,-6 8 0,6 4 0,0 3 0,6 2 0,0 1 0,0-1 0,7 1 0,4-1 0,4 0 0,2 1 0,2-1 0,6-1 0,7-5 0,6-5 0,10-6 0,-2-5 0,11-4 0,6-8 0,3-8 0,3-2 0</inkml:trace>
  <inkml:trace contextRef="#ctx0" brushRef="#br1" timeOffset="13">29754 4573 8912,'-17'-5'0,"-1"-1"0,-5-6 0,0 7 0,-7-1 0,1 6 0,2 0 0,-1 0 0,-3 2 0,-1 4 0,-3 9 0,1 8 0,7 7 0,4-1 0,4 4 0,2 1 0,7 0 0,4-1 0,5-3 0,1-1 0,7-8 0,5 2 0,9 0 0,2-6 0,2 4 0,-3-9 0,0 3 0,6 0 0,1-2 0,-2-1 0,-1-1 0,-3 7 0,-4-1 0,4 0 0,-3 0 0,-3 0 0,-8-5 0,-3-1 0,2 1 0,-4 3 0,-6-4 0,0 3 0,-10-8 0,-1-1 0,-10-5 0,4 0 0,-4 0 0,-2 0 0,2 0 0,0 0 0,6 0 0,0 0 0,5-7 0,1-5 0,7-3 0,-2-2 0,12-8 0,3-2 0</inkml:trace>
  <inkml:trace contextRef="#ctx0" brushRef="#br1" timeOffset="14">29943 4814 8912,'17'-29'0,"1"1"0,-9 1 0,-3-2 0,-4 5 0,-2 6 0,0 9 0,-8 1 0,-3 8 0,-7 2 0,-5 4 0,4 9 0,-4 8 0,2 9 0,-2 3 0,10-6 0,-4 5 0,9-4 0,-1 5 0,1-1 0,4 1 0,2-7 0,2 1 0,2-8 0,4 2 0,-2-10 0,7-1 0,6-8 0,6 1 0,6-7 0,-6-9 0,8-2 0,-3-16 0,3-2 0,-3-1 0,-1-3 0,-4 1 0,-4-6 0,4 0 0,-6 0 0,-5 5 0,1 9 0,-7 3 0,0 4 0,-6 1 0,0 9 0,0 9 0,0 11 0,0 5 0,0 1 0,0 0 0,2 2 0,3 2 0,7 2 0,-3 0 0,3-6 0,-2-5 0,1-1 0,4 0 0,-5 7 0,5-7 0,-1-1 0,-3-3 0,-7-1 0,3-6 0,-7 0 0,0 0 0,0-8 0,0-1 0,0-8 0,0-1 0,0 1 0,0 0 0,2 0 0,4 0 0,-4 0 0,4-1 0,1 7 0,1-1 0,2-1 0,-1 3 0,3-1 0,3 7 0,-4-2 0,-1 5 0,1 1 0,-1 7 0,3 5 0,-3 3 0,-2 2 0,3 0 0,-5 1 0,5-1 0,-5 0 0,2 0 0,-3 0 0,-3-5 0,6-3 0,0-1 0,-6-2 0,13-6 0,-11-2 0,7-4 0,-7-9 0,2-8 0,1-2 0,1 4 0,0-4 0,-1-2 0,5 6 0,-7-2 0,9-3 0,-5 7 0,9 1 0,-1 13 0,0 10 0,0 7 0,-5 3 0,-1 2 0,1 1 0,5-1 0,0 0 0,0-2 0,1-3 0,-1-5 0,0-7 0,0 0 0,0 0 0,1-2 0,-1-3 0,0-5 0,0-7 0,-2 0 0,-3 0 0,1-3 0,-7-2 0,6 2 0,-7-4 0,-1 1 0,-2 0 0,-2 0 0,0 6 0,-8 1 0,-3 5 0,1 3 0,-1 8 0,-1 2 0,-5 6 0,0 7 0,0 6 0,5 10 0,1-3 0,5 5 0,-5 1 0,7 6 0,-2 0 0,4-1 0,4-9 0,4-1 0,5 1 0,6-5 0,6-2 0,6-6 0,11-5 0,4-5 0,8-7 0,-1 0 0,1-1 0,0-7 0,-1-9 0,-7-2 0,-4-10 0,4-7 0,0-8 0</inkml:trace>
  <inkml:trace contextRef="#ctx0" brushRef="#br1" timeOffset="15">31354 3593 8912,'2'18'0,"4"-1"0,5 0 0,8 2 0,8 6 0,10 9 0,5 10 0,5 14 0,9 8 0,-26-27 0,-1 3 0,2 5 0,-1 3 0,-2 0 0,-2 1 0,1 4 0,-3 1 0,-2-1 0,-3 1-63,-3 1 1,-2 1 0,0 1 0,-3 0 0,-2-1 0,-3 0-1,1-2 1,-2-3 62,-1-3 0,-2-2 0,-8 42 0,-6-4 0,-12 1 0,-9 1 0,-9 0 0,18-45 0,-2-2 0,-23 32 0,-15-4 0,7-4 0,-6-14 0,0-3 0</inkml:trace>
  <inkml:trace contextRef="#ctx0" brushRef="#br1" timeOffset="16">24522 6465 8912,'-11'-6'0,"-1"0"0,-1 0 0,-2-1 0,3 5 0,1-4 0,7 12 0,-2 5 0,4 5 0,2 3 0,2 2 0,2 2 0,2-2 0,7-2 0,-3-2 0,1-2 0,1-3 0,-1 1 0,6-7 0,1 0 0,-1-6 0,0-2 0,0-4 0,-2-4 0,-3-7 0,3 0 0,-3 0 0,1 0 0,1 1 0,-3 3 0,2 1 0,-3 9 0,1-3 0,-5 4 0,6 2 0,-1 2 0,6 4 0,6 9 0,2 8 0,0 0 0,0 2 0,5-6 0,-1 4 0,-2-12 0,2-5 0,-8-4 0,2-2 0,-4 0 0,-2 0 0,-8-14 0,-3-5 0,-4-4 0,-2-1 0,-8-7 0,-3 2 0,-4-3 0,-3-3 0,-5 7 0,1-1 0,-1 8 0,5-2 0,1 10 0,0 1 0,7 9 0,10-5 0,10 8 0,7 0 0</inkml:trace>
  <inkml:trace contextRef="#ctx0" brushRef="#br1" timeOffset="17">25262 6361 8912,'27'0'0,"-4"0"0,-4 0 0,-2 0 0,1-5 0,-1-1 0,0 0 0,0 6 0,0 0 0,1 0 0,-1 2 0,0 6 0,0 7 0,0 6 0,-5 4 0,-1-2 0,-7-2 0,2 8 0,-4-3 0,-2 3 0,0-2 0,-2-6 0,-4 2 0,-3-6 0,-9-6 0,1-7 0,0-6 0,0-15 0,0-2 0,-1-10 0,9 1 0,3-7 0,4 3 0,2 1 0,2 3 0,4-3 0,3 0 0,9 3 0,6 1 0,5 4 0,4 6 0,1 0 0,1 1 0,-1 11 0,-5-7 0,-1 6 0,3 3 0,1-7 0,3 1 0</inkml:trace>
  <inkml:trace contextRef="#ctx0" brushRef="#br1" timeOffset="18">25899 6121 8912,'15'-17'0,"-3"-1"0,-5 7 0,-7-1 0,8 1 0,-6 1 0,8 5 0,-7 10 0,5 9 0,2 7 0,-7 7 0,3 13 0,4 3 0,1 7 0,-1 1 0,1-1 0,-1-5 0,3-2 0,-1-2 0,1-4 0,0-1 0,-1-3 0,3-7 0,-13-10 0,-2-9 0,-9-8 0</inkml:trace>
  <inkml:trace contextRef="#ctx0" brushRef="#br1" timeOffset="19">25847 6361 8912,'12'-1'0,"-1"-5"0,1 4 0,5-4 0,14-1 0,3 1 0,20-8 0,3 3 0,10-4 0,6-3 0,1 1 0,-1 0 0,5 0 0,1 0 0</inkml:trace>
  <inkml:trace contextRef="#ctx0" brushRef="#br1" timeOffset="20">27534 5966 8912,'-17'0'0,"-6"0"0,0 0 0,-8 0 0,4 2 0,-1 2 0,-1 1 0,8 9 0,-2-3 0,4 10 0,2 2 0,5 10 0,3-1 0,1 6 0,4 1 0,2-1 0,2 2 0,8-4 0,3 4 0,3-11 0,-3-6 0,5-4 0,-5-2 0,4 0 0,3-7 0,-1-4 0,-6-6 0,1-6 0,-1-5 0,-1-5 0,5-1 0,-3 0 0,3-6 0,2 0 0,-5-6 0,-1 6 0,-5 0 0,5 6 0,-5 0 0,3 0 0,-1 0 0,0 7 0,-2 4 0,-3 5 0,9 1 0,-6 1 0,5 5 0,-5 4 0,5 7 0,1 0 0,5 0 0,0 4 0,0-2 0,1-3 0,-1-1 0,0-7 0,0-3 0,0-3 0,1-2 0,-7-7 0,1-5 0,-9-9 0,3-2 0,-10-5 0,-3 3 0,-3 0 0,-3 0 0,-1-4 0,3 6 0,-4 1 0,3 4 0,4 1 0,1 0 0,7 0 0,7 0 0,3-1 0</inkml:trace>
  <inkml:trace contextRef="#ctx0" brushRef="#br1" timeOffset="21">27912 6069 8912,'0'17'0,"-7"-7"0,5 5 0,-6-13 0,8 13 0,0-5 0,0 7 0,0 0 0,6 2 0,2 2 0,-1 2 0,1-2 0,0 4 0,-3-2 0,-3 0 0,4-6 0,-4 0 0,-2 1 0,8-1 0,-7-8 0,7-11 0,-8-15 0,0-8 0,0-9 0,0-2 0,0-4 0,0-2 0,2-4 0,2 6 0,2 3 0,5 5 0,-5 3 0,5-1 0,-5 7 0,2 2 0,-3 9 0,5 5 0,7 14 0,-2 5 0,-1 5 0,-3 6 0,1 4 0,5 7 0,-2-2 0,-3-3 0,3 2 0,-3-8 0,3 0 0,2-6 0,0-2 0,0-4 0,1-3 0,-1-8 0,0 0 0</inkml:trace>
  <inkml:trace contextRef="#ctx0" brushRef="#br1" timeOffset="22">28446 6052 8912,'8'-17'0,"-7"0"0,7-1 0,-8 1 0,0 0 0,0 6 0,0-1 0,0 8 0,0 4 0,0 12 0,0 3 0,0 4 0,2 2 0,2 4 0,2 2 0,7-1 0,-2 3 0,-1-2 0,2-4 0,-7-4 0,7 4 0,-7-10 0,7-1 0,-6-9 0,5 3 0,-1-6 0,1-6 0,4-11 0,-3-11 0,3-5 0,2-1 0,1-1 0,-1 1 0,0-6 0,0 0 0,0 0 0,1 7 0,-1 5 0,0 5 0,-7 11 0,-1 4 0,-3 8 0,-4 2 0,4 4 0,-10 4 0,-2 7 0,-2 0 0,3 0 0,3 0 0,-4 1 0,4-1 0,2-6 0,0 1 0,2-8 0,4 1 0,-2-3 0,7-2 0,1 0 0,5 0 0,-6 0 0,1-2 0,1-3 0,-5 1 0,-3-8 0,5 1 0,-8-6 0,6-1 0,-8 9 0,-8 1 0,-2 10 0,-7 4 0,0 5 0,5 10 0,1 2 0,7 2 0,-2-2 0,5-2 0,1 8 0,0-8 0,0 2 0,7-4 0,5-2 0,3-2 0,2-3 0,6 1 0,2-7 0,2-2 0,3-2 0,3-16 0,1-3 0,1-4 0,-1 4 0,-7-8 0,-4-4 0,-4 4 0,-2 3 0,-7-3 0,-5 2 0,-3 0 0,-2 6 0,0-1 0,0 9 0,-2 1 0,-3 8 0,3 0 0,-6 8 0,8 3 0,0 5 0,2-1 0,4-4 0,-2 5 0,7-5 0,1-3 0,5 5 0,0-7 0,0 0 0,0-6 0,1 0 0,-1 0 0,0-8 0,0-4 0,0-3 0,1-2 0,-3 0 0,-4 0 0,3-1 0,-8 1 0,7 0 0,-9 0 0,5 0 0,-1-1 0,-2 9 0,-6 1 0,0 8 0,2 8 0,3 3 0,-1 5 0,6 3 0,-1 2 0,1 2 0,1 7 0,6-1 0,1 1 0,-1-1 0,-2 2 0,-3-8 0,1 0 0,-7-6 0,-2 0 0,-2 0 0,-2-5 0,0-1 0,-10-7 0,-7 2 0,0-4 0,-6-2 0,-2 0 0,2 0 0,-6 0 0,6 0 0,0 0 0,6-16 0,0-3 0</inkml:trace>
  <inkml:trace contextRef="#ctx0" brushRef="#br1" timeOffset="23">29943 5794 8912,'-8'-9'0,"5"-1"0,-9 4 0,8 6 0,-1 0 0,3 8 0,2 11 0,0 4 0,0 6 0,0 5 0,0 4 0,2 2 0,3-2 0,-3-1 0,4-3 0,-4-1 0,-2-3 0,0-1 0,0-16 0,0 3 0</inkml:trace>
  <inkml:trace contextRef="#ctx0" brushRef="#br1" timeOffset="24">29737 5674 8912,'0'-27'0,"0"-4"0,0 9 0,0-1 0,0 5 0,2 1 0,3 0 0,7 7 0,11 5 0,5 3 0,12 2 0,4 2 0,8 3 0,4 5 0,-5 7 0,5-7 0,-12 13 0,7-4 0</inkml:trace>
  <inkml:trace contextRef="#ctx0" brushRef="#br1" timeOffset="25">30287 5691 8912,'0'25'0,"0"-6"0,-2 6 0,-3-8 0,1 0 0,-8 0 0,8-5 0,-1-1 0,3-5 0,2 5 0,0-5 0,0 6 0,2-9 0,3 3 0,5-4 0,9-2 0,2 0 0,2 0 0,0-2 0,-6-4 0,1 3 0,-1-9 0,-6 6 0,1-5 0,-9 5 0,3-5 0,-6 5 0,-6-5 0,-5-1 0,-4 3 0,-2-1 0,-1 4 0,1 4 0,0-3 0,0-3 0,-1 2 0,1 1 0,0 5 0,7-8 0,7 4 0,14-7 0,3 5 0,14-6 0,-5 9 0,6-3 0,5-2 0,6 2 0,1 1 0,-7 5 0,0 0 0,-1 0 0,-3 0 0,-1 0 0,-8 7 0,2 3 0,-11 7 0,-5 0 0,-12 1 0,-1-1 0,-8-6 0,3 1 0,1-9 0,-1 3 0,-1-4 0,3-4 0,3-4 0,6-3 0,4-8 0,2 0 0,7 1 0,-1 5 0,-3-3 0,3 9 0,1-1 0,10 6 0,-4 0 0,6 2 0,0 4 0,3 5 0,-1 6 0,2 6 0,-8-2 0,2 8 0,-4-1 0,-2 7 0,-7-3 0,-5-3 0,-3 3 0,-2-3 0,-7-4 0,-18 7 0,-11-5 0</inkml:trace>
  <inkml:trace contextRef="#ctx0" brushRef="#br1" timeOffset="26">28532 7032 8912,'10'-19'0,"-5"-4"0,-3-4 0,-2 0 0,8-3 0,1 5 0,3 0 0,-1 0 0,1 2 0,5 8 0,0 4 0,2 5 0,4 4 0,-4 10 0,4 3 0,-4 12 0,-1 6 0,-3-2 0,-4 1 0,3 1 0,-8 5 0,-1 1 0,3-1 0,-6-2 0,4-3 0,-4-4 0,-2-8 0,0 0 0,-2-1 0,-4-5 0,4-17 0,-4-11 0,4-11 0,2-1 0,8-4 0,3-1 0,5 0 0,1-1 0,8 3 0,3 3 0,7 4 0,5 8 0,4 0 0,8 0 0,3 1 0,-1 5 0,-7 5 0,-3 4 0,-3-3 0,-7-1 0,0 0 0,-14 6 0,-5-2 0,-17-2 0,-4-1 0,-3-1 0,-9 6 0,-1 0 0,-4 0 0,4 6 0,-4-1 0,-2 9 0,2-3 0,1 10 0,4 2 0,-3 0 0,4-6 0,-4-1 0,10-5 0,3 4 0,2-3 0,4 3 0,2-5 0,10-3 0,7-7 0,2-7 0,8-5 0,0-3 0,-1-2 0,-4-1 0,0 1 0,3 2 0,-2 4 0,0-3 0,-6 8 0,-1 1 0,-5-3 0,4 6 0,-3-4 0,-2 12 0,1 6 0,-7-1 0,3 4 0,1 4 0,-4 6 0,7-8 0,-5 4 0,6-9 0,-7-4 0,7-3 0,7-10 0,8-5 0</inkml:trace>
  <inkml:trace contextRef="#ctx0" brushRef="#br1" timeOffset="27">29943 6310 8912,'-17'-23'0,"0"0"0,1 0 0,3 8 0,2 3 0,7 7 0,-2 10 0,-2 7 0,3 11 0,-3 9 0,2 8 0,4 8 0,-3-2 0,3 4 0,2 1 0,0 1 0,0-1 0,2 1 0,3 0 0,5-3 0,7-3 0,6-6 0,0-11 0,0-6 0,-6-12 0,0-3 0,1-8 0,-1 0 0,0 0 0,0-8 0,0-5 0,1-6 0,-1-4 0,-6-8 0,1 3 0,-8 1 0,1-2 0,-3 1 0,-2-7 0,0 8 0,0 4 0,-6 4 0,1 2 0,-9 8 0,3 3 0,1 6 0,1 6 0,-1 7 0,1 8 0,5 6 0,-2 7 0,4 6 0,2 0 0,2 0 0,4-5 0,3-3 0,9-3 0,4 0 0,1-12 0,8 2 0,-2-13 0,-3-1 0,3-6 0,0-5 0,-2-6 0,3-3 0,-7-2 0,0-8 0,-6-4 0,1-1 0,-1 1 0,0-3 0,0 3 0,-5 2 0,-1-1 0,1 7 0,-1-2 0,1 11 0,-3 8 0,3 16 0,1 7 0,-7 15 0,-1 3 0,-5 3 0,0 4 0,0 7 0,0-5 0,0 0 0,-7-8 0,-5 2 0,-3-3 0,-2-3 0,-8-2 0,-4-3 0,-3-8 0,-3-8 0,1-5 0,-1-8 0,1-8 0,0-1 0</inkml:trace>
  <inkml:trace contextRef="#ctx0" brushRef="#br1" timeOffset="28">29771 6791 8912,'-40'0'0,"0"0"0,0 0 0,7 0 0,4 0 0,14-2 0,15-3 0,21-7 0,31-11 0,32-7 0,-29 11 0,5-1 0,12-1 0,5-1 0,5-4 0,2 0 0,8-1 0,3 0-1318,-27 9 1,1-1 0,1-1 1317,1 0 0,1 0 0,-1-1 0,-3-1 0,-2-1 0,1-1 0,-2 1 0,0 0 0,0 0 0</inkml:trace>
  <inkml:trace contextRef="#ctx0" brushRef="#br1" timeOffset="29">8656 6551 8912,'-17'0'0,"0"0"0,-1 0 0,-5-2 0,0-2 0,1-4 0,-3-1 0,4 5 0,-8-2 0,0 4 0,1 2 0,-1 0 0,-2 0 0,-1 10 0,-3 9 0,1 13 0,0 12 0,5 14 0,0 5 0,10 11 0,0 6 0,7 4 0,5 2 0,1-7 0,6-5 0,8-11 0,3-4 0,4-3 0,3-5 0,7-10 0,3-19 0,5-4 0,1-7 0,12-5 0,0-12 0,7-11 0,-9-25 0,8-12 0</inkml:trace>
  <inkml:trace contextRef="#ctx0" brushRef="#br1" timeOffset="30">8690 6998 8912,'0'-12'0,"0"1"0,0-3 0,0-1 0,0-2 0,0 0 0,0-1 0,0 1 0,0 0 0,2 0 0,4 0 0,4 1 0,7 3 0,0 3 0,0 3 0,2 3 0,4 10 0,-4 3 0,4 8 0,-4 3 0,-1 3 0,-1 3 0,0 9 0,-7-1 0,-5 0 0,-1 3 0,2 3 0,-4-4 0,4 4 0,-10-9 0,-2-3 0,-13 1 0,2 6 0,-4-9 0,3-3 0,-1-6 0,-4-5 0,4-5 0,-4-7 0,4 0 0,4-9 0,3-8 0,-1-2 0,7-10 0,1 0 0,5-5 0,0 5 0,0 1 0,5 5 0,3-4 0,2 2 0,3 4 0,2 10 0,2 5 0,1-2 0,-1 3 0,6-1 0,0 6 0,7 7 0,-1 5 0,-2-3 0,1 3 0,3 1 0,2 3 0,-5 1 0,1 0 0,0-6 0,5 1 0,-1-8 0,-5 1 0,5-10 0,-7-5 0</inkml:trace>
  <inkml:trace contextRef="#ctx0" brushRef="#br1" timeOffset="31">9448 6585 8912,'0'11'0,"0"1"0,0-8 0,0 11 0,0-4 0,0 1 0,0 3 0,0 6 0,0 4 0,0 9 0,0 8 0,1 0 0,5 1 0,-4 4 0,6-1 0,-2 2 0,-1-2 0,1-4 0,-6-8 0,0-7 0,0-2 0</inkml:trace>
  <inkml:trace contextRef="#ctx0" brushRef="#br1" timeOffset="32">9241 7049 8912,'0'-17'0,"0"0"0,0 0 0,0-1 0,8 1 0,3 0 0,4 2 0,5 1 0,3 3 0,5-2 0,7 3 0,5-1 0,6-1 0,3 3 0,3-7 0,-2 5 0,-4-5 0,3-8 0,-5-3 0</inkml:trace>
  <inkml:trace contextRef="#ctx0" brushRef="#br1" timeOffset="33">9998 6723 8912,'-25'17'0,"-3"-2"0,-5-2 0,-1-1 0,5-6 0,0 5 0,8 0 0,-2 7 0,4 5 0,2 0 0,8-1 0,3-4 0,4 5 0,2-1 0,0 0 0,0-3 0,8-8 0,3 1 0,4-9 0,3 3 0,-1-4 0,0-2 0,-6 0 0,1 0 0,1-2 0,10-4 0,-4-3 0,4-8 0,-4-2 0,-1-4 0,-1 3 0,0-2 0,-2 1 0,-3-2 0,3 4 0,-3-4 0,-3 9 0,3 3 0,-7 5 0,7-5 0,-8 7 0,3-4 0,-7 10 0,0 4 0,0 5 0,0 4 0,0 3 0,0-1 0,0 0 0,0 0 0,0 0 0,0 1 0,0-1 0,8 0 0,1 0 0,9-7 0,-1-1 0,0-3 0,-5-4 0,-1 4 0,2-4 0,3-2 0,1 0 0,-7 0 0,5 2 0,-4 3 0,-3-3 0,7 6 0,-5-8 0</inkml:trace>
  <inkml:trace contextRef="#ctx0" brushRef="#br1" timeOffset="34">10239 6551 8912,'-7'9'0,"3"-1"0,-8-8 0,8 0 0,-3 0 0,7-2 0,0-4 0,0 4 0,0-5 0,0 7 0,7 0 0,3 0 0,1 0 0,1 0 0,-6 0 0,5 0 0,-7 0 0,5 0 0,-3 0 0,-4 0 0,6 0 0,-8 0 0,0-2 0,0-4 0,0 4 0,0-6 0,0 8 0,0 0 0,0-7 0,0 5 0,0-6 0,0 8 0,0 0 0,6 8 0,-1 3 0,3-1 0,-2 1 0,-4 7 0,5 6 0,1 1 0,3 0 0,-1 6 0,1-3 0,-7-3 0,2-2 0,2 2 0,-3-2 0,1 0 0,-6-14 0,0-1 0,0-8 0</inkml:trace>
  <inkml:trace contextRef="#ctx0" brushRef="#br1" timeOffset="35">10308 6275 8912,'-17'8'0,"0"-6"0,-1 4 0,3-2 0,2-1 0,1 3 0,8 8 0,-1-3 0,3 4 0,4 1 0,3-3 0,7-4 0,3-1 0,2-2 0,1-6 0,-1 0 0,0 0 0,0 0 0,0 0 0,-5-6 0,-3-2 0,-1-1 0,-4-4 0,-2-3 0,-2-1 0,0 0 0,0 0 0,-2-1 0,-4 1 0,-1 6 0,-5-1 0,-3 9 0,3-3 0,3 4 0,-3 2 0,7 2 0,-5 4 0,2 5 0,4 4 0,3 8 0,1 0 0,0 0 0,0-6 0</inkml:trace>
  <inkml:trace contextRef="#ctx0" brushRef="#br1" timeOffset="36">10755 6224 8912,'0'-17'0,"0"0"0,0-1 0,0 1 0,0 6 0,0-1 0,0 8 0,-7-3 0,-1 22 0,-3 8 0,-3 9 0,7 9 0,-1 4 0,0 5 0,3 2 0,5-1 0,0 1 0,0-1 0,7 1 0,5 0 0,5-9 0,6-2 0,4-13 0,7-5 0,0-4 0,1-2 0,-3-7 0,-3-4 0,2-12 0,-8-7 0,-2-6 0,-2-4 0,-2-6 0,0 6 0,-7-8 0,-5 5 0,-3-1 0,-2 4 0,0 4 0,0 2 0,-2 0 0,-3-1 0,-5 3 0,-7 4 0,0 3 0,0 8 0,-1 2 0,1 4 0,0-1 0,0 13 0,1-5 0,5 12 0,3-2 0,1 0 0,5 5 0,-4-5 0,12 0 0,5-6 0,6 1 0,6-1 0,4-8 0,8-3 0,7-4 0,4-2 0,5-8 0,6-3 0,-3-6 0,3-6 0,-5 2 0,-6-8 0,-4 2 0,-10-3 0,-3 3 0,-6 2 0,-11-4 0,-7 7 0,-16-1 0,-6 5 0,-12 7 0,0 0 0,-3 7 0,-3-2 0,1 4 0,1 4 0,3 2 0,1 2 0,8 9 0,-2 2 0,10 2 0,1 10 0,3-3 0,-3 7 0,7-1 0,3 5 0,2 1 0,0-4 0,7 6 0,5 1 0,5-7 0,6-5 0,-2-10 0,8 0 0,1-8 0,3-3 0,-1-4 0,-1-12 0,-1-9 0,7-10 0,-9-7 0,7-6 0,-12 1 0,-2-4 0,-8-1 0,-7 0 0,-4-2 0,-2-6 0,0 6 0,-2-1 0,-4-5 0,-5-3 0,-5-3 0,-1 7 0,0-1 0,0 1 0,0 7 0,-1 4 0,7 17 0,-1 5 0,9 16 0,-3 8 0,4 15 0,-4 12 0,1 7 0,-1 11 0,6 12 0,0 6 0,0 6 0,0-7 0,0 1 0,2 0 0,3-6 0,7 4 0,3 2 0,4-4 0,4-6 0,6-11 0,3-10 0,-1-2 0,3-13 0,-9-10 0,10-13 0,-5-15 0,5-12 0</inkml:trace>
  <inkml:trace contextRef="#ctx0" brushRef="#br1" timeOffset="37">11685 5210 8912,'0'34'0,"0"-7"0,2-4 0,5-2 0,10 2 0,4 11 0,12 14 0,5 11 0,4 15 0,-19-27 0,0 2 0,3 10 0,0 4 0,0 6 0,-1 2 0,2 7 0,-2 2 0,0 4 0,0 0-138,-1 5 1,-2 0 0,-4-1-1,-4 0 1,-4-8 0,-3-2 0,-3-1-1,-4-1 138,-3-3 0,-3-1 0,-3-2 0,-3-2-495,-6-1 1,-5-2 494,-1-4 0,-3-2 0,-3 0 0,-1-1 0,-3-4 0,-1 0 0,0 1 0,1-1 0</inkml:trace>
  <inkml:trace contextRef="#ctx0" brushRef="#br1" timeOffset="38">12528 7049 8912,'-17'10'0,"-1"-5"0,1-3 0,0-2 0,0 0 0,7-2 0,5-3 0,5 3 0,5-4 0,11 4 0,10 2 0,13-2 0,20-2 0,12-1 0,13 1 0,-35 0 0,1-2 0,4 1 0,1-1 0,3-1 0,1-1 0,-2-1 0,1 0 0,1 0 0,0-1-220,1-1 0,1-1 0,-1 2 0,0-1 220,1-3 0,-2 0 0,-3 3 0,-3 1 0,41-13 0,-25 6 0,-25 5 0,-15-3 0,-22 13 0,-7-4 0,-2 4 0,-9 2 0,-2 0 0,-3 0 0,-3 6 0,-4 0 0,4 5 0,-4-5 0,10 5 0,1-5 880,-1-2-880,-2-2 0,-3-2 0,1 0 0</inkml:trace>
  <inkml:trace contextRef="#ctx0" brushRef="#br1" timeOffset="39">13733 6533 8912,'-10'-7'0,"4"3"0,12-8 0,11 9 0,12-3 0,5 8 0,8 7 0,8 12 0,5 10 0,9 7 0,-7 14 0,6 9 0,-6 8 0,-7 7 0,-14 10 0,-11-2 0,-13-4 0,-18 2-370,-11-7 0,-16 9 370,-13 2 0,-1-2 0,1 2 0,-12-8 0,5-9 0</inkml:trace>
  <inkml:trace contextRef="#ctx0" brushRef="#br1" timeOffset="40">19859 8425 8912,'2'-12'0,"2"1"0,3-1 0,1 1 0,-1-1 0,-1-1 0,2-2 0,0-3 0,5 1 0,-2 0 0,-7 6 0,4 1 0,0 2 0,-5 1 0,9 1 0,-8 2 0,3-5 0,1 1 0,1-5 0,7 9 0,-5-8 0,3 7 0,-9-7 0,9-7 0,-5-8 0</inkml:trace>
  <inkml:trace contextRef="#ctx0" brushRef="#br1" timeOffset="41">20255 8115 8912,'17'0'0,"0"-6"0,0 1 0,6-1 0,0 6 0,-4-2 0,-5-4 0,1 4 0,-4-3 0,-1-3 0,1 2 0,-7-1 0,2 1 0,-4-4 0,-2-1 0,0-1 0,-8 9 0,4-7 0,-7 4 0,5 4 0,-3-5 0,1-1 0,0 6 0,3-3 0,3 3 0,-8-4 0,4 0 0,5 0 0,-7 6 0,0 0 0,-1 0 0,-9 0 0,1 0 0,0 0 0,0 0 0,-2 2 0,-4 4 0,4-4 0,-4 4 0,-4 1 0,-2-1 0,-3 6 0,-3-5 0,1 3 0,-1 3 0,-5-3 0,0 1 0,-6-1 0,6 1 0,-6-1 0,6-5 0,-8-3 0,2 4 0,-3-4 0,-3-2 0,0 0 0,1 0 0,1 0 0,4 0 0,-2 2 0,8 4 0,0-4 0,6 3 0,-1 3 0,1-2 0,-1 7 0,9-3 0,1 7 0</inkml:trace>
  <inkml:trace contextRef="#ctx0" brushRef="#br1" timeOffset="42">18981 8201 8912,'-25'2'0,"-3"4"0,-5-4 0,1 11 0,3-7 0,6-2 0,-2 3 0,2-1 0,0 0 0,6-6 0,0 0 0,0 0 0,-1 0 0,9 0 0,1 0 0,8 0 0,0 0 0,0-8 0,0-1 0,0-9 0</inkml:trace>
  <inkml:trace contextRef="#ctx0" brushRef="#br1" timeOffset="43">19067 7806 8912,'-17'0'0,"0"0"0,7-2 0,4-4 0,-1 2 0,1-7 0,0-1 0,4-3 0,-3 4 0,1 3 0,-8 8 0,-1 8 0,-10 3 0,-6 6 0,-3 6 0,-3-2 0,1 8 0,-6 1 0,0 10 0,0-3 0,5 3 0,3-4 0,3-1 0,-3-1 0,20-15 0,-3-4 0</inkml:trace>
  <inkml:trace contextRef="#ctx0" brushRef="#br1" timeOffset="44">18517 8201 8912,'0'17'0,"0"1"0,-2-1 0,-4 0 0,4 0 0,-4 0 0,4 0 0,2 1 0,8-1 0,3 0 0,7-5 0,5-1 0,-2-1 0,7 1 0,7 4 0,7-5 0,2-1 0,4-3 0,-1-2 0,-1 2 0,4-3 0,-4 9 0,-10-8 0,-1 2 0,-7 1 0,1-1 0,2 5 0,-7-3 0,1 2 0,0 3 0,-2 2 0,-6-5 0,1-3 0</inkml:trace>
  <inkml:trace contextRef="#ctx0" brushRef="#br1" timeOffset="45">740 12671 8912,'0'12'0,"0"-1"0,-2 1 0,-4-3 0,4-1 0,-13-8 0,13 0 0,-5 0 0,7 0 0,0 0 0,7 8 0,3-5 0,9 7 0,2-1 0,2 1 0,13 2 0,-1 5 0,18-6 0,5 1 0,8-1 0,9 6 0,3 0-225,8 1 0,-1-7 225,-5 1 0,-9-9 0,-8 3 0,-10-4 0,1-2 0,-8 0 0,-4 0 0,-2 0 0,-6 0 0,-7 0 0,-4 0 0,-4 6 0,-2 0 0,-5-1 0,-1-5 0,-7 8 0,4-4 450,-8 7-450,0-7 0,0 4 0,0-8 0,0 0 0,0-8 0,0-2 0</inkml:trace>
  <inkml:trace contextRef="#ctx0" brushRef="#br1" timeOffset="46">1996 12568 8912,'0'10'0,"0"-3"0,0-7 0,0 0 0,8 0 0,3 2 0,7 4 0,4 7 0,7 8 0,4 6 0,1 8 0,-5-1 0,-1 0 0,-7 6 0,2 1 0,-5 8 0,-7 3 0,-5 1 0,-12 10 0,-11 0 0,-12 6 0,-11 8-275,-6 3 0,-4-4 275,-1-1 0,-8-12 0,-3-4 0</inkml:trace>
  <inkml:trace contextRef="#ctx0" brushRef="#br1" timeOffset="47">3166 12052 8912,'-11'-11'0,"-1"1"0,-1 3 0,5 3 0,3 10 0,3 5 0,2 10 0,0 2 0,0 13 0,0 1 0,0 3 0,0 2 0,0 6 0,0-3 0,2 5 0,3 2 0,-3-10 0,4-8 0,-4-1 0,-2-11 0,0-8 0,0-14 0,0-12 0,0-16 0,0-3 0,0-15 0,0-3 0,0-7 0,-6 1 0,1-8 0,-7 5 0,6-5 0,1 8 0,5-2 0,0 3 0,0 3 0,1 1 0,5 4 0,4 6 0,7 13 0,2 10 0,4 9 0,-2 10 0,8 10 0,-1 11 0,7 23 0,-3-1 0,-3 13 0,2 1 0,-7 0 0,1 0 0,0 1 0,0-5 0,-2-9 0,-4 7 0,4-7 0,-4-2 0,-2-15 0,-5 1 0,-1-7 0,-7-7 0,4-9 0,-23-22 0,-5-4 0</inkml:trace>
  <inkml:trace contextRef="#ctx0" brushRef="#br1" timeOffset="48">3184 12242 8912,'0'9'0,"0"1"0,0-5 0,7-3 0,3 6 0,7-8 0,4 0 0,8 0 0,7-8 0,18-3 0,5-6 0,10-6 0,0-2 0,5-4 0,-11-3-121,-5 3 1,3-3 0,0-3-1</inkml:trace>
  <inkml:trace contextRef="#ctx0" brushRef="#br1" timeOffset="49">4164 11760 8912,'-9'-25'0,"-6"8"0,3 0 0,-3 2 0,-2 9 0,-6-6 0,-2 7 0,-2 3 0,-3 6 0,5 7 0,2 12 0,-2-2 0,2 8 0,6-1 0,5 7 0,8 1 0,-1 4 0,3-4 0,2 5 0,7 1 0,3-2 0,1-2 0,1-2 0,1 0 0,10 5 0,-4-7 0,4 0 0,-4-1 0,-3-8 0,-3 1 0,-1 5 0,-3-6 0,3-2 0,-5-4 0,-7-10 0,-7-1 0,-3-8 0,-7 0 0</inkml:trace>
  <inkml:trace contextRef="#ctx0" brushRef="#br1" timeOffset="50">3803 12293 8912,'0'-11'0,"0"-1"0,0 6 0,0-5 0,0 5 0,0-5 0,8 5 0,3-5 0,1 5 0,5-6 0,0 7 0,18-7 0,-3 3 0,14-5 0,4 3 0,5-3 0,-1 5 0,3-3 0,-5 9 0,-6-3 0,-6-2 0,-12 3 0,3-9 0,-8 3 0,0-5 0,-6-1 0</inkml:trace>
  <inkml:trace contextRef="#ctx0" brushRef="#br1" timeOffset="51">4509 11812 8912,'11'-12'0,"1"1"0,-9 5 0,3-5 0,-4-3 0,-2 7 0,0-1 0,0 10 0,0 4 0,0 5 0,0 12 0,2 4 0,4 7 0,-4 0 0,5 1 0,-1-1 0,0 1 0,7 5 0,-1 0 0,-3-6 0,3-5 0,-1-2 0,6 1 0,1-3 0,-1-8 0,-6-1 0,1-5 0,-1-3 0,6-8 0,6-2 0,0-4 0,-6-5 0,-5-10 0,1-2 0,3 2 0,-7-4 0,-3 2 0,-4 0 0,-2 6 0,0 0 0,0-1 0,0 1 0,-2 6 0,-4-1 0,2 8 0,-7-1 0,7 5 0,-2 5 0,4 7 0,2 9 0,0 2 0,0-2 0,0-2 0,0-2 0,2 0 0,4 1 0,-2-1 0,7 0 0,1-6 0,5 1 0,0-8 0,0 1 0,1-3 0,-1-2 0,0 0 0,0 0 0,2-7 0,4-5 0,-4-3 0,4-2 0,-9 0 0,-3-1 0,-5 3 0,4 2 0,-1 3 0,1 3 0,-6-7 0,3 12 0,-7-4 0,0 12 0,6-2 0,0 8 0,-1-1 0,-5 6 0,2-5 0,2-1 0,4 2 0,1 3 0,-3-5 0,6 1 0,-7-7 0,7 7 0,-8-8 0,3 3 0,-7 1 0,0 2 0</inkml:trace>
  <inkml:trace contextRef="#ctx0" brushRef="#br1" timeOffset="52">4715 12052 8912,'-17'0'0,"0"-5"0,0-1 0,5-2 0,3 3 0,1-7 0,6 3 0,13-3 0,9 6 0,14-5 0,14 1 0,3-1 0,11-4 0,-5 5 0,0-1 0,3-1 0,-7 1 0,6-7 0,-7 1 0</inkml:trace>
  <inkml:trace contextRef="#ctx0" brushRef="#br1" timeOffset="53">5679 11760 8912,'-8'15'0,"-1"-1"0,-3-5 0,1-1 0,5 5 0,-6-1 0,7 3 0,-5 2 0,3 2 0,3 4 0,2 4 0,2 7 0,0 1 0,0-1 0,2 2 0,3 5 0,5-5 0,7 4 0,-5-4 0,-1-3 0,3-3 0,1-1 0,0-6 0,-3 6 0,3-10 0,-4-2 0,-3-8 0,0-9 0,-1-7 0,3-3 0</inkml:trace>
  <inkml:trace contextRef="#ctx0" brushRef="#br1" timeOffset="54">5576 12242 8912,'-18'0'0,"3"-8"0,4-4 0,-5-3 0,14-2 0,-3 0 0,10 1 0,7 5 0,5-4 0,6 5 0,6 1 0,3 3 0,8-2 0,1 3 0,-3-1 0,-10 6 0,3 0 0,-8 0 0,6 0 0,-6 0 0,-2 0 0,-2 7 0,-10 3 0,-1 7 0,-8-7 0,0-3 0,2-7 0,4 0 0,-3 0 0,9 0 0,-1 0 0,7 0 0,-1 0 0,-8 8 0,5 7 0,-8 8 0,-1 0 0,-5-6 0,0 2 0,0 4 0,0-4 0,0 4 0,-5-4 0,-1-1 0,0-7 0,6 1 0,2-10 0,4-2 0,3-8 0,8-9 0,6-6 0,0 0 0,0 0 0,2-2 0,-6 8 0,4 0 0,4-1 0,-8 17 0,4-5 0,-4 4 0,-2 2 0,-5 9 0,-1 9 0,-7-1 0,4 6 0,-2-4 0,-1-2 0,7 0 0,-7 0 0,1 1 0,-6-1 0,6-6 0,0 1 0,7-10 0,-1-2 0,3-16 0,2-10 0</inkml:trace>
  <inkml:trace contextRef="#ctx0" brushRef="#br1" timeOffset="55">6402 12018 8912,'-18'-11'0,"1"-1"0,6 1 0,-1-7 0,7 7 0,-7 0 0,8 5 0,-2-6 0,6 7 0,6-7 0,11 8 0,12-1 0,0 1 0,5-2 0,-3 4 0,19-6 0,-6 8 0</inkml:trace>
  <inkml:trace contextRef="#ctx0" brushRef="#br1" timeOffset="56">6815 12070 8912,'-8'9'0,"4"-1"0,-7-8 0,-1 7 0,-5-5 0,0 4 0,0-4 0,-1-2 0,1 6 0,0 1 0,0 3 0,7-4 0,4 5 0,5-5 0,1 5 0,0-5 0,0 5 0,0 1 0,1 3 0,5-3 0,-2-3 0,7-3 0,-5-4 0,6 4 0,1-4 0,2-10 0,1-2 0,-5-7 0,3-6 0,-7 0 0,1 2 0,-1 2 0,7 2 0,-12 0 0,4 0 0,3 7 0,-5-3 0,7 7 0,-7 0 0,11 14 0,-3 3 0,-2 6 0,1 6 0,0-3 0,9 4 0,1-1 0,2 0 0,1 0 0,-1-6 0,4 1 0,8-1 0,-1-8 0,0-3 0,3-6 0,3-6 0,-4-5 0,4-12 0,-5-4 0,-5-7 0,-3-3 0,-2-3 0,-2-2 0,-6-4 0,-7-3 0,-5 3 0,-3-4 0,-2-1 0,-2 3 0,-3 8 0,-5 2 0,-7 15 0,5 7 0,1 11 0,1 5 0,-1 5 0,-4 7 0,5 11 0,-1 7 0,-1 9 0,6 4 0,-5 9 0,7 0 0,-2-1 0,4 1 0,2-1 0,0 5 0,0-5 0,2 3 0,4-14 0,6-4 0,3-5 0,2-3 0,0-10 0,8-5 0,-6-13 0,6 0 0</inkml:trace>
  <inkml:trace contextRef="#ctx0" brushRef="#br1" timeOffset="57">8174 11915 8912,'0'11'0,"-2"-1"0,-4-2 0,3 5 0,-9-2 0,8 5 0,-3 3 0,1 4 0,0 5 0,0 11 0,6 1 0,0 5 0,0-4 0,0 6 0,0-1 0,2 2 0,4-2 0,-4 2 0,4-8 0,-4-2 0,-2-2 0,0-3 0,0-5 0,0-3 0,0-15 0,0-3 0,0-7 0</inkml:trace>
  <inkml:trace contextRef="#ctx0" brushRef="#br1" timeOffset="58">8122 11949 8912,'12'-5'0,"-1"-1"0,-1-2 0,1 2 0,5 4 0,-5-3 0,-1 3 0,1 2 0,3 0 0,1 0 0,4 0 0,4 0 0,-4 7 0,4 5 0,-10 5 0,-1 6 0,-6-2 0,5 8 0,-7-3 0,2 3 0,-4 4 0,-2-5 0,-2 3 0,-4-3 0,2 3 0,-7-8 0,-1-2 0,-5-10 0,-8 5 0,-2-7 0</inkml:trace>
  <inkml:trace contextRef="#ctx0" brushRef="#br1" timeOffset="59">8484 12156 8912,'0'11'0,"0"0"0,0-7 0,0 12 0,2-15 0,2 7 0,3-2 0,3 0 0,1-1 0,7-5 0,6 0 0,5 0 0,4-7 0,1-5 0,-5-3 0,-3-2 0,-1 0 0,-4-1 0,-2 1 0,-1 0 0,-9 0 0,-3 0 0,-4-1 0,-2 1 0,-2 2 0,-4 3 0,-5 5 0,-12 7 0,4 0 0,-4 0 0,2 7 0,0 5 0,0 5 0,5 6 0,-1-4 0,6 4 0,3 2 0,2-2 0,4 2 0,2-2 0,0-4 0,0 4 0,8-6 0,3-6 0,10-3 0,2-8 0,8 0 0,-4-8 0,7-1 0</inkml:trace>
  <inkml:trace contextRef="#ctx0" brushRef="#br1" timeOffset="60">8931 12001 8912,'18'7'0,"-1"3"0,0 0 0,-2 5 0,-3-4 0,1-1 0,-5-1 0,1 1 0,5 0 0,1 1 0,0 6 0,-3 0 0,3-5 0,-5-1 0,-1 3 0,1-7 0,-5-1 0,-3 4 0,6-9 0,-10 7 0,-4-8 0,-5 0 0,3 0 0,1-8 0,7-1 0,0-8 0,7 5 0,5 1 0,9-1 0,2-5 0,7 0 0,-1 0 0,3 0 0,3-1 0,-3 1 0,-3 0 0,4 6 0,-5-1 0,-3 1 0,0 1 0,-8 4 0,-5 4 0,-1 2 0,-7 2 0,2 4 0,-4 6 0,-2 3 0,0 4 0,0 4 0,0-2 0,0 8 0,0-8 0,0 1 0,-2-1 0,-4 2 0,4-4 0,-4 4 0,4-3 0,2-11 0,0-1 0,0-8 0,0 0 0</inkml:trace>
  <inkml:trace contextRef="#ctx0" brushRef="#br1" timeOffset="61">9534 11743 8912,'-8'-17'0,"6"5"0,-4 1 0,-1 5 0,1-5 0,0 7 0,6-4 0,2 14 0,4 0 0,0 7 0,11-2 0,-4-1 0,10 1 0,-4-7 0,-2 12 0,1-7 0</inkml:trace>
  <inkml:trace contextRef="#ctx0" brushRef="#br1" timeOffset="62">9861 12001 8912,'-18'17'0,"-5"0"0,0 0 0,-5 1 0,5-1 0,-6-2 0,6-2 0,4-1 0,6 1 0,-1-3 0,9 1 0,-1 1 0,14 3 0,3-4 0,6-3 0,6-8 0,-2 0 0,8 0 0,-2 0 0,3 0 0,-3-2 0,-2-4 0,-2-1 0,-6-5 0,-6-3 0,1 4 0,-8-5 0,1-1 0,-10 0 0,-7 2 0,-3 3 0,-2-1 0,0 7 0,-1-7 0,1 3 0,8-1 0,3-1 0,12 8 0,11-11 0,10 6 0</inkml:trace>
  <inkml:trace contextRef="#ctx0" brushRef="#br1" timeOffset="63">10308 11984 8912,'-11'0'0,"-1"0"0,1 0 0,-7 0 0,-1 7 0,-4 5 0,2 3 0,-7 2 0,7 6 0,-2 0 0,0 8 0,4-5 0,5 1 0,5-4 0,3 2 0,6-2 0,2-2 0,4-10 0,5-3 0,10-8 0,4-2 0,2-4 0,-1-3 0,3-8 0,2-8 0,-8-4 0,5-5 0,-5-6 0,6-3 0,-6-4 0,-2-1 0,-2-6 0,-4-5 0,-3-10 0,-5 3 0,-7 3 0,0 3 0,0 9 0,0 14 0,0 9 0,-1 14 0,-5 14 0,-6 16 0,-3 18 0,0 16 0,3 13 0,-1 0 0,7 11 0,-1 3 0,1-3 0,4 1 0,-4-8 0,6-6 0,6-10 0,5-3 0,12-13 0,6-5 0,11-13 0,-4-7 0,5-4 0,3-20 0,0-5 0</inkml:trace>
  <inkml:trace contextRef="#ctx0" brushRef="#br1" timeOffset="64">11082 12104 8912,'0'11'0,"0"1"0,0-6 0,0 5 0,-2 8 0,-3 10 0,-5 5 0,-7 6 0,-2 6 0,-4 12 0,4-5 0,-6 6 0</inkml:trace>
  <inkml:trace contextRef="#ctx0" brushRef="#br1" timeOffset="65">28102 15233 8912,'-10'0'0,"-11"0"0,4 0 0,-2 0 0,0 0 0,2 0 0,-1 0 0,1 0 0,6 0 0,-1 0 0,-1 0 0,-3 0 0,-1 0 0,0 0 0,0 0 0,-2 0 0,-2 0 0,-2 0 0,-2 0 0,2 0 0,-10 0 0,-7 0 0,-13 2 0,1 4 0,-11-2 0,0 7 0,-14 2-251,-9 10 1,37-13 0,-3-1 250,-5 3 0,-1-1 0,-1 3 0,0-1 0,-1 0 0,-1 1 0,2-1 0,0 1 0,1-3 0,1 1 0,3-1 0,1 0 0,-39 7 0,0 3-236,12-10 1,-4 2 235,-2-1 0,2-2 0,3-5 0,5-3 0,7 4 0,0-4 0,-1-2 0,-5-2 0,-5-4 0,1 2 0,-1-7 0,9 7 0,2-2 0,10-1 0,13 1 0,6 0 0,11 6 0,-1 0 0,7 0 0,-6 0 0,4 2 714,-1 4-714,5-4 508,-4 5-508,15-7 0,2 0 0,24 0 0,-10 0 0,11 0 0,-4-15 0,4-4 0</inkml:trace>
  <inkml:trace contextRef="#ctx0" brushRef="#br1" timeOffset="66">25125 15147 8912,'17'0'0,"0"0"0,0 0 0,-5-6 0,-3-1 0,-1-3 0,-4 6 0,-10-1 0,-5 3 0,-10 2 0,-2 0 0,-14 7 0,3 5 0,-2 3 0,-1 2 0,-3 6 0,0 0 0,-8 8 0,2-3 0,-2-1 0,3 2 0,-5-1 0,4 5 0,-4-2 0,-1-3 0,7-1 0,3 2 0,13-3 0,5-3 0,9-4 0,3 4 0,7-9 0,0-3 0,8 2 0,8 3 0,5 1 0,6 0 0,4-5 0,7-1 0,2-1 0,4 1 0,1 4 0,10-3 0,-11-5 0,8 1 0,-6-2 0,-2 0 0,-1 1 0,-11-1 0,5-4 0,-14 13 0,-2-5 0,-11 5 0,-12-4 0,-3-3 0,-9-8 0</inkml:trace>
  <inkml:trace contextRef="#ctx0" brushRef="#br1" timeOffset="67">28050 16557 8912,'12'0'0,"-1"0"0,-7 0 0,2 0 0,-12 0 0,2-6 0,-7 1 0,-3 1 0,-1 2 0,-2 2 0,0-6 0,-1 0 0,7 1 0,-1 5 0,1-2 0,-6-4 0,7 4 0,-5-6 0,3 8 0,-3 0 0,-2 0 0,0 0 0,-1 0 0,-6 0 0,-5 0 0,-6 6 0,-5 0 0,-6 5 0,-11-5 0,2 2 0,-8-4 0,-2 1 0,-2-1 0,3 0 0,1 2 0,6-4 0,-6 3 0,-2-3 0,-10-2 0,3 0-222,-9 0 0,-5 0 222,-5 0 0,38 0 0,0 0 0,1 0 0,-1 0 0,-3 0 0,-1 0 0,-3 0 0,-2 0 0,-1 3 0,0 0 0,-3 0 0,0 0 0,2-2 0,2 1 0,7 3 0,3 0 0,-36-3 0,21 4 0,6-4 0,3 5 0,1-5 0,1 4 0,7-4 0,5 4 0,11-1 0,5-1 0,3-2 0,7-2 0,9 0 0,1 0 111,8 0 0,0 0 0,0 0 0</inkml:trace>
  <inkml:trace contextRef="#ctx0" brushRef="#br1" timeOffset="68">25452 16437 8912,'2'-18'0,"1"1"0,3 0 0,-2 0 0,-2 5 0,0 1 0,3-2 0,-3 3 0,4-1 0,-6 7 0,-6-2 0,-5 6 0,-12 6 0,-4 3 0,-7 8 0,-8 8 0,-4 4 0,-10 3 0,-5 5 0,-4 3 0,-6 6 0,-9 3 0,0 3 0,38-26 0,0 0-172,-1-1 0,0 1 0,-38 26 172,1-1 0,15-7 0,2-4 0,17-9 0,12-2 0,7-14 0,10 2 0,7-11 0,10 1 0,10-1 0,7 0 0,0 2 0,0-3 0,2-1 0,4 8 0,6-1 258,4-1 0,7 5-258,0-4 0,8 5 0,-2 1 0,1 2 0,-1 4 0,2-4 0,-8 4 0,6-4 0,-6-2 0,-2 2 0,-1 4 0,-10-9 0,-4 3 0,-4-2 0,-2 8 0,-2-10 0,-3 4 0,-5 3 0,-7 3 0,0 7 0,-2-3 0,-3 0 0,-5 5 0,-7-5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2.877"/>
    </inkml:context>
    <inkml:brush xml:id="br0">
      <inkml:brushProperty name="width" value="0.05292" units="cm"/>
      <inkml:brushProperty name="height" value="0.05292" units="cm"/>
    </inkml:brush>
  </inkml:definitions>
  <inkml:trace contextRef="#ctx0" brushRef="#br0">25228 4487 8912,'11'0'0,"-1"-1"0,-2-5 0,-3 2 0,-5-8 0,0-1 0,0-2 0,-2 0 0,-3 1 0,-7 5 0,-3 1 0,-2 0 0,-1 3 0,-6 3 0,-5-4 0,0 6 0,-3 6 0,-6 5 0,-5 4 0,-2 5 0,-7 2 0,-5-1 0,-5 8 0,-3 2 0,-5 1 0,-1-3 0,8-1 0,5-6 0,13 0 0,2-4 0,9-7 0,2-3 0,3-8 0,6 0 0,10 0 0,1 0 0,1 0 0,1 0 0,2-2 0,8-4 0,0 4 0,2-7 0,4 3 0,4-4 0,7-7 0</inkml:trace>
  <inkml:trace contextRef="#ctx0" brushRef="#br0" timeOffset="1">24385 4315 8912,'0'18'0,"0"-9"0,-2 1 0,-4-4 0,2-5 0,-7 5 0,-1 4 0,-5-1 0,0 3 0,0-1 0,-6 6 0,0 6 0,-6 8 0,6-2 0,2 3 0,2 2 0,2 3 0,0 3 0,1-4 0,5 4 0,-3-3 0,9-3 0,-1-5 0,6-1 0,0-7 0,2 2 0,4-4 0,5-2 0,6-1 0,6-5 0,4-3 0,7-8 0,8-2 0,4-4 0,12-11 0,3-10 0</inkml:trace>
  <inkml:trace contextRef="#ctx0" brushRef="#br0" timeOffset="2">26037 4075 8912,'-17'0'0,"-1"0"0,1 0 0,0 2 0,0 2 0,-2 3 0,-4 3 0,2 9 0,-8 9 0,8 5 0,0 1 0,6 3 0,3 3 0,8 2 0,-1 4 0,5-4 0,5 0 0,5-8 0,7 0 0,2-1 0,4-10 0,2-2 0,6-10 0,-3-5 0,3-4 0,1-2 0,3 0 0,-1-8 0,1-5 0,-1-6 0,0-4 0,1-8 0,-1 3 0,-1-5 0,-5-1 0,-8 7 0,-9 4 0,-7 2 0,2-2 0,-5 10 0,-1-4 0,-1 5 0,-5 1 0,-6 3 0,-9 8 0,-2 2 0,2 4 0,2 3 0,2 8 0,0 3 0,0 3 0,7-2 0,4 7 0,4-5 0,2 6 0,0-6 0,0 5 0,8-7 0,4 2 0,5-6 0,6-5 0,5-6 0,5-4 0,-4-2 0,-1 0 0,-5-8 0,6-4 0,-8-5 0,2-6 0,-10 4 0,-1-4 0,-8 2 0,1-2 0,-9 10 0,-1-4 0,-14 5 0,1 1 0,-5-2 0,2 5 0,-2 0 0,2 1 0,10-7 0,5 3 0,-3-5 0,-1-1 0</inkml:trace>
  <inkml:trace contextRef="#ctx0" brushRef="#br0" timeOffset="3">26622 4264 8912,'0'17'0,"0"0"0,0 0 0,-2 3 0,-4 3 0,4-2 0,-3 5 0,3 1 0,2 0 0,0 0 0,0 1 0,2 3 0,3-8 0,-3 0 0,4-6 0,-4-8 0,5-1 0,3-8 0</inkml:trace>
  <inkml:trace contextRef="#ctx0" brushRef="#br0" timeOffset="4">26484 4195 8912,'-27'-17'0,"3"5"0,6 1 0,7 5 0,-1-5 0,9 5 0,-3-5 0,13 7 0,11-2 0,7 6 0,9 6 0,0-2 0,1 7 0,7 1 0,2 5 0</inkml:trace>
  <inkml:trace contextRef="#ctx0" brushRef="#br0" timeOffset="5">26828 4298 8912,'-15'12'0,"4"-1"0,-5-7 0,14 6 0,-3-5 0,3-3 0,2 8 0,0-4 0,0 5 0,0 4 0,0 2 0,5 1 0,1-1 0,2 0 0,-2 0 0,-5 0 0,5 1 0,-4-1 0,0 0 0,4 0 0,-4-7 0,11-10 0,-7-12 0,7-5 0,-1-6 0,3-4 0,2-7 0,0 0 0,1-1 0,1-1 0,4-4 0,-4 9 0,6-1 0,-2 3 0,0 2 0,-1 12 0,-4-2 0,-1 11 0,0 0 0,-5 8 0,-1 10 0,-5 1 0,5 16 0,-7 0 0,2 5 0,-2 0 0,-1-1 0,5-3 0,2-1 0,1-4 0,6-2 0,-5-2 0,-1-16 0,1 1 0,13-6 0,1 0 0</inkml:trace>
  <inkml:trace contextRef="#ctx0" brushRef="#br0" timeOffset="6">27482 3937 8912,'0'-11'0,"0"-1"0,0-1 0,0-2 0,0-3 0,0 9 0,0 3 0,0 12 0,0 5 0,0 12 0,0 6 0,2 5 0,4 6 0,3-1 0,9 7 0,-7-8 0,1 2 0,-3-4 0,5-1 0,-3-1 0,2 0 0,-3-7 0,1-4 0,-7-4 0,12-2 0,-15-7 0,7-4 0,-8-12 0,0 2 0,0-7 0,2-3 0,4-1 0,3-2 0,9-1 0,-1 1 0,0 0 0,0 0 0,0 0 0,3 5 0,2 1 0,-2 7 0,3-2 0,1 4 0,-1 2 0,-2 0 0,-2 0 0,-3 2 0,-5 4 0,-3 4 0,-8 7 0,0 0 0,0 0 0,-10 0 0,-7 0 0,-2 3 0,-10 3 0,1-4 0,-5 4 0,3-6 0,1-6 0,8 3 0,-2-9 0,4 1 0,9-8 0,4-4 0,8-5 0,10-12 0,7-4 0,15-7 0</inkml:trace>
  <inkml:trace contextRef="#ctx0" brushRef="#br0" timeOffset="7">28033 4144 8912,'9'0'0,"7"0"0,-14 0 0,5 1 0,-7 5 0,0 4 0,0 7 0,0 0 0,0 0 0,0 1 0,0-1 0,0 0 0,0 0 0,0 0 0,0 0 0,0 1 0,0-1 0,0-8 0,-7-1 0,-3-8 0</inkml:trace>
  <inkml:trace contextRef="#ctx0" brushRef="#br0" timeOffset="8">28016 4058 8912,'-10'-35'0,"-3"1"0,7-1 0,0 3 0,6 3 0,0 4 0,0 8 0,2 8 0,4 3 0,4 4 0,9 4 0,4 2 0,5 2 0,-3-1 0,8 3 0,-7 1 0</inkml:trace>
  <inkml:trace contextRef="#ctx0" brushRef="#br0" timeOffset="9">28618 4023 8912,'-19'0'0,"-2"0"0,-4 0 0,-2 0 0,-1 0 0,-7 0 0,6 8 0,1 3 0,-1 5 0,2 1 0,4 0 0,12 0 0,-2 0 0,7 1 0,0 4 0,6 1 0,8 0 0,5-7 0,6-3 0,4-2 0,6-7 0,-6 2 0,2-4 0,-2-2 0,-4-8 0,4-3 0,-4-4 0,-2-3 0,-2 1 0,-3 0 0,1-6 0,-7 0 0,0 0 0,-4 4 0,1-2 0,3-2 0,0 0 0,-6 6 0,0 0 0,0 7 0,0 3 0,0 9 0,0 3 0,0 7 0,0 9 0,0 2 0,0-2 0,2 4 0,3-3 0,5 1 0,7-5 0,0-7 0,1 0 0,5-7 0,0 2 0,7-4 0,-1-2 0,3-2 0,1-4 0,-3-7 0,-1-8 0,0 0 0,5-8 0,-1 1 0,-5-7 0,-3-1 0,-8-4 0,1 3 0,-1-3 0,-6 4 0,1 2 0,-8 1 0,1 3 0,-3 3 0,-2 2 0,0 10 0,0-1 0,0 16 0,0 0 0,0 16 0,0 12 0,0 7 0,0 5 0,0 4 0,0 6 0,0-3 0,0-1 0,0-2 0,0 2 0,0 4 0,0-5 0,-7-3 0,-5-1 0,-5-5 0,-6-2 0,-6-1 0,-11-5 0,2 3 0,-10-6 0,-5 0 0,-9-1 0,-6-1 0,-7-5 0,-11-9 0,-10-1 0</inkml:trace>
  <inkml:trace contextRef="#ctx0" brushRef="#br0" timeOffset="10">16830 6104 8912,'-6'-12'0,"-1"3"0,-3 1 0,6 0 0,-1 3 0,3 3 0,2-6 0,0 16 0,0 5 0,0 8 0,0 8 0,0 3 0,0 3 0,0 7 0,0 3 0,0 7 0,0 5 0,0-3 0,0 3 0,2-3 0,3-3 0,5-7 0,7-4 0,0-11 0,1-6 0,6-12 0,5-5 0,4-4 0,1-4 0,0-4 0,1-5 0,5-4 0,0-3 0,0 1 0,-5 0 0,-9 0 0,-3 0 0,-3 5 0,-3 1 0,-2 5 0,-4-6 0,-5-1 0,-4-10 0,-17 4 0,-4-6 0</inkml:trace>
  <inkml:trace contextRef="#ctx0" brushRef="#br0" timeOffset="11">16847 6430 8912,'-26'17'0,"1"-7"0,7-4 0,9-4 0,11-2 0,15 0 0,8-8 0,9-3 0,8-5 0,4-1 0,4 0 0,2 0 0,-3-1 0,-3 1 0,4 0 0,-4 0 0,2 0 0,-3 1 0,-6 3 0,-9 2 0,-5-1 0,-15-5 0,-10-8 0,-10-2 0</inkml:trace>
  <inkml:trace contextRef="#ctx0" brushRef="#br0" timeOffset="12">16899 6086 8912,'17'-7'0,"6"-5"0,0-11 0,13 2 0,-1-7 0,1-1 0,0 2 0,-9-5 0,-4 3 0,4-3 0,0-3 0</inkml:trace>
  <inkml:trace contextRef="#ctx0" brushRef="#br0" timeOffset="13">17054 5897 8912,'0'33'0,"0"-5"0,0-3 0,0 0 0,0 2 0,0 7 0,0 8 0,0 4 0,0 6 0,0 5 0,2 4 0,3 8 0,-1-2 0,8-4 0,-3 6 0,3-1 0,3-7 0,-3 2 0,-5-9 0,-1-8 0,-4-4 0,-2-8 0</inkml:trace>
  <inkml:trace contextRef="#ctx0" brushRef="#br0" timeOffset="14">18396 5743 8912,'17'0'0,"0"0"0,1 0 0,-1 0 0,-8-2 0,-5-2 0,-8-2 0,1 0 0,-7 4 0,2-3 0,-5 3 0,2-4 0,-12 4 0,-8 2 0,-7 0 0,-8 0 0,-13 6 0,-10 0 0,0 7 0,-6-2 0,5 5 0,1 1 0,8 2 0,3 4 0,12-4 0,6 4 0,13-4 0,8-2 0,8 0 0,3 1 0,4-1 0,10 0 0,-2 6 0,7 0 0,-5 7 0,4-1 0,-1 4 0,1 1 0,-6 2 0,1 4 0,-3 6 0,-2 12 0,0-3 0,0 8 0,-2 0 0,-1 10 0,-5 3 0,-2 4 0,7-1 0,-3-16 0,-2 0 0,2-12 0,3 3 0,8-14 0,-1-8 0,8-9 0,1-11 0,8-7 0,4-3 0,2-2 0,3-2 0,10-3 0,2-11 0,4-7 0,10-1 0,-5 1 0,-1 4 0,-4-4 0,-8 0 0,2 4 0,-5 5 0,-6 5 0,-5 3 0,-14-2 0,5-1 0,-5-8 0</inkml:trace>
  <inkml:trace contextRef="#ctx0" brushRef="#br0" timeOffset="15">18379 6241 8912,'-10'12'0,"5"-1"0,12 2 0,9 8 0,5 2 0,9 2 0,-1-2 0,3 4 0,5 5 0,1-1 0,2-2 0,2-1 0,-2 7 0,-5-9 0,1-1 0,-7-2 0,-4 0 0,-3 0 0,-6-10 0,-5-7 0,-5-12 0,4-15 0,-1-5 0</inkml:trace>
  <inkml:trace contextRef="#ctx0" brushRef="#br0" timeOffset="16">18912 6258 8912,'-5'-11'0,"-3"1"0,-2 3 0,-3 3 0,-4 11 0,-4 11 0,-6 8 0,-6 7 0,1 9 0,-14 4 0,0 9 0,-4 4 0,5 1 0,4-1 0,5-2 0,2-5 0,7-3 0,4-3 0,6-11 0,5-12 0,5-14 0,7-9 0,7-23 0,3-13 0</inkml:trace>
  <inkml:trace contextRef="#ctx0" brushRef="#br0" timeOffset="17">18981 5794 8912,'-17'10'0,"7"-5"0,5-10 0,18-5 0,10-7 0,8 0 0,3 0 0,0 5 0,3 1 0,1-3 0,2-1 0,2 0 0,-4 1 0,3 5 0,-3 1 0,-2-3 0,-1 5 0,-7 0 0,-1 8 0,-2 4 0,-4 3 0,-10 9 0,-3 1 0,-8 4 0,0 1 0,0 5 0,0 4 0,0-3 0,0 6 0,0 5 0,2 6 0,4-1 0,-4 10 0,3 1 0,-1 8 0,2-2 0,-4 2 0,4 0 0,-5-4 0,-1-2 0,0 4 0,0-6 0,0 1 0,0-7 0,-1-5 0,-5 0 0,2-8 0,-7 2 0,-1-5 0,-5-7 0,-6-3 0,-2-6 0,-2 2 0,-3 2 0,-9-6 0,-1-5 0,-8-6 0,3 5 0,-3-7 0,0 2 0,4-4 0,2-2 0,2 0 0,5 0 0,3-8 0,3-4 0,4-3 0,16-2 0,3 0 0,4 0 0,2-1 0,4 1 0,7 0 0,5-6 0,18 0 0,-3 0 0,9 6 0,-4 0 0,-1-8 0,-1-2 0</inkml:trace>
  <inkml:trace contextRef="#ctx0" brushRef="#br0" timeOffset="18">20186 6379 8912,'-27'9'0,"-4"-1"0,8-8 0,1 0 0,4 0 0,11 0 0,7 0 0,15 0 0,14 0 0,11 0 0,8 0 0,5-2 0,4-4 0,7 2 0,-7-7 0,-2 5 0,-9-5 0,2 7 0,-8-2 0,-2 2 0,-1-1 0,-10 3 0,-4-4 0,-12 4 0,-3-6 0,-24 7 0,5 1 0,-14 9 0</inkml:trace>
  <inkml:trace contextRef="#ctx0" brushRef="#br0" timeOffset="19">20169 6705 8912,'-21'27'0,"3"-6"0,3-8 0,7-3 0,3-4 0,3-4 0,17 3 0,8-10 0,21-5 0,11-9 0,8-2 0,8-2 0,2-2 0,-4 2 0,-2 6 0,-4 0 0,-12 0 0,-10 5 0,-13-11 0,-3-3 0</inkml:trace>
  <inkml:trace contextRef="#ctx0" brushRef="#br0" timeOffset="20">22492 5777 8912,'7'9'0,"3"-1"0,7-8 0,0-2 0,1-4 0,-1-3 0,0-8 0,-7 5 0,-5 1 0,-5 7 0,-5-2 0,-7 4 0,-5 4 0,-6 4 0,-6 4 0,-11 7 0,-6 0 0,-4 0 0,-9 8 0,-4 4 0,-6 5 0,-5 6 0,-5-2 0,36-16 0,-2 0 0,1 0 0,-2 0 0,0 1 0,1-2 0,-38 15 0,15-1 0,8-3 0,14-9 0,12 0 0,11-6 0,12-5 0,5-1 0,4-7 0,8 6 0,-1-5 0,3-3 0,-2 4 0,3-4 0,9 0 0,-1 4 0,8-5 0,3 5 0,7-4 0,5-2 0,4-6 0,8 1 0,-1 1 0,1 2 0,-1-4 0,1 0 0,-8 1 0,-6 7 0,-5 1 0,-5 3 0,-7 8 0,2-3 0,-11 10 0,-6 2 0,-6 2 0,-6-2 0,-11 3 0,-12 9 0,-5 5 0,-7 0 0,-3 2 0,-7-2 0,-1 2 0,1 4 0,-5 2 0,3-8 0,3-2 0,0-2 0,2 3 0,2-5 0,12 2 0,11-13 0,12-6 0,5-5 0,4 1 0,12-5 0,7-2 0,11-4 0,18-2 0,10-2 0,20-4 0,10-6 0,10-3 0,-44 3 0,1-1 0,4-1 0,1 0 0,6-2 0,2-1-312,8 0 1,1 0-1,1 0 1,-1-1 311,0 1 0,-1 0 0,-2 0 0,0 0 0,-6 0 0,0 1 0,-5 1 0,0 2 0,-4 0 0,-3 3 0,30-2 0,-27 6 0,-18 5 0,-22 1 0,-12 0 0,-10 0 0,1 0 0,-8 0 0,1 0 623,-6 7 0,-8-5-623,-4 4 0,-3-4 0,-3-2 0,1-16 0,-1-3 0</inkml:trace>
  <inkml:trace contextRef="#ctx0" brushRef="#br0" timeOffset="21">20909 7806 8912,'-18'-8'0,"3"-2"0,4-7 0,5 8 0,12 3 0,7 4 0,8 2 0,6 0 0,7 0 0,4 0 0,-1 2 0,-5 2 0,1 2 0,-6 7 0,1-2 0,-7 5 0,0 1 0,-7 0 0,-9 0 0,-3 2 0,-2 4 0,-4-4 0,-7 4 0,-2 2 0,-18 0 0,-3 2 0,-5 3 0,-1-5 0,6-2 0,-1-4 0,3-2 0,3 1 0,6-1 0,4-8 0,2-3 0,7-4 0,3-17 0,7-8 0,13-8 0,4-3 0,12-8 0,-2-2 0</inkml:trace>
  <inkml:trace contextRef="#ctx0" brushRef="#br0" timeOffset="22">21373 7685 8912,'0'-17'0,"-6"6"0,1-1 0,-11 8 0,-1-1 0,-2 12 0,-12 11 0,-3 8 0,-4 7 0,3 7 0,7 0 0,7 6 0,-2-6 0,6 6 0,5-6 0,6 0 0,12-6 0,11-1 0,12-4 0,5-7 0,7-10 0,-3-6 0,8-12 0,-8-6 0,2-10 0,4-13 0,0-9 0</inkml:trace>
  <inkml:trace contextRef="#ctx0" brushRef="#br0" timeOffset="23">21889 7737 8912,'10'-17'0,"-4"0"0,-4-1 0,-2 7 0,0-1 0,0 1 0,0-6 0,-2 7 0,-4 4 0,-4 12 0,-7 6 0,0 3 0,0 2 0,-6 8 0,0 4 0,-6 5 0,6 4 0,2 2 0,2-1 0,4-3 0,3-2 0,-1 1 0,7-3 0,2-1 0,3-3 0,14-9 0,4-1 0,14-3 0,3-9 0,1-1 0,5-5 0,-2-2 0,2-3 0,-4-7 0,5-11 0,-13-3 0,-3-9 0</inkml:trace>
  <inkml:trace contextRef="#ctx0" brushRef="#br0" timeOffset="24">21631 7892 8912,'-7'17'0,"-1"-6"0,-3 1 0,3-8 0,12 3 0,7-9 0,12-1 0,8-3 0,11-6 0,4 7 0,-2-9 0,2 3 0,-2 1 0,1-1 0,5-8 0,-6-8 0</inkml:trace>
  <inkml:trace contextRef="#ctx0" brushRef="#br0" timeOffset="25">22371 7668 8912,'-25'-7'0,"1"-1"0,-5-4 0,2 5 0,4 7 0,2 0 0,-6 0 0,3 2 0,2 3 0,9 5 0,2 7 0,7 2 0,-2 2 0,4 2 0,2-2 0,0 4 0,0-2 0,8 0 0,3-6 0,6-2 0,6-3 0,-3 3 0,2-3 0,-2-3 0,-3 3 0,4-7 0,-4 7 0,4-6 0,-9 5 0,1 0 0,0 7 0,-1-1 0,-8 0 0,1 0 0,-5-5 0,-5-1 0,-1 1 0,-9 5 0,-5-2 0,1-3 0,0 1 0,2-7 0,0 7 0,2-13 0,3 0 0,6-10 0,4-7 0,2-6 0,2-3 0,4-9 0,11 1 0,10-1 0</inkml:trace>
  <inkml:trace contextRef="#ctx0" brushRef="#br0" timeOffset="26">22561 7806 8912,'0'9'0,"-2"5"0,-4-9 0,4 1 0,-6-6 0,8 2 0,0 4 0,0-2 0,0 7 0,0-5 0,0 5 0,6-5 0,2 5 0,1 1 0,5-3 0,1 5 0,2-8 0,0 5 0,1-5 0,-1-2 0,0-3 0,0-1 0,0 0 0,1 0 0,-1 0 0,0-1 0,0-5 0,0 2 0,-1-7 0,-3-3 0,-1-1 0,-7 0 0,7 3 0,-8-3 0,1 3 0,-1 3 0,2-3 0,-4 9 0,6-5 0,-8 16 0,1-1 0,5 5 0,-2 1 0,7-7 0,1 1 0,5-1 0,-5-4 0,-1 4 0,1-4 0,5-2 0,0-2 0,0-4 0,0 2 0,1-7 0,-1-3 0,0-1 0,0 0 0,0 3 0,-1-3 0,-5 4 0,3 1 0,-9-1 0,3 7 0,-2-2 0,-4 6 0,3 6 0,-3 11 0,-2 12 0,0 5 0,0 6 0,0 4 0,0 10 0,0 3 0,0 6 0,0 6 0,0 5 0,0-11 0,0 0 0,0-7 0,0-7 0,0-5 0,0-9 0,0-9 0,0-8 0,0-9 0,0-3 0,0-14 0,0-9 0,2-8 0,4-9 0,-4-8 0,4-4 0,-4-4 0,-2-1 0,-8-9 0,-2-1 0</inkml:trace>
  <inkml:trace contextRef="#ctx0" brushRef="#br0" timeOffset="27">23042 7685 8912,'8'-26'0,"0"1"0,3 8 0,4-1 0,-3 1 0,3 8 0,2 3 0,3 4 0,3 2 0,3 2 0,9 4 0,-7 3 0,1 8 0,-2 6 0,2 0 0,-7 0 0,-2 2 0,-5-6 0,-4 4 0,3-4 0,-9-2 0,1 6 0,-6 0 0,-2 0 0,-3-6 0,-5 0 0,-7 1 0,0 5 0,-1 0 0,-5-1 0,0-4 0,1-3 0,6-2 0,3-3 0,1-3 0,9-1 0,-5-6 0</inkml:trace>
  <inkml:trace contextRef="#ctx0" brushRef="#br0" timeOffset="28">23628 7840 8912,'0'-17'0,"0"7"0,-8 3 0,6 11 0,-4 7 0,4 8 0,2 15 0,-5 7 0,-1-1 0,0 9 0,6 3 0,0 0 0,0 5 0,0-4 0,0-1 0,0-6 0,-2-2 0,-2-4 0,-1-8 0,-1-5 0,6-10 0,-8-7 0,6-10 0,-3-12 0,3-11 0,-6-11 0,-2-10 0</inkml:trace>
  <inkml:trace contextRef="#ctx0" brushRef="#br0" timeOffset="29">23576 7771 8912,'11'-2'0,"1"-3"0,-8 3 0,11-14 0,-4 7 0,5-1 0,-3 1 0,2 5 0,6-2 0,4 2 0,-2 3 0,6 1 0,-8 1 0,2 5 0,2 4 0,-4 7 0,-4 0 0,-4 0 0,-9 6 0,2 0 0,-6 8 0,-6-3 0,-3-1 0,-10 0 0,-3 0 0,0-1 0,-3-5 0,2 2 0,4-4 0,-4-1 0,-2-9 0,2-3 0,2-4 0,2-10 0,2-1 0</inkml:trace>
  <inkml:trace contextRef="#ctx0" brushRef="#br0" timeOffset="30">24316 7187 8912,'-17'15'0,"-1"-2"0,1-1 0,0 1 0,0 4 0,-2 6 0,-2 8 0,-2 7 0,-2 19 0,2 12 0,4 11 0,-4 1 0,6 3 0,5 2 0,6-2 0,5-4 0,1-4 0,0-7 0,7-8 0,5-3 0,9-9 0,2-9 0,0-11 0,1-8 0,-4-11 0,2-5 0,3-3 0,-2-2 0,0-7 0,-6-5 0,1-5 0,-1-6 0,0-11 0,0-10 0</inkml:trace>
  <inkml:trace contextRef="#ctx0" brushRef="#br0" timeOffset="31">24419 7427 8912,'10'0'0,"-3"0"0,1 0 0,-4-5 0,5 1 0,-1 6 0,5 7 0,-1 14 0,11 4 0,5 9 0,5 4 0,1 6 0,1 10 0,-1 1 0,6 0 0,1-5 0,-7-8 0,-5-4 0,-3-6 0,3-5 0,-4-4 0,-8-16 0,0-3 0,1-4 0,-7-2 0,1 0 0,-7-8 0,7-3 0,-7-4 0,7-3 0,-8-6 0,3-3 0</inkml:trace>
  <inkml:trace contextRef="#ctx0" brushRef="#br0" timeOffset="32">25039 7445 8912,'0'-18'0,"-8"1"0,6 6 0,-4-1 0,2 10 0,-1 2 0,-5 18 0,-9 16 0,-4 12 0,-6 9 0,-3 8 0,-2 12 0,-1-5-245,1 5 0,-1-4 245,1-3 0,1-5 0,5-3 0,7-7 60,7-9 0,7-13-60,7-8 0,0-12 0,3-5 0,9-12 0,1-13 0,16-15 0,0-8 0,5-10 0,8 0 0,2 1 0</inkml:trace>
  <inkml:trace contextRef="#ctx0" brushRef="#br0" timeOffset="33">25142 6808 8912,'0'-17'0,"8"-6"0,3 0 0,-1 1 0,1 4 0,6 9 0,10 5 0,4 10 0,5 11 0,16 23 0,-1 17 0,5 12 0,-7 11 0,-26-35 0,-2 2 0,-2 2 0,-3 1 0,-2 7 0,-1 1-309,-4 5 0,-1 0 0,-3-2 0,-1 0 309,0 5 0,-2 0 0,-4-7 0,-4-1 0,0-4 0,-3-1 0,-2-3 0,-1-1 0,-15 43 0,-7-8 7,-6-10 1,0-3-8,5-20 0,-1 5 0,-4-10 0,9-12 0,-3-5 0,3-8 0,2-6 0,1-3 0,-1-5 0</inkml:trace>
  <inkml:trace contextRef="#ctx0" brushRef="#br0" timeOffset="34">24230 5863 8912,'-2'9'0,"-4"-3"0,4-4 0,-5-4 0,7-4 0,2 5 0,3-5 0,5-2 0,7 2 0,0 1 0,0 5 0,3 0 0,3 0 0,-4 0 0,4 0 0,1 2 0,1 3 0,0 9 0,0 7 0,-4 0 0,-9 7 0,1 1 0,-7 5 0,-1 1 0,-5-1 0,-2 1 0,-3-1 0,-7 0 0,-11 1 0,4-3 0,-4-3 0,-2-4 0,2-8 0,0-8 0,6-1 0,2-10 0,4-4 0,3-11 0,8-11 0,0-5 0,0-1 0,8-8 0,1-2 0,8-8 0</inkml:trace>
  <inkml:trace contextRef="#ctx0" brushRef="#br0" timeOffset="35">24884 5708 8912,'7'-9'0,"-5"-7"0,14 7 0,-14-3 0,3 1 0,-5 7 0,-5-2 0,-7 4 0,-5 10 0,-6 3 0,-4 7 0,-7 5 0,1 3 0,5 9 0,-5 1 0,6 2 0,0 4 0,5 2 0,4 2 0,7 6 0,3-1 0,8 1 0,2-8 0,4-4 0,13-12 0,15-5 0,3-11 0,9-6 0,3-5 0,7-1 0,-8-1 0,3-5 0,-11-11 0,10-10 0,-6-7 0</inkml:trace>
  <inkml:trace contextRef="#ctx0" brushRef="#br0" timeOffset="36">25744 5983 8912,'0'-11'0,"0"-1"0,0 7 0,0-7 0,0 8 0,0-3 0,0 7 0,-7 7 0,5 3 0,-4 7 0,4 0 0,-4 0 0,0 1 0,1-7 0,5 1 0,0 1 0,0-5 0,2-1 0,3-7 0,-3 0 0,12-2 0,-9-3 0,7-5 0,-6-7 0,-1 5 0,-5 1 0,0-3 0,0-1 0,0 4 0,0-1 0,0 7 0,0-7 0,0 8 0,-7-1 0,-3 10 0,1 7 0,-1-3 0,4 3 0,4-1 0,-3 6 0,3-5 0,2-1 0,0-5 0,0 6 0,2-9 0,3 3 0,-1-4 0,8-2 0,1 0 0,-5-2 0,-3-4 0,-1 3 0,2-9 0,-4 8 0,6-11 0,-16 5 0,-2 1 0,1 1 0,1 8 0,8 0 0,0 0 0</inkml:trace>
  <inkml:trace contextRef="#ctx0" brushRef="#br0" timeOffset="37">26587 5794 8912,'-11'0'0,"-1"0"0,7 0 0,-7 0 0,8 0 0,-3 0 0,7 0 0,0 0 0</inkml:trace>
  <inkml:trace contextRef="#ctx0" brushRef="#br0" timeOffset="38">26622 5760 8912,'9'-17'0,"5"-1"0,-9 1 0,1 0 0,-6 0 0,0 0 0,0-1 0,8 9 0,-6 3 0,4 12 0,-3 11 0,3 12 0,-4 11 0,4 6 0,1 5 0,-1 7 0,6 3 0,-7 7 0,-1 1 0,-2 0 0,4 0 0,0-1 0,1-6 0,-1-5 0,-4-13 0,4-10 0,-5-7 0,-1-10 0,0-7 0,0-6 0,0-14 0,0-9 0,0-6 0,0-4 0,-7-13 0,-3-2 0</inkml:trace>
  <inkml:trace contextRef="#ctx0" brushRef="#br0" timeOffset="39">26605 5657 8912,'-8'-18'0,"6"1"0,-6 0 0,8 0 0,2 7 0,4 4 0,7 5 0,8 1 0,8 0 0,11 0 0,10 0 0,7 0 0,12 7 0,-6 5 0,0 3 0,-13 2 0,-4 0 0,-6 1 0,-13 4 0,-10 1 0,-9 6 0,-14-6 0,-11 6 0,-12-6 0,-13 5 0,-10-5 0,1 6 0,-5-6 0,7-2 0,3-2 0,9 2 0,3-4 0,7 2 0,10-13 0,8 0 0,1-22 0,8-3 0</inkml:trace>
  <inkml:trace contextRef="#ctx0" brushRef="#br0" timeOffset="40">27947 5399 8912,'-17'-8'0,"-2"-2"0,-4-7 0,2 2 0,-8 4 0,-2 5 0,-1 4 0,-10 6 0,-4 7 0,2 16 0,0 19 0,2 5 0,4 7 0,3 5 0,6 11 0,10 5-236,8 6 1,7 1 235,-2 0 0,12 0 0,6 0 0,5-7 0,4-7 0,4-9 0,1-11 0,3-14 0,6-9 0,1-8 0,4 2 0,-6-12 0,1-5 0,-1-4 0,-5-6 0,3-6 0,3-7 0,-8-4 0,-3 4 0</inkml:trace>
  <inkml:trace contextRef="#ctx0" brushRef="#br0" timeOffset="41">27981 5639 8912,'0'18'0,"0"-7"0,0 0 0,0-7 0,2 12 0,2-5 0,4 4 0,1 3 0,3 1 0,5 4 0,2 3 0,4 9 0,-2-1 0,8 0 0,-1 8 0,7 4 0,-1-4 0,1-2 0,-3-3 0,-3-3 0,-4-7 0,-8-4 0,-6-6 0,1-6 0,-8-3 0,9-10 0,-5-4 0,1-7 0,5-8 0,1-13 0,2-10 0</inkml:trace>
  <inkml:trace contextRef="#ctx0" brushRef="#br0" timeOffset="42">28429 5794 8912,'-17'0'0,"-1"0"0,1 0 0,0 0 0,0 0 0,-1 0 0,-4 2 0,-1 4 0,-8 5 0,2 12 0,-1 4 0,1 7 0,-3 6 0,5 2 0,0 2 0,4 4 0,6-6 0,5-2 0,5-5 0,7-7 0,4-3 0,7-8 0,6-7 0,12-4 0,9-8 0,-3-10 0,10-7 0,-1-15 0</inkml:trace>
  <inkml:trace contextRef="#ctx0" brushRef="#br0" timeOffset="43">28773 5794 8912,'0'17'0,"8"-7"0,-7-3 0,15-12 0,-5-1 0,10-5 0,4 3 0,2 0 0,3 1 0,5-1 0,5 2 0,-4 4 0,5-3 0,-7 1 0,-5-2 0,-5-3 0,-6-9 0</inkml:trace>
  <inkml:trace contextRef="#ctx0" brushRef="#br0" timeOffset="44">28893 6104 8912,'-17'9'0,"6"4"0,-1-7 0,8 2 0,-1-2 0,5-6 0,5 0 0,13-2 0,10-10 0,12 1 0,6-6 0,4-6 0,2 0 0,-1-8 0,1 2 0,0-3 0,-1-2 0</inkml:trace>
  <inkml:trace contextRef="#ctx0" brushRef="#br0" timeOffset="45">29547 5674 8912,'0'-10'0,"2"-3"0,4 7 0,-2-2 0,7 3 0,6 3 0,8-4 0,2 6 0,4 6 0,1 3 0,3 9 0,-3-1 0,-3 0 0,-4 6 0,-8 0 0,-8 7 0,-3-3 0,-4 2 0,-2-1 0,-10-1 0,-7 2 0,-2 1 0,-10-7 0,8 0 0,-2-6 0,4-1 0,2-5 0,0 4 0,9-15 0,8 0 0,16-15 0,12-14 0,12-3 0,4-10 0,8-2 0</inkml:trace>
  <inkml:trace contextRef="#ctx0" brushRef="#br0" timeOffset="46">30132 5553 8912,'-17'0'0,"6"0"0,-1 0 0,1 0 0,-6 6 0,-1 0 0,7 9 0,-1 2 0,-1 10 0,-2 6 0,5 3 0,4 4 0,5-2 0,1 8 0,1-8 0,5 2 0,11-5 0,12-7 0,4-3 0,3-8 0,2-1 0,2-5 0,0-11 0,-5-11 0,-1-20 0,1-5 0</inkml:trace>
  <inkml:trace contextRef="#ctx0" brushRef="#br0" timeOffset="47">30425 4900 8912,'9'0'0,"7"2"0,-5 4 0,5 3 0,1 8 0,10 18 0,5 13 0,4 20 0,-3 22 0,-17-36 0,-2 3 0,-4 8 0,-2 2 0,-1 0 0,-1-1-60,-4 1 1,-4-2 0,-4-2 0,-3-2 0,-2-3-1,-1-1 1,-3 0 0,-1-1 59,0-3 0,-2-1 0,0-5 0,-1-1 0,0 1 0,-2-2 0,-17 39 0,-8 2 0,6-9 0,-6 9 0,4 0 0,18-42 0,0 1 0,0 0 0,0 0 0,2 1 0,-1 0 0</inkml:trace>
  <inkml:trace contextRef="#ctx0" brushRef="#br0" timeOffset="48">21993 8734 8912,'-10'0'0,"2"0"0,1 0 0,3-6 0,-7 1 0,1 1 0,-3 10 0,1 5 0,-1 4 0,5 4 0,0 2 0,3 4 0,-1 2 0,-6 2 0,7 5 0,-1 0 0,6 1 0,0-3 0,0-3 0,8-4 0,3-8 0,4-7 0,3-5 0,6-7 0,5-9 0,-4-2 0,0-16 0,-2-2 0,0-1 0,-6-3 0,-6 1 0,-7 2 0,2 3 0,-4 4 0,-2 8 0,-2 5 0,-4 3 0,-5 1 0,-4 4 0,-3 4 0,1 6 0,6 2 0,-1 3 0,8 5 0,-1-9 0,10 5 0,5-5 0,7-7 0,0-7 0,1-3 0</inkml:trace>
  <inkml:trace contextRef="#ctx0" brushRef="#br0" timeOffset="49">22337 8717 8912,'9'8'0,"-1"-7"0,0 7 0,-6-8 0,11-2 0,-7-4 0,1 5 0,-3-7 0,2 0 0,0 6 0,1-21 0,3 4 0</inkml:trace>
  <inkml:trace contextRef="#ctx0" brushRef="#br0" timeOffset="50">21115 8940 8912,'-8'10'0,"6"-2"0,-13-8 0,11 0 0,-5-2 0,-1-2 0,3-4 0,-1-1 0,2 5 0,8-9 0,4 7 0,5 2 0,7 2 0,4 2 0,-2 0 0,4 2 0,-1 4 0,0 5 0,6 4 0,-6 3 0,-2 5 0,-10-1 0,3 11 0,-8 1 0,-1 1 0,-7 7 0,-3-2 0,-7 0 0,-5 0 0,-6-6 0,-2 1 0,-3-1 0,-5-7 0,4-4 0,4-4 0,3-2 0,2-7 0,11-4 0,3-12 0,4-8 0,2-7 0,16-5 0,3-9 0</inkml:trace>
  <inkml:trace contextRef="#ctx0" brushRef="#br0" timeOffset="51">21494 9061 8912,'-18'11'0,"1"1"0,6-7 0,-1 7 0,1 1 0,-6 10 0,1-2 0,5 8 0,-4 1 0,5 9 0,-2 3 0,1 2 0,7-4 0,-2 6 0,5-8 0,1 2 0,7-4 0,5-1 0,3-14 0,2-4 0,0-13 0,1-4 0,6-23 0,3-14 0</inkml:trace>
  <inkml:trace contextRef="#ctx0" brushRef="#br0" timeOffset="52">22182 8837 8912,'10'0'0,"-3"0"0,-18 2 0,-1 4 0,-7 3 0,8 11 0,-7 1 0,-5 2 0,4 13 0,-5-2 0,1 4 0,0 4 0,0 0 0,5 6 0,3-4 0,4-2 0,-3-4 0,9-9 0,1-6 0,2-4 0,10-4 0,3-1 0,4-5 0,2-1 0,6-2 0,0-6 0,8-6 0,-2-2 0,1-1 0,-1-5 0,-4-1 0,-8-2 0,0 0 0,0-1 0,1 1 0</inkml:trace>
  <inkml:trace contextRef="#ctx0" brushRef="#br0" timeOffset="53">21993 9233 8912,'-18'0'0,"1"0"0,6 0 0,-1 0 0,9-2 0,-3-4 0,4 4 0,10-5 0,5 7 0,8 0 0,2-2 0,11-4 0,6-4 0,2 1 0,8-5 0,-4 9 0,2-9 0,-2 3 0,4-4 0,-7-3 0</inkml:trace>
  <inkml:trace contextRef="#ctx0" brushRef="#br0" timeOffset="54">22853 9044 8912,'0'-12'0,"0"1"0,2-3 0,4-1 0,-2 0 0,7 3 0,2 7 0,3 3 0,1 2 0,0 2 0,0 3 0,8 7 0,4 11 0,-2 3 0,-1 9 0,-1-1 0,-4 1 0,-7-1 0,-3 0 0,-7 1 0,2-1 0,-6-5 0,-6-1 0,2-7 0,-7 2 0,-1-11 0,-5-6 0,0-5 0,7-4 0,5-9 0,3-5 0,2-12 0,2-5 0,3 0 0,5-1 0,7-5 0,8 4 0,4 1 0,3 3 0,3 3 0,1 6 0,4 4 0,-2 2 0,8 0 0,-8 7 0,3 5 0,-5 3 0,-2 2 0,-1 0 0,-5 0 0,3 2 0,-8 1 0,-2 5 0,-2 2 0,-2-7 0,-7 5 0,-2-8 0,-16 0 0,-4 0 0,-9 0 0,-3 0 0,-1 0 0,0 0 0,-4 0 0,6 0 0,0 2 0,6 4 0,0 3 0,0 8 0,5-5 0,3-1 0,1 3 0,4 1 0,2 2 0,2 0 0,0 1 0,0-1 0,0-6 0,0 1 0,8-9 0,3 3 0,5-4 0,1-2 0,6 0 0,0 0 0,2-8 0,-4-3 0,2-2 0,-2 1 0,-2-3 0,-2 3 0,0-3 0,0-2 0,1 0 0,-3 0 0,-4-1 0,-3 9 0,0 1 0,-6 10 0,3 4 0,-1 3 0,2 9 0,-4-1 0,3 0 0,-3 0 0,-2 0 0,2 1 0,4-1 0,-4 0 0,4 0 0,-4-7 0,-2 5 0,0-13 0,0 6 0,0-8 0,0-8 0,2-2 0,1-3 0,3-2 0,-2-4 0,5 3 0,3 5 0,-3-1 0,3-5 0,-2 6 0,1-1 0,4 8 0,-3-1 0,5-3 0,6 2 0,-4 1 0,4 5 0,2 0 0,-2 0 0,2 0 0,-4 2 0,4 1 0,1 3 0,-3 0 0,6-6 0,-8 0 0,2 0 0,-2 0 0,2 0 0,-4-2 0,4-4 0,-10 2 0,-3-7 0,-1-4 0,1-6 0,-6 1 0,2-2 0,-5 2 0,-1 3 0,-7 2 0,-5 3 0,-3 5 0,0 9 0,1 3 0,3 7 0,-1-2 0,-5 1 0,6 0 0,-1 7 0,8-1 0,-1 0 0,3 0 0,2 0 0,0-5 0,0-1 0,0 3 0,0-7 0,7 7 0,5-9 0,-3 7 0,3-6 0,-1 1 0,7-1 0,-1 5 0,0 5 0,0 1 0,0 0 0,1 0 0,-1 1 0,-6 6 0,1 5 0,-8-2 0,1 1 0,-3-1 0,-2 2 0,-2 1 0,-1-5 0,-5 0 0,-2 0 0,5-2 0,-7-6 0,8-7 0,-5-3 0,3-7 0,4-2 0,-4-3 0,4-5 0,2-7 0,8 0 0,4-1 0,3-1 0,2-4 0,2 2 0,4-7 0,-4 1 0,6-4 0,-2 3 0,0-3 0,6 1 0,-6 1 0,-2-4 0,-10 5 0,3-3 0,-9 3 0,1 3 0,-6 8 0,0-1 0,-10 9 0,-5 5 0,-6 10 0,0 11 0,-4 4 0,2 13 0,-5-3 0,5 9 0,2 2 0,7-2 0,5-2 0,1-1 0,-3-5 0,5-3 0,2 1 0,10-7 0,3 4 0,9-10 0,1 2 0,4-13 0,7-2 0,8-2 0,-1-10 0,20-17 0,-3-11 0</inkml:trace>
  <inkml:trace contextRef="#ctx0" brushRef="#br0" timeOffset="55">25366 8837 8912,'-42'-2'0,"-2"-1"0,1-3 0,9 2 0,2 4 0,9 6 0,-6 5 0,6 12 0,6 6 0,7 11 0,3 6 0,3 3 0,2 3 0,2 0 0,0 1 0,0 4 0,7-5 0,5 0 0,-2-9 0,1-8 0,-5-7 0,5 1 0,-7-8 0,2 2 0,3-11 0,3-7 0,3-12 0,2-11 0,0-6 0,1-11 0</inkml:trace>
  <inkml:trace contextRef="#ctx0" brushRef="#br0" timeOffset="56">25434 8975 8912,'0'-17'0,"0"5"0,0 1 0,0 7 0,0-2 0,2 12 0,4 7 0,6 8 0,5 6 0,6 7 0,-2 3 0,7 3 0,-5-4 0,6 4 0,-2-3 0,1-3 0,3 0 0,-8 1 0,0-9 0,-6-3 0,0-9 0,1-3 0,-1 3 0,-6-9 0,1-5 0,-8-7 0,1-11 0,5-6 0,-1-3 0</inkml:trace>
  <inkml:trace contextRef="#ctx0" brushRef="#br0" timeOffset="57">25865 8975 8912,'-8'-17'0,"0"-1"0,-3 1 0,-4 6 0,3-1 0,-3 10 0,-2 2 0,-6 16 0,0 12 0,-8 12 0,2 8 0,-3 6 0,-2 3 0,7 0 0,4-5 0,-2 1 0,2 5 0,8-12 0,9-1 0,4-6 0,2-5 0,0-7 0,0-4 0,8-12 0,3-5 0,10-6 0,2-6 0,8-19 0,-4-11 0</inkml:trace>
  <inkml:trace contextRef="#ctx0" brushRef="#br0" timeOffset="58">25882 8631 8912,'11'-12'0,"1"1"0,-1 7 0,6-2 0,8 5 0,4 1 0,4 7 0,3 7 0,2 9 0,2 11 0,-2 16 0,-9 13 0,-4 5 0,-8 7 0,-7 3 0,-4 6 0,-6-4 0,-6-5 0,-10-12 0,-6-6 0,-9-9 0,2-2 0,-1-10 0,1-1 0,-2-9 0,7-10 0,-1-5 0,0-5 0,2-20 0,6-5 0</inkml:trace>
  <inkml:trace contextRef="#ctx0" brushRef="#br0" timeOffset="59">6660 7840 8912,'2'10'0,"3"-5"0,-1-10 0,8-7 0,3-11 0,14-5 0,9-13 0,23-8 0,-24 19 0,3-1 0,6-5 0,3-3 0,6-8 0,3-1 0,7-3 0,2-2 0,6-5 0,3 0 0,-19 18 0,1 1 0,1 0 0,2-3 0,0 1 0,1-1-447,0 1 0,0-1 1,1 1-1,-1 1 0,0 0 1,-1 0 446,-3 1 0,-1 1 0,1 0 0,0 1 0,2 1 0,-1 0 0,0 2 0,0 1 0,-1 1 0,27-15 0,-1 2 0,-5 4 0,-2 0 0,-3 0 0,-2 2-78,-6 7 0,0 1 1,-3-1-1,-2-1 78,-5 1 0,-3 1 0,-6 2 0,-2 2 0,22-13 0,-16 14 0,-14 10 0,-11 9 0,-8 7 0,-9 0 0,-1 0 926,-8 0 1,0 2-927,0 3 0,-2-1 569,-4 8 0,4-7-569,-4 7 0,5-1 0,1 6 0,0 1 0,-8-9 0,-2-1 0</inkml:trace>
  <inkml:trace contextRef="#ctx0" brushRef="#br0" timeOffset="60">19515 10574 8912,'0'-12'0,"0"1"0,0-3 0,0-1 0,0-2 0,0 6 0,2 1 0,3 2 0,-3-5 0,8 19 0,-6-1 0,1 11 0,-1 7 0,-2 11 0,-2 12 0,0 4 0,0 1 0,0 3 0,0 3 0,0 4 0,0 8 0,0-2 0,0-4 0,0 2 0,0-8 0,0 4 0,0-9 0,2-5 0,4-12 0,-2-5 0,7-7 0,0 0 0,9-13 0,1-1 0,2-3 0,13-12 0,-2-5 0,12-4 0,0-3 0,-2-4 0,2-1 0,-2-6 0,2 6 0,0 0 0,-12 6 0,-7 2 0,-6 3 0,-6 3 0,-3 3 0,3 4 0,-15-11 0,0 7 0,0-8 0,-23-3 0,4-9 0</inkml:trace>
  <inkml:trace contextRef="#ctx0" brushRef="#br0" timeOffset="61">19704 10918 8912,'-17'15'0,"0"-2"0,-1-1 0,9-8 0,1 3 0,16-9 0,5-3 0,10-7 0,11-3 0,7-2 0,5-1 0,3-4 0,-3-1 0,4-2 0,1 2 0,-1 4 0,-4-4 0,-2 4 0,-4 2 0,-9 1 0,3 5 0,-11-5 0,-6 7 0,-24-8 0,-12 0 0</inkml:trace>
  <inkml:trace contextRef="#ctx0" brushRef="#br0" timeOffset="62">19687 10557 8912,'-33'0'0,"5"0"0,5 0 0,11 0 0,14-2 0,15-2 0,10-4 0,6-1 0,9-5 0,3-9 0,3 2 0,-2-7 0,2 5 0,-8-6 0,0 8 0,-5-2 0,-3 6 0,-3 6 0,-4-5 0,-8 5 0,-8-5 0,-1-1 0</inkml:trace>
  <inkml:trace contextRef="#ctx0" brushRef="#br0" timeOffset="63">19910 10350 8912,'-9'12'0,"3"-1"0,-2-5 0,3 5 0,-1 1 0,6 5 0,0 8 0,0 4 0,-2 11 0,-4 6 0,4 13 0,-3 9 0,3 11 0,2 13 0,-3-43 0,0 1 0,0 2 0,0-1 0,0 45 0,1-7 0,2-12 0,0-8 0,0-18 0,0-17 0,15-22 0,4-14 0</inkml:trace>
  <inkml:trace contextRef="#ctx0" brushRef="#br0" timeOffset="64">20994 10319 8912,'-1'-1'0,"-20"-1"0,-4 2 0,-2 0 0,-4 0 0,5 0 0,-3 0 0,2 0 0,-1 0 0,1 6 0,4-1 0,8 9 0,-7-3 0,1 4 0,6 3 0,6 1 0,-1 2 0,0 2 0,1 7 0,-3-1 0,-1 9 0,7 2 0,-7 10 0,3 0 0,-1 7 0,-1 4 0,7 2 0,-5 6 0,1 0 0,-1-1 0,6-1 0,-2-4 0,5-3 0,1-9 0,0-5 0,0-4 0,0-4 0,0-5 0,1-10 0,5-1 0,4-8 0,9-5 0,4-1 0,5-4 0,1-2 0,6-2 0,-3 0 0,14 0 0,-6-2 0,6-4 0,-6 2 0,6-7 0,0 7 0,6-2 0,-18 1 0</inkml:trace>
  <inkml:trace contextRef="#ctx0" brushRef="#br0" timeOffset="65">21459 10574 8912,'12'-15'0,"-1"3"0,-7-3 0,4 5 0,-8-7 0,0 0 0,0 0 0,0-1 0,-6 7 0,-2 0 0,-1-3 0,-3-1 0,3-2 0,-7 5 0,5 3 0,-4 1 0,-3 2 0,1 6 0,0 0 0,0 0 0,0 0 0,1 8 0,5 3 0,-3 10 0,9 2 0,-7 8 0,6-2 0,-1 9 0,1 2 0,4 6 0,-5-4 0,1 2 0,0 3 0,0 3 0,6 2 0,0-6 0,0-1 0,0-6 0,0 1 0,2-4 0,2-4 0,2-3 0,-2-6 0,-2-4 0,-2-2 0,0-7 0,0-2 0,0-8 0,0-8 0,-8-9 0,-2-10 0</inkml:trace>
  <inkml:trace contextRef="#ctx0" brushRef="#br0" timeOffset="66">20943 10900 8912,'17'10'0,"0"-2"0,1-8 0,-1 0 0,0 0 0,6-8 0,0-3 0,7-5 0,-1-1 0,4 0 0,1 0 0,1 5 0,-1 1 0,0 1 0,1-1 0,-1-12 0,1 4 0</inkml:trace>
  <inkml:trace contextRef="#ctx0" brushRef="#br0" timeOffset="67">22079 10419 8912,'0'-17'0,"-2"2"0,-4 3 0,2-1 0,-5 5 0,-1 0 0,1 1 0,-5 1 0,-9 6 0,2 2 0,-6 4 0,1 7 0,-1 8 0,0 6 0,-2 7 0,-3 8 0,3 4 0,-1 6 0,1 5 0,4-4 0,8 5 0,5-3 0,1 3 0,7-11 0,-2 5 0,10-12 0,2 0 0,13-9 0,-2-3 0,6-9 0,0 1 0,4-9 0,0-3 0,7-5 0,1-8 0,-9-5 0,14-15 0,-13-1 0</inkml:trace>
  <inkml:trace contextRef="#ctx0" brushRef="#br0" timeOffset="68">22130 10539 8912,'-9'-11'0,"3"-1"0,-4 9 0,9-13 0,-7 16 0,10 0 0,4 10 0,-3 7 0,9 6 0,-1-2 0,7 8 0,5-1 0,-1 7 0,-1-1 0,-1 1 0,-3 1 0,0 4 0,6-6 0,0 1 0,0-1 0,-6-5 0,2 3 0,2 1 0,2-5 0,-2-5 0,-2-6 0,-1-5 0,1-4 0,4-8 0,-4 0 0,4 0 0,-4-4 0,-2-8 0,-7 1 0,5-22 0,-6 7 0</inkml:trace>
  <inkml:trace contextRef="#ctx0" brushRef="#br0" timeOffset="69">22526 10557 8912,'-11'-2'0,"-1"-2"0,-1-2 0,-2 2 0,-3 2 0,1 2 0,-2 8 0,-4 4 0,-6 12 0,-9 11 0,-4 9 0,-2 5 0,6 5 0,-2 3 0,3-1 0,3 7 0,1-8 0,5 2 0,9-11 0,9-8 0,2-7 0,5-8 0,1-10 0,2-1 0,7-9 0,5 3 0,3-12 0,2-5 0,1-20 0,-1-5 0</inkml:trace>
  <inkml:trace contextRef="#ctx0" brushRef="#br0" timeOffset="70">22664 10264 8912,'-25'0'0,"12"0"0,-5 0 0,3-2 0,0-3 0,5 1 0,4-8 0,6 9 0,6-3 0,6 6 0,3 6 0,8 9 0,2 10 0,2 3 0,3 9 0,-5 5 0,0 9 0,-2 3 0,0 3 0,0 4 0,-6 8 0,-8-2 0,-3-2 0,-4-4 0,-2-2 0,0 4 0,0-6 0,-8-1 0,-3-10 0,-4-4 0,-3-8 0,1-7 0,0-4 0,0-4 0,0-10 0,7-9 0,2-9 0</inkml:trace>
  <inkml:trace contextRef="#ctx0" brushRef="#br0" timeOffset="71">22733 10058 8912,'-18'6'0,"1"-1"0,0-1 0,0-2 0,7-4 0,5-3 0,16 3 0,8-6 0,6 2 0,6 1 0,7-1 0,4 6 0,0 0 0,0 0 0,6 0 0,0 0 0,3 0 0,1 0 0,3 2 0,-9 3 0,-4 5 0,-2 7 0,-3 8 0,-5 4 0,-3 5 0,-6 6 0,-12 6 0,-5 11 0,2 4 0,-3 8 0,1 0 0,-6 0 0,-2 0 0,-3-1 0,3 5 0,-4-4 0,-2 1 0,3-12 0,-3 7 0,2-2 0,4 2 0,-3-2 0,-5-4 0,-2-9 0,-3-3 0,-2-1 0,-2-8 0,-4 2 0,-10-9 0,-7-2 0,-8-8 0,3 2 0,-7-4 0,-5-2 0,1-6 0,-7 1 0,6-8 0,-6 1 0,-1-5 0,-4-5 0,5-7 0,-1-11 0,1-3 0,-6-9 0</inkml:trace>
  <inkml:trace contextRef="#ctx0" brushRef="#br0" timeOffset="72">23920 11038 8912,'-17'0'0,"0"0"0,-1 0 0,1 0 0,0 0 0,9 0 0,8 0 0,12 0 0,9 0 0,13 0 0,12-2 0,4-2 0,2-1 0,-1-7 0,-1 6 0,-4 3 0,-6 1 0,-6-4 0,-5 0 0,4 0 0,-14 6 0,5 0 0</inkml:trace>
  <inkml:trace contextRef="#ctx0" brushRef="#br0" timeOffset="73">24058 11382 8912,'-35'17'0,"3"-2"0,3-3 0,12-5 0,11-7 0,12 0 0,5-5 0,12-1 0,6-9 0,13-1 0,8-7 0,5-3 0,8 5 0,-5-2-379,-1-4 1,2 0-1,3-7 1</inkml:trace>
  <inkml:trace contextRef="#ctx0" brushRef="#br0" timeOffset="74">26054 10591 8912,'21'-8'0,"-2"-3"0,-4-4 0,1-3 0,-1 3 0,2 0 0,0 1 0,1 1 0,-1-6 0,0 8 0,-2-5 0,-3-1 0,1 6 0,-5 1 0,1 2 0,-7 5 0,-4 8 0,-13 7 0,-12 3 0,-11 4 0,-4 2 0,-2 2 0,-8 8 0,-5-3 0,2-1 0,7 2 0,2-1 0,-2-1 0,-7 6 0,-3-5 0,-1 3 0,2-3 0,3 5 0,-3-4 0,5 1 0,8-1 0,12-6 0,13-4 0,9-8 0,10 1 0,2-8 0,4 1 0,5-3 0,12-2 0,10 0 0,7 0 0,6-2 0,-6-3 0,0 3 0,-6-4 0,-1 2 0,-5-2 0,5 4 0,-4-3 0,-4 3 0,-3 2 0,-8 0 0,-3 0 0,-7 2 0,2 3 0,-12 7 0,-5 11 0,-14 4 0,-8 9 0,-7 2 0,-4 2 0,6 6 0,-2-6 0,5 6 0,7-6 0,5 0 0,11-5 0,7-9 0,10-3 0,12-4 0,12-1 0,11-9 0,6-3 0,4-4 0,2-2 0,1 0 0,4 0 0,3-6 0,3 0 0,-4-5 0,-7 5 0,-6-5 0,0 5 0,-10 0 0,-2 6 0,-7 0 0,-10 0 0,-7 2 0,-4 4 0,-5 5 0,-10-3 0,-8-2 0,-16 3 0,-11 1 0</inkml:trace>
  <inkml:trace contextRef="#ctx0" brushRef="#br0" timeOffset="75">24471 12052 8912,'9'-2'0,"-3"-3"0,-4 3 0,0-6 0,4 8 0,5 0 0,6 0 0,4 0 0,4 2 0,2 4 0,2 3 0,5 9 0,-1-1 0,-5 0 0,-3 2 0,-8 4 0,-1 2 0,-5 5 0,-7-1 0,-8 2 0,-13 3 0,-12 6 0,-3-5 0,-3-1 0,-5 0 0,0-5 0,0-2 0,7-2 0,5-6 0,5-10 0,5-7 0,7-8 0,-4-11 0,5-10 0</inkml:trace>
  <inkml:trace contextRef="#ctx0" brushRef="#br0" timeOffset="76">24935 11915 8912,'-32'0'0,"1"2"0,5 2 0,1 1 0,-4 9 0,6-3 0,0 6 0,6 4 0,2 4 0,3 2 0,-1 2 0,7 5 0,0 4 0,6-3 0,2 3 0,2-11 0,4-1 0,1-3 0,8 0 0,6-6 0,2 2 0,-2-13 0,4 0 0,7-6 0,1-15 0,-1-5 0</inkml:trace>
  <inkml:trace contextRef="#ctx0" brushRef="#br0" timeOffset="77">25366 11932 8912,'-18'10'0,"-1"3"0,-4-7 0,2 7 0,-7 0 0,-3 8 0,-2 8 0,7 4 0,3 1 0,6 0 0,5 1 0,-1 5 0,7 0 0,8-6 0,9-5 0,7-8 0,5 2 0,3-4 0,1-2 0,6-7 0,-5-4 0,-3-6 0,-2-6 0,-4-4 0,-2-15 0,1-1 0</inkml:trace>
  <inkml:trace contextRef="#ctx0" brushRef="#br0" timeOffset="78">25107 12173 8912,'0'11'0,"2"-1"0,4-3 0,-2-1 0,7-6 0,1 0 0,5 0 0,8 0 0,4 0 0,5-6 0,8-1 0,10-3 0,9-3 0,-2-2 0,0-3 0</inkml:trace>
  <inkml:trace contextRef="#ctx0" brushRef="#br0" timeOffset="79">25779 12001 8912,'-27'7'0,"0"-5"0,4 4 0,4 2 0,-4-3 0,4 3 0,2-2 0,5 1 0,3 7 0,1-3 0,4 3 0,2 1 0,2 2 0,0 0 0,0 1 0,6 1 0,2 2 0,1 2 0,5-2 0,-1-2 0,-2-2 0,5 0 0,-5 0 0,-3-5 0,0-1 0,-3 3 0,1 1 0,0 2 0,-6 0 0,0-5 0,0-1 0,0-5 0,0 5 0,-6-5 0,0 6 0,-7-9 0,1 3 0,-3-4 0,6-10 0,3-3 0,4-12 0,2-4 0,0-7 0</inkml:trace>
  <inkml:trace contextRef="#ctx0" brushRef="#br0" timeOffset="80">25830 12156 8912,'12'0'0,"-1"0"0,-7 0 0,6 0 0,-5 0 0,-3 7 0,6-3 0,-6 6 0,3-3 0,-3 7 0,14-5 0,-12 8 0,7 1 0,-5-7 0,5 0 0,-1-5 0,3 4 0,-1-3 0,1-3 0,-3-2 0,1-2 0,1 0 0,5 0 0,-2-2 0,-4-4 0,5 3 0,-5-9 0,5 1 0,-1-6 0,-2 1 0,-1 5 0,-8-5 0,9 13 0,-7-9 0,-1 8 0,-5-1 0,0 10 0,8 5 0,-4 7 0,7 0 0,1-7 0,5-4 0,6 1 0,0-1 0,6 0 0,-6-6 0,1 0 0,-1 0 0,-4-6 0,4-2 0,-3 1 0,-3-1 0,0-5 0,0 3 0,-7 1 0,5 1 0,-13 12 0,4 7 0,-4 3 0,-2 14 0,0 1 0,0 7 0,0 4 0,0 6 0,0 4 0,0 1 0,0 1 0,0 0 0,0-3 0,0-3 0,0-6 0,0-11 0,0-4 0,0-8 0,0 0 0,-6-9 0,0-8 0,2-10 0,2-7 0,2-6 0,-2-4 0,-3-7 0,3 0 0,-6-16 0,8-4 0</inkml:trace>
  <inkml:trace contextRef="#ctx0" brushRef="#br0" timeOffset="81">26450 12121 8912,'0'-9'0,"2"1"0,3 8 0,-1-2 0,8-4 0,-7 4 0,7-3 0,-1 3 0,7 2 0,-1 0 0,0 0 0,0 2 0,0 3 0,1-1 0,-1 8 0,-2-1 0,-2 6 0,-3 1 0,-2-1 0,-3 0 0,-5 0 0,-1 0 0,-5 1 0,-2-1 0,-3 0 0,-5 0 0,5 0 0,1-1 0,-1-5 0,-1-3 0,3-1 0,-6-5 0,5 6 0</inkml:trace>
  <inkml:trace contextRef="#ctx0" brushRef="#br0" timeOffset="82">26811 12173 8912,'-9'0'0,"-1"0"0,4 0 0,4 7 0,-5 3 0,7 7 0,0 0 0,0 1 0,0 6 0,0 5 0,0 3 0,0 3 0,5-1 0,1 1 0,6-1 0,-7 0 0,1-5 0,-6 0 0,0-8 0,-2 0 0,-4-8 0,-3-5 0,-8-8 0</inkml:trace>
  <inkml:trace contextRef="#ctx0" brushRef="#br0" timeOffset="83">26828 12104 8912,'18'0'0,"-7"0"0,0 0 0,1 6 0,5-1 0,0 1 0,2-6 0,3 0 0,0 0 0,1 6 0,-5 0 0,6 7 0,-4-3 0,3 7 0,-6-6 0,-6 1 0,-3-1 0,-8 6 0,-2 1 0,-4-1 0,0 0 0,-11 0 0,4-2 0,-10-3 0,4 1 0,2-7 0,-8 0 0,-2-6 0</inkml:trace>
  <inkml:trace contextRef="#ctx0" brushRef="#br0" timeOffset="84">27568 11898 8912,'0'-18'0,"-7"1"0,-5 0 0,3 2 0,-3 3 0,-3 7 0,-6 3 0,0 11 0,-8 8 0,0 16 0,-5 13 0,5 5 0,3 7 0,1 5 0,4 4 0,2 7 0,1 1 0,7 5 0,1-6 0,3-1 0,3-2 0,4-6 0,6-8 0,-3-4 0,9-18 0,-6 1 0,5-13 0,1 0 0,5-14 0,0-3 0,0-6 0,0-6 0,1-3 0,-1-8 0</inkml:trace>
  <inkml:trace contextRef="#ctx0" brushRef="#br0" timeOffset="85">27551 12121 8912,'17'2'0,"2"6"0,4 7 0,6 6 0,4 11 0,1 1 0,0 7 0,1 4 0,-1-4 0,1 6 0,-3-8 0,-3 2 0,-4-5 0,-10-7 0,-2-5 0,-1-4 0,-8-9 0,3-2 0,-7-10 0,0-4 0,0-9 0,0-8 0,8-15 0,2 1 0</inkml:trace>
  <inkml:trace contextRef="#ctx0" brushRef="#br0" timeOffset="86">27947 12121 8912,'-17'10'0,"-1"-5"0,7 3 0,0-2 0,-7 9 0,-5 0 0,0 8 0,-1 4 0,3 9 0,-8 10 0,0 4 0,-5 1 0,7 7 0,4-1 0,0 6 0,6-7 0,7-7 0,7-7 0,3-13 0,0-6 0,0-12 0,7-3 0,5-8 0,3-15 0,2-4 0</inkml:trace>
  <inkml:trace contextRef="#ctx0" brushRef="#br0" timeOffset="87">27981 11468 8912,'0'-23'0,"0"0"0,2 2 0,4 2 0,0 9 0,11 5 0,-2 6 0,16 11 0,3 15 0,4 15 0,10 15 0,-2 23 0,-22-34 0,0 2-272,-1 5 0,0 3 0,-1 1 0,-2 0 272,-2-2 0,-2-1 0,-5 3 0,-3 1 0,-1-3 0,-2-1 0,-4 0 0,-2-1 0,-3-4 0,-4-1 0,-18 44 0,-22-12 0,-6-7-59,-3-8 1,-4-2 58,9-12 0,-1-3 0,12-14 0,1-3 0,6-8 0,-1-2 0,1-15 0,0-1 0</inkml:trace>
  <inkml:trace contextRef="#ctx0" brushRef="#br0" timeOffset="88">27155 10660 8912,'-17'0'0,"2"-2"0,3-4 0,1-2 0,11-3 0,4-2 0,13 7 0,0 0 0,0 8 0,2 2 0,4 2 0,-4 7 0,4-2 0,2 5 0,-2-1 0,-4 0 0,-5 3 0,-1-5 0,-7 10 0,5-2 0,-5 0 0,-4 4 0,-6 1 0,-5 3 0,-9 5 0,-1-5 0,-4 0 0,4-6 0,-4 5 0,-2-7 0,2 2 0,0-11 0,6-7 0,0-3 0,0-2 0,0-7 0,-1-5 0,9-11 0,1-3 0</inkml:trace>
  <inkml:trace contextRef="#ctx0" brushRef="#br0" timeOffset="89">27517 10574 8912,'0'-17'0,"0"-1"0,0 1 0,-2 8 0,-4 5 0,-5 8 0,-3 13 0,3 11 0,-5 5 0,5 1 0,-2 1 0,1-1 0,-1-1 0,7-5 0,-2 5 0,3-5 0,3-3 0,-4-2 0,4-4 0,10-3 0,3-5 0,4-3 0,3-8 0,5-2 0,0-4 0,1-2 0,-1-3 0,4-12 0,8 4 0</inkml:trace>
  <inkml:trace contextRef="#ctx0" brushRef="#br0" timeOffset="90">27930 10746 8912,'-12'0'0,"1"0"0,7 0 0,-11 0 0,13 0 0,-6 0 0,8 0 0,0 0 0,0-8 0,0 6 0,8-5 0,-6 7 0,5-2 0,-7-4 0,0 4 0,0-6 0,0 8 0,0 0 0,0-7 0,0 5 0,0-6 0,0 8 0,0 0 0,8 0 0,-6 0 0,5 0 0</inkml:trace>
  <inkml:trace contextRef="#ctx0" brushRef="#br0" timeOffset="91">26777 10471 8912,'15'-8'0,"-4"-3"0,-5-5 0,-4-1 0,-2-2 0,0-4 0,0 4 0,0-4 0,-2 4 0,-4 2 0,-1-2 0,-7-2 0,3 0 0,-2 5 0,3 1 0,-1 9 0,-1-5 0,-5 5 0,0 2 0,-1 12 0,1 9 0,0 10 0,0 13 0,5 6 0,3 9 0,1 4 0,4 3 0,2 3 0,2 9 0,0-3-123,0 3 0,0-3 123,0-2 0,0-1 0,0 1 0,0-10 0,0-7 0,0-8 0,0-10 0,0-1 0,0-5 0,-2-5 0,-3-11 0,-7-6 0,-3-5 0,-2-1 0</inkml:trace>
  <inkml:trace contextRef="#ctx0" brushRef="#br0" timeOffset="92">26381 11021 8912,'-2'9'0,"-4"-3"0,4-2 0,-3 2 0,5-4 0,7 3 0,9-5 0,5-5 0,15 1 0,-2-8 0,12-5 0,0-6 0,4 0 0,1-2 0,-5 6 0,0-4 0,-2-1 0,2 1 0,-6 0 0,-11 5 0,3-6 0,-5-3 0</inkml:trace>
  <inkml:trace contextRef="#ctx0" brushRef="#br0" timeOffset="93">27172 10333 8912,'-24'0'0,"5"0"0,-4 0 0,2 0 0,-2 0 0,3 0 0,-4 2 0,1 4 0,0 5 0,-4 12 0,10 6 0,-4 5 0,9 6 0,5 4 0,1 10 0,4 3 0,2 6 0,2-4 0,4-1 0,9-7 0,8-5 0,2 2 0,-2-8 0,-4-2 0,6-9 0,-2-6 0,0-4 0,7-10 0,-1-3 0,-2-6 0,1-6 0,1-7 0,5-16 0,1-7 0,-1-16 0</inkml:trace>
  <inkml:trace contextRef="#ctx0" brushRef="#br0" timeOffset="94">27723 10316 8912,'12'0'0,"-1"0"0,3 0 0,-5 0 0,3 0 0,-1 0 0,4 2 0,-1 5 0,-3 11 0,-5 6 0,5 11 0,-1 7 0,1 6 0,-5 5 0,-4 4 0,4 6 0,0-5 0,-1-1 0,-5-5 0,0-6 0,0-1 0,-7-6 0,-5 1 0,-3-4 0,-2-2 0,-2-5 0,-4-2 0,-6 0 0,-4-1 0,5-5 0,-1 2 0,6-6 0,-6-5 0,16-4 0,-10-8 0,14 0 0</inkml:trace>
  <inkml:trace contextRef="#ctx0" brushRef="#br0" timeOffset="95">28825 10539 8912,'0'-17'0,"0"6"0,1 1 0,3 1 0,2-1 0,-2-3 0,-2 3 0,-2-1 0,0-1 0,0 5 0,0 7 0,0 11 0,0 10 0,0 8 0,0 11 0,5 4 0,1 7 0,-2 1 0,-2 0 0,-2-1 0,0 1 0,0-1 0,0-1 0,0-4 0,0-6 0,0-6 0,0-5 0,0 3 0,2-20 0,4-1 0,-4-9 0,3-7 0,5-13 0,-1-8 0</inkml:trace>
  <inkml:trace contextRef="#ctx0" brushRef="#br0" timeOffset="96">29065 10488 8912,'10'-12'0,"-2"3"0,-3-1 0,1 1 0,-2-5 0,-2-1 0,-2 5 0,0 10 0,0 12 0,0 13 0,0 7 0,0 8 0,0 4 0,0 4 0,0 7 0,0 3 0,0-3 0,0 4 0,0-1 0,0-1 0,0-7 0,0-4 0,0-6 0,-2-4 0,-4-2 0,2-15 0,-7-7 0,-1-8 0,-5-12 0,0-1 0</inkml:trace>
  <inkml:trace contextRef="#ctx0" brushRef="#br0" timeOffset="97">28618 10419 8912,'-17'-17'0,"2"0"0,3-1 0,4 1 0,22 2 0,5 4 0,8 3 0,9 0 0,8 6 0,13-3 0,5 3 0,6 2 0,15 5-233,3 1 0,2 8 233,-8-3 0,-11 4 0,-14 4 0,-9 4 0,-12 6 0,-14 3 0,-15 3 0,-5 1 0,-5 4 0,-11-9 0,-7 3 0,-13-3 0,0 3 0,-4 1 0,-3-1 0,3-7 0,6-4 0,-1-6 233,1-6 0,5 5-233,1-5 0,7-3 0,2-1 0,7-7 0,8-4 0,-1-7 0,10 0 0,5-14 0</inkml:trace>
  <inkml:trace contextRef="#ctx0" brushRef="#br0" timeOffset="98">29874 10402 8912,'-23'0'0,"-2"0"0,-1 0 0,-5 0 0,4 0 0,-1 0 0,7 9 0,-2 7 0,2 9 0,-2 7 0,11 0 0,1 14 0,1 0 0,4 6 0,1 1 0,5 5 0,2-5 0,3 4 0,3-3 0,5-4 0,-1-3 0,1-1 0,3-10 0,1-1 0,-6-8 0,1-10 0,-1-2 0,6-4 0,1-7 0,-1-15 0,8-8 0,1-16 0</inkml:trace>
  <inkml:trace contextRef="#ctx0" brushRef="#br0" timeOffset="99">29943 10557 8912,'-9'-8'0,"-7"6"0,14-4 0,-3 12 0,10 6 0,7 10 0,5-1 0,6 8 0,2 4 0,5 3 0,-1-4 0,2 1 0,1-1 0,3 3 0,-3-3 0,-3-3 0,1 1 0,-7-7 0,-2 0 0,-9-6 0,3 1 0,-15-9 0,0-3 0,-2-8 0,-9-9 0,-1-1 0,-5-13 0</inkml:trace>
  <inkml:trace contextRef="#ctx0" brushRef="#br0" timeOffset="100">30236 10660 8912,'-25'9'0,"6"7"0,-4-5 0,2 6 0,-2 6 0,-4 6 0,0 3 0,-3 3 0,7-1 0,-6 6 0,6 0 0,8 2 0,9-2 0,-2-5 0,3-1 0,7-3 0,9-12 0,6-6 0,6-3 0,4-4 0,7-6 0,1-8 0,-1-4 0,1-18 0,-1-6 0</inkml:trace>
  <inkml:trace contextRef="#ctx0" brushRef="#br0" timeOffset="101">30391 10763 8912,'11'-2'0,"-1"-4"0,-3-5 0,7-3 0,-3 3 0,4-2 0,3 7 0,-1-6 0,2 5 0,2-1 0,2 0 0,2 3 0,-2 5 0,-4 0 0,4 0 0,-4 5 0,-2 1 0,-7 8 0,-3-5 0</inkml:trace>
  <inkml:trace contextRef="#ctx0" brushRef="#br0" timeOffset="102">30442 11038 8912,'0'17'0,"0"0"0,0 1 0,0-9 0,0-1 0,8-22 0,3-3 0,12-10 0,6 3 0,5-1 0,6 0 0,-1-4 0,7 6 0,-8-1 0,2 1 0,-4-4 0,6-8 0,2 1 0</inkml:trace>
  <inkml:trace contextRef="#ctx0" brushRef="#br0" timeOffset="103">30976 10643 8912,'0'-10'0,"0"2"0,7 8 0,5 0 0,3 0 0,2 0 0,2 8 0,2 3 0,2 7 0,-2 5 0,-2-2 0,-1 7 0,-9 1 0,-3 5 0,-4 1 0,-2-1 0,-4 0 0,-7 1 0,-3-1 0,-13 1 0,1-3 0,-1-3 0,4 1 0,-6-7 0,14 0 0,-2-6 0,3-7 0,5-2 0,16-31 0,13-6 0</inkml:trace>
  <inkml:trace contextRef="#ctx0" brushRef="#br0" timeOffset="104">31492 10539 8912,'-17'0'0,"-2"0"0,-2 0 0,-2 0 0,-2 0 0,2 0 0,-4 14 0,-7 3 0,-7 14 0,3 1 0,4 8 0,3 4 0,16 2 0,-2 5 0,11 1 0,0 0 0,14-8 0,9-4 0,8-6 0,9-5 0,8 1 0,4-9 0,2-5 0,-2-9 0,4-5 0,-4-2 0,-4 0 0,-2 0 0,-6-2 0,-5-3 0,-4-13 0,0-8 0,1-9 0</inkml:trace>
  <inkml:trace contextRef="#ctx0" brushRef="#br0" timeOffset="105">31509 10230 8912,'-17'-8'0,"0"-1"0,1-3 0,3 1 0,2-1 0,-3 3 0,8 1 0,6 8 0,10 4 0,13 7 0,6 12 0,3 8 0,4 5 0,5 4 0,3 6 0,0 4 0,3 3 0,-7 5 0,-1 5 0,-11 9 0,-7 3 0,-7-3 0,-7 5 0,-7-3 0,-15 3 0,-8-3 0,-15-5 0,-8 0 0,-4-8 0,-1-2 0,-1-5 0,0 3 0,-7-11 0,-2-4 0</inkml:trace>
  <inkml:trace contextRef="#ctx0" brushRef="#br0" timeOffset="106">26742 5743 8912,'17'0'0,"-7"0"0,5-8 0,-11 0 0,6-5 0,-3 1 0,1 9 0,-4-5 0,2 0 0,-1 6 0,-5-13 0,0 13 0,8-5 0,-6 14 0,4 5 0,1 5 0,1 8 0,0 11 0,-1 14 0,7 13 0,-3 17 0,12 8-208,-9-37 1,1 1-1,-2 1 1,0 1 207,2-2 0,-1-1 0,-1 1 0,1-1 0,15 35 0,-5-11 0,-6-20 0,-3-9 0,-4-12 0,5 1 0,-14-24 0,5-18 0,-7-22 0</inkml:trace>
  <inkml:trace contextRef="#ctx0" brushRef="#br0" timeOffset="107">2960 13755 8912,'-10'-8'0,"-3"4"0,5-7 0,-1-3 0,3 5 0,-5-3 0,7 8 0,-4-1 0,10 12 0,4 12 0,7 14 0,6 13 0,6 9 0,2 8 0,3 12 0,9 7 0,-18-38 0,0 2 0,1 2 0,0 1 0,16 37 0,2-6 0,-11-17 0,-6-11 0,-4-14 0,-2-13 0,0-10 0,-1-30 0,-5-8 0,4-15 0,-3-8 0,3-6 0,2-5 0,1-4 0,-1-8 0,-2 0-147,-3 1 1,1-7 146,-7 1 0,-1-12 0,-5 5 0,0 9 0,0 14 0,6 15 0,0 8 0,1 10 0,-1 14 0,-2 11 0,8 13 0,1 8 0,2 8 0,-5 3 0,-3 3 0</inkml:trace>
  <inkml:trace contextRef="#ctx0" brushRef="#br0" timeOffset="108">4096 14116 8912,'-44'0'0,"4"0"0,-3 0 0,3 0 0,0 0 0,6 0 0,1 1 0,5 5 0,-1 6 0,12 11 0,-2 3 0,13 9 0,0 1 0,6 4 0,2-4 0,4 6 0,5-1 0,4-1 0,3-2 0,-1-9 0,0-5 0,0-6 0,1-1 0,-1-8 0,0-3 0,-6-4 0,1-2 0,-8-8 0,1-3 0,-3-4 0,0-5 0,2-1 0,2-1 0,0-7 0,-6 6 0,0-6 0,0 6 0,1 0 0,5 6 0,-4 0 0,4 0 0,2 5 0,-3 1 0,9 0 0,-5 1 0,8 4 0,1 6 0,-1 6 0,0 4 0,2 7 0,4 0 0,6 0 0,-2 6 0,1 0 0,1 0 0,5-6 0,1-7 0,-1-5 0,-7-3 0,5-2 0,-5 0 0</inkml:trace>
  <inkml:trace contextRef="#ctx0" brushRef="#br0" timeOffset="109">4440 14184 8912,'17'6'0,"0"0"0,-5 0 0,-1-6 0,1 0 0,5 1 0,0 5 0,0-2 0,1 7 0,-7-5 0,0 4 0,3-1 0,1 1 0,-3 1 0,-1 7 0,-7-1 0,2 0 0,-4-6 0,-2 1 0,0-1 0,0 6 0,-2-7 0,-2-6 0,-2-8 0,0-7 0,6-12 0,0-6 0,0-11 0,2-2 0,4-8 0,5 0 0,5-3 0,9-2 0,3 3 0,5 2 0,1 5 0,3 2 0,3 9 0,-4 7 0,6 3 0</inkml:trace>
  <inkml:trace contextRef="#ctx0" brushRef="#br0" timeOffset="110">5920 13411 8912,'-2'-18'0,"-4"1"0,-5 0 0,-5 0 0,-1 2 0,0 1 0,-2 5 0,-4 1 0,2 2 0,-8 6 0,2 2 0,-3 2 0,1 4 0,-1 1 0,5 1 0,2 1 0,4 10 0,1-4 0,1 4 0,0-3 0,2-1 0,3 0 0,-3 6 0,3 0 0,-3 2 0,-2-2 0,2-2 0,3 7 0,-3-1 0,3 6 0,-3-1 0,-2 4 0,7 10 0,5 0 0,-3 7 0,0 11 0,1 8 0,-1 5 0,2 7 0,6-4 0,0-4-147,0-1 0,2-1 147,4-5 0,-2-4 0,7-13 0,3-9 0,9-2 0,3-13 0,9-5 0,1-6 0,4-5 0,-2-5 0,10-7 0,4-1 0,3-5 0,-3-2 0,-6-3 0,-8-5 0,2 5 0,-3-2 0,-3 1 0,-9-3 147,-8 3 0,-7-3-147,-10-2 0,7-8 0,3-2 0</inkml:trace>
  <inkml:trace contextRef="#ctx0" brushRef="#br0" timeOffset="111">6143 13772 8912,'0'9'0,"0"1"0,0-4 0,0-5 0,0 15 0,2-5 0,4 4 0,6 3 0,5 5 0,6 0 0,5 7 0,13-1 0,3 3 0,7 3 0,1-1 0,-1 0 0,-5-7 0,0-4 0,-13-10 0,-1-3 0,-5-2 0,-4 5 0,-6-3 0</inkml:trace>
  <inkml:trace contextRef="#ctx0" brushRef="#br0" timeOffset="112">6677 13720 8912,'-8'17'0,"4"-5"0,-7-1 0,0 3 0,-7 9 0,-5 3 0,-1 12 0,-5 6 0,-7 8 0,1 11 0,-5 0 0,4-2 0,1 2 0,5-7 0,5-1 0,9-7 0,7-8 0,3-4 0,6-1 0,2-11 0,4-6 0,-2-9 0,5-11 0,-1-3 0,5-13 0,-3-8 0</inkml:trace>
  <inkml:trace contextRef="#ctx0" brushRef="#br0" timeOffset="113">6453 13359 8912,'-9'-17'0,"1"0"0,8-1 0,0 1 0,10 0 0,7 0 0,13 2 0,14 3 0,4 5 0,6-1 0,7 6 0,-2-4 0,2 4 0,4 2 0,0 8 0,-2 3 0,1 5 0,-13 1 0,-11 6 0,-17 0 0,-5 7 0,-5-1 0,-4 3 0,-1 3 0,-2 1 0,-6 4 0,-2-2 0,-4 8 0,4 6 0,-3 5 0,-3 2 0,2-1 0,0 5 0,6 11 0,0-3-125,0 3 1,2-3 124,4-2 0,-4-2 0,4-4 0,-4 2 0,-2-8 0,0-3 0,0-7 0,-2 1 0,-4-8 0,-9 6 0,-8-6 0,-8-7 0,2-10 0,-5-4 0,-6-2 0,-2 0 0,-4 0 0,2-7 62,4-4 0,-2-5 1,-6-2-1,4-5-62,2-6 0,2-5 0,5-6 0,1 2 0,0-7 0,5 5 0,0-6 0,10 8 0,2-2 0,2-2 0,9 2 0,0 0 0,6 6 0,13 0 0,7 0 0,4 0 0,13-8 0,7-2 0</inkml:trace>
  <inkml:trace contextRef="#ctx0" brushRef="#br0" timeOffset="114">7864 13944 8912,'-11'0'0,"-1"0"0,-1 0 0,5 0 0,5 0 0,12 0 0,8 0 0,14 0 0,3 0 0,3-6 0,9-2 0,-1-1 0,-1-5 0,4 5 0,-8-3 0,6 7 0,-6-7 0,-5 8 0,-6-1 0,-14 3 0,2 2 0,-11 0 0,0 2 0,-12 3 0,-11 5 0,-10 7 0</inkml:trace>
  <inkml:trace contextRef="#ctx0" brushRef="#br0" timeOffset="115">8019 14339 8912,'-17'10'0,"0"-5"0,5-3 0,1-2 0,9 0 0,2 0 0,10 0 0,11 0 0,3-2 0,3-3 0,2-5 0,5-7 0,1 0 0,-1 0 0,-1-1 0,-3 3 0,-1 4 0,0-12 0,5 4 0</inkml:trace>
  <inkml:trace contextRef="#ctx0" brushRef="#br0" timeOffset="116">11014 13101 8912,'11'0'0,"-1"-2"0,-1-2 0,-1-3 0,-1-3 0,-1 6 0,-6-11 0,-2 13 0,-3-3 0,3 3 0,-8 2 0,4 2 0,-7 1 0,-8 3 0,-8 13 0,-11-2 0,-12 12 0,-11 0 0,-11 3 0,-7 3 0,36-15 0,-1 2 0,-2 0 0,0 1 0,0 1 0,0 0 0,2-1 0,1 0 0,-34 23-139,10-12 0,8 4 139,10-9 0,14-6 0,9-6 0,7 0 0,11-15 0,4 6 0,12-8 0,0 0 0,11 0 0,-2 0 0,16 0 0,3 0 0,5 0 0,6-8 139,-4-3 0,6 1-139,-1-1 0,2-1 0,-2-5 0,-4 6 0,-8-1 0,-1 8 0,-4-1 0,-5 3 0,-8 4 0,-5 3 0,-13 11 0,-15 7 0,-10 13 0,-13-2 0,-4 12 0,-7 0 0,-7 6-184,1 5 1,0-4 183,5 5 0,-5-5 0,-1-1 0,1 1 0,7 1 0,4-3 0,6-7 0,6-5 0,5-5 0,6-2 0,12-3 0,3-10 0,8-7 0,9-7 0,9 7 0,14-3 0,14 3 0,13-5 0,10-7 0,11-1 0,10-5 0,-41 2 0,0-2 0,5-1 0,1-3 0,2-2 0,1-1-180,4-1 1,2 0 0,0-2 0,2-1 179,2 0 0,1 0 0,2-4 0,0 0 0,-2-2 0,0 0 0,-2 1 0,-1 0 0,-6 0 0,-1 0 0,-2 1 0,-1 0 0,-4 1 0,-1 2 0,39-13 0,-21 2 0,-19 14 0,-28-2 0,-10 11 0,-4-1 0,-10 7 0,-4 0 0,-2 2 0,-7 3 0,-2 7 0,-8 3 0,-8 4 542,-7 4 0,-6 2-542,-11 4 0,-12 3 0,-9-5 0</inkml:trace>
  <inkml:trace contextRef="#ctx0" brushRef="#br0" timeOffset="117">8845 15474 8912,'-17'-6'0,"0"-2"0,2-1 0,1-3 0,5 1 0,1 0 0,4-3 0,2 7 0,4-1 0,4 8 0,5 0 0,5 0 0,3 6 0,2 1 0,4 3 0,1 3 0,-3 2 0,4 3 0,0-1 0,0 0 0,-6 0 0,2 0 0,-6 1 0,-4 1 0,-3 2 0,-3 2 0,-1 7 0,-6-1 0,-9 3 0,-9 3 0,-6 1 0,-11 2 0,1 4 0,-1 2 0,1-6 0,-1 3 0,9-13 0,3-5 0,4-4 0,9-17 0,-5-11 0,5-18 0</inkml:trace>
  <inkml:trace contextRef="#ctx0" brushRef="#br0" timeOffset="118">9241 15302 8912,'-17'17'0,"-6"-5"0,0-1 0,-2 0 0,4 7 0,-2 1 0,2 4 0,8-2 0,1 7 0,8 1 0,-1 5 0,3 7 0,2-1 0,2-2 0,3-2 0,-1 4 0,8 0 0,-8 0 0,1-5 0,3-6 0,-2-1 0,5-1 0,-5 2 0,7-12 0,4-10 0,10-7 0</inkml:trace>
  <inkml:trace contextRef="#ctx0" brushRef="#br0" timeOffset="119">9757 15250 8912,'-2'10'0,"-3"-4"0,-5 1 0,-7-1 0,0 7 0,-1-1 0,1 11 0,0 5 0,0 5 0,0 1 0,5 6 0,1 0 0,7 6 0,-2-6 0,4 6 0,2-6 0,0-1 0,0-9 0,0-1 0,0 1 0,2-5 0,4-2 0,3-9 0,9-3 0,-7-1 0,1 1 0,-1-3 0,6-16 0,0-2 0</inkml:trace>
  <inkml:trace contextRef="#ctx0" brushRef="#br0" timeOffset="120">9499 15749 8912,'-32'0'0,"3"0"0,6 0 0,4 0 0,9 0 0,3 0 0,24 0 0,10 0 0,11-2 0,6-4 0,2-3 0,5-8 0,1-6 0,0 0 0,-6-6 0,-1 6 0,1 0 0,6-2 0,0-1 0</inkml:trace>
  <inkml:trace contextRef="#ctx0" brushRef="#br0" timeOffset="121">10325 15353 8912,'-17'0'0,"-2"0"0,-4 0 0,2 0 0,-8 0 0,6 6 0,-3 2 0,1-1 0,4 1 0,1 6 0,3-3 0,2-1 0,4 1 0,3 0 0,8 7 0,0 1 0,0 4 0,2-6 0,4 2 0,5-6 0,4 1 0,2 1 0,1 2 0,5-5 0,0-1 0,0-1 0,-6 1 0,0 4 0,0-3 0,-5 3 0,-3 4 0,-1 2 0,-4 2 0,3 0 0,-1-6 0,0 6 0,-6 0 0,0 0 0,0-6 0,-8 0 0,-3-1 0,-3-3 0,3-1 0,-4-3 0,3 3 0,-3-5 0,-2-7 0,5 0 0,1 0 0,7-2 0,-2-3 0,4-7 0,2-11 0,0-4 0,0-7 0</inkml:trace>
  <inkml:trace contextRef="#ctx0" brushRef="#br0" timeOffset="122">10377 15508 8912,'0'-17'0,"0"0"0,-8 0 0,6 7 0,-5 4 0,7 12 0,2 4 0,1 7 0,5 0 0,2 0 0,1 0 0,6 1 0,-5-1 0,-1 0 0,6-2 0,6-3 0,0 1 0,-6-7 0,1 0 0,-1 1 0,0-5 0,0 4 0,1-6 0,-1-6 0,-2-3 0,-3-9 0,1-1 0,-7-4 0,1 2 0,-1-7 0,-4 1 0,4-2 0,-4 4 0,-2 8 0,0 0 0,0 8 0,0 5 0,0 15 0,0 3 0,0 14 0,7-5 0,5 6 0,3-6 0,2 5 0,2-7 0,2 0 0,4-5 0,2-5 0,-6-7 0,2 2 0,-4-4 0,-2-2 0,1-2 0,-1-4 0,-6-4 0,-1-9 0,-3-2 0,-3-2 0,-2-5 0,-2 5 0,6 0 0,0 6 0,-1-1 0,-5 1 0,0 8 0,0 3 0,0 12 0,0 11 0,0 12 0,0 5 0,0 6 0,2 4 0,2 9 0,4 5 0,1 5 0,-3-4 0,5-2 0,-5-3 0,6-3 0,-7-1 0,7-4 0,-8-4 0,3-10 0,1-3 0,-6-10 0,4-7 0,-4-10 0,-2-2 0,-2-10 0,-4-13 0,2-6 0,-7-11 0,1-6 0,-1-11 0,-3 2 0,8-8 0,-7 4 0,2-6 0,-3-2 0,3 2 0,-5 2 0,5 0 0,1 3 0,-1 9 0,7 9 0,-2 7 0,5 16 0,1 12 0,1 7 0,5 0 0,6 0 0,5 5 0,6 3 0,5 0 0,5-1 0,-1 5 0,-3-6 0,2 5 0,-8-5 0,2 7 0,-3-1 0,-8 1 0,3-2 0,-11 5 0,0-5 0,-5 4 0,-1 3 0,-1 1 0,-5 4 0,-9-2 0,-8 7 0,0-5 0,5 6 0,1-2 0,0 3 0,0-3 0,0-2 0,-1-2 0,1-6 0</inkml:trace>
  <inkml:trace contextRef="#ctx0" brushRef="#br0" timeOffset="123">11478 15560 8912,'8'-10'0,"-6"3"0,5 7 0,-7 2 0,0 3 0,-2 5 0,-3 7 0,3 8 0,-4 3 0,4 11 0,2 1 0,0 8 0,0-1 0,0 7 0,0 3 0,0 0 0,0-5 0,0-2 0,0-4 0,0 1 0,0-7 0,-2-7 0,-3-10 0,-5-12 0,-7-11 0,0-9 0</inkml:trace>
  <inkml:trace contextRef="#ctx0" brushRef="#br0" timeOffset="124">11358 15577 8912,'-10'-8'0,"3"6"0,7-5 0,9 7 0,8 0 0,8 0 0,10 0 0,1 0 0,4 0 0,-4 7 0,5 5 0,-5 3 0,-2 2 0,-7 1 0,-4-1 0,-6 6 0,-5 0 0,-5 5 0,-7-5 0,-2 6 0,-3-6 0,-11 2 0,-8-2 0,-1 3 0,0 1 0,2-4 0,6-12 0,-1-3 0,1-8 0</inkml:trace>
  <inkml:trace contextRef="#ctx0" brushRef="#br0" timeOffset="125">11943 15250 8912,'-25'10'0,"0"3"0,-4-7 0,-1 9 0,7 2 0,2 12 0,2 9 0,2 8 0,-1 11 0,3 3 0,4 5 0,5-2 0,4 2 0,10-6 0,3-2 0,6-7 0,6-10 0,-2-2 0,8-15 0,-6 2 0,6-2 0,-3-12 0,3 1 0,2-8 0,-8-4 0,1-4 0,-3-6 0,2-7 0,8-12 0,-4 3 0</inkml:trace>
  <inkml:trace contextRef="#ctx0" brushRef="#br0" timeOffset="126">12218 15525 8912,'-17'-7'0,"5"3"0,3-8 0,-1-1 0,1-2 0,5 3 0,-4 3 0,3-1 0,-1 1 0,2 5 0,10 0 0,5 8 0,5 7 0,6 7 0,1 4 0,8 5 0,-2 8 0,3-1 0,3 0 0,-3-1 0,-3-4 0,1 3 0,-7-3 0,6-5 0,-6-1 0,0 0 0,-8-4 0,-1-5 0,-3-5 0,-7 5 0,4-14 0,-8 0 0,0-8 0,0-17 0,0-2 0</inkml:trace>
  <inkml:trace contextRef="#ctx0" brushRef="#br0" timeOffset="127">12545 15560 8912,'-15'7'0,"3"5"0,-3 3 0,4 2 0,-5 8 0,-1 4 0,-6 3 0,0 3 0,0-1 0,6 0 0,6 1 0,-1-1 0,8-1 0,-1-5 0,5-3 0,5-8 0,5 1 0,7-3 0,0-4 0,0-5 0,1-6 0,-1-6 0,0-11 0,0-10 0</inkml:trace>
  <inkml:trace contextRef="#ctx0" brushRef="#br0" timeOffset="128">12717 14924 8912,'0'-18'0,"0"1"0,0 0 0,2 2 0,2 1 0,2 3 0,7 7 0,-1-2 0,9 8 0,3 10 0,3 13 0,4 11 0,1 15 0,3 13 0,-1 4-244,1 7 1,-9 3 243,-3 8 0,-6 2 0,-5 0 0,-6 0 0,-4-4 0,-10-6 0,-4-3 0,-10-10 0,-9-20 0,-7-4 0,-14-5 0,-9-2 0</inkml:trace>
  <inkml:trace contextRef="#ctx0" brushRef="#br0" timeOffset="129">4285 11966 8912,'-10'-7'0,"3"3"0,5-6 0,-2 1 0,-2-1 0,2-3 0,-3 3 0,1-1 0,-7 7 0,1 0 0,-3 8 0,3 15 0,1 14 0,-1 7 0,3 4 0,-4 3 0,7 11 0,0-5 0,6 5 0,2-5 0,4-1 0,3-14 0,8-4 0,3-18 0,3-5 0,3-11 0,1-11 0,6-10 0,-5-20 0,-3-3 0,-2-7 0,-10-1 0,-1 1 0,-8 5 0,2 0 0,-12 8 0,-6-2 0,-11 11 0,-5 6 0,-5 12 0,-1 5 0,7 6 0,4 6 0,4 5 0,2 4 0,7 8 0,4 0 0,12 0 0,6-6 0,11 8 0,3 2 0</inkml:trace>
  <inkml:trace contextRef="#ctx0" brushRef="#br0" timeOffset="130">4612 12052 8912,'0'-11'0,"0"-1"0,0 7 0,0-7 0,2 8 0,4-1 0,-3 12 0,9 11 0,-1 1 0,7 9 0,-1-5 0,0 6 0,0 0 0,0-3 0,1 7 0,-1-5 0,-6-3 0,1-2 0,-8-4 0,1-2 0,-3 1 0,-2-18 0,0-12 0,0-11 0,0-11 0,2-8 0,4-4 0,-2-4 0,7-1 0,-1 1 0,1 4 0,4-1 0,-3 6 0,9 1 0,2 6 0,0 1 0,-6 5 0,8-5 0,2 7 0</inkml:trace>
  <inkml:trace contextRef="#ctx0" brushRef="#br0" timeOffset="131">5180 11554 8912,'0'11'0,"0"1"0,7-7 0,5 7 0,-1-1 0,7 7 0,-3 1 0,14 4 0,-1 11 0,7 12 0,-1 11 0,1 8 0,-3 6 0,-3 3 0,-6 8 0,-12-1 0,-3-5 0,-12-1 0,-6-5 0,-7-1 0,-17 2 0,-1 3 0,-11-13 0,1-3 0,1-7 0,-2-11-257,7-7 1,-18-8 0,4-8 0</inkml:trace>
  <inkml:trace contextRef="#ctx0" brushRef="#br0" timeOffset="132">3717 11605 8912,'-59'-15'0,"13"11"0,0-7 0,6 7 0,2 8 0,-3 9 0,3 16 0,10 21 0,5 18 0,11 18-337,8-35 1,2 1 0,8 9-1,4 1 337,2 3 0,4 1 0,4 5 0,2-2 0,6-3 0,2-2 0,1 0 0,3 0 0,1-3 0,2-2 0,2 0 0,3-3 0,2-6 0,4-3 0,-2-3 0,3-6 0,3-9 0,1-4 0,1-3 0,1-2 0,0 2 0,1-2 0,1-7 0,1-3 0,-3-1 0,1 1 0</inkml:trace>
  <inkml:trace contextRef="#ctx0" brushRef="#br0" timeOffset="133">13044 13084 8912,'-17'6'0,"-2"-1"0,-2 1 0,-2 0 0,0 2 0,-2 1 0,-4 4 0,-3 3 0,-3 9 0,1 7 0,0 12 0,-1 13 0,3 14 0,5 5 0,8 3 0,5 3 0,11 2 0,-3 2 0,4 0 0,2 0 0,8-10 0,3-5 0,4-10 0,3-7 0,-1-9 0,0-16 0,0-6 0,0-12 0,1-3 0,-1-16 0,8-16 0,1-13 0</inkml:trace>
  <inkml:trace contextRef="#ctx0" brushRef="#br0" timeOffset="134">13302 13600 8912,'-11'0'0,"-1"0"0,-1 0 0,-2 0 0,-1-2 0,5-4 0,5 2 0,12-5 0,5 1 0,5 4 0,7 2 0,1 2 0,3 0 0,4 0 0,-1 8 0,-1 3 0,2 5 0,-6 1 0,-2 2 0,-4 4 0,0-2 0,-14 8 0,7-1 0,-6 7 0,-4 1 0,-6 4 0,-12-4 0,-6 5 0,-9-1 0,2-6 0,-1 2 0,1-13 0,2 4 0,6-8 0,-2-4 0,2-11 0,10-4 0,3-15 0,0-19 0,-1-10 0</inkml:trace>
  <inkml:trace contextRef="#ctx0" brushRef="#br0" timeOffset="135">13853 13514 8912,'0'-17'0,"-2"-1"0,-4 1 0,-3 2 0,-8 3 0,-1 5 0,-1 7 0,-4 4 0,-5 7 0,-7 10 0,-5 19 0,6 4 0,-1 8 0,3-1 0,9 1 0,7 5 0,11 2 0,3 1 0,2-1 0,7-4 0,5-9 0,11-11 0,6-13 0,3-4 0,2-7 0,1-3 0,-1-8 0,6-2 0,1-4 0,-1-11 0,-6-10 0,1-7 0</inkml:trace>
  <inkml:trace contextRef="#ctx0" brushRef="#br0" timeOffset="136">14472 13703 8912,'-11'0'0,"0"0"0,-1 0 0,3 0 0,3 0 0,12 0 0,-1 0 0,11 0 0,5 0 0,3 0 0,5 0 0,6 0 0,-1 0 0,0 0 0,1 0 0,-1 0 0,1 0 0,-1 0 0,-1 0 0,-5 0 0,-1 0 0,-4 0 0,-10 0 0,5 0 0,-13 0 0,1 0 0,-12 0 0,-5 0 0,-6 0 0,-6 0 0,2-6 0,-8 0 0,6 1 0,-6 5 0,8 0 0,-2 0 0,-2 0 0,1 0 0,-1 0 0,0 0 0,4 2 0,9 3 0,-3-3 0,4 4 0,3-4 0,0-2 0,10 0 0,4 0 0,9-2 0,8-4 0,15-3 0,-1-8 0</inkml:trace>
  <inkml:trace contextRef="#ctx0" brushRef="#br0" timeOffset="137">15591 13462 8912,'0'-17'0,"0"0"0,0 0 0,0-1 0,0 1 0,2 0 0,2 0 0,2 0 0,-1-1 0,-3 3 0,4 4 0,-4 5 0,4 12 0,-5 5 0,-1 12 0,0 4 0,0 9 0,0 2 0,0 3 0,0 6 0,0-1 0,0-2 0,0 2 0,0-6 0,0 6 0,0-2 0,0 2 0,8-6 0,4-10 0,3-3 0,2-2 0,2-4 0,4-10 0,4-3 0,7-8 0,3-2 0,3-4 0,2-3 0,4-8 0,-6-1 0,-11 1 0,-5 2 0,-6 4 0,-1-3 0,-2 6 0,-3-1 0,-5-3 0,-7-5 0,-7 8 0,-11-14 0,-8 4 0</inkml:trace>
  <inkml:trace contextRef="#ctx0" brushRef="#br0" timeOffset="138">15677 13669 8912,'-17'7'0,"0"-3"0,-1 7 0,9-7 0,-6 4 0,17-8 0,3 0 0,12-2 0,18-4 0,1-3 0,4-8 0,4 5 0,8 1 0,-8 1 0,-2-3 0,-2 3 0,0 3 0,-5-5 0,-7 6 0,-7-7 0,-3 3 0,-18-14 0,-10-3 0</inkml:trace>
  <inkml:trace contextRef="#ctx0" brushRef="#br0" timeOffset="139">15574 13393 8912,'-12'-11'0,"1"0"0,5 5 0,-5-6 0,7 9 0,-4-13 0,8 5 0,8 1 0,3-1 0,14-1 0,10-5 0,7 2 0,9 1 0,3 5 0,3 1 0,-3-3 0,3 5 0,0-5 0,-5 5 0,4-8 0,-12 5 0</inkml:trace>
  <inkml:trace contextRef="#ctx0" brushRef="#br0" timeOffset="140">16813 13273 8912,'-8'-9'0,"4"1"0,-5 6 0,-1-2 0,1-3 0,-5-3 0,-1 0 0,0-3 0,1 4 0,3 1 0,-1 0 0,-5 4 0,0-1 0,0-7 0,0 6 0,5 1 0,1 5 0,-3 0 0,-1 0 0,3 7 0,1 5 0,0 5 0,-7 6 0,7 6 0,-1 11 0,-1 6 0,-2 3 0,3 3 0,1-1 0,7 9 0,-2 3 0,4-2 0,2 2 0,2-8 0,2 3 0,4-5 0,1-1 0,3-10 0,5-8 0,0-1 0,0-11 0,8-4 0,4-7 0,-2-1 0,1 1 0,1-5 0,-2-4 0,5-2 0,-3 0 0,3-2 0,3-4 0,-8 2 0,-4-7 0,1 5 0,-1-5 0,0-1 0,-5-5 0,-1 0 0,-8-8 0,-1-2 0</inkml:trace>
  <inkml:trace contextRef="#ctx0" brushRef="#br0" timeOffset="141">15677 13445 8912,'15'-11'0,"-3"-1"0,1 6 0,-5-3 0,0-1 0,-1 1 0,5 3 0,-7-5 0,1-1 0,-6-5 0,0 0 0,0-1 0,-2 9 0,-4 3 0,5 8 0,-5 10 0,-2 7 0,2 15 0,1 8 0,5 4 0,0 4 0,0 1 0,2 1 0,3-1 0,7 3 0,3 3 0,2-3 0,1 3 0,-1-5 0,0-7 0,8-10 0,2-10 0</inkml:trace>
  <inkml:trace contextRef="#ctx0" brushRef="#br0" timeOffset="142">16985 13497 8912,'11'0'0,"-1"2"0,0 3 0,-1 7 0,3 5 0,5 4 0,0 4 0,0 2 0,6-1 0,2 5 0,0-4 0,0-3 0,3 5 0,-5-6 0,-2-2 0,-1-2 0,-9-4 0,0-3 0,3-6 0,-7-12 0,1-4 0</inkml:trace>
  <inkml:trace contextRef="#ctx0" brushRef="#br0" timeOffset="143">17226 13514 8912,'0'9'0,"0"7"0,0-5 0,-2 4 0,-4 3 0,-3-1 0,-9 2 0,1 2 0,0 2 0,0 5 0,0-5 0,-1 8 0,1-2 0,8-5 0,3-1 0,-2-4 0,3-1 0,-1-9 0,13-16 0,3-13 0</inkml:trace>
  <inkml:trace contextRef="#ctx0" brushRef="#br0" timeOffset="144">17243 13187 8912,'0'10'0,"2"-3"0,4-7 0,-4 0 0,13 0 0,-4 0 0,5 0 0,1 0 0,8-2 0,3-3 0,11 1 0,1-8 0,0 1 0,-6-6 0,-1 5 0,-4 3 0,-6 1 0,-4 4 0,-2-3 0,0 1 0,-7 2 0,-5 10 0,-1 3 0,2 9 0,-4 6 0,4 5 0,-4 4 0,-2 3 0,0 2 0,0 2 0,1 8 0,5-2 0,-2 2 0,7-3 0,-7 5 0,2-4 0,2-2 0,-3 0 0,-1-2 0,-2-4 0,-2-2 0,0-1 0,-8-3 0,-3-3 0,-4 1 0,-2-7 0,-1 0 0,1-6 0,-2 1 0,-4-1 0,4-2 0,-6-3 0,2-5 0,0 1 0,-6-6 0,7 3 0,-9-3 0,2-2 0,2 0 0,-1 0 0,7 0 0,-2 0 0,4-5 0,3-3 0,5-2 0,5-3 0,4-2 0,18-10 0,3-2 0</inkml:trace>
  <inkml:trace contextRef="#ctx0" brushRef="#br0" timeOffset="145">17914 12757 8912,'-9'-2'0,"1"-1"0,0-3 0,6 0 0,2 8 0,12 4 0,5 5 0,6 5 0,10 8 0,9 7 0,2 7 0,3 8 0,-4 19 0,-1 11 0,-23-32 0,0 2 0,-1 5 0,-2 1 0,1 1 0,-3 1 0,-4 6 0,-3 1 0,-1-9 0,-2-1 0,-2 2 0,-1 1 0,-2-5 0,-1-1 0,-10 42 0,-3-8-129,-2-2 1,-4-15 128,3-2 0,-3-15 0,10-8 0,-4-5 0,-3-7 0,1-5 0,0-4 0,7-9 0,3-4 0,7-12 0,0-19 0,0-11 0</inkml:trace>
  <inkml:trace contextRef="#ctx0" brushRef="#br0" timeOffset="146">18224 12259 8912,'0'-19'0,"0"-2"0,0-2 0,2 4 0,4 3 0,5 5 0,4-3 0,3 5 0,1-1 0,2 3 0,2 3 0,7 4 0,-3 6 0,2 5 0,-1 4 0,-8 4 0,-1 4 0,-8 6 0,-3 4 0,-2 1 0,-6 0 0,-8 3 0,-5 1 0,-7 2 0,-3-2 0,-5 4 0,5-2 0,0 6 0,6-6 0,-1-2 0,1-9 0,2 2 0,3-8 0,9-2 0,6-2 0,9-4 0,11-4 0,11 3 0,12-8 0,6-3 0,5-8 0,-1 1 0,7-8 0,0 7 0,6-7 0,-10 3 0,-9-5 0,-12 5 0,-8 1 0,-8-5 0,-5 11 0,-17-6 0,-4 8 0,-8 0 0,1 0 0,-6 2 0,0 4 0,7-4 0,2 5 0,8-7 0</inkml:trace>
  <inkml:trace contextRef="#ctx0" brushRef="#br0" timeOffset="147">18826 13497 8912,'-5'11'0,"-3"-1"0,0-1 0,-1 3 0,1 7 0,0 7 0,3 9 0,5 5 0,0 6 0,0 4 0,2 9 0,1 4 0,5 4 0,2 1 0,1-8 0,6-7 0,-1-9 0,-5-8 0,4-5 0,-3-14 0,-3-11 0,3-12 0,-8-11 0,3-17 0</inkml:trace>
  <inkml:trace contextRef="#ctx0" brushRef="#br0" timeOffset="148">18930 13583 8912,'0'17'0,"0"8"0,0 3 0,5 14 0,3 10 0,1 9 0,5 6 0,-5 0 0,3-4 0,-1 2 0,7-8 0,-7-2 0,-1-11 0,-1-9 0,1-10 0,-6-6 0,3-10 0,-7-9 0,-7-17 0,-3-10 0</inkml:trace>
  <inkml:trace contextRef="#ctx0" brushRef="#br0" timeOffset="149">18637 13583 8912,'17'0'0,"0"0"0,1-2 0,-1-4 0,2-2 0,4-3 0,4-4 0,7 3 0,8-3 0,4-2 0,9-6 0,3 0 0,-5 4 0,-5 5 0,-2 7 0,-12 7 0,3 0 0,-14 0 0,-6 9 0,-6 8 0,-7 8 0,2 10 0,-12-1 0,-5 0 0,-6 7 0,-6-1 0,-4-2 0,0-2 0,-5 4 0,3 0 0,4-1 0,2-11 0,4 3 0,2-8 0,7 0 0,3-18 0,7-10 0,0-13 0,0-16 0</inkml:trace>
  <inkml:trace contextRef="#ctx0" brushRef="#br0" timeOffset="150">19773 13376 8912,'-8'-9'0,"-1"-7"0,-9 13 0,1-9 0,0 8 0,0-1 0,-2 7 0,-2 9 0,-4 12 0,-2 7 0,4 12 0,-6 4 0,1 12 0,-5 7 0,3 9 0,1 12 0,8 6 0,9-44 0,1 1 0,-1 45-206,7-8 1,3-8 205,2-3 0,15-20 0,8-11 0,10-14 0,7-12 0,-2-3 0,8-9 0,-8-1 0,2-5 0,-3-7 0,-9 1 0,1-11 0,0-4 0</inkml:trace>
  <inkml:trace contextRef="#ctx0" brushRef="#br0" timeOffset="151">19790 13617 8912,'-11'6'0,"-1"-1"0,8 1 0,-3-4 0,8 4 0,5 5 0,6 5 0,9 8 0,4 5 0,-1 4 0,3 1 0,0 0 0,4 1 0,-5 5 0,3 0 0,-6 0 0,4-6 0,-2-1 0,-4-4 0,-10-3 0,-5-3 0,-4-9 0,-2 3 0,-2-11 0,-4-1 0,4-3 0,-21-9 0,4-3 0</inkml:trace>
  <inkml:trace contextRef="#ctx0" brushRef="#br0" timeOffset="152">20048 13686 8912,'-8'17'0,"-3"-2"0,-4-1 0,-3-3 0,-1 1 0,-4 5 0,2 8 0,-7 3 0,5 5 0,-6 1 0,8 0 0,-4 3 0,4 1 0,4 2 0,2-6 0,9-5 0,4-8 0,-4 2 0,12-4 0,4-9 0,7-5 0,0-5 0,0-5 0,0-5 0,1-15 0,-1-1 0</inkml:trace>
  <inkml:trace contextRef="#ctx0" brushRef="#br0" timeOffset="153">20323 13703 8912,'8'9'0,"4"-3"0,3-4 0,2-2 0,0-6 0,0 1 0,1-1 0,-1 4 0,0-2 0,0-2 0,1 1 0,-1 5 0,0 0 0,0 0 0,0 0 0,1 0 0,-1 0 0,0 0 0</inkml:trace>
  <inkml:trace contextRef="#ctx0" brushRef="#br0" timeOffset="154">20478 14047 8912,'-17'17'0,"0"0"0,0 0 0,5-7 0,1-4 0,7-4 0,-2-4 0,12-4 0,3-4 0,9-7 0,1 0 0,4 0 0,-2-6 0,7 0 0,1 2 0,-2 2 0,4 0 0,-9-4 0,1 4 0,2-14 0,2 6 0</inkml:trace>
  <inkml:trace contextRef="#ctx0" brushRef="#br0" timeOffset="155">20788 13634 8912,'12'10'0,"-1"-5"0,2-3 0,3-2 0,1 0 0,0 0 0,-5 0 0,-1 0 0,1 0 0,5 0 0,0 8 0,0 2 0,0 1 0,1 0 0,-1 1 0,0 5 0,-7 6 0,-5 0 0,3 2 0,-2-2 0,-2-2 0,-10 5 0,-6 1 0,-3 0 0,-2-4 0,0 6 0,1-8 0,5 2 0,-4-4 0,13-10 0,2-9 0,9-9 0</inkml:trace>
  <inkml:trace contextRef="#ctx0" brushRef="#br0" timeOffset="156">21236 13617 8912,'-29'0'0,"2"0"0,0 0 0,1 0 0,3 6 0,-6-1 0,8 9 0,-2-3 0,6 6 0,3 4 0,5 4 0,1 2 0,6 0 0,14 1 0,1 3 0,16-8 0,5 0 0,6-6 0,2-2 0,-3-3 0,1-6 0,-2-5 0,-2-1 0,-1-15 0,-1-4 0</inkml:trace>
  <inkml:trace contextRef="#ctx0" brushRef="#br0" timeOffset="157">21287 12981 8912,'0'27'0,"0"-5"0,0-2 0,0-3 0,10 2 0,7 4 0,8 5 0,9 14 0,1 10 0,-1 9 0,-1 21 0,-5 10 0,-15-39 0,-3 1-60,-3 3 0,-2 1 1,-1 1-1,-3 0 0,-2 0 1,-3 1-1,-2-1 0,-2 0 60,-1 2 0,-3-2 0,0-7 0,-3-1-145,-1 4 0,-2-1 0,0-3 0,0 0 145,-2 0 0,0 1 0,-2 3 0,0 1 0,-2-1 0,0 0 0,0 3 0,0-1 0,0-2 0,0-1 0,1-2 0,0 1 0</inkml:trace>
  <inkml:trace contextRef="#ctx0" brushRef="#br0" timeOffset="158">17604 16832 8912,'-26'0'0,"3"0"0,4 0 0,1 0 0,1 0 0,10 0 0,8-2 0,15-2 0,11-1 0,15-14 0,9 1 0,5-8 0,11 1 0,3-2 0,1-4 0,-2 7 0,-6 1 0,-4 4 0,-11 3 0,-8 5 0,-15 3 0,-17 8 0</inkml:trace>
  <inkml:trace contextRef="#ctx0" brushRef="#br0" timeOffset="159">17639 17262 8912,'0'9'0,"0"7"0,0-14 0,8 5 0,3-7 0,6-2 0,6-3 0,12-7 0,10-9 0,5-4 0,2-1 0,1 5 0,5-2 0,3-4 0,8 0 0</inkml:trace>
  <inkml:trace contextRef="#ctx0" brushRef="#br0" timeOffset="160">19084 16540 8912,'0'-12'0,"0"1"0,0-2 0,-1-3 0,-3-1 0,-2 0 0,-2 2 0,4 5 0,-1 10 0,-1 17 0,6 18 0,0 10 0,0 11 0,0 13 0,0 9 0,0 2 0,0 0 0,0-7 0,0 1 0,6-5 0,1-6 0,1-5 0,0-5 0,-3-9 0,-5-4 0,0-11 0,-7-12 0,-3-9 0</inkml:trace>
  <inkml:trace contextRef="#ctx0" brushRef="#br0" timeOffset="161">18930 16591 8912,'0'-17'0,"-8"0"0,6 0 0,-6 7 0,16-3 0,3 7 0,12-1 0,6 1 0,4 4 0,1-4 0,6-2 0,0 3 0,-1 1 0,-3 2 0,-9 4 0,-4 4 0,-6 3 0,-6 8 0,-5 8 0,-12 4 0,-11 11 0,-12 6 0,-9 4 0,-2 1 0,2-1 0,1-4 0,5 1 0,3-6 0,6-1 0,12-6 0,3-15 0,8 4 0,0-13 0</inkml:trace>
  <inkml:trace contextRef="#ctx0" brushRef="#br0" timeOffset="162">19566 16798 8912,'0'17'0,"0"0"0,2-7 0,4-5 0,11-12 0,12-10 0,11-8 0,6-10 0,4 1 0,-1 0 0,-1 1 0,-2 4 0,-8 10 0,2 8 0,-3 5 0,-3-5 0,-7 7 0,-4-2 0,-4 4 0,-2 2 0</inkml:trace>
  <inkml:trace contextRef="#ctx0" brushRef="#br0" timeOffset="163">20272 16540 8912,'0'19'0,"0"4"0,0 5 0,0 13 0,0 10 0,0 12 0,0 4 0,0 2 0,6 0 0,1-1 0,3-1 0,3-4 0,-3-5 0,1-13 0,-7-10 0,2-12 0,-4-12 0,-2-3 0,-8-16 0,-2-1 0</inkml:trace>
  <inkml:trace contextRef="#ctx0" brushRef="#br0" timeOffset="164">20203 16557 8912,'17'0'0,"0"0"0,1 0 0,-1-6 0,0 1 0,2-3 0,4 4 0,4-2 0,0 3 0,5 1 0,-3 2 0,-2 0 0,1 0 0,-7 7 0,2 5 0,-4 3 0,-3 4 0,-5 2 0,-5 2 0,-4 2 0,-2-2 0,-8 2 0,-3 3 0,-5-3 0,-1-8 0,0-1 0,0-5 0,0-3 0,-1-8 0,1-8 0,8-9 0,1-10 0</inkml:trace>
  <inkml:trace contextRef="#ctx0" brushRef="#br0" timeOffset="165">20702 16093 8912,'44'-17'0,"-2"-6"0,-8 0 0,1-8 0,-1 3 0,1 1 0,-1-2 0,1 10 0,-3 2 0,-3 9 0,-6 8 0,-12 6 0,-3 5 0,-8 12 0,-8 6 0,-3 11 0,-6 4 0,-6 8 0,3-1 0,-3 1 0,4-6 0,2-2 0,2-2 0,3-4 0,-1-2 0,7-2 0,1-7 0,5-4 0,1-6 0,5-5 0,6-5 0,11-7 0,5-1 0,12-5 0,-1-4 0,7-9 0,-1-2 0,-1-2 0,-1 0 0,-9 6 0,-5 6 0,-1-1 0,1 1 0,-2-7 0,-2 1 0</inkml:trace>
  <inkml:trace contextRef="#ctx0" brushRef="#br0" timeOffset="166">21494 16540 8912,'-8'17'0,"-2"0"0,1 0 0,-6-7 0,15-2 0,0-8 0,11 0 0,10 0 0,6-2 0,7-4 0,8-2 0,4-3 0,-2-4 0,2 3 0,-8 3 0,1-1 0,-9 2 0,-7 5 0,-4-7 0,-2 0 0</inkml:trace>
  <inkml:trace contextRef="#ctx0" brushRef="#br0" timeOffset="167">21476 16918 8912,'-9'0'0,"-1"6"0,5 0 0,3-1 0,2-5 0,13 0 0,8 0 0,6-7 0,9-5 0,4-3 0,6-2 0,2-1 0,-2 1 0,4-8 0,-6-1 0,7-9 0</inkml:trace>
  <inkml:trace contextRef="#ctx0" brushRef="#br0" timeOffset="168">23042 16179 8912,'10'2'0,"-6"5"0,-6 10 0,-4 12 0,2 9 0,2 14 0,2 13 0,0 7 0,0 9 0,0 3 0,0 2 0,0-6 0,0-4 0,2-3 0,4-6 0,-2-14 0,5-7 0,-1-15 0,-4-10 0,-2-12 0,-10-9 0,-1-9 0</inkml:trace>
  <inkml:trace contextRef="#ctx0" brushRef="#br0" timeOffset="169">22853 16333 8912,'17'-17'0,"1"0"0,-1 0 0,2 2 0,4 3 0,-2-3 0,8 5 0,3-1 0,6-1 0,1 9 0,6-3 0,-1 6 0,2 6 0,-4 3 0,-7 8 0,-5 2 0,-7 4 0,-2 4 0,-15 7 0,0 1 0,-10-1 0,-6 1 0,-7-1 0,-11 0 0,-1 1 0,-4-7 0,-1 1 0,1-8 0,5 2 0,3-6 0,8-5 0,-1 1 0,1-7 0,8-2 0,3-10 0,4-4 0,10-14 0,1-3 0</inkml:trace>
  <inkml:trace contextRef="#ctx0" brushRef="#br0" timeOffset="170">24195 15990 8912,'-17'0'0,"0"0"0,0-6 0,0 0 0,-1 0 0,1 6 0,0 0 0,0 2 0,0 6 0,-1 9 0,-5 10 0,0 13 0,-5 12 0,5 11 0,-2 13 0,2 10 0,6 6 0,8-44 0,1 1 0,-1 1 0,2 0 0,2 43 0,3-1 0,5-4 0,9-2 0,11-18 0,-2-10 0,8-18 0,-6-11 0,5-7 0,1-10 0,5-6 0,1-8 0,-1-10 0,1-7 0,-1-15 0</inkml:trace>
  <inkml:trace contextRef="#ctx0" brushRef="#br0" timeOffset="171">24385 16437 8912,'17'0'0,"-8"0"0,-3 7 0,-12 5 0,-1 11 0,-5 5 0,-3 11 0,5 4 0,1 5 0,3 6 0,4 1 0,2-3 0,0-1 0,0 1 0,8-8 0,3-4 0,5-11 0,1-7 0,0-10 0,0-4 0,1-8 0</inkml:trace>
  <inkml:trace contextRef="#ctx0" brushRef="#br0" timeOffset="172">24815 16591 8912,'0'18'0,"0"-7"0,0 1 0,0-9 0,2 5 0,4-8 0,7 0 0,8 0 0,8-2 0,11-4 0,-2-3 0,8-8 0,0-1 0,5 1 0,1 0 0,0 0 0,-8 0 0,5-1 0,-5 1 0</inkml:trace>
  <inkml:trace contextRef="#ctx0" brushRef="#br0" timeOffset="173">25727 16402 8912,'-10'12'0,"5"-1"0,-3-5 0,2 5 0,1 7 0,5 4 0,-6 9 0,0-2 0,0 5 0,6 6 0,0 4 0,0 8 0,0-1 0,0 1 0,0-1 0,0 1 0,2-2 0,4-4 0,-4-10 0,4-7 0,1-14 0,-1 2 0,7-11 0,-11-6 0,14-10 0,-7-7 0</inkml:trace>
  <inkml:trace contextRef="#ctx0" brushRef="#br0" timeOffset="174">25658 16419 8912,'-9'-7'0,"1"5"0,8-13 0,0 13 0,4-6 0,7 8 0,3 0 0,14 0 0,1 0 0,5 2 0,1 4 0,-1 5 0,-1 4 0,-5 3 0,1-1 0,-12 0 0,2 2 0,-13 4 0,-2-2 0,-10 8 0,-5-8 0,-10 4 0,-4-2 0,-2-1 0,-2-1 0,-5-9 0,0 1 0,-1-7 0,8 0 0,4-6 0,-3-8 0,-1-1 0</inkml:trace>
  <inkml:trace contextRef="#ctx0" brushRef="#br0" timeOffset="175">26002 15715 8912,'18'0'0,"-1"-2"0,2-2 0,4-2 0,4 0 0,7 6 0,6 2 0,2 8 0,2 13 0,4 15 0,-8 27 0,-5 15 0,-19-31 0,-2 3-328,-4 7 0,-3 3 0,1 3 0,-2 2 328,-5 1 0,-2 1 0,-3-2 0,-2 0 0,-1-6 0,-3 0 0,-4 1 0,-3 0 0,-3 1 0,-4 0 0,-1 3 0,-5-2 0,-6-3 0,-3-1 0,1 2 0,-2 0-255,-2-5 0,-2 0 1,-3 7-1,0 0 255,-2 5 0,1 0 0,0 1 0,0 1 0,-1 6 0,1 1 0</inkml:trace>
  <inkml:trace contextRef="#ctx0" brushRef="#br0" timeOffset="176">946 18139 8912,'-19'0'0,"-2"0"0,-2 0 0,6 0 0,10 0 0,16 0 0,20 0 0,5 0 0,6 0 0,4 0 0,8-2 0,0-2 0,-1-2 0,-1-1 0,-4 1 0,-4 4 0,-8-4 0,-5-1 0,-2 1 0,-4 4 0,-8 6 0,-5 5 0,-18 9 0,-17 6 0,-11 3 0</inkml:trace>
  <inkml:trace contextRef="#ctx0" brushRef="#br0" timeOffset="177">981 18534 8912,'-10'8'0,"-5"-6"0,13 5 0,-4-7 0,12 0 0,6 0 0,11 0 0,5-7 0,12-5 0,-1-3 0,7-2 0,-3 0 0,3-1 0,-5 1 0,-5 0 0,-2 0 0,1-8 0,-1-2 0</inkml:trace>
  <inkml:trace contextRef="#ctx0" brushRef="#br0" timeOffset="178">1342 17812 8912,'2'-11'0,"4"-1"0,5 8 0,12-1 0,10 3 0,7 2 0,8 2 0,-2 3 0,1 7 0,-1 11 0,2 3 0,-8 9 0,-1-1 0,-11 1 0,-3 7 0,-10 4 0,-3 3 0,-6 3 0,-14 7 0,-9 4 0,-2-4 0,-10-1 0,8-5 0,-2-1 0,-2-5 0,2-6 0,0-1 0,6-21 0,0 6 0</inkml:trace>
  <inkml:trace contextRef="#ctx0" brushRef="#br0" timeOffset="179">2564 17417 8912,'12'-2'0,"-1"-4"0,2-5 0,3-5 0,-5 5 0,1-1 0,-7 9 0,7-3 0,-8 12 0,1 5 0,-3 12 0,-2 7 0,2 9 0,4 7 0,-4 1 0,4-1 0,-4 6 0,-2-1 0,5 3 0,1 9 0,0-10 0,-6-1 0,5-1 0,1-7 0,0 2 0,2 0 0,-6-13 0,3 1 0,5-11 0,1 0 0,5-10 0,1-1 0,6-9 0,0 3 0,7-4 0,-1-2 0,3-2 0,3-4 0,-1-3 0,1-8 0,-3 0 0,-3-1 0,3 1 0,-3 0 0,-4 0 0,-2 0 0,-4-1 0,-9-6 0,-3-3 0</inkml:trace>
  <inkml:trace contextRef="#ctx0" brushRef="#br0" timeOffset="180">2891 17932 8912,'-17'0'0,"0"0"0,-1 0 0,9 0 0,1 0 0,10 0 0,4-1 0,5-5 0,12-2 0,6-3 0,5-5 0,7 5 0,1-6 0,3-6 0,3 4 0,-8-4 0,1 6 0,-7 5 0,-1-3 0,-3 5 0,-3 1 0,-2 3 0,-8 2 0,-6-2 0,-7 5 0,4-7 0</inkml:trace>
  <inkml:trace contextRef="#ctx0" brushRef="#br0" timeOffset="181">2994 17640 8912,'-11'0'0,"-1"0"0,1 0 0,-6 0 0,7 0 0,2 0 0,8 0 0,14-6 0,5-1 0,6-3 0,5-3 0,5-2 0,5-3 0,-2-5 0,8 1 0,-8-1 0,3 5 0,-5-4 0,-2-1 0,-7 5 0,-4 7 0,-4-6 0,-2-6 0,-7 0 0,-10 6 0,-10-1 0</inkml:trace>
  <inkml:trace contextRef="#ctx0" brushRef="#br0" timeOffset="182">2994 17296 8912,'-17'0'0,"6"6"0,-1 0 0,6-1 0,-5-5 0,7 8 0,-4 2 0,8 7 0,0 8 0,0 3 0,0 7 0,2 5 0,4 6 0,6 3 0,-5 13 0,-1 6 0,2 1 0,-3 6 0,1-3-103,-6 3 0,0-10 103,0 3 0,0-10 0,0-1 0,0-11 0,0-6 0,0-11 0,0-6 0,0-20 0,0-5 0</inkml:trace>
  <inkml:trace contextRef="#ctx0" brushRef="#br0" timeOffset="183">4044 17417 8912,'34'-8'0,"-9"-2"0,-6-7 0,-7 0 0,-4 0 0,-3 0 0,-7-1 0,-3 1 0,-5 6 0,-7-1 0,-2 9 0,-2-5 0,-2 2 0,2 0 0,-4 1 0,2 5 0,-6 0 0,6 0 0,-2 7 0,3 5 0,2-3 0,-3 3 0,2-1 0,2 6 0,-2 3 0,0 3 0,12 1 0,-9 5 0,5 5 0,-4 1 0,5 1 0,1 10 0,5 2 0,-5 9 0,7 4 0,-2 8 0,-1-2 0,1-4 0,0 4 0,6-4 0,0 2 0,0-2 0,0-6 0,0-3 0,2-11 0,4-2 0,3-7 0,8-5 0,1-5 0,-1-6 0,2-9 0,4-3 0,4-4 0,7-2 0,6 0 0,0-2 0,-1-2 0,-3-2 0,-2-5 0,1 5 0,-6-5 0,-1 5 0,-7 0 0,2 6 0,-9-5 0,-3-1 0,-7-8 0,11 5 0,-5-8 0</inkml:trace>
  <inkml:trace contextRef="#ctx0" brushRef="#br0" timeOffset="184">4216 17726 8912,'-8'-17'0,"5"0"0,-9 0 0,8 7 0,-5-3 0,3 7 0,4 0 0,0 14 0,8 3 0,7 10 0,-1 2 0,9 6 0,2-6 0,0 7 0,-6-1 0,6 2 0,0-3 0,0 3 0,-6-6 0,0-1 0,0 1 0,1 4 0,-1-6 0,4 0 0,-4-6 0,8 0 0,-14 0 0,9-5 0,-9-1 0,4-7 0,1 2 0,-5-12 0,-1-3 0,-5-9 0,-3-6 0,6-3 0</inkml:trace>
  <inkml:trace contextRef="#ctx0" brushRef="#br0" timeOffset="185">4560 17726 8912,'0'-17'0,"0"0"0,0 0 0,0 7 0,0 2 0,-2 12 0,-3 8 0,-5 7 0,-7 15 0,-2 6 0,-4 0 0,4 6 0,-4-4 0,4 2 0,1 4 0,1-4 0,0 2 0,2-6 0,3 6 0,5-10 0,7-2 0,0-7 0,0-10 0,0-7 0,0-2 0</inkml:trace>
  <inkml:trace contextRef="#ctx0" brushRef="#br0" timeOffset="186">4423 17399 8912,'9'-7'0,"1"5"0,-5-4 0,7-1 0,9-1 0,6 0 0,5 1 0,-1-7 0,9 3 0,-4 3 0,-1 2 0,1 4 0,0 2 0,1 0 0,-5 0 0,-7 2 0,4 4 0,-6 6 0,5 11 0,-7-2 0,2 7 0,-3 3 0,-3 9 0,0 4 0,0 7 0,0 3 0,1 3 0,-1 2 0,0 6 0,0-2 0,0 2 0,-1-5 0,-5-3 0,3-4 0,-9-1 0,1-2 0,-6-5 0,0-4 0,0-13 0,-8 3 0,-3-8 0,-4-2 0,-3-10 0,1-1 0,0-5 0,0-3 0,0 4 0,-6-4 0,0-2 0,-2 0 0,4 0 0,-2 0 0,2 0 0,-4 0 0,2 0 0,0-10 0,6-7 0,0-8 0,-1-9 0,9-8 0,-6-10 0,5-9 0</inkml:trace>
  <inkml:trace contextRef="#ctx0" brushRef="#br0" timeOffset="187">5472 17726 8912,'33'0'0,"-4"0"0,-7 0 0,-2 0 0,-3-6 0,0 1 0,0-7 0,0 6 0,1 1 0,-1 5 0,0-6 0,2-2 0,2 1 0,2-1 0,6 2 0,-6 6 0,5 0 0,-5 0 0,0 0 0,-5 0 0,-7 0 0,1 0 0,-1 8 0,6 2 0</inkml:trace>
  <inkml:trace contextRef="#ctx0" brushRef="#br0" timeOffset="188">5782 17932 8912,'-23'16'0,"0"-5"0,6-1 0,6-5 0,7 5 0,-4 0 0,16-3 0,3-7 0,6 0 0,6 0 0,4-6 0,8 1 0,5-9 0,0 3 0,0-4 0,-8-3 0,-1 1 0,-2 0 0,-1-8 0,7-2 0</inkml:trace>
  <inkml:trace contextRef="#ctx0" brushRef="#br0" timeOffset="189">6298 17606 8912,'-11'0'0,"-1"0"0,9 0 0,-5 2 0,8 3 0,0-1 0,0 8 0,0 1 0,0 10 0,8 4 0,3 7 0,4 1 0,3-1 0,-7 6 0,1 0 0,-3 8 0,3-2 0,1-2 0,-7 2 0,-1-8 0,-5 2 0,0-4 0,0-1 0,0-9 0,0-3 0,0-4 0,-7-17 0,-3-4 0</inkml:trace>
  <inkml:trace contextRef="#ctx0" brushRef="#br0" timeOffset="190">6075 17348 8912,'17'0'0,"-6"0"0,1 0 0,1 0 0,10 0 0,4 0 0,7 0 0,3-6 0,3 0 0,6 3 0,3 1 0,1 2 0,-4 0 0,2 7 0,-8 5 0,-6 5 0,-5 6 0,-10-2 0,-2 8 0,-7 1 0,-10 10 0,-10-3 0,-5 3 0,-8-4 0,-4-2 0,1 1 0,-3-1 0,-4-1 0,5-5 0,3 3 0,2-8 0,4 0 0,2-6 0,-1 0 0,1 0 0,8-7 0,1-3 0,8-7 0</inkml:trace>
  <inkml:trace contextRef="#ctx0" brushRef="#br0" timeOffset="191">6918 17967 8912,'32'0'0,"-3"0"0,-4 0 0,0 0 0,-12 6 0,4-1 0,-11 9 0,2-3 0,-8 12 0,0-4 0,-2 6 0,-4 0 0,-5 3 0,1 5 0,-1 1 0,7 1 0,-2-1 0,4 1 0,2-1 0,0 0 0,8-7 0,1-2 0</inkml:trace>
  <inkml:trace contextRef="#ctx0" brushRef="#br0" timeOffset="192">7400 17554 8912,'-10'8'0,"-3"1"0,7 10 0,2 4 0,2 10 0,4 9 0,4 10 0,5 11 0,12 0 0,-2 9 0,8 3 0,0-5 0,-2-5 0,3-5 0,-7-9 0,6-3 0,-8-8 0,-6-11 0,-3-16 0,-7-7 0,-3-12 0,4-5 0,-4-5 0,-2-9 0,0-3 0,0-10 0,0-3 0,0-6 0,0 1 0,2-6 0,4-5 0,-3-4 0,9-8 0,-6 0 0,5 1 0,-1 4 0,1 1 0,4 8 0,-3-2 0,-3 20 0,3 15 0,-1 10 0,7 12 0,1 15 0,4 8 0,-4 10 0,4 7 0,11 4 0,2 7 0</inkml:trace>
  <inkml:trace contextRef="#ctx0" brushRef="#br0" timeOffset="193">8329 18001 8912,'-11'-15'0,"-1"3"0,1-3 0,-7 4 0,1 1 0,0-1 0,0 7 0,0-2 0,-1 4 0,1 2 0,-6 2 0,0 4 0,0 11 0,6 12 0,0 3 0,0 3 0,5 5 0,3 2 0,1 2 0,4 3 0,2-5 0,2-1 0,0-11 0,0-1 0,0-14 0,0 2 0,2-11 0,4 0 0,-2-4 0,7-2 0,1-10 0,5-7 0,0-2 0,0-10 0,0 1 0,1-7 0,-1 1 0,0-1 0,-2 3 0,-3 3 0,1 4 0,-7 8 0,7 6 0,-1-1 0,-4 8 0,-1-1 0,-7 10 0,6 11 0,0 7 0,1 7 0,-1-1 0,-2-2 0,7 1 0,1-1 0,5 2 0,0 1 0,0-7 0,1-4 0,-1-5 0,2-1 0,4-7 0,4-1 0,7-5 0</inkml:trace>
  <inkml:trace contextRef="#ctx0" brushRef="#br0" timeOffset="194">8587 18036 8912,'-9'0'0,"1"0"0,8 7 0,8 3 0,3 7 0,6 0 0,6 0 0,-2 6 0,8 0 0,-8 8 0,2-3 0,-4 7 0,-2 5 0,-5-4 0,-1 4 0,-7-9 0,2-2 0,-4-8 0,-2 2 0,-2-12 0,-4-5 0,4-12 0,-4-5 0,-1-12 0,1-6 0,0-5 0,6-7 0,0 5 0,0-4 0,2-2 0,4 2 0,3-4 0,9 8 0,1 3 0,4 1 0,3 1 0,9 2 0,-1 5 0,8-1 0,2-2 0</inkml:trace>
  <inkml:trace contextRef="#ctx0" brushRef="#br0" timeOffset="195">9499 18036 8912,'-15'-12'0,"2"1"0,3-3 0,2-1 0,-5-10 0,3-2 0</inkml:trace>
  <inkml:trace contextRef="#ctx0" brushRef="#br0" timeOffset="196">9620 17778 8912,'0'-17'0,"0"-1"0,5-5 0,1 0 0,0-5 0,-6 5 0,0-8 0,0 3 0,0 1 0,0-2 0,0 1 0,0 1 0,0 8 0,0 7 0,0 8 0,-8 6 0,-3 16 0,-10 16 0,-2 18 0,-6 9 0,6 13 0,-6-1 0,7 7 0,-3 0 0,4 6 0,-2 2 0,2 4 0,9-4-179,6 3 1,5-12 178,1-11 0,1-6 0,5-11 0,6-9 0,11-7 0,1-16 0,5-14 0,4-3 0,-5-2 0,-3-7 0,0-3 0</inkml:trace>
  <inkml:trace contextRef="#ctx0" brushRef="#br0" timeOffset="197">9706 17812 8912,'17'10'0,"-8"-3"0,7-1 0,-5 0 0,3 7 0,-3-1 0,6 3 0,-1 2 0,7 2 0,3 4 0,3 4 0,5 7 0,1 1 0,-1-1 0,-5 6 0,0 0 0,-3 2 0,3-2 0,-4-3 0,-8 1 0,0-6 0,1-3 0,-1-8 0,0 2 0,-6-6 0,1-5 0,-1-5 0,7-7 0,-1 0 0</inkml:trace>
  <inkml:trace contextRef="#ctx0" brushRef="#br0" timeOffset="198">10291 17915 8912,'-10'-7'0,"-5"5"0,5-6 0,-7 16 0,0 3 0,0 12 0,0 6 0,-3 11 0,-3 6 0,4 5 0,-4 7 0,4 1 0,2 4 0,0 0 0,0-12 0,7 1 0,4-16 0,4-3 0,2-10 0,8-14 0,9-18 0,10-18 0</inkml:trace>
  <inkml:trace contextRef="#ctx0" brushRef="#br0" timeOffset="199">10256 17348 8912,'12'11'0,"-1"1"0,7-6 0,4 5 0,9-5 0,-2 5 0,5 3 0,4 8 0,4 9 0,2 7 0,-7 8 0,-3 11 0,-7 5 0,-10 6 0,-2 7-188,-3-1 0,-4 1 188,-8-6 0,-8-1 0,-4 1 0,-3 0 0,-2 0 0,-6-8 0,0-4 0,0-3 46,6-3 0,-6-1-46,0-4 0,6-6 0,5-12 0,9-3 0,-3-7 0,-4-1 0,1-8 0,-9-1 0</inkml:trace>
  <inkml:trace contextRef="#ctx0" brushRef="#br0" timeOffset="200">11168 18018 8912,'-23'-5'0,"1"-3"0,1-2 0,1-3 0,13 5 0,7 3 0,9 3 0,14 2 0,8 2 0,7 2 0,8 1 0,-2 1 0,0-4 0,0 2 0,0 1 0,-6 1 0,2-6 0,-11 6 0,-6 0 0,-4 7 0,-9-11 0,-3 6 0</inkml:trace>
  <inkml:trace contextRef="#ctx0" brushRef="#br0" timeOffset="201">11100 18448 8912,'-12'16'0,"1"-5"0,-1-3 0,3-8 0,1 0 0,23-2 0,10-4 0,11-5 0,10-10 0,12-2 0,5-2 0,11 4 0,5-4 0,-1-2 0,-1 6 0,-9-19 0,1 4 0</inkml:trace>
  <inkml:trace contextRef="#ctx0" brushRef="#br0" timeOffset="202">11874 17864 8912,'10'-18'0,"-3"1"0,-7 10 0,0 7 0,6 15 0,0 14 0,-1 5 0,-5 6 0,0 6 0,0 4 0,0 3 0,0 4 0,-2 3 0,-3 3 0,1 4 0,-8-4 0,7 2 0,-7-2 0,8-12 0,-1-11 0,3-5 0,2-5 0,0-1 0,0-16 0,0-5 0,0-18 0</inkml:trace>
  <inkml:trace contextRef="#ctx0" brushRef="#br0" timeOffset="203">11754 17950 8912,'9'-8'0,"6"6"0,-3-4 0,3-1 0,2 1 0,8-5 0,6 3 0,7 0 0,8 1 0,2 1 0,-2 6 0,1 0 0,-6 0 0,-1 2 0,-6 4 0,-7 3 0,-4 8 0,-12 0 0,-5 1 0,-12 5 0,-5-1 0,-6 3 0,-6-2 0,-10 2 0,-7 4 0,-2 3 0,2-3 0,5 3 0,1 3 0,7-3 0,2-3 0,8-4 0,0-8 0,7-8 0,10-1 0</inkml:trace>
  <inkml:trace contextRef="#ctx0" brushRef="#br0" timeOffset="204">12666 17571 8912,'0'-34'0,"-2"9"0,-4 8 0,2 2 0,-7 11 0,-5 6 0,-5 7 0,0 22 0,-7 9 0,1 10 0,-2 7 0,-1-2 0,7 8 0,0 0 0,5 6 0,3 0-106,4 0 1,-3 0 105,9-1 0,-1-5 0,6 0 0,0-13 0,2 0 0,2-8 0,1-10 0,9-5 0,-3-10 0,6-2 0,6-3 0,2 1 0,4-7 0,3 0 0,-3-6 0,4-15 0,1-5 0</inkml:trace>
  <inkml:trace contextRef="#ctx0" brushRef="#br0" timeOffset="205">12786 17898 8912,'2'-15'0,"4"3"0,-4 5 0,5 7 0,-7 3 0,0 9 0,0 7 0,0 15 0,0 3 0,0 3 0,0-2 0,0 8 0,0 2 0,0 1 0,0 3 0,0 0 0,0-9 0,0-2 0,0-5 0,0-2 0,8-9 0,3-8 0,12-7 0,4-10 0</inkml:trace>
  <inkml:trace contextRef="#ctx0" brushRef="#br0" timeOffset="206">13096 18053 8912,'-8'9'0,"6"-1"0,-3-8 0,10 0 0,12-2 0,12-4 0,4-1 0,1-5 0,2-3 0,5 4 0,-5-3 0,4 3 0,-4-3 0,-3 7 0,-3-3 0,-1-3 0,-15 5 0,16-15 0,-11 4 0</inkml:trace>
  <inkml:trace contextRef="#ctx0" brushRef="#br0" timeOffset="207">13681 17795 8912,'-12'-6'0,"1"0"0,7 1 0,-4 7 0,8 3 0,2 7 0,4 11 0,4 5 0,7 13 0,0-3 0,0 8 0,1-1 0,-1 7 0,0 0 0,0-1 0,-5-1 0,-1-4 0,1 1 0,5-6 0,-8-3 0,-3-10 0,-2-3 0,2-8 0,-4 1 0,5-9 0,-7-16 0,8-13 0,1-14 0</inkml:trace>
  <inkml:trace contextRef="#ctx0" brushRef="#br0" timeOffset="208">13509 17795 8912,'0'-17'0,"0"0"0,0-1 0,2 1 0,3 2 0,7 3 0,11-3 0,6 4 0,11 3 0,6 2 0,1-1 0,-1 1 0,2 0 0,-8 6 0,-2 2 0,-9 4 0,-6-2 0,-11 7 0,-5 1 0,-7 5 0,0 0 0,0 0 0,0 0 0,0 1 0,0-1 0,0 0 0,-6 6 0,1 0 0,-9 0 0,3-6 0,-4 0 0,-3 0 0,1 0 0,0 1 0,0-7 0,0 1 0,-1-9 0,1 5 0,0-16 0,0-1 0</inkml:trace>
  <inkml:trace contextRef="#ctx0" brushRef="#br0" timeOffset="209">13905 17124 8912,'17'0'0,"0"0"0,2 0 0,4 0 0,10 0 0,7 0 0,2 14 0,-2 3 0,2 17 0,6 5 0,-4 10 0,-2 16 0,-12 12 0,-12 14 0,-3 5-199,-11-45 1,-2 1-1,-5 1 1,-2 1 198,-2-2 0,-3-1 0,-4-1 0,-1-2 0,-14 32 0,-11 4 0,-6-4 0,-3 2 0,-3-2 0,-5-1 0,-1-5 0,-5-1 0,34-33 0,1 0 0,-31 33 0,1 5 0,27-37 0,-1 0 0,-1 3 0,0-1 0</inkml:trace>
  <inkml:trace contextRef="#ctx0" brushRef="#br0" timeOffset="210">1463 16952 8912,'-12'-5'0,"3"-3"0,1-1 0,2-3 0,1 1 0,-3 1 0,0 0 0,1 1 0,1 3 0,6-5 0,0 5 0,0-5 0,0 5 0,2-4 0,2 1 0,1-1 0,9 4 0,-3-5 0,-1 5 0,1-3 0,3-1 0,1 1 0,2 5 0,0-2 0,8-2 0,4 3 0,13-1 0,10 6 0,16 0 0,18 0 0,12 0 0,-45 0 0,1 0 0,4 0 0,1 0 0,6 0 0,2 0 0,4-3 0,3-2-339,6 0 1,1-1 0,-2-1 0,0-1 338,-4-1 0,-1 0 0,-1 3 0,0 1 0,-5-1 0,1 0 0,6 1 0,0-1 0,-1-2 0,1-1 0,-4 1 0,-1 0 0,-5 2 0,-2-1 0,2 1 0,0 1 0,4-2 0,0 0 0,4 2 0,1 1 0,1-2 0,-1 0 0,1 3 0,-1 1 0,-8-4 0,0 0 0,8 4 0,2 0 0,1 0 0,0-1 0,5-1 0,-1 0 0,-4 1 0,1 0 0,5 0 0,0 0 0,-2 3 0,-1 0 0,3-2 0,0-1-363,0 0 0,1 0 0,4-1 0,1 0 363,0 1 0,0 1 0,-3-2 0,0 0 0,1-1 0,-2-2 0,-2 0 0,-1-1 0,4 2 0,0 1 0,-1-3 0,0 0 0,2 1 0,0-1 0,-6 1 0,-1 1-264,-3 0 1,1 0 0,3 1 0,2-1 263,0-2 0,0-1 0,3 0 0,-2 0 0,-6 1 0,-1-1 0,3 1 0,-1 1 0,-4 1 0,-1 1 0,3-3 0,-1 0 0,1 2 0,1 1 0,3 0 0,1 0 0,0 0 0,0 1 0,0-1 0,0 0 0,-1 0 0,-1 1 0,-1 1 0,1 2 0,0-2 0,0 0 0,3-1 0,1 0 0,-1 1 0,0 1 0,-2-2 0,-1 2 0,-8 1 0,-1 2 0,4 0 0,1 0 0,8 1 0,-1 2 0,-10-1 0,-1 1 0,3 1 0,-1 2 0,-3 0 0,-1 1 0,4-3 0,0 0 0,4 0 0,0 1 0,4 0 0,-1-1 0,-8-2 0,-1-2 0,0 2 0,0 0 0,-1 1 0,1 0-190,3-1 0,-1-1 1,-1 2-1,0-2 190,-2-2 0,1 0 0,-2 0 0,0 0 0,-2 0 0,1 0 0,0 1 0,0 0 0,0 2 0,0 0 0,-3-2 0,0 0 0,-1 1 0,1 1 0,0 1 0,0 0 0,3-1 0,0 0 0,0 0 0,0-1 0,0 3 0,-1-2 0,-1-2 0,0 0 0,2 2 0,0 0 0,-5-2 0,0 0 0,5-1 0,0 0 0,-4 0 0,0 2 74,-2 0 0,0 1 1,0-2-1,0 0-74,-5 2 0,-1 0 0,1 1 0,0 0 0,0-1 0,-1 1 0,-3 0 0,-1 0 260,-3-1 1,0 2-1,45 6-260,-3-5 0,-10 1 0,4-1 0,-2-4 0,8 4 0,-4 1 0,4-1 0,-14 2 0,-9-3 0,-4-1 276,-13 8 0,3-7 1,-13 7-1,-1 1-276,-7 3 0,-11 1 527,0 0 0,2 2-527,-2 4 0,-2-4 418,-10 4 0,4 2-418,-3-2 0,-3 7 136,3-1 0,-8 4 0,3 1 0,-1 2-136,0 4 0,0-1 0,-6 6 0,-2 1 0,-4 6 0,-4-1 0,-7 1 0,0 0 0,0-1 0,5 1 0,1-1 0,1 1 0,-1 1 0,3 3 0,1 1 0,5 6 0,-4-6 0,4 1 0,2-7 0,0 3 0,0 3 0,-2-5 0,-4-1 0,2 7 0,-7-7 0,0 12 0,-7 0 0,1-4 0,0-1 0,-2-5 0,-4-1 0,4-3 0,-4-3 0,4-4 0,1-7 0,1-3 0,0-3 0,0-4 0,0-8 0,1 0 0,5 0 0,-4-5 0,3-1 0,-3-7 0,-2 2 0,-1-2 0,1 1 0,-6-3 0,0 4 0,-5-4 0,5-2 0,-8-2 0,2-4 0,-3 4 0,-3-3 0,-7-3 0,-4 2 0,-1 0 0,1 6 0,-4 0 0,2 0 0,-5 2 0,-5 4 0,3 4 0,9 7 0,-4 0 0,4 0 0,-11 0 0,-6 1 0,-6-1-179,-5 0 1,1 0 178,-7 0 0,-6 1 0,-6-1 0,9-1 0</inkml:trace>
  <inkml:trace contextRef="#ctx0" brushRef="#br0" timeOffset="211">9712 19049 7852,'-58'-5'0,"-26"0"0,2-1 0,1-2 0,-7 4-148,40-1 0,-1-1 0,-1 3 1,1 0 147,0-3 0,0 1 0,-45 1 0,8-2 0,-2-2 0,-2 3 0,-3 1 0,-3 2 0,48-1 0,-1 0 0,-3 0 0,0 1 0,3-2 0,1 2 0,-50 2 0,7-6 0,42 3 0,0 0 0,0 0 0,1 1 0,-4 1 0,0 2 0,0-1 0,-1 0 0,-2 0 0,1 0 0,-43 0 0,-1 0 0,49 0 0,-1 0 0,-2 0 0,0 0 0,0 0 0,-1 2 0,-4 0 0,0 1 0,4-1 0,0 0 0,1 4 0,1 0 0,-39-3 0,10 3 0,-4-4 0,-6-2 0,2 0 0,-4 0 0,6 0-24,6 0 1,1-2 23,5-4 0,3-3 0,-3-8 0,-5 5 0,-1 1 0,-4 1 0,0-3 0,3 1 216,7-1 0,5 5-216,6 3 0,-6-3 0,0 2 0,2-1 0,-2 1 0,2 4 0,10-4 0,-6 2 0,6 1 0,3-3 17,6 2 1,0-4-18,8 3 0,-13-1 310,1 6 1,-9-6-311,4 0 0,-8 1 0,2 5 0,-4 0 0,-2 0 0,2 0 0,4 0 0,2 0 0,3 0 0,3 0 0,-8 0 0,5 5 0,-5 1 0,0-2 0,2-2 0,-6-2 0,4 0 0,2 0 0,-2 0 0,5-2 0,-5-4 0,4 4 0,-10-3 0,4 3 0,-10 2 0,7-6 0,3 0 0,1 2 201,-1 3 0,12 1-201,1 0 0,12-6 104,0 0 0,-2 0-104,2 6 0,-2 0 0,2 0 0,1 0 0,-7 0 0,1 0 0,-7 0 0,0 0 0,1 0 0,-7 2 0,1 4 0,-6 2 0,5 3 0,1 2 0,5-7 0,1 6 0,-1-7 0,3 1 0,3-4 0,5 2 0,5 2 0,2-1 0,-1-5 0,1-2 0,-1-3 0,9 3 0,3-4 0,-2-2 0,2 3 0,0-3 0,6 4 0,0-3 0,-1-3 0,1 4 0,0-5 0,-6 7 0,0-2 0,-6-1 0,6 1 0,-7-2 0,3 4 0,0-1 0,4 1 0,-1 2 0,1 2 0,5-2 0,7-2 0,-2-2 0,5-7 0,0 4 0,8-9 0,0 1 0,0 0 0,0-6 0,0 0 0,6-7 0,2-1 0,1-7 0,5-8 0,-5-4 0,3-1 0,-3-9 0,3-3 0,9-5-150,-4-7 1,4 4 149,-4-3 0,6-4 0,2-3 0,0-3 0,0-2 0,3 6 0,-5 0 0,0 7 0,-6-1 0,4 7 0,-3 10 0,1 15 0,-14 19 0,9 4 0,-12 9 0,5 2 0,-7 8 0,0 0 74,8 0 1,-4 0 0,9-2 0,6-3-75,8-7 0,8-5 0,5-6 0,11 2 0,12-7 0,4-1 0,2-6 0,2 1 0,4 0 0,-3-1 0,9 1 0,3 0 0,6-1 0,-43 20 0,1 2-146,4-2 1,-1 1-1,37-5 146,-7 2 0,-24 7 0,-11 10 0,-8 2 0,-3 4 0,-9 3 0,-1 8 0,-8 1 0</inkml:trace>
  <inkml:trace contextRef="#ctx0" brushRef="#br0" timeOffset="212">18482 11932 8912,'-11'0'0,"-1"0"0,-1 0 0,-3 0 0,5 0 0,0 0 0,-3 0 0,-1 0 0,-2 0 0,-1 0 0,1 0 0,0 0 0,6 0 0,-1 0 0,1 0 0,-7 0 0,1 0 0,6 0 0,-1 0 0,1 0 0,-6 0 0,5 0 0,1 0 0,-3 0 0,-1 0 0,-2 0 0,0 0 0,-1 0 0,1 8 0,0 3 0,2-1 0,1 1 0,3 3 0,-3 1 0,5 0 0,-3-3 0,3 9 0,-3-4 0,-3 4 0,4-4 0,3 2 0,2 4 0,-2-4 0,3 4 0,1-2 0,2 2 0,0-4 0,-4 4 0,4-4 0,-3-2 0,3 2 0,2 2 0,0 2 0,6 6 0,-1-6 0,3 0 0,-2-6 0,-4-7 0,5-3 0</inkml:trace>
  <inkml:trace contextRef="#ctx0" brushRef="#br0" timeOffset="213">17931 12534 8912,'0'17'0,"0"0"0,0 0 0,0 1 0,0-1 0,0 2 0,0 2 0,2 2 0,4-2 0,-4-2 0,4-2 0,1 0 0,1 1 0,0-1 0,-1 0 0,5 0 0,-6 0 0,5 0 0,-5 1 0,7-1 0,-1 0 0,-3-5 0,3-1 0,-1 0 0,6 7 0,1-1 0,-1-6 0,0 1 0,-6-3 0,1 3 0,-1 1 0,7-7 0,-1 7 0,0-1 0,0-3 0,0 1 0,1-1 0,-1 1 0,0-4 0,0 5 0,6-5 0,0 5 0,0-5 0,-6 5 0,0-5 0,1 6 0,1-7 0,4 7 0,-12-8 0,5 3 0</inkml:trace>
  <inkml:trace contextRef="#ctx0" brushRef="#br0" timeOffset="214">18740 13204 8912,'25'-2'0,"4"-3"0,3 3 0,3-14 0,-1 7 0,1-3 0,-1 1 0,-5 0 0,-1-7 0,-7 1 0,2 0 0,-2 6 0,2-1 0,-4 1 0,4-7 0,-9 1 0,-3 0 0,3 0 0,1 0 0,2-2 0,0-4 0,-1 3 0,-5-2 0,4 1 0,-3-2 0,-3 2 0,3-8 0,-6 6 0,5-6 0,-1 3 0,1-5 0,-5 2 0,-4-1 0,-2-3 0,7 14 0,3 4 0</inkml:trace>
  <inkml:trace contextRef="#ctx0" brushRef="#br0" timeOffset="215">19360 12465 8912,'-6'-34'0,"0"-1"0,1 1 0,-3-1 0,6 3 0,-4 3 0,-1 3 0,1 3 0,-2 4 0,2-4 0,5-2 0,-7 2 0,2 2 0,0 2 0,-1 2 0,1-1 0,2 1 0,-7 0 0,5 0 0,-5 0 0,-1-1 0,-5 1 0,0 0 0,-1 0 0,-1 0 0,-2-1 0,-4 1 0,-1 0 0,-3 0 0,10 0 0,4-1 0</inkml:trace>
  <inkml:trace contextRef="#ctx0" brushRef="#br0" timeOffset="216">18878 11760 8912,'-42'0'0,"-2"-8"0,0 7 0,-6-9 0,4 4 0,-2 4 0,3-3 0,-9 3 0,8 2 0,-7 0 0,32 7 0,-2 3 0</inkml:trace>
  <inkml:trace contextRef="#ctx0" brushRef="#br0" timeOffset="217">18258 11794 8912,'-51'23'0,"-1"0"0,8 8 0,-6-12 0,12 19 0,-8-3 0,-7 10 0,-8-1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3.095"/>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definitions>
  <inkml:trace contextRef="#ctx0" brushRef="#br0">10824 7341 8912,'-17'0'0,"0"0"0,0 0 0,7 0 0,10 0 0,12 0 0,3 0 0,2 0 0,2-1 0,2-3 0,2-4 0,-2-1 0,-2 3 0,-1-6 0,-1 1 0,0 1 0,-2-5 0,-1 4 0,-3-5 0,-1-1 0,1 0 0,-3 0 0,-1 0 0,-5 5 0,4 1 0,-4 5 0,-4-4 0,-2 1 0,-2-1 0,-7 6 0,4-3 0,-9 7 0,7 7 0,-1 5 0,3 3 0,-3 2 0,5 2 0,-1 4 0,6-4 0,-4 4 0,5-3 0,1-3 0,0 0 0,0-8 0,7-1 0,7-8 0,7 0 0,-2-9 0,4-9 0,-4-1 0,-2-9 0,0 1 0,0-2 0,-7-3 0,-4 3 0,-4 4 0,-2 0 0,-2 2 0,-4 1 0,2 4 0,-7 7 0,-1 7 0,-5-2 0,-6 10 0,0 2 0,0 13 0,6-2 0,0 10 0,0-4 0,-1 5 0,3-3 0,4 0 0,5 0 0,2-4 0,-2-10 0,4 5 0,-3-5 0,10-3 0,7-2 0,3-6 0,2-6 0,2-4 0,4-7 0,-2-6 0,8 0 0,-8-5 0,2 5 0,-4 0 0,-4 6 0,-1-1 0,-3 1 0,-7 0 0,4 7 0,-8 3 0</inkml:trace>
  <inkml:trace contextRef="#ctx0" brushRef="#br0" timeOffset="1">10652 7788 8912,'-11'0'0,"-1"0"0,1 0 0,-6 0 0,-1 0 0,9 2 0,1 4 0,0 6 0,7 5 0,-5 6 0,-2-4 0,2 6 0,1-2 0,-3 0 0,6 5 0,-4-5 0,-1 6 0,1-6 0,0 0 0,6-6 0,0-4 0,0-7 0,2-16 0,4-18 0,-2-5 0,7-1 0,1-6 0,5 0 0,0-2 0,0 1 0,1 5 0,-1-4 0,0 11 0,0 6 0,0 4 0,1 2 0,-7 2 0,1 3 0,-1 5 0,6 11 0,0 5 0,1 8 0,-1 2 0,0 8 0,0 2 0,-1-2 0,-5 1 0,4-5 0,-3 6 0,-3-8 0,1 2 0,-1-4 0,1-2 0,-6 0 0,2 0 0,-3-5 0,3-1 0,-4-5 0,4 6 0,-4-9 0,-10 5 0,-9-16 0,-10-1 0</inkml:trace>
  <inkml:trace contextRef="#ctx0" brushRef="#br0" timeOffset="2">10635 7960 8912,'-12'0'0,"1"0"0,7 0 0,4 0 0,12 0 0,14-3 0,15-9 0,4-5 0,19-16 0,1-1 0,2-4 0,1-14 0</inkml:trace>
  <inkml:trace contextRef="#ctx0" brushRef="#br0" timeOffset="3">25004 6705 8912,'-17'-25'0,"2"-3"0,1-3 0,3 3 0,7 9 0,-2 7 0,-3 8 0,9-2 0,0 10 0,9 2 0,7 13 0,1 0 0,0 6 0,0 6 0,6 7 0,2 4 0,0 0 0,0 0 0,3 0 0,-5-2 0,8 2 0,-4 4 0,-1-6 0,-3-4 0,2-1 0,-2-1 0,0 1 0,-6-1 0,-1-7 0,-5-4 0,3-10 0,-9-2 0,-1-9 0,-10-2 0,-3-15 0,-8-12 0</inkml:trace>
  <inkml:trace contextRef="#ctx0" brushRef="#br0" timeOffset="4">25520 6654 8912,'-28'0'0,"1"0"0,0 0 0,0 0 0,-1 9 0,-7 8 0,-1 8 0,-2 12 0,-2 3 0,1 6 0,3 11 0,2 6 0,1-2 0,4 2 0,-1-4 0,7-1 0,6-9 0,7-14 0,3-3 0,3-3 0,4-6 0,5-12 0,-1-3 0,8-8 0,-8-15 0,18-12 0,-2-17 0</inkml:trace>
  <inkml:trace contextRef="#ctx0" brushRef="#br0" timeOffset="5">25693 7118 8912,'-2'-15'0,"-4"3"0,4-3 0,-6 15 0,8 0 0,0 9 0,0 12 0,0 4 0,0 2 0,0 4 0,0 1 0,0 3 0,0-1 0,2-2 0,2-1 0,2-2 0,0-6 0,-6 5 0,5-13 0,1 3 0,2-13 0,-3 1 0,-3-12 0,6-3 0</inkml:trace>
  <inkml:trace contextRef="#ctx0" brushRef="#br0" timeOffset="6">25847 6843 8912,'-26'0'0,"3"0"0,4-2 0,1-4 0,7 4 0,-1-3 0,9 3 0,-5 2 0,8 0 0,8-2 0,3-4 0,4-4 0,3-7 0,-1 0 0,-8 0 0,-3 0 0,-4 5 0,-2 1 0,0 7 0,0-4 0,-8 8 0,1 8 0,-5 3 0,5 10 0,7 2 0,0 0 0,0-6 0,0 1 0,0-1 0,7-8 0,10 7 0,10-7 0</inkml:trace>
  <inkml:trace contextRef="#ctx0" brushRef="#br0" timeOffset="7">26260 7032 8912,'-17'10'0,"0"-3"0,0-7 0,7 0 0,5 0 0,12 0 0,10 0 0,8 0 0,10 0 0,1 0 0,4 0 0,-2-2 0,8-3 0,-2 3 0,4-6 0,-4 2 0,-2 1 0,-4-7 0,-9 6 0,-4 1 0,-8 5 0,-2-2 0,-3-4 0,-5 4 0,-7-6 0,-7 8 0,3 2 0,-7 2 0,-3 2 0,1 2 0,1-3 0,-1-1 0,7 8 0,-15-9 0,2 5 0</inkml:trace>
  <inkml:trace contextRef="#ctx0" brushRef="#br0" timeOffset="8">26329 7393 8912,'-17'0'0,"0"0"0,0 0 0,9 0 0,10 0 0,11 2 0,8 4 0,10-4 0,-2 3 0,3-3 0,3-2 0,5-2 0,0-1 0,-2-5 0,-2-2 0,-1-1 0,-1-6 0,-7-1 0,-4 1 0,-4-15 0,-2-4 0</inkml:trace>
  <inkml:trace contextRef="#ctx0" brushRef="#br0" timeOffset="9">27654 6344 8912,'18'-42'0,"-9"8"0,-1-1 0,-3 9 0,1 1 0,0 12 0,-6-5 0,0 3 0,-8 7 0,-3 3 0,-4 3 0,-5 11 0,-3 9 0,-3 1 0,-9 9 0,1 5 0,-1 5 0,1 0 0,0 8 0,5-6 0,0 6 0,1 0 0,-7 5 0,3-5 0,1-2 0,4 0 0,2 0 0,2 0 0,6 2 0,8-4 0,3-8 0,4-7 0,2-4 0,8-10 0,3-1 0,6-8 0,6 1 0,-2-5 0,8-5 0,-6-5 0,6-7 0,-3 0 0,5 1 0,-4 3 0,-2 2 0,0 5 0,-3-6 0,-2 9 0,3-3 0,-10 6 0,-2 6 0,-7 3 0,2 8 0,-4 2 0,-2 4 0,-8 6 0,-3 11 0,-6-4 0,-6 4 0,2 2 0,-8-1 0,8-1 0,-2-8 0,4-1 0,2-3 0,-1-1 0,1 2 0,6-10 0,-1-8 0,8-5 0,-1 6 0,3-9 0,4 5 0,3-8 0,5 0 0,7 0 0,0-2 0,1-4 0,-1 4 0,0-3 0,2 3 0,0 4 0,0 5 0,-3 11 0,-11 10 0,1 18 0,-4 2 0,-2 15 0,0 0 0,0 6 0,-8 5-113,-3 1 1,-4-3 112,-3-9 0,3-3 0,4-9 0,3-7 0,8-4 0,0-11 0,0-6 0,2-12 0,4-5 0,5-4 0,4-2 0,3 0 0,1-13 0,4-5 0,-2-10 0,7-1 0,1-3 112,6-3 1,-7 1-113,1-1 0,-8-7 0,4-2 0,-8-7 0</inkml:trace>
  <inkml:trace contextRef="#ctx0" brushRef="#br0" timeOffset="10">28308 6086 8912,'-5'12'0,"-1"-1"0,-2 1 0,4 7 0,-1 4 0,1 5 0,2 7 0,2 5 0,0 4 0,0 0 0,0 4 0,0-6 0,0 0 0,0 0 0,0-2 0,0-8 0,-2-3 0,-4-6 0,4-4 0,-13-10 0,5-1 0</inkml:trace>
  <inkml:trace contextRef="#ctx0" brushRef="#br0" timeOffset="11">29392 6275 8912,'0'-17'0,"0"0"0,0 0 0,0 0 0,2 0 0,4-1 0,-4 1 0,4 0 0,-4 0 0,-2 11 0,0 12 0,0 11 0,0 17 0,-2 3 0,-4 3 0,4 4 0,-4 7 0,-1-5 0,1-2 0,0-2 0,-1-4 0,5-3 0,-4-7 0,-2 3 0,3-8 0,1-2 0,2-10 0,2-13 0,0-15 0,0-10 0,0-13 0,2 2 0,3-8 0,-1 0 0,8-5 0,-7 7 0,7 4 0,-6-2 0,5 2 0,-7 7 0,2 10 0,1 4 0,1 4 0,2 3 0,1 9 0,6 14 0,-5 6 0,-1 12 0,1 5 0,5 1 0,-6-1 0,1 6 0,-6-9 0,5-3 0,-7-5 0,2 6 0,3-8 0,-7 4 0,6-14 0,-6-1 0,3-3 0,-3-8 0,4-11 0,4-9 0,1-2 0,-1-5 0,1 5 0,-5-8 0,5 2 0,-1 5 0,3 1 0,-3 3 0,-3 3 0,7 8 0,-5 1 0,7 10 0,-5 4 0,4 3 0,-3 8 0,-3 1 0,3-1 0,1 0 0,10 0 0,-4 0 0,4-1 0,-2-5 0,2-5 0,-4 2 0,4-3 0,2 1 0,-2-6 0,0-8 0,-6-3 0,1-4 0,-1-3 0,-6 1 0,1 0 0,-8-6 0,1 0 0,-3 2 0,-2 2 0,-2 2 0,-3 0 0,-5 1 0,-7 5 0,0 3 0,-1 8 0,1 2 0,0 4 0,0 4 0,0 7 0,1 2 0,5 4 0,3-4 0,8 4 0,0 2 0,0-2 0,4-2 0,7-2 0,3-8 0,14 1 0,3-9 0,9 3 0,-2-4 0,8-2 0,-7-8 0,1-3 0,2-10 0,-2-2 0,0-2 0,-5 2 0,-7 4 0,1-4 0,-8-2 0,2 2 0,-6 1 0,-5 4 0,-7 1 0,-3 0 0,-2 0 0,-7 5 0,-5 1 0,-3 7 0,-2-2 0,-1 6 0,1 6 0,2-2 0,3 7 0,-3 1 0,4 5 0,1 6 0,-1 0 0,7 0 0,-2-6 0,4 0 0,2 0 0,0 0 0,0 1 0,0-7 0,0 1 0,0-9 0,2 11 0,4-8 0,3-1 0,9-7 0,-1-3 0,0-7 0,0-3 0,0-2 0,1 1 0,-1 5 0,-2-4 0,-2 3 0,-1-1 0,1 1 0,-5 3 0,-2 3 0,3 4 0,-5-5 0,8 7 0,-9 1 0,3 5 0,-4 6 0,-2 3 0,0 2 0,0 0 0,0 0 0,0 1 0,0-1 0,0 0 0,0 0 0,0-5 0,0-1 0,2-7 0,4 2 0,-4-4 0,11-10 0,-7-3 0,5-7 0,-5-5 0,5 4 0,-3-4 0,2 4 0,3 2 0,-5 0 0,-3 0 0,5 7 0,-1-5 0,9 13 0,-3-4 0,-4 12 0,-1-2 0,-4 7 0,-2 1 0,7 5 0,-1-6 0,1 1 0,4-3 0,-3 3 0,3-5 0,2-7 0,1 0 0,-1 0 0,0 0 0,0-1 0,0-5 0,1-6 0,-1-9 0,0-2 0,0-1 0,0 1 0,-1 4 0,-3-4 0,-3 4 0,-3 1 0,-1 7 0,-6-1 0,0 11 0,0 1 0,0 13 0,0 10 0,0 2 0,0-2 0,0-2 0,0 7 0,8-1 0,3 2 0,4 1 0,3-7 0,-3 0 0,-4 2 0,3-6 0,-8 4 0,-1-4 0,-5-2 0,-15 0 0,-8 1 0,-15-1 0,-8 0 0,-4-6 0,-1 1 0,-7-3 0,1 3 0,0-4 0,5-8 0,0 0 0</inkml:trace>
  <inkml:trace contextRef="#ctx0" brushRef="#br0" timeOffset="12">30167 6740 8912,'-17'0'0,"-1"0"0,1 0 0,6 2 0,-1 3 0,-1 7 0,-2 3 0,3 8 0,1 2 0,-3 4 0,-1 7 0,3-2 0,1 6 0,7-3 0,-2-3 0,6-2 0,6-3 0,-2-4 0,9-10 0,5-3 0,3-7 0,9-5 0,-1-5 0,3-7 0,3-11 0,-3-3 0,-3-9 0,-4 1 0,-8-1 0,0 1 0,0 0 0,-1 5 0,-5 0 0,3 8 0,-9-2 0,9 4 0,-12 10 0,3 1 0,-10 8 0,3 10 0,-4 7 0,4 2 0,2 8 0,0-1 0,0 1 0,0-4 0,0 6 0,2-8 0,2 2 0,3-4 0,3-2 0,2-6 0,5 1 0,-6-8 0,1 1 0,5-3 0,6-2 0,0-7 0,-6-7 0,0-5 0,0-4 0,1 0 0,-3 6 0,-2-2 0,-1-4 0,-8 4 0,5-6 0,-3 8 0,-4 8 0,5 1 0,-7 16 0,0 3 0,2 4 0,4 2 0,4 1 0,7-1 0,-6 0 0,1 0 0,-1-5 0,6-3 0,1-1 0,-1-4 0,0-2 0,0-2 0,1 0 0,-1 0 0,-6-8 0,1-3 0,-3-5 0,3-1 0,-3-2 0,-3-4 0,-4 4 0,4-4 0,-4 4 0,-2 2 0,0-1 0,0 1 0,0 8 0,0 1 0,5 16 0,1 3 0,7 10 0,-1 2 0,-3 2 0,3-4 0,-1 4 0,-1 2 0,3-6 0,-7 2 0,6 1 0,-7-1 0,-1-2 0,-2-2 0,-4-1 0,-4-1 0,-3-2 0,-8-3 0,-3 3 0,-2-4 0,2-1 0,-3 1 0,4-7 0,2 2 0,0-4 0,0-2 0,0-16 0,-1-3 0</inkml:trace>
  <inkml:trace contextRef="#ctx0" brushRef="#br0" timeOffset="13">31234 6654 8912,'-12'-12'0,"1"1"0,7 7 0,-4-2 0,8 12 0,0 5 0,2 12 0,2 6 0,4 4 0,1 1 0,-5 6 0,4 2 0,-3 0 0,1 0 0,6 4 0,-7-6 0,1-2 0,-6-7 0,0-3 0,-2-8 0,-3-3 0,-5-8 0,-7-9 0</inkml:trace>
  <inkml:trace contextRef="#ctx0" brushRef="#br0" timeOffset="14">31130 6946 8912,'-9'-8'0,"-4"5"0,7-9 0,0 8 0,6-11 0,12 13 0,10-4 0,13 3 0,17-3 0,7 2 0,4-7 0,-2 1 0,2-1-314,0-12 0,6 3 1,0-14-1</inkml:trace>
  <inkml:trace contextRef="#ctx0" brushRef="#br0" timeOffset="15">32094 6447 8912,'-17'-24'0,"0"3"0,1-6 0,5 2 0,-4 2 0,13 14 0,-6 3 0,8 13 0,0 11 0,0 8 0,0 7 0,0 3 0,0 2 0,0 2 0,0-1 0,-6 3 0,1-2 0,-1 0 0,6-6 0,-2 1 0,-4-1 0,4-5 0,-3-1 0,1-8 0,-2-3 0,4 0 0,-5-15 0,7 4 0,0-12 0,0-4 0,0-9 0,1-2 0,5-2 0,4 0 0,7 6 0,2 0 0,4 0 0,-4 5 0,4 1 0,-4 7 0,-2-2 0,1 4 0,-1 2 0,6 0 0,0 0 0,0 8 0,-6 3 0,-2 5 0,-3 1 0,1-6 0,-7 1 0,-1-1 0,-5 6 0,-7 1 0,-5-1 0,-13-6 0,-9 1 0,-2-3 0,-10 3 0,0 1 0,-6-7 0,8 0 0,4-6 0,6 0 0,5 0 0,0-2 0,12-4 0,4-4 0,13-14 0,0-3 0</inkml:trace>
  <inkml:trace contextRef="#ctx0" brushRef="#br0" timeOffset="16">32387 6637 8912,'-17'17'0,"5"-8"0,1-3 0,-1 2 0,-5-3 0,2 3 0,1-2 0,3 3 0,-3 1 0,5 5 0,-3-3 0,8 3 0,-1 2 0,3 0 0,4 0 0,3 1 0,5-3 0,7-4 0,0-3 0,1-10 0,-1-4 0,-6-3 0,1-8 0,-8-6 0,1 0 0,-3 0 0,-2 6 0,0 0 0,0-1 0,0 1 0,0 0 0,0 5 0,0 1 0,0 0 0,0-7 0,0 1 0,8 0 0,2 2 0,7 3 0,0-1 0,0 7 0,0 0 0,1 6 0,-7 0 0,1 0 0,1 0 0,2 0 0,-3 0 0,-1 0 0,-7 0 0,6 0 0,-5 0 0,-3 8 0,4 3 0,-4-1 0,-2 2 0,0-1 0,0 6 0,0 0 0,0 1 0,2-7 0,3 0 0,-1 1 0,8 5 0,-7-5 0,5-1 0,0 1 0,-1-3 0,3-1 0,5-3 0,0 1 0,0 0 0,0-6 0,-1-2 0,-3-2 0,-1-2 0,1 3 0,2-7 0,1 6 0,-5-7 0,4 7 0,-5-6 0,7 5 0,-7 3 0,3-8 0,-7 4 0,7 5 0,-11-7 0,6 0 0,-8 6 0,0-5 0,0 7 0,0 2 0,0 3 0,-6-1 0,0 8 0,-5-1 0,5 6 0,2 1 0,2-1 0,2 0 0,0 0 0,0 2 0,0 4 0,0-2 0,0 8 0,6-6 0,0 5 0,7-5 0,-1 6 0,-3-2 0,3 1 0,-8-1 0,1-4 0,3-4 0,-2 4 0,-1-4 0,-10-2 0,-1 1 0,-7-9 0,1-3 0,-3-4 0,-4-2 0,-4 0 0,6-10 0,-1-7 0,1-8 0,8-9 0</inkml:trace>
  <inkml:trace contextRef="#ctx0" brushRef="#br0" timeOffset="17">33196 6447 8912,'0'-9'0,"-2"1"0,-4 8 0,4 2 0,-4 4 0,4 5 0,2 7 0,0 4 0,0 3 0,0 4 0,0 3 0,0-3 0,0 4 0,0 1 0,0 0 0,0 1 0,0-7 0,0 1 0,0-8 0,0 2 0,0-4 0,0-2 0,2-7 0,4-4 0,4-6 0,9-6 0,4-6 0,-4 3 0,4-3 0,-2 9 0,2-3 0,1-2 0,5 2 0,2 1 0,-8 5 0,5 0 0,-5 0 0,6 2 0,-4 1 0,0 5 0,0 2 0,-2-7 0,-6 3 0,0-4 0,0-2 0,0 0 0</inkml:trace>
  <inkml:trace contextRef="#ctx0" brushRef="#br0" timeOffset="18">33626 6430 8912,'-16'-2'0,"3"-1"0,4-5 0,1-2 0,2 8 0,6 2 0,0 12 0,0 9 0,0 13 0,0 12 0,-8 10 0,-3 1 0,-4 6 0,-3-6 0,7 6 0,0-5 0,-1-5 0,3-5 0,1-6 0,8-8 0,0-7 0,0-4 0,2-12 0,4-7 0,5-8 0,4-13 0,2-10 0</inkml:trace>
  <inkml:trace contextRef="#ctx0" brushRef="#br0" timeOffset="19">33402 6688 8912,'-21'-2'0,"4"-4"0,-4 5 0,9-5 0,14 6 0,10 6 0,20-3 0,20 9 0,9-8 0,14 1 0,3-3 0,8-2 0,-2 0 0,-31 0 0</inkml:trace>
  <inkml:trace contextRef="#ctx0" brushRef="#br0" timeOffset="20">28635 7909 8912,'0'-12'0,"0"1"0,0-2 0,0-3 0,0-1 0,0 0 0,-7 7 0,-5 7 0,-3 6 0,1 15 0,-1 12 0,-4 8 0,0 8 0,6 6 0,1 5 0,8-2 0,-2 5 0,6-7 0,6-9 0,4-8 0,7-7 0,2-12 0,4-11 0,4-8 0,7-9 0,-1-16 0,-5-19 0,3-6 0,-10-3 0,-6-4 0,-7-2 0,-6 11 0,-2-2 0,-10 10 0,-7-3 0,-8 16 0,-9 6 0,-1 11 0,1 12 0,0 2 0,-1 4 0,3 13 0,3 16 0,6 1 0,12 10 0,7 2 0,8 1 0,7-5 0,12-4 0,11-11 0,3 3 0,5-5 0</inkml:trace>
  <inkml:trace contextRef="#ctx0" brushRef="#br0" timeOffset="21">29616 7995 8912,'-17'2'0,"0"5"0,0 9 0,-1 5 0,1 11 0,2 1 0,3 5 0,7 0 0,3 4 0,2-2 0,0 0 0,2-7 0,3-5 0,7-5 0,5-11 0,6-6 0,-4-5 0,4-1 0,-4-7 0,-2-7 0,-1-7 0,-5-7 0,2-5 0,-7-1 0,0-6 0,-6 0 0,-2 0 0,-4 5 0,-9 8 0,-8 4 0,-2 4 0,2 2 0,2 8 0,-6 3 0,3 4 0,3 2 0,3 8 0,7 3 0,3 4 0,8 3 0,8-9 0,1-1 0</inkml:trace>
  <inkml:trace contextRef="#ctx0" brushRef="#br0" timeOffset="22">30339 7720 8912,'0'-17'0,"0"-6"0,0 0 0,0 0 0,-2 7 0,-4 5 0,2 5 0,-7 16 0,-1 13 0,3 15 0,-12 17 0,4 8 0,-4 12 0,3 5 0,-1 10-330,-4 2 1,4 1 329,-4-1 0,6-4 0,6 4 0,-3-20 0,8-9 0,1-9 0,5-9 0,0-10 0,2-14 0,3-8 0,5-7 0,7-12 0,-7-11 0,5-17 0,-5-10 0</inkml:trace>
  <inkml:trace contextRef="#ctx0" brushRef="#br0" timeOffset="23">30614 8184 8912,'10'-17'0,"-4"0"0,-5-1 0,-1 1 0,0 0 0,0 0 0,0 0 0,-1 9 0,-5 8 0,4 9 0,-6 14 0,2 6 0,1 4 0,-1 1 0,6 0 0,0 1 0,0-1 0,0-1 0,0-5 0,0-3 0,0-8 0,2-1 0,4-5 0,3-3 0,8-8 0,1-2 0,-1-4 0,2-5 0,4-12 0,-4-4 0,4-8 0,-4 1 0,-2 2 0,-1 3 0,-5 6 0,2 4 0,-7 2 0,2 7 0,-2 4 0,-4 5 0,11 10 0,-7 8 0,7 0 0,-2 6 0,5-3 0,1-3 0,-6-6 0,1-1 0,1-3 0,3-3 0,1-4 0,0-6 0,-2-5 0,-3-12 0,1-4 0,-7-7 0,0-2 0,-6-3 0,-2-3 0,-4-2 0,-4 4 0,-7-5 0,0 6 0,-8-10 0,-2 5 0</inkml:trace>
  <inkml:trace contextRef="#ctx0" brushRef="#br1" timeOffset="24">5817 10729 8912,'-18'0'0,"1"-2"0,2-4 0,3-6 0,-1-3 0,7-2 0,2 0 0,2 5 0,2 1 0,0 5 0,0-5 0,0 7 0,0-4 0,0 8 0,0 0 0,0 8 0,0-4 0,0 7 0,-7-7 0,5 11 0,-6-5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3.120"/>
    </inkml:context>
    <inkml:brush xml:id="br0">
      <inkml:brushProperty name="width" value="0.05292" units="cm"/>
      <inkml:brushProperty name="height" value="0.05292" units="cm"/>
      <inkml:brushProperty name="color" value="#FF0000"/>
    </inkml:brush>
  </inkml:definitions>
  <inkml:trace contextRef="#ctx0" brushRef="#br0">9568 7135 8912,'-11'-2'0,"-1"-2"0,-1-1 0,-3 1 0,-1-6 0,0 1 0,0-1 0,-2 4 0,-2 5 0,-2-1 0,2-4 0,2 4 0,1-2 0,1 6 0,0 4 0,2 7 0,1 1 0,5 7 0,1 7 0,0 3 0,3-3 0,3 5 0,-4-4 0,6 1 0,6-1 0,-2 1 0,7-7 0,0 0 0,7-13 0,-1-4 0,2-6 0,4-6 0,-4-6 0,4-11 0,2-5 0,-2-12 0,-6 3 0,-5-3 0,-3-2 0,3 2 0,-7 0 0,-3-2 0,-2-2 0,0-8 0,-2 8 0,-3 4 0,1 0 0,-8 6 0,3 3 0,-5 14 0,3 0 0,7 9 0,-2 8 0,4 10 0,2 13 0,0 3 0,0 9 0,6 1 0,0 4 0,7-2 0,-1 8 0,-3-7 0,3 1 0,-1-4 0,6-2 0,-5-5 0,-1 0 0,1-8 0,5 2 0,-6-4 0,1-4 0,1-2 0,3-1 0,-5-8 0,1 1 0,-3-5 0,3-5 0,3-11 0,-4-7 0,-1 1 0,1 4 0,-7-5 0,2 0 0,-4 1 0,-2 4 0,-2 3 0,-4 4 0,4-5 0,-13 14 0,7-3 0,-5 10 0,2 7 0,7 3 0,-2 2 0,4 6 0,2 0 0,0 6 0,0-6 0,2 5 0,4-5 0,-1 0 0,13-6 0,-5-7 0,10-4 0,4 1 0,1-3 0,7-6 0,5-7 0,-4-14 0,6-4 0,-7-7 0</inkml:trace>
  <inkml:trace contextRef="#ctx0" brushRef="#br0" timeOffset="1">10119 6654 8912,'-25'0'0,"4"0"0,-8 0 0,8 0 0,-2 0 0,4 2 0,2 3 0,5 5 0,3 7 0,1 2 0,4 4 0,2 4 0,2 7 0,2 1 0,4-1 0,-2 0 0,7 1 0,3-1 0,1 1 0,0-3 0,-3-3 0,3 1 0,-3-7 0,-5 0 0,-1-6 0,-2 2 0,2 4 0,-5-4 0,-1 6 0,-9-7 0</inkml:trace>
  <inkml:trace contextRef="#ctx0" brushRef="#br0" timeOffset="2">9895 7170 8912,'17'0'0,"-2"-2"0,-3-4 0,3 4 0,-3-4 0,-3-3 0,5-1 0,3-1 0,4-1 0,2 1 0,-6-6 0,6 1 0,0 5 0,6-4 0,-6 3 0,-2-1 0,-2 1 0,-2 3 0,0 3 0,-5 4 0,-3-2 0,-1 8 0,3 6 0,-5 7 0,0 2 0,-6 4 0,0 4 0,0-1 0,0 7 0,0-6 0,0 1 0,0 1 0,0-8 0,0 2 0,2-4 0,3-2 0,-3 0 0,14-15 0,-7-4 0</inkml:trace>
  <inkml:trace contextRef="#ctx0" brushRef="#br0" timeOffset="3">10291 7015 8912,'0'-25'0,"-6"6"0,0-4 0,1 4 0,5 2 0,0-1 0,0 1 0,0 8 0,7 1 0,3 8 0,7 0 0,8 0 0,2 0 0</inkml:trace>
  <inkml:trace contextRef="#ctx0" brushRef="#br0" timeOffset="4">10549 7049 8912,'0'17'0,"0"1"0,0-1 0,-2-6 0,-2 1 0,-2 1 0,-1-3 0,3 1 0,-2 2 0,0-3 0,6 1 0,0 3 0,0-5 0,0 3 0,0-6 0,0 5 0,0-5 0,0 5 0,0-7 0,0 4 0,0-8 0,2-2 0,4-4 0,2-3 0,3-9 0,5-5 0,-7 0 0,3 2 0,-1 2 0,1 2 0,5 0 0,-6 2 0,1 3 0,-1-1 0,6 7 0,1 0 0,-3 8 0,-4 4 0,3-2 0,-7 7 0,3 3 0,1 1 0,7 2 0,-1-5 0,0-1 0,-5-7 0,-1 2 0,2-4 0,-3-2 0,1 0 0,-7 0 0,12-8 0,-7-2 0</inkml:trace>
  <inkml:trace contextRef="#ctx0" brushRef="#br0" timeOffset="5">10962 7015 8912,'-17'0'0,"0"0"0,-1 0 0,9 0 0,-1 0 0,4 0 0,5 2 0,-5 3 0,4-1 0,2 8 0,0 1 0,6 2 0,-1 3 0,1-3 0,2-4 0,-6 5 0,5-5 0,1 4 0,2-5 0,7 5 0,0-5 0</inkml:trace>
  <inkml:trace contextRef="#ctx0" brushRef="#br0" timeOffset="6">10928 6877 8912,'-6'-23'0,"-2"0"0,0 2 0,1 2 0,-1 2 0,2 0 0,6 7 0,0 5 0,10 3 0,5 2 0,3 0 0,6 0 0,3 0 0</inkml:trace>
  <inkml:trace contextRef="#ctx0" brushRef="#br0" timeOffset="7">11186 6585 8912,'-10'0'0,"2"4"0,8 7 0,0 3 0,0 16 0,0 6 0,0 8 0,0 0 0,0 2 0,0 2 0,0 2 0,0-5 0,0 1 0,8-13 0,2-1 0,1-7 0,1-10 0,-7 1 0,7-11 0,-6-1 0,5-9 0,-1-5 0,1-7 0,2-2 0,-5-2 0,0-4 0,-1-2 0,5 0 0,-6-1 0,7-3 0,-2 8 0,-3 0 0,-2 6 0,-2 8 0,-1 1 0,3 0 0,8 6 0,-13 2 0,5 12 0,4 3 0,-3 2 0,5 0 0,-4 1 0,-7-3 0,3-2 0,2-1 0,0-7 0,-6 7 0,2-8 0,3 2 0,-1-5 0,8-1 0,-7 0 0,7 0 0,-3-1 0,3-5 0,3 4 0,-5-13 0,7 13 0,0-4 0,-5 4 0,-1 2 0,-5 2 0,5 4 0,-5-3 0,6 9 0,-9-6 0,3 5 0,4-7 0,-1 11 0,8-5 0</inkml:trace>
  <inkml:trace contextRef="#ctx0" brushRef="#br0" timeOffset="8">11254 6791 8912,'-17'0'0,"0"0"0,0 0 0,0 0 0,-1 0 0,11-7 0,9-3 0,13 1 0,12-7 0,13 5 0,-4-4 0,22-3 0,-5 1 0</inkml:trace>
  <inkml:trace contextRef="#ctx0" brushRef="#br0" timeOffset="9">11719 6740 8912,'-23'5'0,"0"3"0,2 0 0,2-1 0,8-1 0,-1-6 0,1 8 0,3-6 0,8 3 0,10-3 0,7-2 0,6 0 0,5 0 0,5 0 0,1-7 0,1-3 0,-1-7 0</inkml:trace>
  <inkml:trace contextRef="#ctx0" brushRef="#br0" timeOffset="10">11943 6619 8912,'9'10'0,"-1"-2"0,-8-8 0,-8 0 0,-3 0 0,1 0 0,1 1 0,1 5 0,-3-2 0,5 7 0,0-5 0,6 6 0,0-7 0,0 7 0,0-6 0,2 3 0,4 1 0,5-1 0,5-5 0,1 2 0,2-4 0,2-2 0,2 0 0,-2 0 0,-2-8 0,-2-3 0,0-7 0,1-5 0,-3 4 0,-4-4 0,3-1 0,-8 1 0,1 0 0,-3 6 0,2-1 0,0 1 0,-6 0 0,0 7 0,0 5 0,0 10 0,0-1 0,1 8 0,3 1 0,2 2 0,2-3 0,-3-1 0,5-5 0,7 6 0,-5-9 0,-1 3 0,1-4 0,5-2 0,0 0 0,0 0 0,0 0 0,1 0 0,-1 0 0,0 0 0,0 2 0,0 4 0,-5-4 0,-1 3 0,1-3 0,13-2 0,1 0 0</inkml:trace>
  <inkml:trace contextRef="#ctx0" brushRef="#br0" timeOffset="11">16004 6310 8912,'-9'-12'0,"1"3"0,0-1 0,-3 1 0,1-3 0,-1-5 0,7 6 0,-4-1 0,1-1 0,5 3 0,-4-1 0,4 5 0,2-5 0,0 7 0,0-4 0,0 10 0,0 4 0,0 5 0,0 12 0,0-2 0,0 8 0,0-1 0,0 7 0,0 5 0,0 0 0,0 0 0,0 2 0,0-4 0,0 8 0,2-6 0,4 6 0,-3-8 0,7 1 0,0-7 0,-1-3 0,3-8 0,5 2 0,0-6 0,0-6 0,0-3 0,1-8 0,1-2 0,4-4 0,-2-11 0,7-11 0,-5 1 0,4 0 0,-2 0 0,-4 1 0,-2 5 0,-2-2 0,-1 9 0,-5 3 0,-1 7 0,-5-2 0,-3-3 0,4 5 0,-12-8 0,-3 1 0,-8-6 0</inkml:trace>
  <inkml:trace contextRef="#ctx0" brushRef="#br0" timeOffset="12">16021 6499 8912,'-17'15'0,"0"-1"0,0-5 0,-1-1 0,9-2 0,1-6 0,12 0 0,8 0 0,1 0 0,16-2 0,3-4 0,6-6 0,4-10 0,4-7 0,4-2 0,-6 1 0,2 1 0,0-1 0,-8 5 0,2 2 0,-11 4 0,-6 1 0,-12 1 0,-18 8 0,-13 1 0</inkml:trace>
  <inkml:trace contextRef="#ctx0" brushRef="#br0" timeOffset="13">16073 6361 8912,'9'-7'0,"7"-3"0,-5-7 0,5 0 0,1 0 0,0-1 0,0 1 0,0 0 0,1 0 0,-1 0 0,0 1 0,-2 3 0,-3 2 0,-5 7 0,1-11 0,2 5 0</inkml:trace>
  <inkml:trace contextRef="#ctx0" brushRef="#br0" timeOffset="14">16073 6121 8912,'-10'0'0,"-5"7"0,13 3 0,-4 7 0,4 8 0,2 4 0,6 5 0,0 6 0,7 4 0,-1 8 0,-3-1 0,3 1 0,1-3 0,3-3 0,1-4 0,0-7 0,-6-14 0,1-4 0,-1-11 0,-1 1 0,-2-7 0</inkml:trace>
  <inkml:trace contextRef="#ctx0" brushRef="#br0" timeOffset="15">17071 5777 8912,'8'9'0,"-6"-1"0,5-8 0,-7 0 0,0 0 0,-7 0 0,3-6 0,-8 1 0,7-1 0,-7 6 0,1 0 0,-7 0 0,1 0 0,0 0 0,-2 13 0,-4 4 0,2 18 0,-8 3 0,-1 10 0,-3 11 0,-1 16 0,-1 11 0,8-6 0,5 6 0,10-12 0,6-1 0,4-6 0,2-4 0,8-21 0,5-4 0,7-11 0,3-12 0,7-5 0,-3-10 0,2-2 0,-1-4 0,-7-11 0,12-18 0,-6-9 0</inkml:trace>
  <inkml:trace contextRef="#ctx0" brushRef="#br0" timeOffset="16">17381 6052 8912,'11'0'0,"1"0"0,-8-2 0,1-4 0,-3 3 0,-2-9 0,0 6 0,0-5 0,0 5 0,0-5 0,-2 7 0,-3-2 0,1 4 0,-8 2 0,-1 0 0,-2 0 0,-5 8 0,-3 3 0,2 7 0,-7 4 0,1-1 0,-2 8 0,-1 0 0,7 5 0,2 2 0,2 5 0,3-5 0,5 4 0,3-6 0,8-5 0,0-4 0,0-8 0,10-7 0,7-5 0,8-3 0,9-2 0,8-13 0,4-4 0,-2-10 0,2 4 0,0-15 0,6 1 0</inkml:trace>
  <inkml:trace contextRef="#ctx0" brushRef="#br0" timeOffset="17">17725 5674 8912,'0'-17'0,"0"5"0,0 1 0,-2-1 0,-4 3 0,4-1 0,-3 4 0,3 4 0,2 2 0,2 12 0,3 3 0,7 2 0,3 8 0,4 4 0,2 5 0,2 6 0,6 2 0,-6 4 0,6 2 0,-5-6 0,3 0 0,4 0 0,-1-2 0,-1-7 0,-6-5 0,-4-5 0,-2-4 0,1-3 0,-1-5 0,-8-5 0,-3-12 0,-4-5 0,6-20 0,1-5 0</inkml:trace>
  <inkml:trace contextRef="#ctx0" brushRef="#br0" timeOffset="18">18121 5639 8912,'-17'0'0,"-1"0"0,7 2 0,-1 4 0,1-2 0,-6 7 0,-6 1 0,-2 7 0,0 4 0,0 5 0,-4 7 0,5 5 0,-1 8 0,0 7 0,2 0 0,6 7 0,1-5 0,5-7 0,3-6 0,8-10 0,0-2 0,0-3 0,0-4 0,0-16 0,0-1 0,0-8 0,0-2 0,0-4 0,0-5 0,0-4 0,0-10 0,0-2 0</inkml:trace>
  <inkml:trace contextRef="#ctx0" brushRef="#br0" timeOffset="19">18069 5227 8912,'17'0'0,"2"2"0,2 5 0,4 10 0,0 10 0,0 6 0,4 9 0,-4 4 0,-1 5 0,1 6 0,-2-1 0,-7 5 0,-3-2 0,-2-3 0,-7-9 0,2-1 0,-6 0 0,-6-2 0,-1-2 0,-7-8 0,3-1 0,-3-4 0,1 1 0,1-7 0,-1 0 0,5-6 0,1 0 0,-1 1 0,2-9 0,6-1 0,0-8 0</inkml:trace>
  <inkml:trace contextRef="#ctx0" brushRef="#br0" timeOffset="20">18809 5691 8912,'-19'6'0,"-2"1"0,-2 1 0,0 0 0,0-5 0,0-1 0,2-2 0,10 0 0,5 0 0,14 0 0,9 0 0,2-5 0,11-3 0,5 0 0,3 1 0,10-7 0,-4 5 0,2-3 0,0 1 0,-8 1 0,2-1 0,-5-3 0,-7 9 0,-5 1 0,-4 2 0,-2 2 0,-7 0 0,-2 0 0</inkml:trace>
  <inkml:trace contextRef="#ctx0" brushRef="#br0" timeOffset="21">18895 5880 8912,'-8'33'0,"-3"-5"0,-2-5 0,1-4 0,-1-7 0,7-1 0,0 1 0,6-3 0,14-9 0,3-11 0,12-5 0,-1-1 0,5 0 0,1 0 0,-5 2 0,0 3 0,-7-3 0,7 3 0,-6 3 0,6-3 0,-8 1 0,2-6 0,-4-1 0,-2 1 0</inkml:trace>
  <inkml:trace contextRef="#ctx0" brushRef="#br0" timeOffset="22">19876 5588 8912,'0'-12'0,"0"1"0,0-3 0,0 5 0,0-3 0,0-1 0,-2 4 0,-4-3 0,3 8 0,-9-1 0,-1 3 0,-3 9 0,-1 5 0,0 3 0,0 2 0,1 8 0,5 4 0,-2-3 0,5 3 0,0 0 0,1-3 0,1 5 0,6-8 0,2 4 0,4-10 0,5 2 0,10-11 0,4-1 0,2 1 0,1-2 0,7-6 0,-1-8 0,-1-3 0,-3-5 0,-1-1 0,0-8 0,5-1 0</inkml:trace>
  <inkml:trace contextRef="#ctx0" brushRef="#br0" timeOffset="23">20530 5158 8912,'-10'0'0,"3"0"0,7 8 0,0 3 0,0 10 0,0 2 0,0 8 0,0-3 0,0 5 0,0 1 0,0 8 0,2 2 0,1 0 0,3-4 0,2 2 0,-4-4 0,3-3 0,3-5 0,-4-3 0,5 2 0,1-10 0,5-10 0,2-1 0,4-4 0,4-2 0,7-2 0,0-8 0,1-3 0,1-7 0,4-5 0,-3 4 0,3-4 0,-10 6 0,-5 4 0,-4 1 0,-5-1 0,-11-2 0,-12-10 0,-12-2 0</inkml:trace>
  <inkml:trace contextRef="#ctx0" brushRef="#br0" timeOffset="24">20582 5433 8912,'-18'10'0,"-5"-1"0,0-3 0,6-4 0,6 4 0,7-5 0,-2-1 0,12 0 0,4-1 0,9-3 0,4-4 0,5-2 0,5-1 0,1-6 0,1 0 0,1-1 0,2 1 0,2 0 0,0 0 0,-5 0 0,-3-1 0,-3 1 0,4 0 0,-5 0 0,-3 7 0,0-13 0,-8 4 0</inkml:trace>
  <inkml:trace contextRef="#ctx0" brushRef="#br0" timeOffset="25">20633 5278 8912,'-17'17'0,"0"-1"0,0-5 0,7-3 0,4-10 0,12-4 0,5-5 0,5-5 0,7-1 0,2 0 0,1 0 0,5 0 0,1 0 0,3-1 0,-3 1 0,-3 0 0,2 0 0,-8 0 0,7-8 0,-3-2 0</inkml:trace>
  <inkml:trace contextRef="#ctx0" brushRef="#br0" timeOffset="26">20719 5020 8912,'-2'18'0,"-1"-1"0,-3 0 0,-2-6 0,2 1 0,4 1 0,-5 10 0,1 6 0,0 3 0,1 10 0,5 4 0,0 6 0,0 5 0,2-3 0,3 3 0,-1-4 0,8-1 0,-1-8 0,6-6 0,0-5 0,1-5 0,-1-9 0,0-1 0,-7-9 0,5-17 0,-6-1 0</inkml:trace>
  <inkml:trace contextRef="#ctx0" brushRef="#br0" timeOffset="27">21390 4969 8912,'0'9'0,"0"-1"0,0-8 0,-2 0 0,-3 0 0,3 0 0,-8 0 0,5 0 0,-3 2 0,-6 4 0,3 7 0,-2 8 0,3 13 0,-1 14 0,-3 9 0,-1 12 0,3 8 0,3 9 0,1 0 0,4 0 0,8-16 0,6-7 0,3-11 0,6-12 0,8-4 0,-4-19 0,6-3 0,-4-16 0,1-4 0,-5-11 0,4-10 0</inkml:trace>
  <inkml:trace contextRef="#ctx0" brushRef="#br0" timeOffset="28">21580 5089 8912,'0'10'0,"2"-1"0,3-3 0,-1 4 0,8 7 0,7 2 0,11 4 0,7 5 0,3 5 0,8 1 0,-2 1 0,3-1 0,1 0 0,-4-1 0,-6-4 0,-8-5 0,-9-6 0,-2-7 0,-15 1 0,0-9 0,-14-10 0,-1-12 0</inkml:trace>
  <inkml:trace contextRef="#ctx0" brushRef="#br0" timeOffset="29">22062 5003 8912,'-18'17'0,"7"-5"0,-1-1 0,3-5 0,-5 6 0,1 3 0,-6 6 0,0 6 0,-10 7 0,6 14 0,-6 3 0,1 12 0,-7 0 0,9-3 0,3-3 0,11-6 0,6-5 0,5-6 0,1-3 0,5-11 0,1-3 0,13-11 0,-2-6 0,10-6 0,-4-6 0,8-11 0,-5-10 0</inkml:trace>
  <inkml:trace contextRef="#ctx0" brushRef="#br0" timeOffset="30">22216 4608 8912,'18'0'0,"1"0"0,4 0 0,-2 2 0,7 3 0,3 7 0,1 3 0,3 12 0,-1 7 0,-1 12 0,-4 15 0,-7 10 0,-2 5 0,-11 7 0,-3 8 0,-4-1-272,-2 7 0,-14-13 272,-3 2 0,-17-9 0,-1 3 0,-9-15 0,2-2 0,0-8-24,0-3 1,-13-8 0,1-2-1</inkml:trace>
  <inkml:trace contextRef="#ctx0" brushRef="#br0" timeOffset="31">13147 10075 8912,'-11'-2'0,"-1"-3"0,1-5 0,1-1 0,5-1 0,3 10 0,2 2 0,7 2 0,5 10 0,3 3 0,2 4 0,1 4 0,-1-2 0,6 6 0,0-1 0,-2 3 0,-2 0 0,-2-1 0,0 7 0,1-1 0,-1-1 0,0-3 0,0-1 0,0-8 0,1 2 0,-7-4 0,1-2 0,-3-6 0,3 1 0,-5-8 0,-7 3 0,0-22 0,0-4 0</inkml:trace>
  <inkml:trace contextRef="#ctx0" brushRef="#br0" timeOffset="32">13509 10058 8912,'0'-10'0,"-8"-5"0,-1 13 0,-11 4 0,-2 15 0,1 10 0,-8 11 0,0 6 0,2 6 0,-5-2 0,3 9 0,2 2 0,3-3 0,3-5 0,5-3 0,5-12 0,-1-1 0,5-9 0,7-16 0,0-2 0</inkml:trace>
  <inkml:trace contextRef="#ctx0" brushRef="#br0" timeOffset="33">13612 10367 8912,'10'0'0,"5"0"0,-6 0 0</inkml:trace>
  <inkml:trace contextRef="#ctx0" brushRef="#br0" timeOffset="34">13819 10350 8912,'0'-11'0,"0"-1"0,0 9 0,0-5 0,0 10 0,0 4 0,0 3 0,0 8 0,0 0 0,0 1 0,0-1 0,0 2 0,1 2 0,5 2 0,-4 0 0,4-6 0,-4 0 0,-2 0 0,7 1 0,3-1 0</inkml:trace>
  <inkml:trace contextRef="#ctx0" brushRef="#br0" timeOffset="35">13836 10144 8912,'-17'8'0,"-1"-6"0,1 3 0,0-3 0,7-2 0,10 0 0,12 0 0,3 0 0,10-7 0,2-3 0</inkml:trace>
  <inkml:trace contextRef="#ctx0" brushRef="#br0" timeOffset="36">13991 9783 8912,'0'11'0,"0"1"0,0 1 0,0 2 0,0 3 0,0 1 0,0 4 0,0 5 0,0 5 0,0 1 0,0-1 0,0-5 0,0 5 0,0-6 0</inkml:trace>
  <inkml:trace contextRef="#ctx0" brushRef="#br0" timeOffset="37">14645 9938 8912,'-8'-10'0,"4"-3"0,-5 5 0,-1 0 0,0 1 0,5 1 0,-9 6 0,-5 2 0,-8 4 0,-5 3 0,-3 8 0,-5 8 0,0 2 0,2 2 0,2-1 0,9-1 0,4 2 0,11 1 0,7-5 0,3 0 0,2 0 0,7-2 0,5-6 0,3 0 0,2 0 0,6 0 0,0 1 0,2-1 0,-4-2 0,4-1 0,2-3 0,-6 0 0,2 7 0,0-7 0,-6 1 0,4-7 0,-10 5 0,3-1 0,-3 1 0,-3 1 0,-10 7 0,-4-1 0,-11 0 0,-12 0 0,-9 0 0,-4 1 0,-4-1 0,-7 0 0,1 0 0,-15 0 0,6 1 0</inkml:trace>
  <inkml:trace contextRef="#ctx0" brushRef="#br0" timeOffset="38">12597 11279 8912,'-10'-8'0,"-3"4"0,5-5 0,-1-1 0,-5 1 0,-1-1 0,0-3 0,1 1 0,3-1 0,-1 3 0,-5 1 0,2-1 0,3 1 0,-3-1 0,4-3 0,-5 1 0,-1 8 0,0-1 0,0 3 0,1 4 0,5 3 0,-4 11 0,5 9 0,0 1 0,5 5 0,3 1 0,2 3 0,0-1 0,0 0 0,0-5 0,0-2 0,2-2 0,3-4 0,5-2 0,7-4 0,0-3 0,-5-7 0,-1-10 0,1-1 0,5-11 0,-2 1 0,-3-12 0,1 5 0,-7-6 0,5 0 0,-5-3 0,-2 1 0,-2 3 0,-2 7 0,0-2 0,6 4 0,-1 2 0,1-1 0,-6 1 0,2 8 0,4 3 0,-2 14 0,7 9 0,-5 0 0,5 6 0,1 2 0,5-2 0,-6 0 0,1-6 0,1 0 0,3 0 0,1 0 0,0 0 0,0-7 0,-7-2 0,-3-16 0,-7-2 0</inkml:trace>
  <inkml:trace contextRef="#ctx0" brushRef="#br0" timeOffset="39">12683 11262 8912,'11'0'0,"1"0"0,1 0 0,-3 0 0,1 0 0,-5-2 0,5-4 0,-5 4 0,6-4 0,-1-3 0,6 7 0,0-6 0,1 8 0,-7 2 0,-1 4 0,-1 3 0,1 1 0,-4 5 0,5-3 0,-1 3 0,1 2 0,4-5 0,-3-1 0,-3-7 0,3 2 0,-6-5 0,5-1 0,2 0 0,-3-7 0,1-5 0,-5-3 0,6-2 0,-7-8 0,7-4 0,-8-1 0,1 1 0,3-3 0,-2 3 0,0 4 0,-6 2 0,0 4 0,0 2 0,-2 7 0,-4 5 0,2 10 0,-7 7 0,7 3 0,-4 4 0,2 2 0,1 2 0,-1 6 0,6-6 0,2 5 0,4-5 0,-3 0 0,9-5 0,-1-1 0,7 0 0,5-6 0,1-1 0,1-2 0,0-5 0,4-1 0,-6-2 0,0-7 0,2-3 0,1-7 0</inkml:trace>
  <inkml:trace contextRef="#ctx0" brushRef="#br0" timeOffset="40">13474 11141 8912,'10'0'0,"-2"8"0,-8 3 0,0 5 0,5-3 0,1 4 0,0-2 0,-6 12 0,0 0 0,0 0 0,6-4 0,-1 5 0,3-1 0,-4 2 0,1-6 0,-1-4 0,-2-2 0,-9-8 0,-3-1 0</inkml:trace>
  <inkml:trace contextRef="#ctx0" brushRef="#br0" timeOffset="41">13388 11072 8912,'0'-17'0,"0"0"0,0 0 0,0 0 0,8 7 0,2 2 0,7 8 0,0 0 0,0 0 0,0 6 0,1 0 0,5 7 0,-1-1 0,7-3 0,-6 3 0,6-1 0,-6 6 0,0 1 0,-6-3 0,-2-2 0,-3-1 0,3-1 0,-5 6 0,-1 1 0,4-1 0,-7 0 0,0-6 0,-6 1 0,0 1 0,0 3 0,0 1 0,0 0 0,0-6 0,0 1 0,0-1 0,0 6 0,0 1 0,0-11 0,0-7 0,0-7 0,0-11 0,0-1 0,0-4 0,2 4 0,4-4 0,1 2 0,5-2 0,3 4 0,-4-4 0,5 4 0,1 2 0,0 0 0,0 0 0,1 5 0,-1 1 0,0 7 0,0-2 0,0 6 0,1 6 0,-1-2 0,0 5 0,0 1 0,0 0 0,1-5 0,-1 7 0,-6-8 0,1 1 0,-1-3 0,-1-2 0,-2-2 0,-8-3 0,-2 3 0,-4-4 0,2 2 0,-7-2 0,5 4 0,-6-3 0,7 3 0,-5 4 0,2 3 0,1 3 0,1 4 0,4 3 0,-4-4 0,4 5 0,2 1 0,-1-6 0,-3 1 0,-2 1 0,0-3 0,6 1 0,0-7 0,0 4 0,8-22 0,3-3 0,-1-8 0,1-4 0,1 1 0,5-12 0,0 1 0,1-1 0,-3 4 0,-4-4 0,3 4 0,-9 1 0,9 9 0,-12 1 0,5 17 0,-7 8 0,0 10 0,0 13 0,0-2 0,0 7 0,0 1 0,0-2 0,0 3 0,0-7 0,6 6 0,0-6 0,1 0 0,-1-6 0,-2-6 0,8 1 0,-1-3 0,6 3 0,-5-5 0,-1-7 0,4-2 0,6-3 0,-1-5 0,3-7 0,-4 0 0,-2 0 0,-6-1 0,1 1 0,-6 0 0,5 0 0,-7 5 0,2 1 0,-5-2 0,-1-3 0,-7 7 0,-3 1 0,-7 8 0,0 2 0,0 4 0,5 3 0,1 10 0,-1 4 0,3 6 0,1-2 0,8 1 0,0-1 0,0 2 0,8-3 0,3-5 0,4 2 0,3-2 0,5-9 0,0-6 0,7-4 0,-1-2 0,3-2 0,3-4 0,-8-4 0,-5-7 0,5-8 0,0-1 0</inkml:trace>
  <inkml:trace contextRef="#ctx0" brushRef="#br0" timeOffset="42">14765 10883 8912,'-8'10'0,"6"-3"0,-5 1 0,7 4 0,-6 3 0,0 2 0,1 2 0,5 4 0,0 6 0,0 3 0,0 8 0,0 0 0,0 2 0,0-1 0,5-5 0,1 4 0,0-9 0,-6-3 0,0-7 0,0 2 0,0-4 0,0-9 0,0-3 0</inkml:trace>
  <inkml:trace contextRef="#ctx0" brushRef="#br0" timeOffset="43">14713 10866 8912,'0'-11'0,"0"-1"0,6 6 0,0-5 0,7 7 0,-3-9 0,7 7 0,0 2 0,0 4 0,1 6 0,-3 3 0,-4 9 0,3-1 0,-8 0 0,1 6 0,-1 0 0,-4 6 0,4-7 0,-6 7 0,-4-4 0,-4 0 0,-1 0 0,3 3 0,-6-5 0,1 0 0,-6-6 0,-1 1 0</inkml:trace>
  <inkml:trace contextRef="#ctx0" brushRef="#br0" timeOffset="44">14920 10952 8912,'17'0'0,"0"0"0,1 0 0,-3-8 0,-4-3 0,5 1 0,-5-1 0,2-1 0,1-5 0,-3 0 0,3 0 0,1 5 0,2 1 0,0-1 0,-5-5 0,-1 0 0,-9 8 0,-2 3 0,-2 6 0,-9 6 0,-1 1 0,-5 8 0,0 1 0,0 3 0,2 2 0,3-4 0,-1 0 0,7 0 0,0 1 0,6-1 0,0 0 0,0 0 0,0-5 0,0-1 0,2-7 0,4 2 0,3-4 0,9-2 0,5-2 0,-1-4 0,1-5 0,2-5 0,-6-7 0,4 0 0,-4 0 0,-1 6 0,-7 2 0,-1 2 0,-1 3 0,1 2 0,-6-5 0,3 11 0,-7-6 0,0 8 0,0 0 0,0 8 0,-5-4 0,-1 7 0,0-7 0,6 12 0,0-15 0,0 7 0,8-8 0,1-8 0,9 7 0,-1-5 0,0 4 0,0 2 0,0 0 0,1 0 0,-1 0 0,0 0 0,0 0 0,0-6 0,1 0 0,-1 1 0,0-1 0,0-2 0,0-1 0,-7-3 0,-2-5 0,-8 0 0,5 5 0,1 1 0,0 5 0,-6-5 0,0 7 0,-2-4 0,-4 8 0,2 0 0,-7 2 0,-1 4 0,3 5 0,-6 3 0,3-3 0,3 5 0,-3-5 0,6 2 0,-5-1 0,7 3 0,-4-5 0,8-1 0,0-3 0,2-12 0,2-5 0,2-5 0,7-8 0,-1-5 0,3-5 0,2-7 0,-1 5 0,-5-4 0,4-2 0,-3 2 0,-5-4 0,-1 10 0,-2 3 0,0 14 0,2 0 0,-1 7 0,-7 12 0,-3 15 0,3 2 0,-4 10 0,2 2 0,-2 1 0,4-3 0,-3-1 0,3-1 0,2 2 0,0 1 0,0-7 0,2 0 0,2-6 0,3-1 0,3-5 0,1 2 0,6-7 0,1 0 0,-1-6 0,2-8 0,4-3 0,2-6 0,3-6 0,5 2 0,-4-8 0,-3 6 0,3-6 0,-8 8 0,0-1 0,-7 2 0,-9 3 0,-3 0 0,-9 7 0,-5 5 0,-5 5 0,-6 5 0,2 5 0,-6 7 0,2 0 0,4 1 0,2-1 0,2 0 0,2-6 0,3 1 0,5-1 0,7 7 0,7-9 0,5-3 0,5-4 0,6-2 0,-4-2 0,4-4 0,-4-2 0,-2-3 0,0-4 0,1 5 0,-3-1 0,-4-1 0,-1 8 0,-4-1 0,-4 3 0,5 2 0,-7 0 0,0 0 0,8 0 0,1 0 0,9 0 0,-7 0 0,1 0 0,1 0 0,2 0 0,-3 0 0,-1 0 0,1-6 0,5 0 0,-6-5 0,1 5 0,-6-2 0,3 3 0,-1-7 0,3-5 0,-5-6 0,0 4 0,-4-6 0,1 2 0,3 0 0,0-5 0,-6 5 0,6-6 0,-1 6 0,1 0 0,-6 6 0,0 8 0,0 9 0,0 13 0,0 8 0,0 8 0,0 3 0,-6 4 0,1 4 0,-1-3 0,6 3 0,0-4 0,0-1 0,0-3 0,0-3 0,0-4 0,0-8 0,8-6 0,3 1 0,4-9 0,3-3 0,6-17 0,3-9 0</inkml:trace>
  <inkml:trace contextRef="#ctx0" brushRef="#br0" timeOffset="45">16176 10367 8912,'35'0'0,"3"-7"0,8-5 0,9-9 0,20-3 0,5-1 0,4 0 0,0-6 0,-3 3 0,3-12 0,-6-4 0</inkml:trace>
  <inkml:trace contextRef="#ctx0" brushRef="#br0" timeOffset="46">5971 10763 8912,'10'-8'0,"-4"-3"0,-4-4 0,-2-3 0,-2 1 0,-4 0 0,2 5 0,-7 3 0,-3 1 0,-1 3 0,-2 5 0,-8 0 0,-4 0 0,-3 11 0,-5 10 0,-5 15 0,-9 12 0,-3 17 0,23-23 0,-1 2 0,0 4 0,1 1 0,0 4 0,1 1 0,-1 2 0,3 1-218,0 3 1,4 0 0,5 0-1,3-1 218,4-2 0,2 1 0,2-3 0,4-2 0,8 43 0,7-8 0,12-6 0,8-27 0,3-9 0,8-9 0,4-15 0,-2 3 0,2-2 0,-6-11 0,6-1 0,-8-7 0,3 2 0,-1-1 0,8 1 0</inkml:trace>
  <inkml:trace contextRef="#ctx0" brushRef="#br0" timeOffset="47">6057 10986 8912,'0'-17'0,"0"0"0,0 0 0,0 0 0,0 9 0,0 8 0,0 10 0,0 12 0,0 7 0,0 9 0,0 2 0,0 6 0,0-6 0,0 6 0,0-4 0,0 0 0,0 0 0,0-2 0,0-5 0,2-1 0,2-1 0,4-5 0,1-5 0,-3-6 0,6-5 0,-1-4 0,6-10 0,0-4 0,3-4 0,3-7 0,-4-6 0,4 0 0,-4-5 0,-2 3 0,0 0 0,0 0 0,1 2 0,-1 6 0,0 0 0,-2 15 0,-3 8 0,-3 7 0,-5 6 0,4 2 0,1 2 0,3 2 0,5-2 0,-5-4 0,-1 4 0,-1-4 0,3-4 0,-2-1 0,3-3 0,1-7 0,2-4 0,1-10 0,-1-7 0</inkml:trace>
  <inkml:trace contextRef="#ctx0" brushRef="#br0" timeOffset="48">6470 10969 8912,'-26'0'0,"1"-6"0,8 1 0,7-9 0,-5 12 0,13-5 0,2 7 0,11 0 0,10 0 0,2 0 0,6 0 0,-6 0 0,15-8 0,-1-1 0</inkml:trace>
  <inkml:trace contextRef="#ctx0" brushRef="#br0" timeOffset="49">6694 11124 8912,'2'15'0,"4"-3"0,-4-5 0,5 1 0,-7 3 0,0-1 0,0 1 0,0 1 0,0 13 0,0-6 0,0 4 0,0-4 0,0-2 0,0 0 0,0 0 0,0 1 0,0-7 0,0 1 0,0-9 0,0 3 0,0-12 0,0-7 0,0-8 0,0 0 0,0-8 0,0 1 0,0-7 0,0 1 0,0 0 0,8 1 0,4 4 0,-3-1 0,3 7 0,1 2 0,2 2 0,2 4 0,1 3 0,-1 4 0,0 8 0,0 8 0,0 4 0,1 3 0,-1 2 0,2 0 0,2 0 0,2 1 0,-2-1 0,-2-6 0,-2 1 0,1-8 0,-1 1 0,0-3 0,0-2 0,0 0 0,1 0 0,-1-7 0,0-5 0,-2-3 0,-3-2 0,1-1 0,-7 1 0,0-6 0,-6 0 0,-2 2 0,-4 2 0,-4 8 0,-7-1 0,0 8 0,0-1 0,0 3 0,-1 2 0,1 2 0,0 3 0,6 11 0,-1 7 0,8 7 0,-2-1 0,5-2 0,1-1 0,0 1 0,0 0 0,0-4 0,0 5 0,7-12 0,5 1 0,5-6 0,6 1 0,-2-4 0,8-8 0,-8 0 0,2-2 0,-4-4 0,-2-6 0,0-9 0,0-2 0,-1-1 0,-5 1 0,-1 2 0,-5-8 0,-3 6 0,4-4 0,-4 3 0,-2 3 0,0-6 0,0 8 0,0-4 0,0 11 0,-8 5 0,6 7 0,-5 2 0,7 3 0,0 7 0,0 3 0,0 2 0,0 0 0,0 1 0,0-1 0,0 0 0,5-6 0,1 1 0,2-8 0,-2 1 0,-3-3 0,9-2 0,-6 0 0,5 0 0,1 0 0,5 0 0,-2-2 0,-4-3 0,3 1 0,-8-8 0,7 7 0,-3-7 0,-1-1 0,-1 5 0,-1-15 0,3 4 0</inkml:trace>
  <inkml:trace contextRef="#ctx0" brushRef="#br0" timeOffset="50">7589 10866 8912,'17'10'0,"-7"-3"0,5-7 0,-5 8 0,7-6 0,0 4 0,0-3 0,0 1 0,1 2 0,-3 2 0,-4-3 0,5 5 0,-5 7 0,-3 0 0,-2 0 0,-3 1 0,3-1 0,-4 0 0,4 0 0,-4-5 0,-2-1 0,0 1 0,0-3 0,0-3 0,0-12 0,0-3 0,0-9 0,7-5 0,5 1 0,3-7 0,2 6 0,1-6 0,-1 6 0,0 0 0,0 6 0,-5 0 0,-1 0 0,3 0 0,1-1 0,2 9 0,-2 3 0,-3 12 0,1 0 0,-7 9 0,0 4 0,1 0 0,-5 0 0,4-2 0,2 1 0,-3-1 0,3 0 0,-2 0 0,-4 0 0,3 1 0,-3-1 0,-2-8 0,0-9 0,0-9 0</inkml:trace>
  <inkml:trace contextRef="#ctx0" brushRef="#br0" timeOffset="51">7968 10574 8912,'-10'-17'0,"2"-1"0,8 7 0,0-1 0,2 9 0,4-3 0,4-2 0,9 1 0,4-3 0,-4-1 0,6-7 0</inkml:trace>
  <inkml:trace contextRef="#ctx0" brushRef="#br0" timeOffset="52">8312 10230 8912,'0'9'0,"0"1"0,0-4 0,0-2 0,0 7 0,0 6 0,0 8 0,0 4 0,0 7 0,0 0 0,0 10 0,0-6 0,2 4 0,2-2 0,1-4 0,7-7 0,-7-2 0,7-8 0,-6 2 0,7-12 0,-3-3 0,7-10 0,0-6 0,0-7 0,0-6 0,-1-8 0,-5 6 0,5-5 0,-5 5 0,2 0 0,-1 6 0,1 5 0,-7 1 0,7 7 0,-1-2 0,-3 4 0,3 2 0,-8 8 0,1 3 0,3-1 0,-2 1 0,1-5 0,-1 6 0,-2-7 0,7 7 0,-5-8 0,6 1 0,1-3 0,2-2 0,3-7 0,-1-3 0,0-7 0,0 0 0,0-1 0,-5 7 0,-1 1 0,3 3 0,1 1 0,0 8 0,-3 4 0,-3 3 0,-3 8 0,-4 8 0,4 4 0,1 3 0,-1 3 0,0-3 0,-6-3 0,6 3 0,-1-5 0,-1 2 0,-2-1 0,4-7 0,0 2 0,-3-9 0,-8-3 0,1-7 0,-8 2 0,-7-12 0,-8-4 0</inkml:trace>
  <inkml:trace contextRef="#ctx0" brushRef="#br0" timeOffset="53">8191 10557 8912,'2'-12'0,"4"1"0,4 5 0,7-6 0,4 1 0,7-6 0,11-6 0,18-2 0,8-2 0,8-3 0,-3-1 0,5 3-477,-12-5 1,-4 6 0,-7-7 0</inkml:trace>
  <inkml:trace contextRef="#ctx0" brushRef="#br0" timeOffset="54">9448 10281 8912,'-18'18'0,"1"-1"0,-2 0 0,-2 2 0,-2 4 0,0-2 0,6 8 0,0 1 0,-1 3 0,9-1 0,3-3 0,4 2 0,2-9 0,2 1 0,4-7 0,7-3 0,8-2 0,-2-7 0,4 2 0,-3-4 0,-3-2 0,0-8 0,0-3 0,0-6 0,1-6 0,-9 2 0,-3-8 0,-4 6 0,-2-6 0,0 1 0,0-7 0,0 3 0,0 3 0,-8-1 0,-3 7 0,1-2 0,-1 2 0,1 4 0,-1-4 0,3 4 0,8 2 0,0-8 0,0-2 0</inkml:trace>
  <inkml:trace contextRef="#ctx0" brushRef="#br0" timeOffset="55">9792 10006 8912,'0'-26'0,"0"3"0,0 4 0,0 1 0,0 1 0,0 0 0,-8 8 0,-3 3 0,-5 4 0,-1 4 0,0 4 0,0 11 0,-1 11 0,7 7 0,0 5 0,7 4 0,-2 7 0,4 1 0,4 0 0,4-1 0,5 1 0,-1-1 0,1 1 0,1-8 0,5-4 0,0-6 0,0-5 0,-5 2 0,-1-9 0,-7 1 0,2-5 0,-12-9 0,-3-1 0</inkml:trace>
  <inkml:trace contextRef="#ctx0" brushRef="#br0" timeOffset="56">9516 10436 8912,'-9'-11'0,"3"-1"0,6 7 0,6-7 0,0 1 0,11-7 0,4 1 0,13 0 0,14-8 0,6-2 0,5-1 0,6-1 0,0-5 0,-2-6-388,4-8 1,-14 12-1,7-6 1</inkml:trace>
  <inkml:trace contextRef="#ctx0" brushRef="#br0" timeOffset="57">10050 9491 8912,'-17'0'0,"7"0"0,25 7 0,8 10 0,23 12 0,0 11 0,6 8 0,-1 7 0,1 8 0,0 18 0,-26-39 0,-1 2 0,1 1 0,-2 1-199,0 0 0,-2 0 0,-4 1 1,-2 2 198,-3 2 0,-3 1 0,-1-1 0,-1-1 0,4 45 0,-8-9 0,-8-9 0,-8-6-72,-11-3 1,-3 7 71,-9-1 0,1 8 0,-1-1 0,-7-5 0,0 10 0,-7-4 0,23-40 0,0 0 0,-2-1 0,1 0 0</inkml:trace>
  <inkml:trace contextRef="#ctx0" brushRef="#br0" timeOffset="58">6384 11863 8912,'-5'-17'0,"-1"0"0,0 0 0,0-1 0,1 1 0,-1 8 0,8 14 0,2 15 0,3 6 0,3 11 0,-4-1 0,3 10 0,1 0 0,-1-2 0,-3 3 0,6-7 0,-7 2 0,5-5 0,-1-1 0,1-3 0,1-11 0,7 1 0,-1-4 0,0-1 0,0-9 0,2-3 0,2-8 0,2-9 0,6-3 0,-6-14 0,-6-1 0,-5-5 0,-8-1 0,3 1 0</inkml:trace>
  <inkml:trace contextRef="#ctx0" brushRef="#br0" timeOffset="59">6505 12121 8912,'-10'10'0,"3"-3"0,7-7 0,7 0 0,5 0 0,5-7 0,4-5 0,2-3 0,-2-2 0,-2 0 0,-2-1 0,1 1 0,-1 0 0,-8 0 0,-1 0 0,-8-1 0</inkml:trace>
  <inkml:trace contextRef="#ctx0" brushRef="#br0" timeOffset="60">6298 11898 8912,'0'-10'0,"2"-3"0,4 7 0,4-2 0,7 3 0,8 1 0,3-8 0,5 3 0,1-5 0,1 3 0,-1-2 0,8-10 0,2-4 0</inkml:trace>
  <inkml:trace contextRef="#ctx0" brushRef="#br0" timeOffset="61">6815 11863 8912,'17'10'0,"0"-4"0,-5-3 0,-1 3 0,2-2 0,10 7 0,-2 1 0,8 5 0,-2 6 0,3 2 0,-1 2 0,2 3 0,-6 1 0,-3-3 0,3 5 0,-2-5 0,-2-3 0,-9-2 0,-5-9 0,-7-3 0,0-7 0,0 4 0,0-16 0,0-2 0</inkml:trace>
  <inkml:trace contextRef="#ctx0" brushRef="#br0" timeOffset="62">7142 11846 8912,'-18'0'0,"7"0"0,-1 0 0,1 8 0,-6 3 0,0 6 0,-1 6 0,1 6 0,0 11 0,2 4 0,3 8 0,-1-3 0,7-3 0,0 2 0,6-8 0,8 0 0,3-7 0,5-5 0,1-5 0,8-11 0,3-7 0,5-10 0,1-13 0,1-8 0</inkml:trace>
  <inkml:trace contextRef="#ctx0" brushRef="#br0" timeOffset="63">7383 11846 8912,'0'-9'0,"0"1"0,0 12 0,0 7 0,0 8 0,0 16 0,0 7 0,0 2 0,1 1 0,5 1 0,-2 0 0,7 6 0,1-1 0,5 1 0,0-8 0,1-4 0,-7-4 0,1-1 0,-3-9 0,3-3 0,-5-11 0,-22-20 0,-4-11 0</inkml:trace>
  <inkml:trace contextRef="#ctx0" brushRef="#br0" timeOffset="64">7365 11777 8912,'2'-23'0,"2"0"0,4 2 0,1 2 0,3 4 0,5 4 0,0 3 0,0 8 0,6 0 0,2 0 0,-2 2 0,-4 4 0,2 5 0,-9 12 0,1-4 0,-1 4 0,-5 2 0,-7-2 0,0 7 0,-2-3 0,-3 2 0,-7-1 0,3-7 0,-3 2 0,3 2 0,-3-2 0,-3 0 0,5-8 0,-7-3 0,6-5 0,-1-7 0,8 0 0,-3 0 0</inkml:trace>
  <inkml:trace contextRef="#ctx0" brushRef="#br0" timeOffset="65">7623 11880 8912,'12'0'0,"-1"0"0,-7 0 0,12 0 0,-7 0 0,8 0 0,0 0 0,1 0 0,-1 0 0,0 0 0,0 0 0,2-7 0,4-5 0,-3-3 0,2-2 0,-2 0 0,-3-1 0,-2-4 0,-3-1 0,1 0 0,-7 6 0,-4-1 0,-6 1 0,-6 2 0,-7 3 0,0-1 0,0 7 0,-6 1 0,0 5 0,0 7 0,6 5 0,-1 5 0,3 6 0,2 5 0,1 5 0,8 1 0,-1 1 0,3-3 0,2-3 0,7 3 0,5-3 0,9-4 0,2-2 0,9-6 0,1-6 0,5-5 0,0-4 0,-1-17 0,-3-4 0</inkml:trace>
  <inkml:trace contextRef="#ctx0" brushRef="#br0" timeOffset="66">8140 11554 8912,'-18'9'0,"7"1"0,0-4 0,-1 3 0,-5 8 0,0 2 0,-1 4 0,3 6 0,4 4 0,3 1 0,8 0 0,0 6 0,0 1 0,8-1 0,3-6 0,4-7 0,3-4 0,7-6 0,1-6 0,3-5 0,0-4 0,-3-4 0,3-4 0,2-3 0,-8-8 0,3-10 0,-8-8 0,10-7 0,-9-9 0</inkml:trace>
  <inkml:trace contextRef="#ctx0" brushRef="#br0" timeOffset="67">8415 11347 8912,'2'16'0,"4"-5"0,-4 5 0,3-5 0,-3 4 0,-2 2 0,6 6 0,0 0 0,-1 8 0,-3-2 0,2 1 0,2-1 0,5 3 0,-5-3 0,6 3 0,-7 3 0,7-7 0,-6 1 0,-1-2 0,-5 1 0,0-1 0,0-4 0,-7-10 0,-5 3 0,-5-7 0,-6-5 0,4-2 0,-4-2 0,-4 0 0,0 0 0</inkml:trace>
  <inkml:trace contextRef="#ctx0" brushRef="#br0" timeOffset="68">8295 11709 8912,'17'-12'0,"0"1"0,0-1 0,0-5 0,1 2 0,-1 3 0,8-3 0,3 3 0,5-1 0,1 2 0,6-8 0,1 7 0,-1-7 0,-6 7 0,1-3 0,-3-2 0,-3 2 0,-6 3 0,-12 3 0,-5 3 0,-4 4 0,-2-6 0,-8 10 0,-3 4 0,-5-2 0,-1 7 0,2 1 0,2 3 0,3-2 0,2-1 0,-5-1 0,9 5 0,-7-5 0,7 4 0,-2-3 0,4-3 0,2 3 0,0-8 0,2 11 0,4-4 0,3 5 0,9-5 0,-1 1 0,0-7 0,0 7 0,0-8 0,1 1 0,-1 5 0,0-8 0,0 6 0,0-1 0,1-5 0,-1 4 0,-6-6 0,1-6 0,-1-3 0,7-16 0,-1-2 0</inkml:trace>
  <inkml:trace contextRef="#ctx0" brushRef="#br0" timeOffset="69">9052 11090 8912,'0'17'0,"0"0"0,0 0 0,0 8 0,0 4 0,0 3 0,0 3 0,0 1 0,2 2 0,1 4 0,3 2 0,8-6 0,-3 2 0,-1-5 0,1-7 0,1-3 0,5-8 0,-6-1 0,1-5 0,-1-3 0,6-8 0,1-8 0,-1-3 0,0-5 0,0-1 0,-5-8 0,-1-3 0,-5-3 0,5 2 0,-7-1 0,2 7 0,-4-2 0,-2 2 0,0 4 0,0-4 0,0 4 0,2 10 0,4 3 0,-5 4 0,7 2 0,-6 6 0,4-1 0,-2 9 0,7-3 0,-7-1 0,4-1 0,-3 1 0,1-1 0,2-5 0,-3 2 0,-3 4 0,14-9 0,-7 7 0,8-8 0,-5 0 0,-1 0 0,-5-6 0,6 1 0,-3-9 0,4 5 0,-1-3 0,1 1 0,-3 1 0,1-1 0,1-5 0,3 13 0,-3-9 0,3 8 0,-6-3 0,9 7 0,-7 0 0,1 0 0,-7 0 0,5 2 0,-1 1 0,1 3 0,-4 2 0,5-2 0,-5-5 0,5 5 0,-5-4 0,6-2 0,-1 0 0,6 0 0,1 0 0,-7-2 0,0-4 0,-1 3 0,2-9 0,3 6 0,-4-5 0,-1 5 0,1-5 0,-5 7 0,6-2 0,-7 4 0,7 2 0,-7 0 0,7 0 0,-6 0 0,5 0 0,1 0 0,5 0 0,0 0 0,-5 0 0,-1 0 0,-7 0 0,11 0 0,-21 0 0,4 0 0</inkml:trace>
  <inkml:trace contextRef="#ctx0" brushRef="#br0" timeOffset="70">9620 10918 8912,'0'-18'0,"0"1"0,0 0 0,0 8 0,2-5 0,3 8 0,-3 1 0,6 5 0,-8 0 0,0 7 0,0 3 0</inkml:trace>
  <inkml:trace contextRef="#ctx0" brushRef="#br0" timeOffset="71">8983 11571 8912,'-34'17'0,"-1"0"0,10-5 0,8-1 0,7-7 0,10 4 0,10-8 0,9-2 0,14-4 0,16-13 0,16-15 0,8-8 0,7-2 0,-38 16 0,0 0 0,2 3 0,-1-1-482,35-30 0,-2-3 0,-7-2 0</inkml:trace>
  <inkml:trace contextRef="#ctx0" brushRef="#br0" timeOffset="72">23714 1341 8912,'9'-8'0,"-1"-1"0,-8-1 0,0 10 0,0 12 0,0 9 0,0 6 0,0 3 0,0 6 0,0 12 0,0 4 0,-2 9 0,-4 6 0,-3 9 0,-11 4 0,-1 4 0,-2 2 0,1-7 0,4-5 0,7-5 0,-1-6 0,9-11 0,-3-14 0,8-10 0,9-10 0,3-9 0,16-11 0,6-3 0,8-7 0,8-9 0,5-2 0,-3-7 0,3 3 0,-3-2 0,-2 1 0,-14 7 0,-4-2 0,-19 4 0,-3 1 0,-8 1 0,-20-8 0,-3-1 0</inkml:trace>
  <inkml:trace contextRef="#ctx0" brushRef="#br0" timeOffset="73">23576 2098 8912,'-12'0'0,"1"0"0,-2 0 0,-3 0 0,9-2 0,9-2 0,13-2 0,17-13 0,14 2 0,17-6 0,6 0 0,10 4-157,-5-4 0,1 2 157,-6-2 0,-10 10 0,-8-5 0,-3 7 0,-13 0 0,-7-5 0,-16 5 0,-12-5 0,-10-1 0</inkml:trace>
  <inkml:trace contextRef="#ctx0" brushRef="#br0" timeOffset="74">23628 1737 8912,'-10'0'0,"2"0"0,18-8 0,7-4 0,10-3 0,13-4 0,8-2 0,7-2 0,6-6 0,8 7 0,-2-1 0,-4-2 0,-5 6 0,-12-4 0,-12 4 0,-17-6 0,-9-2 0</inkml:trace>
  <inkml:trace contextRef="#ctx0" brushRef="#br0" timeOffset="75">23937 1393 8912,'0'13'0,"0"4"0,-7 0 0,-5 18 0,-3 11 0,-2 17 0,-6 19 0,0 10 0,12-43 0,1 1 0,0 2 0,1-1 0,-9 45-374,1-5 1,8-3 373,3-2 0,4-15 0,2-8 0,0-15 91,0-8 0,8-12-91,3-5 0,-1-11 0,1-7 0,1-18 0,5-6 0</inkml:trace>
  <inkml:trace contextRef="#ctx0" brushRef="#br0" timeOffset="76">25142 1324 8912,'17'-10'0,"-2"3"0,-3-1 0,-6-3 0,-5-5 0,-1-1 0,0 6 0,-1 1 0,-5 1 0,-6-1 0,-3 6 0,-2-2 0,0 5 0,-2 1 0,-2 0 0,-2 0 0,-6 0 0,6 0 0,-8 0 0,5 0 0,-3 1 0,0 5 0,1-2 0,-7 7 0,1 1 0,-1 7 0,-1 2 0,-4 2 0,3 6 0,-3-6 0,6 7 0,5-1 0,4 5 0,8 6 0,2-3 0,3 3 0,-1 4 0,7 1 0,-1 5 0,1 2 0,4 5 0,-4 0 0,2 8 0,1-4 0,-3 2 0,2 0 0,2-7 0,2 1 0,0-3 0,0-3 0,2-7 0,4-6 0,7-7 0,8-8 0,6 0 0,7-6 0,8-4 0,4-13 0,4 0 0,2 0 0,3-7 0,-3-5 0,1-3 0,-14-4 0,-5-2 0,-3-2 0,-10-2 0,2 2 0,-12 2 0,-5-7 0,3-1 0,1-6 0</inkml:trace>
  <inkml:trace contextRef="#ctx0" brushRef="#br0" timeOffset="77">25056 1633 8912,'-10'0'0,"3"-2"0,7-3 0,-8 3 0,6-2 0,-4 14 0,6 9 0,6 5 0,4 7 0,7 9 0,2-2 0,2 6 0,4 0 0,2 0 0,-4-6 0,5 2 0,-7-3 0,2-3 0,-4-7 0,-1-4 0,-7-4 0,0-2 0,-7-7 0,4-3 0,-16-14 0,-1-3 0</inkml:trace>
  <inkml:trace contextRef="#ctx0" brushRef="#br0" timeOffset="78">25400 1719 8912,'-34'6'0,"1"0"0,2 0 0,3 1 0,-1 5 0,-5 11 0,-1 3 0,1 9 0,1 5 0,5 2 0,5 2 0,4 4 0,1 1 0,1 3 0,8-8 0,3-4 0,4-4 0,2-2 0,0-7 0,0-4 0,8-11 0,3-7 0,-1-5 0,1-5 0,8-20 0,8-12 0</inkml:trace>
  <inkml:trace contextRef="#ctx0" brushRef="#br0" timeOffset="79">25710 1737 8912,'0'34'0,"-6"0"0,0 3 0,2 1 0,3 2 0,1 8 0,0-2 0,0 1 0,0-1 0,0 2 0,0-8 0,0-2 0,0-9 0,-2-6 0,-4-12 0,4 5 0,-21-22 0,4 4 0</inkml:trace>
  <inkml:trace contextRef="#ctx0" brushRef="#br0" timeOffset="80">25538 2063 8912,'-10'-17'0,"2"0"0,8 5 0,0 1 0,10 7 0,7-2 0,8-1 0,10 1 0,-1-2 0,0 4 0,1-3 0,-1-3 0,1-9 0,-1-8 0</inkml:trace>
  <inkml:trace contextRef="#ctx0" brushRef="#br0" timeOffset="81">26071 1427 8912,'-8'10'0,"7"5"0,-7-11 0,8 7 0,0 1 0,0 5 0,2 0 0,4 0 0,5 2 0,12 4 0,-2 2 0,8 6 0,-1-3 0,-1 3 0,6-4 0,-5 1 0,3-7 0,-2 2 0,-5-11 0,-6-7 0,7-3 0,-6-2 0,6 0 0</inkml:trace>
  <inkml:trace contextRef="#ctx0" brushRef="#br0" timeOffset="82">26605 1633 8912,'0'18'0,"0"-1"0,0 0 0,-6-6 0,-2 1 0,-1-1 0,-5-1 0,-1 5 0,-2-3 0,-2 9 0,-2 2 0,-2-2 0,2-2 0,2-2 0,1 0 0,1 0 0,0 0 0,7-7 0,-13 5 0,4-5 0</inkml:trace>
  <inkml:trace contextRef="#ctx0" brushRef="#br0" timeOffset="83">26329 1805 8912,'-5'12'0,"-1"-1"0,-2-5 0,2 5 0,5 1 0,-5 5 0,4 6 0,2 0 0,0 7 0,0-1 0,0 4 0,0 1 0,0 0 0,0 1 0,8-1 0,3 1 0,4-7 0,2 1 0,-5-14 0,-1 2 0,1-11 0,5 0 0,0-4 0,8-18 0,2-3 0</inkml:trace>
  <inkml:trace contextRef="#ctx0" brushRef="#br0" timeOffset="84">26484 1341 8912,'-17'10'0,"-6"-3"0,0-7 0,12 0 0,16 0 0,13 0 0,18 0 0,4 0 0,6 0 0,9-5 0,3-3 0,-5 0 0,-5 1 0,0 1 0,-8 6 0,0 0 0,-7 0 0,-5 0 0,-5 2 0,-11 4 0,-5 9 0,-7 8 0,0 9 0,0 3 0,-5 7 0,-1 9 0,0 8 0,6 4 0,0-1 0,0 1 0,0 0 0,0 5 0,0 1 0,2-2 0,2-4 0,2-6 0,-1-3 0,-5-3 0,0 1 0,-2 0 0,-3-1 0,-7 1 0,-5-6 0,-6 0 0,2-8 0,-8 2 0,1-4 0,-7-1 0,1-9 0,-1-3 0,-5 2 0,0-2 0,-2-6 0,4-7 0,-2-3 0,1-3 0,5-2 0,5-2 0,5-8 0,6-3 0,7-6 0,-1-6 0,9 2 0,-3-8 0,6 8 0,6-4 0,5 2 0,4 0 0,3-7 0,6 3 0,3-7 0</inkml:trace>
  <inkml:trace contextRef="#ctx0" brushRef="#br0" timeOffset="85">27345 2149 8912,'-18'0'0,"1"-2"0,0-2 0,2-3 0,3-3 0,5 6 0,20-3 0,4 7 0,12 0 0,-1 0 0,11 0 0,1 0 0,-2 0 0,-2 0 0,5 0 0,-1 0 0,-6 0 0,-5 0 0,0-8 0,5-1 0</inkml:trace>
  <inkml:trace contextRef="#ctx0" brushRef="#br0" timeOffset="86">27259 2476 8912,'-18'27'0,"9"-10"0,1-2 0,8-13 0,15 6 0,8-8 0,8-8 0,3-4 0,8 3 0,4-3 0,4-1 0,2-2 0,-8-10 0,13-2 0,-3-7 0</inkml:trace>
  <inkml:trace contextRef="#ctx0" brushRef="#br0" timeOffset="87">28412 1479 8912,'1'-18'0,"3"1"0,2 0 0,-2 0 0,-2 5 0,-2 1 0,0-2 0,0 7 0,0 6 0,0 9 0,0 12 0,0 4 0,0 2 0,0 4 0,0 9 0,-2 5 0,-4 5 0,2 2 0,-7-1 0,5 1 0,-5-1 0,-1 1 0,3 0 0,1-3 0,8-3 0,0-6 0,0-3 0,4-13 0,7-6 0,3-3 0,14-9 0,7-1 0,5-5 0,8-7 0,-2-7 0,3-5 0,3-4 0,-10-5 0,-8 5 0,-3 0 0,-14 6 0,2-1 0,-13 1 0,-2 0 0,-2 0 0,-10 0 0,-3-1 0,-5-6 0,-1-3 0</inkml:trace>
  <inkml:trace contextRef="#ctx0" brushRef="#br0" timeOffset="88">28412 1771 8912,'-33'21'0,"4"-2"0,6-4 0,12-9 0,5 2 0,12-8 0,11 0 0,14 0 0,7 0 0,8 0 0,4-8 0,1-3 0,1-3 0,-1 3 0,-5-5 0,-2 5 0,-2-2 0,-3 1 0,-11-3 0,-5 3 0,-6 3 0,-5-3 0,3-7 0,-5-7 0</inkml:trace>
  <inkml:trace contextRef="#ctx0" brushRef="#br0" timeOffset="89">28429 1444 8912,'-17'0'0,"-1"2"0,1 4 0,8-4 0,1 4 0,12-10 0,7-2 0,4-6 0,20 7 0,1-7 0,10 7 0,-2-3 0,-4 2 0,-5 4 0,-1-3 0,1-5 0,-9 0 0,9-7 0</inkml:trace>
  <inkml:trace contextRef="#ctx0" brushRef="#br0" timeOffset="90">28721 1341 8912,'0'27'0,"-2"-4"0,-1-4 0,-3-2 0,-6 8 0,7 4 0,-9 11 0,3 5 0,-5 13 0,-1 5 0,0 9 0,2 5 0,1-1 0,3 1 0,7-10 0,-2-10 0,4-6 0,2-5 0,2-9 0,4-9 0,4-14 0,7-5 0,0-11 0,8-23 0,2-11 0</inkml:trace>
  <inkml:trace contextRef="#ctx0" brushRef="#br0" timeOffset="91">29737 1375 8912,'9'-17'0,"-1"0"0,-10 0 0,-4 0 0,2 1 0,-7 5 0,-3 3 0,-1 1 0,-4 5 0,-4-4 0,-4 4 0,1 2 0,-5 2 0,8 4 0,-6-2 0,4 7 0,1 0 0,-1-1 0,0 3 0,2-7 0,4 8 0,-4-3 0,-2 4 0,2 2 0,2 1 0,2-1 0,0 2 0,-4 4 0,4 2 0,-4 3 0,6 5 0,5-5 0,-3 11 0,3 1 0,3 8 0,-3-3 0,7 5 0,-5 2 0,2-1 0,5 1 0,-7 5 0,-1 0 0,3-1 0,2-10 0,-1 1 0,1-6 0,0-1 0,6-6 0,0-5 0,2-3 0,4-3 0,5-7 0,14-1 0,9-9 0,7-1 0,4-5 0,5-5 0,-4-1 0,2-7 0,-2 1 0,-4-3 0,-8-2 0,-1-1 0,-5 1 0,-5 0 0,-11 0 0,-4 0 0,-8-1 0,0 1 0,0-8 0,0-1 0</inkml:trace>
  <inkml:trace contextRef="#ctx0" brushRef="#br0" timeOffset="92">29582 1582 8912,'0'-17'0,"-2"1"0,-4 5 0,4 5 0,-4 12 0,12 11 0,6 12 0,3 9 0,2 2 0,2 8 0,2-4 0,4 0 0,2-4 0,0-4 0,1-2 0,5-1 0,-4-4 0,1-5 0,-1-6 0,-4-9 0,-8-3 0,0-4 0,-2-10 0,-3-3 0,-4-5 0,-8-1 0,7-8 0,3-1 0</inkml:trace>
  <inkml:trace contextRef="#ctx0" brushRef="#br0" timeOffset="93">29926 1719 8912,'-27'8'0,"-5"-2"0,3 11 0,-4 0 0,-1 17 0,0-1 0,-1 13 0,1 2 0,-1 1 0,3 3 0,3-1 0,4-7 0,8-4 0,8-11 0,3-6 0,4-4 0,4-4 0,4-3 0,-3-14 0,9-15 0,-1 0 0,7-24 0,-1 5 0</inkml:trace>
  <inkml:trace contextRef="#ctx0" brushRef="#br0" timeOffset="94">29840 1358 8912,'-17'0'0,"5"0"0,1 0 0,9-5 0,2-1 0,9-8 0,18 3 0,11-4 0,12-3 0,6 3 0,-5 4 0,1-3 0,-1 9 0,-1-7 0,-4 6 0,-8 3 0,-7 1 0,-6 4 0,-8 3 0,-8 1 0,-3 11 0,-4-1 0,-2 12 0,0-5 0,-2 8 0,-2 3 0,-1 4 0,-3 8 0,2-6 0,4 8 0,-3-2 0,3 4 0,2 1 0,0 1 0,0-1 0,0-1 0,0-4 0,0 3 0,0-5 0,-2 0 0,-4-4 0,2-3 0,-7-3 0,1-1 0,-1-5 0,-5 3 0,5-8 0,-4 2 0,-3-2 0,-5-4 0,1 4 0,-1-4 0,-2-2 0,-2-2 0,-7-3 0,-1 1 0,1-7 0,-1 5 0,1-5 0,5-2 0,1-10 0,6 0 0,0-11 0,10 4 0,6-10 0,4-4 0,4-2 0,6-3 0,9-3 0,8-7 0,9-1 0</inkml:trace>
  <inkml:trace contextRef="#ctx0" brushRef="#br0" timeOffset="95">31199 1410 8912,'-11'0'0,"-1"0"0,-1 0 0,0 2 0,-1 2 0,5 5 0,1 6 0,2 3 0,6 16 0,0 6 0,0 17 0,0 6 0,0 4 0,0 2 0,0 0 0,2-6 0,4 0 0,-4-15 0,5-2 0,1-8 0,-6-11 0,6-10 0,-10-12 0,-4-10 0,-5-7 0,-5-11 0,-1-3 0</inkml:trace>
  <inkml:trace contextRef="#ctx0" brushRef="#br0" timeOffset="96">30924 1840 8912,'-11'0'0,"-1"0"0,6-6 0,-5 0 0,7 0 0,6 1 0,15-1 0,18-2 0,18 3 0,16-7 0,15-3 0,-35 6 0,1 1 0,5-1 0,-1 1 0,1 1 0,-1 2-95,-1-1 1,-2 1 0,33 1 94,-15-2 0,-20 6 0,-26 6 0,-11 5 0,-16-1 0,-7 1 0,-12 1 0,-6 5 0,-2 0 0,3 0 0,-5 0 0,6 1 0</inkml:trace>
  <inkml:trace contextRef="#ctx0" brushRef="#br0" timeOffset="97">29599 2923 8912,'2'-12'0,"2"1"0,1-2 0,-1-3 0,4 5 0,-2-1 0,-1 10 0,-5 2 0,0 14 0,0 11 0,-2 3 0,-3 9 0,1 3 0,-6 9 0,1 1 0,-1 4 0,-1 7 0,-7-4 0,7 6 0,0-6 0,7 1 0,-2-9 0,4-1 0,2-2 0,2-16 0,4-1 0,11-10 0,12-7 0,7-5 0,10-7 0,2-7 0,13-5 0,0-3 0,0-2 0,-5-6 0,1 0 0,-13-2 0,-10 2 0,-9 4 0,-13-4 0,-5 4 0,1-6 0,2-2 0</inkml:trace>
  <inkml:trace contextRef="#ctx0" brushRef="#br0" timeOffset="98">29513 3335 8912,'-8'10'0,"6"-2"0,-5-6 0,7 3 0,0-3 0,9 6 0,8-8 0,10 0 0,6 0 0,3 0 0,4 0 0,6-6 0,11 0 0,-3-5 0,3 5 0,3-7 0,-3 1 0,-5-3 0,-8-4 0,-2-4 0,-2-4 0,-6-7 0</inkml:trace>
  <inkml:trace contextRef="#ctx0" brushRef="#br0" timeOffset="99">29582 3164 8912,'-10'-2'0,"4"-4"0,12 2 0,9-7 0,12-1 0,13 3 0,16-7 0,7 5 0,4-4 0,2-3 0,-2 1 0,-4 0 0,-12 0 0,-9-8 0,-7-2 0</inkml:trace>
  <inkml:trace contextRef="#ctx0" brushRef="#br0" timeOffset="100">29960 2820 8912,'-17'26'0,"0"1"0,0-4 0,-1-2 0,1 10 0,-2 5 0,-4 8 0,2 21 0,-8 9 0,8 9 0,-2 2 0,4 1 0,2 0 0,2-2 0,3-3 0,7-13 0,10-10 0,5-12 0,7-6 0,0-8 0,1-9 0,5-9 0,-1-20 0,9-19 0,-4-11 0</inkml:trace>
  <inkml:trace contextRef="#ctx0" brushRef="#br0" timeOffset="101">30993 3009 8912,'11'-8'0,"-1"-3"0,-1-5 0,1-1 0,-6 0 0,2 0 0,-3 2 0,3 3 0,-4-3 0,4 7 0,-12-3 0,-4 3 0,-7 8 0,-2 0 0,-4 0 0,2 2 0,-8 4 0,7 1 0,-7 5 0,0 3 0,-5-3 0,1 5 0,3 4 0,1 4 0,-2 1 0,1 5 0,1 9 0,-2 2 0,9 4 0,-7 9 0,6-3 0,-6 9 0,6-4 0,2 6 0,10-5 0,-5 5 0,5-6 0,3 0 0,3-7 0,3-4 0,2-6 0,2-2 0,3 2 0,11-11 0,7 0 0,7-10 0,-1-6 0,3-3 0,3-3 0,-1-1 0,1-6 0,-1 0 0,0 0 0,-5 0 0,0 0 0,-8-8 0,2-3 0,4-12 0,-1-4 0</inkml:trace>
  <inkml:trace contextRef="#ctx0" brushRef="#br0" timeOffset="102">31130 2957 8912,'10'0'0,"0"-6"0,-5 3 0,7 5 0,-3 5 0,3 10 0,5 8 0,6 4 0,0 3 0,2 3 0,0 1 0,3 4 0,3-9 0,-6 1 0,0-5 0,0-6 0,3-10 0,-5-5 0,2-4 0,-2-2 0,-4-9 0,4-9 0,4-14 0,0-12 0</inkml:trace>
  <inkml:trace contextRef="#ctx0" brushRef="#br0" timeOffset="103">31716 2992 8912,'-18'11'0,"-1"-1"0,-2-1 0,-2 1 0,0 1 0,6 6 0,-6 6 0,0 0 0,0 8 0,6-3 0,0 5 0,0 1 0,-1 1 0,3-1 0,2-1 0,1-5 0,8 3 0,-1-8 0,3 0 0,-6-6 0,6-8 0,-5-9 0,7-9 0</inkml:trace>
  <inkml:trace contextRef="#ctx0" brushRef="#br0" timeOffset="104">31423 3335 8912,'-6'14'0,"1"3"0,-1-2 0,6 14 0,0 0 0,0 5 0,0 6 0,0 0 0,6 6 0,1-6 0,3-3 0,3-7 0,4 1 0,6-8 0,-4-8 0,4-9 0,4-20 0,0-5 0</inkml:trace>
  <inkml:trace contextRef="#ctx0" brushRef="#br0" timeOffset="105">31870 2751 8912,'-32'0'0,"1"2"0,5 2 0,1 1 0,2 1 0,6-6 0,11 0 0,12 0 0,11 0 0,17 0 0,8 0 0,4 0 0,6 0 0,5 0 0,-3 0 0,3 0 0,-9 0 0,-6 0 0,-4 0 0,-5 0 0,-8 2 0,3 4 0,-14 7 0,-3 16 0,-7 3 0,-4 20 0,-8 7 0,-3 21 0,-5 2 0,8-33 0,-1 0 0,1 0 0,-1-1 0,-8 48 0,0-1-254,-1-3 1,1-12 253,0 0 0,0-7 0,0-4 0,-10-6 0,-8 0 0,-7-15 0,-11-4 0,-5-10 0,-5-5 0,-5-6 0,-7 5 0,-5-9-252,-12-1 0,41-9 0,-1-1 252,-5-2 0,-1-1 0,-1 2 0,-1 0 0,-1-1 0,2-1 0,-37 3 0,16-8 0,19 0 0,13 0 0,4 0 0,4 0 0,4-8 0,-5-3 0,1-1 0,-6-5 0,-7-4 0</inkml:trace>
  <inkml:trace contextRef="#ctx0" brushRef="#br0" timeOffset="106">31612 4195 8912,'-15'-34'0,"2"1"0,3 5 0,2 5 0,3 5 0,-3 7 0,6 5 0,-4 12 0,10 4 0,4 7 0,1 2 0,5 4 0,-5 4 0,3 7 0,-6 0 0,3 3 0,-1 3 0,-4 6 0,-1 9 0,3 2 0,-4 14 0,4-2 0,1 11-37,-1 0 0,2 12 1,-6-42-1,0 1 1,1 3-1,1 1 37,1 2 0,0 1 0,-3 5 0,0 2-223,1-5 1,-1 0-1,0 2 1,-2 0 222,0-2 0,0 1 0,0 1 0,0 2 0,1-1 0,-2 0 0,0-3 0,-1 0 0,-2-3 0,-2-1 0,-3-1 0,-1-1-124,-2-3 1,-1-1-1,-1 0 1,-1-1 123,-19 37 0,-2-6 0,-5-17 0,-3 4 0,-7-4 0,-1 2 0,1-2 0,1 2 0,4-7 0,4-7 0,7-5 0,1-8 0,0 2 0,5-1 0,2-1 0,0 4 94,1 2 1,-3 2-95,-5 5 0,-7 1 0,1-1 0,-8 7 215,3-1 0,-11 0 1,-3-7-1,0-2-215,-1-2 0,3-1 0,5 7 0,-5 0 46,0-1 0,-3 8-46,3 4 0,-6-1 0,26-31 0,-1 1 0,-1-1 0,-2 1-172,-5 2 1,0 0 0,2-2-1,0-1 172,-2 1 0,0-1 0,3-2 0,0 0 0,3 2 0,0 1 0,-34 29 0,10 2 0,5-6 0,0-3 0,3-1 0,-5 1 0,2-1 0,4-3 0,1-8 0,2 2 0,3 0 0,3 0 0,4-12 0,7 3 0,7-5 0,1 3 0,2-3 215,4-1 0,2-8-215,2 2 0,-1-4 359,1-2 0,2-5-359,3-1 0,3-7 0,3 2 0,4-4 0,-5-2 0,7 0 0,0 0 0,7 0 0,-5 0 0,6-8 0,-8-4 0,0-10 0,7-5 0,3-8 0</inkml:trace>
  <inkml:trace contextRef="#ctx0" brushRef="#br0" timeOffset="107">28687 9044 8912,'-17'-18'0,"1"1"0,3 0 0,1 0 0,9 7 0,-11 5 0,9 10 0,-3 9 0,4 14 0,-4 12 0,-1 8 0,-1 11 0,-1 4 0,-4 6 0,3 6 0,4-5 0,3 5 0,3-6 0,2-6 0,2-4 0,3-7 0,7-14 0,11-4 0,6-19 0,11-3 0,6-10 0,11-10 0,10-9 0,11-10 0,10-13 0,-36 12 0,-1-3 0,1-4 0,0-1 0</inkml:trace>
  <inkml:trace contextRef="#ctx0" brushRef="#br0" timeOffset="108">18517 12998 8912,'-8'10'0,"-4"-5"0,-3 5 0,-2 1 0,0 5 0,-2 3 0,-2 2 0,-4 4 0,-2 1 0,-4 5 0,-1 9 0,-5 8 0,-3 5 0,-6 5 0,-11 6 0,-6 0 0,-6 4-46,32-31 1,0 1 0,-2 1 0,1 0 0,-2 3 0,0 0-1,3-2 1,1 0 45,3-2 0,1-1 0,-18 30 0,16-10 0,9-3 0,17-22 89,14-11-89,4-25 0,30-22 0,-4-18 0</inkml:trace>
  <inkml:trace contextRef="#ctx0" brushRef="#br0" timeOffset="109">17725 11915 8912,'11'-19'0,"1"-2"0,1-2 0,3 2 0,-1 2 0,-4 1 0,-7 13 0,-15 10 0,-8 22 0,-18 25 0,-5 9 0,-9 6 0,22-28 0,-2 0 0,-4 3 0,0 0 0,-2 4 0,1 0 0,-1 1 0,-1 1 0,-2 4 0,0 1 0,3 4 0,1 1 0,3 1 0,1 1-249,4 0 0,3 0 1,6-5-1,3-1 249,6-5 0,3-1 0,-2 31 0,9-20 0</inkml:trace>
  <inkml:trace contextRef="#ctx0" brushRef="#br0" timeOffset="110">15574 5708 8912,'-10'-8'0,"1"5"0,3-9 0,2 3 0,-7-3 0,7 5 0,-4 14 0,8 5 0,0 5 0,0 6 0,6 4 0,0 7 0,-2 2 0,-3 4 0,-1 10 0,0 7 0,-1 10 0,-3 2 0,-4 7 0,-2 3 0,5 3 0,-7-8 0,8 5 0,-1-11 0,3 9 0,2-14 0,0-6 0,0-7 0,0-2 0,0-8 0,2 0 0,3-6 0,3-1 0,5-5 0,-3-3 0,-2 0 0,5-6 0,-1 4 0,-3-6 0,3-5 0,-7-3 0,7-5 0,1 2 0,-3 1 0,1-1 0,-7-4 0,11 6 0,-1-8 0,7 0 0,-2 0 0,4 0 0,9 0 0,3 0 0,11 0 0,1 0 0,9 0 0,7 0 0,4-6 0,2 0 0,0-5-132,-1 5 1,3-2 131,4 3 0,3 1 0,6-6 0,-2 3 0,-1 3 0,-7 0 0,7-2 0,-3 4 0,2-3 0,-3 1 0,-8-2 0,7 4 0,4-5 0,5 1 0,1 0 0,-8-7 0,-3 1 0,-5-3 0,-1-2 0,11 2 0,3 1 0,-3 3 0,-2-3 0,3-1 0,-7-2 0,-1 2 0,-10 3 0,-2-3 0,-3 3 0,5-1 0,9 0 0,3 1 0,-2-1 0,-3-1 0,-1 3 0,0-4 0,6 1 0,-1-7 0,-1 0 0,-2-2 0</inkml:trace>
  <inkml:trace contextRef="#ctx0" brushRef="#br0" timeOffset="111">19274 6723 8912,'59'-6'0,"4"0"0,4-7 0,6 9 0,-3-6 0,-5 1 0,-3-1 0,-7-3 0,1 3 0,1-1 0,-5 5 0,-1-5 0,6 1 0,-3-3 0,5 3 0,6 3 0,2-1 0,2 2 0,-6 2 0,0-7 0,-7 7 0,1-2 0,-9-1 0,-4 1 0,-2 2 0,-4 2 0,6 2 0,2 0 0,-4-2 0,-2-3 0,4 3 0,2-4 0,4 4 0,1 2 0,3-2 0,3-4 0,5 3 0,6-9 0,3 6 0,4-3 0,5-1 0,4 1 0,2 3 0,0-5 0,-7 1-130,-5-2 0,-5-3 130,-6 4 0,-2 1 0,-3-1 0,-3 1 0,8-1 0,-7-3 0,1 9 0,-3-7 0,-5 5 0,-1-1 0,-2 0 0,-6-5 0,6 1 0,-6 3 0,6-3 0,0 7 0,6-7 0,-8 6 0,-4-5 0,-4 7 0,-3-3 0,-5 1 130,-5 0 0,-4-2-130,-2 3 0,-7 3 0,0-8 0,-5 5 0,-3 3 0,8-12 0,-4 8 0,-5-1 0,5 1 0,-4-5 0,-2 1 0,0-1 0,0-1 0,0-5 0,6-6 0,0 0 0,-1-7 0,-5-1 0,0-7 0,0-8 0,0-4 0,0-1 0,6-14 0,0-4 0,5-19-275,-5-4 1,5 1 274,-5-1 0,6 12 0,-7 5 0,1 3 0,-6 9 0,0 2 0,0 18 0,-2 1 0,-3 0 0,-5-3 0,-7 4 0,5 1 0,1 6 0,-3-2 0,-9-4 0,4 3 0,-4-3 0,4 6 274,2 5 1,0-1-275,0 7 0,-1 0 0,1 5 0,0 3 0,0 2 0,0 1 0,-1 9 0,1-3 0,-2 4 0,-4 2 0,-4 0 0,-7 0 0,-6 0 0,-2 2 0,0 2 0,0 1 0,-8 7 0,-2-6 0,-7 5 0,-10-5 0,0 7-117,0-1 0,-5-3 117,-1 3 0,-3-3 0,9 3 0,-4 1 0,10-7 0,2 5 0,-2-5 0,-6 7 0,-5-1 0,-9-3 0,3 3 0,2-3 0,-1 5 0,3-3 0,3 3 0,4-1 0,6-2 0,-2 5 0,8-5 0,-4 2 0,7 1 0,6-5 0,4-1 0,2 3 0,2-5 0,2 8 0,-8-3 0,6-1 0,-6 1 0,-8-5 0,-9 3 0,-5 1 0,-7-1 0,2 1 0,-7 1 0,7 5-105,-1-5 1,5-1 104,6 1 0,2-1 0,3 1 0,3 3 0,-8-9 0,5 7 0,-5-6 0,8 5 0,-4-5 0,-1-1 0,-3 3 0,4-4 0,2 7 0,3-1 0,2 1 0,-7 5 0,-4-5 0,-2-1 0,2 1 0,-2 1 0,8 3 0,1-2 114,3-1 1,3-3-115,4 3 0,2 3 0,4-3 0,2-3 0,-8 3 0,7-3 0,-1 3 0,-6 3 0,-5-4 0,-3 5 0,-7 1 0,2 0 107,3 0 0,5-5-107,5-1 0,-2 1 0,8 3 0,2-2 0,1-1 0,3-3 0,-1 3 0,-1 1 0,-4-7 0,2 7 0,-8-1 0,2-3 0,-2 3 0,-6-7 0,1 7 0,5-3 0,-6 3 0,12 1 0,0-7 0,4 5 0,1-5 0,6 6 0,1-7 0,-3 1 0,-1 2 0,-3-5 0,1 9 0,-6-6 0,0 5 0,-8-5 0,2 5 0,-4-1 0,-2 1 0,9 5 0,2-5 0,1-1 0,6 1 0,-4-1 0,9 1 0,4 3 0,2-9 0,4 7 0,2-7 0,0 1 0,-1 2 0,1-6 0,0 3 0,5-3 0,1-2 0,-1 0 0,-5 0 0,6 0 0,-1 0 0,1 0 0,-6 0 0,-1 0 0,1 0 0,0 2 0,0 2 0,0 2 0,-1-2 0,1-2 0,0-2 0,6 0 0,-1 0 0,8 0 0,-3 7 0,7-5 0,-8 6 0,4-3 0,-5 3 0,1 2 0,-6-7 0,3 3 0,3 4 0,-7-8 0,11 11 0,-7-7 0,7 7 0,-6-9 0,5 7 0,3-7 0,-6 6 0,8-4 0,0-3 0,0 9 0,0-8 0,-2 11 0,-4-4 0,5-1 0,-5 1 0,4-5 0,2 6 0,0-7 0,0 7 0,0-8 0,-8 11 0,6-6 0,-5 9 0,5-3 0,-2-2 0,-2-1 0,0-1 0,-1 6 0,5 1 0,-6-1 0,6 0 0,-1 0 0,-3 0 0,0 1 0,6-1 0,-6 6 0,1 0 0,-1 1 0,6-1 0,-6-4 0,0 4 0,1 2 0,5-2 0,-2-2 0,-4-9 0,4 11 0,-6-12 0,8 12 0,0-12 0,0-3 0,0-8 0,2 0 0,4 0 0,-4 8 0,6 1 0,-24 1 0,-3-3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3.23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7916 3525 8912,'-25'5'0,"-4"1"0,-3 0 0,-2 1 0,5-5 0,0 4 0,6-4 0,-4 0 0,3 4 0,3 5 0,9 4 0,6 4 0,4 2 0,2 2 0,2 0 0,2-5 0,4-1 0,1 0 0,1 0 0,3 0 0,-1-1 0,1-5 0,2 2 0,3-7 0,-1 0 0,0-8 0,-2-4 0,-3-5 0,3-6 0,-3-6 0,3-4 0,2-7 0,-5-7 0,-3 1 0,1 2 0,-1 2 0,-5-4 0,2 0 0,-4-6 0,-2 6 0,0-6 0,0 6 0,-2 3 0,-4 7 0,4 5 0,-4 8 0,-3 7 0,7 6 0,-4 16 0,10 7 0,2 15 0,5 8 0,-3 4 0,2 4 0,3 1 0,2-1 0,2-4 0,1-4 0,-1-8 0,0 1 0,0-1 0,0-3 0,1-8 0,-1-2 0,2-16 0,2-1 0,2-2 0,2-10 0,-2-3 0,-4-12 0,4-6 0,-4-3 0,-2-2 0,-7-1 0,-3 1 0,-1-1 0,0 1 0,-2 5 0,-10 1 0,-4 1 0,-7-2 0,2 10 0,1 10 0,3 1 0,0 10 0,-7 9 0,9 12 0,3 6 0,4 9 0,2 4 0,0 0 0,0 0 0,2-2 0,4-5 0,3-7 0,10-1 0,4-2 0,6-4 0,4-10 0,1-5 0,0-4 0,1-2 0,-3-8 0,-3-3 0,-4-12 0,-8-4 0,0-7 0</inkml:trace>
  <inkml:trace contextRef="#ctx0" brushRef="#br0" timeOffset="1">8776 3009 8912,'-7'-10'0,"-3"-5"0,-7 4 0,0 1 0,0 0 0,-1 3 0,1-5 0,0 7 0,5 6 0,1 11 0,7 13 0,-2 9 0,5 2 0,1 10 0,0 2 0,0 2 0,7-1 0,5-3 0,3 2 0,2-8 0,0 0 0,1-5 0,-3-3 0,-4-3 0,5-2 0,-5-5 0,-3-8 0,-2 3 0,-5-4 0,-1-3 0,0-2 0</inkml:trace>
  <inkml:trace contextRef="#ctx0" brushRef="#br0" timeOffset="2">8553 3542 8912,'9'0'0,"7"-8"0,-7-1 0,8-9 0,1 7 0,-1-1 0,2-5 0,2-6 0,4 2 0,2 2 0,1-4 0,7 0 0,-9-5 0,-3 5 0,2 2 0,-2 9 0,0-3 0,-8 9 0,-3 1 0,-4 8 0,-8 20 0,0-2 0,0 8 0,0 0 0,0 5 0,-2 0 0,-4 1 0,4-7 0,-4-1 0,4-2 0,2-4 0,0-2 0,0-2 0,0 1 0,0-9 0,0-3 0,0-12 0,0-3 0,0-11 0,2-2 0,4-7 0,-4-4 0,4-1 0,-4 0 0,-2-1 0,5-1 0,1-4 0,0 4 0,-6-5 0,0 5 0,0 2 0,0 7 0,0 4 0,0 4 0,0 2 0,0 7 0,0 3 0,5 14 0,5 3 0,3 1 0,7 1 0,1-1 0,-4 6 0,0-1 0,0-5 0,-2 4 0,-3-3 0,3 3 0,-11 2 0,6 1 0,-3-1 0,-1 0 0,-6 0 0,6 0 0,-1 0 0,1-5 0,-6-1 0,0 3 0,0 9 0,6-10 0,0 4 0,-1-1 0,3-1 0,-6 2 0,4 0 0,-2 0 0,1 1 0,-3-7 0,4 1 0,-2-7 0,1 7 0,-3-8 0,6 1 0,-8-10 0,0 1 0,0-8 0,6-5 0,0-6 0,1-2 0,-3 4 0,2-2 0,-2 2 0,5 2 0,-1 2 0,5 2 0,-1 3 0,-7 5 0,7 7 0,-6-6 0,5 0 0,-5 0 0,5 6 0,1 8 0,5-4 0,0 5 0,0-1 0,-5-2 0,-1-6 0,1 0 0,5 0 0,0 0 0,-5-8 0,-1-3 0,-5 1 0,3-1 0,-1-3 0,-2 5 0,-6-3 0,7 9 0,-5-5 0,6 8 0,-8 2 0,0 4 0,0 5 0,0 4 0,0 2 0,0-5 0,0-1 0,0 1 0,0 5 0,0 0 0,0 0 0,0-7 0,0-2 0,6-10 0,-1-4 0,1-4 0,-6-14 0,0-3 0</inkml:trace>
  <inkml:trace contextRef="#ctx0" brushRef="#br0" timeOffset="3">9568 3060 8912,'-17'-7'0,"0"-5"0,1 3 0,5-3 0,3 8 0,8-11 0,2 13 0,4-3 0,3 3 0,9 2 0,-1-2 0,0-4 0,8-11 0,2-10 0</inkml:trace>
  <inkml:trace contextRef="#ctx0" brushRef="#br0" timeOffset="4">9895 2734 8912,'-17'0'0,"0"0"0,-1 2 0,1 3 0,0-1 0,0 8 0,5 7 0,3 9 0,1 5 0,4 1 0,2 6 0,2 2 0,0 0 0,0 0 0,8 4 0,3-6 0,-1 4 0,1-7 0,1-7 0,-2-3 0,5-6 0,-4-10 0,-1 3 0,1-8 0,1-5 0,-3-4 0,7-7 0,-5-9 0,4-4 0,3-6 0,-1 3 0,0-3 0,-2 6 0,-1-4 0,-3 2 0,3 4 0,-5 4 0,3 6 0,-3 1 0,3 5 0,3 3 0,-11-4 0,7 12 0,-7 5 0,2 10 0,-4 2 0,-2-2 0,0-2 0,0-2 0,0 8 0,0-6 0,0 4 0,2-9 0,3-3 0,-1-7 0,6 0 0,-1-10 0,1-11 0,1-8 0,7-9 0</inkml:trace>
  <inkml:trace contextRef="#ctx0" brushRef="#br0" timeOffset="5">10222 2820 8912,'-17'5'0,"0"1"0,-1 0 0,9-6 0,1 0 0,10 2 0,4 4 0,3 3 0,9 8 0</inkml:trace>
  <inkml:trace contextRef="#ctx0" brushRef="#br0" timeOffset="6">9706 3198 8912,'-27'-2'0,"4"-2"0,6-3 0,5-3 0,7-1 0,10-9 0,7-2 0,16 2 0,7-3 0,13 4 0,1 2 0,9 0 0,3 0 0,-6 0 0,3-1 0,-7 1 0,-5 0 0,4 0 0,-6 0 0</inkml:trace>
  <inkml:trace contextRef="#ctx0" brushRef="#br0" timeOffset="7">10325 2923 8912,'-17'0'0,"0"0"0,0 6 0,-1-1 0,7 9 0,-1-3 0,3 4 0,-3 3 0,5-1 0,7 0 0,0 0 0,0 0 0,7-5 0,5-1 0,3 1 0,2-3 0,1-1 0,-1-8 0,0 0 0,0 0 0,0-2 0,1-4 0,-1 2 0,0-7 0,-7 0 0,-3-7 0,-1 1 0,0 0 0,-1 0 0,-5 0 0,0-1 0,0 1 0,2 8 0,4 3 0,-4-4 0,4-1 0,11-4 0,2-3 0</inkml:trace>
  <inkml:trace contextRef="#ctx0" brushRef="#br0" timeOffset="8">10669 2888 8912,'-17'0'0,"6"0"0,-1 0 0,6 6 0,-5 0 0,7 0 0,-3-4 0,7 3 0,0 7 0,0-3 0,0 3 0,0 1 0,5-3 0,1 1 0,7 1 0,-1 5 0,-3-8 0,3-3 0,-6-4 0,5-2 0,-5 0 0,5 0 0,-5-8 0,6-3 0,-7-4 0,7-3 0,-3-5 0,5 1 0,-5 1 0,-1 1 0,5 3 0,-1 0 0,-3 0 0,3 0 0,-1 7 0,6 4 0,1 4 0,-1 2 0,6 2 0,0 4 0,2 4 0,-2 7 0,3 0 0,9-2 0,-1-3 0,1 3 0,-1-5 0</inkml:trace>
  <inkml:trace contextRef="#ctx0" brushRef="#br0" timeOffset="9">8467 6774 8912,'-18'-8'0,"7"7"0,0-5 0,1-4 0,-2-1 0,-3 3 0,23 2 0,3 14 0,14 9 0,8 8 0,1 11 0,2 5 0,5 4 0,-5 7 0,4 5 0,-4-3 0,-1 5 0,-3 0 0,-3 4 0,3-2 0,-3 2 0,-6-7 0,-6 1 0,1-13 0,-7-10 0,-1-9 0,-1-15 0,-1-10 0,-1-17 0,-1-18 0,2-14 0,3-14 0,3-10 0,-9-2 0,1 1 0,-6 3 0,0-3 0,0-6 0,0 9 0,0 2 0,-6 12 0,1-1 0,-7 14 0,6 10 0,1 7 0,5 18 0,0 3 0,0 12 0,13 3 0,6 9 0,6-1 0,6 0 0,1 0 0,10 0 0,2 1 0</inkml:trace>
  <inkml:trace contextRef="#ctx0" brushRef="#br0" timeOffset="10">9534 7101 8912,'-18'0'0,"1"0"0,0 0 0,0-2 0,0-2 0,-1-2 0,1 1 0,0 5 0,5 0 0,1 0 0,-2 0 0,-3 0 0,7 7 0,3 5 0,-2 3 0,3 2 0,-1 8 0,6 4 0,0-3 0,0 1 0,0-2 0,0-4 0,6 4 0,-1-2 0,3-6 0,-2-6 0,-4-5 0,3 6 0,5-11 0,1-1 0,-1-7 0,1-10 0,-5-1 0,6 1 0,-7-4 0,7 4 0,-6-10 0,3 10 0,-1-2 0,5 8 0,-3-5 0,7 14 0,0-3 0,-5 3 0,-1 2 0,-5 2 0,5 3 0,1 7 0,-3 3 0,5-3 0,-9-1 0,7 1 0,-6 5 0,5-6 0,-5 1 0,7-9 0,-11 5 0,14 0 0,-7 1 0</inkml:trace>
  <inkml:trace contextRef="#ctx0" brushRef="#br0" timeOffset="11">9671 7084 8912,'10'0'0,"5"0"0,-11 0 0,7 0 0,1 7 0,3-3 0,-3 7 0,3-5 0,-4 6 0,5 1 0,1 2 0,0 3 0,-2-1 0,-3 0 0,1 0 0,-7 0 0,6 1 0,-7-1 0,-1 0 0,-2-8 0,-2-1 0,0-8 0,-6-8 0,1-5 0,1-8 0,2-8 0,2-3 0,0-8 0,0 0 0,2-6 0,3 6 0,5-6 0,7 6 0,0 0 0,1-2 0,-1-2 0</inkml:trace>
  <inkml:trace contextRef="#ctx0" brushRef="#br0" timeOffset="12">10532 6413 8912,'5'-17'0,"1"0"0,-2-1 0,-10 3 0,-5 4 0,-5 5 0,-6 4 0,-1 2 0,0 4 0,-2 7 0,0 3 0,-6 16 0,5 7 0,1 7 0,0 7 0,6 6 0,0 8 0,3 8 0,5-2 0,-1 3 0,5 1 0,9-5 0,3-5 0,7-4 0,9-11 0,2-10 0,7-11 0,-1-6 0,4-6 0,1-6 0,-1-5 0,-5-4 0,5-10 0,-7-1 0</inkml:trace>
  <inkml:trace contextRef="#ctx0" brushRef="#br0" timeOffset="13">10945 6826 8912,'-2'-18'0,"-4"1"0,4 0 0,-5 0 0,5 2 0,-4 3 0,4-3 0,-4 3 0,2 5 0,1-1 0,-3 0 0,0 7 0,4-7 0,-4 8 0,-5 0 0,-2 2 0,1 4 0,-3 3 0,5 10 0,-1 4 0,-1 6 0,3 3 0,-3 3 0,-1 1 0,7 4 0,0-9 0,6 3 0,0-5 0,0-1 0,2-5 0,4-4 0,9-9 0,8-4 0,8-4 0,-2-2 0,3-8 0,10-9 0,2-10 0</inkml:trace>
  <inkml:trace contextRef="#ctx0" brushRef="#br0" timeOffset="14">11237 6413 8912,'0'10'0,"0"-3"0,0-5 0,0 4 0,2 5 0,4 10 0,5 2 0,5 8 0,1-3 0,2 5 0,4 1 0,4 6 0,5 1 0,-1-1 0,-2 2 0,-3-12 0,5 3 0,-4-6 0,-3-6 0,1-4 0,-2-6 0,-4-3 0,4-8 0,-4 0 0,-9-8 0,5-9 0,-5-10 0</inkml:trace>
  <inkml:trace contextRef="#ctx0" brushRef="#br0" timeOffset="15">11685 6482 8912,'-18'0'0,"3"-2"0,2-2 0,1-2 0,1 1 0,-6 5 0,-1 2 0,1 3 0,0 7 0,0 11 0,0 5 0,-6 7 0,0 5 0,-2 6 0,4 9 0,-2 2 0,2-1 0,7-3 0,3-1 0,7-14 0,-2-4 0,5-11 0,1 0 0,1-11 0,5-7 0,-2-3 0,7-4 0,3-3 0,1-7 0,2-11 0,8-3 0,2-9 0</inkml:trace>
  <inkml:trace contextRef="#ctx0" brushRef="#br0" timeOffset="16">11530 6104 8912,'-8'9'0,"6"1"0,-3-5 0,3-3 0,11 14 0,6-5 0,8 4 0,4 3 0,8 1 0,5 4 0,0 5 0,-6 12 0,1 0 0,-1 10 0,-1 6 0,-5 3 0,-3 4 0,-8 6 0,-7-1 0,-4 1 0,-4 0 0,-2 0 0,-8-4 0,-4-8 0,-1-2 0,2-15 0,-5-1 0,5-11 0,3 3 0,2-8 0,5-2 0,1-10 0,-8-18 0,-2-12 0</inkml:trace>
  <inkml:trace contextRef="#ctx0" brushRef="#br0" timeOffset="17">12390 6482 8912,'-17'17'0,"0"-2"0,0-3 0,-1 3 0,11-13 0,7 4 0,9-4 0,7-2 0,1 0 0,2 0 0,4 0 0,-2-6 0,8 0 0,-6-5 0,3 3 0,-1 0 0,-4 1 0,-2-1 0,-1 2 0,-1-3 0,0-8 0</inkml:trace>
  <inkml:trace contextRef="#ctx0" brushRef="#br0" timeOffset="18">12442 6860 8912,'-17'10'0,"-1"-5"0,1-3 0,6 0 0,-1 4 0,8-4 0,6 4 0,16-12 0,8-6 0,7-3 0,7-4 0,0-4 0,0 4 0,2-21 0,2 4 0</inkml:trace>
  <inkml:trace contextRef="#ctx0" brushRef="#br0" timeOffset="19">13182 6379 8912,'-8'-12'0,"-3"3"0,-5 1 0,-1 4 0,0 10 0,0 5 0,0 5 0,-1 3 0,1 4 0,2 3 0,3 9 0,-1 7 0,7 4 0,-5-2 0,5 1 0,2 1 0,2-2 0,8 4 0,0-8 0,7-7 0,-1-10 0,3-6 0,2-6 0,0 3 0,1-9 0,5-5 0,-1-5 0,7-9 0,-4 3 0,0-6 0,0-6 0,-4-2 0,-10-4 0,-3-3 0,0-3 0,1-9 0</inkml:trace>
  <inkml:trace contextRef="#ctx0" brushRef="#br0" timeOffset="20">13096 6172 8912,'-8'-11'0,"-1"-1"0,-1-1 0,2 3 0,8-1 0,0 5 0,2-3 0,4-1 0,6 1 0,3-1 0,2-1 0,2 3 0,4 8 0,-4-6 0,4 1 0,-4 3 0,-2 5 0,-1 1 0,-5 8 0,3 1 0,-9 10 0,1-4 0,-6 4 0,0 4 0,0 1 0,0-3 0,0-2 0,0-4 0,0-2 0,0 1 0,0-1 0,0 0 0,0 0 0,0-7 0,2-3 0,4-8 0,5-5 0,5-4 0,3-7 0,2 0 0,2 0 0,7 1 0,-1 5 0,3-4 0,3 3 0,7-3 0,2-2 0</inkml:trace>
  <inkml:trace contextRef="#ctx0" brushRef="#br0" timeOffset="21">13939 6293 8912,'0'-18'0,"-2"3"0,-2 2 0,-1 1 0,-3 1 0,2-6 0,4 5 0,-3 1 0,1 7 0,-2-2 0,4-3 0,-6 7 0,8-4 0,0 12 0,0 5 0,6 10 0,0 2 0,5 8 0,-5-3 0,6 11 0,-7 1 0,7 6 0,-5-4 0,1 0 0,0 0 0,3-2 0,-5-6 0,5 1 0,-5-1 0,8-7 0,-3-4 0,2-14 0,-1-9 0,3-15 0,-3-14 0,1-5 0,-2-6 0,5-4 0,-5-8 0,-3 1 0,-2-1 0,1 6 0,-1 0 0,0 8 0,-6-2 0,0 6 0,0 5 0,0 4 0,0 8 0,0 5 0,0 1 0,0 7 0,0-2 0,0 12 0,0 6 0,2-3 0,3 3 0,7 1 0,3-3 0,2 1 0,1-7 0,-1 2 0,0 1 0,0-1 0,0 0 0,1 1 0,-1-5 0,0 4 0,-5-4 0,-1-2 0,2 0 0,-5 0 0,0 0 0,-8 0 0,-8 0 0,-3 0 0,1 0 0,-1 0 0,-1 6 0,-5-1 0,0 9 0,-1-3 0,3 6 0,4 6 0,-5-2 0,5 8 0,1-6 0,-1 6 0,7-3 0,-2 3 0,4 2 0,2-9 0,0 1 0,0-5 0,0-1 0,8-2 0,3-3 0,5-5 0,1-9 0,0-3 0,0-7 0,1-3 0,-1-2 0,-2-8 0,-1-2 0,-3 0 0,2 4 0,-3-1 0,1 1 0,-7 0 0,2 5 0,-4 7 0,-2 0 0,0 5 0,0-6 0,0 9 0,6-3 0,-1 12 0,1 5 0,2 4 0,-4 4 0,7 4 0,-5-4 0,3 4 0,1-4 0,-1-1 0,3-1 0,5 0 0,-5 0 0,-1 0 0,-5-7 0,5-4 0,1 3 0,5 1 0</inkml:trace>
  <inkml:trace contextRef="#ctx0" brushRef="#br0" timeOffset="22">14610 6327 8912,'0'10'0,"2"-1"0,4-3 0,-2-2 0,7 7 0,-5-1 0,5 3 0,1-1 0,-3 1 0,5-3 0,-7 1 0,3 0 0,3-1 0,-5 5 0,7-5 0,-5-1 0,-1-1 0,-1-16 0,-8-3 0,0-4 0,0-3 0,6-4 0,0-1 0,5-6 0,-5 6 0,5-6 0,-5 6 0,7 0 0,-1 6 0,-3 2 0,3 4 0,-1-12 0,7 4 0</inkml:trace>
  <inkml:trace contextRef="#ctx0" brushRef="#br0" timeOffset="23">15212 5828 8912,'-11'18'0,"0"-1"0,-3 0 0,-1 0 0,-8 2 0,0 4 0,-2 4 0,2 9 0,-4 4 0,1 6 0,-5 4 0,8 2 0,4-1 0,6 1 0,5-6 0,8-1 0,0-6 0,0-1 0,2-8 0,4-7 0,1-4 0,5-1 0,3-9 0,-4-3 0,-1-4 0,1-2 0,1 0 0,5 0 0,-2-4 0,-3-8 0,3 1 0,-5-14 0</inkml:trace>
  <inkml:trace contextRef="#ctx0" brushRef="#br0" timeOffset="24">15195 5983 8912,'0'-11'0,"0"-1"0,0 7 0,0-7 0,2 8 0,2-3 0,2-1 0,7 6 0,-1-4 0,5 12 0,6 6 0,-2 5 0,6 4 0,-1 4 0,1 1 0,-4 1 0,6 2 0,-8 1 0,2-7 0,-10 6 0,-1-6 0,-1-2 0,-1-2 0,3-2 0,-7 0 0,-1-5 0,-5-1 0,2-7 0,4 2 0,-4-12 0,6-11 0,-8-10 0</inkml:trace>
  <inkml:trace contextRef="#ctx0" brushRef="#br0" timeOffset="25">15557 5880 8912,'0'10'0,"0"5"0,0-6 0,-2 11 0,-4 2 0,-4 5 0,-7 8 0,0 1 0,0 4 0,0 4 0,-1 8 0,1-3 0,0-3 0,5-4 0,1-8 0,7-1 0,-2-4 0,5-5 0,1-14 0,7-18 0,3-11 0</inkml:trace>
  <inkml:trace contextRef="#ctx0" brushRef="#br0" timeOffset="26">15574 5467 8912,'17'0'0,"0"2"0,0 4 0,8 6 0,4 10 0,-2 7 0,1 13 0,3 10 0,2 9 0,-7 21 0,-3 10 0,-16-43 0,-2 1-213,-2 1 1,-1 1 0,-1 0 0,-2-1 212,-1 1 0,-1-1 0,-2 0 0,-2-2 0,-14 43 0,-4-10 0,-1-4 0,-3 0 0,-5 8 0,-1 0 0</inkml:trace>
  <inkml:trace contextRef="#ctx0" brushRef="#br0" timeOffset="27">10945 9766 8912,'-25'-17'0,"6"1"0,-4 3 0,4 1 0,1 9 0,9 4 0,3 17 0,12 7 0,5 9 0,5 0 0,1 1 0,8 1 0,3 4 0,-1-4 0,2 4 0,1-3 0,3-3 0,7 1 0,0-1 0,2 0 0,-3-1 0,1-3 0,-2-1 0,0-6 0,2 6 0,-11-14 0,0 2 0,-8-4 0,-12-11 0,-1-4 0,-8-15 0</inkml:trace>
  <inkml:trace contextRef="#ctx0" brushRef="#br0" timeOffset="28">11461 9834 8912,'-17'0'0,"0"8"0,-1 4 0,-7 5 0,-3 8 0,-7 11 0,-5 14 0,4 3 0,-4 10 0,5 2-220,7 10 0,-1-5 220,12 5 0,-2-12 0,13-10 0,2-9 54,2-9 0,10-14-54,3-4 0,3-10 0,-3-12 0,4-12 0,-5-10 0</inkml:trace>
  <inkml:trace contextRef="#ctx0" brushRef="#br0" timeOffset="29">11633 10196 8912,'-8'9'0,"5"1"0,-9-5 0,8-1 0,-1 8 0,-3-1 0,2 6 0,2 2 0,2 4 0,4-2 0,4 8 0,4-8 0,7 2 0,-6 2 0,1-2 0,-1 0 0,6-6 0,1-8 0,-1-3 0,0 4 0,0-1 0</inkml:trace>
  <inkml:trace contextRef="#ctx0" brushRef="#br0" timeOffset="30">11667 9989 8912,'-17'0'0,"0"0"0,0 0 0,0 0 0,-1 0 0,9-2 0,3-3 0,12 1 0,5-8 0,7 7 0,5-7 0,3-7 0,9-8 0</inkml:trace>
  <inkml:trace contextRef="#ctx0" brushRef="#br0" timeOffset="31">11908 9456 8912,'-2'12'0,"-3"-1"0,3-5 0,-4 5 0,4-5 0,2 6 0,0 5 0,0 8 0,0 1 0,0 5 0,2 3 0,4 6 0,3-3 0,9 3 0,1-10 0,4-1 0,-4-6 0,4 6 0,4-8 0,-1 3 0</inkml:trace>
  <inkml:trace contextRef="#ctx0" brushRef="#br0" timeOffset="32">12493 9714 8912,'-17'0'0,"0"0"0,0 0 0,-6 2 0,-2 2 0,0 3 0,0 3 0,-3 0 0,5 1 0,2 4 0,9-3 0,-1 3 0,7 2 0,0 0 0,6 1 0,10-1 0,7 0 0,2 0 0,8 0 0,0-1 0,0-5 0,-6 3 0,2-9 0,3 9 0,3-3 0,-4 2 0,-2-1 0,-4 3 0,-2-3 0,0 3 0,1 2 0,-3-5 0,-4-1 0,-5 2 0,-4 3 0,-2 7 0,0 0 0,-2 1 0,-4-1 0,-3-4 0,-8 4 0,-1-4 0,1-1 0,0-3 0,0-4 0,7-3 0,2-17 0,8-9 0,0-14 0,0-12 0</inkml:trace>
  <inkml:trace contextRef="#ctx0" brushRef="#br0" timeOffset="33">13233 9491 8912,'-26'9'0,"1"-1"0,8-8 0,-1 0 0,1 6 0,0-1 0,2 9 0,1-3 0,3 6 0,-3 6 0,5-2 0,-3 8 0,9-6 0,-3 5 0,-2-1 0,2 2 0,1 1 0,5-7 0,2 0 0,3-6 0,-1-1 0,8-5 0,-7-3 0,7-8 0,1 0 0,3-8 0,1-3 0,0-6 0,0-6 0,0-4 0,1-7 0,-7-1 0,1 1 0,-1-6 0,6 0 0,-1 1 0,-5 11 0,2-3 0,-7 8 0,6-6 0,-7 7 0,-1 1 0,-2 9 0,-2 4 0,6 16 0,0 4 0,-3 3 0,-1 2 0,-2 0 0,2 0 0,4 1 0,-2-7 0,7-1 0,1-1 0,-3 1 0,7-6 0,-5 1 0,4-3 0,3-2 0,-1 0 0,0-7 0,0-3 0,-2-7 0,-3 0 0,1 5 0,-7 1 0,0 5 0,-6-6 0,7 9 0,-5-5 0,12 10 0,-9 4 0,9-3 0,-3 9 0,5-2 0,1 1 0,0-1 0,0-5 0,2-3 0,2 4 0,4-4 0,2-2 0,0-8 0,1-3 0,3-5 0,-8-1 0,0-2 0,-6-4 0,-2 2 0,-3-7 0,-4 7 0,-8-2 0,0 3 0,0 3 0,-2 6 0,-4 1 0,-6 3 0,-3 3 0,-8 10 0,0 5 0,-7 12 0,1 6 0,4 3 0,2 2 0,4 1 0,2-1 0,7 1 0,5-1 0,12-2 0,12-3 0,14-6 0,11-4 0,13-9 0,6-5 0,4-3 0,2-2 0,-2-2 0,-4-3 0,-11-5 0,-12-7 0,-11 0 0,-5 0 0</inkml:trace>
  <inkml:trace contextRef="#ctx0" brushRef="#br0" timeOffset="34">11581 11090 8912,'0'17'0,"-1"-2"0,-3-2 0,-4-3 0,0 0 0,1-1 0,1 4 0,-2 3 0,6 1 0,-3 0 0,3 0 0,2 1 0,2-1 0,2 0 0,1 0 0,-1 0 0,4 0 0,-1 1 0,1-1 0,0 0 0,-3 0 0,-5-7 0,0-3 0,0-7 0</inkml:trace>
  <inkml:trace contextRef="#ctx0" brushRef="#br0" timeOffset="35">11547 11090 8912,'-23'-8'0,"0"-4"0,2-1 0,2 2 0,8 1 0,-1 4 0,8 4 0,-11-5 0,5 7 0</inkml:trace>
  <inkml:trace contextRef="#ctx0" brushRef="#br0" timeOffset="36">11857 11158 8912,'-23'10'0,"0"-4"0,2-4 0,2-2 0,7 0 0,1 0 0,7 7 0,-2 5 0,6 3 0,6 2 0,5 0 0,5 1 0,-1 4 0,-3 1 0,3 0 0,-4-6 0,-3 1 0,-2-1 0,1-6 0,-1 1 0,0-8 0,-6 1 0,0-10 0,0-7 0,-2-9 0,-4-2 0,4-7 0,-4 1 0,5-3 0,1-3 0,5 3 0,3 1 0,2 4 0,3 3 0,-4-5 0,3 6 0,1 6 0,10 5 0,-4 8 0,4-1 0,-4 3 0,-1 2 0,1 7 0,4 5 0,-4 5 0,4 6 0,4-4 0,1 4 0,-1-4 0,4-2 0,3-1 0,4-5 0,2-3 0,-5-8 0,-3-8 0,-3-3 0,4-12 0,-7-4 0,9-7 0</inkml:trace>
  <inkml:trace contextRef="#ctx0" brushRef="#br0" timeOffset="37">12493 10969 8912,'-17'0'0,"0"0"0,0 0 0,0 0 0,-1 0 0,-1 0 0,-4 0 0,4 10 0,-4 7 0,-2 2 0,3 10 0,-1-1 0,5 7 0,3-3 0,4-3 0,1 3 0,6-5 0,-2 0 0,3-4 0,3-10 0,5-1 0,5-9 0,7 3 0,0-12 0,1-5 0,6-12 0,3-6 0,2-5 0,0-6 0,-6-2 0,5-4 0,-7-4 0,2 5 0,-4-5 0,-2-2 0,1 6 0,-3 2 0,-4 2 0,-5 4 0,-2 4 0,2 5 0,-4 4 0,5 16 0,-12 3 0,-1 12 0,2 5 0,-4 12 0,1 6 0,-1 3 0,0 3 0,-3-1 0,5 0 0,0-5 0,6 0 0,0-1 0,0 7 0,0-7 0,0-1 0,0-2 0,0-4 0,2-4 0,4-5 0,4 1 0,7-7 0,2 0 0,4-6 0,4-8 0,7-4 0,1-10 0,1-5 0,2-2 0,2 0 0,-1 1 0,-11-7 0,3 7 0,-8-1 0,-8 8 0,-7-4 0,-10 10 0,-4 4 0,-5 7 0,-5 8 0,-7 5 0,0 8 0,0 0 0,6 1 0,6-1 0,-1 0 0,8 0 0,-1 0 0,3-5 0,2-1 0,4-7 0,7 2 0,3-6 0,14-6 0,-5-3 0,6-9 0,-6 1 0,5 0 0,1 0 0,-2 0 0,-2-1 0,-8 1 0,0 0 0,-2 6 0,-1 1 0,-3 2 0,-7 5 0,2 8 0,2 5 0,-3 7 0,7 2 0,-7 4 0,7-2 0,-6 8 0,7-1 0,-3 7 0,1-1 0,1 1 0,-9-3 0,3-3 0,2 3 0,-2-3 0,-1-4 0,-5-2 0,0-4 0,0-2 0,8 0 0,-6-7 0,5-10 0,-7-12 0,-1-11 0,-5-5 0,-4-12 0,-7-4 0</inkml:trace>
  <inkml:trace contextRef="#ctx0" brushRef="#br0" timeOffset="38">13027 10574 8912,'2'9'0,"4"-3"0,-4 4 0,7-8 0,-3 3 0,3-3 0,9-2 0,1 0 0,4 0 0,5 0 0,5 0 0,1 0 0,1 0 0,-7 0 0,1 0 0,-8 2 0,2 4 0,-10 0 0,-3 9 0,-2 6 0,-5 4 0,-10-2 0,-10 5 0,-1 3 0,-5 9 0,0-10 0,6 5 0,-4-12 0,10 0 0,3-4 0,0-17 0,16-12 0,2-17 0</inkml:trace>
  <inkml:trace contextRef="#ctx0" brushRef="#br0" timeOffset="39">13492 10729 8912,'-18'0'0,"1"0"0,6 0 0,-1 0 0,8 0 0,-3 0 0,7-2 0,0-4 0,13 2 0,6-7 0,6-5 0,6-5 0,-1 2 0,-1-4 0,4-2 0,-5 3 0,-3-1 0,-2 5 0,-6 1 0,-5 0 0,3 7 0,-17-1 0,-4 11 0,-3 6 0,-14 17 0,2-4 0,-2 4 0,9 2 0,-3-3 0,4 1 0,-4-5 0,5-1 0,3 0 0,1 0 0,2 0 0,6-7 0,14-2 0,3-10 0,4-4 0,4-6 0,-4-3 0,7-2 0,-7 0 0,2 0 0,2-1 0,-2 1 0,0 0 0,-6 0 0,-1 5 0,-3 3 0,-1-1 0,1 1 0,-4 5 0,3-2 0,-6 2 0,5-1 0,-5 3 0,5-4 0,-7 6 0,2 6 0,-4-4 0,-2 13 0,6-11 0,-1 7 0,3-7 0,-4 4 0,1-1 0,3-5 0,-2 4 0,3-4 0,9-2 0,-7-6 0,1-2 0,3-1 0,6-5 0,-2-1 0,4-2 0,2 0 0,-2 0 0,0-2 0,-6-4 0,4 3 0,-2-2 0,-4 2 0,1 3 0,-9 0 0,-1 0 0,-4 7 0,-4 3 0,-4 7 0,-3 0 0,-10 2 0,-2 5 0,-2 10 0,0 1 0,6 5 0,-1 1 0,1-1 0,0 0 0,0-6 0,5 6 0,1 0 0,7 0 0,-2-6 0,4 1 0,2-9 0,2-1 0,4-8 0,5-2 0,12-4 0,-4-9 0,4-8 0,2-10 0,-2-1 0,0 0 0,-8-8 0,-1 2 0,-3-1 0,-7-6 0,2 1 0,-4-2 0,-2 2 0,-2-7 0,-4 7 0,2 0 0,-7 14 0,-1 3 0,3 6 0,-1 12 0,5 5 0,3 6 0,-4 6 0,-2 11 0,2 11 0,-5 14 0,5 10 0,1 9 0,-3 6 0,6 9 0,-4 5 0,4-5-117,2-1 1,2-7 116,4-5 0,0-2 0,11-3 0,-2-14 0,14-4 0,0-15 0,-3-12 0,7-5 0,-4-12 0,3-8 0,2-7 0</inkml:trace>
  <inkml:trace contextRef="#ctx0" brushRef="#br0" timeOffset="40">14455 10471 8912,'-17'17'0,"-6"-6"0,0 1 0,2-1 0,2-1 0,2-5 0,0-3 0,7-2 0,6-2 0,14-3 0,9-7 0,6-3 0,3-2 0,7-2 0,-1-2 0,1-2 0,-1-6 0,1 6 0,-9-5 0,-3 3 0,-4 0 0,-1 0 0,-3 0 0,-4 2 0,-3 4 0,-8-4 0,-8 6 0,-3 6 0,-4-3 0,-5 8 0,-2 3 0,-7 1 0,2 9 0,-2 5 0,8 11 0,-2 5 0,4 7 0,2 5 0,8-4 0,3 4 0,4 2 0,2-1 0,2-7 0,4-7 0,7-3 0,8-3 0,6-9 0,7-6 0,1-4 0,-1-2 0,0-10 0,1-7 0,3-2 0,-4-10 0,3-1 0,-14-9 0,-4-1 0,-6 2 0,3 2 0,-5 1 0,-3 3 0,-3 3 0,-3 4 0,-2 8 0,0 10 0,0 7 0,-7 5 0,-5 7 0,3 3 0,-3-4 0,3 5 0,-3 1 0,3 0 0,3 0 0,4 0 0,-4 1 0,4-1 0,2 0 0,0 0 0,0 0 0,0-5 0,0-1 0,0-7 0,0 4 0,2-10 0,4-4 0,-2-3 0,7-9 0,-5-4 0,5-1 0,-1-2 0,1 2 0,5 4 0,-5-4 0,-1 4 0,-1 2 0,-1-1 0,3 7 0,-5-1 0,8 9 0,-5-5 0,8 8 0,1 0 0,-1 0 0,0 0 0,0 0 0,0-8 0,1-3 0,-1-4 0,0-3 0,0-1 0,0-4 0,-5 2 0,-3-7 0,-1-3 0,-4-1 0,-2 3 0,-2 0 0,0 1 0,0-7 0,-6 3 0,0 3 0,-7-3 0,3 14 0,-7 1 0,8 10 0,3 12 0,4 13 0,2 10 0,0 7 0,0 5 0,0-4 0,0 6 0,2-2 0,4 0 0,1 2 0,5-2 0,3-5 0,-3-1 0,5-1 0,6-10 0,-4 5 0,4-5 0,-4-8 0,-2-9 0,8-12 0,2-3 0</inkml:trace>
  <inkml:trace contextRef="#ctx0" brushRef="#br0" timeOffset="41">15040 9955 8912,'0'17'0,"0"-6"0,0 1 0,2-8 0,4 1 0,7-3 0,8-2 0,16-9 0,14-8 0,11-8 0,12-10 0,-3-14 0,5-5 0</inkml:trace>
  <inkml:trace contextRef="#ctx0" brushRef="#br0" timeOffset="42">29599 9026 8912,'9'-11'0,"-3"-1"0,-2-1 0,0-2 0,2-2 0,-3-1 0,-1 1 0,-2 0 0,0 0 0,0 0 0,-2-1 0,-3 1 0,3 8 0,0 9 0,10 13 0,-1 6 0,1 4 0,-2 6 0,-6-6 0,0 5 0,0-3 0,0 0 0,0 0 0,0 4 0,0-7 0,-6 1 0,0-5 0,-2-1 0,5 0 0,-3 0 0,0-7 0,6-3 0,0-14 0,0-5 0,8-11 0,3-5 0,5-11 0,1-1 0,0-6 0,0 6 0,0 2 0,1 2 0,5 7 0,-1 1 0,1 12 0,-5-1 0,-1 11 0,0 1 0,0 10 0,0 7 0,-5 11 0,-3 5 0,1 7 0,0 5 0,-5-4 0,7 4 0,-1-3 0,7-3 0,-1-5 0,0-1 0,0-7 0,0 2 0,1-9 0,-1-5 0,0-1 0,0-4 0,0-10 0,8-11 0,2-10 0</inkml:trace>
  <inkml:trace contextRef="#ctx0" brushRef="#br0" timeOffset="43">30236 8837 8912,'0'12'0,"0"-1"0,0 3 0,0 1 0,0 2 0,0 0 0,0 0 0,0-3 0,0 1 0,0 4 0,0 0 0,0 0 0,0-1 0,2-3 0,3-4 0,5 3 0,7-9 0,6 1 0,0-6 0,2 0 0,-4-2 0,4-3 0,1-7 0,-6-9 0,-3-2 0,-2-6 0,-9 7 0,0-7 0,-6 6 0,-8-2 0,-4 6 0,-3 0 0,-2 4 0,0 7 0,0-3 0,-1 7 0,1-2 0,8 4 0,-5 10 0,8 3 0,1-1 0,5 1 0,15-7 0,4 4 0</inkml:trace>
  <inkml:trace contextRef="#ctx0" brushRef="#br0" timeOffset="44">29978 9714 8912,'-18'-27'0,"1"4"0,0 4 0,0 2 0,-1 2 0,1 3 0,0 7 0,0 3 0,-6 4 0,0 5 0,2 11 0,2 8 0,-4 9 0,0 5 0,2 6 0,2 3 0,7-3 0,3 0 0,1 0 0,4-2 0,2-2 0,2-8 0,2-7 0,6-4 0,7-4 0,6-2 0,8-7 0,-6-5 0,7-5 0,-1-5 0,4-5 0,1-7 0,0 0 0,1 0 0,-1-8 0,1-2 0</inkml:trace>
  <inkml:trace contextRef="#ctx0" brushRef="#br0" timeOffset="45">30064 9920 8912,'-18'0'0,"1"0"0,0 0 0,0 0 0,5 6 0,1 0 0,1 7 0,-1-1 0,-3-3 0,9 3 0,-1-1 0,6 6 0,0 1 0,2-3 0,5-2 0,11-1 0,1-8 0,9 1 0,1-3 0,6-2 0,-7-2 0,1-3 0,-8-3 0,2-4 0,-4-3 0,-2 4 0,-1-5 0,-3-1 0,-2 0 0,-7 6 0,2-1 0,-4 1 0,-10 1 0,6-5 0,-11 11 0,7-7 0,0 7 0,6-6 0,0 4 0,6 3 0,0-9 0,7 6 0,-1-5 0,-3 1 0,1-3 0,-1 3 0,1 3 0,-4-1 0,5 2 0,-7 5 0,6-5 0,-5 12 0,-3 9 0,4 8 0,-4 7 0,-2-1 0,2 3 0,4 3 0,-5 5 0,5 0 0,2 0 0,-2-5 0,5-7 0,-5 1 0,5-8 0,-5 2 0,7-12 0,-1-5 0,-3-4 0,3-6 0,-1-5 0,-1-9 0,3-10 0,-7-1 0,6-3 0,-7-3 0,7 1 0,-7-1 0,7 7 0,-6-1 0,7 8 0,-1-4 0,5 2 0,6 0 0,-2 2 0,7 10 0,9-4 0,-1 5 0,6-7 0</inkml:trace>
  <inkml:trace contextRef="#ctx0" brushRef="#br0" timeOffset="46">30941 9817 8912,'-11'-2'0,"-1"-3"0,7 3 0,-7-4 0,1 4 0,-7 2 0,1 0 0,0 0 0,0 8 0,0 3 0,-1 6 0,1 6 0,0-2 0,2 6 0,3-2 0,6-4 0,-1 4 0,1-2 0,0 0 0,6-6 0,0-6 0,0 1 0,8-8 0,3 1 0,-1-3 0,1-2 0,5-2 0,5-3 0,-2-5 0,4-7 0,-4-6 0,-2 0 0,0 6 0,1 5 0,-1 1 0,0-4 0,0 3 0,-5 3 0,-1 3 0,-5 4 0,5-4 0,-5 6 0,6 6 0,-9-2 0,3 7 0,-4 1 0,-2 5 0,2-6 0,2 1 0,2 1 0,-1-3 0,-5 1 0,8-7 0,1 4 0,9-8 0,-3-2 0,-4-4 0,5 2 0,-5-7 0,-3 5 0,-2-6 0,1 7 0,-1-7 0,2 8 0,-3-1 0,-3 3 0,14 2 0,-13 0 0,9 0 0,-8 2 0,1 3 0,5-3 0,-8 14 0,11-13 0,-7 9 0,0-8 0,-6 11 0,7-13 0,5 4 0,3-6 0,2-6 0,-5 4 0,-1-4 0,1-1 0,5 1 0,0-6 0,0 5 0,1-1 0,-1 1 0,0-1 0,0 2 0,-5 4 0,-1-3 0,-7 3 0,11-6 0,-13 6 0,6-6 0,-8 8 0,0 8 0,0 4 0,0-3 0,0 3 0,2-7 0,4 7 0,-5-1 0,15 6 0,-12-5 0,7-1 0,-7-7 0,3 4 0,-7-8 0</inkml:trace>
  <inkml:trace contextRef="#ctx0" brushRef="#br0" timeOffset="47">31492 9680 8912,'-17'-17'0,"1"-1"0,5 1 0,-2 6 0,7-1 0,0 8 0,6-3 0,2 9 0,6 3 0,9 5 0,10 0 0,5 3 0,2-7 0,1 7 0,-1-3 0</inkml:trace>
  <inkml:trace contextRef="#ctx0" brushRef="#br0" timeOffset="48">31630 9852 8912,'-25'7'0,"0"-3"0,-4 8 0,2-7 0,4 7 0,4-1 0,-4 6 0,12 1 0,3-1 0,16-8 0,3-3 0,7 2 0,5-3 0,-4 1 0,4-6 0,-4 0 0,-2 0 0,0 0 0,-5 0 0,-1 0 0,-5 0 0,5 0 0,-7 0 0,11 0 0,-11-2 0,8-2 0,1-1 0,-5-1 0,7 6 0,-11-6 0,7 1 0,-5-1 0,6 6 0,-9 0 0,13 0 0,-14 0 0,7 0 0,-3 0 0,-4 0 0,7 0 0,-3 0 0,6 0 0,-3 0 0,3 0 0,-7 0 0,7 0 0,-1-8 0,6 1 0,1-7 0,-3 3 0,-4-3 0,3-1 0,-8-2 0,5 0 0,-5-1 0,1 3 0,-1 4 0,-4-5 0,4 5 0,-4 3 0,5-5 0,5 7 0,-3 1 0,3 5 0,-8 0 0,9 7 0,-7 5 0,-2 3 0,-2 2 0,3 0 0,1 0 0,5-5 0,-3-3 0,2 1 0,3 0 0,4-7 0,6 3 0,-2-4 0,8-2 0,-6-2 0,6-4 0,-3-3 0,5-8 0,-4-1 0,-2 1 0,-2 0 0,-6 0 0,-2 0 0,-4 0 0,-3 5 0,-8 1 0,0 7 0,-8-4 0,-5 8 0,-6 2 0,-4 4 0,-2 3 0,2 9 0,4 4 0,-4 1 0,10 2 0,1-2 0,3-4 0,-3 4 0,5-4 0,7-2 0,2-1 0,3-3 0,9-3 0,7-3 0,5-1 0,9-6 0,-1 0 0,1 0 0,7-8 0,4-3 0,-2-6 0,2-4 0,1-4 0,3-2 0,-6 6 0,-4-2 0,-11 6 0,-6 6 0,-4-5 0,-9 14 0,-5-5 0,-10 7 0,-7 0 0,-3 7 0,-10 3 0,-2 7 0</inkml:trace>
  <inkml:trace contextRef="#ctx0" brushRef="#br0" timeOffset="49">30150 10746 8912,'-12'-19'0,"1"-2"0,-1-2 0,3 2 0,1 3 0,2 5 0,0 2 0,1 7 0,3 4 0,-2 11 0,-2 6 0,2 6 0,3 10 0,-1 7 0,-2 0 0,-2 2 0,0 0 0,6 6 0,0-4 0,0-2 0,2-2 0,4-6 0,-2 1 0,7-3 0,3-3 0,1-6 0,8-12 0,0-5 0,7-4 0,-1-2 0,4-13 0,-1-7 0,-1-4 0,-3-7 0,-12 4 0,1-1 0,-6 1 0,1-2 0,-4 4 0,-10 10 0,-4 4 0,-6 5 0,-3 4 0,-2 2 0,0 2 0,-1 4 0,1 5 0,0 12 0,2-2 0,1 6 0,5-2 0,1-4 0,2 4 0,6-3 0,0 1 0,0-5 0,8-1 0,4 0 0,3-6 0,2 1 0,6-8 0,0 1 0,6-5 0,-6-5 0,7-13 0,-3-8 0</inkml:trace>
  <inkml:trace contextRef="#ctx0" brushRef="#br0" timeOffset="50">30614 10935 8912,'0'17'0,"-6"-6"0,1 1 0,-1-8 0,6 5 0,0-3 0,8 4 0,3 7 0,-1-6 0,1 1 0,-5-1 0,5 6 0,-5 1 0,6-1 0,-9-6 0,5 1 0,0 1 0,-6-5 0,5-1 0,-7-7 0,0-7 0,0-5 0,2-3 0,4-2 0,3-6 0,9 0 0,-1-6 0,0 6 0,0-5 0,1 5 0,-1 0 0,0-2 0,8 6 0,2-6 0</inkml:trace>
  <inkml:trace contextRef="#ctx0" brushRef="#br0" timeOffset="51">30993 10918 8912,'-6'11'0,"0"1"0,1-1 0,5 6 0,0 0 0,0 1 0,0-1 0,0 0 0,0 0 0,0 0 0,0 1 0,0-1 0,0 0 0,0 0 0,0 0 0,0 1 0,0-7 0,0 0 0,0-7 0,0 2 0,0-14 0,0-9 0,5-2 0,1-10 0,6 1 0,-7-7 0,7 1 0,-6 0 0,5 5 0,-3 2 0,-1 2 0,1 4 0,3 8 0,-5 2 0,2 5 0,-2-6 0,-3 9 0,9-3 0,-6 6 0,5 6 0,-7 3 0,2 8 0,1 0 0,-1 1 0,2-1 0,-3 0 0,7 0 0,-3-5 0,3-1 0,-6-7 0,5 2 0,-5-4 0,5-2 0,-1-2 0,1-4 0,5 2 0,-5-7 0,2-1 0,1-5 0,-3 2 0,3 3 0,-5-3 0,3 4 0,-8 1 0,1-1 0,5 7 0,-6-10 0,7 9 0,-7 1 0,2 10 0,1-3 0,-1 9 0,7-1 0,-3 5 0,7-5 0,-5 2 0,-1-7 0,3-2 0,1-2 0,2-2 0,0 0 0,0 0 0,1 0 0,-3-8 0,-4-3 0,5-5 0,-5-1 0,-1 0 0,1 0 0,-5-4 0,4 2 0,-3 3 0,-3 1 0,-2 0 0,-2 3 0,0 1 0,0 7 0,0 4 0,0 12 0,0 3 0,0 2 0,-6 2 0,0 4 0,1 4 0,5 7 0,0-1 0,0-5 0,0 7 0,0-1 0,-6 1 0,0 5 0,1-4 0,3-4 0,-2-1 0,-2-2 0,-7-8 0,1 2 0,-11-4 0,-4-2 0,-7 0 0</inkml:trace>
  <inkml:trace contextRef="#ctx0" brushRef="#br0" timeOffset="52">29668 11176 8912,'-10'0'0,"3"-2"0,8-4 0,5-6 0,21-5 0,19-6 0,19-3 0,15-9 0,6 3 0,6 3 0,-6 0 0,0 12 0,-9-2 0,-14 11 0,-8 1 0,-7-1 0,-6-5 0,-8 3 0</inkml:trace>
  <inkml:trace contextRef="#ctx0" brushRef="#br0" timeOffset="53">29891 11777 8912,'-17'0'0,"6"-2"0,-1-3 0,-1-7 0,-2-3 0,-3-2 0,3 5 0,2 3 0,1 1 0,7 2 0,-7 6 0,1 0 0,-7 0 0,1 0 0,0 2 0,0 4 0,-6 2 0,0 5 0,2 0 0,2 6 0,3-1 0,5 5 0,-4 1 0,3-1 0,5 2 0,1-2 0,4-4 0,2 4 0,0 2 0,0-2 0,8 0 0,3-6 0,10 0 0,4 0 0,0 1 0,0-1 0,-2 0 0,-6 0 0,0 0 0,0 1 0,-2-1 0,-3 0 0,-4-6 0,-8 1 0,0-6 0,0 5 0,-8-1 0,-5 3 0,-7-3 0,-3-3 0,-5 5 0,5-7 0,-6 1 0,4-6 0,0 0 0,1 0 0,3-2 0,9-4 0,-3-11 0,5-9 0</inkml:trace>
  <inkml:trace contextRef="#ctx0" brushRef="#br0" timeOffset="54">29943 12035 8912,'-17'-9'0,"0"3"0,5 4 0,1 2 0,-1 0 0,-5 8 0,7 1 0,5 8 0,3 6 0,2 0 0,6 0 0,1-8 0,3-1 0,3-3 0,2-1 0,3 1 0,-1-1 0,0-4 0,0-5 0,1 5 0,-1-6 0,0-6 0,-2 3 0,-3-9 0,3 6 0,-4-5 0,-1 1 0,0-3 0,-3 2 0,5 5 0,-7-6 0,3 9 0,-2-3 0,-4 4 0,5 2 0,-7 0 0,0 2 0,0 4 0,0-3 0,0 9 0,0-8 0,0 3 0,6-9 0,0-3 0,5 1 0,-5-8 0,6 7 0,-7-7 0,9 1 0,-5-5 0,8 5 0,1-4 0,-1 13 0,0 2 0,-5 9 0,-1 9 0,-5-3 0,5-4 0,-7 5 0,4-7 0,-1 1 0,-5 5 0,-2-13 0,-9 6 0</inkml:trace>
  <inkml:trace contextRef="#ctx0" brushRef="#br0" timeOffset="55">30150 11863 8912,'-23'-19'0,"0"-4"0,0 6 0,7-2 0,5 6 0,3 9 0,10-4 0,4 8 0,5 0 0,12 0 0,4 2 0,8 4 0,-1-4 0,0 13 0,1-6 0</inkml:trace>
  <inkml:trace contextRef="#ctx0" brushRef="#br0" timeOffset="56">30700 11812 8912,'-17'-18'0,"0"7"0,0 0 0,-1 7 0,1-2 0,6 4 0,-1 6 0,-1 7 0,-2 12 0,-3 8 0,1 3 0,0 3 0,0 3 0,7-2 0,4 8 0,5-8 0,1 2 0,1-4 0,5-1 0,10-10 0,8-6 0,3-8 0,4-3 0,7-4 0,2-10 0,6-11 0,-6-12 0,-2-3 0,-1-3 0,-5 1 0,-3-1 0,0-5 0,-12 0 0,4 0 0,-10 6 0,-3 1 0,-2 5 0,-12 10 0,-6 13 0,-5 3 0,-6 2 0,-2 15 0,-3 8 0,-3 7 0,8 5 0,2-1 0,2 1 0,10-7 0,3 1 0,4 0 0,2-3 0,4 5 0,7-8 0,8-2 0,18-8 0,3-3 0,6-3 0,7-1 0,-1-6 0,3 0 0,-9 0 0,-4 0 0,-2 0 0,-13-2 0,-10-4 0,-7-3 0,-10-8 0</inkml:trace>
  <inkml:trace contextRef="#ctx0" brushRef="#br0" timeOffset="57">29909 12654 8912,'-18'0'0,"1"-2"0,0-2 0,0-1 0,5-1 0,1 6 0,-2 0 0,5 8 0,2 3 0,4 12 0,4 6 0,4 3 0,5 3 0,7 1 0,4 4 0,-2-4 0,3 4 0,1-3 0,-1-3 0,0-2 0,-5-3 0,1 2 0,4-8 0,-4 0 0,6-14 0,-8-5 0,0-8 0,0-7 0,8-20 0,2-5 0</inkml:trace>
  <inkml:trace contextRef="#ctx0" brushRef="#br0" timeOffset="58">30218 12809 8912,'-17'0'0,"-6"2"0,0 4 0,-7-1 0,1 12 0,-3-1 0,-3 14 0,1 5 0,-1 3 0,1 8 0,-1-6 0,9 6 0,3-6 0,11 0 0,7-6 0,10-7 0,7-4 0,11-6 0,5-5 0,13-12 0,3-18 0,7-8 0</inkml:trace>
  <inkml:trace contextRef="#ctx0" brushRef="#br0" timeOffset="59">30373 12964 8912,'-9'11'0,"3"1"0,-2-1 0,3 6 0,-7 0 0,6 1 0,1 1 0,5 4 0,0 1 0,0 5 0,0 2 0,0-8 0,0 0 0,0-6 0,0 0 0,0 0 0,7-7 0,3-10 0,7-10 0</inkml:trace>
  <inkml:trace contextRef="#ctx0" brushRef="#br0" timeOffset="60">30322 12843 8912,'0'-9'0,"7"1"0,-5 0 0,14 7 0,-7-7 0,8 8 0</inkml:trace>
  <inkml:trace contextRef="#ctx0" brushRef="#br0" timeOffset="61">30958 12603 8912,'-17'0'0,"0"-8"0,0 6 0,0-4 0,1 12 0,5 5 0,-4 7 0,5 3 0,-2 2 0,1-2 0,7 0 0,-2 0 0,5 2 0,1-2 0,0-2 0,0-2 0,1-2 0,5-3 0,4 3 0,7-6 0</inkml:trace>
  <inkml:trace contextRef="#ctx0" brushRef="#br0" timeOffset="62">31148 12723 8912,'17'-8'0,"0"6"0,0-3 0,-5 1 0,-1-2 0,-9 4 0,-2-4 0,-9 6 0,-12 4 0,-4 4 0,-2 1 0,0 3 0,-1 5 0,1-2 0,4-3 0,6 3 0,-1-3 0,3-3 0,9 3 0,1-1 0,5 6 0,2 0 0,3 1 0,7-1 0,5 2 0,6 4 0,-4-4 0,4 4 0,-4 2 0,-2-2 0,0-2 0,1-2 0,-7 2 0,1-4 0,-9 12 0,3-18 0,-12 12 0,-3-4 0,-8-2 0,-1-1 0,1-5 0,-6 4 0,0-3 0,-1-5 0,1-1 0,3-4 0,-4-2 0,6 0 0</inkml:trace>
  <inkml:trace contextRef="#ctx0" brushRef="#br0" timeOffset="63">32060 12671 8912,'-17'-24'0,"-3"-3"0,-3 0 0,10-4 0,-4 10 0,4 4 0,3 4 0,-5 11 0,3 2 0,3 15 0,-3 14 0,8 11 0,-1 6 0,-3-2 0,2 0 0,2-2 0,2-4 0,2 2 0,0-6 0,0-3 0,0-14 0,2-1 0,4-5 0,9-13 0,8-15 0,8-8 0,-2-9 0,-3-6 0,3-1 0,-6-6 0,6 1 0,-8 4 0,2 2 0,-6 3 0,-6 3 0,3 2 0,-9 3 0,3 6 0,-2 11 0,-4-3 0,5 15 0,-7 0 0,0 10 0,0 5 0,0 2 0,0 0 0,0 1 0,0-7 0,0 1 0,8-3 0,4 3 0,3-5 0,2-7 0,0 0 0,0 0 0,1 0 0,-1 0 0,0 0 0,0 0 0,1 0 0,-1 0 0,-6-6 0,1 1 0,-9-9 0,5 12 0,-8-3 0,0 10 0,0 5 0,0 7 0,0 0 0,0 1 0,6 4 0,0 1 0,1 0 0,-1-5 0,-2-7 0,9-1 0,4-3 0,4-3 0,10-10 0,-2-5 0,1-6 0,-1-6 0,-4-4 0,-8-7 0,0-1 0,0 1 0,-7 1 0,-4 5 0,-6 5 0,-6 4 0,-5 9 0,-10 4 0,-4 8 0,-2 10 0,6 9 0,-2 19 0,10 4 0,1 7 0,10 1 0,4-2 0,15-3 0,16-1 0,18-8 0,18 3 0,2-13-124,9-5 1,-13-11 123,2-7 0,-19-3 0,3-2 0,-7 0 0,8 0 0</inkml:trace>
  <inkml:trace contextRef="#ctx0" brushRef="#br0" timeOffset="64">30786 13840 8912,'-11'2'0,"1"4"0,3 6 0,-5-3 0,6 3 0,3 1 0,1 2 0,2 4 0,0 4 0,2 4 0,3 7 0,-3-5 0,4 0 0,-4 1 0,-2 3 0,0-1 0,0-3 0,6-4 0,-1-8 0,1 0 0,-6 0 0,8-15 0,1-4 0</inkml:trace>
  <inkml:trace contextRef="#ctx0" brushRef="#br0" timeOffset="65">30631 13703 8912,'-17'0'0,"0"0"0,7 0 0,3 0 0,9 0 0,3 0 0,13 0 0,12 0 0,7 0 0,3 0 0,15-8 0,-1-1 0</inkml:trace>
  <inkml:trace contextRef="#ctx0" brushRef="#br0" timeOffset="66">31182 13823 8912,'0'27'0,"0"-4"0,0-4 0,0-2 0,0 0 0,0 1 0,0-1 0,0 0 0,0 2 0,0 2 0,2 2 0,4-2 0,-4-2 0,3-2 0,-1 2 0,2 4 0,-4-9 0,4 3 0,-4-11 0,5 9 0,3-5 0</inkml:trace>
  <inkml:trace contextRef="#ctx0" brushRef="#br0" timeOffset="67">31182 13686 8912,'10'-8'0,"-3"-1"0,-5-3 0,4 1 0,-2 7 0,7-2 0,-3-2 0,9 3 0,4-1 0,15 6 0,5 0 0,5 0 0,11 0 0,4 0 0</inkml:trace>
  <inkml:trace contextRef="#ctx0" brushRef="#br0" timeOffset="68">31733 13720 8912,'-25'27'0,"-4"-4"0,-3-4 0,-3-2 0,1 2 0,-1 4 0,9 4 0,3 7 0,6 1 0,5-1 0,4 0 0,8 1 0,2-3 0,4-3 0,0-6 0,11-12 0,-4-3 0,10-8 0,2-2 0,-2-4 0,2-11 0,-2-12 0,-4-5 0,4-4 0,-4-4 0,-2-2 0,-1-2 0,-5-6 0,4-5 0,-3 0 0,-3 5 0,3 6 0,-6 8 0,5-2 0,-7 6 0,2 5 0,-4 6 0,-2 29 0,0 17 0,-2 19 0,-4 21 0,-2 4 0,-3 19 0,-3-6 0,9 6 0,-1-2 0,6-11 0,2-7 0,4-6 0,11-20 0,12-6 0,3-19 0,10 1 0,2-16 0</inkml:trace>
  <inkml:trace contextRef="#ctx0" brushRef="#br0" timeOffset="69">32129 8442 8912,'32'-40'0,"-1"0"0,-5 1 0,1 5 0,-2 7 0,0 10 0,-4 9 0,-2 8 0,-2 8 0,2 11 0,4 14 0,-2 11 0,8 15 0,2 11 0,1 15 0,-14-34 0,1 3 0,0 8 0,0 4 0,2 8 0,0 4 0,1 10 0,0 4 0,-6-20 0,-1 4 0,2 1 0,2 12 0,0 2 0,2 3 0,-4-19 0,0 2 0,0 1 0,1 1-532,1 6 1,1 2-1,-1 0 1,1 0 0,-1-2-1,1 0 1,-1 1-1,0 0 532,0 3 0,0 2 0,0 0 0,-2-1 0,-1-2 0,0 1 0,-2-1 0,-1 0 0,0 1 0,-1 0 0,-2 0 0,-1 0 0,-1-3 0,-1 1 0,-1-1 0,-2 0 0,0-1 0,0-1 0,-2-1 0,-2-2 0,-5 16 0,-2-3 0,-2-1-136,-1-3 0,-1-3 0,-3 0 1,-2-4-1,-3-2 0,-1 0 136,-1-6 0,-3 0 0,0-2 0,-1-2 0,-1-2 0,-1-1 0,-3-3 0,0-3 0,-2 0 0,0 0 0,0-2 0,-2 0-164,1-3 0,-1-1 0,0-1 0,-16 22 0,-1-3 164,2-5 0,0-1 0,-1 1 0,1 0 0,3-2 0,0-2 0,0-5 0,0-2-11,3-2 1,0-3-1,4-5 1,0-2-1,3-8 1,-1-4 0,-30 22 10,4-18 0,6-19 0,-3-17 0,7-12 0,5-9 0</inkml:trace>
  <inkml:trace contextRef="#ctx0" brushRef="#br0" timeOffset="70">29461 7462 8912,'-17'-35'0,"0"3"0,-2 5 0,-4 14 0,-8 22 0,-7 30 0,-16 29 0,20-16 0,0 3 0,-5 8 0,-1 2 0,-2 9 0,0 5 0,11-16 0,0 4 0,1 2 0,-1 11 0,0 3 0,1 2 0,8-15 0,-1 2 0,2 1 0,0 1-287,-1 4 0,1 2 1,0 1-1,2 1 0,1 5 1,1 3-1,0 0 0,2 0 1,1 0-1,2 0 1,0 0-1,1 1 0,0 1 1,2 2-1,0-1 0,1 0 287,1 2 0,0-1 0,1 1 0,1 0 0,2-1 0,1 0 0,1 0 0,2 0 0,0-3 0,2 0 0,2-1 0,1-1 0,2-4 0,3 0 0,0-2 0,3 0 0,1-2 0,1 0 0,2-1 0,2-3 0,2-5 0,2-2 0,1-1 0,1-1 0,9 22 0,0-2 0,4-2 0,4-6 0,3-2 0,1-3 0,0-5 0,1-2 0,1-2 0,-3-6 0,2-2 0,-1-2 0,-2-4 0,1-2 0,-1-1 0,16 17 0,0-2-1,-4-3 1,1-2 0,1-3 0,2-5 0,2-7 0,1-2 0,-2 2 0,0-4 0,-5-10 0,1-2 0,-3-2 0,0 1 0</inkml:trace>
  <inkml:trace contextRef="#ctx0" brushRef="#br0" timeOffset="71">17105 12568 8912,'33'-11'0,"-4"-3"0,-8-3 0,-8-4 0,-7 0 0,-4 8 0,-2 1 0,-8 8 0,-3-3 0,-10 7 0,-2 2 0,2 3 0,1 7 0,3 11 0,-6 4 0,0 9 0,2 4 0,2 6 0,-4 11 0,0 6 0,-9 8 0,-3 11 0,14-34 0,-2 1 0,-1 6 0,-1 1 0,-8 7 0,-1 0-80,-3 3 1,-1 0 0,-3 2 0,-2 0 0,-1-1 0,0 0 0,2-5 0,0 0 79,5-7 0,1-1 0,7-10 0,3-2 0,-14 21 0,13-10 0,10-24 0,7-8 0</inkml:trace>
  <inkml:trace contextRef="#ctx0" brushRef="#br0" timeOffset="72">18362 13548 8912,'-12'0'0,"1"0"0,7-2 0,-2-3 0,4 3 0,4-6 0,4 10 0,5 4 0,-3 5 0,-2 12 0,1 4 0,1 9 0,2 4 0,3 6 0,2 6 0,2 5 0,14-2 0,7 8 0,10-1 0,11-7 0,-20-25 0,3-3 0,2-5 0,0 0 0</inkml:trace>
  <inkml:trace contextRef="#ctx0" brushRef="#br0" timeOffset="73">9792 15663 8912,'0'-13'0,"0"-3"0,0-3 0,0 0 0,0 0 0,0 2 0,-2 0 0,-2-1 0,-2 1 0,1 6 0,5-1 0,0 10 0,0 2 0,7 14 0,5 9 0,3 9 0,2 1 0,2 9 0,4 7 0,-2-1 0,8 9 0,-8-1 0,2 1 0,2-3 0,-2 3 0,5 0 0,-5-5 0,0-4 0,-6-16 0,1-5 0,-1-10 0,0-7 0,-2-22 0,-3-11 0,3-19 0,-3-21 0,1-4 0,-1-2 0,1 3 0,-7 1 0,-3 3 0,-1 3 0,-2-4 0,0 6 0,-2 2 0,-3 9 0,1 0 0,-8 11 0,9-1 0,-3 13 0,6 8 0,8 11 0,7 8 0,6 7 0,9 5 0,-1 1 0,4 0 0,1 0 0</inkml:trace>
  <inkml:trace contextRef="#ctx0" brushRef="#br0" timeOffset="74">10790 15680 8912,'-44'-9'0,"6"1"0,5 2 0,4 0 0,1 1 0,-5 5 0,5 0 0,5 0 0,-2 2 0,2 1 0,2 7 0,2 5 0,3 1 0,5 12 0,3 1 0,8 5 0,0 1 0,0-1 0,0 0 0,0 1 0,8-3 0,3-3 0,5-4 0,1-8 0,-6-2 0,1-3 0,-1-5 0,6-7 0,1-7 0,-1-5 0,-2-3 0,-3-2 0,1-6 0,-5-2 0,-1-2 0,1-3 0,3 5 0,-5 0 0,0 2 0,2 0 0,-5 2 0,7 8 0,-2 1 0,-5-1 0,1 5 0,2 3 0,-2 16 0,7 6 0,-5 10 0,6-4 0,-7 8 0,7-3 0,-1-1 0,6 2 0,3-6 0,1 3 0,3-1 0,3-4 0,-6-9 0,12 3 0,-6-6 0</inkml:trace>
  <inkml:trace contextRef="#ctx0" brushRef="#br0" timeOffset="75">11031 15852 8912,'0'10'0,"0"-1"0,0-3 0,2-4 0,1 5 0,5 1 0,2 4 0,-5-3 0,7 3 0,-6-1 0,5 6 0,-5-5 0,3-1 0,-1 3 0,0-1 0,-3-2 0,-3 5 0,6-14 0,-8 5 0,0-7 0,0-9 0,0-7 0,0-7 0,0-3 0,0-5 0,2-3 0,4-6 0,3 3 0,8-3 0,3-2 0,2 2 0,5 2 0,8 9 0,-7 4 0,1 8 0,0 0 0,5 0 0</inkml:trace>
  <inkml:trace contextRef="#ctx0" brushRef="#br0" timeOffset="76">12063 15216 8912,'0'-27'0,"-5"2"0,-1 8 0,-8 0 0,3 0 0,-4 0 0,-8 7 0,0 4 0,0 4 0,6 2 0,-1 0 0,1 0 0,0 0 0,0 0 0,1 2 0,5 4 0,-2-2 0,7 7 0,-7 1 0,1 5 0,2-2 0,1-1 0,-1-3 0,1 2 0,3 5 0,-5 5 0,1-2 0,-1 7 0,-3-5 0,8 6 0,-1-2 0,1 1 0,2 10 0,-5-1 0,1 3 0,4 2 0,2 8 0,2 1 0,0 1 0,0 5 0,0 2 0,0-1 0,0 1 0,0-2 0,8-5 0,3-1 0,5-1 0,1-10 0,2-4 0,4-5 0,-2-6 0,8-8 0,-3-8 0,3-3 0,6-4 0,-1-2 0,0-8 0,7-3 0,-5-4 0,-2-2 0,-5-1 0,-2 1 0,-2 0 0,-4 0 0,-2-8 0,-2 6 0,0-6 0</inkml:trace>
  <inkml:trace contextRef="#ctx0" brushRef="#br0" timeOffset="77">12545 15611 8912,'0'-17'0,"0"0"0,0 0 0,0 5 0,0 1 0,0 9 0,0 2 0,0 8 0,0 9 0,0 6 0,0 2 0,0 1 0,0 5 0,0 7 0,0 2 0,0-2 0,0-7 0,0-2 0,0 1 0,0 1 0,0-3 0,0 3 0,0-8 0,0-6 0,0-5 0,0-9 0,0 5 0</inkml:trace>
  <inkml:trace contextRef="#ctx0" brushRef="#br0" timeOffset="78">12511 15594 8912,'17'0'0,"0"-7"0,0 5 0,1-6 0,-1 8 0,0 0 0,0 0 0,-5 0 0,-1 0 0,2 0 0,3 0 0,-1 2 0,-3 4 0,3 3 0,-13 8 0,4 1 0,-5-1 0,-1 0 0,0 0 0,-7 6 0,-5 0 0,-5-2 0,-6-2 0,4-2 0,-4 0 0,2-1 0,-2-5 0,4 5 0,-6-7 0</inkml:trace>
  <inkml:trace contextRef="#ctx0" brushRef="#br0" timeOffset="79">12339 15457 8912,'-18'0'0,"1"0"0,0 0 0,7 0 0,5 0 0,10 0 0,7-2 0,3-4 0,4-4 0,4-7 0,-2-2 0,8-4 0,-2 2 0,1-7 0,-1-1 0,-6-4 0,2 3 0,-2 1 0,-7 2 0,-3-1 0,-5 1 0,5 4 0,-7 4 0,2-4 0,-4 12 0,-2 3 0,0 10 0,0 4 0,0 5 0,2 10 0,3 2 0,-1 8 0,8-3 0,-1 5 0,6 1 0,6 1 0,0-1 0,2-5 0,-4-1 0,4 1 0,2-2 0,-6-3 0,11 1 0,-5 2 0</inkml:trace>
  <inkml:trace contextRef="#ctx0" brushRef="#br1" timeOffset="80">13044 16007 8912,'-9'0'0,"-5"2"0,8 3 0,3 7 0,-5-3 0,2 3 0,2 1 0,3 3 0,-1 3 0,-4 4 0,4-2 0,-6 7 0,3 1 0,-1-2 0,-6 3 0,5-7 0,-1 0 0,0 2 0,3-12 0,3 3 0,-4-7 0,4-5 0,-4-12 0,5-9 0,2-10 0,5-13 0,4 0 0,7-8 0,0-1 0,0 1 0,1 8 0,-1 0 0,0 9 0,0 3 0,-5 8 0,-1 3 0,1 0 0,5 23 0,0-1 0,-6 18 0,-1 10 0,0 7 0,-1 4 0,-3-4 0,5 6 0,-5-8 0,6 2 0,-9-9 0,3-3 0,2-1 0,-2 2 0,-1-4 0,-5-8 0,0-6 0,0 1 0,0-8 0,0 3 0,-7-14 0,-3-3 0</inkml:trace>
  <inkml:trace contextRef="#ctx0" brushRef="#br1" timeOffset="81">12958 16230 8912,'-11'0'0,"-1"0"0,-1 0 0,7 0 0,6 0 0,8 0 0,9 0 0,8-3 0,3-9 0,11-1 0,3-16 0,0-2 0,0-1 0,4-2 0,-6-1 0,0-7 0,-13-2 0,-2-7 0</inkml:trace>
  <inkml:trace contextRef="#ctx0" brushRef="#br1" timeOffset="82">12993 15078 8912,'-44'0'0,"3"0"0,13 0 0,11 0 0,24-7 0,16-5 0,10-3 0,7-2 0,4 0 0,7-1 0,1 1 0,0 0 0,-6 2 0,-1 3 0,-6-1 0,1 7 0,-4 2 0,-1 10 0,-7 6 0,-1 10 0,-2 9 0,-4 7 0,-2 6 0,-2 8 0,2 7 0,4 4 0,-4 6-216,4 5 1,2 5 215,-2 7 0,2 0 0,-2 0 0,-4 1 0,4 5 0,-6-4 0,-5 4 0,-5-6 0,-7-6 0,0 2 0,-3-7 0,-7-5-30,-7-5 0,-12-11 30,0-8 0,-11-3 0,-6 3 0,2 2 0,-2-8 0,3-2 0,-3-9 0,-2 2 0,8-8 0,0-8 0,7-9 0,2-5 0,3-1 0,7-9 0,-2-8 0,6-8 214,5-10 1,-1 1-215,7 0 0,0-1 0,6 1 0,-7-8 0,-3-2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3.31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57D200"/>
    </inkml:brush>
  </inkml:definitions>
  <inkml:trace contextRef="#ctx0" brushRef="#br0">1755 5622 8912,'-11'0'0,"-1"0"0,7 0 0,-7 0 0,8 0 0,-3-2 0,7-3 0,-2 3 0,-2-6 0,-2 0 0,0 6 0,6-5 0,0 7 0,-1 0 0,-5 0 0,4 0 0,-6 0 0,8-8 0,0 6 0,0-7 0,-2 5 0,-1-4 0,-3-1 0,0 3 0,6-6 0,0 1 0,-6-6 0,1 0 0,1-1 0,2 1 0,2 8 0,0 3 0,0 14 0,0 9 0,0 10 0,0 13 0,0 5 0,0 7 0,0 5 0,0 6 0,2 10 0,2 2 0,1-3 0,7-9 0,-6-6 0,5-7 0,-5-10 0,-2-11 0,-3-16 0,-2-9 0,-5-15 0,-4-10 0,-7-19 0,0-6 0,0-4 0,-1-2 0,3 1 0,4-1 0,-5 1 0,7-1 0,-1 1 0,-3-7 0,7 1 0,0 5 0,6 8 0,0 4 0,0 8 0,0-3 0,2 16 0,6-4 0,9 4 0,2 8 0,10-1 0,5 9 0,7-3 0,-1-2 0,-8 2 0,-3 3 0,1 8 0,-7 7 0,0 5 0,-5 6 0,-9-2 0,-3 8 0,-6 1 0,-6 8 0,-7 4 0,-8 2 0,7-5 0,-3 1 0,2-4 0,-1 4 0,1 0 0,4-2 0,5-1 0,4-11 0,2-3 0,0 2 0,0-2 0,4-8 0,7-9 0,3-4 0,14-2 0,7 0 0,5 0 0,2-8 0,-2-5 0,4-6 0,0-4 0,4-6 0,-8 6 0,-2 2 0,-9-3 0,-6 1 0,-10 0 0,-3 6 0,-2-1 0,-10 3 0,-10 4 0,-3-3 0,-4 7 0,-2-1 0,-2 0 0,-6 3 0,6 5 0,-5 0 0,5 1 0,2 5 0,1 6 0,9 3 0,1 4 0,3 4 0,1-2 0,6 8 0,2-6 0,4 5 0,7 3 0,8 1 0,8-5 0,11-4 0,2-4 0,4-2 0,5-7 0,1-5 0,-6-5 0,6-5 0,-12-5 0,0-7 0,-6-8 0,-5-3 0,4-5 0,-7-1 0</inkml:trace>
  <inkml:trace contextRef="#ctx0" brushRef="#br0" timeOffset="1">2650 5605 8912,'-11'0'0,"-1"0"0,8-2 0,-1-4 0,3 6 0,2 0 0,0 2 0,2 10 0,3 1 0,3 4 0,3 6 0,5-4 0,-7 6 0,3-2 0,-1 0 0,-5 6 0,5-6 0,-7-1 0,4-4 0,-2-1 0,-1 0 0,1 0 0,-6 0 0,8-7 0,-6-4 0,3-12 0,3-5 0,-2-12 0,2-4 0,-3-8 0,-1 1 0,6 0 0,-3-1 0,5 3 0,-7 3 0,7 4 0,-4 8 0,-1 0 0,1 0 0,0 7 0,-3 4 0,-3 6 0,4 6 0,-2 11 0,1 12 0,-3-2 0,4 1 0,-4 3 0,-2 0 0,0-3 0,2 3 0,2-8 0,2-2 0,-3-2 0,-1-2 0,-2 0 0,0 0 0,2-7 0,4-4 0,-4-4 0,11-10 0,-7-3 0,5-7 0,-5-5 0,8-3 0,-3-9 0,-1 7 0,1-1 0,1 2 0,5-1 0,-6 3 0,1 8 0,1-1 0,-3 3 0,1 4 0,1 3 0,5 10 0,0 4 0,-6 9 0,1 8 0,-1 0 0,1 0 0,-1 0 0,1 5 0,5-5 0,0-2 0,2-7 0,4-5 0,6-1 0,2 3 0,-3-5 0,10-2 0,-3-10 0,3 2 0,-3-7 0,-1-1 0,-2-7 0,-3-4 0,-6 4 0,-11-4 0,1 4 0,-7 2 0,-2 0 0,-3 0 0,-1-1 0,-1 9 0,-5 3 0,-4 4 0,-7 2 0,-2 0 0,-4 0 0,4 10 0,-4 7 0,-2 0 0,2 6 0,0-2 0,6 2 0,2-4 0,3 4 0,-1-4 0,7-2 0,2 0 0,2-5 0,2-1 0,0-5 0,0 6 0,8-9 0,5 3 0,8-4 0,-1-10 0,2-3 0,3-4 0,-2-3 0,0 7 0,-6 0 0,1-1 0,-1-3 0,0 1 0,0 3 0,-5 7 0,-1-2 0,-7 3 0,2-3 0,3 4 0,-7-6 0,6 10 0,-6 2 0,4 2 0,-3 0 0,9-6 0,-6 0 0,5 0 0,2 0 0,-5 0 0,5-8 0,-7-4 0,6 3 0,-7-3 0,1 7 0,-4-5 0,4 2 0,-2 3 0,7 5 0,-5 0 0,5 0 0,1 0 0,5 0 0,0 7 0,0 5 0,1 3 0,-1 2 0,6 1 0,0 1 0,-2 4 0,-4-10 0,-6 4 0,3-4 0,-7 5 0,3-1 0,-6-8 0,3-1 0,-7-16 0,0-3 0,-5-4 0,-1-3 0,2-1 0,2-4 0,2 4 0,0-4 0,0 4 0,6 2 0,0 0 0,13 5 0,-2 1 0,2-2 0,8-3 0,0-1 0</inkml:trace>
  <inkml:trace contextRef="#ctx0" brushRef="#br0" timeOffset="2">4440 5485 8912,'0'-18'0,"0"1"0,0 0 0,0 0 0,0 0 0,-8-1 0,6 24 0,-3 11 0,3 14 0,2 9 0,0 4 0,0 8 0,5-1 0,1 1 0,6-1 0,-7-1 0,-1-4 0,6 2 0,1-8 0,-3 0 0,-2-6 0,3-7 0,1-2 0</inkml:trace>
  <inkml:trace contextRef="#ctx0" brushRef="#br0" timeOffset="3">4922 5536 8912,'-25'10'0,"-4"-3"0,-1-1 0,-1 0 0,2-2 0,3 5 0,-3 3 0,-4 5 0,5 6 0,1-4 0,-2 4 0,8 2 0,-2-1 0,6 1 0,6 0 0,-3 4 0,8-6 0,1 0 0,5-4 0,0 4 0,0-4 0,5 6 0,1-8 0,8-8 0,-1-3 0,8-4 0,0-2 0,8 0 0,-1-2 0,7-4 0,5-5 0,0-12 0,8 4 0,-2-4 0,-2-4 0,0 0 0,-2-1 0,-4-1 0,-4 2 0,-5-3 0,-6 1 0,-4 6 0,-2-5 0,-7 7 0,-4-2 0,-12 11 0,-6 6 0,3 5 0,-3 1 0,9 1 0,-3 5 0,4 4 0,2 7 0,0 0 0,2 0 0,6 1 0,9-1 0,0 6 0,6 0 0,-4-2 0,4 5 0,0 3 0,0-2 0,-6 1 0,-5 1 0,-3 5 0,-1 1 0,-3-7 0,-5 1 0,-3-6 0,-9 6 0,-1-8 0,-14 0 0,0-6 0,0-4 0,-1-1 0,-7 2 0,3-7 0,3-3 0,4-9 0,10-7 0,4-7 0,3-6 0,8-15 0,0-2 0</inkml:trace>
  <inkml:trace contextRef="#ctx0" brushRef="#br0" timeOffset="4">5696 5433 8912,'0'-17'0,"0"0"0,0 7 0,0 4 0,0 12 0,8 4 0,1 7 0,8 0 0</inkml:trace>
  <inkml:trace contextRef="#ctx0" brushRef="#br0" timeOffset="5">5954 5743 8912,'-17'0'0,"6"0"0,-1 0 0,6 0 0,-5 0 0,7 0 0,-4 0 0,16-6 0,3 0 0,12-7 0,6 1 0,4-3 0,1-10 0,0-2 0</inkml:trace>
  <inkml:trace contextRef="#ctx0" brushRef="#br0" timeOffset="6">1532 6654 8912,'-35'15'0,"1"-4"0,-1-5 0,9-4 0,3-2 0,3 0 0,3 0 0,10 0 0,7 0 0,9 0 0,14 2 0,8 2 0,7 2 0,8-3 0,13-1 0,10-2 0,11 0-111,18 0 0,-46-3 0,3-3 1,9-2-1,4-1 0,6-4 1,3-1 110,9-2 0,4-1 0,-24 4 0,1 0 0,2-1 0,6 0 0,1 0 0,1 0 0,4 0 0,0-1 0,2 0-115,3 0 1,2-2 0,0 2-1,1-2 1,0 2 0,0-1-1,0 0 1,0 1 0,-1 0 0,-3 1-1,0 1 1,-1 0 114,-2 0 0,0 1 0,-1 0 0,3 1 0,-1 0 0,1 1-314,-4 0 0,1 1 0,-1-1 1,0 2-1,0-1 0,-1 2 314,-4 0 0,-1 1 0,0 1 0,-1 1 0,0 1 0,-3 1 0,26-1 0,-2 0 0,-4-1 0,-2 0 0,-7 1 0,-2 1 0,-2 0 0,-1 0-128,-3 1 0,-3 0 0,-9 1 0,-3 0 128,34 0 0,-21 0 173,-20 0 0,-14 6-173,-15-1 1165,-10 1-1165,-4-6 0,-10 0 1092,-4 0 1,-4 0-1093,-7 0 0,-2 0 282,-4 0 0,4 6 0,-4 0-282,4-3 0,9-1 0,18-2 0,11 0 0</inkml:trace>
  <inkml:trace contextRef="#ctx0" brushRef="#br0" timeOffset="7">5197 3782 8912,'0'10'0,"0"-2"0,-8-8 0,6-8 0,-5 4 0,7-7 0,0 7 0,0-4 0,0 8 0,0 0 0,7 0 0,5 0 0,3 0 0,2 0 0,1 0 0,-1 0 0,0 0 0,2 0 0,2 0 0,2 0 0,2 0 0,-2 0 0,-2 2 0,8 4 0,-6-4 0,5 4 0,-1-3 0,4 1 0,-5 2 0,-1-2 0,4-2 0,-6-2 0,6 0 0,-6 0 0,-1 0 0,-4 0 0,5 0 0,0 0 0,-2 0 0,-2 0 0,-2 0 0,6 0 0,0 0 0,2 0 0,-2 0 0,-2 0 0,7 0 0,1 0 0,-2 0 0,5 0 0,-3 0 0,3 0 0,3 0 0,-1 0 0,1 0 0,-1 0 0,1 0 0,-1 0 0,0 0 0,-1 0 0,-2 0 0,-5 2 0,-1 3 0,-2-3 0,-6 4 0,1-4 0,-1-2 0,0 2 0,0 4 0,0-5 0,1 5 0,-1-4 0,0-2 0,2 2 0,4 4 0,-2-4 0,6 3 0,0-3 0,-1-2 0,-3 0 0,6 0 0,2 0 0,1 0 0,3 0 0,-1 0 0,0 0 0,1 0 0,-7 0 0,1 0 0,-6 0 0,4 0 0,-2 0 0,-4 0 0,-2 0 0,-2 0 0,0 6 0,0 0 0,1-2 0,-1-3 0,2-1 0,2 0 0,2 0 0,-2 0 0,4 0 0,-2 0 0,6 0 0,-7 0 0,9 0 0,-2 0 0,1 0 0,-1 0 0,5 0 0,-1 0 0,5 0 0,0 0 0,-1 2 0,-3 4 0,1-4 0,-1 4 0,0-4 0,1-2 0,-3 0 0,-1 0 0,-2 2 0,1 3 0,-3-3 0,2 4 0,-8-4 0,4-2 0,-3 0 0,1 0 0,6 0 0,-6 0 0,0 0 0,2 0 0,-4 0 0,8 0 0,-6 0 0,5 0 0,-5 0 0,6 0 0,1 0 0,9 0 0,1 0 0,-2 0 0,-2 0 0,-1 0 0,-1 0 0,1 0 0,-1 0 0,0 0 0,-1 0 0,-4 0 0,3 0 0,-3 0 0,1 0 0,-1 0 0,4 0 0,-5 0 0,5 0 0,1 0 0,-5 0 0,0 0 0,-3 0 0,3 0 0,4 0 0,-5 0 0,-1 0 0,2 0 0,-8 0 0,4 0 0,-1 0 0,5 0 0,-2 0 0,2 0 0,-3 0 0,5 0 0,-2 0 0,1 0 0,3 0 0,1 0 0,6 0 0,0 0 0,6 0 0,-6 0 0,8-2 0,-4-2 0,2-2 0,0 3 0,-2 1 0,2 2 0,-4 0 0,-8 0 0,1-6 0,-1 0 0,1 0 0,-1 6 0,-1 0 0,-5 0 0,5-5 0,-5-1 0,5 0 0,1 6 0,-5 0 0,0 0 0,-1 0 0,7 0 0,-1 0 0,1 0 0,5 0 0,0 0 0,-6 0 0,-3 0 0,1 0 0,1 0 0,5 0 0,-9 0 0,1 0 0,-1 0 0,4 6 0,-5 0 0,5-1 0,1-5 0,1 6 0,-1 0 0,1 0 0,-1-6 0,0 2 0,1 3 0,-1-3 0,1 4 0,-1-4 0,0-2 0,1 0 0,-3 0 0,-1 0 0,-2 0 0,-1 0 0,7 0 0,-1 0 0,1 0 0,-1 0 0,0 0 0,1 0 0,-1 0 0,3 0 0,3 0 0,-4 0 0,4 0 0,2 0 0,-2 0 0,-1 0 0,-3 0 0,0 0 0,4 0 0,-9 0 0,3 0 0,-9 0 0,4 0 0,-8 0 0,4 0 0,-2 0 0,0 0 0,5 0 0,-5 0 0,10 0 0,1 0 0,3 0 0,9 0 0,-1 0 0,9-2 0,1-2 0,3-2 0,5-5 0,-6 5 0,1-5 0,-9 3 0,-1 0 0,-2 1 0,-2-5 0,2 5 0,-6-1 0,-4 0 0,5 1 0,-1 1 0,0 4 0,-6-4 0,1 4 0,-1 2 0,1-5 0,-1-1 0,-2 2 0,-3 2 0,-4 2 0,-8 0 0,2 0 0,0 2 0,1 2 0,-5 2 0,-4 1 0,1-1 0,3-4 0,-7 8 0,3-5 0,-1-3 0,-4 4 0,-5-4 0,7-2 0,-8 0 0,0 0 0,-8 0 0,7 0 0,-7-8 0,8-1 0,8-9 0,1 1 0</inkml:trace>
  <inkml:trace contextRef="#ctx0" brushRef="#br0" timeOffset="8">19067 3611 8912,'-11'0'0,"-1"0"0,1 0 0,1-2 0,4-4 0,5 4 0,1-6 0,0 8 0,0-2 0,0-3 0,0 3 0,0-6 0,0 8 0,0 0 0,7 0 0,3 0 0,7 0 0,0 0 0,-5 0 0,-1 0 0,1 0 0,5 0 0,0 0 0,0 0 0,0 0 0,3 0 0,1 0 0,2 0 0,1 0 0,-1 0 0,-2 0 0,8 0 0,2 0 0,1 0 0,-3 0 0,0 0 0,-1 0 0,7 0 0,-3 0 0,-3 0 0,1 0 0,-7 0 0,8 0 0,-2 0 0,-3 0 0,3 0 0,-6 0 0,6 0 0,-8 6 0,4 0 0,-2-3 0,-1-1 0,1 0 0,-5 4 0,-1-4 0,2 4 0,2-4 0,2-2 0,0 0 0,-6 0 0,6 1 0,0 5 0,6-4 0,-6 4 0,5-4 0,-5-2 0,8 0 0,-2 0 0,1 0 0,-1 0 0,3 5 0,-3 1 0,-2 0 0,1-6 0,3 0 0,2 0 0,1 6 0,0-1 0,1 1 0,-1-6 0,1 0 0,-1 0 0,0 2 0,1 4 0,-1-4 0,1 3 0,7-3 0,4-2 0,-2 0 0,2 0 0,-1 6 0,9 0 0,1-2 0,3-2 0,-1-2 0,-5 0 0,-4 0 0,3 0 0,-3 5 0,9 1 0,3 0 0,-3-6 0,6 5 0,-6 1 0,7 0 0,-7-6 0,-5 2 0,-7 4 0,-6-5 0,1 5 0,2-2 0,-2 0 0,-2 2 0,-1-3 0,-3-1 0,0-2 0,7 2 0,-1 4 0,2-4 0,-2 4 0,2-5 0,4-1 0,4 0 0,-4 0 0,-2 0 0,1 0 0,-4 0 0,4 0 0,-6 0 0,1 0 0,-4 0 0,0 2 0,3 2 0,1 2 0,0 0 0,-6-6 0,7 0 0,-1 0 0,2 0 0,-2 0 0,-4 2 0,4 3 0,3-3 0,-3 4 0,0-4 0,-6-2 0,1 0 0,-1 0 0,1 6 0,-1-1 0,2-1 0,4-2 0,-3 4 0,3 0 0,4-1 0,2-5 0,3 6 0,3 0 0,-2-1 0,-4 3 0,2-6 0,-8 4 0,2-2 0,-2 1 0,-4-3 0,4 4 0,-3-4 0,-5-2 0,1 2 0,1 3 0,-1-3 0,13 4 0,-1-4 0,7-2 0,2 0 0,3 0 0,-2-2 0,8-4 0,-7 4 0,1-3 0,-1 3 0,1 2 0,-3 0 0,3 0 0,-3 0 0,-3 0 0,3 0 0,1 0 0,1 0 0,-7 0 0,1 0 0,-10 0 0,0 0 0,-5 0 0,-8 0 0,-5 0 0,3 0 0,-2 0 0,0 0 0,-6 0 0,1 0 0,-1 0 0,2 0 0,4 0 0,-4 0 0,4 0 0,-4 0 0,-2 0 0,2-2 0,4-4 0,-2 4 0,8-3 0,-6 3 0,6 2 0,-6 0 0,5 0 0,-5-6 0,6 0 0,-6 0 0,6 6 0,-6-5 0,5-1 0,-1 0 0,2 6 0,-3 0 0,-5 0 0,2-2 0,-2-3 0,4 3 0,-2-4 0,0 4 0,2 2 0,-4 0 0,6 0 0,0 0 0,-1 0 0,-5 0 0,2 0 0,4 0 0,2 0 0,1 0 0,1 0 0,-4 0 0,-2 0 0,5 0 0,-1 0 0,3-2 0,1-2 0,-2-1 0,-3 1 0,1 2 0,5 2 0,1-2 0,-1-4 0,-5 4 0,-1-3 0,-1 1 0,2-2 0,3 4 0,-3-4 0,-2 4 0,2 2 0,-6-5 0,5-1 0,1 0 0,5 6 0,1 0 0,-1 0 0,1 0 0,-1 0 0,0-5 0,1-1 0,-1 0 0,-1 6 0,-3 0 0,-1 0 0,-8 0 0,2 0 0,-4 0 0,-2 0 0,1 0 0,1 0 0,2 0 0,2 0 0,0 0 0,-6 0 0,0 0 0,0 0 0,6 0 0,0 0 0,0 0 0,2 0 0,-6 0 0,4 0 0,2 0 0,-2 0 0,5 0 0,-5-2 0,0-2 0,2-1 0,-6-1 0,4 6 0,2 0 0,-2 0 0,2 0 0,-4 0 0,4-2 0,2-4 0,-6 4 0,2-3 0,-4 3 0,-2 2 0,6 0 0,0 0 0,-2 0 0,-2-2 0,-2-4 0,0 4 0,1-4 0,-1 5 0,0 1 0,0 0 0,0 0 0,1 0 0,-1-2 0,0-4 0,2 4 0,4-4 0,-4 4 0,4 0 0,-4-1 0,-2-3 0,3-2 0,3 2 0,-4 5 0,4-5 0,-4 2 0,-2-2 0,0 4 0,0-3 0,-7-5 0,5 8 0,-5-13 0,7 3 0,-2 3 0,-3-3 0,3 7 0,-4-7 0,5 8 0,1-9 0,0 7 0,0-7 0,1 5 0,-1-3 0,-6-3 0,1 9 0,-6-7 0,5 7 0,-5-9 0,3 3 0,-1-5 0,5-1 0,-3 0 0,7 0 0,-5 0 0,-1-1 0,1 1 0,5 0 0,-2 0 0,-4 0 0,5 0 0,-5-1 0,-1-5 0,1 0 0,-1-1 0,3 3 0,-3-2 0,-3 2 0,1-4 0,-2 2 0,-4-2 0,3 2 0,-1 4 0,2-4 0,-4 4 0,4 2 0,-4-2 0,-2-4 0,0 9 0,0-3 0,0-2 0,0-4 0,0 0 0,0 6 0,0 0 0,0 0 0,-2 0 0,-4-1 0,-4-5 0,-7 0 0,-2 1 0,-2 4 0,-2 1 0,0 0 0,6 0 0,-6 0 0,0-1 0,-8 1 0,3 0 0,-5 6 0,-1-1 0,-2 1 0,-5-7 0,-3 7 0,-7 0 0,-9-1 0,-3-3 0,-4 1 0,-1 3 0,-5 1 0,4-1 0,6-2 0,17 7 0,-2-2 0,8 2 0,0 5 0,6-5 0,-1 4 0,1 2 0,-1-6 0,1 0 0,-6 1 0,0 5 0,1 0 0,3 0 0,0 0 0,-4 0 0,1 0 0,-7 0 0,8 0 0,-2 0 0,-2 0 0,2 0 0,-8 5 0,2 1 0,-4 0 0,-1-6 0,-1 2 0,-1 2 0,-3 3 0,-1 3 0,-1-6 0,7 1 0,-1 3 0,1-2 0,-1 5 0,0-5 0,6 2 0,1-3 0,4-3 0,-4 4 0,-1 2 0,-6-3 0,6 7 0,0-5 0,-2 1 0,-1 0 0,-1-1 0,4-1 0,4-4 0,8 4 0,-7-4 0,1-2 0,0 0 0,6 0 0,-1 0 0,1 0 0,-2 0 0,-5 0 0,-1 0 0,-5 0 0,-1 0 0,-6 0 0,3 0 0,-7 0 0,-1 0 0,2 0 0,-1 0 0,7 0 0,5 0 0,0 0 0,2 0 0,-2 0 0,-2 0 0,8 0 0,-8 2 0,2 3 0,-9-3 0,-3 4 0,3-4 0,1-2 0,1 0 0,-4 0 0,-5 0 0,-6 0 0,1 0 0,4 0 0,-4 2 0,4 3 0,-2-3 0,1 4 0,11-4 0,7-2 0,8 2 0,-2 4 0,9-4 0,2 3 0,6-3 0,-5-2 0,-3 0 0,-1 0 0,-5 0 0,-3 0 0,-6 0 0,-11 0 0,-6 0 0,-4 0 0,-2 0 0,0 0 0,8 0 0,4 0 0,3 0 0,2 0 0,3 0 0,3 0 0,-2 0 0,8 0 0,-10 0 0,-1 0 0,-1 0 0,-5 0 0,3 0 0,2 0 0,-1 0 0,-4 0 0,3 0 0,-3 0 0,3 0 0,2 0 0,1 0 0,-1-2 0,2-2 0,5-1 0,-5-1 0,4 6 0,-4-6 0,-1 1 0,7-1 0,4 6 0,-3 0 0,1 0 0,-2 0 0,-3 0 0,3 0 0,-2 0 0,0 0 0,-6 0 0,4 0 0,-3 0 0,3 0 0,-9 0 0,5 0 0,6 0 0,2 0 0,4 0 0,6 0 0,-1 0 0,3 0 0,9 0 0,-8 0 0,4-2 0,-1-2 0,-1-2 0,0 1 0,-5 5 0,-2-6 0,-5 0 0,-3-5 0,-7 5 0,-1 0 0,1 6 0,-1 0 0,0 0 0,8 0 0,4 0 0,6 0 0,5 0 0,2 0 0,4 0 0,4 0 0,-4 0 0,4 0 0,2 0 0,-2 0 0,-4 0 0,2 0 0,-8 0 0,0 0 0,-5 0 0,0 0 0,-1 0 0,-5-5 0,0-1 0,2 2 0,1 2 0,5 0 0,3-4 0,-1 4 0,7-3 0,2 3 0,1 2 0,-1-2 0,4-4 0,-4 4 0,10-3 0,-6 3 0,-6 2 0,2 0 0,-6 2 0,2 1 0,4 3 0,-4 2 0,2-3 0,-6-1 0,6 8 0,1-8 0,4 1 0,1 3 0,0-2 0,0 5 0,-1-5 0,7 2 0,0-3 0,-3-1 0,-9 8 0,4-7 0,-4 5 0,4-1 0,2 1 0,0 1 0,-1 7 0,-3-7 0,4 1 0,-4-3 0,12 4 0,-3-1 0,1 1 0,-1 3 0,-3 1 0,3 0 0,-3-6 0,4 1 0,1-1 0,0 7 0,1-3 0,-1-4 0,5 5 0,-7-5 0,8 4 0,-9 2 0,7 1 0,0-1 0,-1 8 0,3-6 0,-7 4 0,5-2 0,-4 0 0,1 2 0,-1-2 0,6-2 0,-1-2 0,-3 0 0,2 0 0,-5 1 0,5-1 0,0 0 0,6 0 0,-6 0 0,1 1 0,1-1 0,0-6 0,-2 1 0,4-7 0,-3 7 0,3-1 0,-6 7 0,6-7 0,-4 0 0,3 1 0,-3-3 0,4 7 0,-8-7 0,5 8 0,3-5 0,-4-1 0,-2-5 0,3 6 0,-3-7 0,2 7 0,2-1 0,-7 6 0,5 1 0,-3-1 0,1 0 0,0 0 0,3 0 0,3 1 0,-4-1 0,2-2 0,0-2 0,-1-1 0,1 1 0,2-3 0,2 1 0,0-5 0,0 5 0,0-5 0,0 6 0,0-9 0,0 5 0,0-8 0,0 0 0,-8 8 0,6-6 0,-5 7 0,7-3 0,0-4 0,-2 6 0,-4-8 0,4 0 0,-7 1 0,3 5 0,-4-4 0,-7 6 0,0-8 0</inkml:trace>
  <inkml:trace contextRef="#ctx0" brushRef="#br0" timeOffset="9">23025 2802 8912,'-6'12'0,"1"-1"0,-9-7 0,12 4 0,-5-10 0,7-4 0,0 4 0,0-7 0,0 3 0,0 4 0,0-6 0,0 8 0,0 0 0,0-7 0,0 5 0,0-6 0,0 1 0,0-3 0,0-7 0,0-10 0,0-7 0,0-10 0,0-13 0,7-20 0,5-15 0,-1 36 0,3-2 0,2-6 0,2 0 0,3-5 0,2 0-329,1-2 0,2-1 1,3-2-1,1 1 329,1 3 0,1 2 0,1 5 0,1 2 0,1 7 0,-1 5 0,18-22 0,-12 25 0,-12 22 0,-10 12 0,-7 6 0,1-5 0,1-2 0,-3-3 0,1-1 0,1 0 0,5 0 0,-6 0 0,1-1 0,-3 1 0,5 0 0,-3 0 657,2 0 1,-5 5-658,-2 1 0,-4 7 0,-2-4 0,0 8 0,0 0 0,0-7 0,0-3 0,0-7 0,0 0 0,-8-16 0,-1-3 0</inkml:trace>
  <inkml:trace contextRef="#ctx0" brushRef="#br0" timeOffset="10">23645 739 8912,'0'-9'0,"0"-1"0,0 4 0,2 5 0,3-5 0,13 4 0,10 2 0,7 0 0,5 0 0,10 2 0,7 4 0,6 5 0,-6 12 0,-1 4 0,-10 7 0,-4 2 0,-8 4 0,-15 1 0,-7 8 0,-12 5 0,-12-1 0,-7 6 0,-15-1 0,-1-3 0,1-9 0,0-4 0,-1-15 0,1-2 0</inkml:trace>
  <inkml:trace contextRef="#ctx0" brushRef="#br0" timeOffset="11">28704 2802 8912,'0'18'0,"0"-1"0,0-8 0,0-3 0,0-12 0,0 3 0,0-9 0,0-1 0,0-3 0,2-1 0,2 0 0,2 0 0,-1 0 0,-3 0 0,2-3 0,2-3 0,-1 2 0,-5-7 0,6-1 0,0-7 0,-2-6 0,-2-10 0,-2-7 0,0-10 0,-8-7-43,-3-4 0,-7-14 1,8 42-1,-1-1 0,-1-4 1,-1-1 42,0-1 0,0 0 0,-2-3 0,-1 0-216,-3 4 0,-2 1 0,0 1 0,-2 1 216,-2 0 0,-2 1 0,1 2 0,-1 1 0,0 3 0,-2 1 0,1 3 0,-1 2 0,-26-35 0,-5 9-164,3 5 0,0 5 164,5 12 0,2 4 0,2 8 0,3 0 0,-3-1 0,4 3 0,-2 3 0,8 4 112,-3 8 1,11 2-113,1 3 0,1-1 0,-9 7 0,-5 2 427,-10 2 0,-5 2-427,-6 0 0,0-1 184,11-5 1,-3 4-185,9-4 0,-4 2 0,-1-1 0,7 1 0,3-8 0,13 9 0,5-3 0,4-4 0,2-1 0,7 3 0,2-1 0,8 3 0,0 4 0,0-6 0,2 8 0,4 0 0,-4 0 0,6 0 0,-8 0 0,0 8 0,-2 3 0,-4 5 0,4-5 0,-4 1 0,-3-9 0,-1 13 0,-7-7 0</inkml:trace>
  <inkml:trace contextRef="#ctx0" brushRef="#br0" timeOffset="12">27465 189 8912,'10'-8'0,"-1"7"0,-5-7 0,2 0 0,-2 6 0,-10-3 0,-6 3 0,-3 2 0,-4 0 0,-2 0 0,-2 0 0,-6 0 0,6 0 0,-7 0 0,3 0 0,-2 2 0,1 3 0,-7 3 0,-5 3 0,-8 7 0,2-1 0,-3 0 0,-3 6 0,0 2 0,3-2 0,1 0 0,2 2 0,13-1 0,-1 5 0,13-4 0,4-8 0,1 0 0,11 0 0,-1 1 0,8-1 0,4 0 0,5 0 0,12 0 0,6 1 0,11-1 0,4 8 0,8 3 0,5 7 0,0 5 0,3-2-131,-3 8 0,-2-6 131,8 6 0,-7-8 0,5 10 0,-4-8 0,7-2 0,2-2 0,3-1 0</inkml:trace>
  <inkml:trace contextRef="#ctx0" brushRef="#br0" timeOffset="13">23782 585 8912,'2'-16'0,"2"3"0,4 3 0,1 3 0,-5 1 0,11 6 0,-3 0 0,3 0 0,4 0 0,2-2 0,2-4 0,0 4 0,-4-3 0,2 1 0,2-2 0,2 4 0,-2-3 0,-4-3 0,4 2 0,-4 0 0,-1-1 0,-1-1 0,0-3 0,0-5 0,0 7 0</inkml:trace>
  <inkml:trace contextRef="#ctx0" brushRef="#br0" timeOffset="14">24385 275 8912,'11'-6'0,"-1"-1"0,-3-3 0,-1-1 0,-6-6 0,0-1 0,0 1 0,-8 0 0,-3 0 0,1 5 0,-1 3 0,-2 1 0,-3 2 0,-1 6 0,0 0 0,5 2 0,1 4 0,5 11 0,-5 12 0,-1 5 0,3 6 0,1 12 0,8 11 0,0 0 0,0 6 0,0-10 0,0 10 0,8-6 0,3 0 0,4-4 0,3-7 0,-3-8 0,-4-4 0,3-12 0,-8-5 0,-3-4 0,-1-13 0,-2-12 0,-9-11 0,-8-17 0,-8-8 0,-10-2 0</inkml:trace>
  <inkml:trace contextRef="#ctx0" brushRef="#br0" timeOffset="15">23937 653 8912,'-9'0'0,"1"0"0,8 0 0,13 0 0,5 0 0,12 0 0,5 0 0,-1-2 0,6-3 0,2 1 0,-2-8 0,1 7 0,-7-5 0,0 1 0,1-1 0,-3 4 0,-3-5 0,-4 7 0,-8-2 0,0 2 0,1-1 0,-9 3 0,-1-6 0,-8 10 0,0 4 0,0 3 0,0 9 0,0 4 0,0 1 0,0 6 0,0-6 0,5 6 0,1-5 0,-2 1 0,-2 0 0,-2 4 0,0-6 0,0 0 0,0-6 0,0-6 0,0 1 0,-2-8 0,-4 1 0,-3-10 0,-8-5 0</inkml:trace>
  <inkml:trace contextRef="#ctx0" brushRef="#br0" timeOffset="16">24436 567 8912,'2'-19'0,"4"-4"0,-4 10 0,4-4 0,-4 1 0,-2 7 0,1-1 0,5 3 0,4 3 0,9 8 0,2 3 0,2 3 0,2-1 0,-2 3 0,3 3 0,9-5 0</inkml:trace>
  <inkml:trace contextRef="#ctx0" brushRef="#br0" timeOffset="17">24849 619 8912,'-7'10'0,"3"3"0,-8-7 0,7 1 0,-5-1 0,2 5 0,3 5 0,5 1 0,0 0 0,0 0 0,0 0 0,0 1 0,0-1 0,0 0 0,0 0 0,0 0 0,0 1 0,0-9 0,0-9 0,0-11 0,5-6 0,1-6 0,8-4 0,-3-8 0,2 7 0,1-1 0,-3 1 0,3 1 0,-1-4 0,-1 8 0,3 2 0,-4 10 0,-1-3 0,1 9 0,-7-1 0,10 14 0,-9 3 0,7 4 0,-7 3 0,3 4 0,-2 1 0,-2 0 0,7-5 0,-7-1 0,4-2 0,-3-2 0,1-1 0,7-8 0,-9 3 0,8-7 0,-6-5 0,5-1 0,-5-13 0,5 2 0,-5-6 0,5 0 0,-1 4 0,1-4 0,3 4 0,-8 1 0,5 1 0,-3 2 0,1 3 0,-5 7 0,2 12 0,-4 11 0,-2 1 0,0 9 0,0 1 0,0 3 0,0-1 0,0-2 0,0-6 0,0 5 0,0-7 0,0 2 0,0-4 0,0-9 0,0-3 0,0-37 0,0-8 0</inkml:trace>
  <inkml:trace contextRef="#ctx0" brushRef="#br0" timeOffset="18">25176 275 8912,'0'-17'0,"-5"0"0,-1 0 0,-8-1 0,5 1 0,-6 6 0,3-1 0,4 8 0,8 4 0,8 10 0,5 7 0,7-2 0,3-3 0,7 1 0,-1-7 0,-4 0 0,7-6 0,-5 0 0</inkml:trace>
  <inkml:trace contextRef="#ctx0" brushRef="#br0" timeOffset="19">25572 189 8912,'-2'10'0,"-4"-5"0,3 3 0,-9-2 0,6 7 0,-5-1 0,1 5 0,-1 6 0,-4 9 0,3 8 0,-1 14 0,1-3 0,-1 12 0,7 0 0,0 2 0,6-2 0,8-5 0,4-12 0,3-6 0,2-4 0,6-5 0,0-8 0,8-8 0,-3-15 0,5-4 0,1-7 0,1-9 0,-1-14 0,0-8 0,1-4 0,-8 2 0,-4-2 0,-6 1 0,-6-7 0,-3 8 0,-8 4 0,0 6 0,0 5 0,-2 6 0,-4 11 0,-9 5 0,-10 11 0,-2 7 0,-3 12 0,3 13 0,-2 4 0,8 8 0,-2-2 0,6-2 0,6 2 0,3-8 0,8 2 0,8-5 0,3-7 0,14-5 0,9-11 0,8-5 0,10-7 0,0-7 0,-1-5 0,-1-5 0,-4-6 0,-4-4 0,-10-5 0,-3 3 0,-4-11 0,-8 4 0</inkml:trace>
  <inkml:trace contextRef="#ctx0" brushRef="#br0" timeOffset="20">25228 688 8912,'-25'9'0,"0"5"0,-3-9 0,14-1 0,22-10 0,19-5 0,28-10 0,20-2 0,9-13 0,-39 19 0,1-1 0,42-22-272,-42 20 0,0 0 0,1-2 1,0-2 271,-1-3 0,0-3 0,0-3 0,-1-3 0,-2-3 0,1 0 0</inkml:trace>
  <inkml:trace contextRef="#ctx0" brushRef="#br0" timeOffset="21">9121 5175 8912,'-10'17'0,"-5"-7"0,3-4 0,-3-4 0,-2-2 0,5 0 0,1-2 0,-3-4 0,7 2 0,1-7 0,4 7 0,2-12 0,0 15 0,0-7 0,0 8 0,0 0 0,8 0 0,1 0 0,9 6 0,-1-1 0,2 7 0,4-6 0,-2 1 0,8-1 0,-1-2 0,7 7 0,-1-5 0,0 4 0,1-1 0,-1 1 0,1-5 0,-1 7 0,-1-8 0,-5 1 0,3 3 0,-8-2 0,0 1 0,-6-1 0,6-4 0,0 4 0,-2-4 0,-2-2 0,-2 5 0,0 1 0,6 0 0,0-6 0,8 0 0,-2 0 0,3 2 0,3 4 0,7-5 0,4 5 0,3-4 0,3-2 0,-1 6 0,1 0 0,0-1 0,-1-5 0,-5 2 0,0 4 0,-8-4 0,3 4 0,-5-5 0,-2-1 0,3 6 0,1 0 0,2-2 0,-2-2 0,0-2 0,3 0 0,-3 0 0,8 0 0,0 0 0,5 0 0,-5 0 0,0 0 0,0 0 0,6 0 0,-3 0 0,-1 0 0,-2 0 0,2 0 0,2-6 0,1 0 0,1 0 0,-1 6 0,1 0 0,0 0 0,-1 0 0,1 0 0,-8 0 0,-4 0 0,-2 0 0,2 0 0,-1-1 0,7-5 0,-2 4 0,1-4 0,7 4 0,0 2 0,-1 0 0,7 0 0,-5 0 0,-1 0 0,-2 0 0,-5 0 0,3 0 0,-8 0 0,1 0 0,-7 0 0,0 0 0,1 0 0,5 0 0,0 0 0,6 6 0,-6 0 0,6-1 0,-4-5 0,2 0 0,4 0 0,-4 0 0,2 0 0,-6 0 0,6 0 0,-2 0 0,2 0 0,-2 0 0,-6 0 0,4 0 0,2 0 0,2 0 0,5 0 0,1 6 0,0 0 0,-1 0 0,1-6 0,0 0 0,-1 0 0,-7 0 0,-4 0 0,-3 0 0,-1 0 0,2 0 0,2 0 0,1 0 0,-7 0 0,6-2 0,0-4 0,12 4 0,-6-4 0,7 4 0,-7 2 0,-2 0 0,2 0 0,-8 0 0,2 0 0,-3 0 0,-3 0 0,1 0 0,-1 0 0,6 0 0,0 0 0,2 0 0,-1 0 0,-1 0 0,9 0 0,7 0 0,3 0 0,-1 0 0,5 0 0,-2 0 0,2 0 0,2 0 0,-8 0 0,1 0 0,-7 0 0,1 0 0,0 0 0,-1 0 0,1 0 0,-1 0 0,1 0 0,-2 0 0,-4 0 0,3 0 0,-3 0 0,-4 0 0,-2 0 0,-1 0 0,1 0 0,-4 0 0,4 0 0,-1 0 0,1 0 0,-2 0 0,8 0 0,-2-5 0,2-1 0,2 0 0,-8 6 0,6 0 0,-6 0 0,-2 0 0,-2 0 0,-1-5 0,-1-1 0,1 0 0,-1 6 0,0-2 0,1-4 0,5 3 0,0-7 0,0 2 0,2 5 0,2-5 0,8 2 0,-6-5 0,0 5 0,-2-5 0,2 5 0,-4-2 0,-8 2 0,0 5 0,1-7 0,-1 2 0,1 0 0,-3 1 0,-3 5 0,3-6 0,-3 0 0,4 1 0,1 5 0,2 0 0,5 0 0,-5 0 0,4 0 0,-2 0 0,2 0 0,-3 0 0,3 0 0,-4 0 0,-1 0 0,-1 5 0,0 1 0,-5 0 0,-2-6 0,-2 0 0,-4 0 0,6 2 0,1 3 0,-1-3 0,2 4 0,-6-4 0,5-2 0,1 0 0,5 0 0,7 2 0,-1 4 0,0-5 0,-6 5 0,3-4 0,3-2 0,-4 0 0,4 0 0,-5 0 0,-7 0 0,3 0 0,-8 0 0,6 0 0,-6 0 0,-1 0 0,-4 0 0,-1 0 0,0 0 0,0 0 0,1 0 0,-1 0 0,0 0 0,0 0 0,0 0 0,1 0 0,-1 0 0,2 0 0,4 0 0,-2 0 0,6 0 0,-1 0 0,1 0 0,-4 0 0,6 0 0,-1 0 0,7 0 0,-1 0 0,1 0 0,-7 0 0,1 0 0,-6 0 0,4 0 0,-2 0 0,-4 0 0,-8 0 0,-1 0 0,-1 0 0,6 0 0,-5-6 0,-1 1 0,-7-1 0,4 6 0,-8 0 0,0 0 0,7 0 0,5 0 0,3 0 0,2 0 0,-5 0 0,-1 0 0,1 0 0,5 0 0,0 0 0,0 0 0,-7 0 0,5 0 0,-13 0 0,6 0 0,-8 0 0,0 0 0,-8 0 0,6 0 0,-5 0 0,7 0 0,0 0 0,-8 0 0,6 0 0,-13 2 0,3 4 0,-3-5 0,-10 7 0,-2-8 0</inkml:trace>
  <inkml:trace contextRef="#ctx0" brushRef="#br0" timeOffset="22">26174 5588 8912,'-17'0'0,"0"0"0,0 0 0,0 0 0,5-6 0,1 0 0,7-7 0,-4 11 0,16-6 0,3 8 0,-1 0 0,1 0 0,3 6 0,7 2 0,4-1 0,1 1 0,3 0 0,5-3 0,3-3 0,3 4 0,-2-4 0,8-2 0,0 0 0,7 0 0,3 0 0,1 0 0,3 6 0,-3-1 0,4 1 0,8-6 0,6 0-131,-1 0 1,1 0 130,-7 0 0,1 0 0,2 0 0,2 0 0,1 0 0,3 0 0,-3 0 0,7 0 0,10 0 0,-10 0 0,-1 0 0,-15 2 0,-8 4 0,3-4 0,-3 5 0,-1-1 0,-3 0 0,4 0 0,1-6 0,7 1 0,-2 5 0,-4-4 0,-1 4 0,-3-4 0,2-2 0,-1 0 0,7 0 0,2 0 0,9 0 0,5 0 0,5 0 0,-2 0 0,-1 0 0,-16 0 0,-2 0 0,-16 0 0,-6 0 0,-7 0 0,-5 0 0,-4 0 0,-8 0 0,0 0 0,0 0 0,-5 0 130,-1 0 1,-5 0-131,5 0 0,-7 0 0,4 0 0,-6 0 0,3 0 0,-3 0 0,6 0 0,-8 0 0,0 0 0,-8 0 0,6 0 0,-5 7 0,7 3 0</inkml:trace>
  <inkml:trace contextRef="#ctx0" brushRef="#br0" timeOffset="23">26639 14958 8912,'10'-8'0,"5"6"0,-4-3 0,5 3 0,1 2 0,0 0 0,0 0 0,2 0 0,2 0 0,2 0 0,0 2 0,-5 2 0,1 1 0,4-1 0,-2 4 0,5-3 0,1-1 0,0-2 0,-6-2 0,2 0 0,2 0 0,0 0 0,-1 0 0,1 0 0,-2 0 0,-6 0 0,1-6 0,-1 1 0,0-3 0,0 2 0,1-1 0,-3-7 0,-2 5 0,-1 1 0,-1-5 0,1 3 0,-1-7 0,-5 2 0,5 3 0,-5-3 0,6 4 0,-9-5 0,3-1 0,2 0 0,-3 0 0,3 0 0,-4-1 0,2 1 0,-2 0 0,3 0 0,-1 0 0,7-3 0,-1-2 0,-3 2 0,3-2 0,-3-3 0,3 2 0,3 0 0,-5 4 0,1-2 0,1-2 0,-7 0 0,7 6 0,-6 1 0,5 5 0,-5-4 0,5 3 0,-5-3 0,5-2 0,-5 0 0,6-1 0,-1 1 0,-1 0 0,5-6 0,-4 0 0,-1 0 0,1 6 0,-5-2 0,6-4 0,-3 2 0,3-8 0,1 8 0,-7-2 0,5 4 0,-5 2 0,6-6 0,-7 0 0,-1 2 0,4 2 0,-3 2 0,1-6 0,-6 0 0,6 0 0,0 6 0,-1 0 0,-5 0 0,8-1 0,-4 1 0,7 0 0,-7 0 0,4 1 0,-2 3 0,-1 2 0,3-1 0,-2-5 0,-2 0 0,7 0 0,-7-1 0,2 1 0,3 0 0,3 0 0,-3-6 0,3 0 0,-3-2 0,3 2 0,1 4 0,-5-4 0,-1 2 0,1-2 0,3 4 0,-5-4 0,0 4 0,-6 2 0,6 0 0,-1 0 0,1 5 0,-6 1 0,2-1 0,2-5 0,2 0 0,-3 0 0,5 5 0,-2 1 0,1-1 0,-1-5 0,-2-2 0,8-4 0,-7 6 0,7 0 0,-7-1 0,7 7 0,-6-4 0,5-3 0,-5 1 0,3 0 0,-1 0 0,4 5 0,-7 1 0,9-1 0,-5-5 0,8 0 0,-5 0 0,-1 0 0,1 0 0,5-1 0,0 1 0,0 0 0,3-2 0,1-2 0,2-2 0,-2 2 0,-2 2 0,-2 2 0,0-1 0,0 1 0,1 2 0,-1 3 0,0-3 0,0 4 0,-5-5 0,-1 1 0,3 2 0,1 1 0,-4 1 0,1-6 0,-1 5 0,6 1 0,1-1 0,-1-5 0,0 0 0,0 0 0,2 5 0,4 1 0,-4-1 0,4-5 0,-3 6 0,-3 1 0,0 2 0,0 5 0,0-5 0,1 2 0,-1-5 0,0 5 0,0-2 0,0 3 0,1 3 0,-1-4 0,2 4 0,4 2 0,-4 0 0,4 0 0,-4 0 0,-2 0 0,0 0 0,1 0 0,5 0 0,0 0 0,-2 2 0,-2 4 0,-2-2 0,0 7 0,6-5 0,0 5 0,0-5 0,-6 5 0,0-5 0,1 6 0,-1-1 0,0-1 0,0 5 0,0-4 0,-5-1 0,-1 1 0,-1 1 0,3 5 0,-1 0 0,1 0 0,-3 1 0,1-1 0,-1 0 0,1 0 0,5 6 0,-5 0 0,2 0 0,1-6 0,-3 0 0,3 1 0,1 4 0,2 1 0,0 2 0,1-2 0,-7-4 0,1 4 0,-1 2 0,6-2 0,0 6 0,1-6 0,-1 5 0,0-3 0,0 0 0,0 0 0,1 3 0,-1-5 0,0 6 0,0-6 0,1 2 0,-1-2 0,0-2 0,0 5 0,-2 1 0,-3 0 0,1 0 0,-7 1 0,5 5 0,-5-5 0,2 3 0,-2-2 0,-3 1 0,7-7 0,-2 0 0,-5 2 0,5 0 0,-2 3 0,5-1 0,-5-4 0,6-4 0,-7 4 0,7 2 0,-5 0 0,1 0 0,0-1 0,3 1 0,-5-2 0,5-2 0,-5 8 0,6-6 0,-7 5 0,7-7 0,-6 2 0,1 4 0,-3 0 0,4 0 0,1-4 0,-5 1 0,2-1 0,1 6 0,-1-6 0,2 0 0,-2-6 0,-5 2 0,7 2 0,0 2 0,1 8 0,3-10 0,-1 7 0,-5-12 0,5 1 0,-5-4 0,4 4 0,-1-1 0,1-5 0,-4 4 0,5-3 0,-5 1 0,5-1 0,-5 3 0,6-4 0,-1 3 0,4-1 0,-1-1 0,-3 1 0,1-4 0,5 3 0,-6-6 0,1 5 0,-1 1 0,6 3 0,-1-2 0,-3-3 0,-1-3 0,-1 7 0,6-7 0,0 5 0,1 3 0,-1-7 0,-2 5 0,-1-3 0,-3-3 0,-1 1 0,1-2 0,4-4 0,-5 11 0,5-5 0,-3 1 0,3-5 0,-11 4 0,7-8 0,-5 2 0,6 3 0,-7-3 0,7 4 0,-1-4 0,1-2 0,-1 0 0,-7 0 0,11 0 0,-13 0 0,13 0 0,-13 0 0,6 0 0,-8 0 0,0 0 0,0 8 0,2-7 0,4 5 0,-2-4 0,7-2 0,-5 2 0,5 4 0,-5-4 0,5 3 0,-5-3 0,6-2 0,1 0 0,-3 2 0,1 4 0,-7-4 0,5 5 0,-3-7 0,-4 0 0,8 0 0,-5 0 0,-3 0 0,6 0 0,-8 0 0,0 0 0,8 0 0,-7 0 0,7 0 0,0 0 0,-6 0 0,5 0 0,-7 0 0,-2 0 0,-3 0 0,-7 0 0,-11 0 0,-11 0 0,-10 0 0</inkml:trace>
  <inkml:trace contextRef="#ctx0" brushRef="#br1" timeOffset="24">26949 15078 8912,'-12'0'0,"1"0"0,-1 0 0,1 2 0,-1 4 0,7-4 0,-5 6 0,2-1 0,3-5 0,-3 6 0,6-8 0,-5 0 0,7 0 0,0 0 0,0-8 0,0 6 0,0-5 0,0 7 0,0 0 0,-8 0 0,6 0 0,-6 0 0,8 0 0,0 0 0,-7 0 0,5 0 0,-6 0 0,8 0 0,0 0 0,-8 0 0,7 0 0,-7 0 0,8 0 0,0 0 0,8 0 0,-5 0 0,9 0 0,-8-8 0,11 6 0,-5-6 0,7 8 0,0 0 0,0 0 0,-5-5 0,-1-1 0,-5 0 0,5 6 0,1 0 0,5 0 0,0 0 0,0 0 0,-5-6 0,-1 1 0,-5-1 0,6 6 0,-7 0 0,7 0 0,-8 0 0,11 0 0,-6-2 0,9-4 0,-1 4 0,-6-5 0,1 7 0,-8 0 0,9-2 0,-7-4 0,1 4 0,-1-3 0,-2 3 0,7 2 0,-5 0 0,4-2 0,-3-4 0,-1 4 0,2-6 0,-4 8 0,7 0 0,-7-1 0,2-5 0,-3 4 0,3-4 0,-4 4 0,11 0 0,-7-3 0,8 3 0,-11-6 0,9 8 0,-8-8 0,5 6 0,-3-3 0,-4 3 0,6 2 0,-1-8 0,3 6 0,-1-5 0,7 7 0,-14 0 0,13 0 0,-11-6 0,7 0 0,-5 0 0,5 6 0,-5 0 0,6 0 0,-9 0 0,13 0 0,-12-5 0,7-1 0,-5 0 0,5 6 0,-5 0 0,5 0 0,-5 0 0,6 0 0,1 0 0,2-5 0,3-1 0,-1 0 0,0 6 0,0 0 0,0-6 0,1 1 0,-7-1 0,0 6 0,1 0 0,3-2 0,-1-2 0,-3-2 0,-7 1 0,11 5 0,-11 0 0,8 0 0,-9 0 0,5 0 0,0 0 0,-5 0 0,9 0 0,-6 0 0,5 0 0,-5 0 0,5 0 0,-5-6 0,6 0 0,-7 0 0,7 6 0,-6 0 0,5 0 0,0 0 0,1-5 0,-1-1 0,-7 0 0,12 6 0,-13 0 0,9 0 0,-8-2 0,1-3 0,5 3 0,-6-6 0,7 8 0,-7-8 0,9 5 0,-7-9 0,2 8 0,-2-1 0,-5 1 0,5-2 0,2 2 0,-2-7 0,1 5 0,-1-5 0,-4 5 0,4-6 0,1 7 0,-1-7 0,7 1 0,-9-5 0,8 5 0,-8-4 0,3 3 0,1-3 0,-6 4 0,3-1 0,5 1 0,-8-7 0,8 1 0,-5 0 0,-3 0 0,4 0 0,2 5 0,-3 1 0,1-1 0,-4-5 0,4 0 0,-4 0 0,13-1 0,-13 1 0,5 0 0,1 0 0,-6 0 0,11 0 0,-7-1 0,2 3 0,-4 2 0,1 1 0,-1-1 0,0 3 0,2-1 0,-4 5 0,5-3 0,-1-1 0,0 0 0,-1 5 0,-5-7 0,2 6 0,4-5 0,-4 5 0,4-5 0,-2 1 0,1-1 0,-3-4 0,4 3 0,2 3 0,-3-3 0,3 1 0,-4-7 0,2 1 0,7 0 0,-11 0 0,4 0 0,-3 5 0,3 1 0,-4 5 0,4-5 0,-4 5 0,-2-6 0,2 7 0,1-7 0,3-1 0,0-3 0,-6-1 0,6 0 0,-1 0 0,1 0 0,-4 0 0,4-1 0,-4 1 0,3 0 0,-3 5 0,-2 1 0,8 0 0,-6-7 0,4 1 0,-3 6 0,3-1 0,-4 1 0,6-6 0,-6-1 0,3 1 0,-3 6 0,4-1 0,-4 1 0,6-6 0,-6-1 0,3 1 0,-3 6 0,-2-1 0,8 1 0,-6-6 0,3-1 0,-1 7 0,2 0 0,-4-1 0,4-5 0,-4 0 0,3 5 0,1 1 0,0-1 0,-6-5 0,2 0 0,3 0 0,-3 5 0,4 1 0,-4-1 0,0-5 0,4 0 0,-4 0 0,3 0 0,-3-1 0,4 1 0,0 0 0,-1 0 0,-5 0 0,8-1 0,-6 1 0,6 0 0,-8 0 0,0 0 0,2 5 0,3 1 0,-3 5 0,4-5 0,-4 5 0,-2-6 0,0 7 0,0-7 0,0 6 0,0-5 0,0-2 0,0 3 0,0-1 0,2 5 0,4-6 0,-5 7 0,5-7 0,-4 1 0,-2-6 0,0-1 0,0 1 0,0 6 0,0-1 0,0 1 0,0-6 0,0-1 0,0 7 0,0-1 0,0 7 0,0-7 0,0-1 0,0-2 0,0-3 0,0 1 0,0 0 0,0 6 0,0-1 0,0 1 0,0-7 0,0 1 0,0 0 0,-2 2 0,-4 3 0,5-3 0,-5 4 0,4-5 0,2-1 0,-6 0 0,0 0 0,1 5 0,5 1 0,0-1 0,0-5 0,0 0 0,-2 2 0,-4 3 0,4-3 0,-4 3 0,4-3 0,2-2 0,0 0 0,0 0 0,0-1 0,0 1 0,0 0 0,0 0 0,0 0 0,0-1 0,0 1 0,0 6 0,0-1 0,0-1 0,0-2 0,0-3 0,0 1 0,0 6 0,0-1 0,0 7 0,0-7 0,0-1 0,0 3 0,0-1 0,0 5 0,0-5 0,0 5 0,0-6 0,0 1 0,0-6 0,0-1 0,0 1 0,2 6 0,4-1 0,-4 7 0,4-7 0,-4-1 0,3-2 0,1-3 0,2 7 0,-4-1 0,1-1 0,3-2 0,-2-2 0,-4 5 0,3 1 0,3 5 0,-2-6 0,1 7 0,-1-7 0,-4 7 0,4-7 0,3 8 0,-5-9 0,8 7 0,-9-2 0,3 3 0,4 3 0,-8-6 0,13 8 0,-4 0 0,-1 0 0,1 0 0,3 0 0,-5 0 0,3 0 0,-6 0 0,5 0 0,2 0 0,-3 2 0,2 4 0,-9-4 0,13 7 0,-5-3 0,-3-4 0,7 13 0,-11-7 0,7 3 0,-7 5 0,2-5 0,3 4 0,-7 3 0,6 1 0,-2 2 0,0 2 0,-1 0 0,-5-4 0,0 2 0,0 2 0,0-1 0,0-2 0,0 1 0,0 2 0,0-1 0,0-4 0,0-1 0,0 6 0,0 0 0,0-2 0,0-2 0,0-2 0,0 0 0,0 0 0,0 1 0,0-1 0,0 0 0,0 0 0,0 0 0,0 1 0,0-1 0,0 0 0,0 0 0,0 0 0,0 1 0,0-1 0,0 0 0,0 0 0,0 0 0,0 0 0,0 1 0,0 1 0,0 2 0,0 2 0,0-2 0,0-2 0,0-2 0,0 0 0,0 0 0,0 1 0,0-1 0,0 0 0,0 0 0,0 0 0,0 1 0,0-1 0,0 0 0,2 0 0,4 0 0,-4 1 0,4-1 0,-5 0 0,-1 0 0,0 0 0,0 1 0,0-1 0,0 0 0,0 0 0,0 0 0,2 0 0,4 1 0,-4-1 0,4 0 0,-4 0 0,-2 0 0,0 1 0,0-1 0,5 6 0,1 0 0,-2-2 0,-2-2 0,-2-2 0,0 2 0,0 2 0,0 2 0,2 0 0,2-6 0,1 0 0,-1 1 0,-2-1 0,-2 0 0,0 0 0,0 0 0,6 0 0,0 1 0,-1-1 0,-5 0 0,2 0 0,4 0 0,-4 1 0,4-1 0,1 2 0,-1 4 0,0-4 0,-6 4 0,5-2 0,1 2 0,6-2 0,-7 8 0,3-8 0,-2 1 0,-2-1 0,5 0 0,-1 2 0,-4-2 0,-1-1 0,3-3 0,-4 0 0,4 0 0,1 0 0,-1 0 0,2 1 0,-2-1 0,-4 0 0,3 0 0,3 0 0,0 1 0,-1-1 0,1 0 0,-1 6 0,-3 0 0,2-2 0,-2-2 0,4-2 0,-1 2 0,1 2 0,-1 2 0,5 0 0,-6-6 0,-1 1 0,3-1 0,-4 0 0,5 0 0,1 0 0,0 1 0,-5-7 0,7 0 0,-1 1 0,5 5 0,-5 0 0,2-5 0,-7-1 0,8-5 0,-3 5 0,-1-1 0,1 1 0,1 5 0,5-5 0,-6-1 0,1 1 0,-1-1 0,6 3 0,-1-1 0,-5 1 0,4-4 0,-1 1 0,5 0 0,4-1 0,0 1 0,-6 3 0,0-1 0,0 1 0,6-5 0,0-3 0,0 3 0,-6-2 0,8 5 0,2-3 0,2-1 0,-1 1 0,-5 0 0,6-3 0,-6-3 0,6 6 0,-1-2 0,-1-1 0,0 1 0,-4-6 0,-2 0 0,8 0 0,-8 0 0,2 0 0,1 2 0,-1 4 0,6-4 0,-6 3 0,-2-3 0,-2-2 0,0 0 0,4 0 0,2 0 0,4 0 0,3 0 0,-3 0 0,-2 0 0,1 0 0,1 0 0,5 0 0,-5 0 0,-2 0 0,0 0 0,-1 0 0,-3 0 0,4 0 0,-2 0 0,-4 0 0,0 0 0,0 0 0,2-2 0,-2-3 0,-2 3 0,0-4 0,2 4 0,2 2 0,0-6 0,-6 1 0,1-1 0,-1 6 0,0 0 0,0 0 0,2 0 0,4 0 0,-3 0 0,2 0 0,-2 0 0,-3 0 0,6 0 0,0 0 0,2 0 0,-4 0 0,2 0 0,-2 0 0,5 0 0,3 0 0,-4 0 0,-2 0 0,2 0 0,-2 0 0,0 6 0,-6-1 0,0 1 0,0-6 0,0 0 0,1 0 0,-1 0 0,-8 0 0,1 0 0,-4 0 0,-4 0 0,5 0 0,-7 0 0,-7 0 0,5 0 0,-6 0 0,8 0 0,0 0 0,-8 0 0,6 0 0,-5 0 0,7 0 0,0 0 0,-8 0 0,-1-8 0,-9-1 0</inkml:trace>
  <inkml:trace contextRef="#ctx0" brushRef="#br1" timeOffset="25">28790 11502 8912,'-9'0'0,"1"0"0,8 0 0,0 0 0,0-7 0,0 5 0,0-14 0,0 14 0,0-5 0,0 9 0,0 3 0,6 7 0,-1 11 0,1 6 0,-6 11 0,6 4 0,0 9 0,-3 4 0,-1 6 0,-2 2 0,0-2 0,-5 2 0,-1-7 0,-8-1 0,3-5 0,1-10 0,-1-8 0,1-2 0,-1-9 0,-4 4 0,3-10 0,5 4 0,-1-9 0,2 3 0,0 2 0,-5 6 0,5 0 0,-5 8 0,5-3 0,-7 5 0,1 1 0,-1 8 0,-1 4 0,3 2 0,-3-2 0,5 1 0,-3-6 0,7 4 0,-7-4 0,8-1 0,-1-6 0,1-5 0,-2-1 0,-2-1 0,-5 2 0,2-4 0,-3-1 0,-3-3 0,-6 8 0,-2 0 0,-3 5 0,-5-1 0,4-5 0,3 3 0,-3-6 0,0-1 0,2 1 0,8-9 0,8-11 0,7-3 0,-4-4 0,8-3 0,0-15 0,0-14 0,0-16 0,8-11 0,2-7 0</inkml:trace>
  <inkml:trace contextRef="#ctx0" brushRef="#br1" timeOffset="26">28807 11588 8912,'16'-2'0,"-5"-3"0,-5-7 0,-2-1 0,-1-1 0,3 3 0,-2-3 0,-2-1 0,-2-2 0,0 6 0,0-1 0,0 8 0,0 4 0,0 10 0,0 7 0,6 2 0,-1 2 0,1 4 0,2 2 0,-4-2 0,7 9 0,-5-2 0,5 14 0,-5 2 0,6 9 0,-7 4 0,5 10 0,-1 2 0,1 1 0,-4 6 0,5-5 0,-5 1 0,3-5 0,1 0 0,0-4 0,1-10 0,6 0 0,-5-9 0,-1-2 0,-1-8 0,1 2 0,3-9 0,-9-3 0,1 3 0,2 1 0,-4-3 0,7 0 0,-5-8 0,5 2 0,-5-4 0,5-2 0,-5-6 0,6 1 0,-3-6 0,3 5 0,-5-7 0,-5 4 0,2-7 0,2 5 0,0-4 0,-6 6 0,7-8 0,-3 0 0,7 0 0,-7-2 0,4-2 0,-2-4 0,-1-1 0,1-3 0,-6-5 0,0-8 0,0-1 0</inkml:trace>
  <inkml:trace contextRef="#ctx0" brushRef="#br1" timeOffset="27">28876 11571 8912,'10'-10'0,"-3"3"0,-7 7 0,0 0 0,-2-6 0,-3 0 0,3-1 0,-4 1 0,-3 4 0,-1-13 0,-2 13 0,1-4 0,7 4 0,-11 2 0,3 0 0,3 8 0,-3 3 0,7 1 0,-7 5 0,6-4 0,-5 10 0,5 2 0,-3 0 0,-1 2 0,1 3 0,5-3 0,-2 2 0,-2-3 0,3 3 0,-7-4 0,6-8 0,1 0 0,-3 0 0,6-5 0,-4-1 0,4-7 0,2 4 0,0-8 0,0-8 0,0-3 0,0-5 0,6-1 0,0 0 0,5-2 0,-5-2 0,0-2 0,2 2 0,-7 2 0,5 2 0,2 0 0,-2-1 0,1-1 0,-1-4 0,-4 4 0,4-4 0,-3 6 0,3 6 0,-4-5 0,4 5 0,1 1 0,-1-1 0,8-1 0,-3-5 0,-1 8 0,1 3 0,-7 4 0,4 2 0,-8 0 0,0 2 0,0 4 0,0 3 0,-2 8 0,-2 3 0,-2 2 0,-5 5 0,5 8 0,-6-1 0,7 0 0,-7 6 0,5 1 0,-1-3 0,0-2 0,1-2 0,1 1 0,2-6 0,-7-1 0,7-7 0,-2 2 0,4-11 0,2-5 0,0-9 0,0-3 0,2-7 0,4-3 0,-2-10 0,7-4 0,-1 3 0,1-3 0,2 2 0,-5-3 0,0 1 0,-1-2 0,1 5 0,-2-3 0,-2 8 0,7-2 0,-7 4 0,4 2 0,-3 0 0,1-1 0,2 7 0,-3-1 0,-3 9 0,8-5 0,-6 6 0,1-4 0,9 4 0,-5-5 0,9 7 0,-7 0 0,1 0 0,1 0 0,0 2 0,-1 3 0,3 5 0,-3 7 0,-3 0 0,3 1 0,-1 1 0,-1 4 0,3-2 0,-7 7 0,5 1 0,-5 5 0,5-1 0,-3-3 0,2-1 0,3 2 0,-3-5 0,1 3 0,-5-8 0,5 2 0,-5-4 0,5-2 0,-7-5 0,2-1 0,-4-7 0,-2 4 0,0-8 0,0-8 0,0-4 0,0 5 0,-2-8 0,-4 3 0,4-3 0,-5-2 0,-1-2 0,-3-4 0,1 2 0,-1-8 0,-1 0 0,-5-5 0,0 1 0,-1 3 0,1 3 0,0 2 0,6-3 0,-1 5 0,3 0 0,-3 6 0,-3 5 0,3 1 0,5 7 0,-1-4 0,8 10 0,0 4 0,8 3 0,-1 10 0,5 4 0,1-2 0,-5 10 0,-1 3 0,1 5 0,-2 8 0,-6-1 0,6 4 0,-1 1 0,7-1 0,-6-2 0,-1-4 0,3-2 0,-6-2 0,4-6 0,-5-7 0,-1-4 0,8-12 0,-6-3 0,6-8 0,-8-2 0,0-4 0,-2-5 0,-4-4 0,2-2 0,-7-1 0,1 1 0,-1 0 0,-5-2 0,5-2 0,-2-4 0,1-2 0,-3-1 0,3-7 0,3-5 0,-3 0 0,3-8 0,-3 2 0,3 2 0,5 0 0,-2 2 0,2 4 0,2 2 0,2 2 0,0 7 0,0 10 0,0 9 0,2 10 0,4 4 0,-4-3 0,4 9 0,-4 1 0,-2 3 0,5 3 0,1 4 0,6 5 0,-7 12 0,9-1 0,-5 6 0,3 3 0,-1 2 0,-1 3 0,1 5 0,4-3 0,-3 8 0,3-8 0,2 3 0,1-3 0,-1-1 0,-2-3 0,-3-7 0,1-7 0,-7-9 0,5 3 0,-5-8 0,2-6 0,-3-6 0,-3-7 0,6 4 0,-8-8 0,0-2 0,0-4 0,0 2 0,0-7 0,-6-1 0,-1-7 0,-3-2 0,-3-2 0,-3-9 0,-1-3 0,-6 1 0,0-6 0,0-2 0,6 2 0,0 0 0,0 5 0,1 1 0,5 0 0,-3-3 0,9-3 0,-1 6 0,6-1 0,0 1 0,0 5 0,0-1 0,0 1 0,0-1 0,0 7 0,0-8 0,0 2 0,0 3 0,0-3 0,0 8 0,0-4 0,0 2 0,0 0 0,0 0 0,0 12 0,0-1 0,0 9 0,0-3 0,0 14 0,0 9 0,0 9 0,0 9 0,0 5 0,0 12 0,0 11 0,2 3 0,4 3 0,-3 6 0,9 1 0,1 2 0,3 5 0,3-1 0,4-2 0,3 4 0,9-6 0</inkml:trace>
  <inkml:trace contextRef="#ctx0" brushRef="#br1" timeOffset="28">29031 11932 8912,'-27'-6'0,"4"1"0,6-1 0,6-2 0,7-3 0,11-5 0,16-1 0,8-6 0,21-1 0,7-3 0,6-4 0,9-1 0,1-1 0,-2 5 0,-3 5 0,-6 4 0,-1 1 0,-10 3 0,-1 4 0,-12 5 0,-9 4 0,-7 2 0,-14 0 0,-4 6 0,-12-1 0,-4 1 0,-7-6 0,8-7 0,9-11 0,9-8 0</inkml:trace>
  <inkml:trace contextRef="#ctx0" brushRef="#br1" timeOffset="29">29995 11382 8912,'0'-17'0,"-6"-6"0,0 0 0,1 0 0,5 6 0,0 5 0,1 3 0,5-1 0,6 1 0,3 5 0,2-2 0,6 4 0,2 2 0,2 2 0,3 4 0,-3 5 0,2 12 0,-8 4 0,2 7 0,-4 3 0,-2 3 0,-7-4 0,-5 4 0,-3-4 0,-2-1 0,0-1 0,0 1 0,0-3 0,0-3 0,0 1 0,0-7 0,0-8 0,8-22 0,1-12 0</inkml:trace>
  <inkml:trace contextRef="#ctx0" brushRef="#br1" timeOffset="30">31096 11072 8912,'-6'-19'0,"-1"0"0,-1 0 0,0 4 0,-5 1 0,11 5 0,-6 9 0,8 15 0,0 10 0,0 2 0,0 7 0,0 6 0,0 2 0,0-4 0,0 3 0,0-3 0,0 0 0,0 0 0,0 0 0,0-5 0,-5-1 0,-1-9 0,0 0 0,6-6 0,0-7 0,0-4 0,0-12 0,8-9 0,3-8 0,5-8 0,1 3 0,2 1 0,4-2 0,-4 8 0,4-2 0,-4 4 0,-2 2 0,1 0 0,-1 7 0,0 4 0,0 5 0,0 8 0,1 5 0,-7 5 0,1 6 0,-1-4 0,6 4 0,0 4 0,1-8 0,-1 4 0,0-10 0,0-2 0,0-7 0,1 0 0,-1-8 0,0-5 0,0-9 0,0 1 0,1 0 0,-7 0 0,1 0 0,-3-6 0,3 0 0,3 0 0,-13 6 0,13 7 0,-13 3 0,11 8 0,-7 5 0,-2 6 0,-2 3 0,4 2 0,-1 0 0,1 0 0,-6 1 0,8-1 0,-6 0 0,3 0 0,-1-7 0,2-4 0,-4-5 0,6-8 0,-8-3 0</inkml:trace>
  <inkml:trace contextRef="#ctx0" brushRef="#br1" timeOffset="31">31647 10986 8912,'-17'-17'0,"-1"0"0,7 0 0,-1 0 0,10 7 0,4 4 0,14 4 0,5 2 0,13 0 0,-1 0 0,13 0 0,-1 0 0,7 0 0,0 0 0,-1 0 0,9 8 0,1 2 0</inkml:trace>
  <inkml:trace contextRef="#ctx0" brushRef="#br1" timeOffset="32">32094 11004 8912,'-34'0'0,"-1"0"0,1 0 0,1 0 0,5 0 0,1 2 0,4 3 0,10-1 0,-5 8 0,13-1 0,-1 6 0,4 0 0,2 1 0,0-1 0,0 0 0,8 0 0,3 0 0,4 1 0,3-3 0,-1-4 0,0-1 0,0-6 0,1 1 0,-1-1 0,0 4 0,0-2 0,-5 7 0,-1-2 0,-5 5 0,5 1 0,-7 0 0,2 0 0,-4 6 0,-2 0 0,5 6 0,1-6 0,0 5 0,-6-3 0,0 0 0,0 0 0,6-2 0,-1-6 0,1 0 0,-4-2 0,4-3 0,-4-4 0,5-16 0,1-9 0,2-10 0</inkml:trace>
  <inkml:trace contextRef="#ctx0" brushRef="#br1" timeOffset="33">32370 10814 8912,'-12'0'0,"1"0"0,5 6 0,-6 0 0,9 7 0,-3-1 0,4 5 0,2 6 0,0 2 0,0 3 0,0 11 0,0-5 0,0 4 0,0-3 0,0-1 0,0 0 0,0-7 0,0-4 0,0-4 0,0-2 0,0-7 0,0 5 0,0-21 0,8 5 0,3-17 0,-1 1 0,1 0 0,1 0 0,5 0 0,0 1 0,0 5 0,6-3 0,0 9 0,0-3 0,-6 2 0,0 4 0,4-3 0,-1 10 0,-5 7 0,0 3 0,-5-3 0,1-1 0,1 1 0,5 5 0,0-6 0,0 1 0,0-9 0,1 3 0,5-4 0,0-2 0,7-15 0,-3-4 0</inkml:trace>
  <inkml:trace contextRef="#ctx0" brushRef="#br1" timeOffset="34">33058 10935 8912,'-17'27'0,"-1"-4"0,1-6 0,0-6 0,6 4 0,-1-3 0,6 3 0,-5 2 0,1 1 0,-1-1 0,-3 0 0,9 0 0,-7 0 0,7 1 0,-3-1 0,2 0 0,4-8 0,-5-1 0,12-17 0,3-7 0,2-7 0,3-3 0,2-3 0,2-5 0,6-1 0,0 1 0,0 5 0,-6 2 0,1 3 0,-1 3 0,0-2 0,0 4 0,0 5 0,1 5 0,-1 3 0,0 6 0,-2 8 0,-3 3 0,3 18 0,-3 5 0,-3 12 0,3-2 0,-1 0 0,-1-4 0,5-4 0,-4-1 0,5-9 0,1-3 0,0-4 0,8-17 0,2-4 0</inkml:trace>
  <inkml:trace contextRef="#ctx0" brushRef="#br0" timeOffset="35">30253 13703 8912,'-6'-12'0,"0"1"0,-7 7 0,13-3 0,0 7 0,8-2 0,11-2 0,4-4 0,5-1 0,14-3 0,10-5 0,2-6 0,9 0 0,0 2 0,-2 2 0,4 2 0,-8 0 0,-7 1 0,-12 5 0,-7 5 0,-8 4 0,-12 2 0,-3 0 0,-10 0 0,-4 0 0,4 0 0,-5 0 0,7 0 0,0-15 0,0-4 0</inkml:trace>
  <inkml:trace contextRef="#ctx0" brushRef="#br0" timeOffset="36">30976 13136 8912,'0'-10'0,"0"-5"0,7 13 0,5-4 0,3 4 0,2 2 0,8 2 0,4 4 0,5 5 0,6 5 0,-3 8 0,3 5 0,-4 4 0,-1 1 0,-9 0 0,-3 1 0,-11 1 0,-7 4 0,-5-2 0,-7 6 0,-10-4 0,-10-7 0,-6 1 0,-1-5 0,0-4 0,-1-2 0,8-12 0,4-5 0,4-4 0,2-4 0,0-4 0,0-11 0,-1-10 0</inkml:trace>
  <inkml:trace contextRef="#ctx0" brushRef="#br0" timeOffset="37">31561 12809 8912,'0'-34'0,"0"7"0,0 4 0,0 4 0,0 11 0,0 8 0,0 15 0,0 16 0,0 7 0,0 8 0,0 4 0,0 1 0,0 1 0,0-1 0,0 1 0,0 0 0,0-1 0,0 1 0,5-8 0,1-4 0,8-12 0,-3-5 0,4-5 0,3-7 0,-1-5 0,0-12 0,0-13 0,0-15 0,8-9 0,2-8 0</inkml:trace>
  <inkml:trace contextRef="#ctx0" brushRef="#br0" timeOffset="38">31836 12981 8912,'-17'0'0,"2"7"0,3 5 0,-1 5 0,7 6 0,0 4 0,6 7 0,0 1 0,0-1 0,0 0 0,2-1 0,4-5 0,5-5 0,5-4 0,1-1 0,6-9 0,0-3 0,0-6 0,-6-6 0,0-5 0,0-12 0,-5 4 0,-1-4 0,-7 2 0,2 0 0,-4-2 0,-2 2 0,-2 2 0,-4 2 0,-2-1 0,-3 1 0,-2 0 0,7 0 0,-8 5 0,3 1 0,3 5 0,3-5 0,3 7 0,-6-11 0,-2 5 0</inkml:trace>
  <inkml:trace contextRef="#ctx0" brushRef="#br0" timeOffset="39">32180 12998 8912,'0'11'0,"0"1"0,0-1 0,0 7 0,0-1 0,0 0 0,2 0 0,4 0 0,3 1 0,7-1 0,-3 0 0,-1 0 0,-1-5 0,6-1 0,0-7 0,1 2 0,7-4 0,-6-10 0,4-4 0,-4-9 0,-2-2 0,-6-1 0,-1 3 0,0-2 0,-1 2 0,-5 2 0,4 1 0,-8 9 0,0 3 0,0 12 0,0 3 0,0 9 0,0-1 0,0 0 0,1 0 0,5 0 0,-2 1 0,8-1 0,-7-8 0,7-3 0,-1-4 0,6-4 0,1-4 0,-1-3 0,0-8 0,-2-6 0,-3 0 0,-3-6 0,-3 6 0,-4-6 0,4 7 0,-4-1 0,-2 5 0,0 1 0,0 0 0,0 6 0,0-1 0,0 8 0,0-3 0,0-1 0,0-2 0</inkml:trace>
  <inkml:trace contextRef="#ctx0" brushRef="#br0" timeOffset="40">32989 12929 8912,'0'10'0,"0"5"0,2-7 0,4 3 0,-4 4 0,3-3 0,-1 3 0,0 2 0,2 1 0,-1-1 0,-3-2 0,4-3 0,-4-5 0,6-7 0,-3-4 0,1-7 0,6-4 0,-5-18 0,3-5 0,3-4 0,4-2 0,6-2 0,-2-4 0,8 5 0,-6 4 0,6 7 0,-6 9 0,5 14 0,-1 3 0,2 8 0,1 15 0,-7 10 0,-2 10 0,-2 5 0,-1 8 0,-1-3 0,6 3 0,0-2 0,13 2 0,-1-8 0,10-8 0,1-9 0,4-11 0,2-5 0</inkml:trace>
  <inkml:trace contextRef="#ctx0" brushRef="#br0" timeOffset="41">688 12259 8912,'-11'0'0,"-1"-2"0,-1-2 0,-2-2 0,-1 1 0,3-1 0,2 0 0,7 0 0,-4 6 0,8 0 0,0 0 0,8 0 0,3 0 0,-3 0 0,7 0 0,-5 0 0,7 0 0,-6 0 0,1 0 0,-1 0 0,7 0 0,-1 0 0,0 0 0,0 0 0,0 0 0,1 0 0,1-5 0,4-1 0,-2-2 0,7 2 0,1 5 0,5-5 0,9-2 0,2 2 0,7-5 0,5 5 0,7 1 0,2-3 0,9 4 0,0-7 0,7 5-324,-2-6 1,14 7 323,-43-1 0,1 0 0,2 3 0,1 1 0,2-4 0,1 0 0,-3 1 0,-1-1 0,-5-3 0,-1 0 0,46-2 0,-8 1 0,-2 1-123,-4-1 0,-9 6 123,-8-1 0,-9 3 0,-3 2 0,-1 0 0,-10 0 0,-7 0 0,-10 0 0,-10 0 0,-1 0 0,1 0 0,-3 2 631,1 3-631,-7-3 0,5 6 262,-3-8-262,-4 8 0,6-6 0,-8 5 0,0-7 0,0 0 0,0-7 0,0 3 0,0-8 0,0 1 0,0-6 0</inkml:trace>
  <inkml:trace contextRef="#ctx0" brushRef="#br0" timeOffset="42">3115 11399 8912,'-17'0'0,"-6"-2"0,0-4 0,5 3 0,7-7 0,-2 2 0,-3 5 0,1-1 0,4-2 0,-5 4 0,14-6 0,-5 8 0,7 2 0,0 4 0,5-2 0,5 7 0,3 1 0,6-3 0,4 7 0,0-5 0,4 6 0,8 6 0,1-2 0,4 8 0,-2 0 0,8 5 0,-6 2 0,4 4 0,-2 6 0,-3 4 0,-3 3 0,-2 5 0,-13-5 0,-3 5 0,-15 1 0,-3-2 0,-19 6 0,-21-6 0,-11 1 0,-20-9 0,-2-1 0,-1-2 0,-5-2 0,10 2 0,12-4 0,17-8 0,11-5 0,6-1 0,6-6 0,5 0 0,5-2 0,7-3 0,0 0 0,7 0 0,3 0 0</inkml:trace>
  <inkml:trace contextRef="#ctx0" brushRef="#br0" timeOffset="43">11082 11107 8912,'12'6'0,"-1"-1"0,-5 1 0,6-6 0,-9-2 0,3-4 0,-6 4 0,-6-3 0,4 3 0,-7-4 0,3 0 0,4 1 0,-7 5 0,3 0 0,4-8 0,-8 6 0,5-4 0,1 2 0,-8 1 0,-1-3 0,-2 0 0,-2 6 0,-1 0 0,1 0 0,0 0 0,0 0 0,0 0 0,-1 0 0,1 0 0,0 0 0,5 0 0,1 0 0,5 0 0,-5 0 0,-3 0 0,-1 0 0,-2 0 0,0 0 0,-1 0 0,7 0 0,-1 0 0,7 0 0,-7 0 0,8 0 0,-3 0 0,9 0 0,3 0 0,5-2 0,7-3 0,8-5 0,2-7 0</inkml:trace>
  <inkml:trace contextRef="#ctx0" brushRef="#br0" timeOffset="44">13130 11554 8912,'0'-10'0,"0"3"0,0 7 0,2 0 0,4 0 0,-4 0 0,4 0 0,-12 0 0,-6 0 0,1 5 0,-4 3 0,-5 0 0,1-1 0,-7 7 0,-3-3 0,-6-1 0,-3 1 0,-4 2 0,-2 3 0,4-5 0,-6 1 0,6-3 0,-6 3 0,8 1 0,0-5 0,5-1 0,4 1 0,1 3 0,-7-5 0,7 6 0,-1-7 0,0 7 0,-5-6 0,-3 5 0,-1-3 0,-4-1 0,-2 1 0,6 0 0,-2-3 0,3-3 0,3 4 0,7-4 0,4-2 0,4 8 0,8-7 0,-1 5 0,8-4 0,-1-2 0,10 0 0,-3 0 0,6 0 0,-8 0 0,0 0 0,8-8 0,-6 7 0,5-15 0,-7 7 0,0-16 0,0-2 0</inkml:trace>
  <inkml:trace contextRef="#ctx0" brushRef="#br0" timeOffset="45">12356 11433 8912,'0'-11'0,"0"0"0,0-3 0,0 7 0,-2-1 0,-4 8 0,-5 2 0,-12 4 0,2 3 0,-8 8 0,0 6 0,-5 2 0,0 2 0,-1 3 0,-5 3 0,0 1 0,2 1 0,9-1 0,-2 6 0,8 0 0,2 0 0,10-5 0,-3-1 0,9-1 0,3-3 0,6-1 0,5-8 0,8 2 0,8-6 0,4-6 0,0 3 0,5-9 0,2 3 0,10-2 0,4-4 0,-4 3 0,2-3 0,-2-2 0,-4 0 0,-8 0 0,-5 2 0,-1 4 0,-12-4 0,1 4 0,-11 3 0,9-7 0,-6 6 0</inkml:trace>
  <inkml:trace contextRef="#ctx0" brushRef="#br0" timeOffset="46">13595 11451 8912,'17'0'0,"0"0"0,0 0 0,1-2 0,-1-4 0,-8-4 0,-3-7 0,-6 0 0,-6 0 0,-3 7 0,-8 5 0,-1 3 0,1 2 0,0 0 0,0 0 0,5 2 0,1 3 0,-2 7 0,-3 3 0,1 8 0,3 0 0,-1 7 0,7-1 0,1-2 0,5 2 0,0-3 0,0 5 0,2-4 0,3-3 0,12-1 0,12-5 0,4-9 0,1-3 0,6-4 0,0-2 0,8-14 0,-4-5 0,0-4 0,-4-2 0,-5-5 0,-7 1 0,-5 3 0,-11-3 0,-5 8 0,-7-2 0,-1 4 0,-5 2 0,-4 7 0,-7 4 0,-8 4 0,-2 2 0,-1 0 0,-1 0 0,8 8 0,-2 4 0,4 9 0,2 1 0,7 3 0,4-2 0,5-4 0,1 4 0,1-2 0,5 2 0,6-6 0,11 1 0,3-3 0,9-9 0,1-1 0,4-5 0,-2-2 0,8-3 0,-7-5 0,1-7 0,-4-2 0,-3-2 0,-7-2 0,-8 2 0,-9 8 0,-9 1 0,0 1 0,-2-5 0,-3 5 0,-5 3 0,-7 8 0,0 0 0,5 2 0,1 4 0,7 3 0,-2 9 0,4-1 0,2 0 0,0 0 0,0 0 0,0 1 0,2-1 0,4 0 0,-4 0 0,5 0 0,-7 1 0,0-9 0,8-1 0,-6-8 0,7-2 0,-3-4 0,-2-3 0,7-9 0,-1 1 0,3 0 0,-1 0 0,1 0 0,3 1 0,1 5 0,-6-4 0,1 3 0,-1 4 0,6 3 0,1 3 0,-1 2 0,0 0 0,-5 2 0,-1 3 0,-7 5 0,2 7 0,1-5 0,-1-1 0,2 1 0,-3 5 0,-1 0 0,8 0 0,-1-2 0,6-3 0,0-6 0,1-12 0,-1-4 0,0-7 0</inkml:trace>
  <inkml:trace contextRef="#ctx0" brushRef="#br0" timeOffset="47">14731 11279 8912,'0'-10'0,"0"3"0,0 7 0,-6 7 0,0 5 0,-5 5 0,5 6 0,0 5 0,-1 5 0,5-4 0,-4-1 0,4 1 0,2 5 0,0 1 0,0-1 0,0-5 0,0-1 0,6-7 0,-1 2 0,7-9 0,-4-5 0,1-1 0,5-4 0,1-4 0,2-6 0,0-4 0,0-7 0,1 0 0,-1 0 0,-6-2 0,1-4 0,-6 4 0,3-4 0,-1 4 0,-4 1 0,-2 9 0,-2-6 0,-2 13 0,-2-2 0,-2 8 0,2 7 0,-3-1 0,1 1 0,0 1 0,6 5 0,0 0 0,0 0 0,2-2 0,2-1 0,3-3 0,3 3 0,2-7 0,5-1 0,-6-4 0,1-2 0,-1 0 0,6 0 0,1 0 0,-1 0 0,0 0 0,0 0 0,-2-2 0,-3-4 0,3 2 0,-3-7 0,3-2 0,-4 3 0,1-1 0,-6 5 0,5-6 0,-7 9 0,11-13 0,-11 14 0,8-3 0,-7 3 0,7 2 0,1 0 0,-3 0 0,1 0 0,-1 2 0,1 3 0,3-1 0,-9 8 0,9-1 0,-5 6 0,1 1 0,3-7 0,-7 0 0,7-7 0,-3 4 0,7-8 0,0 0 0,-1-2 0,-3-4 0,-2-5 0,1-3 0,5 3 0,-7 1 0,-5 5 0,-1 3 0,0-6 0,2 1 0,7 5 0,-11-6 0,8 10 0,-6 4 0,1 5 0,9 4 0,-7 3 0,5-1 0,1-6 0,-7 1 0,0-1 0,1-1 0,-3 5 0,8-4 0,-7 5 0,7 1 0,-8 0 0,3 0 0,1 0 0,-6 1 0,4-1 0,-5 0 0,-1 0 0,0-5 0,0-1 0,0 3 0,0-5 0,0 3 0,-7-9 0,3 5 0,-7-8 0,5-10 0,-6-7 0,8-8 0,-3-9 0</inkml:trace>
  <inkml:trace contextRef="#ctx0" brushRef="#br0" timeOffset="48">15591 11313 8912,'-2'-17'0,"-4"0"0,4 5 0,-3 1 0,3-3 0,2 7 0,0-1 0,0 8 0,0 0 0,7 0 0,3 2 0,0 4 0,-5 5 0,-3-3 0,-2 7 0,0-5 0</inkml:trace>
  <inkml:trace contextRef="#ctx0" brushRef="#br0" timeOffset="49">14576 11485 8912,'-44'27'0,"4"-8"0,11-8 0,4-1 0,8 1 0,15-3 0,8-8 0,22 0 0,14-2 0,10-6 0,5-9 0,10-2 0,2-10 0,2 1-224,9-7 0,8-7 0,-40 20 0,0 0 0</inkml:trace>
  <inkml:trace contextRef="#ctx0" brushRef="#br0" timeOffset="50">7331 13479 8912,'-8'12'0,"-1"-1"0,-3 1 0,1-3 0,5-1 0,-5-8 0,7-2 0,-2-4 0,4 4 0,2-7 0,0 3 0,0 4 0,8-5 0,-6 7 0,5 0 0,1 0 0,3 0 0,5 0 0,1 0 0,0 0 0,8 0 0,4 0 0,11-2 0,8-2 0,9-4 0,12-1 0,9-3 0,14-5 0,2 0-37,-46 8 0,1 1 0,3 0 0,-1 0 0,1 1 1,0 1-1,3 0 0,1 1 37,0-2 0,0 0 0,4 0 0,-1-1-179,-1-1 1,-1 1 0,-2-1 0,1 0 178,-2 1 0,1-1 0,3 1 0,0-1 0,0 1 0,-1-1 0,1 0 0,-1 1 0,-7-1 0,-1 1 0,43-8 0,-12 5 0,-24-3 0,-16 9 0,-12-1 0,-18 6 0,-2 2 0,-8 4 273,0-5-273,0 7 367,0-8 1,-2 0-368,-4 0 0,-4 0 0,-7 0 0,6 0 0,-1 0 0,1 0 0,-6 0 0,-1 0 0,9 0 0,1 0 0,1-8 0,-3-1 0</inkml:trace>
  <inkml:trace contextRef="#ctx0" brushRef="#br0" timeOffset="51">9534 12998 8912,'0'10'0,"-2"-3"0,-4-7 0,4 0 0,-4 0 0,12 0 0,4-6 0,7 1 0,0-1 0,0 8 0,0 4 0,1 5 0,-1 4 0,0 3 0,-2 6 0,-3 5 0,1 5 0,-7 7 0,0-3 0,-6 8 0,-4-1 0,-8 7 0,-1-6 0,-16 0 0,-7-8 0,-16 12 0,-9-6 0</inkml:trace>
  <inkml:trace contextRef="#ctx0" brushRef="#br0" timeOffset="52">4423 13067 8912,'-12'0'0,"1"0"0,5 0 0,-6 0 0,7 0 0,-7 0 0,7 0 0,-7 0 0,-1 0 0,-3 0 0,1 2 0,4 3 0,-3-1 0,8 8 0,-5-7 0,5 7 0,1-1 0,3 7 0,-2-1 0,-2 0 0,0 0 0,6 2 0,0 2 0,0 2 0,6 8 0,0-3 0,5-3 0,-3 0 0,1-2 0,5 0 0,1 0 0,2-6 0,-5 0 0,-1 0 0,-5-5 0,6-1 0,-9-7 0,5 11 0,-10-13 0,-4 6 0,-5-2 0,-4-1 0,-5 1 0,-2-6 0,2 2 0,-4 2 0,1 2 0,0-3 0,0 5 0,5-2 0,1 0 0,8-8 0,3-4 0,4-4 0,2-7 0,15-8 0,4-1 0</inkml:trace>
  <inkml:trace contextRef="#ctx0" brushRef="#br0" timeOffset="53">4560 13187 8912,'-11'0'0,"-1"0"0,1 0 0,-6 0 0,-1 8 0,1 3 0,6 10 0,-1 6 0,1 4 0,1 5 0,3 2 0,7-4 0,0 1 0,0-1 0,3-1 0,9-5 0,-1 3 0,12-8 0,2-8 0,-2-9 0,6-6 0,-6-6 0,15-3 0,-2-9 0</inkml:trace>
  <inkml:trace contextRef="#ctx0" brushRef="#br0" timeOffset="54">4818 13325 8912,'-17'17'0,"0"-2"0,0-3 0,0 3 0,-1-4 0,1 5 0,0 3 0,2 2 0,3 2 0,-1 0 0,7-6 0,0 0 0,6 0 0,2-2 0,4-3 0,4 3 0,7-7 0,0 3 0,0-5 0,0-4 0,1-10 0,-1-3 0,0 1 0,0-1 0,-5-1 0,-1-5 0,-5 0 0,3 0 0,1 0 0,0-1 0,-7 7 0,3-1 0,-2 1 0,2-6 0,-4 5 0,3 1 0,-3-1 0,0 3 0,2 5 0,2 8 0,-2 7 0,-1 5 0,3 1 0,-2 6 0,7 0 0,-5 2 0,6-3 0,-1-2 0,6 2 0,1-4 0,-1-7 0,0 3 0,0-9 0,0 1 0,1-6 0,-1 0 0</inkml:trace>
  <inkml:trace contextRef="#ctx0" brushRef="#br0" timeOffset="55">5145 13067 8912,'0'11'0,"0"1"0,0 1 0,0 2 0,0 3 0,0-1 0,0 0 0,0 6 0,0 2 0,0 1 0,0 5 0,0 1 0,0 3 0,0-6 0,0-1 0,0-1 0,0 2 0,0-5 0,0-6 0,8-1 0,2-8 0,7-1 0,-2-10 0,-2-6 0,-1-9 0,-2 0 0,1-6 0,2-2 0,-7 2 0,2 0 0,-2 6 0,-5 0 0,7 6 0,-8-1 0,8 8 0,-6-1 0,3 10 0,-3-1 0,-2 8 0,2-1 0,4-1 0,-4 5 0,4-4 0,3 5 0,3 1 0,3-8 0,2-3 0,-5-4 0,-1-2 0,-7 0 0,11 0 0,-5 0 0</inkml:trace>
  <inkml:trace contextRef="#ctx0" brushRef="#br0" timeOffset="56">5335 12964 8912,'-18'0'0,"1"0"0,0 0 0,8 0 0,1 2 0,8 3 0,15 5 0,4 7 0</inkml:trace>
  <inkml:trace contextRef="#ctx0" brushRef="#br0" timeOffset="57">5799 13239 8912,'-11'0'0,"-1"0"0,7 0 0,-7 0 0,8 2 0,-1 3 0,3 7 0,-4-3 0,0 3 0,2 1 0,2 2 0,2 3 0,0-7 0,0 1 0,0 1 0,0-5 0,0-1 0,0-7 0,6-2 0,2-3 0,1-7 0,3 3 0,5-3 0,0 1 0,1-7 0,1 1 0,4 0 0,1 2 0,7 1 0,-4 5 0,-2 1 0,3-3 0,-5 5 0,6-5 0,-6 5 0,6 0 0,-6 6 0,-2-2 0,-2-4 0,-8 5 0,1-5 0,-9 4 0,5 0 0,-8-4 0,-8 4 0,-1-5 0,-8 7 0,-1 0 0,1 0 0,0 0 0,2 7 0,3 5 0,7 3 0,3 2 0,2 1 0,0 4 0,0 1 0,0 6 0,0-6 0,7 9 0,5 3 0,3 1 0,2 10 0,8-6 0,4 6 0,3 0 0,3 3 0,-3-1 0,-3-2 0,-6-8 0,-12 2 0,-3-3 0,-8-3 0,-8-1 0,-3-5 0,-14-3 0,-9-8 0,-3-1 0,-9-5 0,8-3 0,-2-8 0,4-8 0,3-5 0,3-10 0,1-12 0,8-3 0,-2-14 0,-4-3 0,0-14 0</inkml:trace>
  <inkml:trace contextRef="#ctx0" brushRef="#br0" timeOffset="58">5386 12981 8912,'0'17'0,"0"0"0,0 0 0,0 1 0,0-1 0,0-6 0,0 1 0,0-8 0,0 3 0,8-9 0,3-2 0,5-1 0,-7-9 0,7 5 0,-14-8 0,3 7 0,-10 4 0,3 4 0,-21 2 0,4 0 0</inkml:trace>
  <inkml:trace contextRef="#ctx0" brushRef="#br0" timeOffset="59">17742 16918 8912,'0'-11'0,"0"-1"0,0-1 0,2-1 0,4 3 0,5 5 0,12-1 0,10-1 0,11 0 0,13 1 0,18-7 0,9 3 0,8-3 0,3 3 0,-1-4 0,-44 9 0,1 0 0,2-1 0,1-1 0,2-1 0,-1 1 0,-2 2 0,-1 0 0,0 0 0,0 1 0,41-1 0,-11-3 0,-5 1 0,-6 4 0,-6-4 0,-14 3 0,1-7 0,0 7 0,5-3 0,0 2 0,-7 4 0,-10-4 0,-5 5 0,-7 1 0,-3 0 0,-15 1 0,-5 5 0,-10-4 0,-7 4 0,-11 3 0,-5 3 0,-13 1 0,-4-1 0,-5 3 0,-2-5 0,1 1 0,-1 0 0,-2 1 0,-3 5 0,-2-5 0,-4-1 0,3 1 0,9 5 0,-8-2 0,-5-4 0,-6 5 0,-1-5 0,4 3 0,0-3 0,8 4 0,1-3 0,7 3 0,5 2 0,4-5 0,7-1 0,9-5 0,3 5 0,4-7 0,9 4 0,10-8 0,12 0 0,7 0 0,9 0 0,11 0 0,20-2 0,12-2 0,13-2 0,-32 0 0,3-1 0,4 2 0,2-1-257,4-6 0,-5 1 1,6-1-1,-12-3 1</inkml:trace>
  <inkml:trace contextRef="#ctx0" brushRef="#br0" timeOffset="60">19463 16798 7842,'78'-13'0,"1"1"0,-4-2 0,-1-1 0,-6-1 0,-2 0 0,-4 1 0,0 1 0,-1 0 0,0 1 0,4 1 0,-1 0 0,-4 0 0,0 1 0,-3 2 0,-1 2 0,38-6 0,-16 1 0,-7 9 0,-3-3 0,-6 2 0,-5-2 0,-19 4 520,-9-3-520,-16 3 45,-5 2 0,-19 6 0,-11 1 0,-14 1-45,-12-1 0,-7 7 0,-14-3 0,6-3 0,0-2 0,-8 1-193,-9-1 0,-10 7 193,-2-1 0,40-7 0,-1-1 0,1 2 0,1 0 0,-1-1 0,1-1 0,1 3 0,0 0 0,0-1 0,1-1 0,-45 9 0,12-5 0,7 3 0,12-3 133,6 3 0,13 3-133,9-4 0,18-1 0,17 0 0,10-3 0,5-1 0,2-6 0,8 2 0,4 4 0,5-5 0,8 5 0,10-4 0,9-2 0,8-9 0,5-9 0,7-1 41,11-9 1,-3 5 0,-39 9 0,0 1 0,1-1 0,1 1-42,1 0 0,1-1 0,1 1 0,-1 0 0,-1-1 0,-3-1 0,34-14 0,-15 12 0,-17-2 0,-23 13 0,-5 1 0,-18 5 0,-12 0 0,-15 0 0,-9 0 0,-20 7 0,-7 5 0,-8 1 0,-4-1 0,0 3 0,0-4 0,0 3 0,1-3 0,6 4 0,5-3 0,11-3 0,6 3 0,6-6 0,5 5 119,12-7 1,17 5-120,11-3 0,10-2 0,2 7 0,15 1 0,3 5 0,14 0 0,6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2.635"/>
    </inkml:context>
    <inkml:brush xml:id="br0">
      <inkml:brushProperty name="width" value="0.05292" units="cm"/>
      <inkml:brushProperty name="height" value="0.05292" units="cm"/>
      <inkml:brushProperty name="color" value="#FF0000"/>
    </inkml:brush>
  </inkml:definitions>
  <inkml:trace contextRef="#ctx0" brushRef="#br0">13440 12173 8912,'-17'0'0,"0"0"0,1-2 0,5-4 0,3 14 0,8 3 0,2 14 0,4 8 0,9 9 0,8 3 0,8 7 0,-3 3 0,5 3 0,1-3 0,1-1 0,-1-3 0,-1-7 0,-5-4 0,5-11 0,-14-6 0,2-14 0,-8-9 0,-5-15 0,-8-14 0,2-7 0,4-10 0,-5-2 0,5-15 0,-4 6 0,-2-6 0,0 8 0,0-5 0,0 5 0,0 4 0,-6 5 0,1 17 0,-1 4 0,6 16 0,8 1 0,5 10 0,6 6 0,4 9 0,8 0 0,-3 6 0,5-10 0,1-1 0,1-3 0,-1 3 0,-1 1 0,-5-7 0,3 5 0,-8-5 0,7 0 0,-10-6 0,2 0 0,-18 0 0,-9 0 0,-9 0 0,-3 0 0,-2 0 0,-4 0 0,4 9 0,-4 8 0,-2 3 0,2 8 0,6 1 0,5 7 0,1 2 0,1 2 0,3 1 0,7-7 0,0-2 0,0-3 0,2-2 0,3-4 0,5-12 0,9 1 0,4-8 0,-4-14 0,4-7 0,-10-8 0,-1-9 0,-3-7 0,3 1 0,1 0 0,-7 6 0,0 5 0,-6 2 0,2 5 0,3 6 0,-3-1 0,6 15 0,-2 2 0,-1 12 0,9 5 0,-3 6 0,5-2 0,1 5 0,2 1 0,4 0 0,-2-6 0,8 2 0,-8-6 0,2-5 0,1 1 0,-1-7 0,-5-1 0,-7-5 0,0 0 0,-1-15 0,-2-4 0</inkml:trace>
  <inkml:trace contextRef="#ctx0" brushRef="#br0" timeOffset="1">14576 12327 8912,'0'18'0,"0"-1"0,0 0 0,7 0 0,3 0 0,7 1 0,-5-1 0,-1 0 0,1 0 0,5 0 0,0 1 0,0-1 0,-1 0 0,-5 0 0,2 0 0,-7 1 0,0-1 0,1 0 0,-5-7 0,6-3 0,-8-9 0,0-3 0,0-7 0,0-11 0,0-4 0,0-7 0,0-6 0,0 0 0,0 2 0,0 1 0,2 3 0,4-1 0,3 1 0,8 0 0,-5 7 0,-1 4 0,9-4 0,6 1 0</inkml:trace>
  <inkml:trace contextRef="#ctx0" brushRef="#br0" timeOffset="2">15333 11794 8912,'-19'18'0,"-4"-1"0,-4 0 0,0 0 0,1 4 0,3 8 0,3 3 0,-2 20 0,-3 3 0,2 14 0,4 2 0,5 3 0,7-1 0,7 7 0,2-7 0,3 1 0,11-11 0,6-5 0,7-7 0,-6-5 0,6-6 0,-4-11 0,0-8 0,-1-8 0,-1-5 0,-5-8 0,6-8 0,3-1 0</inkml:trace>
  <inkml:trace contextRef="#ctx0" brushRef="#br0" timeOffset="3">15488 12087 8912,'9'7'0,"7"3"0,-7 13 0,8 0 0,1 7 0,-1-1 0,6 4 0,2 1 0,1 0 0,5 1 0,0-1 0,-3 0 0,3-1 0,-8-4 0,0-5 0,-6-8 0,0-5 0,-7-5 0,-5-12 0,-3-11 0,-2-10 0</inkml:trace>
  <inkml:trace contextRef="#ctx0" brushRef="#br0" timeOffset="4">15849 12104 8912,'-23'29'0,"-2"-1"0,1 3 0,-1 1 0,-4 5 0,6 3 0,-8 6 0,3 11 0,3-9 0,2 3 0,6-11 0,5 0 0,7-5 0,3-6 0,2-5 0,7-14 0,5-4 0,-3-8 0,3-10 0,-1-7 0,6-15 0</inkml:trace>
  <inkml:trace contextRef="#ctx0" brushRef="#br0" timeOffset="5">16004 12379 8912,'12'6'0,"-1"0"0,2-3 0,3-1 0,1-2 0,2-7 0,4-5 0,2-3 0,5 0 0,-1 1 0,2 3 0,-5-1 0,3-5 0,-2 6 0,2-1 0,-5 1 0,1-6 0,2-1 0</inkml:trace>
  <inkml:trace contextRef="#ctx0" brushRef="#br0" timeOffset="6">16761 11863 8912,'-7'10'0,"5"5"0,-4-3 0,4 3 0,4 2 0,4 0 0,5 0 0,4 1 0,8-3 0,0-4 0,6 5 0,-4-7 0,2 3 0,3-1 0,-3-5 0,2 5 0,-8-5 0,2 6 0,-4-9 0,-2 3 0,0-4 0,0-2 0,1 0 0,-1 0 0</inkml:trace>
  <inkml:trace contextRef="#ctx0" brushRef="#br0" timeOffset="7">17432 11915 8912,'-26'2'0,"3"2"0,2 3 0,-2 3 0,2 3 0,-8 10 0,2-2 0,-3 6 0,3 0 0,2-1 0,-4 1 0,6 2 0,0 1 0,8-7 0,2-2 0,1-2 0,7-3 0,-7-5 0,8-3 0,-11-1 0,5 3 0</inkml:trace>
  <inkml:trace contextRef="#ctx0" brushRef="#br0" timeOffset="8">17140 12121 8912,'9'8'0,"-1"1"0,-8 9 0,0 6 0,2 5 0,2 4 0,2 1 0,1 2 0,-1 4 0,3 4 0,9 8 0,-1-8 0,-2-4 0,-1-4 0,-3-1 0,1-7 0,5 1 0,-8-16 0,7 3 0,-7-16 0</inkml:trace>
  <inkml:trace contextRef="#ctx0" brushRef="#br0" timeOffset="9">17329 11554 8912,'-8'9'0,"7"-1"0,-7-6 0,8 4 0,9-4 0,7 5 0,9 1 0,7 3 0,1 12 0,13 6 0,-2 11 0,3 8 0,-3 7 0,-2 8 0,-1 12 0,-7 5 0,-7-4 0,-4-1 0,-12-4 0,-5-5 0,-6-1 0,-6-2 0,-3-7 0,-9 1 0,-1-5 0,-4-6 0,2 3 0,-7-3 0,7-6 0,-2-5 0,3-3 0,3-9 0,6 4 0,-1-10 0,8-4 0,4-20 0,10-3 0</inkml:trace>
  <inkml:trace contextRef="#ctx0" brushRef="#br0" timeOffset="10">18465 12345 8912,'-17'0'0,"1"-8"0,5-3 0,3 3 0,10 0 0,4 8 0,7 0 0,8 0 0,0 0 0,8 0 0,5 0 0,7 0 0,1 0 0,-4 0 0,2 0 0,-2 0 0,-3-2 0,-7-3 0,-3 3 0,-8-6 0,1 8 0</inkml:trace>
  <inkml:trace contextRef="#ctx0" brushRef="#br0" timeOffset="11">18465 12603 8912,'-23'28'0,"0"1"0,0-14 0,6 2 0,7-11 0,18 2 0,15-8 0,9-8 0,9-3 0,3-5 0,7-1 0,7-2 0,-1-2 0,0-4 0,3-2 0,-7 6 0,6-11 0,-7 5 0</inkml:trace>
  <inkml:trace contextRef="#ctx0" brushRef="#br0" timeOffset="12">19652 12293 8912,'-17'-23'0,"0"-2"0,0 1 0,1-1 0,5 4 0,5 2 0,4 1 0,4 9 0,4 3 0,5 14 0,10 9 0,4 12 0,2 9 0,-4 0 0,4 10 0,0 3 0,-1 5 0,-5 1 0,2-5 0,-4-1 0,-1 1 0,-1-3 0,0-3 0,-7-11 0,-5-12 0,-3-4 0,-2-10 0,0-5 0,0-17 0,0-16 0,0-17 0,0-11 0,0-10 0,0 0 0,0-4 0,0 5 0,2-1 0,4 9 0,-2 3 0,7 9 0,-1 12 0,1 11 0,5 6 0,-5 5 0,4 5 0,2 14 0,8 10 0,2 10 0</inkml:trace>
  <inkml:trace contextRef="#ctx0" brushRef="#br0" timeOffset="13">20323 12345 8912,'-17'7'0,"0"-5"0,0 4 0,-6-4 0,0-2 0,-2 0 0,4 0 0,-2 0 0,2 0 0,2 8 0,2 3 0,1 6 0,5 6 0,-2 10 0,7 7 0,0 6 0,6-6 0,0 5 0,0-4 0,8-3 0,3-8 0,5-5 0,1-6 0,-6-5 0,1-14 0,-1-2 0,6-4 0,6-5 0,0-12 0,0-10 0,-6-7 0,1 0 0,-1 6 0,-2-1 0,-3 1 0,1 5 0,-7 0 0,5 8 0,-5-1 0,7 2 0,-11 11 0,8 9 0,-6 13 0,3 8 0,3 8 0,-4-2 0,5 1 0,2-5 0,10 6 0,-4-8 0,4 2 0,-3-10 0,-3-1 0,0-8 0,0 1 0,0-3 0,1-2 0,-1 0 0</inkml:trace>
  <inkml:trace contextRef="#ctx0" brushRef="#br0" timeOffset="14">20564 12482 8912,'2'-9'0,"4"3"0,-4 4 0,6 2 0,-1 0 0,-3 8 0,8 3 0,-1 6 0,6 6 0,0-2 0,1 6 0,-3 0 0,-4-1 0,5 1 0,-5 2 0,-1 1 0,1-7 0,-7-5 0,2-7 0,-4-5 0,-2 5 0,0-7 0,0 2 0,0-12 0,-2-5 0,-2-12 0,-2-6 0,2-3 0,2-3 0,2 1 0,6-3 0,0-3 0,13 10 0,-2-5 0,8 5 0,4-5 0,7 1 0,16 0 0</inkml:trace>
  <inkml:trace contextRef="#ctx0" brushRef="#br0" timeOffset="15">21511 12052 8912,'-25'-24'0,"4"1"0,-8 0 0,6 2 0,-5 15 0,5 0 0,-4 8 0,2 6 0,4 9 0,2 10 0,2 13 0,1 6 0,5 11 0,3-2 0,8 8 0,0 2 0,0 10 0,0 3 0,0 1 0,8-5 0,3-11 0,5-6 0,1-11 0,6-6 0,0-11 0,0-10 0,-6-7 0,2-9 0,4 3 0,-4-14 0,4-9 0,-4-8 0,-2-9 0</inkml:trace>
  <inkml:trace contextRef="#ctx0" brushRef="#br0" timeOffset="16">21700 12242 8912,'-8'-10'0,"7"2"0,-7 8 0,16 8 0,3 3 0,4 12 0,3 6 0,5 3 0,1 3 0,1-3 0,0-3 0,4 3 0,-6-3 0,7 2 0,-1-3 0,-4-1 0,-2-4 0,-4-10 0,-2 5 0,0-13 0,1 1 0,-9-4 0,6-17 0,-5-4 0</inkml:trace>
  <inkml:trace contextRef="#ctx0" brushRef="#br0" timeOffset="17">22044 12242 8912,'-17'0'0,"6"0"0,-1 0 0,1 1 0,-7 5 0,-4 6 0,-1 11 0,-2 11 0,2 12 0,4 3 0,-4 3 0,4 0 0,1-1 0,3-1 0,4-4 0,3-4 0,8-8 0,0-7 0,8-10 0,1-9 0,16-16 0,2-1 0</inkml:trace>
  <inkml:trace contextRef="#ctx0" brushRef="#br0" timeOffset="18">22079 11846 8912,'11'-6'0,"1"1"0,3 1 0,6 2 0,0 4 0,8 4 0,-3 7 0,5 16 0,-4 11 0,-2 7 0,3 7 0,-5 3 0,0 4 0,-6 8 0,-5 0 0,-1 0 0,-7-1 0,2-1 0,-6-4 0,-6-5 0,-3-12 0,-9-6 0,3-12 0,4-5 0,-3-4 0,9-1 0,-1-9 0,14-17 0,1-11 0</inkml:trace>
  <inkml:trace contextRef="#ctx0" brushRef="#br0" timeOffset="19">23232 12362 8912,'-35'9'0,"9"-1"0,3-8 0,13 0 0,10 0 0,15 0 0,14 0 0,17 0 0,6 0 0,11 0 0,0 0 0,2-2 0,-2-4 0,2 3 0,-8-9 0,1 6 0,-7-5 0,-7 5 0,-6-3 0,-7 1 0,-8 4 0,-12 2 0,-5 2 0,-12 0 0,-5 0 0,-12 0 0,-2 0 0,-4 0 0,5 0 0,6 0 0,-6-7 0,-3-3 0,-8-7 0</inkml:trace>
  <inkml:trace contextRef="#ctx0" brushRef="#br0" timeOffset="20">23593 11932 8912,'-11'-15'0,"-1"3"0,8 7 0,-1 10 0,3 12 0,2 12 0,0 11 0,0 6 0,0 10 0,0 3 0,0 4 0,0 7 0,0 5 0,0 5 0,0-3 0,0-9 0,5-6 0,1-5 0,0-8 0,-6-8 0,2-9 0,4-15 0,-5-7 0,7-3 0,-8-14 0,0-5 0,0-9 0,0-2 0,0-1 0,0 1 0,6 2 0,0-8 0,7 8 0,-2-2 0,-1-2 0,0 0 0,-3-1 0,14-3 0,-2-5 0</inkml:trace>
  <inkml:trace contextRef="#ctx0" brushRef="#br0" timeOffset="21">24350 12121 8912,'0'-17'0,"0"7"0,0-5 0,2 21 0,4 0 0,-2 15 0,7 7 0,1 5 0,-3 1 0,7 2 0,-5 5 0,4-3 0,3 8 0,-3-8 0,-4 2 0,3-10 0,-9-1 0,7-8 0,-6 2 0,1-11 0,-1-7 0,2-12 0,3-11 0,4-8 0,-3-14 0,3 1 0,2-6 0,1-1 0,-1-6 0,0 2 0,0 3 0,0 3 0,1 2 0,-1 7 0,0 7 0,2 9 0,4 1 0,4 9 0,7 9 0,1 7 0,-1 5 0,8 11 0,2 4 0</inkml:trace>
  <inkml:trace contextRef="#ctx0" brushRef="#br0" timeOffset="22">25262 12276 8912,'-34'-8'0,"-1"-3"0,3-3 0,3 3 0,3 1 0,3 5 0,3 3 0,-2-4 0,8 6 0,3 6 0,1 3 0,-1 9 0,-3 1 0,7 2 0,-1 3 0,0 3 0,3-4 0,5 6 0,0-8 0,0 2 0,0-4 0,1-4 0,5-3 0,4-5 0,11-9 0,-4-3 0,10 1 0,-10-8 0,2-1 0,0-2 0,-2 3 0,1 1 0,7 7 0,-6-4 0,4 8 0,-4-5 0,-2-1 0,0 0 0,0 6 0,1 0 0,-1 6 0,0 1 0,0 3 0,0-6 0,1 11 0,-1-5 0</inkml:trace>
  <inkml:trace contextRef="#ctx0" brushRef="#br0" timeOffset="23">25520 12293 8912,'0'-17'0,"0"0"0,0 0 0,0-1 0,6 11 0,0 7 0,7 4 0,-1 13 0,9-4 0,0 12 0,-4-2 0,-4 0 0,-3 7 0,1-1 0,3-2 0,-8 1 0,-1-7 0,-5 2 0,0-4 0,0-1 0,0-1 0,0 0 0,0-9 0,0-8 0,0-10 0,0-13 0,0 2 0,0-8 0,6 7 0,0-7 0,7 8 0,-1-2 0,5 4 0,6 2 0,-4-6 0,4 0 0,4 0 0,-1 6 0,9 0 0</inkml:trace>
  <inkml:trace contextRef="#ctx0" brushRef="#br0" timeOffset="24">26484 12001 8912,'-11'-38'0,"-1"5"0,-1 6 0,-2 12 0,-3 9 0,-1 14 0,-4 9 0,2 10 0,-7 13 0,-1 4 0,-4 9 0,3 3 0,1 1 0,8 8 0,-2-2 0,6-4 0,5-1 0,5-5 0,7-1 0,2-8 0,3-4 0,7-11 0,11-7 0,2-10 0,3-6 0,7-4 0,-3-4 0,5-4 0,-5-6 0,10-18 0,-5-6 0</inkml:trace>
  <inkml:trace contextRef="#ctx0" brushRef="#br0" timeOffset="25">26570 12035 8912,'10'-17'0,"-3"0"0,1 0 0,2 15 0,7 7 0,-6 11 0,1 5 0,1 4 0,2 1 0,10-3 0,4 6 0,-2-6 0,1 5 0,1-7 0,6 2 0,-3-3 0,-3-3 0,1-8 0,-7-3 0,-2-4 0,-2-2 0,-1 0 0,-1 0 0,-6-2 0,1-4 0,-1-3 0,6-8 0,1-1 0,-3 7 0,-4-1 0,3 7 0,-8-7 0,7 8 0,-4-3 0,-1 9 0,-8 3 0,-2-1 0,-9 8 0,5-3 0,-5 3 0,-1 3 0,-5-4 0,0-1 0,-1 1 0,1-1 0,0 3 0,0-1 0,0 1 0,-1-3 0,1 1 0,0-1 0,0 1 0,5 3 0,1-9 0,7 9 0,-11-12 0,5 5 0</inkml:trace>
  <inkml:trace contextRef="#ctx0" brushRef="#br0" timeOffset="26">26949 12310 8912,'-16'-7'0,"5"-5"0,1 5 0,5 1 0,3 17 0,-4 6 0,4 12 0,2 0 0,0 3 0,0 3 0,0 5 0,0 0 0,0 0 0,-2-4 0,-2 2 0,-1 3 0,-1-3 0,6-10 0,0 3 0,0-8 0,0 0 0,0-6 0,0 0 0,8-7 0,1-3 0</inkml:trace>
  <inkml:trace contextRef="#ctx0" brushRef="#br0" timeOffset="27">27276 11519 8912,'0'-17'0,"0"0"0,2 15 0,3 8 0,13 17 0,10 11 0,7 18 0,5 18 0,6 16 0,-21-36 0,-1 2 0,2 2 0,0 2 0,1 4 0,-2 1 0,-3 2 0,0 0-316,-1 0 1,-2 0 0,-4 2-1,-1 0 316,-2-5 0,-2 0 0,-2 0 0,-4-1 0,-2 38 0,-12-13 0,-13-9 0,-15-12-36,-8 0 0,-11-8 36,-6 2 0,-6 3 0,-6-3 0,38-24 0,0 1-148,-6 1 1,0-1 0,1-4 0,0-1 147,-6 0 0,-2-1 0,-1-2 0,-1-2 0,-2-3 0,-1 0 0,1 1 0,1 2 0,0-1 0,1 0 0</inkml:trace>
  <inkml:trace contextRef="#ctx0" brushRef="#br0" timeOffset="28">28997 12052 8912,'-23'-5'0,"0"-1"0,2 2 0,7-4 0,3 3 0,-1-1 0,3-2 0,3 8 0,12 0 0,5 10 0,5 5 0,3 4 0,4 2 0,5 4 0,5 2 0,1-6 0,1 4 0,-1-2 0,0 0 0,1 1 0,-1-1 0,1-4 0,-3 4 0,-1-4 0,-2-1 0,-8-1 0,1 0 0,-8 0 0,-3 0 0,-7 1 0,11-9 0,-13 6 0,6-5 0</inkml:trace>
  <inkml:trace contextRef="#ctx0" brushRef="#br0" timeOffset="29">29444 12052 8912,'-17'2'0,"0"4"0,-1-2 0,1 7 0,-2 3 0,-4 9 0,-9 5 0,-9 12 0,1 6 0,-2 4 0,8 1 0,-1 1 0,5-2 0,13-4 0,-2-1 0,13-10 0,0 1 0,6-13 0,0 0 0,0-6 0,0-7 0,0-3 0,0-7 0</inkml:trace>
  <inkml:trace contextRef="#ctx0" brushRef="#br0" timeOffset="30">28274 12310 8912,'-8'17'0,"-1"1"0,-3-3 0,1-2 0,-3-1 0,-1 1 0,0 2 0,3 3 0,-3 5 0,5 1 0,1 1 0,3 0 0,4 4 0,2-4 0,0-1 0,0 1 0,2 4 0,4-6 0,-4-6 0,3-6 0,-3-14 0,-2 1 0</inkml:trace>
  <inkml:trace contextRef="#ctx0" brushRef="#br0" timeOffset="31">28067 12259 8912,'-11'-16'0,"-1"5"0,9-4 0,-5 11 0,8-8 0,13 9 0,5-3 0,3 2 0,-4-2 0,0-3 0,0-8 0</inkml:trace>
  <inkml:trace contextRef="#ctx0" brushRef="#br0" timeOffset="32">28670 12190 8912,'0'-17'0,"0"0"0,0-1 0,0 1 0,0 0 0,-2 2 0,-4 3 0,-5 6 0,-3 6 0,3 6 0,-5 6 0,5 11 0,1 3 0,-1 9 0,1-1 0,-1 2 0,5 5 0,4 4 0,2-1 0,0 2 0,0-8 0,0 3 0,0-3 0,0 2 0,0-6 0,0 1 0,0-1 0,0-15 0,0 6 0</inkml:trace>
  <inkml:trace contextRef="#ctx0" brushRef="#br0" timeOffset="33">28257 12534 8912,'0'-17'0,"0"-1"0,0 1 0,2 2 0,3 3 0,7-1 0,9 5 0,6 1 0,5-1 0,6 2 0,14 6 0,5 0 0,1 0 0,-1 6 0,-5 0 0,-1 0 0,1-6 0</inkml:trace>
  <inkml:trace contextRef="#ctx0" brushRef="#br0" timeOffset="34">29737 12345 8912,'9'0'0,"-1"0"0,-1 0 0,-5 7 0,4 5 0,2 3 0,-1 4 0,1 2 0,0 2 0,3 6 0,-5-6 0,7 5 0,-1-5 0,3 2 0,2-2 0,-7-12 0,13 12 0,-4-13 0</inkml:trace>
  <inkml:trace contextRef="#ctx0" brushRef="#br0" timeOffset="35">29995 11915 8912,'9'17'0,"12"0"0,-3 0 0,4 3 0,1 1 0,6 1 0,4-1 0,1 4 0,0-2 0,1 0 0,-3-6 0,-3-1 0,-6-5 0,-4-3 0,-2-8 0,1 0 0</inkml:trace>
  <inkml:trace contextRef="#ctx0" brushRef="#br0" timeOffset="36">30563 11949 8912,'-18'0'0,"1"0"0,6 8 0,-1 3 0,7 5 0,-7 1 0,1 8 0,-5 3 0,3 5 0,1 1 0,7 1 0,-7-1 0,8-2 0,-1-3 0,-3 4 0,2-5 0,-1-3 0,1-2 0,2-12 0,-7-5 0,-1 4 0,-5-1 0</inkml:trace>
  <inkml:trace contextRef="#ctx0" brushRef="#br0" timeOffset="37">30253 12224 8912,'-10'2'0,"5"4"0,3 4 0,2 9 0,0 4 0,2-2 0,3 7 0,5 3 0,9 9 0,4 4 0,6 0 0,3 5 0,3-3 0,1-2 0,4 2 0,-4-10 0,6-1 0,-1-10 0,-1-6 0,8-10 0,-5-1 0</inkml:trace>
  <inkml:trace contextRef="#ctx0" brushRef="#br0" timeOffset="38">31044 12190 8912,'-32'2'0,"3"4"0,4-5 0,2 13 0,1-8 0,4 7 0,7-2 0,-1 5 0,3 1 0,1 0 0,8 0 0,0 0 0,0 1 0,2-3 0,4-4 0,-2-1 0,7-4 0,1-4 0,5 5 0,0-9 0,-2-3 0,-3-7 0,1 3 0,-7-3 0,5 6 0,-5-5 0,6 5 0,-7-5 0,9 7 0,-10-4 0,7 8 0,2 0 0,-3 0 0,1 0 0,1 0 0,5 2 0,0 4 0,-5-2 0,-1 7 0,1-5 0,3 5 0,-2 1 0,-1-3 0,-6-1 0,5-8 0,1 8 0,5 1 0</inkml:trace>
  <inkml:trace contextRef="#ctx0" brushRef="#br0" timeOffset="39">31285 12242 8912,'-7'-25'0,"5"6"0,-2-2 0,8 7 0,5 7 0,9 7 0,-1 5 0,0 1 0,6 9 0,0 2 0,0 1 0,-6 5 0,0-2 0,0 2 0,1-4 0,-3 5 0,-4-1 0,-5 0 0,-4 0 0,-2-6 0,6 1 0,0-1 0,-1-8 0,-5-1 0,0-10 0,0-4 0,0-5 0,2-10 0,4-4 0,5-2 0,-1 4 0,1-5 0,1 9 0,5 1 0,-5 3 0,-1 9 0,1-7 0,5 13 0,0 0 0,-2 8 0,-3 9 0,3-2 0,-4-3 0,-1 1 0,2-7 0,-1 5 0,6-5 0,2 0 0,4-6 0,-2-8 0,8-3 0,-6-5 0,6-1 0,-1-2 0,-1-4 0,4-2 0,-8-3 0,-6-5 0,-6 4 0,-7 3 0,2-3 0,-12 10 0,-5 2 0,-5 1 0,-1 11 0,-6 1 0,0 10 0,-7 5 0,1 12 0,2-2 0,0 8 0,3 1 0,3 3 0,3-1 0,7-3 0,3 3 0,8-3 0,4-4 0,8-2 0,14-4 0,22-4 0,9-3 0,12-7 0,8-3 0,9-2 0,-8-15 0,-1-4 0</inkml:trace>
  <inkml:trace contextRef="#ctx0" brushRef="#br0" timeOffset="40">28756 13634 8912,'-12'-15'0,"1"2"0,-1 1 0,1 1 0,-1 1 0,9 4 0,-3 14 0,4 7 0,2 6 0,0 10 0,0-3 0,0 5 0,0 1 0,2 1 0,2-1 0,3 0 0,3 1 0,-4-3 0,5-3 0,-1-4 0,3-8 0,-2 0 0,1-7 0,5-3 0</inkml:trace>
  <inkml:trace contextRef="#ctx0" brushRef="#br0" timeOffset="41">28704 13428 8912,'-9'-25'0,"-5"6"0,8-4 0,1 10 0,5 1 0,0 10 0,0 2 0,7 10 0,5 13 0,3-4 0,2 4 0,0 3 0,1 1 0</inkml:trace>
  <inkml:trace contextRef="#ctx0" brushRef="#br0" timeOffset="42">28979 13737 8912,'8'25'0,"-6"-6"0,6 0 0,-8-7 0,0-6 0,0 5 0,0-5 0,-2 3 0,-2 1 0,-2-1 0,0-5 0,6 6 0,0-4 0,0-5 0,-2 7 0,-3-8 0,3 0 0,-6-8 0,8-3 0,0-4 0,0-4 0,0-2 0,0-2 0,0-2 0,0 2 0,2 4 0,4-4 0,-2 6 0,7 5 0,1-3 0,5 7 0,0-3 0,6 3 0,0 8 0,2 0 0,-2 0 0,-2 8 0,7 3 0,3 5 0,2 1 0,3 0 0,4 0 0,-4-7 0,5-5 0,-13-3 0,5-2 0,-7 0 0</inkml:trace>
  <inkml:trace contextRef="#ctx0" brushRef="#br0" timeOffset="43">29478 13634 8912,'-26'0'0,"3"0"0,-2 0 0,4 2 0,4 2 0,3 2 0,10 7 0,-1-2 0,3 5 0,2 1 0,0 2 0,0 2 0,0 2 0,2 0 0,3-6 0,-1-5 0,8-1 0,-7-7 0,7 2 0,-6-6 0,5-6 0,1-6 0,-3-3 0,5-10 0,-9-3 0,9-5 0,-3-1 0,-1-1 0,1 1 0,-5-6 0,5 0 0,-1-8 0,1 2 0,3 4 0,-8 2 0,1 6 0,-1 5 0,-4 4 0,4 8 0,-4 15 0,-2 8 0,0 15 0,1 9 0,3 7 0,2 3 0,0 0 0,-6-6 0,5 1 0,1-1 0,6-5 0,-7-1 0,9-7 0,-3 2 0,5-6 0,1-5 0,0-3 0,0-3 0,0-4 0,1 4 0,-3-6 0,-2-4 0,-3-4 0,-3-1 0,5 3 0,-6-5 0,-1 7 0,-6-10 0,-5 9 0,-6 1 0,-3 2 0,-2 2 0,2 2 0,3 4 0,-3 1 0,5 7 0,-1-3 0,-1 2 0,8-3 0,-1 1 0,3-5 0,2 6 0,7-7 0,5 5 0,5-2 0,6-5 0,4-1 0,7-2 0,6 0 0,1 0 0,-3-5 0,-8-3 0,-3-2 0,-2-3 0,-2 3 0,-6-1 0,-2 5 0,-3-5 0,-4 5 0,-8-5 0,0 7 0,0-4 0,0 16 0,0 1 0,1 9 0,3 1 0,2 4 0,-2 5 0,3-1 0,-1 2 0,2-1 0,-2 7 0,-4 1 0,3 4 0,3-9 0,-2 3 0,-1-9 0,-5 4 0,0-8 0,0 1 0,0-8 0,0-3 0,0-7 0,-5 2 0,-1-12 0,0-3 0,6-9 0,0-1 0,0-4 0,-2-3 0,-3-9 0,3 1 0,-4-1 0,-2-1 0,2-4 0,-5 4 0,5-4 0,1 5 0,5 5 0,0 1 0,0-2 0,0 7 0,0 1 0,1 4 0,5 1 0,6 7 0,11-1 0,-4 9 0,4-3 0,2 6 0,-3 6 0,1 3 0,-5 8 0,-9 1 0,-1-1 0,-2 0 0,-1 0 0,1 0 0,-6 1 0,-2-1 0,-4 0 0,3-2 0,-9-3 0,6 3 0,-5-4 0,7 5 0,-11 1 0,13-8 0,-6-1 0,8-8 0</inkml:trace>
  <inkml:trace contextRef="#ctx0" brushRef="#br0" timeOffset="44">30287 13772 8912,'10'7'0,"5"-5"0,-11 6 0,7-8 0,1 0 0,5 0 0,0-2 0,1-2 0,-1-3 0,0-3 0,8 0 0,3-1 0,-1-4 0,2 3 0,-8-3 0,2-2 0,2 1 0,-2 5 0,-2-4 0,-10 3 0,-3 3 0,-8-3 0,0 1 0,-2-5 0,-4 5 0,-5 3 0,-12 8 0,4 0 0,-4 0 0,6 2 0,5 4 0,-3-2 0,3 7 0,3 1 0,-3 5 0,8 0 0,-1 0 0,3 1 0,2-1 0,0 0 0,2-2 0,3-3 0,7-5 0,3 1 0,2-6 0,1 4 0,1-4 0,4-2 0,-4-2 0,4-4 0,-4 4 0,-2-13 0,-2 11 0,-3-8 0,3 9 0,-13-5 0,6 8 0,-8 2 0,0 4 0,0-5 0,0 9 0,0-4 0,0-4 0,0 5 0,2-7 0,3 0 0,5 0 0,7 0 0,0 0 0,1 0 0,-1 0 0,6-5 0,0-1 0,7-2 0,-1 2 0,-2 3 0,1-9 0,-1 8 0,2-3 0,-6 1 0,-4 0 0,-2 1 0,0 5 0,-5-6 0,-1 0 0,-7 0 0,4 6 0,-8-7 0,-8 5 0,-2-6 0,-7 8 0,0 0 0,0 6 0,0 0 0,5 7 0,1-2 0,5 5 0,-5 1 0,7 0 0,-10 0 0,9 1 0,-1-7 0,6 0 0,0-7 0,7 4 0,5-8 0,-2-8 0,1-3 0,2-10 0,10-2 0,-4-8 0,4 3 0,2-11 0,-2-1 0,2-7 0,-2 1 0,-4 2 0,4-2 0,-10 8 0,-1-2 0,-6 11 0,3 6 0,-1 4 0,-2 9 0,-12 12 0,0 15 0,-5 3 0,5 8 0,-6 3 0,7 9 0,-3-4 0,2 4 0,4-5 0,-3-7 0,3 3 0,2-8 0,2 0 0,3 2 0,5-12 0,7 4 0,6-11 0,0 0 0,8-4 0,-3-2 0,3-8 0,-2-4 0,3-3 0,-3-2 0,-2 0 0,1 0 0,-7-1 0,0 1 0,-7 0 0,-5 7 0,-3 5 0,-4-5 0,-2 10 0,-12 0 0,3 2 0,-3 10 0,7-3 0,-7 3 0,8 3 0,-1-4 0,-3-1 0,2 1 0,0-5 0,6 6 0,0-9 0,2 5 0,4-8 0,-2 0 0,7 0 0,1 0 0,5 0 0,0 0 0,1-2 0,-1-4 0,-8 4 0,7-5 0,-7 7 0,3 0 0,-1 0 0,-5 0 0,3 2 0,-1 3 0,-2-3 0,-6 6 0,7-8 0,3 0 0,1 0 0,1 0 0,1 0 0,3-6 0,1 1 0,0-7 0,0 6 0,0-1 0,1 1 0,-1 2 0,0-7 0,-5 1 0,-1-1 0,1-5 0,5 5 0,-2-4 0,-4-3 0,3 1 0,-8 0 0,-1-2 0,3-4 0,-4-4 0,7-7 0,-7-1 0,2 1 0,1 7 0,-1 4 0,0-3 0,-6 7 0,0 15 0,0 17 0,0 10 0,0 8 0,0 7 0,0 2 0,0 0 0,0-6 0,0 1 0,0-1 0,0 1 0,8-9 0,1-1 0</inkml:trace>
  <inkml:trace contextRef="#ctx0" brushRef="#br0" timeOffset="45">31991 13325 8912,'-10'0'0,"7"-2"0,14-4 0,12-5 0,17-7 0,12-5 0,9-7 0,6-8 0,7 1 0,1-3-519,-8 4 0,7 2 1,-3-1-1</inkml:trace>
  <inkml:trace contextRef="#ctx0" brushRef="#br0" timeOffset="46">4939 12207 8912,'-17'-29'0,"-1"1"0,3-3 0,2 1 0,1-1 0,1 2 0,-1 1 0,1 1 0,-1-3 0,-5 7 0,0 2 0,0 1 0,5 5 0,3 2 0,1 1 0,2 9 0,6-5 0,0 17 0,0 11 0,0 12 0,0 16 0,0 13 0,8 4 0,4 15 0,3 14-64,-7-44 1,1 3 0,3 7 0,1 2 0,2 1 0,0 0 0,3 3 0,1 0 63,0 0 0,2 0 0,3 1 0,2 0-241,-1-4 1,1 0 0,0-3 0,0-2 240,3-2 0,-1-3 0,-4-8 0,-2-2 0,18 31 0,-3-18 0,-3-16 0,-5-10 0,-4-3 0,-4-4 0,-6-8 0,-2 3 0,5-7 0,-7 4 0,0 3 227,-7-1 1,10 0-228,-9 0 0,7-5 0,-4-3 505,1-1 1,-5-6-506,2-14 0,-20-7 0,-5-15 0</inkml:trace>
  <inkml:trace contextRef="#ctx0" brushRef="#br0" timeOffset="47">4991 13548 8912,'-18'0'0,"7"0"0,-1 0 0,1 0 0,1 0 0,10 6 0,12 0 0,11 5 0,5-5 0,5 7 0,1-1 0,7 3 0,-1 2 0,7-5 0,-1-1 0,6-1 0,3 1 0,5-5 0,1-4 0,-6-2 0,3 0 0,-7 0 0,-5 0 0,-6-10 0,-11-7 0,-4-8 0,-8-9 0</inkml:trace>
  <inkml:trace contextRef="#ctx0" brushRef="#br0" timeOffset="48">5817 13256 8912,'9'9'0,"-3"9"0,-6 14 0,-6 14 0,2 13 0,-7 10 0,-1 7 0,-5 10 0,2 0-257,3 0 1,5-7 256,7-5 0,0-11 0,0-4 0</inkml:trace>
  <inkml:trace contextRef="#ctx0" brushRef="#br0" timeOffset="49">2134 12706 8912,'-12'-17'0,"1"-3"0,-2 1 0,-3 0 0,1 4 0,2 0 0,1-1 0,3 5 0,-5 1 0,3 3 0,-3 3 0,-1 2 0,-4 4 0,-2 2 0,-2 1 0,0 11 0,4-1 0,-2 8 0,-2 4 0,0-4 0,8 5 0,1 3 0,3 1 0,7-3 0,-2 0 0,4-6 0,4 5 0,4 1 0,5-2 0,7 3 0,5-7 0,1 6 0,5-6 0,4 0 0,-5-6 0,9 0 0,-1 0 0,-4 0 0,1 1 0,-8-7 0,-2 0 0,-4-5 0,-2 6 0,-7-7 0,-5 7 0,-3-6 0,-2 5 0,-4 1 0,-5 5 0,-10 0 0,-6 0 0,-4 0 0,-5 0 0,-6 1 0,0-1 0,5-2 0,6-3 0,3 1 0,-3-7 0,-2-1 0,10-6 0,6-5 0,7-6 0,6-9 0,2-2 0,2-7 0,4 1 0,4-3 0,15-3 0,1 1 0</inkml:trace>
  <inkml:trace contextRef="#ctx0" brushRef="#br0" timeOffset="50">2289 12895 8912,'5'-17'0,"1"-1"0,-2 1 0,-2 0 0,-2 8 0,-8 1 0,-3 8 0,1 0 0,-1 0 0,-1 8 0,-5 3 0,2 6 0,3 6 0,-1-2 0,7 8 0,1-1 0,5 7 0,0-1 0,0 1 0,0-5 0,0 5 0,1-11 0,3 9 0,4-6 0,1-6 0,9 2 0,5-6 0,7 2 0,-1-13 0,5-8 0,6-10 0,-1-5 0,7-6 0,-8-9 0,2-9 0,-4 1 0,-1-2 0,-3 8 0,-3 0 0,-10 1 0,-8 10 0,-7 0 0,2 6 0,-6 2 0,-6 3 0,-3-1 0,-8 7 0,-1 2 0,1 2 0,0 2 0,0 0 0,1 2 0,5 4 0,-4 4 0,3 7 0,5 2 0,1 4 0,2-4 0,0 6 0,-2-2 0,3 0 0,1 0 0,2-6 0,2 0 0,3 0 0,-3-5 0,4-1 0,-2-5 0,2 3 0,5-1 0,-1-4 0,1-10 0,1-3 0,5-9 0,-6-5 0,1 1 0,-9-7 0,3 6 0,2-6 0,-2 6 0,-1-5 0,-5 5 0,0 2 0,0 2 0,0 9 0,2 2 0,4 8 0,-4 8 0,4 4 0,1-3 0,1 3 0,0 1 0,-1 2 0,7 2 0,-3 1 0,4-1 0,3-2 0,-1-3 0,-6 1 0,1-7 0,1-3 0,2-1 0,1-9 0,-5-5 0,-1-9 0,-5-2 0,-3-7 0,4 1 0,-4-3 0,-2-3 0,0-7 0,0-4 0,-8-3 0,-3-3 0,-2 1 0,1-1 0,-1 8 0,5 4 0,-2 4 0,7 9 0,-5 10 0,8 17 0,0 17 0,0 12 0,0 3 0,6 10 0,-1 4 0,7 4 0,-4 1 0,1-1 0,5-4 0,-5 1 0,3-6 0,-1-1 0,6-6 0,0-1 0,1-5 0,-7-5 0,1-11 0,-1-5 0,6-7 0,1 0 0,-1-7 0,0-5 0,-6-11 0,1-5 0,-6-5 0,5-1 0,-7-1 0,2 3 0,-4 1 0,-2 3 0,0-1 0,0-5 0,-8 7 0,-4 4 0,-3 4 0,-2 9 0,0 4 0,5 6 0,1 6 0,7 11 0,-2 12 0,4 4 0,2 1 0,0 0 0,0 1 0,8-1 0,3 0 0,5-7 0,1-4 0,10-6 0,7-5 0,2-5 0,10-7 0,0-1 0,6-5 0,-1-11 0,1-10 0</inkml:trace>
  <inkml:trace contextRef="#ctx0" brushRef="#br0" timeOffset="51">1101 11657 8912,'-28'-27'0,"1"2"0,2 2 0,4 1 0,2 1 0,2 3 0,-1 5 0,1 1 0,0 9 0,0-1 0,0 8 0,1 5 0,3 10 0,3 4 0,3 6 0,1 11 0,6 6 0,0 4 0,0 1 0,0 6 0,0 1 0,8 3 0,3-8 0,4-5 0,3-4 0,5-4 0,0-5 0,7-9 0,-1-5 0,5-7 0,6-9 0,-3-5 0,3-5 0,2-13 0,-2-10 0,0-5 0,-5-1 0,-9 0 0,-3-1 0,-5 1 0,-7-1 0,-5 3 0,-4 3 0,-10 4 0,-3 8 0,-5 0 0,-1 0 0,-6 7 0,0 5 0,-2 5 0,2 5 0,4 5 0,-4 7 0,6 2 0,6 4 0,3 2 0,8 4 0,0 3 0,0-3 0,2 1 0,4-1 0,5-4 0,12-8 0,4 0 0,7 0 0,6-7 0,1-4 0,4-6 0,-4-6 0,-3-6 0,-2-3 0,-3-8 0,-5 0 0,-3-5 0,-8 5 0,-5-6 0,-1 6 0,-7-5 0,2 5 0,-4 0 0,-4 5 0,-2 1 0,-2 0 0,-7 8 0,11 1 0,-13 8 0,13 0 0,-6 2 0,8 4 0,0 5 0,0-1 0,0 1 0,0 0 0,0 7 0,0-1 0,0 0 0,0 0 0,0 0 0,0 1 0,0-1 0,0 0 0,0-6 0,0 1 0,0-6 0,0 5 0,0-7 0,0 4 0,0-8 0,2-8 0,2-4 0,2-3 0,-3-2 0,1-2 0,2-4 0,-4 4 0,6-2 0,-3 6 0,1 3 0,7 1 0,-3 1 0,7 2 0,0 8 0,1 2 0,-1 4 0,0 4 0,2 7 0,2 0 0,2 0 0,2 6 0,-2 0 0,-2-2 0,8-9 0,-3 1 0,3-7 0,-2 1 0,-4-1 0,-4-4 0,2 2 0,-8-8 0,3-6 0,-7-7 0</inkml:trace>
  <inkml:trace contextRef="#ctx0" brushRef="#br0" timeOffset="52">1893 11451 8912,'-2'-18'0,"-2"1"0,-2 0 0,1 0 0,5 9 0,0 8 0,0 16 0,0 12 0,0 12 0,2 6 0,1 4 0,3 1 0,8 1 0,-3 0 0,4-1 0,3 1 0,-1-1 0,2-1 0,2-4 0,2-6 0,6-10 0,-6-1 0,-1-16 0,-4-1 0,-1-8 0,0-4 0,0-10 0,1-7 0,-7-8 0,0-9 0,-1-1 0,1 1 0,-3 0 0,-8-1 0,0 1 0,0-1 0,0 7 0,0-1 0,0 8 0,0-2 0,-8 12 0,7 7 0,-5 15 0,4 3 0,2 14 0,0 1 0,0 5 0,0 1 0,0-1 0,2-1 0,4-5 0,1-3 0,5-8 0,3 1 0,-4-1 0,5-8 0,1-3 0,0-4 0,0-2 0,1-2 0,-1-4 0,0-3 0,0-8 0,-5-1 0,-1 1 0,-5-6 0,5 0 0,-7-5 0,2 5 0,-4-6 0,-2 6 0,0 0 0,0 6 0,0 0 0,0 0 0,0 5 0,0 1 0,0 7 0,7-4 0,1 16 0,4 3 0,3 7 0,-4 5 0,5-4 0,1 4 0,0 1 0,0-1 0,1 0 0,-1-6 0,0 1 0,0-1 0,-2 0 0,-3 0 0,-4 8 0,-16-6 0,-2 6 0</inkml:trace>
  <inkml:trace contextRef="#ctx0" brushRef="#br0" timeOffset="53">2031 11777 8912,'-16'-7'0,"5"-5"0,3-3 0,8-2 0,4 0 0,6-1 0,7 1 0,11 0 0,1 0 0,9 5 0,3 1-848,-1-1 0,-6-12 0,1-3 0</inkml:trace>
  <inkml:trace contextRef="#ctx0" brushRef="#br0" timeOffset="54">2908 11640 8912,'0'9'0,"2"-1"0,4-8 0,5-2 0,12-6 0,6-7 0,4-6 0,9-4 0,3 4 0,5-4 0,2-1 0,-6 5 0,0-2 0,-10 6 0,-2 5 0,-1-1 0,-10 7 0,-2 2 0,-10 2 0,-3-5 0,-8-3 0</inkml:trace>
  <inkml:trace contextRef="#ctx0" brushRef="#br0" timeOffset="55">3166 11210 8912,'8'17'0,"-6"0"0,4 1 0,-2-1 0,-1 2 0,3 6 0,-2 9 0,0 10 0,1 13 0,-1 4 0,8 8 0,-1 2 0,6 3 0,1 3 0,-1 3 0,0-5 0,0-5 0,6-11 0,0-7 0,4-2 0,-10-10 0,4-15 0,-11-10 0,7-15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3.37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5765 1341 8912,'-17'-6'0,"-1"1"0,1-7 0,2 8 0,4 6 0,5 8 0,4 13 0,2 5 0,0 7 0,0 3 0,0 4 0,0 2 0,0 2 0,2 5 0,2 3 0,1 3 0,1-9 0,-4 2 0,2-8 0,2-10 0,-1-3 0,-5-6 0,0-12 0,0-3 0,0-20 0,0-11 0,-7-11 0,-3-10 0</inkml:trace>
  <inkml:trace contextRef="#ctx0" brushRef="#br0" timeOffset="1">5610 1444 8912,'10'0'0,"-1"0"0,-3 0 0,-2-6 0,7 1 0,1-9 0,7 5 0,4-8 0,-4-1 0,4 1 0,2 6 0,-2 1 0,-2 3 0,-2 3 0,-2 2 0,0 2 0,-7 2 0,-5 4 0,-3 3 0,-4 10 0,-3 4 0,-7 6 0,-5 3 0,-6 3 0,4-7 0,-4 1 0,4 0 0,2 5 0,7-7 0,-5-2 0,5-8 0</inkml:trace>
  <inkml:trace contextRef="#ctx0" brushRef="#br0" timeOffset="2">5989 2029 8912,'-18'6'0,"1"-1"0,0-1 0,0-2 0,5-2 0,1 0 0,7 0 0,-4 0 0,16-2 0,3-4 0,5-5 0,3-6 0,2-4 0,2-4 0,-2-2 0,-2 4 0,-2-5 0,0 5 0,1-6 0,-3 6 0,-2-4 0,-1 2 0,1 4 0,-5 2 0,1 4 0,-3 4 0,-4 3 0,8 21 0,-5 4 0,-3 12 0,4 0 0,2 9 0,-1 2 0,1 0 0,0 2 0,3-7 0,-5-1 0,5-1 0,-5-11 0,7 7 0,-3-6 0,1-2 0,1-2 0,-6-7 0,5-1 0,-7-7 0,4 4 0,-8-16 0,0-2 0</inkml:trace>
  <inkml:trace contextRef="#ctx0" brushRef="#br0" timeOffset="3">6195 1943 8912,'12'9'0,"-3"-1"0,-1 0 0,-1-6 0,-1 3 0,-4-3 0,8-2 0,-5 0 0,7 0 0,3 0 0,2-6 0,1 1 0,-1-16 0,0 2 0</inkml:trace>
  <inkml:trace contextRef="#ctx0" brushRef="#br0" timeOffset="4">5558 1032 8912,'-17'0'0,"-6"0"0,0 0 0,2 1 0,10 5 0,5-4 0,12 4 0,7-4 0,8-2 0,12-2 0,9-4 0,2-5 0,4-5 0,-1-1 0,1 0 0,-4 0 0,-2 0 0,6-8 0,-4-2 0</inkml:trace>
  <inkml:trace contextRef="#ctx0" brushRef="#br0" timeOffset="5">5868 2012 8912,'-17'11'0,"0"1"0,9-9 0,8 3 0,10-4 0,11-4 0,4-2 0,1-1 0,11-9 0,-1-3 0,6-10 0</inkml:trace>
  <inkml:trace contextRef="#ctx0" brushRef="#br0" timeOffset="6">6746 1479 8912,'-25'0'0,"12"0"0,-5 0 0,15-2 0,3-2 0,11-2 0,10 2 0,8 1 0,9-3 0,2-4 0,-2 1 0,-1-1 0,-3 4 0,-1-3 0,-5-1 0,5-5 0,-6 5 0</inkml:trace>
  <inkml:trace contextRef="#ctx0" brushRef="#br0" timeOffset="7">6866 1651 8912,'-7'24'0,"-5"-5"0,-3-5 0,-2-3 0,15-3 0,11-8 0,14-12 0,12-9 0,11 0 0,-1-7 0,5 5 0,4-6 0,-1 1 0,-1 1 0,3-13 0,-11 3 0</inkml:trace>
  <inkml:trace contextRef="#ctx0" brushRef="#br0" timeOffset="8">8484 653 8912,'-2'10'0,"-4"-4"0,-5-4 0,1-2 0,-1 0 0,-3 0 0,-1 0 0,-2 0 0,0 0 0,-1 0 0,-1 0 0,-4 0 0,2 7 0,-7 7 0,-3 5 0,-1 4 0,-1 1 0,4-1 0,-3 4 0,3 6 0,-1-3 0,1-1 0,10-8 0,7 2 0,8-4 0,-1-2 0,3 0 0,2 0 0,7-7 0,5-4 0,5-4 0,6-2 0,-4 0 0,4 0 0,-4 0 0,-2 0 0,1 1 0,-1 5 0,-6-4 0,1 4 0,-1-2 0,8 0 0,4 1 0,-9 7 0,3-7 0,-6 9 0,1-3 0,1 5 0,-7 1 0,0 6 0,-6 0 0,-8 7 0,-5 1 0,-8 7 0,-8 8 0,-5-2 0,-7 2 0,3-6 0,-8 6 0,8-6 0,-2 6 0,6-10 0,5-2 0,6-7 0,11-10 0,7 0 0,5-7 0,5-4 0,13-4 0,10-2 0,7-6 0,5 0 0,-2-7 0,8 1 0,-2-3 0,4-2 0,-2 0 0,1-1 0,1 9 0,-2 3 0,-4-2 0,-7 3 0,-1-1 0,1 6 0,-1 0 0,-2-2 0,-1-2 0,-2-1 0,-8-9 0,19-3 0,-4-10 0</inkml:trace>
  <inkml:trace contextRef="#ctx0" brushRef="#br0" timeOffset="9">9017 756 8912,'-5'-17'0,"-1"0"0,-6 6 0,5-1 0,-3-1 0,6-2 0,-1 7 0,10 8 0,7 11 0,3 10 0,4 6 0,4 7 0,-4 3 0,6 1 0,-2 2 0,0-2 0,2-1 0,-2-3 0,-4 0 0,4 1 0,-4-8 0,-2-3 0,0-3 0,1-3 0,-1-5 0,0-13 0,0-2 0,1-4 0,-1-11 0,0-10 0</inkml:trace>
  <inkml:trace contextRef="#ctx0" brushRef="#br0" timeOffset="10">9448 739 8912,'-18'2'0,"1"2"0,0 2 0,5 5 0,1-5 0,0 9 0,-7 2 0,1 3 0,0 8 0,-2 5 0,-4 5 0,-2 4 0,-4 4 0,3-2 0,3-4 0,3-6 0,-1 2 0,6-7 0,4-4 0,7-2 0,-2-6 0,6-7 0,6-5 0,3-3 0,9-2 0,6-7 0,11-11 0,9-8 0</inkml:trace>
  <inkml:trace contextRef="#ctx0" brushRef="#br0" timeOffset="11">9809 1066 8912,'10'-2'0,"-5"-4"0,-3-3 0,-2-3 0,0 1 0,0 5 0,0-5 0,0 7 0,0 4 0,0 11 0,2 6 0,2 5 0,2 0 0,-3-1 0,1 4 0,2-2 0,-4 0 0,4-6 0,-3 4 0,1-2 0,4-3 0,2-1 0,-5-7 0,7-3 0,-1-3 0,6-2 0,1 0 0</inkml:trace>
  <inkml:trace contextRef="#ctx0" brushRef="#br0" timeOffset="12">9998 825 8912,'-17'-9'0,"-6"-1"0,0 4 0,0 3 0,6-9 0,0 6 0,0-3 0,-1 1 0,1-5 0,8 11 0,1-6 0,8 8 0,8 0 0,3 2 0,4 2 0,3 2 0,5 5 0,-1-5 0,1 0 0,-5-6 0</inkml:trace>
  <inkml:trace contextRef="#ctx0" brushRef="#br0" timeOffset="13">8277 2115 8912,'0'11'0,"2"-1"0,4-3 0,7-3 0,8-2 0,16-9 0,18-7 0,20-7 0,-29 7 0,3-1 0,7-3 0,1-2 0,9-1 0,2 0 0,6 0 0,3 0 0,6 0 0,2 0 0,4-3 0,0 0 0,2 2 0,0 0 0,-5 0 0,-2 1-393,-5 0 0,-1 1 0,-8 2 0,-3 0 393,-5 1 0,-3 0 0,-7 3 0,-3 1 0,28-10 0,-24 4 184,-20 2 1,-22 5-185,-11 1 0,-7 7 0,-11-2 0,-5 8 0,1 10 0,-15-1 0,1 14 0,-4 0 0,-2 3 0,-4 5 0,6 1 0,-14 1 0,2-1 0,-5 0 0,0 1 0,-4-1 0</inkml:trace>
  <inkml:trace contextRef="#ctx0" brushRef="#br0" timeOffset="14">9241 2201 8912,'-27'0'0,"2"-6"0,8 0 0,8-7 0,3 1 0,4 5 0,4-1 0,2 10 0,1 4 0,1 3 0,-6 9 0,0 1 0,0 4 0,0-4 0,0 4 0,-2 1 0,-2-1 0,-3-2 0,-3-2 0,6-1 0,-1-1 0,-5 0 0,6-2 0,-7-3 0,7-12 0,-2-12 0,10-5 0,2-6 0,9-2 0,2-3 0,1-5 0,5 5 0,1 3 0,-1 2 0,-2 4 0,-2 2 0,4-1 0,0 1 0,0 8 0,-5 3 0,-7 4 0,0 2 0,-1 2 0,3 6 0,-3 7 0,-2 6 0,-1 7 0,-1-5 0,2 6 0,3-6 0,4 0 0,-3-6 0,11 0 0,4 0 0</inkml:trace>
  <inkml:trace contextRef="#ctx0" brushRef="#br0" timeOffset="15">9757 2355 8912,'-7'10'0,"-3"-2"0,-7-8 0,5 5 0,1 1 0,5 7 0,-3 1 0,-1 5 0,1 4 0,5 2 0,-2-2 0,2-2 0,-2 7 0,5-7 0,-5 2 0,4-4 0,2-1 0,0-1 0,0-8 0,6-9 0,1-11 0,1-6 0,0-6 0,5-4 0,-2-7 0,5-3 0,1-3 0,0 2 0,0-6 0,1 0 0,-1 0 0,2 6 0,4-2 0,-4 5 0,4 7 0,-4-1 0,-2 12 0,0-2 0,1 13 0,-1 2 0,0 2 0,-5 12 0,-1 7 0,-7 8 0,2 9 0,-5 1 0,-1-1 0,0 6 0,0 0 0,0-1 0,0-3 0,0-2 0,0 1 0,2-9 0,4-3 0,-4-2 0,6-2 0,-3 1 0,1-5 0,2-9 0,-2-1 0,-5-3 0,13-4 0,-8-3 0,-3-7 0,7-11 0,-1-4 0</inkml:trace>
  <inkml:trace contextRef="#ctx0" brushRef="#br0" timeOffset="16">9826 2390 8912,'-17'27'0,"5"-8"0,1-8 0,0-7 0,-7 2 0,9-4 0,11-2 0,15 0 0,10 0 0,13 0 0,4-8 0,7-3 0,1 1 0,-2-1 0,-4-3 0,-6-1 0,4-10 0,0-2 0</inkml:trace>
  <inkml:trace contextRef="#ctx0" brushRef="#br0" timeOffset="17">7692 2115 8912,'10'0'0,"-4"5"0,-12 1 0,2 8 0,-6-3 0,3 4 0,3 3 0,-4 4 0,1 3 0,-1 0 0,0 0 0,3 0 0,5-4 0,-2 2 0,-4-2 0,4-2 0,-4-2 0,3-7 0,-3-5 0,4-10 0,-6-5 0</inkml:trace>
  <inkml:trace contextRef="#ctx0" brushRef="#br0" timeOffset="18">7658 2063 8912,'-10'0'0,"-5"0"0,13 0 0,-6 0 0,16-6 0,5-1 0,9-3 0,6-3 0,12-2 0,6-3-848,-4 9 0,8-14 0,-6 4 0</inkml:trace>
  <inkml:trace contextRef="#ctx0" brushRef="#br0" timeOffset="19">7968 2184 8912,'-18'9'0,"9"-3"0,3-12 0,6 2 0,6-7 0,3-1 0,9-5 0,-1 2 0,0 3 0,0 5 0,0 5 0,1-4 0,-9 4 0,7-5 0,-7 7 0</inkml:trace>
  <inkml:trace contextRef="#ctx0" brushRef="#br0" timeOffset="20">7985 2355 8912,'-17'18'0,"5"-9"0,1-3 0,-1-4 0,3-2 0,3-8 0,12-3 0,9-5 0,8-3 0,0-2 0,2-2 0,0 0 0,3 6 0,-3 0 0,0 0 0,2 0 0</inkml:trace>
  <inkml:trace contextRef="#ctx0" brushRef="#br0" timeOffset="21">8432 2012 8912,'10'0'0,"5"0"0,-13 2 0,4 3 0,-4 5 0,-2 7 0,0 2 0,-2 4 0,-2 6 0,-2 3 0,0 8 0,6 0 0,0-7 0,8-1 0,2-5 0</inkml:trace>
  <inkml:trace contextRef="#ctx0" brushRef="#br0" timeOffset="22">7830 86 8912,'10'-8'0,"-3"5"0,-7-9 0,-7 8 0,-5-2 0,2 6 0,1 6 0,1 6 0,4 3 0,-3 8 0,1 2 0,0 0 0,-1-1 0,5 5 0,-6-4 0,2 0 0,1 0 0,-7-3 0,6-4 0,-1-1 0,1 0 0,4-7 0,-11-7 0,7-14 0,0 0 0,6-12 0,0-4 0,0-2 0,2 2 0,4-1 0,3-1 0,1 2 0,5 3 0,-3 6 0,-3 3 0,3 4 0,1 3 0,10 8 0,-4 2 0,4 4 0,-4 11 0,-1 11 0,5 5 0,-1 1 0,1 1 0,-7-1 0,-3 0 0,-1 1 0,-1-3 0,6-3 0,0-6 0,1-12 0,-1 5 0,0-7 0</inkml:trace>
  <inkml:trace contextRef="#ctx0" brushRef="#br0" timeOffset="23">8157 292 8912,'9'12'0,"-3"-1"0,-4-5 0,-2 5 0,0-5 0,0 6 0,-8-1 0,7 6 0,-5 0 0,-2 1 0,2-1 0,3 0 0,1-6 0,2 1 0,-8-8 0,6 3 0,-6-7 0,8-3 0,0-9 0,0-1 0,0-14 0,2-2 0,4-3 0,-4 1 0,4-9 0,3 4 0,3 2 0,-3 1 0,3 4 0,-1 5 0,7 6 0,-7 3 0,0 4 0,1-3 0,5 10 0,-2 8 0,-3 12 0,1 10 0,-7 14 0,6-1 0,-7 6 0,1-4 0,-6 4 0,6-6 0,-1 1 0,3-4 0,-2-2 0,-4-7 0,4-4 0,-5-4 0,-8-9 0,-3-3 0</inkml:trace>
  <inkml:trace contextRef="#ctx0" brushRef="#br0" timeOffset="24">8174 395 8912,'-27'8'0,"2"-6"0,8 4 0,0 3 0,11-1 0,12 3 0,15-5 0,17-4 0,8-2 0,6-8 0,5-3 0,4-12 0,8-4 0</inkml:trace>
  <inkml:trace contextRef="#ctx0" brushRef="#br0" timeOffset="25">6660 16574 8912,'-12'-2'0,"1"-2"0,-1-3 0,3-3 0,3 6 0,12-1 0,7 3 0,8 2 0,8 6 0,11-1 0,8-1 0,7-2 0,6-8 0,8 1 0,-6-9 0,1 3 0,-1-3 0,-2 3 0,-4-4 0,-11 3 0,-12 3 0,-11-3 0,-3 8 0,-3-1 0,-8 3 0,-1 2 0,-8 7 0,0 5 0,0 9 0,0 2 0,-2 9 0,-4 3 0,4 1 0,-3 10 0,-3 0 0,2 5 0,-7 8 0,1 4 0,-3 4 0,-2 2 0,0-6 0,-1 0 0,-4-6 0,-1 6 0,-6-7 0,6 1 0,-2-11 0,2-6 0,4-4 0,-4-3 0,4-4 0,2-7 0,7-10 0,3-4 0,7-8 0,0 0 0,0-8 0,0 4 0,0-7 0,0-1 0,5 1 0,1-1 0,2 8 0,-3-1 0,7 1 0,11-2 0,-2 4 0,8-3 0,-1 3 0,7 2 0,1 0 0,4 0 0,-2 2 0,8 3 0,-2-3 0,2 4 0,2-4 0,-8-2 0,0 0 0,-5 0 0,-9 0 0,-3 0 0,-4 0 0,-9 0 0,-4-2 0,-12-4 0,-4 4 0,-7-3 0,0 3 0,0 2 0,0-2 0,-1-4 0,-5 2 0,1-7 0,-9-8 0,4-8 0</inkml:trace>
  <inkml:trace contextRef="#ctx0" brushRef="#br0" timeOffset="26">7090 17228 8912,'-33'0'0,"5"0"0,5 0 0,4 0 0,9 0 0,3 0 0,29 0 0,1-8 0,23-4 0,8-3 0,9-4 0,4-4 0,2-6 0,7-3 0,4-2 0,-1-1-232,1 1 0,-7-1 232,1 1 0,-7 7 0,-9 4 0,-11 12 0,-18 5 0,-10 4 0,-9 4 0,-2 4 0,-3-2 0,-5 7 0,0 1 0,0 5 0,0-6 0,0 1 0,0-1 0,0 1 464,0-1-464,0-7 0,8 4 0,-6-16 0,5-2 0</inkml:trace>
  <inkml:trace contextRef="#ctx0" brushRef="#br1" timeOffset="27">1205 6894 8912,'9'-7'0,"-1"3"0,-8-7 0,-2 5 0,-4-6 0,-3-1 0,-3 0 0,1 1 0,-1-3 0,-5 3 0,0-1 0,0 2 0,-3-5 0,-1 7 0,-2-3 0,2 1 0,-5 7 0,-1-2 0,-2 4 0,1 2 0,6 10 0,0 7 0,-3 2 0,4 12 0,3 5 0,5 8 0,9 8 0,-1 5 0,3 0 0,2 12 0,2-2-156,3 13 0,7-7 156,11 1 0,-4 3 0,4-3 0,-2-5 0,0-8 0,0-4 0,-6-7 0,2-6 0,-5-10 0,-3-5 0,3 0 0,-10-10 0,-2-2 0,-8-25 0</inkml:trace>
  <inkml:trace contextRef="#ctx0" brushRef="#br1" timeOffset="28">706 7685 8912,'-16'2'0,"5"4"0,3-4 0,22 4 0,3-12 0,13-6 0,5-10 0,9-7 0,5-4 0,3-7 0,0 0 0,5-8-179,0 3 1,1 1 178,-7-2 0,-7 8 0,-9-12 0,-10 6 0</inkml:trace>
  <inkml:trace contextRef="#ctx0" brushRef="#br1" timeOffset="29">1463 6465 8912,'-23'0'0,"-2"0"0,0 0 0,0 0 0,4 7 0,8 5 0,3 7 0,3 9 0,-5 9 0,6 14 0,1 10 0,5 8 0,7 8 0,7 11 0,5-1 0,4-1 0,0-5 0,-6-18 0,6-4 0,0-8 0,0-3 0,-6-8 0,0-3 0,0-20 0,1-4 0,-1-13 0,0-2 0,0-3 0,-7-20 0,5-12 0,-5-14 0</inkml:trace>
  <inkml:trace contextRef="#ctx0" brushRef="#br1" timeOffset="30">1824 6619 8912,'-11'0'0,"-1"0"0,8 0 0,-3 0 0,9 0 0,3-2 0,7-3 0,3 1 0,2-8 0,2-3 0,4-6 0,-2 2 0,6-4 0,-2 4 0,-4 2 0,6-8 0,-8 8 0,2-2 0,-6 7 0,-3 5 0,-1 1 0,-1 15 0,-3 9 0,-1 8 0,0 7 0,0 9 0,-6 4 0,0 3 0,0 3 0,-6 5 0,0 1 0,-7 5 0,1-6 0,-3 6 0,-2-6 0,5-5 0,1-6 0,1-10 0,-1-2 0,3-9 0,1-6 0,5-9 0,-6-2 0,8-10 0,0-4 0,0 2 0,0-7 0,6 5 0,-1-6 0,9 1 0,-3-6 0,5 1 0,1 3 0,0 2 0,0-3 0,6 5 0,0-3 0,6 3 0,-6-3 0,5-3 0,-5 3 0,2-1 0,-2 2 0,-4-3 0,4 9 0,-4-9 0,-1 5 0,-9-3 0,-3 1 0,-12-1 0,-3-5 0</inkml:trace>
  <inkml:trace contextRef="#ctx0" brushRef="#br1" timeOffset="31">2031 6877 8912,'-2'16'0,"-2"-3"0,-2-2 0,0 1 0,6 5 0,2-6 0,4 1 0,4-8 0,7 2 0,6-6 0,2-8 0,1-7 0,5-6 0,2-10 0,1 2 0,0-3 0,1-3-848,-8 1 0,5-8 0,-5-2 0</inkml:trace>
  <inkml:trace contextRef="#ctx0" brushRef="#br1" timeOffset="32">2220 5966 8912,'-17'0'0,"0"0"0,-1 0 0,9 0 0,-3 0 0,12 4 0,8 7 0,13 8 0,10 18 0,7 5 0,8 9 0,5 10 0,9 14 0,-28-35 0,1 0 0,0 2 0,0 0 0,3 4 0,-3 2-28,-6 0 1,-2 1 0,3 2 0,-3 0 0,-4 0 0,-3 1 0,-1-2 0,-2 1 27,-1-2 0,-3-1 0,1 33 0,-7-13 0,-10-10 0,-7-1 0,-3-4 0,-2-1 0,-1-4 0,1-8 0,-8-8 0,-1-14 0</inkml:trace>
  <inkml:trace contextRef="#ctx0" brushRef="#br1" timeOffset="33">568 9250 8912,'-35'0'0,"9"0"0,3 0 0,4 0 0,11 0 0,8 0 0,10 0 0,12 0 0,3-8 0,6-1 0,-2-3 0,1 1 0,3-1 0,1-5 0,-1 6 0,-5-1 0,3 6 0,-8-3 0,-2 1 0,-2 4 0,-2 3 0,-7 1 0,-3 0 0</inkml:trace>
  <inkml:trace contextRef="#ctx0" brushRef="#br1" timeOffset="34">792 9577 8912,'-2'26'0,"-4"-3"0,4-11 0,-6-5 0,10-9 0,4-3 0,6-9 0,3-7 0,4-4 0,2-5 0,4 1 0,2-1 0,1-10 0,7-4 0</inkml:trace>
  <inkml:trace contextRef="#ctx0" brushRef="#br1" timeOffset="35">1480 8459 8912,'-6'-17'0,"0"0"0,-1 1 0,3 7 0,-2 9 0,2 15 0,8 16 0,4 7 0,1 8 0,-3 3 0,6 3 0,-1 0 0,-1-1 0,5 1 0,-4 1 0,5 3 0,1 1 0,0-6 0,-2-5 0,-1 2 0,-3 2 0,-7-6 0,2-4 0,-12 4 0,-3 0 0</inkml:trace>
  <inkml:trace contextRef="#ctx0" brushRef="#br1" timeOffset="36">1291 9680 8891,'-35'26'0,"3"-3"0,3-5 5,6-7 0,14 2-5,9-7 0,3 0 0,15-6 0,6 0 1,7 0 0,13-10 0,8-7 0,9-12-1,6-9 0,11-8 0,-35 19 0,0-1 0,4-1 0,2-1 0,1-1 0,1 1 0,1-1 0,-1 1 0,1-2 0,0 1 0,-4 0 0,-1 2 0,-2 3 0,-2 1 0,32-23 0,-18 8 0,-13 7 2,-15 16-2,-4 8 1,-16 1 0,-1 10 1,-10 2-1,-2 3-1,-2 3 0,-7 7 0,2 6 0,1 8 0,-2-3 0,1-1 0,-6 2 0,-8-1 0,-2 7 0</inkml:trace>
  <inkml:trace contextRef="#ctx0" brushRef="#br1" timeOffset="37">792 11296 8912,'0'17'0,"0"2"0,0 2 0,2 4 0,5 0 0,10 0 0,6 3 0,10-3 0,-1 0 0,5 0 0,1-2 0,-4-6 0,1 0 0,-1 0 0,-5-7 0,-2-4 0,-3-4 0,-3-2 0,-9-2 0,-6-4 0,-4-6 0,-2-10 0,-8 1 0,-4-8 0,-3-4 0,-2-5 0,-2 0 0,-4-8 0,4 0 0,-4-5 0,-2-7 0,2-1 0,4-2 0,6-4 0,-1-4 0,8-5 0,5 9 0,12-4 0,16 10 0,21-2 0,9-2 0,12-4 0,1 8 0,-30 24 0,1 1 0,-2 4 0,0 1 0,1-3 0,1 1 0,1 3 0,0 0 0,34-27 0,-3 7 0,-10 8 0,-10 11 0,-7 6 0,-11 6 0,-12 6 0,-4 3 0,-4 10 0,-3 4 0,-5 3 0,-7 8 0,0 6 0,-2 2 0,-2 4 0,-1 7 0,-3-1 0,2 5-848,4-4 0,-13 6 0,6 2 0</inkml:trace>
  <inkml:trace contextRef="#ctx0" brushRef="#br1" timeOffset="38">1308 11090 8912,'-17'-10'0,"5"-5"0,3 3 0,1-3 0,4-2 0,4 0 0,6-1 0,5 1 0,5 0 0,9 0 0,3 0 0,-1 1 0,2 3 0,-1 3 0,-1 3 0,4-5 0,-8 7 0,1-1 0,-2 8 0,0 4 0,-1 5 0,-7 12 0,-3 6 0,-7 3 0,2 2 0,-4 7 0,-2 1 0,0 2 0,0 3 0,-8-5 0,-3-2 0,-3 2 0,3-1 0,-4-3 0,3-10 0,-3 1 0,-2-10 0,-1-4 0,1-9 0,2 0 0,3-12 0,5-3 0,7-10 0,0-2 0,0-2 0,0-2 0,0 2 0,2 4 0,3-4 0,5 4 0,7 3 0,0 3 0,1 2 0,-1 7 0,0-2 0,2 4 0,4 2 0,-2 0 0,6 2 0,0 2 0,-1 2 0,1 7 0,2-2 0,1-1 0,-7 1 0,0-1 0,-4 3 0,2-3 0,2-2 0,-5-3 0,-7-5 0,-7 0 0,11-7 0,-5-3 0</inkml:trace>
  <inkml:trace contextRef="#ctx0" brushRef="#br1" timeOffset="39">1962 10729 8912,'-6'-12'0,"0"1"0,1 7 0,5-4 0,1 14 0,5 2 0,6 3 0,3 8 0,2-2 0,0 6 0,3-2 0,1 0 0,2 2 0,-2-2 0,-2 4 0,-2-2 0,-6 2 0,1-2 0,-3-4 0,3 4 0,1-4 0,-5-4 0,1-3 0,-5-5 0,4-16 0,-8-9 0,0-6 0,0-18 0,0-2 0</inkml:trace>
  <inkml:trace contextRef="#ctx0" brushRef="#br1" timeOffset="40">2186 10608 8912,'0'-17'0,"0"0"0,0 5 0,0 1 0,0-1 0,1 3 0,5 3 0,-2 10 0,7 2 0,-5 15 0,6 2 0,-1 1 0,4 5 0,-1 2 0,-3 1 0,1 3 0,5-1 0,0-2 0,0-3 0,-5 4 0,-3-7 0,1 1 0,0-4 0,-7 2 0,3-2 0,-4 0 0,-2-6 0,-2-8 0,-4-3 0,-3-4 0,-8-10 0,-1-1 0</inkml:trace>
  <inkml:trace contextRef="#ctx0" brushRef="#br1" timeOffset="41">1721 10763 8912,'-17'0'0,"-1"0"0,9 0 0,9-2 0,11-4 0,20-11 0,9-13 0,10-9 0,7-7 0,6-3 0,12-3 0,-4-1 0,3-5 0,-5 5 0,-6-2 0,-7 9 0,-9 11 0,-6 9 0,-13 8 0,-3 9 0,-15 3 0,-5 12 0,-3 3 0,-2 9 0,0-1 0,-5-6 0,-1 1 0,-2-1 0,4 6 0,-1 0 0,1 1 0,-6-7 0,-1 1 0,-5-9 0,-1 5 0</inkml:trace>
  <inkml:trace contextRef="#ctx0" brushRef="#br1" timeOffset="42">2891 8614 8912,'-6'17'0,"-1"-2"0,-1-1 0,0-3 0,5 2 0,1 3 0,4-7 0,3-3 0,7-4 0,3-2 0,2 0 0,0 0 0,1-2 0,-1-4 0,0-5 0,6-4 0,0-3 0,-2 1 0,-2 0 0,-2-6 0,1 0 0,-3 0 0,-4-2 0,3 6 0,-9-4 0,1 2 0,-6 0 0,0-2 0,0 2 0,-7 2 0,-5 2 0,-5 2 0,-6 1 0,-4 5 0,0 1 0,-5-3 0,3 5 0,4 2 0,0 10 0,3 7 0,-1 8 0,2 8 0,9 11 0,4 12 0,8 11 0,2 5 0,4 7 0,6 3 0,10 8 0,7-7 0,11-5 0,-1-7 0,6-10 0,3-13 0,2-11 0,4-16 0,3-11 0,-4-12 0,5-6 0,-12-9 0,-6-2 0,-10-7 0,-3 1 0,-2-3 0,-4-3 0,-2-7 0,-2-2 0</inkml:trace>
  <inkml:trace contextRef="#ctx0" brushRef="#br1" timeOffset="43">3029 7857 8912,'0'12'0,"0"-1"0,0 3 0,0 1 0,0-6 0,0-1 0,7-23 0,3 3 0,7-11 0,6 6 0,0 4 0,0 1 0,2-1 0,-6-2 0,4-3 0,2 1 0,-2 0 0,5 6 0,-5 1 0,-2 1 0,-2-1 0,-7 6 0,-1-2 0,-7-3 0,-4 7 0,-9-6 0</inkml:trace>
  <inkml:trace contextRef="#ctx0" brushRef="#br1" timeOffset="44">3545 6688 8912,'-11'0'0,"-1"0"0,8 2 0,-2 4 0,5-2 0,1 7 0,1 2 0,5 3 0,-2 3 0,8 2 0,1 4 0,2 1 0,2-3 0,1 6 0,-1-2 0,0 3 0,-2-1 0,-3 2 0,1-1 0,-7-1 0,0 3 0,-6-13 0,0 6 0</inkml:trace>
  <inkml:trace contextRef="#ctx0" brushRef="#br1" timeOffset="45">3476 7668 8912,'-6'12'0,"1"-1"0,-1-7 0,8 2 0,4-12 0,11-6 0,11-10 0,7-9 0,5-7 0,4 0 0,8-8 0,1-6 0,5-5 0,3 3 0,0 7 0,-4 5 0,-11 7 0,-4 8 0,-7 4 0,-14 6 0,-4 6 0,-11 3 0,1 10 0,-9 2 0,-3 4 0,-7 1 0,-3-3 0,-2 5 0,-1-1 0,1 1 0,0 5 0,0-7 0</inkml:trace>
  <inkml:trace contextRef="#ctx0" brushRef="#br1" timeOffset="46">3769 7720 8912,'9'-8'0,"7"0"0,-5-5 0,4 2 0,3-3 0,-1 5 0,0-1 0,2 2 0,4 5 0,-4-5 0,6 2 0,-2 4 0,0 6 0,-2 6 0,-10 7 0,3 2 0,-8 4 0,-3 6 0,-1 3 0,-2 2 0,0 1 0,-7-1 0,-5 1 0,-5-1 0,-6 0 0,4 1 0,-4-1 0,-2-5 0,2 0 0,0-10 0,6-2 0,0-2 0,0-9 0,-1-2 0,1-2 0,6-2 0,-1 0 0,8-10 0,-1-7 0,3-2 0,2-10 0,0 0 0,0 3 0,0-1 0,0 4 0,0 4 0,0-4 0,7 4 0,5 4 0,3 3 0,8-1 0,0 7 0,6 0 0,-6 6 0,13 0 0,-2 0 0,7 0 0,-3 0 0,2 0 0,-2 0 0,4 0 0,-2 0 0,4-2 0,-9-3 0,3-5 0,-11-7 0</inkml:trace>
  <inkml:trace contextRef="#ctx0" brushRef="#br1" timeOffset="47">4337 6568 8912,'-18'9'0,"7"5"0,-1-9 0,9 1 0,-5-8 0,10-2 0,4-1 0,3-3 0,8 4 0,1-1 0,-1 1 0,0 2 0,0 2 0,0 0 0,1 2 0,1 3 0,4 7 0,-4 3 0,4 2 0,-4 6 0,-4 2 0,-1 2 0,-3 3 0,-7 9 0,2 1 0,-4-2 0,-2-2 0,0-1 0,0-1 0,-8 0 0,-4 1 0,-5-7 0,-4-1 0,-2-2 0,2-4 0,2-4 0,2-5 0,0-12 0,-1-10 0</inkml:trace>
  <inkml:trace contextRef="#ctx0" brushRef="#br1" timeOffset="48">4543 6499 8912,'8'17'0,"-6"0"0,3 1 0,-3-7 0,-2 1 0,0 3 0,0 6 0,-5 2 0,-1 11 0,0-3 0,6 9 0,0-4 0,0-2 0,8 1 0,5-1 0,8-1 0,8-5 0,3-5 0,3-11 0,1-5 0,0-7 0,1 0 0,-5 0 0,-9-9 0,0-8 0,4-8 0,0-10 0</inkml:trace>
  <inkml:trace contextRef="#ctx0" brushRef="#br1" timeOffset="49">4440 5897 8912,'11'-11'0,"1"-1"0,-6 7 0,5-7 0,2-1 0,3-3 0,3 5 0,4 0 0,-4 7 0,6-2 0,-2 4 0,0 2 0,0 8 0,-6 3 0,0 12 0,-2 6 0,-1 3 0,-3 3 0,-7 1 0,2 4 0,-4-4 0,-2 4 0,2-5 0,1-6 0,3-7 0,-2-2 0,5-5 0,3-4 0,11-3 0,6-8 0,11-8 0,6-3 0,5-12 0,5-6 0,1-5 0,-2-6 0,-1 3 0,-2-1 0,-3 6 0,-3 3 0,-4-7 0,-7-8 0</inkml:trace>
  <inkml:trace contextRef="#ctx0" brushRef="#br1" timeOffset="50">17174 3834 8912,'0'17'0,"0"-5"0,0-1 0,0 3 0,-2-5 0,-3 3 0,3-9 0,-6 5 0,8-6 0,0 4 0,0-4 0,0 13 0,0-13 0,0 5 0,0-7 0,0 0 0,-6-13 0,-1-6 0,-3-6 0,-1-11 0,-7-12 0,-1-9 0,-4-12 0,2-17 0,7 36 0,0-3 0,0-8 0,1-2 0,-2-6 0,1-2 0,2 0 0,1-1-259,1-1 0,1 1 0,4 4 1,1 2 258,0 5 0,2 2 0,4 3 0,3 1 0,3 5 0,2 2 0,15-43 0,9 11 0,2 9 0,3 12 0,1 5 0,-2 10 0,4 2 0,-2 6 0,0 3 0,2 1 0,-5 1 0,3 3 0,0-3 0,-6 8 0,-7 2 0,-6 2 0,-11 10 1035,-3 1-1035,-7 8 0,0 2 0,0 4 0,-5-3 0,-1 9 0,0-6 0,6 5 0,-7-7 0,-5 2 0,-11-12 0,-4-4 0</inkml:trace>
  <inkml:trace contextRef="#ctx0" brushRef="#br1" timeOffset="51">17140 1633 8912,'-17'-7'0,"1"-3"0,5-7 0,-3-6 0,9 0 0,-1 0 0,8 6 0,6 0 0,9 0 0,8-6 0,9 0 0,8 0 0,4 6 0,9 7 0,5 4 0,-1 4 0,0 2 0,-1 10 0,-7 7 0,-7 16 0,-4 13 0,-5 9 0,-7 2 0,-5 8 0,-11-4 0,-6 2 0,-4 0 0,-2 0 0,0 2 0,0-5 0,0-9 0,-2-13 0,-4-3 0,4-16 0,-13-11 0,5-8 0</inkml:trace>
  <inkml:trace contextRef="#ctx0" brushRef="#br1" timeOffset="52">18585 1066 8912,'0'-27'0,"0"0"0,-2 6 0,-3-1 0,-7 2 0,-3 7 0,3 5 0,1 8 0,-2 0 0,3 10 0,1 7 0,1 12 0,4 9 0,2 0 0,2 8 0,0 2 0,0 2 0,0 1 0,0 1 0,6-8 0,2-4 0,1-4 0,4-2 0,8-1 0,2-4 0,6-7 0,-4-10 0,2-6 0,3-4 0,3-4 0,1-4 0,-5-11 0,0-12 0,-6-3 0,5-3 0,-7 1 0,0-1 0,-5 1 0,-5 0 0,-7-1 0,2 1 0,-4 7 0,-2 4 0,0 4 0,-2 4 0,-4 3 0,4 5 0,-6 14 0,8 5 0,0 9 0,0 4 0,0 0 0,0-1 0,8 5 0,3-6 0,5 0 0,3-6 0,2-2 0,2-3 0,7-5 0,-1-7 0,-4-7 0,-2-5 0,2-9 0,-2-2 0,-6-7 0,-8 1 0,-1-3 0,-4-3 0,-2 3 0,-2 3 0,-14-1 0,-3 7 0,-4 4 0,-4 5 0,-1 7 0,-9 7 0,7 0 0,-1 0 0,10 1 0,2 5 0,1 4 0,12 5 0,6-3 0,8 1 0,13-7 0,4-1 0,7-5 0</inkml:trace>
  <inkml:trace contextRef="#ctx0" brushRef="#br1" timeOffset="53">19463 963 8912,'0'-17'0,"-6"5"0,1 1 0,-1 7 0,6-4 0,0 16 0,2 3 0,2 5 0,1 1 0,9 8 0,-3 3 0,-1-1 0,1 0 0,1 0 0,-3-1 0,5-5 0,-9 2 0,7-4 0,-6-1 0,5-1 0,-5 0 0,-1 0 0,-3-2 0,4-3 0,-4-6 0,4-14 0,-4-9 0,-2-10 0,0-13 0,0-4 0,0-8 0,0 1 0,2 1 0,1 4 0,3 6 0,2 4 0,-2 1 0,-3 3 0,7 3 0,-1 8 0,1 8 0,2 5 0,5 8 0,-6 8 0,1 3 0,-1 12 0,6 6 0,1 9 0,-3 2 0,-2-1 0,-1-3 0,-7-4 0,7-3 0,-6 2 0,3-9 0,1-2 0,-1-7 0,-5-5 0,11-8 0,-7-16 0,4-7 0,1-9 0,-5-8 0,-1-6 0,1-4 0,3 4 0,-5 2 0,-2 2 0,-2 4 0,4 2 0,-1 2 0,1 7 0,0 12 0,0 15 0,1 9 0,-1 14 0,-2 2 0,7 3 0,1 3 0,5-8 0,0 0 0,0 2 0,2-12 0,4 4 0,-2-5 0,6-1 0,0-5 0,0-4 0,-6-2 0,2 0 0,-2-8 0,2-3 0,-6-5 0,0-1 0,0-2 0,-7-2 0,1-2 0,1 2 0,-8-4 0,1 2 0,-3 1 0,-4 4 0,-1 1 0,-3 0 0,-8 0 0,11 7 0,-9 4 0,3 12 0,-5 8 0,5 7 0,1 7 0,-4 3 0,7-3 0,-1 5 0,6-4 0,2-3 0,4 3 0,3-8 0,10 2 0,2-6 0,2-5 0,6-5 0,-6-7 0,8-2 0,-3-3 0,5-9 0,1-7 0,-7 0 0,-4-7 0,-2-1 0,2-6 0,-10 1 0,4 0 0,-5-1 0,-1 1 0,-5 1 0,-4 5 0,-2-3 0,0 8 0,0 0 0,-2 8 0,-4 4 0,4 3 0,-5 10 0,7 4 0,0 5 0,0 12 0,2-2 0,3 8 0,7-1 0,3-1 0,2 4 0,1-8 0,5 7 0,0-3 0,-1 2 0,3-1 0,-7-5 0,-1 6 0,0-2 0,-6 1 0,-3 5 0,-2-5 0,-12 3 0,-5 1 0,-7-1 0,-5 0 0,2 5 0,-7-9 0,-3 1 0,-1 1 0,-1-8 0,4 2 0,5-12 0,-1-3 0,-2-8 0</inkml:trace>
  <inkml:trace contextRef="#ctx0" brushRef="#br1" timeOffset="54">21958 258 8912,'-13'-33'0,"-6"3"0,-4 3 0,-2 2 0,2 4 0,6 10 0,-6-3 0,0 9 0,2 1 0,2 2 0,-2 10 0,2 5 0,3 10 0,1 11 0,7 8 0,3 10 0,3 5 0,2 4 0,2 2 0,3 2 0,5 4 0,7-12 0,0 6 0,1-5 0,5-1 0,-1-5 0,1-6 0,-5-3 0,-1-1 0,0-3 0,0-5 0,0-5 0,-5-4 0,-3-8 0,-1 0 0,-4 0 0,-2-7 0,-2-3 0,-8-14 0,-9-11 0,-10-8 0</inkml:trace>
  <inkml:trace contextRef="#ctx0" brushRef="#br1" timeOffset="55">21649 894 8912,'0'-10'0,"0"-5"0,0 6 0,0-9 0,7 7 0,5 0 0,11-1 0,5-5 0,7-6 0,5 0 0,4 2 0,0 2 0,5 0 0,-3-4 0,-4 10 0,-1-5 0,-11 13 0,-1-1 0,-14 4 0,2 2 0,-3 2 0,-5 4 0,-1 5 0,-8 12 0,0-2 0,0 8 0,0-6 0,0 5 0,-6-7 0,1 2 0,-3 2 0,4-2 0,-2-2 0,2-2 0,-3-2 0,1 0 0,0-5 0,6-1 0,-7-7 0,5 4 0,-6-10 0,8-4 0,0-5 0,2-6 0,4-6 0,1-2 0,5-4 0,3-3 0,-3 3 0,3 4 0,2 2 0,2 4 0,4 2 0,-4 0 0,4 0 0,-4 7 0,-1 4 0,-1-1 0,0 1 0,0 2 0,0 10 0,1-2 0,-3 7 0,-2 2 0,-1 3 0,-6 1 0,5 0 0,-5 0 0,5 0 0,-1 1 0,1-1 0,3-6 0,-7 1 0,3 1 0,1-3 0,7 1 0,-7-7 0,1 2 0,-1-4 0,6-2 0,0 0 0,-1-8 0,-5-3 0,-1-5 0,-5-1 0,-3 0 0,4 0 0,-4-1 0,-2 1 0,0 0 0,0 0 0,-2 0 0,-4 0 0,3 1 0,-9 5 0,1-3 0,-7 9 0,1 1 0,0 2 0,0 2 0,1 2 0,5 4 0,3 3 0,8 8 0,0 1 0,0-1 0</inkml:trace>
  <inkml:trace contextRef="#ctx0" brushRef="#br1" timeOffset="56">22956 705 8912,'-28'-6'0,"1"-1"0,2-3 0,4-3 0,2 5 0,4-2 0,3 5 0,4 3 0,8-6 0,0 10 0,0 4 0,6-2 0,0 7 0,0 1 0,-4 5 0,3 0 0,-3 0 0,4 0 0,-4 0 0,0-1 0,4-5 0,-5 5 0,7-13 0,-8 9 0,0-8 0,0 3 0,2-9 0,4-3 0,-4 1 0,3-8 0,-3-1 0,-2-10 0,6 4 0,0-6 0,0 2 0,1 0 0,-3-2 0,7 3 0,-5 2 0,6-3 0,-1 4 0,6 2 0,-5 6 0,-1-1 0,3 8 0,9-1 0,-4 5 0,2 5 0,-6 9 0,-3 7 0,-3 6 0,3 7 0,-3 0 0,-3 1 0,-4-7 0,4 1 0,-5 0 0,-1-3 0,0-1 0,0-8 0,-7 1 0,5-9 0,-6-1 0,3-22 0,-1-3 0,0-13 0,6-5 0,2 1 0,2-8 0,3 0 0,3-4 0,1 4 0,7 2 0,-1 4 0,0 1 0,0 8 0,0 5 0,6 8 0,0 3 0,6 9 0,-6 2 0,0 7 0,-6 11 0,0 1 0,1 2 0,-3 4 0,-4 1 0,3-5 0,-9 2 0,7-4 0,-6-1 0,1-3 0,-1-4 0,-4 5 0,6-14 0,-1 5 0,-3-13 0,6-1 0,-1-3 0,1-3 0,-4-2 0,5-3 0,-5 7 0,5-1 0,-5 7 0,5-7 0,-5 8 0,6-1 0,1 3 0,-3 2 0,1 0 0,-1 2 0,1 3 0,2 5 0,-7 7 0,8-5 0,-5-1 0,3 2 0,-1 3 0,1 1 0,12 0 0,3 0 0</inkml:trace>
  <inkml:trace contextRef="#ctx0" brushRef="#br1" timeOffset="57">24884 619 8912,'-12'-17'0,"1"0"0,-3-1 0,-1 1 0,0 6 0,0-1 0,-3-1 0,-7-2 0,-5-1 0,-5 5 0,1-3 0,0 9 0,-1 1 0,1 2 0,1 4 0,5 4 0,-3 11 0,8 12 0,2 3 0,10 2 0,-3 6 0,8 1 0,3-3 0,1-2 0,2-2 0,0 1 0,0-6 0,0-1 0,7-13 0,5 3 0,3-13 0,2 1 0,6-6 0,0-6 0,8-5 0,-3-12 0,5-4 0,1-9 0,1-2 0,-1-2 0,-5-2 0,0 2 0,-8 1 0,2-7 0,-10-1 0,-2-11 0,-7 5 0,2-4 0,-6 5 0,-4 6 0,-2 8 0,3 7 0,-7 14 0,-1 11 0,1 14 0,-1 9 0,1 10 0,-1 13 0,-3 6 0,8 11 0,1-1 0,5 7 0,0-2 0,0 0 0,2-7 0,3-7 0,7-9 0,11 3 0,5-1 0,13-6 0,-3-9 0,8-14 0,-6-7 0,6 2 0,-2-12 0,4-7 0,-5-6 0,0-4 0,-3-6 0,-6 6 0,-9-5 0,-8 5 0,-2-6 0,-9 6 0,-2-2 0,-10 4 0,-5-2 0,-4 2 0,-3 4 0,1 6 0,0 3 0,0 8 0,-6 0 0,0 0 0,-2 10 0,2 7 0,4 2 0,-4 9 0,6 3 0,5 2 0,-1-5 0,7 1 0,0-6 0,6 5 0,0-7 0,0 2 0,2-5 0,4-7 0,9 2 0,8-7 0,6 0 0,-4-8 0,2-4 0,3-5 0,-3-10 0,2-2 0,-14-2 0,2 2 0,-5 4 0,-1-4 0,2 4 0,-7 2 0,-2 0 0,-2-1 0,-2 7 0,0-1 0,0 9 0,0-5 0,0 10 0,0 4 0,0 5 0,2 4 0,4 3 0,3-1 0,1 0 0,7 6 0,0 0 0,2 0 0,10-6 0,-6-2 0,6-3 0,-3 1 0,3-7 0,5-1 0,1-5 0,-1-7 0,6-5 0,-5-5 0,-6-6 0,3-4 0,-3-7 0,-4-2 0,-2-4 0,-6-2 0,-6-4 0,3-10 0,-9 5 0,1-12 0,-8 2 0,-2 0 0,-1 3 0,-3 7 0,2 5 0,4 19 0,-5 12 0,7 17 0,0 7 0,0 14 0,0 13 0,0 22 0,0 9 0,0 9 0,0 2 0,0 5 0,0-7 0,0-2 0,2-3 0,3-2 0,5-2 0,7-4 0,2-6 0,4-11 0,4-4 0,7-8 0,1-3 0,-1-8 0,1-12 0,-1-7 0,-5-4 0,-1 0 0,-7-23 0,4-5 0</inkml:trace>
  <inkml:trace contextRef="#ctx0" brushRef="#br1" timeOffset="58">25813 671 8912,'-23'0'0,"0"0"0,2 0 0,10 0 0,5-2 0,12-4 0,13-4 0,17-7 0,16 0 0,15 0 0,11-6 0,14 0 0,-2 0-233,-42 14 1,1 1-1,43-9 233,-43 8 0,-1 0-509,42-8 1,-4 0 0,-9 0-1</inkml:trace>
  <inkml:trace contextRef="#ctx0" brushRef="#br1" timeOffset="59">27121 481 8912,'-52'-17'0,"1"2"0,-1 3 0,8 5 0,2 7 0,2 0 0,0 0 0,-1 9 0,7 9 0,2 6 0,3 11 0,4 1 0,8 4 0,5-2 0,1 8 0,7-8 0,-2 3 0,4-7 0,2-5 0,2 1 0,4-7 0,4-8 0,7-9 0,0-4 0,0-2 0,8-2 0,4-4 0,3-11 0,3-11 0,-1-5 0,1-1 0,-1-3 0,0-3 0,1 4 0,-1-4 0,-5 4 0,0 1 0,-8 1 0,2-1 0,-4 9 0,-4 3 0,-4 4 0,5 9 0,-9 18 0,5 15 0,5 9 0,0 8 0,2-2 0,10 8 0,2-7 0,9 1 0,11-6 0,14-7 0,10-8 0,11-6 0,8-13 0,-43-1 0,1-4 0,0-5 0,-1-4 0,1-8 0,0 0 0</inkml:trace>
  <inkml:trace contextRef="#ctx0" brushRef="#br1" timeOffset="60">13801 13015 8912,'-2'10'0,"-3"-5"0,3-3 0,-6-4 0,8-3 0,0 3 0,0-8 0,0 5 0,-8 3 0,7-6 0,-7 8 0,8 0 0,0-2 0,0-4 0,0 4 0,0-5 0,0 7 0,0 0 0,0 7 0,0 3 0,0 7 0,0 0 0,0 6 0,0 0 0,0 8 0,0-3 0,2 5 0,4 1 0,-5 1 0,5-1 0,-4 0 0,-2 1 0,0 1 0,0 4 0,2-3 0,4 3 0,-4-4 0,3-2 0,-3-1 0,-2-4 0,0 3 0,0-3 0,0 3 0,0 3 0,0-7 0,0 1 0,0-2 0,0 3 0,0-1 0,0 1 0,0 1 0,0-2 0,0 1 0,0-7 0,0 6 0,0-6 0,0 5 0,0-5 0,0 6 0,0-4 0,0 1 0,0 5 0,0-4 0,0 1 0,0-5 0,0 6 0,0 0 0,0 5 0,0-1 0,0-5 0,0 5 0,0-5 0,0 5 0,0 1 0,0 1 0,0-1 0,0-5 0,0-1 0,0 1 0,0 5 0,0-1 0,0-15 0</inkml:trace>
  <inkml:trace contextRef="#ctx0" brushRef="#br1" timeOffset="61">13880 14854 8912,'5'-34'0,"-3"6"0,-2-1 0,0 1 0,0-7 0,0 3 0,0 3 0,0-3 0,0 3 0,0-4 0,0-1 0,0 0 0,0-1 0,0 7 0,0-1 0,0-2 0,0-1 0,0-2 0,0-1 0,0 3 0,0 3 0,0-3 0,0 3 0,0-2 0,0 3 0,0-3 0,0 8 0,0-7 0,0 1 0,0-2 0,0 3 0,0-5 0,0 5 0,0-3 0,0 0 0,0 5 0,0 1 0,0 0 0,0 2 0,0-2 0,0-3 0,0-3 0,0 8 0,0-6 0,0 7 0,0-9 0,0 2 0,0 4 0,0 3 0,0 1 0,0-2 0,0-2 0,0-4 0,0 2 0,0 6 0,0-3 0,0-3 0,0 0 0,0-2 0,0-1 0,0 7 0,2 0 0,4 6 0,-4 5 0,4 1 0,-4 7 0,-2-4 0,0 8 0,0 8 0,0 2 0,0 7 0,0 0 0,0 2 0,0 4 0,0-2 0,0 8 0,0-6 0,0 5 0,0 1 0,0 5 0,0 1 0,0-1 0,5 0 0,1 1 0,0 5 0,-6 0 0,0 8 0,0-2 0,0 3 0,0 3 0,0 7 0,0 4 0,0 4 0,0 2 0,-6 0-111,0-1 1,-5 5 110,5-4 0,-2 1 0,3-12 0,1 3 0,-8-10 0,9 9 0,-3-13 0,4-1 0,2-2 0,0 2 0,0-6 0,-6 8 0,1-5 0</inkml:trace>
  <inkml:trace contextRef="#ctx0" brushRef="#br1" timeOffset="62">13182 16385 8912,'-6'-19'0,"-2"-2"0,1-2 0,-1 2 0,4 2 0,1 4 0,-3 3 0,2-1 0,-6 5 0,1 1 0,-1-1 0,-1 2 0,-6 6 0,-1 0 0,1 0 0,-2 8 0,-4 3 0,2 5 0,-8 1 0,3 8 0,-5 1 0,4 3 0,2 0 0,-3-1 0,5 7 0,6-7 0,7-1 0,2-2 0,5-4 0,1 0 0,2 2 0,7-6 0,5 0 0,11 0 0,5-5 0,5-3 0,1 3 0,1-6 0,-1 5 0,-5-5 0,-1 5 0,1-1 0,4 3 0,-5-1 0,-5 1 0,-4 0 0,-1-1 0,-9 3 0,-3-3 0,-4 3 0,-2 2 0,-2 6 0,-4 0 0,-5 0 0,-12-6 0,4 0 0,-4 0 0,-2-5 0,2-1 0,2 1 0,2-3 0,2-1 0,-1-8 0,7 0 0,-1 0 0,9 0 0,-5-8 0,8-3 0,8-6 0,3-6 0,6 2 0,6-8 0,4 0 0,7-5 0</inkml:trace>
  <inkml:trace contextRef="#ctx0" brushRef="#br1" timeOffset="63">13268 16626 8912,'15'-17'0,"-3"-1"0,1 1 0,-7 0 0,0 0 0,-6 0 0,0-1 0,-8 9 0,-4 3 0,-1 6 0,2 6 0,1-2 0,4 7 0,4 1 0,-3 5 0,3 0 0,2 0 0,0 0 0,0 1 0,0-1 0,0-6 0,0 1 0,2-8 0,3 1 0,-1-3 0,8-2 0,-7 0 0,7 0 0,-3-7 0,5-5 0,-3-3 0,3-2 0,-5-1 0,3 1 0,-3 0 0,3 0 0,-3 5 0,-3 1 0,-4 5 0,4-5 0,3 7 0,-7-4 0,8 8 0,-5 0 0,-1 6 0,6 2 0,-3 1 0,7-5 0,-5 11 0,9-13 0,-1 4 0,0-4 0,-6-4 0,1-4 0,-1 2 0,7-7 0,-7 5 0,1-5 0,-7 5 0,5-6 0,-1 1 0,1 1 0,-6-5 0,3 11 0,-7-7 0,0 7 0,0-4 0,0 8 0,8 0 0,-6 0 0,13 8 0,-5 2 0,7 7 0,0 0 0,1 0 0,-1-1 0,0-3 0,0-2 0,0-7 0,1 2 0,-1-4 0,0-2 0,0 0 0,0-2 0,1-4 0,-3-3 0,-4-9 0,3 1 0,-9-2 0,-1-2 0,-2-2 0,-2 0 0,0 6 0,0-2 0,0-4 0,0 10 0,0-5 0,0 13 0,-2-9 0,-3 9 0,3-1 0,-6 8 0,8 4 0,0 3 0,0 8 0,2-1 0,2-3 0,1-2 0,1-5 0,-6 6 0,0-7 0,0 7 0,2-6 0,4 5 0,-4 0 0,4 7 0,-5-1 0,-1 0 0,0 2 0,0 4 0,0-2 0,0 8 0,0 1 0,0 10 0,0-3 0,0 3 0,0 2 0,0-2 0,0-2 0,0-2 0,0-1 0,0-1 0,0-7 0,0-4 0,0-4 0,0-2 0,-7-7 0,5-3 0,-12-9 0,9-3 0,-7-11 0,7-6 0,-3-9 0,2 2 0,4-9 0,-3-2 0,3-2 0,2 2 0,0 4 0,0-5 0,0 5 0,0 2 0,7 1 0,5 5 0,3-5 0,10 6 0,2-7 0</inkml:trace>
  <inkml:trace contextRef="#ctx0" brushRef="#br1" timeOffset="64">13595 17606 8912,'-19'0'0,"-2"0"0,0-2 0,5-4 0,14 2 0,14-7 0,5-1 0,6 3 0,4-5 0,7 9 0,-5-7 0,0 7 0,-3-7 0,3 6 0,2 1 0,-8 5 0,-2 0 0,-2 0 0,-2 7 0,0 5 0,-5 3 0,-1 2 0,-7 2 0,2 4 0,-4-2 0,-2 8 0,-6 0 0,0 5 0,-7 0 0,1 1 0,-3-1 0,-2 0 0,-2-3 0,-4 3 0,4-9 0,-4 10 0,4-7 0,1 1 0,1-2 0,0-4 0,5-10 0,1 4 0,7-11 0,-2 2 0,12-8 0,4 0 0,7 0 0,2-2 0,4-4 0,-2 2 0,8-5 0,-1-1 0,-1 0 0,6 5 0,-5-7 0,3 3 0,-2-3 0,-3-3 0,-3 4 0,-4 1 0,4-2 0,-4 1 0,-1 1 0,-9-5 0,5 11 0,-9-7 0,1 5 0,-6-5 0,0 7 0,-8-11 0,-1 5 0</inkml:trace>
  <inkml:trace contextRef="#ctx0" brushRef="#br1" timeOffset="65">13715 17898 8912,'0'-17'0,"2"2"0,4 3 0,4-3 0,9 3 0,2-3 0,2-2 0,5 0 0,-5 0 0,2 5 0,-2 1 0,-4 5 0,4-6 0,-4 7 0,-2-7 0,1-1 0,-9-2 0,-1-3 0</inkml:trace>
  <inkml:trace contextRef="#ctx0" brushRef="#br1" timeOffset="66">13406 17348 8912,'0'17'0,"0"0"0,0-7 0,0-3 0,7-7 0,3-1 0,-1-5 0,7-4 0,-5-7 0,2 0 0,-1 0 0,3-6 0,-3 0 0,1-6 0,0 4 0,-1 1 0,1-1 0,-5-4 0,-2 6 0,1-6 0,-1 7 0,0-1 0,-4 5 0,4 1 0,-5 8 0,9 1 0,-4 8 0,-2 8 0,7 3 0,0 12 0,7 4 0,1 1 0,4 1 0,-4-8 0,4 2 0,2 2 0,-2-2 0,5 0 0,-5-6 0,2-6 0,-2 1 0,-4-1 0,14 6 0,-7 1 0</inkml:trace>
  <inkml:trace contextRef="#ctx0" brushRef="#br1" timeOffset="67">13612 17984 8912,'12'6'0,"-1"-1"0,-7 1 0,11-6 0,-3 0 0,3 0 0,2 0 0,0 0 0,1-4 0,-1-7 0,8-1 0,3-10 0,-1 1 0,2 0 0,-1-2 0,-1 2 0,6 1 0,-14-4 0,6-3 0</inkml:trace>
  <inkml:trace contextRef="#ctx0" brushRef="#br1" timeOffset="68">15316 17382 8912,'-6'-17'0,"0"0"0,1 0 0,3 1 0,-2 3 0,-2 2 0,-2 7 0,3-2 0,-5 6 0,-7 6 0,0 7 0,-1 8 0,-6 14 0,-7 14 0,-5 10 0,-4 10 0,-6 13 0,5 4 0,-1 2 0,24-40 0,0 0 0,0-2 0,2-1 0,-11 39 0,14-5 0,7-10 0,8-14 0,9-7 0,14-10 0,11-11 0,8-14 0,8-7 0,7-6 0,4-6 0,2-11 0,-2-12-275,-3-11 1,-9-4 0,1-7 0</inkml:trace>
  <inkml:trace contextRef="#ctx0" brushRef="#br1" timeOffset="69">15694 17640 8912,'2'-17'0,"2"-2"0,2-2 0,-2-2 0,-1 0 0,1 6 0,2 0 0,2 1 0,-3 5 0,-1 3 0,6 12 0,-3 8 0,-1 7 0,-6 15 0,6 8 0,0 4 0,-1 2 0,-5-3 0,0 5 0,0-4 0,0-2 0,0 2 0,-2-2 0,-3 2 0,1-4 0,-8-8 0,-1-7 0,-10-4 0,-4-4 0,-7-2 0</inkml:trace>
  <inkml:trace contextRef="#ctx0" brushRef="#br1" timeOffset="70">15522 17915 8912,'0'-17'0,"0"0"0,0 5 0,0 1 0,8 5 0,3-5 0,12 7 0,6-2 0,11 4 0,6 2 0,9 0 0,3 0 0,7-2 0,-2-3 0,-4 1 0,-1-8-118,-13 1 1,-2-14-1,-9-2 1</inkml:trace>
  <inkml:trace contextRef="#ctx0" brushRef="#br1" timeOffset="71">16090 17485 8912,'-9'0'0,"1"0"0,8 10 0,0 7 0,0 2 0,0 10 0,0 0 0,0 5 0,6 0 0,-1 1 0,3-1 0,-2 1 0,-4-1 0,3 0 0,-3 1 0,-2-1 0,0-7 0,0-4 0,0-4 0,0-2 0,0-7 0,0 5 0,0-21 0,0 0 0,2-9 0,4-8 0,5-9 0,12-8 0,-3-1 0,2 7 0,-2 7 0,-3 4 0,0 1 0,0 2 0,0 5 0,1 9 0,-1 1 0,0 5 0,0 5 0,0 5 0,1-1 0,1 7 0,4-5 0,3 3 0,9-3 0,-1 2 0,1-7 0,-3 0 0,-3-6 0,7 0 0,-7 0 0,2-6 0,-9 0 0,-8-7 0,3 2 0,-5-5 0,-1-1 0,-3 0 0,-10 0 0,-4 1 0,-5 5 0,-7-2 0,-5 7 0,2-6 0,-7 7 0,5-1 0,-6 6 0,8 2 0,-2 4 0,4 5 0,2 4 0,5 4 0,1 4 0,7-4 0,-2 4 0,4-3 0,4-3 0,4 0 0,5 0 0,7 0 0,5 0 0,3-7 0,9-2 0,-1-3 0,1 1 0,-1 0 0,0-6 0,-5-2 0,0-4 0,-8 2 0,2-7 0,-4-1 0,-8-3 0,1 4 0,-8-5 0,3 15 0,-7-7 0,0 8 0,-2 8 0,-1 3 0,-3 4 0,0 2 0,6 1 0,-2-3 0,-4-4 0,5 5 0,-5-5 0,4-3 0,2-1 0,0-8 0,0-5 0,6-4 0,-1-7 0,9 0 0,-3 0 0,5-2 0,1-4 0,0 5 0,0 1 0,0 2 0,1 9 0,-1-5 0,0 5 0,0 4 0,0 6 0,1 6 0,-1 7 0,0 8 0,0 3 0,-5 5 0,-1 1 0,1 0 0,-3 1 0,7-1 0,-7 1 0,8-1 0</inkml:trace>
  <inkml:trace contextRef="#ctx0" brushRef="#br1" timeOffset="72">18534 17692 8912,'-17'7'0,"7"5"0,4 9 0,4 4 0,2 1 0,0 5 0,0 1 0,0 3 0,0-1 0,0-1 0,0-5 0,0 3 0,0-8 0,-2-4 0,-3-6 0,1-5 0,-8-8 0,1-15 0,-6-4 0</inkml:trace>
  <inkml:trace contextRef="#ctx0" brushRef="#br1" timeOffset="73">18379 17554 8912,'-8'-27'0,"4"-3"0,-7 7 0,7 8 0,-2 7 0,12 8 0,6 8 0,11 3 0,3-1 0,9 1 0,1-7 0,4 2 0,-3-4 0,20-2 0,-4 0 0</inkml:trace>
  <inkml:trace contextRef="#ctx0" brushRef="#br1" timeOffset="74">19188 17468 8912,'-18'-2'0,"1"-3"0,-6 3 0,0-4 0,0 4 0,6 4 0,0 4 0,0 5 0,0 4 0,-1 3 0,1 1 0,0 4 0,5 1 0,1 5 0,7 2 0,-2-6 0,5-1 0,1 1 0,0 4 0,0-6 0,7 0 0,5-6 0,3 0 0,2 0 0,2 6 0,4 0 0,-4 0 0,4-6 0,-4 0 0,-1 1 0,-1-7 0,0 1 0,-2-1 0,-3 6 0,-6 0 0,-5-5 0,-1-1 0,-1-1 0,-5 1 0,-9-1 0,-10-6 0,-2 1 0,-4-1 0,-3-4 0,-6-5 0,3-5 0,-12-15 0,5-2 0</inkml:trace>
  <inkml:trace contextRef="#ctx0" brushRef="#br1" timeOffset="75">20788 17399 8912,'-6'-11'0,"1"0"0,-3 7 0,4 2 0,-2 9 0,3 11 0,1 16 0,2 2 0,0 6 0,0 6 0,0 0 0,0-2 0,0 1 0,0-6 0,0 6 0,0-1 0,0-10 0,0-3 0,0-6 0,0-6 0,0-8 0,0-1 0,-8-9 0,0-5 0,-3-15 0,-4-8 0,5-9 0</inkml:trace>
  <inkml:trace contextRef="#ctx0" brushRef="#br1" timeOffset="76">20650 17399 8912,'10'-1'0,"-4"-5"0,3 4 0,7-6 0,7 8 0,7 8 0,-1 1 0,5 3 0,6-1 0,-1 1 0,6 5 0,-12 0 0,1 0 0,-11 1 0,0-1 0,-11 6 0,-6 0 0,-14 5 0,-11-3 0,-12 0 0,-7 0 0,-12 0 0,-1-2 0,5-12 0,-6 1 0,4-1 0,-3-1 0</inkml:trace>
  <inkml:trace contextRef="#ctx0" brushRef="#br1" timeOffset="77">20530 17245 8912,'-25'0'0,"6"0"0,-4 0 0,10 0 0,1 0 0,10-6 0,2 0 0,10-7 0,13 1 0,2-3 0,3-2 0,5 0 0,-5 0 0,5-6 0,1 0 0,-5-6 0,0 6 0,-8-6 0,2 7 0,-4 1 0,-2 1 0,-7 3 0,5 0 0,-13 8 0,5 3 0,-7 13 0,0 11 0,0 6 0,0 11 0,0 1 0,2 2 0,4 2 0,6-1 0,3-3 0,2-2 0,0 5 0,1-5 0,-7 4 0,0-9 0,1-4 0,5-2 0,0-4 0,1-10 0,-1-1 0</inkml:trace>
  <inkml:trace contextRef="#ctx0" brushRef="#br1" timeOffset="78">21270 17967 8912,'-10'-8'0,"5"-3"0,1-3 0,0 1 0,-2 2 0,2-3 0,3 8 0,1 6 0,0 14 0,0 9 0,-2 5 0,-4-5 0,4 8 0,-4-2 0,4-5 0,2-1 0,0-2 0,0 2 0,0-4 0,0 6 0,0-8 0,0-17 0,0-11 0,0-6 0,0-12 0,0 0 0,0-5 0,6-6 0,0 0 0,5-2 0,-3 4 0,0-1 0,-1 7 0,5-1 0,-7 10 0,9 1 0,-5 12 0,9 4 0,-7 14 0,0 9 0,-1 8 0,3 9 0,-3 3 0,-2 3 0,5-2 0,-1 8 0,-3-8 0,3 2 0,-3-6 0,3-5 0,-3 2 0,-3-8 0,-4 0 0,4-6 0,-5-6 0,-1 1 0,0-9 0,-1 3 0,-3-13 0,-2-11 0,-15-6 0,2-11 0</inkml:trace>
  <inkml:trace contextRef="#ctx0" brushRef="#br1" timeOffset="79">21201 18018 8912,'-17'0'0,"0"0"0,-1 0 0,9 0 0,11 0 0,15-1 0,10-5 0,15 2 0,8-8 0,5-1 0,0-2 0,7-2 0,-1-8 0,8-2 0</inkml:trace>
  <inkml:trace contextRef="#ctx0" brushRef="#br1" timeOffset="80">22148 17399 8912,'-12'6'0,"1"0"0,-3-2 0,-1-2 0,-2-2 0,5 0 0,1 0 0,7 0 0,-4 0 0,10 0 0,4 0 0,9 0 0,10-2 0,4-2 0,7-2 0,0-5 0,10 5 0,-2-2 0,2 3 0,2 3 0,-8-4 0,0 4 0,-5 2 0,-8 0 0,-5 0 0,-4 2 0,-7 4 0,-5-2 0,-12 7 0,-11-7 0,-17 19 0,-10-4 0</inkml:trace>
  <inkml:trace contextRef="#ctx0" brushRef="#br1" timeOffset="81">21958 17829 8912,'-11'6'0,"-1"0"0,9-1 0,-5-5 0,12 0 0,5 0 0,8 0 0,14-7 0,3-5 0,9-3 0,8-2 0,1 0 0,-1 0 0,3-1 0,3 1 0,-3 2 0,3 3 0,-5-3 0,-6 4 0,2 3 0,-8 2 0,-8 4 0,-9 2 0,-4 0 0,-9 8 0,-10 2 0,-17 7 0,-10 0 0</inkml:trace>
  <inkml:trace contextRef="#ctx0" brushRef="#br1" timeOffset="82">23369 17485 8912,'0'-17'0,"-2"2"0,-1 2 0,-3 1 0,2-1 0,2 7 0,2 6 0,0 11 0,0 10 0,2 8 0,4 4 0,-2 9 0,5 3 0,-1 5 0,-4 2 0,0-1 0,-1-1 0,3-2 0,-2-2 0,-2-8 0,-2 2 0,-8-6 0,-5-5 0,-6-6 0,-4-4 0,-6-9 0,6-5 0,-8-5 0,3-5 0,3-13 0,0-8 0</inkml:trace>
  <inkml:trace contextRef="#ctx0" brushRef="#br1" timeOffset="83">23301 17434 8912,'0'-25'0,"1"12"0,5-5 0,-4 5 0,13 4 0,-3 3 0,3 4 0,2 2 0,8 0 0,4 0 0,-2 8 0,1 3 0,-5 4 0,6 2 0,-8 1 0,2-1 0,-4 6 0,-4 0 0,-3-2 0,-6-2 0,-4 4 0,-2 0 0,-4 0 0,-8-6 0,-1 6 0,-18 0 0,-3 0 0,-4 1 0,-8-6 0,6-1 0,-8 0 0,4-7 0,-8 7 0</inkml:trace>
  <inkml:trace contextRef="#ctx0" brushRef="#br1" timeOffset="84">23111 17193 8912,'-11'0'0,"-1"0"0,8 0 0,-11 0 0,13 0 0,-3 0 0,10 0 0,9 0 0,7 0 0,7 0 0,5-6 0,1 1 0,1-9 0,-1 3 0,1-4 0,-1-3 0,-2 1 0,-3 0 0,2 0 0,-8-2 0,-2-2 0,-2-2 0,-8 6 0,1 5 0,-8 8 0,3-3 0,-7 7 0,0 9 0,0 8 0,0 10 0,0 6 0,2 1 0,2 0 0,2 1 0,1-1 0,-1 1 0,4-1 0,7 0 0,-6 1 0,1-1 0,-1 0 0,7 1 0</inkml:trace>
  <inkml:trace contextRef="#ctx0" brushRef="#br1" timeOffset="85">24109 17864 8912,'-17'0'0,"0"0"0,0 0 0,1 2 0,5 3 0,3 5 0,8 7 0,0 2 0,0 4 0,6-2 0,0 8 0,7-6 0,-1 5 0,-3-5 0,3 6 0,-7-8 0,5 2 0,-2-4 0,-5-2 0,-1 0 0,-2-7 0,-7-2 0,-1-10 0,-3-4 0,-3-9 0,8-8 0,-5-6 0,5 6 0,1-7 0,5 1 0,0-2 0,0 3 0,0-3 0,0 8 0,0-5 0,0 5 0,1-2 0,5 2 0,-2 4 0,7-4 0,1 6 0,5 3 0,0 3 0,1-3 0,1 7 0,4 1 0,-4 4 0,4 2 0,-4 0 0,-2 0 0,-2 8 0,-3 3 0,1 5 0,-7 1 0,-2 0 0,-2 0 0,-2 0 0,0 0 0,-8 1 0,-3-1 0,-5 0 0,-1 0 0,-6 0 0,0 1 0,0-7 0,6 1 0,0-3 0,0 4 0,-1-3 0,1-2 0,8 5 0,1-11 0,8 13 0,9-7 0,9 3 0,-1 3 0,6-9 0,2 9 0,-2-3 0,-2 5 0,-2 1 0,-2 0 0,0 0 0,-7 0 0,-4 1 0,1-1 0,-1 0 0,-2-6 0,-10 1 0,-4-1 0,-7 5 0,-2-3 0,-4-2 0,4-7 0,-4 2 0,2 2 0,-2-3 0,4 1 0,-4-15 0,12-9 0,3-6 0,8-11 0,15-15 0,4-3 0</inkml:trace>
  <inkml:trace contextRef="#ctx0" brushRef="#br1" timeOffset="86">24643 17210 8912,'25'-34'0,"1"0"0,9-1 0,7 7 0,4-1 0,-4 10 0,-2 2 0,-4 1 0,-1 11 0,-7-1 0,1 6 0,-8 7 0,2 5 0,-9 11 0,-5 6 0,-1 3 0,-4 2 0,-3 1 0,-1-1 0,0 1 0,0-1 0,-5 2 0,-1 4 0,-7-3 0,1 3 0,-3-4 0,-2-2 0,-2 7 0,-3 1 0,0 0 0,0 0 0,3 0 0,2-2 0,2-4 0,3 4 0,-3-4 0,6-1 0</inkml:trace>
  <inkml:trace contextRef="#ctx0" brushRef="#br1" timeOffset="87">24884 18122 8912,'-17'7'0,"5"-3"0,1 7 0,7-7 0,-12 4 0,15 0 0,-7-5 0,8 9 0,2-8 0,4 1 0,3-3 0,8-2 0,-5 0 0,-1 0 0,-7 0 0,4-7 0,-8 3 0,0-8 0,0 9 0,0-7 0,0 4 0,0 2 0,0-7 0,0 7 0,15-19 0,4 4 0</inkml:trace>
  <inkml:trace contextRef="#ctx0" brushRef="#br1" timeOffset="88">25503 16419 8912,'17'-24'0,"1"-3"0,1 0 0,4 4 0,9 6 0,8 7 0,1 12 0,1 14 0,7 18 0,9 18 0,5 13-85,-6 9 0,-31-27 1,-4 4-1,-3 0 1,-4 3-1,-2 6 0,-3 4 85,-2 6 0,-2 3 0,-3 2 0,-2 1-295,-6 4 1,-2 0-1,-2 0 1,-5-1 294,-7-7 0,-4-1 0,2 1 0,-2-2 0,-5-4 0,-3-1 0,-1 3 0,-2-2 0,-4-2 0,-1-2 0,1 2 0,0 0 0,-2-1 0,-2-2 0,-3 3 0,-2-2 0,-2 1 0,-3-1 0,-3 2 0,-2 0 0,-1-1 0,-1 0 0,-1-3 0,0-2 0,38-34 0</inkml:trace>
  <inkml:trace contextRef="#ctx0" brushRef="#br0" timeOffset="89">10738 4745 8912,'-17'0'0,"0"0"0,0 0 0,-1 0 0,1-2 0,0-3 0,2 1 0,3-8 0,6 3 0,12-3 0,-2 3 0,7 3 0,-7 4 0,12-5 0,-14 7 0,5 0 0,-7 0 0,0 0 0,0 7 0,0 5 0,0 3 0,0 2 0,0 2 0,0 4 0,0 4 0,0 7 0,0 8 0,0 4 0,-6 4 0,1 1 0,-1 1 0,6 0 0,0-3 0,0-3 0,0 4 0,0-4 0,0 3 0,0 3 0,0-2 0,-2-3 0,-2-1 0,-2 2 0,1 0 0,5-3 0,0 3 0,0-8 0,-6 8 0,0-2 0,1 4 0,5 1 0,0 1 0,0-1 0,0 1 0,0 0 0,0-1 0,0 1 0,0-3 0,0-3 0,0 4 0,0-2 0,0 3 0,0 1 0,0 3 0,0-9 0,0 6 0,0 5 0,0 2 0,0 4 0,0-4 0,0-7 0,0 1 0,0 5 0,-2-5 0,-4 5 0,4-11 0,-4-1 0,4-2 0,2 2 0,6 7 0,0-7 0,5 8 0,-5-8 0,5-2 0,-5 3 0,-2 3 0,-2 0 0,4 11 0,-1-10 0,1 12 0,-6 0 0,0 4 0,0 2 0,0 0 0,0 0 0,0-6 0,0 0 0,0-8 0,0 2 0,6-11 0,0-6 0,1-3 0,-3-1 0,2 2 0,-2 2 0,3 0 0,-1-5 0,0 7 0,-6 4 0,0-2 0,0 0 0,0 0 0,0-1 0,0 3 0,0 6 0,0-8 0,0-4 0,2 2 0,2-2 0,1 0 0,-1 2 0,-2 0 0,-2 4 0,6 4 0,-1-4 0,1 3 0,-6 3 0,0-1 0,0 1 0,0-6 0,0 0 0,0 0 0,0 5 0,0-5 0,0 0 0,0-6 0,0 6 0,0 2 0,0 1 0,0 1 0,0-4 0,0 3 0,0-3 0,0 6 0,0 5 0,0-5 0,0 1 0,0-5 0,0 0 0,0-4 0,0 2 0,0-6 0,0 6 0,0-8 0,0 2 0,0 2 0,0-2 0,0 0 0,0-5 0,0-1 0,0 0 0,-2 6 0,-3 1 0,3 1 0,-4-2 0,4-4 0,2 4 0,-2 4 0,-2 0 0,-1 2 0,1 0 0,2-6 0,2 6 0,0-8 0,0 2 0,-6-4 0,0-1 0,1-1 0,5 0 0,-6 1 0,0-3 0,0-1 0,-1-3 0,3-1 0,-8 2 0,9 3 0,-3-3 0,4 3 0,2 3 0,0-1 0,0 1 0,0 5 0,0 0 0,0 0 0,0 2 0,0-6 0,0 4 0,0-1 0,0 1 0,0-10 0,0 5 0,0-5 0,0 5 0,0-1 0,0 0 0,0-5 0,0 0 0,0-1 0,0 7 0,0-1 0,0 1 0,-2-1 0,-2 2 0,-2 2 0,3 3 0,-5 4 0,2-4 0,-1-1 0,1-6 0,4 0 0,-4 1 0,2-1 0,-1 1 0,3-9 0,-4-1 0,4-2 0,2 0 0,-6 6 0,1-6 0,-1 5 0,6-5 0,0 6 0,-2-4 0,-2 1 0,-2 5 0,1-4 0,5 1 0,0-5 0,0 6 0,0-8 0,0 2 0,-6 2 0,0-2 0,2-2 0,2-2 0,2-2 0,0 0 0,0 2 0,0 4 0,0-2 0,0 8 0,0-6 0,0 5 0,0-1 0,0 4 0,0-3 0,0 3 0,0 0 0,0-3 0,0 3 0,0-8 0,0 5 0,0-3 0,0 0 0,0 0 0,0 3 0,0-5 0,0 2 0,0-2 0,0-2 0,0 8 0,0-6 0,0 4 0,0-3 0,0-3 0,0 4 0,0-2 0,0 0 0,0-6 0,0 0 0,0 1 0,0 5 0,0-1 0,6 1 0,0-5 0,-2-1 0,-2 0 0,-2 0 0,0 0 0,0 2 0,0 4 0,0-4 0,0 4 0,0-3 0,0-3 0,0 0 0,0 0 0,0 0 0,0 0 0,0 1 0,0-1 0,0 0 0,0 0 0,0 0 0,0 1 0,0-1 0,0 0 0,0 0 0,0 0 0,0 1 0,0-1 0,0 0 0,0-6 0,0 1 0,0 1 0,0 3 0,0 1 0,0-6 0,0 1 0,0-1 0,0 6 0,0 1 0,0-1 0,0 0 0,0-6 0,2 1 0,3 1 0,-3-3 0,4 1 0,-4-5 0,-2 5 0,0-7 0,0 4 0,0-8 0,0 0 0,0 8 0,0-7 0,0 7 0,0-8 0,-8 0 0,6 0 0,-5 0 0,7 0 0,0 0 0,0 8 0,7-6 0,5 3 0,3-10 0,2-13 0,1-8 0</inkml:trace>
  <inkml:trace contextRef="#ctx0" brushRef="#br0" timeOffset="90">10205 16712 8912,'-17'0'0,"-1"0"0,3-2 0,2-2 0,1-2 0,10-5 0,2 5 0,8-2 0,9 5 0,0-3 0,1 2 0,1 2 0,2 2 0,4 0 0,1 0 0,-3 0 0,6 0 0,-2 0 0,1 0 0,-3 0 0,-8 0 0,1 0 0,-1 0 0,0 0 0,0 0 0,-7 8 0,3 1 0,-7 9 0,-2 1 0,-10 4 0,-4 3 0,-7 9 0,-6 1 0,0 4 0,-7-2 0,1 8 0,-3-6 0,-1 4 0,3-2 0,1-4 0,2-3 0,-2-6 0,6-5 0,12-6 0,-2-7 0,7 0 0,0-7 0,6 4 0,10-8 0,7 0 0,2-2 0,10-4 0,1 2 0,10-7 0,-1 5 0,5-5 0,0-1 0,0 3 0,-6-1 0,2 5 0,-2 3 0,2-4 0,-9 2 0,3-2 0,-11 4 0,0-3 0,-9 3 0,-3 2 0,-9 0 0,-2 0 0,-8-2 0,-9-4 0,-8-3 0,-1-9 0</inkml:trace>
  <inkml:trace contextRef="#ctx0" brushRef="#br0" timeOffset="91">10256 17124 8912,'-9'0'0,"-6"0"0,13-2 0,-4-3 0,19 1 0,10-8 0,10 1 0,7-6 0,4 0 0,7-1 0,9 1 0,3 0 0,-6 2 0,-5 3 0,-10-3 0,-13 4 0,-5-5 0,-14-9 0,-2-1 0</inkml:trace>
  <inkml:trace contextRef="#ctx0" brushRef="#br0" timeOffset="92">9964 16574 8912,'-17'0'0,"-1"-7"0,1-5 0,0-3 0,0-2 0,7 5 0,4 1 0,5 7 0,1-4 0,1 6 0,5-3 0,-2 1 0,8-8 0,-1 1 0,6-6 0,6-1 0,0 1 0,8-6 0,-3 0 0,5-7 0,1 1 0,-5-3 0,0-3 0,-8 7 0,2-1 0,0 2 0,-4 1 0,-6 6 0,-3 7 0,-5 9 0,1-2 0,0 14 0,-2 11 0,-2 14 0,3 3 0,1 10 0,9-2 0,3 2 0,1-2 0,9-4 0,1-4 0,5 4 0,9-11 0,0-4 0,9-8 0</inkml:trace>
  <inkml:trace contextRef="#ctx0" brushRef="#br0" timeOffset="93">9035 17348 8912,'15'-17'0,"-4"-2"0,-5-2 0,-4-2 0,-4 2 0,-4 2 0,-5 1 0,-4 1 0,-5 8 0,-1 3 0,-3 4 0,-3 2 0,4 2 0,-6 6 0,0 9 0,3 9 0,-7 11 0,5 9 0,1 7 0,0 20 0,0 5 0,0 8 0,14-38 0,0 1 0,-2 0 0,1 0 0,-11 44-320,8-1 0,7 2 320,5-3 0,3-3 0,2-13 0,2-8 0,3-16 0,7-7 0,11-2 0,5-4 0,5-3 0,1-7 0,1-16 0,5 1 0,0-7 0,0 0 0</inkml:trace>
  <inkml:trace contextRef="#ctx0" brushRef="#br0" timeOffset="94">9035 17829 8912,'11'-17'0,"0"0"0,-7 0 0,2 0 0,-4-1 0,-2 9 0,0 1 0,-6 16 0,0 3 0,1 12 0,5 6 0,-2 3 0,-4 3 0,4 1 0,-4 4 0,-1-2 0,1 8 0,0-8 0,6 2 0,-5-3 0,-1-3 0,0 1 0,-2-1 0,7-2 0,-5-3 0,4-4 0,2-8 0,0 0 0,0-7 0,0-3 0,8-22 0,1-4 0</inkml:trace>
  <inkml:trace contextRef="#ctx0" brushRef="#br0" timeOffset="95">9362 17778 8912,'-18'0'0,"1"0"0,8 0 0,1 9 0,8 8 0,0 3 0,0 8 0,0 3 0,0 1 0,6 3 0,-1-1 0,1 8 0,-6 4 0,6-2 0,0 2 0,-1-2 0,-5 1 0,-5-2 0,-1-9 0,-8 0 0,-3-7 0,-10-2 0</inkml:trace>
  <inkml:trace contextRef="#ctx0" brushRef="#br0" timeOffset="96">8914 18190 8912,'0'18'0,"8"-9"0,3-3 0,6-4 0,6-2 0,4-8 0,8-3 0,9-5 0,7-1 0,7-6 0,5 0 0,-6 2 0,4-5 0,0-1 0</inkml:trace>
  <inkml:trace contextRef="#ctx0" brushRef="#br0" timeOffset="97">9516 18139 8912,'-26'27'0,"3"-6"0,5-6 0,7-4 0,-2 1 0,7 5 0,0 2 0,6 2 0,2 2 0,4-2 0,-2-2 0,7-2 0,1-5 0,5-1 0,0-7 0,0 2 0,0-4 0,1-2 0,-1 0 0,-6-6 0,1 0 0,-8-7 0,1 1 0,-3-3 0,-2-2 0,0-6 0,0 0 0,0 0 0,0 6 0,-6 0 0,1 0 0,-7 5 0,7 1 0,-3 1 0,2-1 0,4-5 0,-5 7 0</inkml:trace>
  <inkml:trace contextRef="#ctx0" brushRef="#br0" timeOffset="98">10170 17950 8912,'-17'0'0,"0"0"0,0 0 0,5 0 0,1 0 0,7 0 0,-4-2 0,8-4 0,0 4 0,0-6 0,0 7 0,0-5 0,0 4 0,0-8 0,0 5 0,0 3 0,0-14 0,0 15 0,0-9 0,0 4 0,0 4 0,0-5 0,0 5 0,0-4 0,0 4 0,0-6 0,0 8 0,0 0 0,0-7 0,0 5 0,-5-8 0,-1 5 0,0 1 0,6-8 0,0 7 0,0-7 0,0 8 0,0-3 0,0 9 0,0 3 0,0 11 0,0 10 0,0 5 0,0 5 0,0 4 0,0 0 0,-6 6 0,1 12 0,-3-5 0,2 4 0,2-9 0,-7-2 0,7-15 0,-2-3 0,-3-7 0,-1-4 0</inkml:trace>
  <inkml:trace contextRef="#ctx0" brushRef="#br0" timeOffset="99">9843 18104 8912,'-2'-11'0,"-1"-1"0,-3-1 0,0-2 0,14 3 0,3 1 0,12 7 0,6-2 0,-2-1 0,1-1 0,3-2 0,9-1 0,4-6 0</inkml:trace>
  <inkml:trace contextRef="#ctx0" brushRef="#br0" timeOffset="100">10222 17984 8912,'-8'10'0,"6"-3"0,-13-7 0,13 0 0,2 0 0,12 0 0,3 0 0,2 0 0,0 6 0,1 0 0,-7 5 0,1-3 0,-1 1 0,-1 5 0,-3-5 0,-7 3 0,0-1 0,0 6 0,0 1 0,0-1 0,0-6 0,0 1 0,0-7 0,0 7 0,-2-8 0,-3 1 0,3-5 0,-4-5 0,4-5 0,8-7 0,-1 0 0,3 0 0,-2-1 0,-2 7 0,7-1 0,-5 7 0,5-5 0,3 3 0,-5-1 0,3 2 0,-8 4 0,11-5 0,-11 7 0,7 0 0,-7 0 0,6 0 0,-5 0 0,-1 5 0,6 3 0,-3 2 0,1-5 0,-2 7 0,-4-8 0,7 9 0,-3-7 0,-4 1 0,4-1 0,-3-4 0,3 4 0,-2-4 0,7-2 0,-5 0 0,6 0 0,-7-2 0,7-4 0,-8 4 0,11-6 0,-13 1 0,13 5 0,-11-6 0,7 8 0,3 0 0,-5 0 0,3 0 0,-1 6 0,7 0 0,-1-1 0,0-5 0,0 0 0,0 0 0,1 0 0,-1 0 0,0 0 0,0-7 0,0-5 0,-7 5 0,-4-7 0,-12 9 0,-4-1 0,-7 8 0,0 3 0,0 7 0,0-3 0,-1 3 0,7-1 0,-1 7 0,9-1 0,-3 0 0,4 0 0,2 0 0,0 1 0,0-1 0,2-6 0,4 1 0,3-9 0,8 5 0,3-2 0,2 0 0,-2-3 0,3-8 0,3-5 0,1-7 0</inkml:trace>
  <inkml:trace contextRef="#ctx0" brushRef="#br0" timeOffset="101">11203 17795 8912,'15'-21'0,"-1"4"0,-3 1 0,0 1 0,5-2 0,-3 0 0,-1 0 0,-1 5 0,6 3 0,1 1 0,-7 2 0,0 8 0,3 4 0,-7 3 0,-1 10 0,-4 4 0,-2 6 0,0-2 0,0 1 0,0 1 0,0 5 0,-2-1 0,-4-4 0,3 3 0,-9-3 0,6-3 0,-5 3 0,1-6 0,-3 4 0,2-2 0,-1-2 0,-5-6 0</inkml:trace>
  <inkml:trace contextRef="#ctx0" brushRef="#br0" timeOffset="102">11203 18448 8912,'-10'0'0,"3"0"0,7 0 0,0 0 0,7-7 0,-3 5 0,8-4 0,-9 4 0,13-6 0,-7-1 0</inkml:trace>
  <inkml:trace contextRef="#ctx0" brushRef="#br0" timeOffset="103">11547 17090 8912,'0'-17'0,"2"0"0,4 1 0,5 5 0,4 13 0,3 17 0,-1 13 0,0 12 0,0 16 0,0 8 0,1 11 0,-3 12 0,-8-42 0,-1 2 0,1 2 0,-2 1 0,-3 1 0,0 0-273,1 2 0,-1 1 0,-1 1 1,-2 0 272,0-1 0,-3-1 0,-4 4 0,-3 0 0,-5 5 0,-3 0 0,-1-3 0,-2-2 0,-4 5 0,-3-2 0,-2-4 0,-1-1 0,-2 0 0,-1-2 0,-6-2 0,-2-1 0,0 0 0,0-1 0</inkml:trace>
  <inkml:trace contextRef="#ctx0" brushRef="#br0" timeOffset="104">18517 18586 8912,'0'17'0,"-2"0"0,-4-2 0,-6-3 0,5 3 0,-1-5 0,2 1 0,1 1 0,-3-3 0,4 5 0,-2-3 0,3 2 0,1 3 0,2 1 0,0 0 0,0-5 0,0-1 0,0-7 0,-8 3 0,6-7 0,-6-1 0,8-5 0,0-6 0,0-3 0,0-2 0,2-2 0,4-4 0,-2 4 0,7-4 0,1-2 0,5 2 0,-5 0 0,-1 6 0,2 0 0,3 0 0,1 7 0,0 4 0,0 4 0,1 2 0,-3 2 0,-4 4 0,5 11 0,-5 12 0,-1-2 0,-1 1 0,-1 3 0,-4 1 0,3 3 0,-1-1 0,0-5 0,-6-1 0,6-1 0,-1 2 0,1-4 0,-6-8 0,8-8 0,1-1 0</inkml:trace>
  <inkml:trace contextRef="#ctx0" brushRef="#br0" timeOffset="105">19067 18569 8912,'-27'0'0,"4"0"0,4 0 0,2 0 0,0 0 0,0 0 0,5 0 0,1 0 0,7 2 0,-2 3 0,4 7 0,4 3 0,4 2 0,-2 0 0,7 1 0,1-1 0,7 0 0,2 0 0,2 0 0,-2-5 0,-10-1 0,5-7 0,-5 2 0,4-4 0,3-2 0,-7 0 0,-1-2 0,-3-4 0,1-3 0,-2-9 0,-4 1 0,0 0 0,-8 0 0,-8 1 0,3 5 0,1-2 0,-1 7 0,-1-6 0,-5 5 0,0-3 0,0 6 0,7-3 0,3 7 0,7 0 0,0 0 0</inkml:trace>
  <inkml:trace contextRef="#ctx0" brushRef="#br0" timeOffset="106">19446 18723 8912,'-8'10'0,"4"-2"0,-5-7 0,-1 3 0,1 2 0,3 0 0,-4-4 0,1 1 0,-1 3 0,6 0 0,-3-6 0,7 0 0,0 0 0,0-8 0,0-1 0</inkml:trace>
  <inkml:trace contextRef="#ctx0" brushRef="#br0" timeOffset="107">19876 18792 8912,'-17'25'0,"0"-8"0,7-7 0,2-10 0,16 0 0,5 0 0,8 0 0,-1-16 0,4-3 0</inkml:trace>
  <inkml:trace contextRef="#ctx0" brushRef="#br0" timeOffset="108">20203 18844 8912,'0'9'0,"0"-1"0,2-8 0,4 0 0,-4-2 0,3-4 0,-3 4 0,6-21 0,1 4 0</inkml:trace>
  <inkml:trace contextRef="#ctx0" brushRef="#br0" timeOffset="109">19343 9525 8912,'5'-11'0,"3"-1"0,0-1 0,1-1 0,-1 1 0,1 3 0,1 3 0,1-7 0,5 3 0,-3-2 0,-1 1 0,-9 3 0,5 5 0,0-2 0,-6 0 0,7 6 0,-3-2 0,5-3 0,10 3 0,2-4 0,2 4 0,-2 2 0,4 0 0,7 0 0,1 0 0,-1 0 0,2 0 0,5 0 0,-5 0 0,4 0 0,-2 0 0,3 0 0,-5 0 0,4 0 0,-2 0 0,0 2 0,5 2 0,1 2 0,3-1 0,11-5 0,3 0 0,8 0 0,5 0-258,1 0 1,15 0 257,1 0 0,1 0 0,0 0 0,-4-5 0,-2-1 0,-6 0 0,1 6 0,-22 0 0,-4 0 0,-9 0 0,-7 0 0,-3 0 0,-2 0 0,-1 0 0,-5 0 0,3 0 0,-8 0 0,8-2 0,-3-4 0,-1 3 0,0-7 0,-2 1 0,-4-1 0,-2 6 515,-2-2-515,0-3 0,-7 7 0,-3-6 0,-7 8 0,0 0 0,-5 2 0,-1 4 0,-7 3 0,-12 9 0,-12-1 0</inkml:trace>
  <inkml:trace contextRef="#ctx0" brushRef="#br0" timeOffset="110">28274 8562 8912,'0'10'0,"0"-3"0,0-7 0,0 0 0,8 0 0,3 0 0,-1-5 0,3-1 0,4 0 0,4-1 0,8 3 0,-4-6 0,1 3 0,5 3 0,-4-4 0,0 2 0,-3 3 0,-3 1 0,-1-4 0,-3 0 0,0 2 0,-6 2 0,1 2 0,-8 2 0,2 4 0,-5 4 0,-1 7 0</inkml:trace>
  <inkml:trace contextRef="#ctx0" brushRef="#br0" timeOffset="111">28343 8889 8912,'-8'17'0,"6"0"0,-4 0 0,-3-7 0,7-2 0,8-16 0,11-3 0,13-10 0,5-2 0,-1 0 0,6 5 0,3-4 0,-3-1 0,-2 2 0,-2 2 0,-1 1 0,-1 1 0,-5 0 0,-1 0 0,-8 5 0,-3 1 0,0 7 0,-15-4 0,4 10 0,-12 4 0,-6 4 0,-3 3 0,-2 4 0,0-7 0,-1 13 0,1-14 0,0 8 0,6-3 0,-1 3 0,8-8 0,-11-1 0,5-8 0</inkml:trace>
  <inkml:trace contextRef="#ctx0" brushRef="#br0" timeOffset="112">29203 8081 8912,'10'-8'0,"-5"-3"0,-1 1 0,2-1 0,-4 5 0,4-6 0,-4 7 0,-2-7 0,0 8 0,0-3 0,0 7 0,7 7 0,3 3 0</inkml:trace>
  <inkml:trace contextRef="#ctx0" brushRef="#br0" timeOffset="113">29238 8253 8912,'0'53'0,"0"3"0,0 1 0,0 0 0,0-11 0,0 0 0,0-8 0,0 2 0,0-3 0,0-3 0,0-5 0,0-3 0,0-1 0,0-4 0,0-7 0,0-3 0,0-7 0,0 3 0,0-8 0,0-5 0,0-6 0,0-11 0,0-3 0,0-16 0,0-2 0</inkml:trace>
  <inkml:trace contextRef="#ctx0" brushRef="#br0" timeOffset="114">29134 8029 8912,'-7'-17'0,"3"6"0,-8-1 0,9 1 0,-3-7 0,4 1 0,2 0 0,0 0 0,8 0 0,3-1 0,12 9 0,6 3 0,3-1 0,3 1 0,-1 0 0,0 6 0,7 8 0,-1 3 0,0 4 0,-8 5 0,-3 1 0,-6 2 0,-6 7 0,-5-1 0,1-1 0,-7 7 0,-2-5 0,-10 10 0,-6-3 0,-11-3 0,-3 1 0,-9-1 0,1-2 0,-1-3 0,3-2 0,3-4 0,-1-6 0,7 0 0,0-2 0,6-9 0,-1-2 0,11-12 0,7-9 0,7-8 0,18-17 0,2-2 0</inkml:trace>
  <inkml:trace contextRef="#ctx0" brushRef="#br0" timeOffset="115">30098 7737 8912,'-2'-12'0,"-4"1"0,-5-2 0,-4-3 0,-3-1 0,1 6 0,0 1 0,0 2 0,0 12 0,-1 12 0,1 8 0,0 9 0,0 5 0,-1 14 0,7 9 0,0 8 0,-1 11 0,2 10 0,1 5 0,6-44 0,0 1 0,2 0 0,0-1 0,-2 0 0,-1 0 0,-2 44 0,0-9 0,0-9 0,6-14 0,8-10 0,4-7 0,3-15 0,2-3 0,6-7 0,0-4 0,8-7 0,-3-4 0,5-8 0,1-10 0,1-7 0,-1-15 0</inkml:trace>
  <inkml:trace contextRef="#ctx0" brushRef="#br0" timeOffset="116">30236 8064 8912,'-18'0'0,"3"-2"0,4-4 0,3 4 0,8-8 0,0 5 0,8-5 0,1 1 0,8 3 0,1 2 0,-1-2 0,0 4 0,0-3 0,0 3 0,1 2 0,-1 0 0,0 0 0,0 0 0,1 0 0,-7 6 0,0-1 0,-1 9 0,1-3 0,-3 6 0,-8 6 0,0-2 0,0 8 0,-8 5 0,-3 6 0,-4 6 0,-2-4 0,-1 2 0,1 4 0,-6-6 0,0-2 0,2 2 0,10-2 0,-3-7 0,9-10 0,-1-4 0,6-2 0,0 0 0,2-7 0,3-5 0,5-3 0,7-2 0,0 0 0,1 0 0,1 0 0,4 0 0,-4-7 0,4-5 0,2 3 0,-2-3 0,0 3 0,-6-3 0,8-3 0,-6 5 0,6-7 0,-16 6 0,-3-1 0,-12-7 0,-3-8 0</inkml:trace>
  <inkml:trace contextRef="#ctx0" brushRef="#br0" timeOffset="117">30150 8390 8912,'-18'17'0,"1"-7"0,0-4 0,7-4 0,3-2 0,22-2 0,8-4 0,8-5 0,5-5 0,4-1 0,-2 0 0,8 0 0,-8-1 0,3 1 0,-3 0 0,-2 0 0,1 2 0,-5 3 0,-9-1 0,0 7 0,-4 0 0,-2 6 0,-7 0 0,-10-7 0,-10-3 0</inkml:trace>
  <inkml:trace contextRef="#ctx0" brushRef="#br0" timeOffset="118">30941 7995 8912,'-6'17'0,"-1"-2"0,-3-1 0,-3-5 0,-2-1 0,5-2 0,4-6 0,12 0 0,-2 0 0,7 0 0,1 0 0,5 0 0,0 0 0,0 0 0,6 0 0,0 0 0,2 0 0,-2 0 0,-4 0 0,4 0 0,-4 0 0,-2 0 0,1 0 0,-1 0 0,-6 7 0,1 5 0,-8 3 0,1 2 0,3 2 0,-4 2 0,-4 4 0,-4 2 0,-9 2 0,1 5 0,-7 0 0,2 1 0,-8-3 0,14-3 0,-9 1 0,9-7 0,-2-2 0,1-2 0,-3-1 0,5-1 0,1-8 0,3-1 0,12-8 0,1-13 0,5-5 0,11-18 0,-4 0 0</inkml:trace>
  <inkml:trace contextRef="#ctx0" brushRef="#br0" timeOffset="119">31733 7823 8912,'-12'0'0,"1"0"0,-3 0 0,7 0 0,-1 0 0,8-8 0,8 6 0,3-3 0,5 3 0,1 2 0,0-6 0,0 0 0,6 0 0,0 6 0,-2 0 0,-2 0 0,-2 0 0,1 8 0,-3 2 0,-4 7 0,-5 2 0,-4 4 0,-10-2 0,-3 8 0,-4-1 0,-3 7 0,-4-5 0,-1 5 0,0-11 0,5 11 0,7-7 0,-1 1 0,3 2 0,-3-8 0,5 0 0,7-6 0,0-6 0,0 1 0,2-9 0,3 3 0,7-4 0,5-2 0,6 0 0,-2-2 0,8-4 0,-2-1 0,1-5 0,5-1 0,-5 7 0,-1-7 0,2 1 0,-8 3 0,2-3 0,-12 7 0,-5-7 0,2 1 0,-3-6 0,-1-1 0,-2 1 0,-9 0 0,-3 0 0,-7 0 0</inkml:trace>
  <inkml:trace contextRef="#ctx0" brushRef="#br0" timeOffset="120">31802 7995 8912,'-18'17'0,"7"-6"0,-1 1 0,7-8 0,-7 1 0,8-3 0,-1-2 0,12 0 0,9-2 0,5-3 0,9-5 0,-1-7 0,9 0 0,2 0 0,1-1 0,-7 1 0,-5 0 0,-1 0 0,-1 2 0,2 3 0,-10-3 0,-8 3 0,-7-3 0,2-2 0,-4-8 0,-17 6 0,-5-6 0</inkml:trace>
  <inkml:trace contextRef="#ctx0" brushRef="#br0" timeOffset="121">31647 7634 8912,'-12'0'0,"1"0"0,-1 0 0,-5 0 0,8 0 0,1 0 0,10-2 0,4-4 0,-3 2 0,9-7 0,1-3 0,3-1 0,-1-2 0,-4 0 0,5 0 0,-5-1 0,4-5 0,3 1 0,-3-1 0,-4 5 0,5 3 0,-5 4 0,-1-5 0,1 5 0,1 3 0,5 3 0,-2 10 0,-1 9 0,-3 7 0,-1 5 0,1 9 0,4-7 0,-3 1 0,3 0 0,2 5 0,1-1 0,-1-5 0,0-1 0,0-4 0,-2-10 0,-3 5 0,3-13 0,-5 3 0</inkml:trace>
  <inkml:trace contextRef="#ctx0" brushRef="#br0" timeOffset="122">32163 7221 8912,'11'0'0,"1"0"0,-1 0 0,7 0 0,-1 2 0,0 4 0,6 7 0,2 14 0,0 11 0,0 10 0,-1 15 0,-3 17 0,2 4 0,-2 2 0,-3 0 0,-7 0 0,3 0 0,-9-4 0,-1-5 0,-2-9 0,-10-10 0,-3-1 0,-6-4 0,-6-1 0,2-8 0,-8-4 0,8-11 0,-12-4 0,7-8 0</inkml:trace>
  <inkml:trace contextRef="#ctx0" brushRef="#br0" timeOffset="123">28549 9731 8912,'-27'0'0,"3"0"0,1 0 0,0 0 0,2 0 0,2 0 0,9 0 0,4 0 0,12 0 0,7 0 0,8 0 0,0 0 0,8 0 0,2-2 0,1-3 0,-1 1 0,3-8 0,-9 1 0,9-6 0,-3 1 0,-4 5 0,3-4 0,-7 3 0,0 3 0,-5-1 0,-1 1 0,0-1 0,-7 4 0,-5-5 0,-3 5 0,-2-5 0,-7-1 0,-3-5 0</inkml:trace>
  <inkml:trace contextRef="#ctx0" brushRef="#br0" timeOffset="124">28670 9353 8912,'-12'-6'0,"1"1"0,7 1 0,-2 10 0,4 7 0,2 8 0,0 8 0,2 9 0,2 6 0,2 5 0,5-1 0,-5 9 0,7-9 0,-1-2 0,3 0 0,2-2 0,-5-4 0,-1-11 0,-5-1 0,5-11 0,-7 4 0,12-26 0,-7 3 0</inkml:trace>
  <inkml:trace contextRef="#ctx0" brushRef="#br0" timeOffset="125">29117 9370 8912,'15'-2'0,"-3"-3"0,-5 3 0,-7-8 0,2 6 0,4-1 0,-4-1 0,6 14 0,-8 3 0,7 6 0,5 6 0,-3 6 0,1 11 0,0 6 0,-1 3 0,1 3 0,1 0 0,2 3 0,-7-3 0,0 1 0,-6-13 0,6 4 0,-1-10 0,1 3 0,-6-14 0,0 0 0,0-10 0,0-7 0,-7-23 0,-3-20 0</inkml:trace>
  <inkml:trace contextRef="#ctx0" brushRef="#br0" timeOffset="126">29065 9353 8912,'-9'0'0,"3"0"0,12 0 0,5-6 0,12 1 0,-2-7 0,8 5 0,2-1 0,1 0 0,6 2 0,-3 6 0,3 0 0,-9 0 0,-4 2 0,-3 4 0,-2-2 0,-3 7 0,-6 1 0,1 5 0,-8 2 0,1 4 0,-5-4 0,-5 6 0,-7 0 0,-3 4 0,-8-3 0,0 3 0,-6-2 0,6 1 0,0-3 0,6-8 0,0 4 0,0-3 0,0 3 0,-1-20 0,1 7 0</inkml:trace>
  <inkml:trace contextRef="#ctx0" brushRef="#br0" timeOffset="127">29978 9198 8912,'0'-17'0,"0"0"0,-2 0 0,-4 0 0,2 7 0,-7 4 0,5 4 0,-6 4 0,-3 6 0,-6 9 0,0 10 0,-8 13 0,1 6 0,-5 11 0,4 6 0,6 4 0,-1 9 0,1 5 0,5-5-137,7-1 1,7-5 136,-2-1 0,5-8 0,1-4 0,7-16 0,5-7 0,3-11 0,2 0 0,8-10 0,2-3 0,1-4 0,1-8 0,-8-6 0,12-17 0,-7-2 0</inkml:trace>
  <inkml:trace contextRef="#ctx0" brushRef="#br0" timeOffset="128">30201 9422 8912,'-7'17'0,"-3"0"0,-1-1 0,-1-5 0,-1-5 0,5-4 0,0-2 0,8 0 0,2-2 0,4-4 0,6-4 0,3 1 0,2-6 0,0 3 0,6 3 0,0-3 0,0 3 0,-6-3 0,0-1 0,-1 5 0,-3 0 0,-1 1 0,-7 1 0,7 6 0,-6-6 0,5 1 0,-7-1 0,4 15 0,-8 7 0,0 5 0,-6 9 0,0-1 0,-7 3 0,1 3 0,3 7 0,-3 4 0,1-2 0,-7 1 0,1-4 0,0 4 0,6-6 0,-1 1 0,3-6 0,-3-5 0,4-6 0,1-4 0,5-10 0,-6-1 0,8-8 0,8-2 0,3-4 0,5 3 0,1-9 0,2 1 0,4 1 0,-4-5 0,4 3 0,2 3 0,-2-3 0,5 7 0,-5-7 0,2 8 0,-2-1 0,-9 1 0,3-2 0,-4 4 0,2-6 0,-3 1 0,-4 5 0,-16-13 0,-2 5 0</inkml:trace>
  <inkml:trace contextRef="#ctx0" brushRef="#br0" timeOffset="129">30132 9783 8912,'-17'9'0,"0"5"0,0-8 0,5-1 0,1-5 0,9 0 0,2 0 0,8-7 0,9-5 0,8 3 0,3-3 0,5-1 0,1-2 0,1-3 0,-1 1 0,-1 6 0,-5-1 0,3 3 0,-8-3 0,7-3 0,-3-2 0,8-10 0</inkml:trace>
  <inkml:trace contextRef="#ctx0" brushRef="#br0" timeOffset="130">31027 9336 8912,'0'9'0,"0"-1"0,0-8 0,0-2 0,0-4 0,0 5 0,0-7 0,-2 8 0,-1 2 0,-3 4 0,-2 3 0,2 8 0,-5 2 0,-10 4 0,-2 6 0,2 3 0,-6 3 0,-2-1 0,3 1 0,-1-1 0,0 0 0,0 1 0,8-3 0,2-3 0,0-4 0,7-8 0,1-8 0,3-1 0,12-8 0,-2 0 0,9 0 0,4 0 0,4 0 0,4 0 0,-2 0 0,-2 0 0,8 0 0,-3 0 0,3 0 0,4 0 0,-5 0 0,-1 0 0,2 0 0,-6 0 0,3 0 0,-1 0 0,-4 0 0,-2 0 0,-1 0 0,-7 0 0,1 0 0,-9 0 0,5 8 0,-8-6 0,0 5 0,8-14 0,1-3 0</inkml:trace>
  <inkml:trace contextRef="#ctx0" brushRef="#br0" timeOffset="131">31647 9387 8912,'-17'6'0,"-1"0"0,1-2 0,0-2 0,0-2 0,9-8 0,8-3 0,8 3 0,9 0 0,2 3 0,4-1 0,-2 0 0,8 6 0,-1 0 0,-1 0 0,-2 0 0,-8 0 0,0 2 0,1 4 0,-1 3 0,0 1 0,-7 5 0,-5-3 0,-3 9 0,-2 1 0,-2 9 0,-3-2 0,-7 5 0,-3 6 0,-4-3 0,-4 3 0,4 2 0,-4-2 0,9-6 0,3-5 0,5-8 0,-5 2 0,7 4 0,-2-10 0,12 0 0,5-8 0,12-9 0,-2 0 0,8 0 0,0-7 0,5-5 0,6 3 0,0-3 0,-5 3 0,-7-3 0,-1-3 0,2 5 0,-6-1 0,-4 0 0,-2 7 0,-7-12 0,-10 7 0,-12-8 0,-11-8 0,-3-2 0</inkml:trace>
  <inkml:trace contextRef="#ctx0" brushRef="#br0" timeOffset="132">31630 9731 8912,'-10'-2'0,"4"-3"0,4 3 0,2-6 0,2 2 0,4 1 0,5-3 0,12 2 0,2-1 0,6-7 0,-2 5 0,1 1 0,3-5 0,1 1 0,-7-3 0,-4-2 0,-10-2 0,-1-4 0,-9-4 0,5-7 0</inkml:trace>
  <inkml:trace contextRef="#ctx0" brushRef="#br0" timeOffset="133">31475 9198 8912,'-19'0'0,"-2"0"0,-2 0 0,7 0 0,9 0 0,7 0 0,7-2 0,5-3 0,9-5 0,2-7 0,0 0 0,-6 0 0,6-3 0,0-2 0,0 1 0,-6-6 0,0 2 0,0 4 0,1 2 0,-1 2 0,-8-1 0,7 1 0,-14 8 0,5 3 0,-7 12 0,6 11 0,0 12 0,-3 3 0,-1 2 0,4 7 0,0-1 0,7 0 0,-1-6 0,3 4 0,2-3 0,0 1 0,1-13 0,-1 6 0,0-8 0,0-6 0,0-7 0,8-7 0,2-1 0</inkml:trace>
  <inkml:trace contextRef="#ctx0" brushRef="#br0" timeOffset="134">32077 8614 8912,'-8'-17'0,"14"9"0,0 8 0,9 9 0,8 16 0,6 12 0,3 12 0,3 12 0,-1 14 0,0 7 0,-17-33 0,-1 1 0,-1 5 0,-1 1-293,-2 2 0,-1 1 1,-4 4-1,-1 0 293,0-3 0,-1 0 0,-2-1 0,-2 1 0,3 0 0,-2 0 0,-4-1 0,-2-2 0,-1-4 0,-1-2 0,-9 44-144,-3-5 1,1 2 143,0-1 0,2 5 0,-1-6 0,-1-1 0,-4 3 0</inkml:trace>
  <inkml:trace contextRef="#ctx0" brushRef="#br0" timeOffset="135">15935 15560 8912,'-6'4'0,"-8"8"0</inkml:trace>
  <inkml:trace contextRef="#ctx0" brushRef="#br0" timeOffset="136">15888 16402 8912,'-6'19'0,"-25"14"0,12-16 0</inkml:trace>
  <inkml:trace contextRef="#ctx0" brushRef="#br0" timeOffset="137">5920 13032 8912,'11'-5'0,"-1"-3"0,-3-2 0,1 7 0,-2-3 0,-4 4 0,5 2 0,-7 0 0,0 0 0,0 8 0,0 1 0,2 3 0,4-1 0,-4-5 0,4 5 0,-4-5 0,-2 6 0,0-1 0,0 6 0,0 2 0,0 4 0,0 4 0,0 7 0,0 3 0,0-6 0</inkml:trace>
  <inkml:trace contextRef="#ctx0" brushRef="#br0" timeOffset="138">5989 14339 8912,'0'29'0,"0"-24"0</inkml:trace>
  <inkml:trace contextRef="#ctx0" brushRef="#br0" timeOffset="139">4577 15107 7957,'-9'10'-77,"-2"2"-22</inkml:trace>
  <inkml:trace contextRef="#ctx0" brushRef="#br1" timeOffset="140">13801 14649 8912,'0'-12'0,"0"1"0,0-1 0,0-5 0,2 6 0,2-1 0,4 1 0,1 1 0,-5 0 0,2 5 0,-2 3 0,1-4 0,-3 2 0,4-1 0,-4 3 0,-2-6 0,0 10 0,0 4 0,0-3 0,0 9 0,0 1 0,0 3 0,0 1 0,0 6 0,0 0 0,0 7 0,0-1 0,-2 9 0,-4 2 0,4 6 0,-5-2 0,1 2 0,0 2 0,1 5 0,5-7 0,-2 4 0,-4 1 0,4-1 0,-4-4 0,4 1 0,2-5 0,0 0 0,0 1 0,0 2 0,0-5 0,0 1 0,0-7 0,0-5 0,0-1 0,0-1 0,0 4 0,0-5 0,0-1 0,-5 4 0,-1-6 0,0 0 0,6-6 0,0 6 0,0 0 0,0 0 0,0-6 0,0 6 0,0 0 0,0-2 0,0-2 0,-6-2 0,1 0 0,-1 0 0,6 1 0,0-7 0,0 1 0,0-9 0,0 13 0,0-14 0,0 5 0,0-7 0,0 0 0,0-7 0,0 5 0,0-14 0,0 7 0,0-8 0,0-1 0,8-6 0,1-3 0</inkml:trace>
  <inkml:trace contextRef="#ctx0" brushRef="#br1" timeOffset="141">6023 13187 8912,'0'-17'0,"0"0"0,0 0 0,-2-1 0,-4 1 0,4 6 0,-5-1 0,-1-1 0,6 3 0,-3-1 0,3-1 0,2-5 0,0 8 0,0 1 0,0 8 0,0 0 0,0 8 0,0 1 0,0 8 0,0 1 0,0-1 0,0 0 0,0 0 0,0 8 0,2 4 0,1 1 0,3-1 0,0 3 0,-6-3 0,0 5 0,0 7 0,2-5 0,2 6 0,1-2 0,-1 0 0,-2 2 0,-2-2 0,0-2 0,0 8 0,0-8 0,0 3 0,0-5 0,0-2 0,-2 3 0,-4 3 0,4-4 0,-3 4 0,3-5 0,2-7 0,0 5 0,0-5 0,0-3 0,0-2 0,0 2 0,0-2 0,0-2 0,0-2 0,0-2 0,0 0 0,0 2 0,0 4 0,-6-4 0,0 4 0,1 2 0,5-2 0,-2 0 0,-4 2 0,4 0 0,-4 3 0,4 3 0,2-8 0,-5 7 0,-1-1 0,2 2 0,2-3 0,2 5 0,0-5 0,0-1 0,0 2 0,0-2 0,0 1 0,0 3 0,0-8 0,0 5 0,0-3 0,0 2 0,0 4 0,0-5 0,0 3 0,0-6 0,0 6 0,0-3 0,0 3 0,0 1 0,0-5 0,0 2 0,0 4 0,0-5 0,0 3 0,0-6 0,0 6 0,0-8 0,0 2 0,0 1 0,0-1 0,0-2 0,0-2 0,0-1 0,0-1 0,0-6 0,0 1 0,0-1 0,0 6 0,0 1 0,0-1 0,0 0 0,0 0 0,0 0 0,0 1 0,0-1 0,0 0 0,0 0 0,0 0 0,0 0 0,0-5 0,0-1 0,0-7 0,0 12 0,0-13 0,0 9 0,0-1 0,0 6 0,0 1 0,0-9 0,0 6 0,0-13 0,0 6 0,0-8 0,0 0 0,-7 0 0,5-8 0,-6 5 0,8-9 0,-8 1 0,-1-7 0</inkml:trace>
  <inkml:trace contextRef="#ctx0" brushRef="#br1" timeOffset="142">4853 16402 8912,'-27'0'0,"2"0"0,2 0 0,0 0 0,2 0 0,2 0 0,10 0 0,1 2 0,8 4 0,8-4 0,3 4 0,4-5 0,3-1 0,1 0 0,4 0 0,-2 0 0,7 0 0,-5 0 0,6 0 0,0 0 0,3 0 0,-1 0 0,-3 0 0,-1 0 0,2 0 0,2 0 0,-9 0 0,1 0 0,-5 0 0</inkml:trace>
  <inkml:trace contextRef="#ctx0" brushRef="#br1" timeOffset="143">5283 16471 8912,'2'10'0,"4"-5"0,-2-3 0,7-2 0,0-6 0,7 1 0,1-7 0,2 7 0,4-1 0,1-2 0,-4 6 0,0-3 0,3-3 0,-2 2 0,0 0 0,-8 8 0,-3 4 0,-2-2 0,-5 7 0,-3 7 0,4 4 0,-6 3 0,-6-4 0,-5 6 0,-5 6 0,-1-9 0,0 11 0,-2-5 0,-4 5 0,4-1 0,-4 1 0,4-3 0,2-3 0,-1-6 0,3-10 0,2-2 0,1 3 0,8-7 0,-3 1 0,7-8 0,7-6 0,5 1 0,3-1 0,2-2 0,6 4 0,0-7 0,8-1 0,-3-5 0,3 6 0,-2-1 0,3 1 0,-3-6 0,2 0 0,-3-1 0,-3 3 0,-8 4 0,-5-3 0,-1 7 0,3-3 0,-7 4 0,-1-5 0,-12-1 0,-3-5 0</inkml:trace>
  <inkml:trace contextRef="#ctx0" brushRef="#br1" timeOffset="144">5421 16695 8912,'0'17'0,"0"0"0,0-8 0,7-1 0,9-16 0,7-3 0,7-10 0,-3-4 0,2-2 0,-1-3 0,1-1 0,5 3 0,-9 3 0,-7 8 0,-1-1 0,-15-6 0,5-3 0</inkml:trace>
  <inkml:trace contextRef="#ctx0" brushRef="#br1" timeOffset="145">5317 16162 8912,'6'17'0,"0"0"0,-2 0 0,-2-7 0,-2-3 0,0-7 0,0 0 0,2-7 0,3-5 0,3-3 0,3-2 0,5-6 0,-5-2 0,3 0 0,-3 0 0,2-3 0,-7 5 0,6-6 0,-7 6 0,1 0 0,-6 6 0,6 0 0,0 0 0,-1 7 0,-5 2 0,8 18 0,3 7 0,-1 8 0,2 9 0,3 1 0,6-1 0,-2 1 0,2-1 0,2-5 0,0-1 0,-4-1 0,4 2 0,4 3 0,-1-5 0</inkml:trace>
  <inkml:trace contextRef="#ctx0" brushRef="#br1" timeOffset="146">14662 14614 8912,'2'-9'0,"3"3"0,5-4 0,1 8 0,-1-5 0,-2-1 0,-1 6 0,-3-5 0,2-1 0,2 4 0,-3-7 0,-3 5 0,4-6 0,3 9 0,-7-5 0,-2 16 0,-11 3 0,-8 20 0,-10 9 0,-9 23 0,-19 11 0,23-29 0,-1 0 0,-6 4 0,-1 1 0,-1 3 0,0 1-272,0 3 0,0 1 0,2 0 1,2 1 271,6-2 0,3 0 0,1-5 0,3-3 0,-15 37 0,11-24 0,18-22 0,5-4 0,7-25 0,0 5 0,0-18 0,0-4 0,5 2 0,1-7 0,6 5 0,-5-5 0,1-3 271,0-1 1,5-10 0,-4-2 0</inkml:trace>
  <inkml:trace contextRef="#ctx0" brushRef="#br1" timeOffset="147">15006 15164 8912,'0'-17'0,"0"0"0,0 0 0,-2 7 0,-4 4 0,-5 14 0,-12 9 0,-6 10 0,-3 6 0,-5 9 0,-3 3 0,-2 13 0,-4 5 0,-3-2 0,3 2 0,-2-6 0,-2 4 0,2-1 0,1-5 0,-5-9 0,12-6 0,2-9 0,9-3 0,-2-7 0,8 2 0,0-6 0,8-3 0,4-3 0,3 1 0,10-5 0,4-7 0,7-9 0,16-14 0,7-4 0,16-7 0</inkml:trace>
  <inkml:trace contextRef="#ctx0" brushRef="#br1" timeOffset="148">15299 15371 8912,'-10'7'0,"-5"-5"0,3 4 0,-3 4 0,-2 1 0,-2 0 0,-2 5 0,-4 3 0,-2 0 0,-2 6 0,-5-2 0,-3 9 0,-3 3 0,4-1 0,-4 6 0,4-4 0,1-1 0,1-1 0,-1 0 0,8-5 0,5 0 0,2-8 0,3 2 0,8-4 0,3-2 0,4 0 0,2-7 0,2-3 0,4-7 0,3-15 0,8-4 0</inkml:trace>
  <inkml:trace contextRef="#ctx0" brushRef="#br1" timeOffset="149">15798 15543 8912,'0'-10'0,"0"2"0,-8 8 0,-4 0 0,-3 10 0,-2 7 0,-8 2 0,-4 10 0,-3 1 0,-3 3 0,1 9 0,0 4 0,-5-4 0,5-2 0,-2-4 0,13-1 0,2-3 0,2-3 0,3 1 0,5-7 0,-3-6 0,9-5 0,1-8 0,10 1 0,5-3 0,-3-17 0,15-4 0,-4-15 0</inkml:trace>
  <inkml:trace contextRef="#ctx0" brushRef="#br1" timeOffset="150">16159 15629 8912,'-10'-10'0,"-5"2"0,4 8 0,-1 2 0,-5 4 0,2 11 0,-16 12 0,-3 5 0,-5 6 0,-8-1 0,1 6 0,2-4 0,-2 4 0,8-4 0,-3 4 0,7 1 0,5-2 0,3-2 0,3-7 0,11-9 0,-11-9 0,14-9 0</inkml:trace>
  <inkml:trace contextRef="#ctx0" brushRef="#br1" timeOffset="151">4319 15371 8912,'0'11'0,"0"1"0,2-9 0,4 3 0,-4 4 0,6-8 0,-8 5 0,5-9 0,1-3 0,0 1 0,-6-8 0,6 1 0,-1-6 0,1 5 0,-4 3 0,2-1 0,1 1 0,1 3 0,-6-6 0,6 7 0,0-7 0,-1 1 0,3 1 0,-6-5 0,6 5 0,-6-5 0,3 4 0,-3 3 0,6 0 0,-8 6 0,0-3 0,-2 10 0,-4 7 0,-3 7 0,-10 8 0,-3 9 0,0 6 0,-17 10 0,-1 5 0,-10 15 0,-7 3 0,-2 0 0,27-38 0,1 0 0,-27 32 0,5-6 0,15-12 0,3-10 0,14-13 0,4-5 0,7-11 0,12-5 0,2-9 0,4-2 0,1-1 0,5-11 0,9-1 0,3-2 0,9-9 0,-1-1 0,1-6 0,7-7 0,2-2 0,7-7 0</inkml:trace>
  <inkml:trace contextRef="#ctx0" brushRef="#br1" timeOffset="152">4956 14958 8912,'0'-32'0,"0"1"0,-2 4 0,-4 2 0,3 10 0,-9 9 0,6 4 0,-5 2 0,-4 4 0,-6 8 0,0 1 0,-8 16 0,6 1 0,-6 10 0,6 4 0,-5 8 0,7 0 0,-2-1 0,4 8 0,1 4 0,-5 10 0,0 2 0,1-7 0,4-5 0,3 0 0,4-1 0,-3-7 0,8-15 0,1-8 0,5-14 0,0-9 0,2-1 0,3-8 0,5-15 0,7-12 0,0-17 0</inkml:trace>
  <inkml:trace contextRef="#ctx0" brushRef="#br1" timeOffset="153">5352 14580 8912,'0'-35'0,"0"3"0,0 3 0,-2 6 0,-4 12 0,2 5 0,-9 12 0,-4 9 0,-4 12 0,-4 11 0,2 19 0,-2 12 0,-4 10 0,7 1 0,2 0 0,5 0 0,4 6 0,-3-2-210,9-4 1,-3-1 209,2-5 0,4-9 0,-4 4 0,3-14 0,-3-3 0,4-10 0,-4-13 0,-1-4 0,-1-10 0,-2-4 0,7-3 0,-5-8 0</inkml:trace>
  <inkml:trace contextRef="#ctx0" brushRef="#br1" timeOffset="154">5627 14373 8912,'0'-17'0,"0"0"0,0 8 0,0 3 0,-2 13 0,-3 11 0,1 16 0,-8 18 0,1 14 0,-6 15 0,-3 5 0,-2 5 0,11-42 0,1 0 0,-5 5 0,1 1 0,0-3 0,1 1-146,-1 1 1,-1 1 0,0-4 0,0-1 145,-8 42 0,2-8 0,9-16 0,-1-14 0,7-10 0,2-12 0,2-14 0,8-18 0,0-12 0,7-11 0,-1-6 0,3-18 0,2 8 0,1-10 0</inkml:trace>
  <inkml:trace contextRef="#ctx0" brushRef="#br1" timeOffset="155">5937 14373 8912,'-8'18'0,"-1"-1"0,-8 0 0,5 0 0,1 0 0,-1 3 0,3 2 0,-7 7 0,5 11 0,1 12 0,-1 11 0,-1 8 0,-5 9 0,-2 2-213,8-34 0,-1 1 0,-9 41 213,-8 2 0,6-2 0,-3-3 0,1-1 0,4-7 0,2-14 0,1-8 0,1-3 0,0-7 0,0-7 0,0-11 0,-8-8 0,-2-6 0,-7-3 0,-1-5 0</inkml:trace>
  <inkml:trace contextRef="#ctx0" brushRef="#br0" timeOffset="156">9207 4419 8912,'17'9'0,"0"-3"0,-7-4 0,-1-2 0,-3 0 0,-4 0 0,5 0 0,-7 0 0,0 0 0,-7 0 0,5 0 0,-6 0 0,8 0 0,0 0 0,0 7 0,0 3 0,0 7 0,0 2 0,0 4 0,-5 10 0,-1 7 0,0 8 0,6-3 0,0 5 0,0 2 0,-6-1 0,1 1 0,-1-1 0,6 1 0,0-6 0,0 0 0,0-6 0,0 6 0,0-6 0,0 6 0,0-1 0,0 5 0,0-2 0,0-2 0,0-2 0,0 3 0,-2-1 0,-4 2 0,4-4 0,-3 2 0,3-8 0,2 2 0,0-2 0,0 3 0,0-5 0,0 6 0,0-2 0,0 0 0,0 6 0,0-6 0,-2 6 0,-4-6 0,4 8 0,-4-2 0,3 3 0,-3 3 0,2-6 0,-6 0 0,1 1 0,-1 3 0,1 7 0,-3 1 0,-3-1 0,3-6 0,3 7 0,-3-1 0,1 6 0,-6-6 0,1-1 0,5-10 0,-2 3 0,5-3 0,0 4 0,1 1 0,-1-5 0,4 0 0,-2 2 0,3 2 0,-1 1 0,-2 1 0,4-6 0,-4-2 0,5-2 0,1-4 0,0 4 0,0-2 0,0 6 0,0-6 0,0 0 0,0-6 0,0 8 0,0 4 0,-6 4 0,0 2 0,0-3 0,6-1 0,-2-4 0,-3-2 0,3 4 0,-4-6 0,4 6 0,2-4 0,-2 0 0,-4 0 0,5 0 0,-5-2 0,4 4 0,2 7 0,0 1 0,0 0 0,-6-1 0,0-1 0,3-2 0,1-3 0,2-1 0,-2 2 0,-2-6 0,-2-3 0,0-3 0,6 0 0,0 1 0,0-1 0,0 1 0,0-1 0,0 0 0,0 1 0,-1 7 0,-3 2 0,-2 2 0,2-1 0,2 1 0,2 6 0,-2-2 0,-3-5 0,3 5 0,-4-4 0,-2 4 0,3 3 0,-1 2 0,-2 3 0,4 1 0,-7-2 0,7-1 0,-2 7 0,-1 0 0,1 6 0,-2-8 0,3-4 0,3 2 0,-4-1 0,4-1 0,2-6 0,0 3 0,0 3 0,0-3 0,0 3 0,0-3 0,0-3 0,2 1 0,4-1 0,-4 1 0,3-1 0,-3-1 0,-2-4 0,6 2 0,0-8 0,-1 8 0,-5-3 0,2 3 0,2-2 0,2-4 0,-2 0 0,-2-4 0,-2 8 0,0-8 0,0 2 0,0-3 0,0-3 0,5 8 0,1 4 0,0-2 0,-6 2 0,0 2 0,0 1 0,6 9 0,-1-1 0,1 0 0,-6-5 0,6-3 0,0-3 0,-1 4 0,-5-4 0,2-2 0,2 0 0,2 0 0,-2 0 0,-3-4 0,-1 5 0,0 1 0,0 6 0,6-6 0,0 0 0,0-1 0,-6 7 0,0-6 0,0 0 0,0-6 0,0 6 0,0-6 0,0 6 0,2 0 0,3-3 0,-3 5 0,4-8 0,-4 8 0,-2-2 0,0-4 0,0-2 0,0-6 0,0-5 0,0 4 0,0-5 0,0 3 0,0-3 0,0 5 0,0-6 0,0 1 0,0 1 0,0-2 0,0 1 0,0 5 0,0-4 0,0 5 0,0 6 0,0-2 0,0 8 0,-2-6 0,-2 6 0,-2 0 0,3-2 0,-5 4 0,2-8 0,0-6 0,6-5 0,-5-6 0,-1 5 0,0-7 0,6 2 0,0-4 0,-2 0 0,-1 3 0,-3 0 0,0 3 0,6-2 0,-6-2 0,1 8 0,-1-2 0,6 1 0,0 3 0,0-8 0,-6 5 0,0-3 0,3 0 0,1 0 0,2 4 0,0-7 0,0 1 0,0-5 0,-6-1 0,0 0 0,0 0 0,6 0 0,0 1 0,0-1 0,-1 6 0,-5 0 0,4 0 0,-4-6 0,4 0 0,0 0 0,-3 0 0,3 0 0,-4 1 0,4-1 0,2 6 0,0 0 0,-2 0 0,-4-6 0,4 0 0,-3 0 0,3 0 0,2-7 0,0-2 0,0-8 0,0 0 0,0-8 0,0-3 0,0-12 0,0-6 0,0-4 0,0-1 0</inkml:trace>
  <inkml:trace contextRef="#ctx0" brushRef="#br0" timeOffset="157">7107 11210 8912,'-11'-27'0,"1"2"0,1 1 0,1-5 0,0-4 0,4-1 0,3 2 0,1 3 0,0 4 0,0 8 0,0 0 0,7 7 0,-5 12 0,4 17 0,-4 14 0,-2 11 0,-2 15 0,-4 10 0,-5 16 0,1-34 0,-1 2 0,-2 4 0,1 2 0,-1 5 0,-1 2 0,-3 11 0,0 3-456,-3 10 0,-1 3 0,6-23 1,-2 1-1,2 2 456,-1 6 0,1 2 0,0 0 0,-1-1 0,0 0 0,0 0 0,0 4 0,1 1 0,0-1 0,0-2 0,0-1 0,1 0 0,1-2 0,2-1 0,-1 0 0,0-2 0,-1-1 0,1 0 0,1-4 0,0 0 0,1-1 0,-2 21 0,1-3-231,-1-3 0,1-4 0,2-9 0,1-2 231,2-9 0,0-2 0,2-1 0,1-1 0,2-4 0,2-1 0,-1-1 0,0-1-48,0 40 1,7-18 47,5-14 0,3-14 0,2-10 0,1-11 0,-1-10 0,0-9 0,0-15 0,-5-10 0,-1-19 0,-7 3 0,4-5 0</inkml:trace>
  <inkml:trace contextRef="#ctx0" brushRef="#br0" timeOffset="158">7985 10557 8912,'0'-10'0,"0"2"0,0 27 0,0 16 0,-8 26 0,2-14 0,-1 3 0,-4 12 0,-1 4 0,-4 13 0,-3 5 0,4-17 0,-3 3 0,0 1 0,-4 8 0,-1 3 0,-1 0 0,-1 2 0,-2 2 0,1 0-818,-2 1 0,-1 1 1,1 0-1,1 4 1,-1 0-1,1-1 818,2-1 0,0 0 0,1 0 0,-1 0 0,1 1 0,2-1 0,3-5 0,1-1 0,1-1 0,1-3 0,0-1 0,1-1 0,0-3 0,0 0 0,1-1 0,0-3 0,0 1 0,1-1-41,2-2 1,-1 0 0,1-1-1,0-3 1,-1 0 0,1 0 40,-6 27 0,-1-1 0,1-5 0,0-2 0,0-9 0,-1-3 0,2-3 0,0-2 160,1-5 0,1-2 0,1-8 0,1-3-160,-5 32 0,8-22 0,3-25 0,4-7 0,4-27 552,4-12 1,9-26-1,10-21 1,1-15-553,5-18 0,-11 37 0,0-1 0,2-5 0,0 0 0,4-3 0,0 0 0</inkml:trace>
  <inkml:trace contextRef="#ctx0" brushRef="#br0" timeOffset="159">8639 12190 8912,'-42'48'0,"-2"3"0,-2 12 0,0 14 0,23-33 0,2 3 0,-2 10 0,0 1 0,-2 0 0,0 1 0,3 6 0,0 1 0,-1 2 0,0 0-611,0 3 0,1-1 0,-1 1 0,0 0 611,-3 3 0,0 1 0,0-4 0,-1-1 0,-2 2 0,0-1 0,3-4 0,-1-2 0,-2-1 0,0-2 0,0-1 0,-1-1 0,2-4 0,1 0 0,1-3 0,2-1 80,2-1 0,2-2 0,-9 33-80,6-2 0,6-9 0,5-8 0,3-13 251,3-16 0,-1-17-251,-5-17 0,4 0 0,8-8 0</inkml:trace>
  <inkml:trace contextRef="#ctx0" brushRef="#br0" timeOffset="160">8725 13497 8912,'-8'-18'0,"6"1"0,-13 0 0,7 9 0,-5 10 0,0 17 0,-7 20 0,-6 24 0,6-19 0,-1 3 0,-1 12 0,-1 3-506,-5 10 1,-2 5 0,8-17-1,-1 2 1,-1 1 505,-2 7 0,-1 1 0,0 0 0,1 0 0,0 0 0,0 1 0,-1 1 0,1 1 0,0-1 0,1-3 0,-1 0 0,1 0 0,1-3 0,0-1 0,-1 0 0,1-4 0,-2 0 0,2-1 0,-11 23 0,1-2 0,1-6 0,1-3-46,5-15 0,2-1 1,3-1-1,0 0 46,1-1 0,2-1 0,4-3 0,1 0-48,2-2 1,1-1 0,0 34 47,5-25 0,-3-15 0,1-13 0,-4-12 0,5-3 0</inkml:trace>
  <inkml:trace contextRef="#ctx0" brushRef="#br0" timeOffset="161">11977 8854 8912,'12'0'0,"-3"-1"0,1-5 0,-1-6 0,-5-3 0,4-2 0,-2 0 0,1 0 0,3-1 0,-1 1 0,3 0 0,3 0 0,-13 7 0,-2 6 0,-11 16 0,-7 15 0,-5 15 0,-5 13 0,-12 19 0,1 12-118,17-38 0,-2 2 1,-2 9-1,-1 2 0,-5 8 1,-1 4-1,-4 10 0,-3 4 118,11-23 0,-2 2 0,0 0 0,-2 3 0,-1-1 0,-1 2-355,-2 2 1,-2 1 0,1-1 0,-1-2 0,0-1 0,2 1 354,2-1 0,0 0 0,2-1 0,1-6 0,0-1 0,2-1 0,-11 25 0,2-3 0,6-13 0,1-3-17,0-4 0,0-3 0,4-9 0,1-1 1,2-5-1,0-2 0,-22 32 17,1-9 0,15-7 0,2-12 0,14-6 0,4-12 0,9-5 0,2-11 0,4-8 357,13-16 0,-2-9-357,14-19 0,5-6 0,6-11 0,2-6 0,-2-12 0,-3 5 0,5-13 0,-8 9 0,1-1 0</inkml:trace>
  <inkml:trace contextRef="#ctx0" brushRef="#br0" timeOffset="162">12493 10075 8912,'-24'8'0,"6"-4"0,1 7 0,0-5 0,7 5 0,-1 3 0,0 1 0,-1 2 0,-5 0 0,0 8 0,-1 4 0,-6 13 0,-7 11 0,-7 14 0,-8 12 0,20-34 0,0 1 0,-2 2 0,-1 2 0,-5 8 0,-1 2-409,-4 5 1,-2 2 0,-4 5 0,0 1 408,0 7 0,-2 1 0,10-25 0,-2 2 0,0 0 0,0 2 0,-1 1 0,-1 1 0,-3 1 0,-1 0 0,0 0 0,-1 0 0,0-1 0,0 0 0,3-2 0,0-1 0,1 0 0,-12 21 0,1-2 0,4-5 0,3-2 0,7-5 0,3 0 0,2-4 0,1 0-109,4-7 1,1-1 0,5-9 0,2-3 108,-14 27 0,9-17 0,8-1 0,9-12 0,3-3 0,6-7 0,6-5 0,7-3 0,16-9 0,0-4 0,11-8 0,2-18 0,-2-10 0,0-5 0,-6-9 0</inkml:trace>
  <inkml:trace contextRef="#ctx0" brushRef="#br0" timeOffset="163">12493 11743 8912,'-17'0'0,"6"0"0,-1 0 0,7 0 0,-7 0 0,6 0 0,-5 0 0,5 9 0,-5 9 0,-3 14 0,-9 18 0,-7 11 0,-8 13 0,15-29 0,0 2 0,-5 4 0,-2 1 0,-3 7 0,-3 3-388,-3 6 1,-2 1 0,-1 3 0,-2 1 387,-2 4 0,0 1 0,2 0 0,-2-1 0,-2 0 0,-1 1 0,1 1 0,0 0 0,0-1 0,-1-1 0,0-5 0,0-3 0,6-8 0,0-1 0,4-5 0,2 0 0,2-2 0,3-1 0,2-2 0,3 0-111,2-4 1,4 0-1,-14 38 111,12-16 0,4-14 0,2-8 0,7-16 0,5-13 0,12-13 0,10-8 0,10-7 0,4-18 0,-2-5 0,3-14 0,-3-3 0,3-9 0,3-8 0</inkml:trace>
  <inkml:trace contextRef="#ctx0" brushRef="#br0" timeOffset="164">13199 12809 8912,'-17'9'0,"0"-3"0,-1-4 0,1-2 0,6 6 0,-1 0 0,3 7 0,-7-2 0,1 8 0,-4 10 0,-10 9 0,1 20 0,-20 20 0,20-30 0,-2 1 0,-6 7 0,-2 1-123,-4 8 0,-2 2 0,-2-1 0,-2 0 0,-4 7 1,-1 1-1,-2 0 0,-1 1 123,17-24 0,-1 1 0,-1 0 0,-3-1 0,-1 0 0,0-1-265,-3 1 1,-1-1 0,2-2 0,-13 15 0,4-1 264,8-5 0,4 0 0,7-7 0,3-2 0,-12 32 0,10-4 0,7-7 0,8-8 0,-2-5 0,6-9 0,6-7 0,3-9 0,8-2 0,10-14 0,7 2 0,8-11 421,9 0 1,0-22-422,1-12 0,-1-5 0,1-9 0,-1 8 0</inkml:trace>
  <inkml:trace contextRef="#ctx0" brushRef="#br0" timeOffset="165">13681 13187 8912,'-2'-15'0,"-4"3"0,-3 5 0,-9 7 0,-1 2 0,-4 3 0,-3 13 0,-11 12 0,-3 8 0,-6 8 0,-11 13 0,-6 10 0,29-29 0,1 2-351,-1 3 0,-1 2 0,-4 6 1,-2 1 350,-4 0 0,-2 1 0,-4 9 0,-1 2 0,-8 2 0,-1 1 0,19-18 0,0 0 0,0 0 0,0 0 0,0-1 0,0 0 0,-1 1 0,1 0 0,-1 0 0,-1 2 0,-1 0 0,0-1 0,0 0 0,-1-1 0,-1-1-222,-2 2 0,-2 0 0,2-1 0,-16 21 0,4-3 222,7-7 0,5-3 0,8-7 0,5-3 0,-10 26 0,14-20 0,20-9 0,7-16 0,12-9 0,12-9 0,14-12 0,-4-25 0,5-21 0,-11-11 0,2-12 0</inkml:trace>
  <inkml:trace contextRef="#ctx0" brushRef="#br0" timeOffset="166">7228 12156 8912,'-12'-18'0,"1"1"0,-1 0 0,3 0 0,1 7 0,8 4 0,2 14 0,2 9 0,3 10 0,3 6 0,1 14 0,7 9 0,-1 9 0,0 11 0,0 2 0,0 8 0,-1-3 0,-3 6 0,-3-7 0,-3-7 0,5-6 0,-6-6 0,5-14 0,-5-14 0,1-10 0,-1-14 0,-4-3 0,6-10 0,-8-4 0,0-11 0,0-12 0,0-3 0,0-3 0</inkml:trace>
  <inkml:trace contextRef="#ctx0" brushRef="#br0" timeOffset="167">11427 11743 8912,'-18'0'0,"7"0"0,-1 0 0,-1 0 0,7 0 0,6-2 0,12-4 0,9-5 0,7-3 0,13-1 0,6 0 0,9-4 0,-3 0 0,5 5 0,-7 5 0,-5 1 0,2 2 0,-8 6 0,-7 0 0,-10 4 0,-6 8 0,-6 11 0,-5 15 0,-12 8 0,-5 11 0,-12 6 0,-6 6 0,-9 3 0,-2 3 0,2-3 0,3-1 0,7-2 0,-3-10 0,8-7 0,8-6 0,9-10 0,4-2 0,17-11 0,8-17 0,8-4 0,3-2 0,8-8 0,4-5 0,6-6 0,5-4 0,1-8 0,10 3 0,-4-5 0,4-1 0,-1 1 0,-9 5 0,1-5 0,-6 6 0,-3 1 0,-12 3 0,-9 4 0,-12 1 0,-7 9 0,-2 1 0,-10 8 0,-4 0 0,-6 0 0,3 2 0,-3 4 0,7-2 0,-7 5 0,1 1 0,1-1 0,-5-3 0,3 5 0,5-7 0,-9 12 0,7-7 0</inkml:trace>
  <inkml:trace contextRef="#ctx0" brushRef="#br1" timeOffset="168">5008 14941 8912,'-6'17'0,"0"0"0,2 0 0,3-7 0,2-2 0,3-10 0,2-4 0,0-4 0,-6-7 0,0 0 0,0 6 0,0-1 0,0 8 0,0-3 0,0-1 0,-8 6 0,6-6 0,-5 7 0,7-5 0,7 4 0,5-4 0,3 4 0,2 2 0,2-5 0,4-1 0,-2-6 0,8 7 0,0-7 0,3 6 0,-3 3 0,-6 1 0,4 2 0,-8 7 0,4 5 0,-12 3 0,-5 2 0,-4 8 0,-2 4 0,-2-3 0,-4 3 0,2 0 0,-7 5 0,-1-5 0,-3-2 0,2-3 0,1-3 0,8-1 0,-1-3 0,3-8 0,-6 7 0,6-15 0,-4 7 0,12-8 0,6 0 0,3 0 0,2 0 0,2 0 0,4 0 0,4 0 0,7 0 0,1 0 0,-1 0 0,-1 8 0,-5 3 0,3 5 0,-8 3 0,-2 2 0,-2 2 0,-9 7 0,-5-1 0,-3 3 0,-2 3 0,-7-3 0,-5-3 0,-11 1 0,-6-7 0,-3 6 0,-2-6 0,-8 5 0,-4-5 0,-2 0 0,2-5 0,-2-1 0,8-2 0,4-4 0,5-5 0,6-4 0,16-2 0,-7-15 0,7-4 0</inkml:trace>
  <inkml:trace contextRef="#ctx0" brushRef="#br1" timeOffset="169">14645 15199 8912,'11'-8'0,"1"-3"0,-1-5 0,0-1 0,1 0 0,-6 6 0,5-1 0,-5 1 0,5-7 0,-7 9 0,4 1 0,-10 16 0,-6 5 0,-7 10 0,-6 12 0,-10 1 0,3 10 0,-11 5 0,-1 7 0,2-3 0,2-2 0,3-1 0,5 0 0,3-3 0,9-5 0,5-9 0,5-11 0,6-6 0,6-7 0,11-3 0,12-8 0,5-2 0,6-4 0,2-5 0,4-12 0,4 2 0,-4-8 0,-4 2 0,-2-1 0,0-3 0,-3 8 0,-7 2 0,-3 2 0,-4 4 0,-6 3 0,-7 5 0,-3 7 0,-9 0 0,-3 0 0,-5 2 0,-7 3 0,0-1 0,0 8 0,-1-9 0,1 3 0,-8 4 0,-2-1 0</inkml:trace>
  <inkml:trace contextRef="#ctx0" brushRef="#br1" timeOffset="170">14610 15336 8912,'-17'-5'0,"0"-1"0,5-6 0,1 7 0,5-7 0,-5 6 0,7 1 0,-2 7 0,12 3 0,-2 14 0,7 16 0,6 15 0,6 13 0,-2 5 0,-2 7 0,6 5 0,4 12 0,-16-45 0,1 1-167,0 4 1,0-1-1,0 1 1,-1 0 166,2-1 0,-1 1-282,-2-4 0,1-1 0,-1 4 0,1 0 0,0-4 0,0 1 0</inkml:trace>
  <inkml:trace contextRef="#ctx0" brushRef="#br1" timeOffset="171">12786 7341 8912,'0'-11'0,"0"0"0,0-1 0,0-5 0,-2 7 0,-4 5 0,4 7 0,-5 7 0,1 10 0,0 6 0,-5 6 0,3 7 0,1 4 0,-1 2 0,-5 4 0,1 9 0,-1-4 0,-1 5 0,5-7 0,1-5 0,-3-6 0,5-11 0,-7 3 0,11-20 0,-6 1 0,8-21 0,2-9 0,4-9 0,-3-15 0,9-4 0,-3-7 0,3-5 0,1 3 0,-7-3 0,6 1 0,-5 1 0,1-2 0,-1 1 0,1 5 0,-2 5 0,-4 6 0,4 11 0,-3 4 0,3 8 0,-2 8 0,7 7 0,3 9 0,1 11 0,2 16 0,0 0 0,1 18 0,-1-1 0,0 11 0,0-5 0,1 8 0,-1-4 0,0 0 0,0-4 0,-5-5 0,-1-6 0,-5-4 0,5-8 0,-7 1 0,4-9 0,-8-3 0,-6-13 0,0-10 0,-7-8 0,-4-9 0,-10 0 0</inkml:trace>
  <inkml:trace contextRef="#ctx0" brushRef="#br1" timeOffset="172">12734 7685 8912,'8'18'0,"-6"-9"0,6-1 0,-6-8 0,3 0 0,7-2 0,11-4 0,-2-3 0,7-9 0,1-1 0,6-2 0,-1-2 0,0 2 0,-7 2 0,6 2 0,-7 0 0</inkml:trace>
  <inkml:trace contextRef="#ctx0" brushRef="#br1" timeOffset="173">13079 7565 8912,'9'0'0,"-1"0"0,-1 0 0,1 2 0,4 4 0,3-3 0,-4 9 0,-1-1 0,1 7 0,-1 1 0,3 4 0,-3 3 0,-2 1 0,-3 6 0,-5-5 0,0-3 0,0-2 0,0 4 0,0-8 0,0-2 0,0-13 0,0-16 0,0-1 0,0-18 0,0-3 0,0-4 0,6-8 0,0 6 0,7 0 0,-1 5 0,-3 1 0,3 0 0,-1 7 0,6 4 0,1 6 0,-1 5 0,0 1 0,0 9 0,0 4 0,-7 11 0,-4 4 0,1 1 0,-1 4 0,6-2 0,-7-3 0,7 0 0,-7 0 0,9 0 0,-5 1 0,1-1 0,5-8 0,-5 7 0,-1-14 0,7 5 0,-14-7 0,7-6 0,-3 1 0,-2-1 0,7 6 0,-5 0 0,5 0 0,1 0 0,5-6 0,0 0 0,0-1 0,1 3 0,-3-4 0,-4-1 0,5-3 0,-14-5 0,5 0 0,-14 7 0,-5 5 0,-5 3 0,-4 4 0,-4 3 0,-2 7 0,1 5 0,-3 6 0,4-2 0,8 8 0,2-6 0,3 5 0,4-7 0,8 4 0,0-2 0,0 0 0,10-2 0,7-10 0,8-1 0,9-4 0,3-4 0,3 3 0,-2-10 0,8-7 0,-6-5 0,2-4 0,-3-2 0,-7 2 0,-9 2 0,0 2 0,-12-2 0,-5-4 0,-4 4 0,-4-4 0,-4 11 0,3-1 0,-9 7 0,-1 2 0,3 2 0,-1 2 0,1 2 0,-1 4 0,3 4 0,8 7 0,-6-6 0,1 1 0,-1-1 0,6 6 0,0 1 0,0-1 0,0-6 0,0 1 0,0-9 0,7 5 0,3-8 0,7 0 0,-5 0 0,-1 0 0,-5 0 0,5 0 0,-7 0 0,11 0 0,-5 0 0,7 0 0,0 0 0,-5 0 0,-1 0 0,1-8 0,5-1 0</inkml:trace>
  <inkml:trace contextRef="#ctx0" brushRef="#br1" timeOffset="174">14300 7531 8912,'-17'0'0,"0"0"0,0 5 0,0 1 0,-1 7 0,1-1 0,0 3 0,0 2 0,5 1 0,3 1 0,-1 2 0,1 2 0,5 0 0,-2-6 0,6 0 0,6 0 0,3-7 0,9-5 0,-5-3 0,4-2 0,-3 0 0,8 0 0,-4-7 0,-5-5 0,-3-5 0,-3-6 0,5 4 0,-7-4 0,1 4 0,-6 2 0,0 0 0,0-1 0,-7 7 0,-5-1 0,-3 3 0,-2-3 0,-1 7 0,1 3 0,0 2 0,0 0 0,7 0 0,-5 0 0,5 0 0</inkml:trace>
  <inkml:trace contextRef="#ctx0" brushRef="#br1" timeOffset="175">14748 7135 8912,'-10'-17'0,"-5"2"0,4 3 0,1-1 0,-2 7 0,1-5 0,-6 5 0,0 2 0,-1 2 0,1 10 0,0 3 0,2 6 0,3 6 0,-1 4 0,7 8 0,-2 1 0,5 4 0,-3 4 0,2 0 0,2 5 0,2-3 0,2 4 0,4 2 0,-4-8 0,3-4 0,-1-4 0,0-2 0,2-1 0,-2-5 0,-2-3 0,-2-8 0,0-7 0,-8 5 0,-2-5 0</inkml:trace>
  <inkml:trace contextRef="#ctx0" brushRef="#br1" timeOffset="176">14318 7582 8912,'-16'12'0,"5"-1"0,-4-7 0,11 4 0,-8-8 0,8 0 0,-1 0 0,12 0 0,11 0 0,8 0 0,14-2 0,6-4 0,4-6 0,2 3 0,-1-3 0,1 1 0,0-6 0,-8 0 0,5-8 0,-5-2 0</inkml:trace>
  <inkml:trace contextRef="#ctx0" brushRef="#br1" timeOffset="177">15075 7221 8912,'-8'17'0,"-3"1"0,-5-1 0,1-6 0,2 1 0,3 1 0,2 2 0,-3 4 0,5 4 0,1 4 0,5 7 0,0 1 0,0 1 0,0 4 0,0 6 0,0-4 0,0-2 0,0-3 0,0-3 0,-2-5 0,-4-1 0,4-7 0,-4 2 0,2-11 0,-1-7 0,3-3 0,-14-2 0,7 0 0</inkml:trace>
  <inkml:trace contextRef="#ctx0" brushRef="#br1" timeOffset="178">15436 7617 8912,'-17'0'0,"0"0"0,0 0 0,-1 0 0,9 1 0,3 5 0,6-4 0,6 6 0,5-3 0,5 1 0,3 0 0,4-6 0,3 0 0,1 0 0,4 6 0,-8-1 0,5 1 0,-5-6 0,-2 0 0,-2 0 0,-1 0 0,-1 0 0,-6 0 0,1 0 0,-8 0 0,-4-7 0,-10-3 0</inkml:trace>
  <inkml:trace contextRef="#ctx0" brushRef="#br1" timeOffset="179">15539 7324 8912,'0'17'0,"0"1"0,0-1 0,0 6 0,0 0 0,0 7 0,0-1 0,0 5 0,0 5 0,0 3 0,0 1 0,0-2 0,0 4 0,0-4 0,0 4 0,0-12 0,0-1 0,2-5 0,4-6 0,2-2 0,3-2 0,4-7 0,-3-4 0,-4-4 0,15-18 0,-4-3 0</inkml:trace>
  <inkml:trace contextRef="#ctx0" brushRef="#br1" timeOffset="180">15952 7479 8912,'0'-17'0,"0"5"0,0 1 0,10 1 0,5-3 0,8 2 0,4-3 0,2 1 0,5 1 0,-1 5 0,-5 7 0,3 0 0,-8 0 0,0 9 0,-6 8 0,-7 8 0,-5 10 0,-3 1 0,-2 4 0,-7-4 0,-5 4 0,-3-1 0,-2 1 0,-1-4 0,1 4 0,0-11 0,0-6 0,7 4 0,3-8 0,7 4 0,1-12 0,5-5 0,6-4 0,11-2 0,3-8 0,9-5 0,-1-6 0,1-4 0,5 0 0,0 5 0,-2-4 0,-9-1 0,-4 7 0,-8-7 0,0 4 0</inkml:trace>
  <inkml:trace contextRef="#ctx0" brushRef="#br1" timeOffset="181">13423 8511 8912,'-29'9'0,"2"-3"0,1-2 0,1 0 0,0 1 0,4 1 0,2 0 0,1-1 0,7 1 0,0-6 0,9 0 0,2 0 0,9 0 0,12 0 0,4 0 0,2 0 0,3 0 0,3-6 0,1 1 0,1-1 0,-1 4 0,1-2 0,-1-1 0,-5-1 0,-1 6 0,-5 0 0,4 2 0,-2 3 0,-4 5 0,-10 7 0,-3 2 0,-8 4 0,-9-2 0,-9 8 0,-7 0 0,-9 5 0,0 4 0,-1-3 0,3 3 0,3-10 0,-2 3 0,9 0 0,0-5 0,3-1 0,2-2 0,8-6 0,1-7 0,10-6 0,4-16 0,3-7 0,8-15 0</inkml:trace>
  <inkml:trace contextRef="#ctx0" brushRef="#br1" timeOffset="182">13905 8648 8912,'9'0'0,"-1"0"0,-8 2 0,0 4 0,0-2 0,0 7 0,0 1 0,0 5 0,0 2 0,0 4 0,0-2 0,0 7 0,0 3 0,0 1 0,-6 9 0,0-1 0,1 0 0,3-8 0,-2-3 0,-2-6 0,0-4 0,6-2 0,-2-5 0,-3-1 0,3-9 0,-4-2 0,-2-10 0,3-12 0,-1-13 0,6-11 0,0-3 0,0-3 0,0-5 0,2-1 0,2 1 0,1-2 0,3 13 0,-2 0 0,-2 8 0,7 4 0,-5 5 0,5 0 0,-5 16 0,6 1 0,-1 11 0,6 6 0,0 7 0,1 11 0,-7 2 0,1 7 0,1 0 0,2 5 0,2 1 0,1-4 0,-3-5 0,-4 0 0,3-3 0,-8 3 0,5-2 0,-5-4 0,0-4 0,-6 4 0,0-4 0,0-2 0,-2-2 0,-4-1 0,-6-3 0,-11-7 0,-3 4 0</inkml:trace>
  <inkml:trace contextRef="#ctx0" brushRef="#br1" timeOffset="183">13870 8786 8912,'-17'9'0,"0"-1"0,0-8 0,5 0 0,1 0 0,9-8 0,2-3 0,11-4 0,10-3 0,6 7 0,7-1 0,-1 1 0,-4-6 0,3 5 0,-3 1 0,1 5 0,1-3 0,-4-1 0,-2 0 0,-1 7 0,-1-3 0,-9 4 0,3 2 0,-4 0 0,5 0 0,-9 0 0,6 0 0,-5 6 0,7-1 0,-2 1 0,-3 2 0,3-4 0,-3 7 0,3-5 0,2 5 0,-5 1 0,-1 5 0,-5 0 0,5 0 0,-7-5 0,2-1 0,-4 3 0,-2 1 0,0 2 0,0 0 0,-6-5 0,0-1 0,-1-7 0,1 2 0,4-4 0,-6-4 0,8-4 0,0-5 0,0-12 0,0 4 0,0-4 0,8-2 0,4 2 0,3 2 0,2 2 0,6-4 0,0 2 0,-2 4 0,-2 3 0,4 10 0,0-1 0,-2 3 0,-2 2 0,-2 0 0,1 0 0,-7 7 0,1 5 0,-3-3 0,3 3 0,-3-3 0,-5 5 0,2-3 0,7-7 0,-11 4 0,11-10 0,-7-4 0,0-3 0,-6-9 0,0 1 0,0 6 0,0-1 0,-2 3 0,-4-3 0,2 3 0,-7 3 0,-1 4 0,-5-4 0,0 4 0,0 2 0,0 8 0,-1 3 0,1 10 0,0 2 0,5 2 0,1-2 0,7 2 0,-2 4 0,5 3 0,1-3 0,0 1 0,0-1 0,7 2 0,7-8 0,5-4 0,4-6 0,7-5 0,-1-8 0,-2-2 0,1-4 0,1-4 0,5-7 0,1-6 0,-1 0 0,-7-5 0,-4 5 0,-4-6 0,-2 6 0,-5 0 0,-1 6 0,-7 0 0,2 0 0,-4 0 0,-4 7 0,-4 4 0,2 4 0,-7 2 0,5 2 0,-3 4 0,1 5 0,-4 5 0,7 1 0,-7 0 0,6 0 0,1 1 0,-3-1 0,6 0 0,-4 0 0,5-5 0,1-1 0,0 0 0,0 7 0,0-9 0,1 1 0,5-6 0,6 1 0,3 1 0,2-6 0,0 0 0,1 0 0,1 0 0,4 0 0,-4 0 0,6 0 0,-2-2 0,-1-4 0,1 3 0,-5-9 0,6 1 0,3-7 0</inkml:trace>
  <inkml:trace contextRef="#ctx0" brushRef="#br1" timeOffset="184">15453 8734 8912,'-17'25'0,"0"-6"0,0-7 0,0-5 0,-1 7 0,1-3 0,0 4 0,0 2 0,1 3 0,5 2 0,3-2 0,8 4 0,0-1 0,0 0 0,8 0 0,3-6 0,7 1 0,5-1 0,-4-8 0,4-3 0,-4-4 0,-2-2 0,0-2 0,0-4 0,-1-5 0,-3-10 0,-1-2 0,1 2 0,-5-4 0,-3 2 0,-3-5 0,-2 5 0,0-2 0,0 2 0,-2 6 0,-3-2 0,-9 5 0,-7 1 0,2 5 0,-4 2 0,4 5 0,2 1 0,0 0 0,-1 1 0,1 5 0,8 4 0,3 7 0,4-8 0,17 7 0,4-7 0</inkml:trace>
  <inkml:trace contextRef="#ctx0" brushRef="#br1" timeOffset="185">16107 8442 8912,'-26'-17'0,"-5"1"0,8 5 0,-6 1 0,6 5 0,0 5 0,6 0 0,0 9 0,7 12 0,5 2 0,-3 8 0,2-3 0,1 11 0,5 1 0,0 5 0,0-4 0,0 1 0,0-2 0,0-2 0,0 6 0,0-2 0,0-4 0,0-3 0,0-7 0,0-3 0,0 0 0,0-12 0,0 4 0,0-11 0,7 2 0,-5-16 0,6-1 0</inkml:trace>
  <inkml:trace contextRef="#ctx0" brushRef="#br1" timeOffset="186">15746 8717 8912,'-8'27'0,"6"-2"0,-3-8 0,-5 0 0,8 0 0,-5-5 0,8-3 0,7-1 0,9-4 0,10-4 0,13-6 0,6-6 0,11-11 0,3 2 0,3-7 0,-2 5 0,-4-6 0,-16 10 0,-1 2 0,-15 2 0,-3 9 0,-8 0 0,-3 6 0,-7 0 0,-4 2 0,-11 4 0,-5 5 0,-1 5 0,0 1 0,0 0 0</inkml:trace>
  <inkml:trace contextRef="#ctx0" brushRef="#br1" timeOffset="187">14283 9697 8912,'-19'6'0,"-2"-1"0,-2-1 0,0 4 0,6-2 0,0-3 0,9-1 0,8-2 0,10 0 0,5 0 0,10 0 0,3 0 0,5 0 0,1 0 0,-1-5 0,-2-1 0,-3 2 0,3 2 0,-6 2 0,-2 0 0,-10 6 0,-2 0 0,-7 7 0,2-2 0,-4 7 0,-4 5 0,-4 3 0,-5 1 0,-5 4 0,-1-8 0,0 5 0,0-5 0,5 0 0,1-6 0,7 0 0,-2 1 0,6-1 0,6-2 0,6-3 0,9 1 0,3-7 0,1-1 0,0 3 0,4-6 0,-6 4 0,0 1 0,-6-1 0,0 7 0,-2-1 0,-3 3 0,-6-3 0,-12-1 0,-7 2 0,-8 3 0,-1 1 0,-6 0 0,1 0 0,-2 0 0,-1-5 0,7-2 0,2-3 0,2-3 0,1-2 0,1-2 0,8-10 0,3-7 0,4-8 0,2-17 0,0-2 0</inkml:trace>
  <inkml:trace contextRef="#ctx0" brushRef="#br1" timeOffset="188">14799 9938 8912,'12'0'0,"-1"0"0,9-8 0,8-3 0,9-7 0,8-5 0,1-1 0,14-5 0,-3 6 0,0 4 0,1 2 0,-9 1 0,-5 5 0,-9 5 0,-14 4 0,-14 2 0,-5 0 0,-13 8 0,-16 2 0</inkml:trace>
  <inkml:trace contextRef="#ctx0" brushRef="#br1" timeOffset="189">15109 9559 8912,'-11'2'0,"-1"4"0,7-2 0,-7 7 0,3 1 0,-3 5 0,-3 8 0,5 3 0,1 7 0,3 5 0,4 4 0,2 9 0,0 1 0,0-3 0,10 3 0,7-14 0,0 0 0,6-5 0,-2-3 0,2-3 0,-4-12 0,4-11 0,4-12 0,-1-4 0</inkml:trace>
  <inkml:trace contextRef="#ctx0" brushRef="#br1" timeOffset="190">15798 9525 8912,'-18'0'0,"1"0"0,0 0 0,0 8 0,-2 5 0,-2 8 0,-2 8 0,-8 5 0,2 6 0,4 4 0,3 8 0,2 3 0,3-3 0,2 1 0,3-13 0,5-2 0,7-9 0,6-4 0,1-10 0,3-3 0,3-7 0,4-3 0,6-2 0,4-7 0,7-5 0,1-5 0,1-4 0,2-2 0,3 2 0,6-4 0,-1 2 0,-4 0 0,-1 6 0,-5 0 0,-2 0 0,-5 2 0,-4 1 0,-4 5 0,-6 1 0,-9 0 0,0 3 0,-8 3 0,-10-4 0,1-4 0,-14 1 0</inkml:trace>
  <inkml:trace contextRef="#ctx0" brushRef="#br1" timeOffset="191">15712 9422 8912,'-2'34'0,"-2"1"0,-4 1 0,-1 4 0,3 6 0,-6 11 0,7 6 0,-7 12 0,8 1-194,-1 4 0,3-3 194,2-8 0,7-1 0,7-1 0,7-4 0,7-5 0,-3-5 0,8-1 0,-6-1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0T17:40:23.568"/>
    </inkml:context>
    <inkml:brush xml:id="br0">
      <inkml:brushProperty name="width" value="0.05292" units="cm"/>
      <inkml:brushProperty name="height" value="0.05292" units="cm"/>
    </inkml:brush>
  </inkml:definitions>
  <inkml:trace contextRef="#ctx0" brushRef="#br0">16090 2820 8912,'-19'0'0,"-4"0"0,4 0 0,-4 0 0,10 7 0,1 3 0,-1 3 0,-3 4 0,5-3 0,1 11 0,3-2 0,3-1 0,2 9 0,2-4 0,2 1 0,4 1 0,-3-6 0,7 4 0,0-2 0,-1-4 0,-3-4 0,5-6 0,1-3 0,-3 0 0,7-7 0,-5 3 0,6-6 0,6-3 0,-4-9 0,4 3 0,2-4 0,0-3 0,0 1 0,0 0 0,4 5 0,-5 3 0,1 1 0,0 4 0,4 3 0,-6 1 0,0 9 0,-6 8 0,-2 10 0,-3 6 0,-5 3 0,-7 4 0,-2 4 0,-5 7 0,-9-1 0,-5-4 0,-9 2 0,1-8 0,-3-2 0,-1-9 0,3-6 0,1-4 0,2-10 0,-2-3 0,-3-12 0,5-3 0</inkml:trace>
  <inkml:trace contextRef="#ctx0" brushRef="#br0" timeOffset="1">15918 3026 8912,'0'-23'0,"0"-2"0,0 0 0,0 1 0,0 1 0,4 5 0,7 1 0,8 0 0,16 0 0,13 0 0,3-1 0,12 3 0,2 2 0,8 3 0,7 3 0,10-5 0,2 6 0,-6 1-335,-6 5 335,-15 7 0,2 3 0,-15 7 0</inkml:trace>
  <inkml:trace contextRef="#ctx0" brushRef="#br0" timeOffset="2">18052 2768 8912,'0'-25'0,"0"6"0,0-4 0,-8 4 0,-5 2 0,-8 2 0,-8 3 0,-11-1 0,-6 7 0,-4 2 0,1 10 0,1 5 0,2 5 0,10 7 0,1 0 0,10 0 0,6 1 0,4-3 0,3 8 0,5-8 0,7 4 0,2-2 0,3 0 0,-1 5 0,8-5 0,1 6 0,10-6 0,-2 6 0,8-5 0,0 1 0,-3 0 0,7 4 0,-5-6 0,3 7 0,-2-1 0,1-2 0,-7 1 0,-2-5 0,-9 4 0,-6 0 0,-5-1 0,-1 1 0,-3 4 0,-9-5 0,-11-1 0,-7 0 0,-5-2 0,1-10 0,-1 5 0,7-7 0,1 1 0,2-7 0,4-3 0,2-2 0,9-9 0,5-9 0,3-8 0,2-7 0,15-16 0,4-5 0</inkml:trace>
  <inkml:trace contextRef="#ctx0" brushRef="#br0" timeOffset="3">18379 2459 8912,'0'-12'0,"0"1"0,0-3 0,-2 7 0,-4 1 0,2 4 0,-7 2 0,5 10 0,-3 7 0,-1 11 0,1 11 0,3 5 0,-6 7 0,8 6 0,-1 1 0,3 5 0,2-6 0,0 6 0,0-6 0,7 1 0,3-9 0,2-3 0,-1-6 0,0-5 0,7-7 0,-1-3 0,0-7 0,0-9 0,0-3 0,5-6 0,-5-6 0,8-3 0,-12-9 0,-2-1 0,-1-4 0,1 4 0,-5-4 0,0 4 0,-6 2 0,-2 0 0,-4 0 0,2 5 0,-7 3 0,-2 1 0,-3 4 0,5 4 0,-1 6 0,1 3 0,-6 9 0,7 6 0,4 5 0,-1 4 0,1 1 0,2 0 0,4 1 0,8-1 0,9 0 0,2-7 0,10-4 0,5-6 0,8-5 0,2-6 0,4-5 0,-4-8 0,2-5 0,-6-5 0,6-6 0,-8-4 0,2-7 0,-11 0 0,-8-1 0,-6 1 0,-3 0 0,-3 1 0,3 4 0,-4-1 0,-8 7 0,-2 8 0,-4 9 0,4 4 0,-6 10 0,8 3 0,-5 12 0,-1 6 0,2 5 0,2 6 0,2 2 0,0 4 0,0 4 0,0-6 0,2 0 0,4-4 0,-2-4 0,7-2 0,-7-1 0,2-4 0,3-5 0,-7-14 0,6-4 0,-8-12 0,2-4 0,3-7 0,-3-8 0,4-3 0,-2-5 0,2-1 0,-3-8 0,9-4 0,1-4 0,3-1 0,1-7 0,0 1 0,2-2 0,2 5 0,2 3 0,-2 7 0,-2 13 0,-1 8 0,-1 6 0,0 6 0,0 3 0,0 8 0,-1 10 0,-5 5 0,-3 8 0,-1 4 0,-5 1 0,4 7 0,-4 5 0,-4 2 0,-4 0 0,-5 0 0,-4-2 0,-3-6 0,3 1 0,4-1 0,-7-5 0,1-1 0,0-12 0,-6 1 0,2-6 0,0 1 0,-2-6 0,-15 3 0,1 1 0</inkml:trace>
  <inkml:trace contextRef="#ctx0" brushRef="#br0" timeOffset="4">18344 2974 8912,'-44'-13'0,"6"-4"0,8-2 0,7 0 0,5 7 0,7 1 0,5 5 0,12-5 0,7 1 0,16-5 0,13-1 0,12-3 0,16-7 0,16 3 0,-39 8 0,0 1-159,4 2 0,1 1 0,0 0 0,0 1 159,-1 4 0,1 1 0,0-2 0,-1 0 0,1 4 0,-1 0 0,35-2-49,-11 5 1,-12 0-1,-11 0 1</inkml:trace>
  <inkml:trace contextRef="#ctx0" brushRef="#br0" timeOffset="5">20478 2699 8912,'-17'0'0,"0"0"0,0 0 0,-1 2 0,1 6 0,2 9 0,4 10 0,-3 7 0,6 8 0,1 10 0,-1 9 0,2 12 0,6 1 0,0 14 0,0-2 0,0 2 0,-1-8 0,-5-7 0,-6-8 0,-3-10 0,-2-15 0,-8 0 0,-2-13 0</inkml:trace>
  <inkml:trace contextRef="#ctx0" brushRef="#br0" timeOffset="6">20358 2802 8912,'25'-34'0,"-4"2"0,7 3 0,1 0 0,4 12 0,-3 8 0,-1 5 0,-6 4 0,4 2 0,-3 3 0,-3 7 0,-1 5 0,-3 4 0,0 2 0,0-2 0,-1 4 0,-3 0 0,-4-1 0,-1 1 0,-2 0 0,-6-4 0,0 4 0,0 2 0,0-4 0,-2 3 0,-2 1 0,-2 0 0,-7 2 0,2 5 0,-3-2 0,1-1 0,1-4 0,-1-2 0,-2-2 0,-3-6 0</inkml:trace>
  <inkml:trace contextRef="#ctx0" brushRef="#br0" timeOffset="7">20771 3009 8912,'27'-12'0,"-4"1"0,-4-1 0,-2 3 0,0-6 0,0 3 0,1 4 0,-1 3 0,0 3 0,2 2 0,2 0 0,2 0 0,0 7 0,-6 5 0,2 11 0,4 6 0,-4-3 0,4 3 0,-5 0 0,-7 5 0,2-2 0,-5-1 0,0-4 0,-1-2 0,-1-2 0,-6-14 0,0-1 0,0-8 0,0-10 0,0-5 0,0-8 0,0-6 0,0-7 0,2 2 0,4-7 0,3 11 0,9 1 0,1 3 0,4-3 0,-2 4 0,5 8 0,-1 2 0,-4 3 0,4 4 0,-2 8 0,-2 2 0,-2 4 0,-7 4 0,-1 7 0,-5-6 0,3 1 0,1 1 0,0 2 0,-5-3 0,7-1 0,-8-5 0,1 6 0,-3-9 0,-2 5 0,0-8 0,0 8 0,0 1 0,-2 6 0,-1-1 0,-3-3 0,0 1 0,6 5 0,0 0 0,0 0 0,0 1 0,0-1 0,2-6 0,4 1 0,-2-9 0,7 3 0,0-4 0,7-2 0,-1-8 0,-2-3 0,-1-4 0,-3-2 0,-7-1 0,2 1 0,1 0 0,-1 0 0,0 5 0,-6 1 0,0 5 0,0-5 0,0 7 0,0-11 0,0 5 0</inkml:trace>
  <inkml:trace contextRef="#ctx0" brushRef="#br0" timeOffset="8">22251 2992 8912,'-19'15'0,"-2"-4"0,-4-5 0,-2-4 0,4-2 0,-4 0 0,2 0 0,4 0 0,-2 2 0,4 4 0,4 7 0,0 8 0,5 6 0,1 7 0,1 1 0,4-1 0,4 0 0,4 1 0,4-3 0,1-3 0,5-4 0,9-8 0,-4 0 0,6-2 0,-1-3 0,5-6 0,-2-6 0,2-6 0,-1-4 0,7-7 0,-7 0 0,1 0 0,-6-2 0,4-2 0,-2-4 0,-4-2 0,-4 4 0,-6-4 0,-5 1 0,-4-1 0,-2 6 0,0-2 0,-2 4 0,-4 3 0,-5 3 0,-5 2 0,-1 7 0,0-2 0,-6 14 0,0 9 0,0 2 0,6 10 0,2-1 0,3 7 0,5-1 0,7 1 0,3-1 0,9 0 0,9-7 0,19-4 0,12-6 0,11-5 0,11-5 0,5-7 0,7 0 0</inkml:trace>
  <inkml:trace contextRef="#ctx0" brushRef="#br0" timeOffset="9">23094 3112 8912,'-17'-2'0,"0"-4"0,-2-3 0,-4-1 0,2 3 0,-8 7 0,6 0 0,-6 0 0,6 1 0,-3 5 0,1 8 0,4 7 0,1 0 0,3 7 0,6 1 0,-1 5 0,9-7 0,-3-4 0,4 2 0,4-4 0,4-4 0,5-4 0,4-9 0,2 2 0,1-4 0,-1-2 0,6-10 0,0-7 0,5-8 0,-3-9 0,0-2 0,0-5 0,4 3 0,-6-8 0,5 1 0,-5-7 0,0 0 0,-6 1 0,1-3 0,-1-3 0,-6 4 0,-1-3 0,-2 10 0,-5 12 0,-1 7 0,-2 18 0,-2 1 0,-3 12 0,-7 7 0,3 16 0,-3 19 0,1 9 0,-7 4 0,3 3 0,4 3 0,-3 1 0,9 3 0,-1-2 0,6-4 0,7 2 0,5-8 0,13-7 0,9-10 0,8-11 0,10-8 0,0-8 0,-1-7 0,-5-8 0,0-9 0,-10-3 0,-1-14 0,-10 5 0,-14-6 0,-1 6 0,-7-6 0,3 1 0,-2 1 0,-4-4 0,-4 7 0,-2-1 0,3 0 0,-5 2 0,2 6 0,0 5 0,6 1 0,0 7 0,0 4 0,0 4 0,0 7 0,0 3 0,0 1 0,2 2 0,2 0 0,2 1 0,5-1 0,-5 0 0,8-2 0,-3-3 0,-1 1 0,1-7 0,2-2 0,3-2 0,1-2 0,0 0 0,6-8 0,2-4 0,0-3 0,0-2 0,3-6 0,-5 0 0,6-6 0,-6 6 0,0-5 0,-6 5 0,-2 6 0,-1 5 0,-3-1 0,1 7 0,5 6 0,-8 10 0,-1 11 0,-2 4 0,0 1 0,7 3 0,-2 5 0,5-1 0,1-3 0,2-3 0,4-2 0,-2-4 0,8-10 0,5-3 0,6-8 0,2-2 0,-1-4 0,-3-5 0,6-10 0,-2-4 0,-4-2 0,4-1 0,-4-7 0,-5 1 0,-8 0 0,-8 1 0,-6 4 0,3-3 0,-8 3 0,-1-1 0,-7 1 0,-3 6 0,-5 6 0,-7 6 0,5 3 0,1 10 0,-3 4 0,-1 5 0,-2 6 0,0 6 0,0 4 0,-1 7 0,1 3 0,0 3 0,5-4 0,1 4 0,7-4 0,-2-1 0,5-1 0,1 1 0,9-7 0,8 1 0,8-14 0,10 2 0,7-11 0,5 0 0,9-4 0,7-2 0,2-8 0,-2-3 0,2-12 0,-8-6 0,1-11 0,-7-4 0</inkml:trace>
  <inkml:trace contextRef="#ctx0" brushRef="#br0" timeOffset="10">25624 2682 8912,'-27'0'0,"8"0"0,7 0 0,1-8 0,1 7 0,10-7 0,10 14 0,9 1 0,2 3 0,4 3 0,2 3 0,1 1 0,7 0 0</inkml:trace>
  <inkml:trace contextRef="#ctx0" brushRef="#br0" timeOffset="11">25658 3267 8912,'-17'15'0,"2"-2"0,3-1 0,5-8 0,7 5 0,0-3 0,7-4 0,5 4 0,11 3 0,3 1 0</inkml:trace>
  <inkml:trace contextRef="#ctx0" brushRef="#br0" timeOffset="12">15023 4608 8912,'-9'-12'0,"7"3"0,11 1 0,18 4 0,15 2 0,19 2 0,23 0 0,-34 0 0,2 0 0,9 1 0,4-2 0,15-2 0,4-1-280,-17 0 1,2 1-1,2-2 1,5 0 0,2-1-1,1 0 1,9-1-1,1 0 1,2 0 0,4-1-1,2 0 1,1-1 279,-21 3 0,1-1 0,0 0 0,1 0 0,5 0 0,2-1 0,0-1 0,0 1 0,2-1 0,0 0 0,0 0 0,0 0 0,1 0 0,1 1 0,-1 0 0,1 0-287,1 0 1,0 0 0,0 0 0,1 0 0,2 0-1,1 0 1,0-1 0,2 1 286,-18 1 0,1 0 0,1 0 0,-1 0 0,1 1 0,1 0 0,-1 0 0,1 1 0,0 0 0,0 0 0,1 0 0,1 1 0,0-1 0,-1 1 0,0-1 0,-2 1 0,0 0 0,0 0 0,-1 1 0,1-1 0,-2 1 0,0-1 0,0 1 0,-1-1 0,0 1 0,16-1 0,0 0 0,-1 0 0,-1 1 0,0-1 0,0 1 0,-1 1 0,-1-1 0,-4 1 0,0 0 0,-2 0 0,-1 1 15,-5-1 0,-1-1 1,-1 1-1,-1 1 1,21 0-1,-1 1 1,-3-1-1,-13-1 1,-2-1-1,-2 0 1,-4 1-1,0 0 1,-2-1-16,27-3 0,-3 0 0,-11 2 0,-4-1 0,-7-1 0,-4 0 0,-10 4 0,-5-1 0,17-9 0,-23 6 0,-18-5 0,-14-1 350,-8-5 1,-18 0 0,-7-2-351,-6-4 0,-4 4 0,-5-6 0</inkml:trace>
  <inkml:trace contextRef="#ctx0" brushRef="#br0" timeOffset="13">16624 12035 8912,'0'-27'0,"0"3"0,1 1 0,3 0 0,2 2 0,-2 2 0,-2 7 0,-2 1 0,7 7 0,-5-4 0,14 8 0,-14 0 0,5 2 0,-7 4 0,0 5 0,0 7 0,0 4 0,0 11 0,0 7 0,0 15 0,0 3 0,-2 11 0,-3 11 0,1 10 0,-2-37 0,0 2 0,1 5 0,-1 1 0,-3 4 0,-1 2 0,-1 0 0,1-1-247,-2 0 0,1 0 1,1-2-1,2 0 247,2-3 0,1-1 0,3-6 0,0-1 0,-4 38 0,5-16 0,1-29 0,0-12 0,0-11 0,-2-6 0,-4-5 0,4-7 0,-4-10 0,4 3 0,2-8 0,0 4 0,-2 3 246,-3-9 1,-3 1 0,-5-7 0,1-1-247,-1-4 0,3 2 0,-1-7 0,-6-1 0,-6-5 0,0-3 0,5-3 0,-6-11 0,-3-10 0</inkml:trace>
  <inkml:trace contextRef="#ctx0" brushRef="#br0" timeOffset="14">16865 11863 8912,'-2'-44'0,"-4"6"0,-6 8 0,-3 14 0,-2 16 0,-10 16 0,-7 12 0,-10 7 0,-6 5 0,-2-2 0,1 8 0,1-2 0,4 2 0,4-3 0,10-4 0,5 1 0,10-2 0,1-7 0,11-3 0,-1-7 0,6 2 0,-8-11 0,-1-5 0,-9-7 0</inkml:trace>
  <inkml:trace contextRef="#ctx0" brushRef="#br0" timeOffset="15">16606 11932 8912,'19'4'0,"4"7"0,6 8 0,11 16 0,6 9 0,12 7 0,-3 3 0,8 7 0,2-2 0,2-3 0,17-11 0,4-3 0</inkml:trace>
  <inkml:trace contextRef="#ctx0" brushRef="#br0" timeOffset="16">15505 14081 8912,'-2'-23'0,"-2"0"0,-1 2 0,-1 2 0,-2 2 0,-3 0 0,-5 0 0,-1-1 0,0 1 0,0 0 0,0 8 0,-3 1 0,-1 2 0,-2 0 0,1 3 0,2 8 0,-3 9 0,-5 7 0,-5 7 0,1 11 0,1 3 0,2 2 0,8-1 0,-1 3 0,10 2 0,6-8 0,4-4 0,2-5 0,16 0 0,7-8 0,9-1 0,8-4 0,4-3 0,8-4 0,-6 5 0,0-5 0,-4 3 0,0-1 0,-8-2 0,-1 3 0,-8 1 0,-2 2 0,-12 0 0,-5 1 0,-4 1 0,-2 4 0,-10-2 0,-7 7 0,-8-1 0,-9 2 0,-1 1 0,1-7 0,-1-2 0,1-2 0,1-9 0,5-4 0,3-5 0,8-1 0,1-7 0,5-7 0,5-8 0,4-13 0,6-1 0,8-10 0,7 0 0,15-5 0</inkml:trace>
  <inkml:trace contextRef="#ctx0" brushRef="#br0" timeOffset="17">15832 14288 8912,'0'-18'0,"0"1"0,2 0 0,4 0 0,-4 9 0,3 8 0,3 10 0,-2 13 0,-1 5 0,3 5 0,-6 1 0,4 0 0,3 1 0,3-1 0,1 1 0,-1-1 0,3-5 0,-4-1 0,-3-5 0,-2 6 0,-4-8 0,-2 4 0</inkml:trace>
  <inkml:trace contextRef="#ctx0" brushRef="#br0" timeOffset="18">15832 14167 8912,'0'-27'0,"-2"3"0,-4 6 0,4 7 0,-3-1 0,10 9 0,7-3 0,11 10 0,6 1 0,3 9 0,4-5 0,5 1 0,-5 5 0,6-5 0</inkml:trace>
  <inkml:trace contextRef="#ctx0" brushRef="#br0" timeOffset="19">16297 14477 8912,'0'11'0,"-2"-1"0,-4-3 0,4 7 0,-13-12 0,13 7 0,-6-5 0,1 2 0,5-1 0,-6-5 0,8 0 0,0 0 0,0-7 0,2-5 0,4-3 0,-3-10 0,9-3 0,-3 1 0,5-2 0,-3-1 0,3-3 0,-5 1 0,3 3 0,-1-2 0,6 8 0,-5 2 0,-1 10 0,1-2 0,5 7 0,0 2 0,0 2 0,1 16 0,-1 3 0,6 6 0,0 0 0,2 3 0,-2 9 0,3-7 0,9-1 0,-1-2 0,1-4 0,-1-8 0,0-1 0,1-8 0,-1 1 0,1-10 0,-1-7 0,1-5 0,-1-6 0,-7-4 0,-2-9 0,-4-2 0,-4-2 0,-4-2 0,-13 2 0,-2 3 0,-3-3 0,-5 11 0,-7 7 0,-6 10 0,0 6 0,-6 6 0,6 6 0,-5 11 0,7 12 0,3 5 0,5 6 0,9 4 0,-2 8 0,5 0 0,1-1 0,3-5 0,9-2 0,13-2 0,11-4 0,12-9 0,15-6 0,11-14-321,24-9 0,-2-15 321,-45 2 0,1-3 0,0-3 0,-1-2 0,-3-2 0,0-2 0,3 0 0,1-1 0,0 2 0,-1 0 0</inkml:trace>
  <inkml:trace contextRef="#ctx0" brushRef="#br0" timeOffset="20">17398 14511 8912,'0'-17'0,"0"0"0,0-1 0,0 11 0,2 5 0,4 6 0,-3 15 0,9-2 0,1 2 0,3 0 0,7-9 0,1-5 0,3-3 0,4-2 0,7-2 0,2-3 0,2-12 0,-4-12 0,3-4 0,-3-1 0,-4-8 0,-5-4 0,-4-2 0,-8 3 0,-7-5 0,-5 4 0,-10 4 0,-9 2 0,-7 7 0,-8 11 0,-3 0 0,-2 17 0,-1 3 0,3 13 0,1 14 0,2 11 0,8 10 0,-2 12 0,6 3 0,6 8 0,3-1 0,8 1 0,2-2 0,4-4 0,13 0 0,15-11 0,10-12 0,15-19 0,10-8 0,10-7 0,5-21 0,2-14-333,-42 7 1,-2-4-1,-2-7 1,-2-3 0,1-3-1,-1 0 1</inkml:trace>
  <inkml:trace contextRef="#ctx0" brushRef="#br0" timeOffset="21">19652 14219 8912,'-2'-17'0,"-3"-1"0,-5 1 0,-1 0 0,1 0 0,1 0 0,-1-1 0,6 1 0,-4 10 0,8 7 0,6 9 0,0 14 0,2-2 0,-3 8 0,-1-1 0,6 5 0,-3-3 0,-3-1 0,-2-2 0,-2 1 0,0-3 0,0-8 0,0 1 0,0-1 0,0-8 0,-2-9 0,-4-11 0,5-20 0,-7-11 0,2-13 0,0-14 0,1-7 0,5-10 0,0 0 0,0 2 0,2 5 0,3 11 0,-1 8 0,8 15 0,-7 18 0,7 15 0,3 10 0,6 8 0,0 17 0,8 12 0,-6 12 0,6 5 0,-8 5 0,1 6 0,0 4 0,0-4 0,-2-4 0,3-1 0,-6-11 0,-4-3 0,-1-2 0,1-3 0,-5-5 0,-3-5 0,-3-5 0,-2-6 0,-7-9 0,-5-3 0,-3-4 0,-2-10 0,-1-1 0</inkml:trace>
  <inkml:trace contextRef="#ctx0" brushRef="#br0" timeOffset="22">19618 14150 8912,'-17'0'0,"-1"0"0,11-6 0,7 0 0,11-7 0,16 2 0,11-5 0,10-1 0,-6 0 0,10 0 0,-4-2 0,1-2 0,-3-2 0,-6 2 0,-5 2 0,-7 1 0,-3 3 0,-7 4 0,-1 3 0,-8 16 0,-3 3 0,-4 10 0,-2 2 0,0 0 0,0-6 0,0-5 0,0-1 0,0 3 0,2-1 0,4-2 0,-3 5 0,9-5 0,-1-1 0,7 1 0,5 1 0,-1 5 0,1 0 0,-5 0 0,-1 0 0,0 1 0,-2-1 0,-3 0 0,-5 0 0,-7 0 0,0-5 0,-1-3 0,-5-1 0,2-2 0,-8-6 0,3-14 0,-3-3 0,-1-6 0,7 0 0,1-3 0,5-9 0,7-1 0,5-4 0,5 3 0,6-3 0,6 6 0,3 5 0,2-1 0,1 9 0,-1 5 0,1 9 0,-3 5 0,-3 4 0,-6 4 0,-4 5 0,-2 6 0,0 6 0,-7-4 0,-4 4 0,-4-4 0,-2-2 0,0 1 0,0-9 0,-2-1 0,-4-8 0,4 0 0,-6-2 0,8-6 0,0-9 0,6-2 0,0-10 0,7 6 0,-1-5 0,3 1 0,2-4 0,-1 5 0,-5 1 0,2 2 0,-7 6 0,-8 9 0,-9 8 0,-5 8 0,-3 11 0,-2 4 0,-2 5 0,-2-1 0,3 2 0,2-1 0,-3 7 0,10-1 0,2 1 0,5-7 0,-6 1 0,9-2 0,-3 1 0,10-3 0,5-10 0,5-1 0,5-3 0,15-7 0,2 2 0,7-6 0,4-6 0,3-3 0,2-9 0,-1-1 0,1-2 0,0-4 0,-1-1 0,-5 3 0,0-6 0,-15 8 0,-3-2 0,-9-2 0,-7 2 0,-4 6 0,-8 6 0,-2 1 0,-4-1 0,-4 3 0,-7 8 0,-2 0 0,-4 0 0,2 2 0,-8 4 0,8 3 0,-2 8 0,4 6 0,2 0 0,2 6 0,1-4 0,5 0 0,1-1 0,2 5 0,6-6 0,0 2 0,0-2 0,8-10 0,3 4 0,7-11 0,5 0 0,-2-4 0,7-2 0,-5-10 0,4-5 0,0-8 0,0-4 0,-4-1 0,3-7 0,-1 3 0,-4 3 0,-2 4 0,-3 8 0,-3 2 0,-2 3 0,1 7 0,5 10 0,0 7 0,1 9 0,-1 2 0,-4 5 0,4-5 0,4 0 0,14-6 0</inkml:trace>
  <inkml:trace contextRef="#ctx0" brushRef="#br0" timeOffset="23">22561 13926 8912,'-35'18'0,"1"-1"0,1 0 0,3 0 0,1 2 0,0 4 0,3 8 0,3 7 0,5 0 0,7 6 0,5 0 0,4 0 0,6-8 0,8-1 0,1-9 0,16-8 0,5-9 0,8-3 0,0-4 0,0-2 0,-4-8 0,-9-3 0,-4-10 0,-10-4 0,-3-2 0,-7-3 0,-5-3 0,-5-1 0,-12-1 0,-12 1 0,-6 1 0,-3 5 0,-4 5 0,-2 4 0,4 4 0,-6 3 0,8 4 0,-2 8 0,5 10 0,7 7 0,3 8 0,8 9 0,9 1 0,8-1 0,11-3 0,10-8 0,21 0 0,12-14 0</inkml:trace>
  <inkml:trace contextRef="#ctx0" brushRef="#br0" timeOffset="24">23352 13497 8912,'-34'-27'0,"5"2"0,0 8 0,8 7 0,-2 5 0,4 3 0,10 11 0,3 8 0,4 16 0,2 13 0,2 9 0,4 2 0,1 14 0,5-2 0,1 13 0,-5 2 0,1 6 0,5 0 0,1-10 0,2-6 0,-5-11 0,-1-5 0,-7-9 0,2-8 0,-4-1 0,-12-29 0,-7 1 0,-16-16 0,-10-6 0</inkml:trace>
  <inkml:trace contextRef="#ctx0" brushRef="#br0" timeOffset="25">22870 14116 8912,'-9'0'0,"3"0"0,12 0 0,15 0 0,19 0 0,13-2 0,22-4 0,9-9 0,10-12 0,-47 12 0,0-3 0,0-2 0,-1-2-605,38-25 1,-7-13-1,-8-1 1</inkml:trace>
  <inkml:trace contextRef="#ctx0" brushRef="#br0" timeOffset="26">24264 13720 8912,'-17'-9'0,"2"-7"0,1 7 0,5-3 0,-1 3 0,1 1 0,5 0 0,-2 3 0,12 3 0,5-4 0,7 4 0,3 2 0,1 0 0,0 0 0,2 0 0,-1 0 0,0 6 0,-7 2 0,-3 1 0,-2 4 0,-7 3 0,2 1 0,-4 0 0,-2 0 0,0 1 0,0-1 0,-8 0 0,-3 0 0,1 0 0,-1 0 0,5 1 0,-5-1 0,5-6 0,-6 1 0,9-6 0,-3 5 0,4-5 0,2 5 0,2-1 0,4 1 0,3 4 0,8-3 0,8-3 0,4 3 0,3 3 0,3 6 0,-7-2 0,1 4 0,-6 4 0,6 2 0,-14 1 0,0 1 0,-5-3 0,-6 3 0,-16-4 0,-5 1 0,-12-1 0,1 2 0,-3-4 0,0-8 0,5 0 0,1 0 0,2-7 0,6-4 0,7-5 0,2-10 0,8-8 0,8-10 0,4-13 0,11-12 0,3-9 0</inkml:trace>
  <inkml:trace contextRef="#ctx0" brushRef="#br0" timeOffset="27">24987 13926 8912,'-6'12'0,"1"-1"0,-1-7 0,-2 4 0,8-8 0,0 0 0,17-8 0,18-3 0,7-6 0,9-6 0,9 2 0,3-6 0,4 2 0,2 4 0,-2-4 0,-4 2 0,-12 6 0,-11 6 0,-5 1 0,-7-1 0,-10 3 0,-14 6 0,-16-4 0,1 4 0,-30-13 0,5 6 0</inkml:trace>
  <inkml:trace contextRef="#ctx0" brushRef="#br0" timeOffset="28">25348 13462 8912,'0'29'0,"0"0"0,0 7 0,0 10 0,0 11 0,0 6 0,0 6 0,2 3 0,2 1 0,2-6 0,7-6 0,-1-9 0,3-8 0,2-4 0,0-14 0,1-8 0,1-3 0,4-9 0,-4-8 0,6-16 0,-8-8 0</inkml:trace>
  <inkml:trace contextRef="#ctx0" brushRef="#br0" timeOffset="29">26312 13445 8912,'17'-34'0,"-1"1"0,-5 5 0,-5 5 0,-4 11 0,-4 6 0,-4 12 0,-11 13 0,-12 14 0,-5 7 0,-6 4 0,1 4 0,-7 9 0,8-4 0,-2 5 0,6-5 0,5-1 0,4-1 0,8 1 0,7-6 0,5-4 0,3-4 0,2-6 0,15-14 0,8-1 0,9-11 0,9-1 0,3-7 0,7-9 0,7-2 0,-1-16 0,6 6 0,-6-6 0,1 6 0,-7-3 0,-1-1 0,-4 0 0,-4 12 0,-8-2 0,-7 3 0,-6 5 0,-15 3 0,-8 2 0,-15-2 0,-8-3 0,-4-8 0,-3-8 0,-3-2 0</inkml:trace>
  <inkml:trace contextRef="#ctx0" brushRef="#br0" timeOffset="30">26381 13479 8912,'-17'0'0,"-1"8"0,1 4 0,0 5 0,0 6 0,2 5 0,3 14 0,6 10 0,4 9 0,4 8 0,4 5 0,4 3-226,7 3 0,6-4 226,0-7 0,5-8 0,-3-3 0,0-7 55,0-5 1,-2-6-56,-6-11 0,-7-4 0,5-8 0,-5 0 0</inkml:trace>
  <inkml:trace contextRef="#ctx0" brushRef="#br0" timeOffset="31">28171 12809 8912,'-2'-44'0,"-2"4"0,-2 4 0,0 3 0,-1 4 0,-3 16 0,-7 21 0,0 20 0,0 20 0,-1 19 0,1 13 0,0 12 0,8-44 0,1 1 0,0 3 0,0-1 0,2 4 0,1-1 0,0-4 0,2 0 0,3 2 0,0-1 0,0 41 0,2-5 0,6-8 0,9-10 0,2-27 0,10-8 0,5-19 0,6-9 0,8-8 0,-4-9 0,0-14 0,-4-12 0,-11-6 0,4-9 0,-7 0 0</inkml:trace>
  <inkml:trace contextRef="#ctx0" brushRef="#br0" timeOffset="32">28515 13032 8912,'0'-9'0,"0"1"0,7 23 0,-3 5 0,8 14 0,-1-5 0,6-1 0,1 1 0,-1 3 0,0-1 0,0-2 0,0-8 0,1 2 0,-1-6 0,0-6 0,2 3 0,4-9 0,-6-1 0,1-10 0,-1-9 0,-6-10 0,3-1 0,-3-5 0,2-7 0,-7-2 0,0 5 0,-6 7 0,0 5 0,0-6 0,0 14 0,0-2 0,0 11 0,2 0 0,4 12 0,-3 3 0,9 11 0,3 2 0,6 7 0,-2-4 0,6 0 0,-8-8 0</inkml:trace>
  <inkml:trace contextRef="#ctx0" brushRef="#br0" timeOffset="33">29186 13222 8912,'36'-20'0,"4"-3"0,-11 4 0,4-7 0,-18 3 0,-4-6 0,-5-3 0,-6-3 0,-6 1 0,-5-1 0,-12 1 0,-4 0 0,-7-1 0,-1 3 0,1 3 0,-1-1 0,1 7 0,7 2 0,4 9 0,10-1 0,5 7 0,6 2 0,2 2 0,18 2 0,3 0 0,21 0 0,2 0 0</inkml:trace>
  <inkml:trace contextRef="#ctx0" brushRef="#br0" timeOffset="34">29478 12585 8912,'0'-17'0,"0"0"0,0-8 0,0 18 0,0 7 0,2 13 0,4 16 0,-2 9 0,5-2 0,-1 4 0,-4 2 0,4 4 0,-3-6 0,3 0 0,-2-5 0,-4-1 0,3 0 0,3-7 0,-2-4 0,0-4 0,-6-2 0,1-7 0,5-4 0,-4-6 0,6-8 0,-1-9 0,-3-2 0,8-10 0,-1 0 0,6-5 0,-1 5 0,-5 1 0,4 7 0,-3-2 0,3 6 0,2 5 0,-5-1 0,-1 7 0,1 0 0,5 6 0,0 0 0,-5 2 0,-1 4 0,1 2 0,5 3 0,0 4 0,0-3 0,0-5 0,1-1 0,1 2 0,2-2 0,4-3 0,1-1 0,-5-4 0,2-3 0,2-3 0,-2-3 0,0-5 0,-6 5 0,-1-4 0,-5-3 0,-1 3 0,-6 2 0,1 1 0,1 1 0,-6 1 0,0 3 0,0 8 0,0 5 0,0-2 0,0 7 0,0 3 0,0 1 0,0 2 0,0 1 0,0-7 0,0 0 0,0 1 0,0 5 0,0-7 0,0-3 0,-8-7 0,-1 0 0</inkml:trace>
  <inkml:trace contextRef="#ctx0" brushRef="#br0" timeOffset="35">29978 12585 8912,'-6'-17'0,"0"0"0,0 0 0,-1 0 0,-3-1 0</inkml:trace>
  <inkml:trace contextRef="#ctx0" brushRef="#br0" timeOffset="36">29995 12499 8912,'28'0'0,"1"0"0,0-7 0,11 5 0,-2-4 0,-5 4 0,1 2 0,-7-7 0,7-3 0</inkml:trace>
  <inkml:trace contextRef="#ctx0" brushRef="#br0" timeOffset="37">30494 12448 8912,'-12'9'0,"1"-1"0,-3 0 0,-1 3 0,4 6 0,-1 6 0,6 6 0,-5 11 0,7-2 0,-2 6 0,5 0 0,1 0 0,1-8 0,5-1 0,6-3 0,11-9 0,-2-2 0,7-9 0,7-5 0,5-7 0,6-9 0,-6-9 0,-2-10 0,-2-10 0,-1-1 0,-1-6 0,1-9 0,-1-7 0,1-8 0</inkml:trace>
  <inkml:trace contextRef="#ctx0" brushRef="#br0" timeOffset="38">30890 12310 8912,'0'17'0,"0"8"0,0 4 0,0 5 0,0 6 0,0 3 0,0 4 0,0-3 0,0-2 0,0-2 0,0-5 0,0-3 0,0-3 0,0-4 0,0-8 0,0-8 0,1-1 0,5-10 0,4-5 0,-1-11 0,7-1 0,-5-9 0,6 5 0,6-6 0,-7 8 0,7-2 0,-8 10 0,8 3 0,-4 2 0,-2 5 0,2 1 0,4 2 0,-4 2 0,4 3 0,4 5 0,2 7 0,1 0 0,-1 1 0,3-1 0,-3 0 0,4-2 0,1-3 0,-1-5 0,-5-7 0,5 0 0,-7 0 0</inkml:trace>
  <inkml:trace contextRef="#ctx0" brushRef="#br0" timeOffset="39">30201 13582 8912,'0'-17'0,"0"0"0,0 0 0,0 0 0,-2 0 0,-3 1 0,-7 5 0,-3 5 0,-2 4 0,-1 2 0,1 4 0,-2 6 0,-2 9 0,-2 6 0,0-3 0,6 7 0,2-2 0,3 2 0,-1 3 0,7-3 0,0-5 0,6-1 0,0-4 0</inkml:trace>
  <inkml:trace contextRef="#ctx0" brushRef="#br0" timeOffset="40">28928 14769 8912,'11'-12'0,"-1"1"0,-1 0 0,1 1 0,-6-5 0,1 3 0,-3 3 0,-2-3 0,-2 3 0,-1-5 0,-5 5 0,-2 1 0,5-3 0,-7 5 0,1 0 0,-6 6 0,-1 0 0,1 0 0,-6 4 0,0 7 0,-7 9 0,1 14 0,-4 2 0,-1 4 0,2 4 0,3 8 0,6-1 0,4 1 0,4 0 0,3-1 0,4-9 0,8-7 0,2-11 0,4-12 0,6-4 0,10-10 0,7-4 0,4-6 0,1-12 0,0-11 0,1-1 0,-1-10 0,-1 2 0,-4-2 0,1-5 0,-7-1 0,-2 1 0,-9-7 0,1 3 0,-7 1 0,-4 1 0,-6 3 0,0 10 0,-8 0 0,7 13 0,-7 10 0,8 7 0,-3 12 0,7 6 0,0 11 0,0 14 0,7 9 0,5 9 0,3 8 0,2 4 0,1-3 0,-1-3 0,2-9 0,4-2 0,-2-8 0,6 0 0,-14-22 0</inkml:trace>
  <inkml:trace contextRef="#ctx0" brushRef="#br0" timeOffset="41">29122 14958 8912,'8'10'0,"19"13"0,-6-12 0,2-5 0,-4-4 0,-1-2 0,-7-8 0,0-3 0,-5-7 0,1 3 0</inkml:trace>
  <inkml:trace contextRef="#ctx0" brushRef="#br0" timeOffset="42">29306 14958 8912,'0'17'0,"0"10"0,0-2 0,0-8 0,8 0 0,-6 0 0,7-9 0,-3-8 0,-4-8 0,6-24 0,-8-4 0</inkml:trace>
  <inkml:trace contextRef="#ctx0" brushRef="#br0" timeOffset="43">29627 14958 8912,'1'10'0,"4"30"0,-5-12 0,0-1 0,0-4 0,0-4 0,0-2 0,-7-9 0,-3-8 0</inkml:trace>
  <inkml:trace contextRef="#ctx0" brushRef="#br0" timeOffset="44">30098 14820 8912,'0'8'0,"0"28"0,0 5 0,0-5 0,0-2 0,0-7 0,0-4 0,0-4 0,0-2 0,0-7 0,0-3 0,-8-7 0,-1 0 0</inkml:trace>
  <inkml:trace contextRef="#ctx0" brushRef="#br0" timeOffset="45">30064 13514 8912,'-6'-17'0,"-2"-1"0,-1 1 0,3 0 0,-4 0 0,3 0 0,1-1 0,6 11 0,0 9 0,0 13 0,0 4 0,0 12 0,0 3 0,0 4 0,0 10 0,0-4 0,0 2 0,0 0 0,0 0 0,0 5 0,0-5 0,0 0 0,0 0 0,0-2 0,0-4 0,0-12 0,0 3 0,0-8 0,0-8 0,0-7 0,2-18 0,4-7 0,3-10 0,6-11 0,1-4 0,1-2 0,-8 4 0,14-6 0,-13 8 0,7-2 0,-3 9 0,1 4 0,-2 3 0,-1 3 0,-7 9 0,7 6 0,-6 5 0,5 1 0,-5 7 0,5 5 0,-5 3 0,6 2 0,1 0 0,2 1 0,2-1 0,1 0 0,5-6 0,0 1 0,7-8 0,-1 1 0,9-3 0,2-2 0,0-2 0,-7-1 0,-3-5 0,-1-2 0,-6 5 0,6-7 0,-14 3 0,2-3 0,-11-3 0,0 3 0,-6-3 0,-6-2 0,2 5 0,-7 1 0,-3 0 0,-1 1 0,-4 2 0,-4 8 0,4 0 0,-4 0 0,4 8 0,2 3 0,1-1 0,3 1 0,3 3 0,3 1 0,-5 2 0,7 1 0,-1-1 0,6 0 0,0-6 0,0 1 0,0-6 0,0 5 0,7-7 0,5 2 0,3-5 0,2-1 0,1-7 0,-1-5 0,6-3 0,0-2 0,0-6 0,-4 0 0,2 4 0,2 6 0,0-3 0,-6 5 0,-6 1 0,1-1 0,-1 7 0,7-4 0,-3 10 0,-4 4 0,-1-2 0,-4 7 0,5 3 0,-1-5 0,1 3 0,1-9 0,5 5 0,0-8 0,0 0 0,0 0 0,-5 0 0,-1 0 0,-1-2 0,1-4 0,3-3 0,-7-8 0,1 0 0,0-1 0,-3 1 0,-5 0 0,0 0 0,0 5 0,0 1 0,0 7 0,2-4 0,4 8 0,-4 0 0,6 2 0,-8 4 0,5-2 0,1 7 0,8 1 0,-5-3 0,8-1 0,0-8 0,1 0 0,-1 0 0,0 0 0,0-8 0,1-3 0,-1-3 0,0 1 0,-2 2 0,-3-3 0,3 5 0,-4-3 0,-3 8 0,7-3 0,-3 7 0,-3 0 0,3 2 0,1 3 0,-3-1 0,1 8 0,1-8 0,5 1 0,6-3 0,0-2 0,6 0 0,-6 0 0,-2-2 0,-2-3 0,4-3 0,0-4 0,-2-3 0,-10 4 0,2-5 0,-7-1 0,-2 0 0,-4 7 0,-6 5 0,-3 5 0,-8 5 0,-8 7 0,-4 11 0,-2 4 0,3 7 0,5 0 0,4 1 0,9 1 0,4 4 0,14-9 0,9 3 0,16-13 0,13-4 0,17-1 0,4-11 0,-2-5 0,-6-9 0,-13-10 0,-4-16 0</inkml:trace>
  <inkml:trace contextRef="#ctx0" brushRef="#br0" timeOffset="46">29392 14649 8912,'0'-18'0,"0"7"0,0-1 0,0 9 0,0-5 0,0 10 0,0 4 0,0-3 0,0 9 0,0 1 0,0-5 0,0 0 0,0-8 0,0 0 0</inkml:trace>
  <inkml:trace contextRef="#ctx0" brushRef="#br0" timeOffset="47">30098 14563 8912,'0'-18'0,"-2"3"0,-2 2 0,-3 1 0,-3-1 0,-1 3 0,-7 1 0,1 1 0,0 4 0,-2 2 0,-2 2 0,-4 2 0,-2 4 0,6 11 0,-2 12 0,4 11 0,2 4 0,2 2 0,3 0 0,4 0 0,8 5 0,0 1 0,0-1 0,2-1 0,4-4 0,-2-4 0,5-8 0,1 1 0,0-1 0,-7-2 0,3-3 0,-4-4 0,-10-10 0,-3-3 0,-12-5 0,-4-7 0</inkml:trace>
  <inkml:trace contextRef="#ctx0" brushRef="#br0" timeOffset="48">29565 15078 8912,'0'-17'0,"1"6"0,5-1 0,6 1 0,11-4 0,9 1 0,12 3 0,10-1 0,14-5 0,7 0 0,0 0 0,-1-1 0,-5 1 0,-8-2 0,-7-2 0,-10-2 0,-10 2 0,-11 0 0,0-2 0,-6 2 0,-5-7 0,1 5 0,-7-6 0,0 6 0,-6-6 0,0-1 0,0-3 0,5 5 0,1-1 0,0 8 0,-6-2 0,0 4 0,0 2 0,0 7 0,-2 3 0,-4 7 0,4 9 0,-5 6 0,-1 10 0,-4 8 0,3-1 0,-3 14 0,3 6 0,-3 5 0,-1 0 0,7-5 0,-5-2 0,5-3 0,0-1 0,-1 2 0,3-6 0,-8-2 0,8-4 0,-1-1 0,-3-1 0,2 1 0,-7-9 0,2-3 0,1-6 0,-2-5 0,1-4 0,-6-8 0,0 0 0,-1-8 0,1-2 0</inkml:trace>
  <inkml:trace contextRef="#ctx0" brushRef="#br0" timeOffset="49">30132 15010 8912,'6'-18'0,"0"1"0,7 0 0,-1 0 0,5 5 0,6 1 0,4-1 0,7-5 0,2 2 0,5 4 0,3-5 0,7 5 0,1-5 0,-1-1 0,1-2 0,0-4 0,-8 4 0,-4-4 0,-12 4 0,-5 2 0,-11 0 0,-6 0 0,-6 7 0,-6 4 0,-4 4 0,-7 2 0,0 0 0,-6 8 0,0 3 0,0 10 0,6 2 0,2 8 0,3-2 0,-3 3 0,3 2 0,-1 1 0,1-1 0,3-7 0,3-4 0,4 2 0,-3-2 0,3 0 0,2-6 0,13-8 0,4-5 0,4-8 0,4-7 0,-4-10 0,8-2 0,-2-8 0,1 3 0,-1-5 0,-4-1 0,-10 7 0,5 4 0,-5-2 0,4 2 0,0 2 0,-7 10 0,5-4 0,-11 15 0,8 0 0,-7 2 0,7 9 0,-1 2 0,-1 3 0,5-1 0,-3-4 0,5 3 0,6-8 0,-4 5 0,4-5 0,2-1 0,-2-5 0,1 0 0,-3 0 0,4-1 0,2-5 0,-6 2 0,2-7 0,-4-1 0,-4-5 0,-3 0 0,-4 0 0,-8-1 0,-8 7 0,-4 1 0,-3 3 0,-2 3 0,-6 2 0,0 2 0,0 0 0,6 0 0,0 8 0,-1 3 0,1-1 0,2 1 0,4 2 0,5 3 0,4 1 0,2 0 0,0 0 0,2-1 0,4-5 0,3 2 0,8-7 0,8 0 0,2-6 0,2-2 0,-1-4 0,1 2 0,5-7 0,-1 1 0,-4-1 0,-5-2 0,-6 7 0,-7-6 0,1 7 0,-7-1 0,7 6 0,-8 0 0,3 0 0,-7 2 0,0 4 0,0-5 0,0 15 0,0-14 0,2 5 0,4-7 0,-4 0 0,13 0 0,-5-7 0,7-3 0,0 1 0,-2-1 0,-3 4 0,3 2 0,-3-7 0,3 7 0,2-2 0,2 5 0,4 1 0,-4-6 0,4 0 0,-2 0 0,0 6 0,2-2 0,-2-3 0,-2 1 0,-1-8 0,-1 3 0,0-3 0,0-5 0,0 0 0,-1-2 0,-5-10 0,3 1 0,-7-7 0,1 1 0,0-1 0,-1 1 0,-1 0 0,-4-1 0,4 1 0,-4 1 0,-2 5 0,-2 9 0,-4 7 0,2 10 0,-7 2 0,-3 10 0,5 13 0,-3 5 0,6 5 0,-5 1 0,5 1 0,-5-1 0,7 0 0,-2 1 0,4-1 0,2 1 0,0-1 0,0-2 0,0-1 0,0-2 0,6-8 0,0 2 0,-1-4 0,3-10 0,2 7 0,7-7 0</inkml:trace>
  <inkml:trace contextRef="#ctx0" brushRef="#br0" timeOffset="50">31767 14580 8912,'-7'9'0,"-5"-3"0,4-4 0,16-2 0,15 0 0,23-8 0,11-3 0,16-4 0,5-3 0,3 1 0,-1 0 0,-7 4 0,1-5-211,-11 5 0,-11-12 0,-10 8 0</inkml:trace>
  <inkml:trace contextRef="#ctx0" brushRef="#br0" timeOffset="51">29151 16007 8912,'0'-12'0,"0"1"0,0-2 0,0-3 0,0-1 0,0 0 0,0-2 0,0-4 0,0 4 0,0-4 0,0 4 0,0 1 0,0 1 0,0 0 0,0 8 0,-1 3 0,-3 13 0,-4 11 0,0 8 0,1 7 0,-5 15 0,7 3 0,-7 7 0,6-1 0,-5-4 0,5 5 0,0-5 0,5-3 0,-3-4 0,-2-6 0,0-4 0,6-9 0,0-10 0,2-9 0,4-8 0,-2-8 0,7-3 0,-5-10 0,5-2 0,3 0 0,1-2 0,0 6 0,-3-4 0,5 4 0,0 2 0,0-1 0,6 1 0,-2 2 0,2 3 0,-2-1 0,8 7 0,-8 1 0,4 5 0,-4 1 0,-4 5 0,4-2 0,-9 7 0,-5 7 0,-1 5 0,-4 0 0,-2-6 0,-8 6 0,-3 0 0,-12 5 0,-6-5 0,-3 6 0,-3-6 0,1-2 0,0-2 0,1-4 0,4-3 0,-3 3 0,13-13 0,3-8 0,16-11 0,10-14 0,13-1 0,6-6 0,3-1 0,3-3 0,-1 2 0,0 0 0,1 6 0,-1-1 0,1 1 0,-1 7 0,0 4 0,1 4 0,-3 2 0,-1 0 0,-2 0 0,-8 7 0,4 2 0,-16 16 0,-3 4 0,-4 3 0,-2 2 0,-8 6 0,-1 2 0,-3 0 0,1-1 0,1 5 0,-1-6 0,-3 0 0,8-6 0,-7 4 0,2-4 0,1 2 0,-1-13 0,-1 0 0,-5-6 0</inkml:trace>
  <inkml:trace contextRef="#ctx0" brushRef="#br0" timeOffset="52">29891 15869 8912,'18'8'0,"-7"-6"0,1 4 0,-7-5 0,7-1 0,-1 6 0,7 0 0,-1 0 0,-8-6 0,-1 0 0,-8 2 0,0 3 0,-6-1 0,0 8 0,-7-1 0,2 6 0,-5 0 0,-1 1 0,-6 5 0,0-1 0,0 1 0,6-5 0,6-1 0,-1 0 0,3 0 0,-3 0 0,4-7 0,12-4 0,8-12 0,-1-9 0,12-8 0,2-8 0,-2 2 0,6 3 0,-6-3 0,5 8 0,-5-2 0,-2 4 0,-2 2 0,-1 2 0,-1 3 0,0 4 0,0 8 0,-5 0 0,-1 0 0,1 0 0,3 8 0,-2 2 0,-1-1 0,-8 6 0,5-13 0,-3 4 0,-4 4 0,7-8 0,-3 3 0,-4-5 0,6-5 0,-1-7 0,-5 4 0,6-7 0,-1 6 0,-5-3 0,4 1 0,4 7 0,-8 4 0,3 11 0,-3 5 0,-2 1 0,2 2 0,4 4 0,-4 2 0,4 3 0,-5 3 0,-1-6 0,0 0 0,0-1 0,0-1 0,0-5 0,-1-1 0,-5 0 0,4-6 0,-4 1 0,-3-8 0,7 1 0,-4-10 0,4-7 0,2-3 0,0-10 0,0-4 0,8-1 0,3 1 0,4-3 0,3 3 0,5-3 0,1-1 0,3 3 0,4 1 0,1 2 0,3-1 0,-3 3 0,-3 7 0,2 1 0,-9 0 0,1 6 0,-5-1 0,-9 8 0,-1-3 0,-10 7 0,-4 0 0,-5 0 0,-5 2 0,-1 3 0,4 3 0,-4 3 0,5 5 0,-5-5 0,0 4 0,5 3 0,-3-1 0,-2 0 0,7 0 0,3 0 0,-1 1 0,6-7 0,-4 1 0,6-9 0,6 3 0,4-4 0,7-2 0,2 0 0,2-2 0,4-4 0,2-5 0,-5-4 0,7-3 0,-2 1 0,2 0 0,1 6 0,-7-1 0,0 3 0,-6-3 0,1 4 0,-1 10 0,0 4 0,-7 4 0,-5 7 0,-3 8 0,-2 3 0,0-1 0,0 2 0,0-2 0,0 1 0,-2 3 0,-2-8 0,-1-2 0,1-2 0,2-2 0,-6 0 0,6-7 0,-5-5 0,7-10 0,0-5 0,0-22 0,0-5 0</inkml:trace>
  <inkml:trace contextRef="#ctx0" brushRef="#br0" timeOffset="53">32008 14941 8912,'-27'-10'0,"3"-3"0,8 5 0,5-1 0,5 9 0,12 4 0,5 11 0,14 13 0,8 1 0,5 6 0,0 5 0,4 4 0,-2 7 0,0 5 0,-5 5 0,-3 9 0,-3 7 0,-12 9 0,-11 5 0,-5-39 0,0 0 0,-1 45 0,-6-47 0,-3-1 0,-18 41 0,8-43 0,-2 0 0,-4 1 0,-2-1 0,-4-2 0,-1-2-201,1 1 0,-1-2 0,-1-2 0,-1-2 201,-35 31 0,6-10 0,0-7 0,15-16 0,-13-9 0,15-12 0,4-9 0,4-12 0</inkml:trace>
  <inkml:trace contextRef="#ctx0" brushRef="#br0" timeOffset="54">20822 15113 8912,'23'-8'0,"0"-1"0,-2-3 0,-1 1 0,-3-1 0,2-5 0,2 2 0,2 3 0,2-3 0,-2 4 0,-4-5 0,4 1 0,-4 3 0,-10 3 0,-1 5 0,0-2 0,-6 1 0,3 5 0,-10 0 0,1 2 0,-8 3 0,1-1 0,-6 8 0,-2-1 0,-4 6 0,-6 0 0,-9 3 0,-4 1 0,-2 1 0,-2 9 0,-6-2 0,-1 3 0,-5 3 0,3 5 0,-8 0 0,0 11 0,-6-3 0,2-2 0,4-2 0,5-4 0,12-6 0,12-1 0,11-4 0,12-5 0,7-8 0,8-5 0,15 4 0,15-3 0,8 3 0,10 2 0,1 1 0,5-1 0,1 0 0,4 0 0,-2 0 0,-5 0 0,3 1 0,2-1 0,2 0 0,6 0 0,0-7 0,0-4 0,-10-5 0,-7-1 0,-5 0 0,-12 0 0,-12 0 0,-23 0 0,-12 0 0,-3 0 0,0-1 0,3-5 0,-3 4 0,5-6 0,1 6 0,1-1 0,1-3 0,-3 0 0,-7 6 0,-8-8 0,-2-1 0</inkml:trace>
  <inkml:trace contextRef="#ctx0" brushRef="#br0" timeOffset="55">18430 16935 8912,'10'8'0,"-4"5"0,-6 8 0,-6 12 0,-7 9 0,-8 9 0,0 10 0,-6-1 0,0-1 0,0 0 0,6 4 0,0-7 0,6-7 0,3-7 0,9-5 0,-5-11 0,8-16 0,0-16 0,0-7 0,0-6 0,0-4 0,0-6 0,0-5 0,0-6 0,0-4 0,0-8 0,0 0 0,0 1 0,-6-3 0,1-3 0,-1-4 0,6-6 0,0 4 0,0 6 0,0 11 0,0 6 0,2 7 0,3 10 0,5 8 0,7 15 0,6 4 0,0 7 0,8 10 0,-3 20 0,-1 4 0,2 11 0,-1 3 0,-1 2 0,6 0 0,-5 2 0,-3-3 0,-2-9 0,-4 1 0,-1-1 0,-3-1 0,-4-4 0,-3 2 0,-8-8 0,0 2 0,0-2 0,-8-6 0,-3 1 0,-6-9 0,-6-8 0,-4-9 0,-7-3 0,-1-4 0,1-2 0</inkml:trace>
  <inkml:trace contextRef="#ctx0" brushRef="#br0" timeOffset="56">18379 17279 8912,'-8'17'0,"6"-7"0,-5 5 0,7-11 0,3 6 0,7-3 0,7-3 0,14-2 0,3-2 0,3 0 0,8 0 0,5 0 0,6 0 0,-3-6 0,5 0 0,-5-7 0,-1 2 0,-8 1 0,-4-1 0,-6 7 0,-5-2 0,-4 4 0,-14 2 0,-1 2 0,-3 4 0,-3 5 0,-4 6 0,-4 6 0,-3 6 0,-3 3 0,1-5 0,-3-4 0,-1 2 0,5-2 0,-1-2 0,5-10 0,-4-3 0,8-10 0,0-4 0,8-11 0,3-11 0,5-5 0,1-1 0,6-1 0,2 1 0,-1 1 0,1 5 0,4-5 0,-6 5 0,8 3 0,-5 2 0,1 6 0,-4 5 0,-4 5 0,-2 7 0,-1 1 0,-5 5 0,4 6 0,-3 11 0,3-2 0,2 7 0,3-5 0,2 6 0,-1-8 0,6 2 0,0-4 0,0-2 0,5-2 0,5-3 0,-5-6 0,1-5 0,-1-8 0,3-5 0,-3-3 0,-3-4 0,-8-2 0,-8-2 0,-3-6 0,-5 6 0,-3 1 0,4 4 0,-12 1 0,-5 0 0,-6 7 0,-6 5 0,-2 3 0,-4 2 0,-3 4 0,3 7 0,2 2 0,0 14 0,3 0 0,3 0 0,1 1 0,3 7 0,8-1 0,3 0 0,-4 1 0,8-8 0,-5-3 0</inkml:trace>
  <inkml:trace contextRef="#ctx0" brushRef="#br0" timeOffset="57">19635 17554 8912,'17'10'0,"8"-3"0,-6-7 0,6 0 0,-8 0 0,1-3 0,-1-9 0,6 1 0,0-14 0,-4 2 0,-6 0 0,2-6 0,-3 6 0,-4-5 0,-3 5 0,3 0 0,-2 6 0,-1-1 0,-5 1 0,0 8 0,0 1 0,0 8 0,0 8 0,0 3 0,2 4 0,4 3 0,-2 5 0,7 0 0,1 5 0,5-3 0,0 0 0,0 0 0,6 5 0,0-1 0,6-4 0,-6-2 0,8-4 0,3-10 0,10-1 0</inkml:trace>
  <inkml:trace contextRef="#ctx0" brushRef="#br0" timeOffset="58">20478 17485 8912,'0'-17'0,"0"0"0,0 0 0,0 0 0,0-1 0,0 1 0,-2 0 0,-3 0 0,-5 5 0,-7 1 0,0 7 0,-2-2 0,-4 4 0,-6 2 0,2 0 0,-2 0 0,-1 0 0,-3 0 0,-1 8 0,0 4 0,5 3 0,0 2 0,8 6 0,-2 2 0,6 2 0,6 3 0,-3-3 0,8 2 0,1-3 0,5 3 0,0-6 0,0-4 0,0-2 0,0 0 0,9-7 0,8-4 0,3-4 0,8-2 0,1-8 0,5-4 0,-5-9 0,0-1 0,-6-3 0,3 4 0,1-2 0,0 2 0,-6 2 0,2 1 0,-6 1 0,-5 0 0,-3 6 0,-3-1 0,2 10 0,3 2 0,-3 8 0,-6 11 0,1 2 0,3 2 0,8 6 0,-3-7 0,0 9 0,7-2 0,-5-4 0,10-3 0,-2-2 0,2-3 0,-4-2 0,4-4 0,4-11 0,0-9 0</inkml:trace>
  <inkml:trace contextRef="#ctx0" brushRef="#br0" timeOffset="59">21149 17228 8912,'-34'0'0,"5"1"0,1 5 0,7 4 0,-2 9 0,5 4 0,7 5 0,3 3 0,8-2 0,2 3 0,4-3 0,5 3 0,5 3 0,9-9 0,3-3 0,-1-6 0,2-5 0,-1-4 0,7-8 0,-6-2 0,-3-6 0,-1-7 0,-4-6 0,-2-8 0,-1 6 0,-3-7 0,-4 1 0,-3 2 0,-8-1 0,-8 1 0,-5-2 0,-8 6 0,-8 4 0,-11 4 0,-6 3 0,-2 5 0,2 7 0,-1 0 0,7 0 0,1 9 0,11 8 0,5 1 0,13 3 0,10-8 0,23 2 0,13-5 0</inkml:trace>
  <inkml:trace contextRef="#ctx0" brushRef="#br0" timeOffset="60">22268 16866 8912,'0'-34'0,"0"-6"0,0 0 0,-2 2 0,-2 9 0,-3 6 0,-3 4 0,-1 8 0,-7-1 0,1 8 0,0-2 0,0 5 0,0 1 0,-1 1 0,1 5 0,2 10 0,3 6 0,-1 9 0,5 0 0,1 7 0,-1 8 0,-3 3 0,5 3 0,0-1 0,6 1 0,0 0 0,0-1 0,0 6 0,0 1 0,0-3 0,0-9 0,0 4 0,0-4 0,-6 3 0,1 1 0,1-2 0,2-2 0,-4-8 0,0 2 0,-7-4 0,3-1 0,-7-1 0</inkml:trace>
  <inkml:trace contextRef="#ctx0" brushRef="#br0" timeOffset="61">21821 17365 8912,'-8'10'0,"8"-5"0,0-10 0,10-5 0,12-7 0,7 0 0,11-2 0,6-2 0,4-2 0,9-2 0,4 2 0,4 6-184,2 0 0,6 1 184,-1 10 0,6-1 0,-5 1 0,-8-3 0,-8-9 0</inkml:trace>
  <inkml:trace contextRef="#ctx0" brushRef="#br0" timeOffset="62">23559 16798 8912,'0'9'0,"0"-1"0,0-6 0,0 4 0,0 3 0,0 8 0,0 8 0,0 4 0,-2 3 0,-4 3 0,4 7 0,-4 4 0,4-3 0,2 3 0,0 0 0,0-2 0,2 4 0,4-8 0,-2 0 0,7-6 0,1-5 0,5 0 0,-4-10 0,3-2 0,3-9 0,0-6 0,8-18 0,0-3 0</inkml:trace>
  <inkml:trace contextRef="#ctx0" brushRef="#br0" timeOffset="63">24281 16918 8912,'-1'-11'0,"-5"-1"0,2 10 0,-8 2 0,7 10 0,-7 13 0,8 3 0,-1 9 0,-3 5 0,2 0 0,1 6 0,5-6 0,0 6 0,0-4 0,0 2 0,0 4 0,2-6 0,3-2 0,-3-2 0,4 2 0,-4-6 0,-2 1 0,0-8 0,-15-10 0,-5 0 0</inkml:trace>
  <inkml:trace contextRef="#ctx0" brushRef="#br0" timeOffset="64">24075 17382 8912,'0'-26'0,"2"1"0,4 7 0,3 3 0,10 2 0,4 1 0,6-1 0,3 3 0,3-1 0,7 5 0,4-5 0,-2 7 0,2-2 0,0-3 0,13-1 0,2-7 0</inkml:trace>
  <inkml:trace contextRef="#ctx0" brushRef="#br0" timeOffset="65">25004 16987 8912,'0'-25'0,"0"0"0,0-3 0,2-9 0,4 7 0,7 1 0,8 2 0,8-1 0,11 5 0,4 2 0,8 9 0,-1 5 0,-1 10 0,-4 9 0,-6 11 0,-5 9 0,-7 8 0,-5 4 0,-11 8 0,-7 5 0,-10 0 0,-13 7 0,-10-7 0,-7-6 0,-3-5 0,-6 2 0,-6 2 0,3-6 0,-11-4 0,10 2 0,3-2 0,4-6 0,-5-5 0,16-8 0,1 2 0,8-12 0,12-5 0,3-12 0,4-5 0,2-4 0,10-10 0,7-4 0,2-3 0,10-3 0,-8 1 0,2-1 0,1 9 0,1 3 0,2 4 0,4 1 0,-5 1 0,3 0 0,2 8 0,9 3 0,4 4 0,7 2 0,1 8 0,0 3 0,5 6 0,0 6 0,1 6 0,1 3 0,-7 1 0,-1-5 0,9-10 0,-7-11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176969-0A74-9C6E-E09C-86E65106994E}"/>
            </a:ext>
          </a:extLst>
        </p:cNvPr>
        <p:cNvGrpSpPr/>
        <p:nvPr/>
      </p:nvGrpSpPr>
      <p:grpSpPr>
        <a:xfrm>
          <a:off x="0" y="0"/>
          <a:ext cx="0" cy="0"/>
          <a:chOff x="0" y="0"/>
          <a:chExt cx="0" cy="0"/>
        </a:xfrm>
      </p:grpSpPr>
      <p:sp>
        <p:nvSpPr>
          <p:cNvPr id="105" name="Google Shape;105;p1:notes">
            <a:extLst>
              <a:ext uri="{FF2B5EF4-FFF2-40B4-BE49-F238E27FC236}">
                <a16:creationId xmlns:a16="http://schemas.microsoft.com/office/drawing/2014/main" id="{AB3134B7-4969-A18E-72CE-F5706FB5D0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a:extLst>
              <a:ext uri="{FF2B5EF4-FFF2-40B4-BE49-F238E27FC236}">
                <a16:creationId xmlns:a16="http://schemas.microsoft.com/office/drawing/2014/main" id="{69F2D6BA-CFB0-B945-A0FB-FC4175508D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a:extLst>
              <a:ext uri="{FF2B5EF4-FFF2-40B4-BE49-F238E27FC236}">
                <a16:creationId xmlns:a16="http://schemas.microsoft.com/office/drawing/2014/main" id="{6D3DDFF0-5F07-3760-A773-777F66EA1C7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extLst>
      <p:ext uri="{BB962C8B-B14F-4D97-AF65-F5344CB8AC3E}">
        <p14:creationId xmlns:p14="http://schemas.microsoft.com/office/powerpoint/2010/main" val="2949939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The word “null” reinforces the idea that if the data look different from what the null hypothesis predicts, the difference is due to </a:t>
            </a:r>
            <a:r>
              <a:rPr lang="en-US" sz="1200" b="0" i="1" dirty="0">
                <a:solidFill>
                  <a:schemeClr val="dk1"/>
                </a:solidFill>
                <a:latin typeface="Calibri"/>
                <a:ea typeface="Calibri"/>
                <a:cs typeface="Calibri"/>
                <a:sym typeface="Calibri"/>
              </a:rPr>
              <a:t>nothing</a:t>
            </a:r>
            <a:r>
              <a:rPr lang="en-US" sz="1200" b="0" i="0" dirty="0">
                <a:solidFill>
                  <a:schemeClr val="dk1"/>
                </a:solidFill>
                <a:latin typeface="Calibri"/>
                <a:ea typeface="Calibri"/>
                <a:cs typeface="Calibri"/>
                <a:sym typeface="Calibri"/>
              </a:rPr>
              <a:t> but chance.</a:t>
            </a:r>
            <a:endParaRPr dirty="0"/>
          </a:p>
          <a:p>
            <a:pPr marL="0" lvl="0" indent="0" algn="l" rtl="0">
              <a:lnSpc>
                <a:spcPct val="100000"/>
              </a:lnSpc>
              <a:spcBef>
                <a:spcPts val="0"/>
              </a:spcBef>
              <a:spcAft>
                <a:spcPts val="0"/>
              </a:spcAft>
              <a:buSzPts val="1400"/>
              <a:buNone/>
            </a:pPr>
            <a:endParaRPr sz="1200" b="0" i="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From a practical perspective, </a:t>
            </a:r>
            <a:r>
              <a:rPr lang="en-US" sz="1200" b="1" i="0" dirty="0">
                <a:solidFill>
                  <a:schemeClr val="dk1"/>
                </a:solidFill>
                <a:latin typeface="Calibri"/>
                <a:ea typeface="Calibri"/>
                <a:cs typeface="Calibri"/>
                <a:sym typeface="Calibri"/>
              </a:rPr>
              <a:t>the null hypothesis is a hypothesis under which you can simulate data.</a:t>
            </a:r>
            <a:endParaRPr dirty="0"/>
          </a:p>
          <a:p>
            <a:pPr marL="0" lvl="0" indent="0" algn="l" rtl="0">
              <a:lnSpc>
                <a:spcPct val="100000"/>
              </a:lnSpc>
              <a:spcBef>
                <a:spcPts val="0"/>
              </a:spcBef>
              <a:spcAft>
                <a:spcPts val="0"/>
              </a:spcAft>
              <a:buSzPts val="1400"/>
              <a:buNone/>
            </a:pPr>
            <a:endParaRPr sz="1200" b="1" i="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The choice between the null and alternative hypotheses depends on the comparison between the observed value of the test statistic and its distribution as predicted by the null hypothesis.</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If the two are not consistent with each other, then the data do not support the null hypothesis. In other words, the alternative hypothesis is better supported by the data. We say that the test </a:t>
            </a:r>
            <a:r>
              <a:rPr lang="en-US" sz="1200" b="0" i="1" dirty="0">
                <a:solidFill>
                  <a:schemeClr val="dk1"/>
                </a:solidFill>
                <a:latin typeface="Calibri"/>
                <a:ea typeface="Calibri"/>
                <a:cs typeface="Calibri"/>
                <a:sym typeface="Calibri"/>
              </a:rPr>
              <a:t>rejects</a:t>
            </a:r>
            <a:r>
              <a:rPr lang="en-US" sz="1200" b="0" i="0" dirty="0">
                <a:solidFill>
                  <a:schemeClr val="dk1"/>
                </a:solidFill>
                <a:latin typeface="Calibri"/>
                <a:ea typeface="Calibri"/>
                <a:cs typeface="Calibri"/>
                <a:sym typeface="Calibri"/>
              </a:rPr>
              <a:t> the null hypothesis.</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If the two are consistent with each other, then the observed test statistic is in line with what the null hypothesis predicts. In other words, the null hypothesis is better supported by the data. We say that the data are </a:t>
            </a:r>
            <a:r>
              <a:rPr lang="en-US" sz="1200" b="0" i="1" dirty="0">
                <a:solidFill>
                  <a:schemeClr val="dk1"/>
                </a:solidFill>
                <a:latin typeface="Calibri"/>
                <a:ea typeface="Calibri"/>
                <a:cs typeface="Calibri"/>
                <a:sym typeface="Calibri"/>
              </a:rPr>
              <a:t>consistent with</a:t>
            </a:r>
            <a:r>
              <a:rPr lang="en-US" sz="1200" b="0" i="0" dirty="0">
                <a:solidFill>
                  <a:schemeClr val="dk1"/>
                </a:solidFill>
                <a:latin typeface="Calibri"/>
                <a:ea typeface="Calibri"/>
                <a:cs typeface="Calibri"/>
                <a:sym typeface="Calibri"/>
              </a:rPr>
              <a:t> the null hypothesis.</a:t>
            </a:r>
            <a:endParaRPr dirty="0"/>
          </a:p>
          <a:p>
            <a:pPr marL="0" lvl="0" indent="0" algn="l" rtl="0">
              <a:lnSpc>
                <a:spcPct val="100000"/>
              </a:lnSpc>
              <a:spcBef>
                <a:spcPts val="0"/>
              </a:spcBef>
              <a:spcAft>
                <a:spcPts val="0"/>
              </a:spcAft>
              <a:buSzPts val="1400"/>
              <a:buNone/>
            </a:pPr>
            <a:endParaRPr dirty="0"/>
          </a:p>
        </p:txBody>
      </p:sp>
      <p:sp>
        <p:nvSpPr>
          <p:cNvPr id="304" name="Google Shape;30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6" name="Shape 1186"/>
          <p:cNvSpPr>
            <a:spLocks noGrp="1" noRot="1" noChangeAspect="1"/>
          </p:cNvSpPr>
          <p:nvPr>
            <p:ph type="sldImg"/>
          </p:nvPr>
        </p:nvSpPr>
        <p:spPr>
          <a:prstGeom prst="rect">
            <a:avLst/>
          </a:prstGeom>
        </p:spPr>
        <p:txBody>
          <a:bodyPr/>
          <a:lstStyle/>
          <a:p>
            <a:endParaRPr/>
          </a:p>
        </p:txBody>
      </p:sp>
      <p:sp>
        <p:nvSpPr>
          <p:cNvPr id="1187" name="Shape 1187"/>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a:extLst>
            <a:ext uri="{FF2B5EF4-FFF2-40B4-BE49-F238E27FC236}">
              <a16:creationId xmlns:a16="http://schemas.microsoft.com/office/drawing/2014/main" id="{AC5543ED-7F3A-ADFD-2CE9-7A9D91E03583}"/>
            </a:ext>
          </a:extLst>
        </p:cNvPr>
        <p:cNvGrpSpPr/>
        <p:nvPr/>
      </p:nvGrpSpPr>
      <p:grpSpPr>
        <a:xfrm>
          <a:off x="0" y="0"/>
          <a:ext cx="0" cy="0"/>
          <a:chOff x="0" y="0"/>
          <a:chExt cx="0" cy="0"/>
        </a:xfrm>
      </p:grpSpPr>
      <p:sp>
        <p:nvSpPr>
          <p:cNvPr id="309" name="Google Shape;309;p9:notes">
            <a:extLst>
              <a:ext uri="{FF2B5EF4-FFF2-40B4-BE49-F238E27FC236}">
                <a16:creationId xmlns:a16="http://schemas.microsoft.com/office/drawing/2014/main" id="{07F65152-5C9C-D883-945F-D8B34870A3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9:notes">
            <a:extLst>
              <a:ext uri="{FF2B5EF4-FFF2-40B4-BE49-F238E27FC236}">
                <a16:creationId xmlns:a16="http://schemas.microsoft.com/office/drawing/2014/main" id="{49A12A56-9EA9-11D9-A735-F81FD5F198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9:notes">
            <a:extLst>
              <a:ext uri="{FF2B5EF4-FFF2-40B4-BE49-F238E27FC236}">
                <a16:creationId xmlns:a16="http://schemas.microsoft.com/office/drawing/2014/main" id="{5135B48A-9794-1F97-2938-D01EA581FA3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1976955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8282B-CFC1-1C60-6018-9F5FE7056AB7}"/>
            </a:ext>
          </a:extLst>
        </p:cNvPr>
        <p:cNvGrpSpPr/>
        <p:nvPr/>
      </p:nvGrpSpPr>
      <p:grpSpPr>
        <a:xfrm>
          <a:off x="0" y="0"/>
          <a:ext cx="0" cy="0"/>
          <a:chOff x="0" y="0"/>
          <a:chExt cx="0" cy="0"/>
        </a:xfrm>
      </p:grpSpPr>
      <p:sp>
        <p:nvSpPr>
          <p:cNvPr id="1200" name="Shape 1200">
            <a:extLst>
              <a:ext uri="{FF2B5EF4-FFF2-40B4-BE49-F238E27FC236}">
                <a16:creationId xmlns:a16="http://schemas.microsoft.com/office/drawing/2014/main" id="{C78655CA-2D5D-AFDB-8352-630BED585BDB}"/>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1201" name="Shape 1201">
            <a:extLst>
              <a:ext uri="{FF2B5EF4-FFF2-40B4-BE49-F238E27FC236}">
                <a16:creationId xmlns:a16="http://schemas.microsoft.com/office/drawing/2014/main" id="{0004BE81-32DE-4C02-147B-61330D7A01C0}"/>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4211259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 name="Shape 1200"/>
          <p:cNvSpPr>
            <a:spLocks noGrp="1" noRot="1" noChangeAspect="1"/>
          </p:cNvSpPr>
          <p:nvPr>
            <p:ph type="sldImg"/>
          </p:nvPr>
        </p:nvSpPr>
        <p:spPr>
          <a:xfrm>
            <a:off x="381000" y="685800"/>
            <a:ext cx="6096000" cy="3429000"/>
          </a:xfrm>
          <a:prstGeom prst="rect">
            <a:avLst/>
          </a:prstGeom>
        </p:spPr>
        <p:txBody>
          <a:bodyPr/>
          <a:lstStyle/>
          <a:p>
            <a:endParaRPr/>
          </a:p>
        </p:txBody>
      </p:sp>
      <p:sp>
        <p:nvSpPr>
          <p:cNvPr id="1201" name="Shape 1201"/>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EF5CF-3882-CE64-9669-88409B3CCF1B}"/>
            </a:ext>
          </a:extLst>
        </p:cNvPr>
        <p:cNvGrpSpPr/>
        <p:nvPr/>
      </p:nvGrpSpPr>
      <p:grpSpPr>
        <a:xfrm>
          <a:off x="0" y="0"/>
          <a:ext cx="0" cy="0"/>
          <a:chOff x="0" y="0"/>
          <a:chExt cx="0" cy="0"/>
        </a:xfrm>
      </p:grpSpPr>
      <p:sp>
        <p:nvSpPr>
          <p:cNvPr id="1200" name="Shape 1200">
            <a:extLst>
              <a:ext uri="{FF2B5EF4-FFF2-40B4-BE49-F238E27FC236}">
                <a16:creationId xmlns:a16="http://schemas.microsoft.com/office/drawing/2014/main" id="{43B46118-5A39-9EC8-2A9C-7941A7AC2A53}"/>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1201" name="Shape 1201">
            <a:extLst>
              <a:ext uri="{FF2B5EF4-FFF2-40B4-BE49-F238E27FC236}">
                <a16:creationId xmlns:a16="http://schemas.microsoft.com/office/drawing/2014/main" id="{6DCEA81D-4AC7-687D-571C-401D513427F2}"/>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644151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91D2E-5849-5C7C-08B7-2E027148477E}"/>
            </a:ext>
          </a:extLst>
        </p:cNvPr>
        <p:cNvGrpSpPr/>
        <p:nvPr/>
      </p:nvGrpSpPr>
      <p:grpSpPr>
        <a:xfrm>
          <a:off x="0" y="0"/>
          <a:ext cx="0" cy="0"/>
          <a:chOff x="0" y="0"/>
          <a:chExt cx="0" cy="0"/>
        </a:xfrm>
      </p:grpSpPr>
      <p:sp>
        <p:nvSpPr>
          <p:cNvPr id="1200" name="Shape 1200">
            <a:extLst>
              <a:ext uri="{FF2B5EF4-FFF2-40B4-BE49-F238E27FC236}">
                <a16:creationId xmlns:a16="http://schemas.microsoft.com/office/drawing/2014/main" id="{12199031-8F10-A846-E9B8-878B1110B9A4}"/>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1201" name="Shape 1201">
            <a:extLst>
              <a:ext uri="{FF2B5EF4-FFF2-40B4-BE49-F238E27FC236}">
                <a16:creationId xmlns:a16="http://schemas.microsoft.com/office/drawing/2014/main" id="{5E82DCCD-1511-F39F-42DF-03A5BF2073B0}"/>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307756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3411F-1BB8-BE77-548F-C6DB41246A9D}"/>
            </a:ext>
          </a:extLst>
        </p:cNvPr>
        <p:cNvGrpSpPr/>
        <p:nvPr/>
      </p:nvGrpSpPr>
      <p:grpSpPr>
        <a:xfrm>
          <a:off x="0" y="0"/>
          <a:ext cx="0" cy="0"/>
          <a:chOff x="0" y="0"/>
          <a:chExt cx="0" cy="0"/>
        </a:xfrm>
      </p:grpSpPr>
      <p:sp>
        <p:nvSpPr>
          <p:cNvPr id="1200" name="Shape 1200">
            <a:extLst>
              <a:ext uri="{FF2B5EF4-FFF2-40B4-BE49-F238E27FC236}">
                <a16:creationId xmlns:a16="http://schemas.microsoft.com/office/drawing/2014/main" id="{F2DB3C13-E1CF-008E-A90F-CCEBEDA25445}"/>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1201" name="Shape 1201">
            <a:extLst>
              <a:ext uri="{FF2B5EF4-FFF2-40B4-BE49-F238E27FC236}">
                <a16:creationId xmlns:a16="http://schemas.microsoft.com/office/drawing/2014/main" id="{D0D95FB1-4234-F424-AC2A-6365C8DCFA7B}"/>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137025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2" name="Shape 1212"/>
          <p:cNvSpPr>
            <a:spLocks noGrp="1" noRot="1" noChangeAspect="1"/>
          </p:cNvSpPr>
          <p:nvPr>
            <p:ph type="sldImg"/>
          </p:nvPr>
        </p:nvSpPr>
        <p:spPr>
          <a:prstGeom prst="rect">
            <a:avLst/>
          </a:prstGeom>
        </p:spPr>
        <p:txBody>
          <a:bodyPr/>
          <a:lstStyle/>
          <a:p>
            <a:endParaRPr/>
          </a:p>
        </p:txBody>
      </p:sp>
      <p:sp>
        <p:nvSpPr>
          <p:cNvPr id="1213" name="Shape 1213"/>
          <p:cNvSpPr>
            <a:spLocks noGrp="1"/>
          </p:cNvSpPr>
          <p:nvPr>
            <p:ph type="body" sz="quarter" idx="1"/>
          </p:nvPr>
        </p:nvSpPr>
        <p:spPr>
          <a:prstGeom prst="rect">
            <a:avLst/>
          </a:prstGeom>
        </p:spPr>
        <p:txBody>
          <a:bodyPr/>
          <a:lstStyle/>
          <a:p>
            <a:r>
              <a:t>Do a sanity check - this goes to 0 as the number of samples goes up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extLst>
      <p:ext uri="{BB962C8B-B14F-4D97-AF65-F5344CB8AC3E}">
        <p14:creationId xmlns:p14="http://schemas.microsoft.com/office/powerpoint/2010/main" val="335454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8" name="Google Shape;46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3027680" y="1183257"/>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2421" y="3429000"/>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9" name="Slide Number Placeholder 28"/>
          <p:cNvSpPr>
            <a:spLocks noGrp="1"/>
          </p:cNvSpPr>
          <p:nvPr>
            <p:ph type="sldNum" sz="quarter" idx="12"/>
          </p:nvPr>
        </p:nvSpPr>
        <p:spPr bwMode="auto">
          <a:xfrm>
            <a:off x="1767392"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9769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endParaRPr lang="en-US"/>
          </a:p>
        </p:txBody>
      </p:sp>
      <p:sp>
        <p:nvSpPr>
          <p:cNvPr id="9" name="Slide Number Placeholder 8"/>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62853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1590" y="494193"/>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51616" y="3280744"/>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6" name="Slide Number Placeholder 5"/>
          <p:cNvSpPr>
            <a:spLocks noGrp="1"/>
          </p:cNvSpPr>
          <p:nvPr>
            <p:ph type="sldNum" sz="quarter" idx="12"/>
          </p:nvPr>
        </p:nvSpPr>
        <p:spPr bwMode="auto">
          <a:xfrm>
            <a:off x="1787488"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56050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792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4065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endParaRPr lang="en-US"/>
          </a:p>
        </p:txBody>
      </p:sp>
      <p:sp>
        <p:nvSpPr>
          <p:cNvPr id="7" name="Slide Number Placeholder 6"/>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3404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763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endParaRPr lang="en-US"/>
          </a:p>
        </p:txBody>
      </p:sp>
      <p:sp>
        <p:nvSpPr>
          <p:cNvPr id="22" name="Slide Number Placeholder 21"/>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1962719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7" name="Date Placeholder 16"/>
          <p:cNvSpPr>
            <a:spLocks noGrp="1"/>
          </p:cNvSpPr>
          <p:nvPr>
            <p:ph type="dt" sz="half" idx="10"/>
          </p:nvPr>
        </p:nvSpPr>
        <p:spPr/>
        <p:txBody>
          <a:bodyPr rtlCol="0"/>
          <a:lstStyle/>
          <a:p>
            <a:endParaRPr lang="en-US"/>
          </a:p>
        </p:txBody>
      </p:sp>
      <p:sp>
        <p:nvSpPr>
          <p:cNvPr id="18" name="Slide Number Placeholder 17"/>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01374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478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44692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hart Placeholder 2"/>
          <p:cNvSpPr>
            <a:spLocks noGrp="1"/>
          </p:cNvSpPr>
          <p:nvPr>
            <p:ph type="chart" idx="1"/>
          </p:nvPr>
        </p:nvSpPr>
        <p:spPr>
          <a:xfrm>
            <a:off x="609600" y="1600201"/>
            <a:ext cx="10972800" cy="4525963"/>
          </a:xfrm>
        </p:spPr>
        <p:txBody>
          <a:bodyPr/>
          <a:lstStyle/>
          <a:p>
            <a:r>
              <a:rPr lang="en-US"/>
              <a:t>Click icon to add chart</a:t>
            </a:r>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469415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copy">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Text"/>
          <p:cNvSpPr txBox="1">
            <a:spLocks noGrp="1"/>
          </p:cNvSpPr>
          <p:nvPr>
            <p:ph type="body" idx="21"/>
          </p:nvPr>
        </p:nvSpPr>
        <p:spPr>
          <a:xfrm>
            <a:off x="844550" y="1143000"/>
            <a:ext cx="10502900" cy="8094524"/>
          </a:xfrm>
          <a:prstGeom prst="rect">
            <a:avLst/>
          </a:prstGeom>
        </p:spPr>
        <p:txBody>
          <a:bodyPr>
            <a:spAutoFit/>
          </a:bodyPr>
          <a:lstStyle>
            <a:lvl1pPr marL="0" indent="0">
              <a:spcBef>
                <a:spcPts val="0"/>
              </a:spcBef>
              <a:buSzTx/>
              <a:buNone/>
              <a:defRPr sz="4000">
                <a:latin typeface="Avenir Medium"/>
                <a:sym typeface="Avenir Medium"/>
              </a:defRPr>
            </a:lvl1pPr>
          </a:lstStyle>
          <a:p>
            <a:pPr marL="0" indent="0">
              <a:buSzTx/>
              <a:buNone/>
              <a:defRPr sz="4000">
                <a:latin typeface="Avenir Medium"/>
                <a:ea typeface="Avenir Medium"/>
                <a:cs typeface="Avenir Medium"/>
                <a:sym typeface="Avenir Medium"/>
              </a:defRPr>
            </a:pPr>
            <a:r>
              <a:t>Text</a:t>
            </a: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4846398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02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52.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customXml" Target="../ink/ink5.xml"/><Relationship Id="rId5" Type="http://schemas.openxmlformats.org/officeDocument/2006/relationships/image" Target="../media/image80.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customXml" Target="../ink/ink6.xml"/></Relationships>
</file>

<file path=ppt/slides/_rels/slide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customXml" Target="../ink/ink7.xml"/><Relationship Id="rId4" Type="http://schemas.openxmlformats.org/officeDocument/2006/relationships/image" Target="../media/image1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customXml" Target="../ink/ink8.xml"/><Relationship Id="rId4" Type="http://schemas.openxmlformats.org/officeDocument/2006/relationships/image" Target="../media/image130.png"/></Relationships>
</file>

<file path=ppt/slides/_rels/slide1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customXml" Target="../ink/ink9.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customXml" Target="../ink/ink10.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customXml" Target="../ink/ink11.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image" Target="../media/image21.tif"/><Relationship Id="rId1" Type="http://schemas.openxmlformats.org/officeDocument/2006/relationships/slideLayout" Target="../slideLayouts/slideLayout13.xml"/><Relationship Id="rId6" Type="http://schemas.openxmlformats.org/officeDocument/2006/relationships/customXml" Target="../ink/ink12.xml"/><Relationship Id="rId5" Type="http://schemas.openxmlformats.org/officeDocument/2006/relationships/image" Target="../media/image230.png"/><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image" Target="../media/image240.png"/><Relationship Id="rId7" Type="http://schemas.openxmlformats.org/officeDocument/2006/relationships/image" Target="../media/image25.png"/><Relationship Id="rId2" Type="http://schemas.openxmlformats.org/officeDocument/2006/relationships/image" Target="../media/image21.tif"/><Relationship Id="rId1" Type="http://schemas.openxmlformats.org/officeDocument/2006/relationships/slideLayout" Target="../slideLayouts/slideLayout13.xml"/><Relationship Id="rId6" Type="http://schemas.openxmlformats.org/officeDocument/2006/relationships/customXml" Target="../ink/ink13.xml"/><Relationship Id="rId5" Type="http://schemas.openxmlformats.org/officeDocument/2006/relationships/image" Target="../media/image640.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F758958-966E-30E9-03B8-AFE2D6F72541}"/>
            </a:ext>
          </a:extLst>
        </p:cNvPr>
        <p:cNvGrpSpPr/>
        <p:nvPr/>
      </p:nvGrpSpPr>
      <p:grpSpPr>
        <a:xfrm>
          <a:off x="0" y="0"/>
          <a:ext cx="0" cy="0"/>
          <a:chOff x="0" y="0"/>
          <a:chExt cx="0" cy="0"/>
        </a:xfrm>
      </p:grpSpPr>
      <p:sp>
        <p:nvSpPr>
          <p:cNvPr id="109" name="Google Shape;109;p1">
            <a:extLst>
              <a:ext uri="{FF2B5EF4-FFF2-40B4-BE49-F238E27FC236}">
                <a16:creationId xmlns:a16="http://schemas.microsoft.com/office/drawing/2014/main" id="{CA2D0E18-A4AD-6515-7656-515DBA1093F8}"/>
              </a:ext>
            </a:extLst>
          </p:cNvPr>
          <p:cNvSpPr txBox="1">
            <a:spLocks noGrp="1"/>
          </p:cNvSpPr>
          <p:nvPr>
            <p:ph type="ctrTitle"/>
          </p:nvPr>
        </p:nvSpPr>
        <p:spPr>
          <a:xfrm>
            <a:off x="3027680" y="1183257"/>
            <a:ext cx="8565230" cy="1894362"/>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6000"/>
              <a:buFont typeface="Rockwell"/>
              <a:buNone/>
            </a:pPr>
            <a:r>
              <a:rPr lang="en-US" sz="6000" dirty="0"/>
              <a:t>Hypothesis Testing: Chapter 17</a:t>
            </a:r>
            <a:endParaRPr lang="en-US" dirty="0"/>
          </a:p>
        </p:txBody>
      </p:sp>
      <p:sp>
        <p:nvSpPr>
          <p:cNvPr id="4" name="Subtitle 3">
            <a:extLst>
              <a:ext uri="{FF2B5EF4-FFF2-40B4-BE49-F238E27FC236}">
                <a16:creationId xmlns:a16="http://schemas.microsoft.com/office/drawing/2014/main" id="{7DBD6D5F-FE07-A59C-7F73-8D8E98AA18E4}"/>
              </a:ext>
            </a:extLst>
          </p:cNvPr>
          <p:cNvSpPr>
            <a:spLocks noGrp="1"/>
          </p:cNvSpPr>
          <p:nvPr>
            <p:ph type="subTitle" idx="1"/>
          </p:nvPr>
        </p:nvSpPr>
        <p:spPr/>
        <p:txBody>
          <a:bodyPr/>
          <a:lstStyle/>
          <a:p>
            <a:endParaRPr lang="en-US"/>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3A5BA04-1C37-9C5D-DDA7-A52FE033C351}"/>
                  </a:ext>
                </a:extLst>
              </p14:cNvPr>
              <p14:cNvContentPartPr/>
              <p14:nvPr/>
            </p14:nvContentPartPr>
            <p14:xfrm>
              <a:off x="4249800" y="3481200"/>
              <a:ext cx="7911720" cy="2375280"/>
            </p14:xfrm>
          </p:contentPart>
        </mc:Choice>
        <mc:Fallback xmlns="">
          <p:pic>
            <p:nvPicPr>
              <p:cNvPr id="2" name="Ink 1">
                <a:extLst>
                  <a:ext uri="{FF2B5EF4-FFF2-40B4-BE49-F238E27FC236}">
                    <a16:creationId xmlns:a16="http://schemas.microsoft.com/office/drawing/2014/main" id="{83A5BA04-1C37-9C5D-DDA7-A52FE033C351}"/>
                  </a:ext>
                </a:extLst>
              </p:cNvPr>
              <p:cNvPicPr/>
              <p:nvPr/>
            </p:nvPicPr>
            <p:blipFill>
              <a:blip r:embed="rId4"/>
              <a:stretch>
                <a:fillRect/>
              </a:stretch>
            </p:blipFill>
            <p:spPr>
              <a:xfrm>
                <a:off x="4240440" y="3471840"/>
                <a:ext cx="7930440" cy="2394000"/>
              </a:xfrm>
              <a:prstGeom prst="rect">
                <a:avLst/>
              </a:prstGeom>
            </p:spPr>
          </p:pic>
        </mc:Fallback>
      </mc:AlternateContent>
    </p:spTree>
    <p:extLst>
      <p:ext uri="{BB962C8B-B14F-4D97-AF65-F5344CB8AC3E}">
        <p14:creationId xmlns:p14="http://schemas.microsoft.com/office/powerpoint/2010/main" val="2269089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NOW</a:t>
            </a:r>
            <a:endParaRPr dirty="0"/>
          </a:p>
        </p:txBody>
      </p:sp>
      <p:sp>
        <p:nvSpPr>
          <p:cNvPr id="258" name="Google Shape;258;p4"/>
          <p:cNvSpPr txBox="1">
            <a:spLocks noGrp="1"/>
          </p:cNvSpPr>
          <p:nvPr>
            <p:ph type="body" idx="1"/>
          </p:nvPr>
        </p:nvSpPr>
        <p:spPr>
          <a:xfrm>
            <a:off x="1069847" y="2121408"/>
            <a:ext cx="4606139" cy="4500618"/>
          </a:xfrm>
          <a:prstGeom prst="rect">
            <a:avLst/>
          </a:prstGeom>
          <a:noFill/>
          <a:ln>
            <a:noFill/>
          </a:ln>
        </p:spPr>
        <p:txBody>
          <a:bodyPr spcFirstLastPara="1" wrap="square" lIns="91425" tIns="45700" rIns="91425" bIns="45700" anchor="t" anchorCtr="0">
            <a:normAutofit/>
          </a:bodyPr>
          <a:lstStyle/>
          <a:p>
            <a:pPr marL="182880" lvl="0" indent="-5078" algn="l" rtl="0">
              <a:lnSpc>
                <a:spcPct val="90000"/>
              </a:lnSpc>
              <a:spcBef>
                <a:spcPts val="0"/>
              </a:spcBef>
              <a:spcAft>
                <a:spcPts val="0"/>
              </a:spcAft>
              <a:buClr>
                <a:srgbClr val="000000"/>
              </a:buClr>
              <a:buSzPts val="2800"/>
              <a:buFont typeface="Arial"/>
              <a:buNone/>
            </a:pPr>
            <a:endParaRPr sz="2800" dirty="0">
              <a:solidFill>
                <a:srgbClr val="000000"/>
              </a:solidFill>
            </a:endParaRPr>
          </a:p>
          <a:p>
            <a:pPr marL="182880" lvl="0" indent="-182880" algn="l" rtl="0">
              <a:lnSpc>
                <a:spcPct val="90000"/>
              </a:lnSpc>
              <a:spcBef>
                <a:spcPts val="2200"/>
              </a:spcBef>
              <a:spcAft>
                <a:spcPts val="0"/>
              </a:spcAft>
              <a:buClr>
                <a:srgbClr val="000000"/>
              </a:buClr>
              <a:buSzPts val="2800"/>
              <a:buFont typeface="Arial"/>
              <a:buChar char="•"/>
            </a:pPr>
            <a:r>
              <a:rPr lang="en-US" sz="2800" dirty="0">
                <a:solidFill>
                  <a:srgbClr val="000000"/>
                </a:solidFill>
              </a:rPr>
              <a:t>Inferential statistics</a:t>
            </a:r>
            <a:endParaRPr dirty="0"/>
          </a:p>
          <a:p>
            <a:pPr marL="457200" lvl="1" indent="-182880" algn="l" rtl="0">
              <a:lnSpc>
                <a:spcPct val="90000"/>
              </a:lnSpc>
              <a:spcBef>
                <a:spcPts val="2200"/>
              </a:spcBef>
              <a:spcAft>
                <a:spcPts val="0"/>
              </a:spcAft>
              <a:buClr>
                <a:srgbClr val="000000"/>
              </a:buClr>
              <a:buSzPts val="2600"/>
              <a:buFont typeface="Arial"/>
              <a:buChar char="•"/>
            </a:pPr>
            <a:r>
              <a:rPr lang="en-US" sz="2600" dirty="0">
                <a:solidFill>
                  <a:srgbClr val="000000"/>
                </a:solidFill>
              </a:rPr>
              <a:t>Hypothesis testing</a:t>
            </a:r>
            <a:endParaRPr dirty="0"/>
          </a:p>
          <a:p>
            <a:pPr marL="457200" lvl="1" indent="-30480" algn="l" rtl="0">
              <a:lnSpc>
                <a:spcPct val="90000"/>
              </a:lnSpc>
              <a:spcBef>
                <a:spcPts val="2400"/>
              </a:spcBef>
              <a:spcAft>
                <a:spcPts val="0"/>
              </a:spcAft>
              <a:buClr>
                <a:srgbClr val="000000"/>
              </a:buClr>
              <a:buSzPts val="2400"/>
              <a:buFont typeface="Arial"/>
              <a:buNone/>
            </a:pPr>
            <a:endParaRPr sz="2400" dirty="0"/>
          </a:p>
        </p:txBody>
      </p:sp>
      <p:sp>
        <p:nvSpPr>
          <p:cNvPr id="259" name="Google Shape;259;p4"/>
          <p:cNvSpPr txBox="1"/>
          <p:nvPr/>
        </p:nvSpPr>
        <p:spPr>
          <a:xfrm>
            <a:off x="6441535" y="982797"/>
            <a:ext cx="3081200" cy="903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Formulate Question or Problem</a:t>
            </a:r>
            <a:endParaRPr sz="2667" b="0" i="0" u="none" strike="noStrike" cap="none">
              <a:solidFill>
                <a:schemeClr val="dk1"/>
              </a:solidFill>
              <a:latin typeface="Calibri"/>
              <a:ea typeface="Calibri"/>
              <a:cs typeface="Calibri"/>
              <a:sym typeface="Calibri"/>
            </a:endParaRPr>
          </a:p>
        </p:txBody>
      </p:sp>
      <p:cxnSp>
        <p:nvCxnSpPr>
          <p:cNvPr id="260" name="Google Shape;260;p4"/>
          <p:cNvCxnSpPr/>
          <p:nvPr/>
        </p:nvCxnSpPr>
        <p:spPr>
          <a:xfrm>
            <a:off x="6404948" y="1247996"/>
            <a:ext cx="0" cy="576800"/>
          </a:xfrm>
          <a:prstGeom prst="straightConnector1">
            <a:avLst/>
          </a:prstGeom>
          <a:noFill/>
          <a:ln w="28575" cap="flat" cmpd="sng">
            <a:solidFill>
              <a:srgbClr val="000000"/>
            </a:solidFill>
            <a:prstDash val="solid"/>
            <a:round/>
            <a:headEnd type="none" w="sm" len="sm"/>
            <a:tailEnd type="triangle" w="med" len="med"/>
          </a:ln>
        </p:spPr>
      </p:cxnSp>
      <p:cxnSp>
        <p:nvCxnSpPr>
          <p:cNvPr id="261" name="Google Shape;261;p4"/>
          <p:cNvCxnSpPr/>
          <p:nvPr/>
        </p:nvCxnSpPr>
        <p:spPr>
          <a:xfrm>
            <a:off x="9797682" y="1247996"/>
            <a:ext cx="0" cy="576800"/>
          </a:xfrm>
          <a:prstGeom prst="straightConnector1">
            <a:avLst/>
          </a:prstGeom>
          <a:noFill/>
          <a:ln w="28575" cap="flat" cmpd="sng">
            <a:solidFill>
              <a:srgbClr val="000000"/>
            </a:solidFill>
            <a:prstDash val="solid"/>
            <a:round/>
            <a:headEnd type="none" w="sm" len="sm"/>
            <a:tailEnd type="triangle" w="med" len="med"/>
          </a:ln>
        </p:spPr>
      </p:cxnSp>
      <p:grpSp>
        <p:nvGrpSpPr>
          <p:cNvPr id="262" name="Google Shape;262;p4"/>
          <p:cNvGrpSpPr/>
          <p:nvPr/>
        </p:nvGrpSpPr>
        <p:grpSpPr>
          <a:xfrm>
            <a:off x="6795349" y="1013008"/>
            <a:ext cx="5396651" cy="1202188"/>
            <a:chOff x="3149725" y="615959"/>
            <a:chExt cx="4047488" cy="901641"/>
          </a:xfrm>
        </p:grpSpPr>
        <p:sp>
          <p:nvSpPr>
            <p:cNvPr id="263" name="Google Shape;263;p4"/>
            <p:cNvSpPr txBox="1"/>
            <p:nvPr/>
          </p:nvSpPr>
          <p:spPr>
            <a:xfrm>
              <a:off x="5714013" y="615959"/>
              <a:ext cx="14832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Acquire and Clean Data</a:t>
              </a:r>
              <a:endParaRPr sz="2667" b="0" i="0" u="none" strike="noStrike" cap="none">
                <a:solidFill>
                  <a:schemeClr val="dk1"/>
                </a:solidFill>
                <a:latin typeface="Calibri"/>
                <a:ea typeface="Calibri"/>
                <a:cs typeface="Calibri"/>
                <a:sym typeface="Calibri"/>
              </a:endParaRPr>
            </a:p>
          </p:txBody>
        </p:sp>
        <p:cxnSp>
          <p:nvCxnSpPr>
            <p:cNvPr id="264" name="Google Shape;264;p4"/>
            <p:cNvCxnSpPr/>
            <p:nvPr/>
          </p:nvCxnSpPr>
          <p:spPr>
            <a:xfrm>
              <a:off x="3149725" y="1517600"/>
              <a:ext cx="1959000" cy="0"/>
            </a:xfrm>
            <a:prstGeom prst="straightConnector1">
              <a:avLst/>
            </a:prstGeom>
            <a:noFill/>
            <a:ln w="28575" cap="flat" cmpd="sng">
              <a:solidFill>
                <a:srgbClr val="000000"/>
              </a:solidFill>
              <a:prstDash val="solid"/>
              <a:round/>
              <a:headEnd type="none" w="sm" len="sm"/>
              <a:tailEnd type="triangle" w="med" len="med"/>
            </a:ln>
          </p:spPr>
        </p:cxnSp>
      </p:grpSp>
      <p:grpSp>
        <p:nvGrpSpPr>
          <p:cNvPr id="265" name="Google Shape;265;p4"/>
          <p:cNvGrpSpPr/>
          <p:nvPr/>
        </p:nvGrpSpPr>
        <p:grpSpPr>
          <a:xfrm>
            <a:off x="9797683" y="2605596"/>
            <a:ext cx="2526271" cy="3001605"/>
            <a:chOff x="5401475" y="1810400"/>
            <a:chExt cx="1894703" cy="2251204"/>
          </a:xfrm>
        </p:grpSpPr>
        <p:sp>
          <p:nvSpPr>
            <p:cNvPr id="266" name="Google Shape;266;p4"/>
            <p:cNvSpPr txBox="1"/>
            <p:nvPr/>
          </p:nvSpPr>
          <p:spPr>
            <a:xfrm>
              <a:off x="5720878" y="3384204"/>
              <a:ext cx="15753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Exploratory Data Analysis</a:t>
              </a:r>
              <a:endParaRPr sz="2667" b="0" i="0" u="none" strike="noStrike" cap="none">
                <a:solidFill>
                  <a:schemeClr val="dk1"/>
                </a:solidFill>
                <a:latin typeface="Calibri"/>
                <a:ea typeface="Calibri"/>
                <a:cs typeface="Calibri"/>
                <a:sym typeface="Calibri"/>
              </a:endParaRPr>
            </a:p>
          </p:txBody>
        </p:sp>
        <p:cxnSp>
          <p:nvCxnSpPr>
            <p:cNvPr id="267" name="Google Shape;267;p4"/>
            <p:cNvCxnSpPr/>
            <p:nvPr/>
          </p:nvCxnSpPr>
          <p:spPr>
            <a:xfrm>
              <a:off x="5401475" y="1810400"/>
              <a:ext cx="0" cy="1378200"/>
            </a:xfrm>
            <a:prstGeom prst="straightConnector1">
              <a:avLst/>
            </a:prstGeom>
            <a:noFill/>
            <a:ln w="28575" cap="flat" cmpd="sng">
              <a:solidFill>
                <a:srgbClr val="000000"/>
              </a:solidFill>
              <a:prstDash val="solid"/>
              <a:round/>
              <a:headEnd type="none" w="sm" len="sm"/>
              <a:tailEnd type="triangle" w="med" len="med"/>
            </a:ln>
          </p:spPr>
        </p:cxnSp>
      </p:grpSp>
      <p:cxnSp>
        <p:nvCxnSpPr>
          <p:cNvPr id="268" name="Google Shape;268;p4"/>
          <p:cNvCxnSpPr/>
          <p:nvPr/>
        </p:nvCxnSpPr>
        <p:spPr>
          <a:xfrm rot="10800000">
            <a:off x="6680827" y="2491141"/>
            <a:ext cx="2840800" cy="2066400"/>
          </a:xfrm>
          <a:prstGeom prst="straightConnector1">
            <a:avLst/>
          </a:prstGeom>
          <a:noFill/>
          <a:ln w="28575" cap="flat" cmpd="sng">
            <a:solidFill>
              <a:srgbClr val="000000"/>
            </a:solidFill>
            <a:prstDash val="solid"/>
            <a:round/>
            <a:headEnd type="none" w="sm" len="sm"/>
            <a:tailEnd type="triangle" w="med" len="med"/>
          </a:ln>
        </p:spPr>
      </p:cxnSp>
      <p:sp>
        <p:nvSpPr>
          <p:cNvPr id="269" name="Google Shape;269;p4"/>
          <p:cNvSpPr txBox="1"/>
          <p:nvPr/>
        </p:nvSpPr>
        <p:spPr>
          <a:xfrm>
            <a:off x="6761628" y="4749115"/>
            <a:ext cx="2169507" cy="70662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Prediction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and inference</a:t>
            </a:r>
            <a:endParaRPr sz="2667" b="0" i="0" u="none" strike="noStrike" cap="none">
              <a:solidFill>
                <a:schemeClr val="dk1"/>
              </a:solidFill>
              <a:latin typeface="Calibri"/>
              <a:ea typeface="Calibri"/>
              <a:cs typeface="Calibri"/>
              <a:sym typeface="Calibri"/>
            </a:endParaRPr>
          </a:p>
        </p:txBody>
      </p:sp>
      <p:cxnSp>
        <p:nvCxnSpPr>
          <p:cNvPr id="270" name="Google Shape;270;p4"/>
          <p:cNvCxnSpPr/>
          <p:nvPr/>
        </p:nvCxnSpPr>
        <p:spPr>
          <a:xfrm rot="10800000">
            <a:off x="7125748" y="4833485"/>
            <a:ext cx="2281534" cy="111"/>
          </a:xfrm>
          <a:prstGeom prst="straightConnector1">
            <a:avLst/>
          </a:prstGeom>
          <a:noFill/>
          <a:ln w="28575" cap="flat" cmpd="sng">
            <a:solidFill>
              <a:srgbClr val="000000"/>
            </a:solidFill>
            <a:prstDash val="solid"/>
            <a:round/>
            <a:headEnd type="none" w="sm" len="sm"/>
            <a:tailEnd type="triangle" w="med" len="med"/>
          </a:ln>
        </p:spPr>
      </p:cxnSp>
      <p:cxnSp>
        <p:nvCxnSpPr>
          <p:cNvPr id="271" name="Google Shape;271;p4"/>
          <p:cNvCxnSpPr/>
          <p:nvPr/>
        </p:nvCxnSpPr>
        <p:spPr>
          <a:xfrm rot="10800000">
            <a:off x="6404948" y="2605596"/>
            <a:ext cx="0" cy="1837600"/>
          </a:xfrm>
          <a:prstGeom prst="straightConnector1">
            <a:avLst/>
          </a:prstGeom>
          <a:noFill/>
          <a:ln w="28575" cap="flat" cmpd="sng">
            <a:solidFill>
              <a:srgbClr val="000000"/>
            </a:solidFill>
            <a:prstDash val="solid"/>
            <a:round/>
            <a:headEnd type="none" w="sm" len="sm"/>
            <a:tailEnd type="triangle" w="med" len="med"/>
          </a:ln>
        </p:spPr>
      </p:cxnSp>
      <p:grpSp>
        <p:nvGrpSpPr>
          <p:cNvPr id="272" name="Google Shape;272;p4"/>
          <p:cNvGrpSpPr/>
          <p:nvPr/>
        </p:nvGrpSpPr>
        <p:grpSpPr>
          <a:xfrm>
            <a:off x="6404949" y="5223996"/>
            <a:ext cx="4380633" cy="1519600"/>
            <a:chOff x="2856925" y="3774200"/>
            <a:chExt cx="3285475" cy="1139700"/>
          </a:xfrm>
        </p:grpSpPr>
        <p:sp>
          <p:nvSpPr>
            <p:cNvPr id="273" name="Google Shape;273;p4"/>
            <p:cNvSpPr txBox="1"/>
            <p:nvPr/>
          </p:nvSpPr>
          <p:spPr>
            <a:xfrm>
              <a:off x="3938000" y="4236500"/>
              <a:ext cx="22044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Reports, Decisions, and Solutions</a:t>
              </a:r>
              <a:endParaRPr sz="2667" b="0" i="0" u="none" strike="noStrike" cap="none">
                <a:solidFill>
                  <a:schemeClr val="dk1"/>
                </a:solidFill>
                <a:latin typeface="Calibri"/>
                <a:ea typeface="Calibri"/>
                <a:cs typeface="Calibri"/>
                <a:sym typeface="Calibri"/>
              </a:endParaRPr>
            </a:p>
          </p:txBody>
        </p:sp>
        <p:cxnSp>
          <p:nvCxnSpPr>
            <p:cNvPr id="274" name="Google Shape;274;p4"/>
            <p:cNvCxnSpPr/>
            <p:nvPr/>
          </p:nvCxnSpPr>
          <p:spPr>
            <a:xfrm rot="-5400000" flipH="1">
              <a:off x="2997025" y="3634100"/>
              <a:ext cx="801000" cy="1081200"/>
            </a:xfrm>
            <a:prstGeom prst="bentConnector2">
              <a:avLst/>
            </a:prstGeom>
            <a:noFill/>
            <a:ln w="28575" cap="flat" cmpd="sng">
              <a:solidFill>
                <a:srgbClr val="000000"/>
              </a:solidFill>
              <a:prstDash val="solid"/>
              <a:round/>
              <a:headEnd type="none" w="sm" len="sm"/>
              <a:tailEnd type="triangle" w="med" len="med"/>
            </a:ln>
          </p:spPr>
        </p:cxnSp>
      </p:grpSp>
      <p:sp>
        <p:nvSpPr>
          <p:cNvPr id="275" name="Google Shape;275;p4"/>
          <p:cNvSpPr txBox="1"/>
          <p:nvPr/>
        </p:nvSpPr>
        <p:spPr>
          <a:xfrm>
            <a:off x="9726412" y="4429765"/>
            <a:ext cx="384000" cy="368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76" name="Google Shape;276;p4"/>
          <p:cNvSpPr txBox="1"/>
          <p:nvPr/>
        </p:nvSpPr>
        <p:spPr>
          <a:xfrm>
            <a:off x="9904768" y="2276440"/>
            <a:ext cx="214800" cy="375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cxnSp>
        <p:nvCxnSpPr>
          <p:cNvPr id="277" name="Google Shape;277;p4"/>
          <p:cNvCxnSpPr/>
          <p:nvPr/>
        </p:nvCxnSpPr>
        <p:spPr>
          <a:xfrm rot="-5400000">
            <a:off x="9180078" y="3506764"/>
            <a:ext cx="2150100" cy="9300"/>
          </a:xfrm>
          <a:prstGeom prst="curvedConnector3">
            <a:avLst>
              <a:gd name="adj1" fmla="val 0"/>
            </a:avLst>
          </a:prstGeom>
          <a:noFill/>
          <a:ln w="28575" cap="flat" cmpd="sng">
            <a:solidFill>
              <a:srgbClr val="000000"/>
            </a:solidFill>
            <a:prstDash val="solid"/>
            <a:round/>
            <a:headEnd type="none" w="sm" len="sm"/>
            <a:tailEnd type="triangle" w="med" len="med"/>
          </a:ln>
        </p:spPr>
      </p:cxnSp>
      <p:sp>
        <p:nvSpPr>
          <p:cNvPr id="278" name="Google Shape;278;p4"/>
          <p:cNvSpPr txBox="1"/>
          <p:nvPr/>
        </p:nvSpPr>
        <p:spPr>
          <a:xfrm>
            <a:off x="6093277" y="1696714"/>
            <a:ext cx="443392"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600" b="0" i="0" u="none" strike="noStrike" cap="none">
                <a:solidFill>
                  <a:schemeClr val="dk1"/>
                </a:solidFill>
                <a:latin typeface="Times"/>
                <a:ea typeface="Times"/>
                <a:cs typeface="Times"/>
                <a:sym typeface="Times"/>
              </a:rPr>
              <a:t>?</a:t>
            </a:r>
            <a:endParaRPr sz="1400" b="0" i="0" u="none" strike="noStrike" cap="none">
              <a:solidFill>
                <a:srgbClr val="000000"/>
              </a:solidFill>
              <a:latin typeface="Arial"/>
              <a:ea typeface="Arial"/>
              <a:cs typeface="Arial"/>
              <a:sym typeface="Arial"/>
            </a:endParaRPr>
          </a:p>
        </p:txBody>
      </p:sp>
      <p:pic>
        <p:nvPicPr>
          <p:cNvPr id="279" name="Google Shape;279;p4"/>
          <p:cNvPicPr preferRelativeResize="0"/>
          <p:nvPr/>
        </p:nvPicPr>
        <p:blipFill rotWithShape="1">
          <a:blip r:embed="rId3">
            <a:alphaModFix/>
          </a:blip>
          <a:srcRect/>
          <a:stretch/>
        </p:blipFill>
        <p:spPr>
          <a:xfrm>
            <a:off x="9108790" y="4522671"/>
            <a:ext cx="1233321" cy="851334"/>
          </a:xfrm>
          <a:prstGeom prst="rect">
            <a:avLst/>
          </a:prstGeom>
          <a:noFill/>
          <a:ln>
            <a:noFill/>
          </a:ln>
        </p:spPr>
      </p:pic>
      <p:pic>
        <p:nvPicPr>
          <p:cNvPr id="280" name="Google Shape;280;p4"/>
          <p:cNvPicPr preferRelativeResize="0"/>
          <p:nvPr/>
        </p:nvPicPr>
        <p:blipFill rotWithShape="1">
          <a:blip r:embed="rId4">
            <a:alphaModFix/>
          </a:blip>
          <a:srcRect/>
          <a:stretch/>
        </p:blipFill>
        <p:spPr>
          <a:xfrm>
            <a:off x="5988715" y="4439865"/>
            <a:ext cx="902633" cy="892078"/>
          </a:xfrm>
          <a:prstGeom prst="rect">
            <a:avLst/>
          </a:prstGeom>
          <a:noFill/>
          <a:ln>
            <a:noFill/>
          </a:ln>
        </p:spPr>
      </p:pic>
      <p:pic>
        <p:nvPicPr>
          <p:cNvPr id="281" name="Google Shape;281;p4"/>
          <p:cNvPicPr preferRelativeResize="0"/>
          <p:nvPr/>
        </p:nvPicPr>
        <p:blipFill rotWithShape="1">
          <a:blip r:embed="rId5">
            <a:alphaModFix/>
          </a:blip>
          <a:srcRect/>
          <a:stretch/>
        </p:blipFill>
        <p:spPr>
          <a:xfrm>
            <a:off x="9361019" y="1840023"/>
            <a:ext cx="906779" cy="100474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HYPOTHESIS TESTING (also known as A/B Testing)</a:t>
            </a:r>
            <a:endParaRPr dirty="0"/>
          </a:p>
        </p:txBody>
      </p:sp>
      <p:sp>
        <p:nvSpPr>
          <p:cNvPr id="307" name="Google Shape;307;p8"/>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fontScale="92500" lnSpcReduction="10000"/>
          </a:bodyPr>
          <a:lstStyle/>
          <a:p>
            <a:pPr marL="182880" lvl="0" indent="-182880" algn="l" rtl="0">
              <a:lnSpc>
                <a:spcPct val="90000"/>
              </a:lnSpc>
              <a:spcBef>
                <a:spcPts val="0"/>
              </a:spcBef>
              <a:spcAft>
                <a:spcPts val="0"/>
              </a:spcAft>
              <a:buSzPts val="1700"/>
              <a:buChar char="▪"/>
            </a:pPr>
            <a:r>
              <a:rPr lang="en-US" dirty="0"/>
              <a:t>If there is sufficient evidence favoring the </a:t>
            </a:r>
            <a:r>
              <a:rPr lang="en-US" b="1" dirty="0"/>
              <a:t>alternative hypothesis</a:t>
            </a:r>
            <a:r>
              <a:rPr lang="en-US" dirty="0"/>
              <a:t>, we </a:t>
            </a:r>
            <a:r>
              <a:rPr lang="en-US" b="1" dirty="0"/>
              <a:t>reject the null hypothesis</a:t>
            </a:r>
            <a:endParaRPr dirty="0"/>
          </a:p>
          <a:p>
            <a:pPr marL="182880" lvl="0" indent="-182880" algn="l" rtl="0">
              <a:lnSpc>
                <a:spcPct val="90000"/>
              </a:lnSpc>
              <a:spcBef>
                <a:spcPts val="1200"/>
              </a:spcBef>
              <a:spcAft>
                <a:spcPts val="0"/>
              </a:spcAft>
              <a:buSzPts val="1700"/>
              <a:buChar char="▪"/>
            </a:pPr>
            <a:r>
              <a:rPr lang="en-US" dirty="0"/>
              <a:t>Otherwise, we </a:t>
            </a:r>
            <a:r>
              <a:rPr lang="en-US" b="1" dirty="0"/>
              <a:t>fail to reject the null hypothesis</a:t>
            </a:r>
            <a:endParaRPr dirty="0"/>
          </a:p>
          <a:p>
            <a:pPr marL="182880" lvl="0" indent="-182880" algn="l" rtl="0">
              <a:lnSpc>
                <a:spcPct val="90000"/>
              </a:lnSpc>
              <a:spcBef>
                <a:spcPts val="1200"/>
              </a:spcBef>
              <a:spcAft>
                <a:spcPts val="0"/>
              </a:spcAft>
              <a:buSzPts val="1700"/>
              <a:buChar char="▪"/>
            </a:pPr>
            <a:r>
              <a:rPr lang="en-US" b="1" i="1" dirty="0"/>
              <a:t>Example</a:t>
            </a:r>
            <a:r>
              <a:rPr lang="en-US" b="1" dirty="0"/>
              <a:t>:</a:t>
            </a:r>
            <a:r>
              <a:rPr lang="en-US" dirty="0"/>
              <a:t> We want to test whether the mean GPA of college students is different from 2.0. </a:t>
            </a:r>
            <a:endParaRPr dirty="0"/>
          </a:p>
          <a:p>
            <a:pPr marL="457200" lvl="1" indent="-182880" algn="l" rtl="0">
              <a:lnSpc>
                <a:spcPct val="90000"/>
              </a:lnSpc>
              <a:spcBef>
                <a:spcPts val="400"/>
              </a:spcBef>
              <a:spcAft>
                <a:spcPts val="0"/>
              </a:spcAft>
              <a:buSzPts val="1530"/>
              <a:buChar char="▪"/>
            </a:pPr>
            <a:r>
              <a:rPr lang="en-US" b="1" dirty="0"/>
              <a:t>Null hypothesis </a:t>
            </a:r>
            <a:r>
              <a:rPr lang="en-US" dirty="0"/>
              <a:t>𝑯</a:t>
            </a:r>
            <a:r>
              <a:rPr lang="en-US" baseline="-25000" dirty="0"/>
              <a:t>𝟎</a:t>
            </a:r>
            <a:r>
              <a:rPr lang="en-US" dirty="0"/>
              <a:t>: mean=2.0 </a:t>
            </a:r>
            <a:endParaRPr dirty="0"/>
          </a:p>
          <a:p>
            <a:pPr marL="457200" lvl="1" indent="-182880" algn="l" rtl="0">
              <a:lnSpc>
                <a:spcPct val="90000"/>
              </a:lnSpc>
              <a:spcBef>
                <a:spcPts val="600"/>
              </a:spcBef>
              <a:spcAft>
                <a:spcPts val="0"/>
              </a:spcAft>
              <a:buSzPts val="1530"/>
              <a:buChar char="▪"/>
            </a:pPr>
            <a:r>
              <a:rPr lang="en-US" dirty="0"/>
              <a:t>The </a:t>
            </a:r>
            <a:r>
              <a:rPr lang="en-US" b="1" dirty="0"/>
              <a:t>alternative hypothesis </a:t>
            </a:r>
            <a:r>
              <a:rPr lang="en-US" dirty="0"/>
              <a:t>is 𝑯</a:t>
            </a:r>
            <a:r>
              <a:rPr lang="en-US" baseline="-25000" dirty="0"/>
              <a:t>𝒂</a:t>
            </a:r>
            <a:r>
              <a:rPr lang="en-US" dirty="0"/>
              <a:t>: mean≠2.0</a:t>
            </a:r>
            <a:endParaRPr dirty="0"/>
          </a:p>
          <a:p>
            <a:pPr marL="182880" lvl="0" indent="-182880" algn="l" rtl="0">
              <a:lnSpc>
                <a:spcPct val="90000"/>
              </a:lnSpc>
              <a:spcBef>
                <a:spcPts val="1400"/>
              </a:spcBef>
              <a:spcAft>
                <a:spcPts val="0"/>
              </a:spcAft>
              <a:buSzPts val="1700"/>
              <a:buChar char="▪"/>
            </a:pPr>
            <a:r>
              <a:rPr lang="en-US" dirty="0"/>
              <a:t>Exercise: We want to test whether chocolate has effect on cardiac disease. </a:t>
            </a:r>
            <a:r>
              <a:rPr lang="en-US" b="1" dirty="0"/>
              <a:t>What are the null and alternative hypotheses?</a:t>
            </a:r>
            <a:endParaRPr dirty="0"/>
          </a:p>
          <a:p>
            <a:pPr marL="182880" lvl="0" indent="-182880" algn="l" rtl="0">
              <a:lnSpc>
                <a:spcPct val="90000"/>
              </a:lnSpc>
              <a:spcBef>
                <a:spcPts val="1200"/>
              </a:spcBef>
              <a:spcAft>
                <a:spcPts val="0"/>
              </a:spcAft>
              <a:buSzPts val="1700"/>
              <a:buChar char="▪"/>
            </a:pPr>
            <a:r>
              <a:rPr lang="en-US" dirty="0"/>
              <a:t>𝑯𝟎: Chocolate does not have an effect on cardiac disease</a:t>
            </a:r>
            <a:endParaRPr dirty="0"/>
          </a:p>
          <a:p>
            <a:pPr marL="182880" lvl="0" indent="-182880" algn="l" rtl="0">
              <a:lnSpc>
                <a:spcPct val="90000"/>
              </a:lnSpc>
              <a:spcBef>
                <a:spcPts val="1200"/>
              </a:spcBef>
              <a:spcAft>
                <a:spcPts val="0"/>
              </a:spcAft>
              <a:buSzPts val="1700"/>
              <a:buChar char="▪"/>
            </a:pPr>
            <a:r>
              <a:rPr lang="en-US" dirty="0"/>
              <a:t>𝑯𝒂: Chocolate has an effect on cardiac disease</a:t>
            </a:r>
            <a:endParaRPr dirty="0"/>
          </a:p>
          <a:p>
            <a:pPr marL="182880" lvl="0" indent="-74928" algn="l" rtl="0">
              <a:lnSpc>
                <a:spcPct val="90000"/>
              </a:lnSpc>
              <a:spcBef>
                <a:spcPts val="1200"/>
              </a:spcBef>
              <a:spcAft>
                <a:spcPts val="0"/>
              </a:spcAft>
              <a:buSzPts val="1700"/>
              <a:buNone/>
            </a:pP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F1D8865-D1DB-8393-8A5B-708DD413B9F7}"/>
                  </a:ext>
                </a:extLst>
              </p14:cNvPr>
              <p14:cNvContentPartPr/>
              <p14:nvPr/>
            </p14:nvContentPartPr>
            <p14:xfrm>
              <a:off x="1660320" y="4140720"/>
              <a:ext cx="2775600" cy="457920"/>
            </p14:xfrm>
          </p:contentPart>
        </mc:Choice>
        <mc:Fallback xmlns="">
          <p:pic>
            <p:nvPicPr>
              <p:cNvPr id="2" name="Ink 1">
                <a:extLst>
                  <a:ext uri="{FF2B5EF4-FFF2-40B4-BE49-F238E27FC236}">
                    <a16:creationId xmlns:a16="http://schemas.microsoft.com/office/drawing/2014/main" id="{5F1D8865-D1DB-8393-8A5B-708DD413B9F7}"/>
                  </a:ext>
                </a:extLst>
              </p:cNvPr>
              <p:cNvPicPr/>
              <p:nvPr/>
            </p:nvPicPr>
            <p:blipFill>
              <a:blip r:embed="rId4"/>
              <a:stretch>
                <a:fillRect/>
              </a:stretch>
            </p:blipFill>
            <p:spPr>
              <a:xfrm>
                <a:off x="1650960" y="4131360"/>
                <a:ext cx="2794320" cy="47664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STEPS OF HYPOTHESIS TESTING</a:t>
            </a:r>
            <a:endParaRPr/>
          </a:p>
        </p:txBody>
      </p:sp>
      <p:sp>
        <p:nvSpPr>
          <p:cNvPr id="314" name="Google Shape;314;p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Rockwell"/>
              <a:buAutoNum type="arabicPeriod"/>
            </a:pPr>
            <a:r>
              <a:rPr lang="en-US"/>
              <a:t>Specify the </a:t>
            </a:r>
            <a:r>
              <a:rPr lang="en-US" b="1"/>
              <a:t>null hypothesis </a:t>
            </a:r>
            <a:r>
              <a:rPr lang="en-US"/>
              <a:t>𝑯𝟎 and the </a:t>
            </a:r>
            <a:r>
              <a:rPr lang="en-US" b="1"/>
              <a:t>alternative hypothesis </a:t>
            </a:r>
            <a:r>
              <a:rPr lang="en-US"/>
              <a:t>𝑯𝒂</a:t>
            </a:r>
            <a:endParaRPr/>
          </a:p>
          <a:p>
            <a:pPr marL="457200" lvl="0" indent="-457200" algn="l" rtl="0">
              <a:lnSpc>
                <a:spcPct val="90000"/>
              </a:lnSpc>
              <a:spcBef>
                <a:spcPts val="1200"/>
              </a:spcBef>
              <a:spcAft>
                <a:spcPts val="0"/>
              </a:spcAft>
              <a:buSzPts val="1700"/>
              <a:buFont typeface="Rockwell"/>
              <a:buAutoNum type="arabicPeriod"/>
            </a:pPr>
            <a:r>
              <a:rPr lang="en-US"/>
              <a:t>Specify the </a:t>
            </a:r>
            <a:r>
              <a:rPr lang="en-US" b="1"/>
              <a:t>significance level threshold </a:t>
            </a:r>
            <a:r>
              <a:rPr lang="en-US"/>
              <a:t>𝜶</a:t>
            </a:r>
            <a:r>
              <a:rPr lang="en-US" baseline="-25000"/>
              <a:t>t</a:t>
            </a:r>
            <a:endParaRPr/>
          </a:p>
          <a:p>
            <a:pPr marL="457200" lvl="0" indent="-457200" algn="l" rtl="0">
              <a:lnSpc>
                <a:spcPct val="90000"/>
              </a:lnSpc>
              <a:spcBef>
                <a:spcPts val="1200"/>
              </a:spcBef>
              <a:spcAft>
                <a:spcPts val="0"/>
              </a:spcAft>
              <a:buSzPts val="1700"/>
              <a:buFont typeface="Rockwell"/>
              <a:buAutoNum type="arabicPeriod"/>
            </a:pPr>
            <a:r>
              <a:rPr lang="en-US"/>
              <a:t>Collect the </a:t>
            </a:r>
            <a:r>
              <a:rPr lang="en-US" b="1"/>
              <a:t>data</a:t>
            </a:r>
            <a:endParaRPr/>
          </a:p>
          <a:p>
            <a:pPr marL="457200" lvl="0" indent="-457200" algn="l" rtl="0">
              <a:lnSpc>
                <a:spcPct val="90000"/>
              </a:lnSpc>
              <a:spcBef>
                <a:spcPts val="1200"/>
              </a:spcBef>
              <a:spcAft>
                <a:spcPts val="0"/>
              </a:spcAft>
              <a:buSzPts val="1700"/>
              <a:buFont typeface="Rockwell"/>
              <a:buAutoNum type="arabicPeriod"/>
            </a:pPr>
            <a:r>
              <a:rPr lang="en-US"/>
              <a:t>Calculate the </a:t>
            </a:r>
            <a:r>
              <a:rPr lang="en-US" b="1"/>
              <a:t>test statistic</a:t>
            </a:r>
            <a:endParaRPr/>
          </a:p>
          <a:p>
            <a:pPr marL="457200" lvl="0" indent="-457200" algn="l" rtl="0">
              <a:lnSpc>
                <a:spcPct val="90000"/>
              </a:lnSpc>
              <a:spcBef>
                <a:spcPts val="1200"/>
              </a:spcBef>
              <a:spcAft>
                <a:spcPts val="0"/>
              </a:spcAft>
              <a:buSzPts val="1700"/>
              <a:buFont typeface="Rockwell"/>
              <a:buAutoNum type="arabicPeriod"/>
            </a:pPr>
            <a:r>
              <a:rPr lang="en-US"/>
              <a:t>Calculate the corresponding 𝒑</a:t>
            </a:r>
            <a:r>
              <a:rPr lang="en-US" b="1"/>
              <a:t>-value</a:t>
            </a:r>
            <a:endParaRPr/>
          </a:p>
          <a:p>
            <a:pPr marL="457200" lvl="0" indent="-457200" algn="l" rtl="0">
              <a:lnSpc>
                <a:spcPct val="90000"/>
              </a:lnSpc>
              <a:spcBef>
                <a:spcPts val="1200"/>
              </a:spcBef>
              <a:spcAft>
                <a:spcPts val="0"/>
              </a:spcAft>
              <a:buSzPts val="1700"/>
              <a:buFont typeface="Rockwell"/>
              <a:buAutoNum type="arabicPeriod"/>
            </a:pPr>
            <a:r>
              <a:rPr lang="en-US"/>
              <a:t>Compare the 𝒑</a:t>
            </a:r>
            <a:r>
              <a:rPr lang="en-US" b="1"/>
              <a:t>-value </a:t>
            </a:r>
            <a:r>
              <a:rPr lang="en-US"/>
              <a:t>with the </a:t>
            </a:r>
            <a:r>
              <a:rPr lang="en-US" b="1"/>
              <a:t>significance level</a:t>
            </a:r>
            <a:endParaRPr/>
          </a:p>
          <a:p>
            <a:pPr marL="457200" lvl="0" indent="-457200" algn="l" rtl="0">
              <a:lnSpc>
                <a:spcPct val="90000"/>
              </a:lnSpc>
              <a:spcBef>
                <a:spcPts val="1200"/>
              </a:spcBef>
              <a:spcAft>
                <a:spcPts val="0"/>
              </a:spcAft>
              <a:buSzPts val="1700"/>
              <a:buFont typeface="Rockwell"/>
              <a:buAutoNum type="arabicPeriod"/>
            </a:pPr>
            <a:r>
              <a:rPr lang="en-US"/>
              <a:t>Determine whether to </a:t>
            </a:r>
            <a:r>
              <a:rPr lang="en-US" b="1"/>
              <a:t>reject </a:t>
            </a:r>
            <a:r>
              <a:rPr lang="en-US"/>
              <a:t>or </a:t>
            </a:r>
            <a:r>
              <a:rPr lang="en-US" b="1"/>
              <a:t>fail to reject </a:t>
            </a:r>
            <a:r>
              <a:rPr lang="en-US"/>
              <a:t>the </a:t>
            </a:r>
            <a:r>
              <a:rPr lang="en-US" b="1"/>
              <a:t>null hypothesis </a:t>
            </a:r>
            <a:r>
              <a:rPr lang="en-US"/>
              <a:t>𝑯𝟎</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5C11F31-F716-CFC3-1723-30A1C9E9E525}"/>
                  </a:ext>
                </a:extLst>
              </p14:cNvPr>
              <p14:cNvContentPartPr/>
              <p14:nvPr/>
            </p14:nvContentPartPr>
            <p14:xfrm>
              <a:off x="61920" y="1519920"/>
              <a:ext cx="10563120" cy="4143960"/>
            </p14:xfrm>
          </p:contentPart>
        </mc:Choice>
        <mc:Fallback xmlns="">
          <p:pic>
            <p:nvPicPr>
              <p:cNvPr id="2" name="Ink 1">
                <a:extLst>
                  <a:ext uri="{FF2B5EF4-FFF2-40B4-BE49-F238E27FC236}">
                    <a16:creationId xmlns:a16="http://schemas.microsoft.com/office/drawing/2014/main" id="{65C11F31-F716-CFC3-1723-30A1C9E9E525}"/>
                  </a:ext>
                </a:extLst>
              </p:cNvPr>
              <p:cNvPicPr/>
              <p:nvPr/>
            </p:nvPicPr>
            <p:blipFill>
              <a:blip r:embed="rId4"/>
              <a:stretch>
                <a:fillRect/>
              </a:stretch>
            </p:blipFill>
            <p:spPr>
              <a:xfrm>
                <a:off x="52560" y="1510560"/>
                <a:ext cx="10581840" cy="416268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3" name="Setup"/>
          <p:cNvSpPr txBox="1">
            <a:spLocks noGrp="1"/>
          </p:cNvSpPr>
          <p:nvPr>
            <p:ph type="title"/>
          </p:nvPr>
        </p:nvSpPr>
        <p:spPr>
          <a:xfrm>
            <a:off x="623455" y="-302478"/>
            <a:ext cx="9956800" cy="1143000"/>
          </a:xfrm>
          <a:prstGeom prst="rect">
            <a:avLst/>
          </a:prstGeom>
        </p:spPr>
        <p:txBody>
          <a:bodyPr/>
          <a:lstStyle/>
          <a:p>
            <a:r>
              <a:rPr lang="en-US" dirty="0">
                <a:latin typeface="+mn-lt"/>
              </a:rPr>
              <a:t>Example </a:t>
            </a:r>
            <a:r>
              <a:rPr dirty="0">
                <a:latin typeface="+mn-lt"/>
              </a:rPr>
              <a:t>Setup</a:t>
            </a:r>
          </a:p>
        </p:txBody>
      </p:sp>
      <p:sp>
        <p:nvSpPr>
          <p:cNvPr id="117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latin typeface="+mn-lt"/>
              </a:rPr>
              <a:t>5</a:t>
            </a:fld>
            <a:endParaRPr>
              <a:latin typeface="+mn-lt"/>
            </a:endParaRPr>
          </a:p>
        </p:txBody>
      </p:sp>
      <mc:AlternateContent xmlns:mc="http://schemas.openxmlformats.org/markup-compatibility/2006" xmlns:a14="http://schemas.microsoft.com/office/drawing/2010/main">
        <mc:Choice Requires="a14">
          <p:sp>
            <p:nvSpPr>
              <p:cNvPr id="1175" name="Two Variations: A and B.…"/>
              <p:cNvSpPr txBox="1"/>
              <p:nvPr/>
            </p:nvSpPr>
            <p:spPr>
              <a:xfrm>
                <a:off x="728065" y="941348"/>
                <a:ext cx="10502901" cy="3706015"/>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25400" tIns="25400" rIns="25400" bIns="25400">
                <a:spAutoFit/>
              </a:bodyPr>
              <a:lstStyle/>
              <a:p>
                <a:pPr algn="l"/>
                <a:r>
                  <a:rPr dirty="0">
                    <a:latin typeface="+mn-lt"/>
                  </a:rPr>
                  <a:t>Two Variations</a:t>
                </a:r>
                <a:r>
                  <a:rPr lang="en-US" dirty="0">
                    <a:latin typeface="+mn-lt"/>
                  </a:rPr>
                  <a:t> of GPUs</a:t>
                </a:r>
                <a:r>
                  <a:rPr dirty="0">
                    <a:latin typeface="+mn-lt"/>
                  </a:rPr>
                  <a:t>: </a:t>
                </a:r>
                <a:r>
                  <a:rPr dirty="0">
                    <a:latin typeface="+mn-lt"/>
                    <a:ea typeface="Avenir Heavy"/>
                    <a:cs typeface="Gill Sans" panose="020B0502020104020203" pitchFamily="34" charset="-79"/>
                    <a:sym typeface="Avenir Heavy"/>
                  </a:rPr>
                  <a:t>A</a:t>
                </a:r>
                <a:r>
                  <a:rPr lang="en-US" dirty="0">
                    <a:latin typeface="+mn-lt"/>
                    <a:ea typeface="Avenir Heavy"/>
                    <a:cs typeface="Gill Sans" panose="020B0502020104020203" pitchFamily="34" charset="-79"/>
                    <a:sym typeface="Avenir Heavy"/>
                  </a:rPr>
                  <a:t> (already on market)</a:t>
                </a:r>
                <a:r>
                  <a:rPr dirty="0">
                    <a:latin typeface="+mn-lt"/>
                  </a:rPr>
                  <a:t> and </a:t>
                </a:r>
                <a:r>
                  <a:rPr dirty="0">
                    <a:latin typeface="+mn-lt"/>
                    <a:ea typeface="Avenir Heavy"/>
                    <a:cs typeface="Gill Sans" panose="020B0502020104020203" pitchFamily="34" charset="-79"/>
                    <a:sym typeface="Avenir Heavy"/>
                  </a:rPr>
                  <a:t>B</a:t>
                </a:r>
                <a:r>
                  <a:rPr lang="en-US" dirty="0">
                    <a:latin typeface="+mn-lt"/>
                    <a:ea typeface="Avenir Heavy"/>
                    <a:cs typeface="Gill Sans" panose="020B0502020104020203" pitchFamily="34" charset="-79"/>
                    <a:sym typeface="Avenir Heavy"/>
                  </a:rPr>
                  <a:t> (new product)</a:t>
                </a:r>
                <a:r>
                  <a:rPr dirty="0">
                    <a:latin typeface="+mn-lt"/>
                  </a:rPr>
                  <a:t>.</a:t>
                </a:r>
              </a:p>
              <a:p>
                <a:pPr algn="l"/>
                <a:endParaRPr dirty="0">
                  <a:latin typeface="+mn-lt"/>
                </a:endParaRPr>
              </a:p>
              <a:p>
                <a:pPr algn="l"/>
                <a:r>
                  <a:rPr dirty="0">
                    <a:latin typeface="+mn-lt"/>
                  </a:rPr>
                  <a:t>Generally: </a:t>
                </a:r>
                <a:r>
                  <a:rPr lang="en-US" dirty="0">
                    <a:latin typeface="+mn-lt"/>
                  </a:rPr>
                  <a:t>   </a:t>
                </a:r>
                <a:r>
                  <a:rPr dirty="0">
                    <a:latin typeface="+mn-lt"/>
                  </a:rPr>
                  <a:t>A is </a:t>
                </a:r>
                <a:r>
                  <a:rPr lang="en-US" dirty="0">
                    <a:latin typeface="+mn-lt"/>
                  </a:rPr>
                  <a:t>called </a:t>
                </a:r>
                <a:r>
                  <a:rPr dirty="0">
                    <a:latin typeface="+mn-lt"/>
                  </a:rPr>
                  <a:t>a control</a:t>
                </a:r>
                <a:endParaRPr lang="en-US" dirty="0">
                  <a:latin typeface="+mn-lt"/>
                </a:endParaRPr>
              </a:p>
              <a:p>
                <a:pPr algn="l"/>
                <a:r>
                  <a:rPr lang="en-US" dirty="0">
                    <a:latin typeface="+mn-lt"/>
                  </a:rPr>
                  <a:t>                  B is called a treatment, a new piece of product/content we are testing</a:t>
                </a:r>
              </a:p>
              <a:p>
                <a:pPr algn="l"/>
                <a:endParaRPr dirty="0">
                  <a:latin typeface="+mn-lt"/>
                </a:endParaRPr>
              </a:p>
              <a:p>
                <a:pPr algn="l"/>
                <a:r>
                  <a:rPr dirty="0">
                    <a:latin typeface="+mn-lt"/>
                  </a:rPr>
                  <a:t>We will assume that we have </a:t>
                </a:r>
                <a:r>
                  <a:rPr lang="en-US" dirty="0">
                    <a:latin typeface="+mn-lt"/>
                  </a:rPr>
                  <a:t>given </a:t>
                </a:r>
                <a:r>
                  <a:rPr dirty="0">
                    <a:latin typeface="+mn-lt"/>
                  </a:rPr>
                  <a:t>A and B both </a:t>
                </a:r>
                <a:r>
                  <a:rPr dirty="0">
                    <a:latin typeface="+mn-lt"/>
                    <a:ea typeface="Avenir Book Oblique"/>
                    <a:cs typeface="Gill Sans" panose="020B0502020104020203" pitchFamily="34" charset="-79"/>
                    <a:sym typeface="Avenir Book Oblique"/>
                  </a:rPr>
                  <a:t>n</a:t>
                </a:r>
                <a:r>
                  <a:rPr dirty="0">
                    <a:latin typeface="+mn-lt"/>
                  </a:rPr>
                  <a:t> times </a:t>
                </a:r>
                <a:r>
                  <a:rPr lang="en-US" dirty="0">
                    <a:latin typeface="+mn-lt"/>
                  </a:rPr>
                  <a:t>for free </a:t>
                </a:r>
                <a:r>
                  <a:rPr dirty="0">
                    <a:latin typeface="+mn-lt"/>
                  </a:rPr>
                  <a:t>to different customers</a:t>
                </a:r>
                <a:r>
                  <a:rPr lang="en-US" dirty="0">
                    <a:latin typeface="+mn-lt"/>
                  </a:rPr>
                  <a:t> with the option of buying after a trial period</a:t>
                </a:r>
                <a:r>
                  <a:rPr dirty="0">
                    <a:latin typeface="+mn-lt"/>
                  </a:rPr>
                  <a:t>. </a:t>
                </a:r>
              </a:p>
              <a:p>
                <a:pPr algn="l"/>
                <a:endParaRPr dirty="0">
                  <a:latin typeface="+mn-lt"/>
                </a:endParaRPr>
              </a:p>
              <a:p>
                <a:pPr algn="l"/>
                <a:r>
                  <a:rPr dirty="0">
                    <a:latin typeface="+mn-lt"/>
                  </a:rPr>
                  <a:t>In particular, we assume that the set of customers we showed them to were chosen randomly</a:t>
                </a:r>
              </a:p>
              <a:p>
                <a:pPr algn="l"/>
                <a:endParaRPr dirty="0">
                  <a:latin typeface="+mn-lt"/>
                </a:endParaRPr>
              </a:p>
              <a:p>
                <a:r>
                  <a:rPr dirty="0">
                    <a:latin typeface="+mn-lt"/>
                  </a:rPr>
                  <a:t>Let </a:t>
                </a:r>
                <a14:m>
                  <m:oMath xmlns:m="http://schemas.openxmlformats.org/officeDocument/2006/math">
                    <m:sSub>
                      <m:sSubPr>
                        <m:ctrlPr>
                          <a:rPr sz="2200" i="1">
                            <a:solidFill>
                              <a:srgbClr val="000000"/>
                            </a:solidFill>
                            <a:latin typeface="Cambria Math" panose="02040503050406030204" pitchFamily="18" charset="0"/>
                          </a:rPr>
                        </m:ctrlPr>
                      </m:sSubPr>
                      <m:e>
                        <m:r>
                          <a:rPr sz="2200" i="1">
                            <a:solidFill>
                              <a:srgbClr val="000000"/>
                            </a:solidFill>
                            <a:latin typeface="Cambria Math" panose="02040503050406030204" pitchFamily="18" charset="0"/>
                          </a:rPr>
                          <m:t>𝑝</m:t>
                        </m:r>
                      </m:e>
                      <m:sub>
                        <m:r>
                          <a:rPr sz="2200" i="1">
                            <a:solidFill>
                              <a:srgbClr val="000000"/>
                            </a:solidFill>
                            <a:latin typeface="Cambria Math" panose="02040503050406030204" pitchFamily="18" charset="0"/>
                          </a:rPr>
                          <m:t>𝐴</m:t>
                        </m:r>
                      </m:sub>
                    </m:sSub>
                  </m:oMath>
                </a14:m>
                <a:r>
                  <a:rPr dirty="0">
                    <a:latin typeface="+mn-lt"/>
                  </a:rPr>
                  <a:t> and </a:t>
                </a:r>
                <a14:m>
                  <m:oMath xmlns:m="http://schemas.openxmlformats.org/officeDocument/2006/math">
                    <m:sSub>
                      <m:sSubPr>
                        <m:ctrlPr>
                          <a:rPr sz="2200" i="1">
                            <a:solidFill>
                              <a:srgbClr val="000000"/>
                            </a:solidFill>
                            <a:latin typeface="Cambria Math" panose="02040503050406030204" pitchFamily="18" charset="0"/>
                          </a:rPr>
                        </m:ctrlPr>
                      </m:sSubPr>
                      <m:e>
                        <m:r>
                          <a:rPr sz="2200" i="1">
                            <a:solidFill>
                              <a:srgbClr val="000000"/>
                            </a:solidFill>
                            <a:latin typeface="Cambria Math" panose="02040503050406030204" pitchFamily="18" charset="0"/>
                          </a:rPr>
                          <m:t>𝑝</m:t>
                        </m:r>
                      </m:e>
                      <m:sub>
                        <m:r>
                          <a:rPr sz="2200" i="1">
                            <a:solidFill>
                              <a:srgbClr val="000000"/>
                            </a:solidFill>
                            <a:latin typeface="Cambria Math" panose="02040503050406030204" pitchFamily="18" charset="0"/>
                          </a:rPr>
                          <m:t>𝐵</m:t>
                        </m:r>
                      </m:sub>
                    </m:sSub>
                  </m:oMath>
                </a14:m>
                <a:r>
                  <a:rPr dirty="0">
                    <a:latin typeface="+mn-lt"/>
                  </a:rPr>
                  <a:t> be the unknown conversion rates</a:t>
                </a:r>
                <a:r>
                  <a:rPr lang="en-US" dirty="0">
                    <a:latin typeface="+mn-lt"/>
                  </a:rPr>
                  <a:t> </a:t>
                </a:r>
                <a:r>
                  <a:rPr dirty="0">
                    <a:latin typeface="+mn-lt"/>
                  </a:rPr>
                  <a:t>of A and B.</a:t>
                </a:r>
                <a:r>
                  <a:rPr lang="en-US" dirty="0">
                    <a:latin typeface="+mn-lt"/>
                  </a:rPr>
                  <a:t> </a:t>
                </a:r>
              </a:p>
              <a:p>
                <a:endParaRPr lang="en-US" dirty="0">
                  <a:latin typeface="+mn-lt"/>
                </a:endParaRPr>
              </a:p>
              <a:p>
                <a:r>
                  <a:rPr lang="en-US" dirty="0">
                    <a:latin typeface="+mn-lt"/>
                  </a:rPr>
                  <a:t>Conversion rate here is % of customers that choose to buy the GPU</a:t>
                </a:r>
                <a:r>
                  <a:rPr dirty="0">
                    <a:latin typeface="+mn-lt"/>
                  </a:rPr>
                  <a:t> </a:t>
                </a:r>
                <a:r>
                  <a:rPr lang="en-US" dirty="0">
                    <a:latin typeface="+mn-lt"/>
                  </a:rPr>
                  <a:t>after trial period. </a:t>
                </a:r>
                <a:endParaRPr dirty="0">
                  <a:latin typeface="+mn-lt"/>
                </a:endParaRPr>
              </a:p>
            </p:txBody>
          </p:sp>
        </mc:Choice>
        <mc:Fallback xmlns="">
          <p:sp>
            <p:nvSpPr>
              <p:cNvPr id="1175" name="Two Variations: A and B.…"/>
              <p:cNvSpPr txBox="1">
                <a:spLocks noRot="1" noChangeAspect="1" noMove="1" noResize="1" noEditPoints="1" noAdjustHandles="1" noChangeArrowheads="1" noChangeShapeType="1" noTextEdit="1"/>
              </p:cNvSpPr>
              <p:nvPr/>
            </p:nvSpPr>
            <p:spPr>
              <a:xfrm>
                <a:off x="728065" y="941348"/>
                <a:ext cx="10502901" cy="3706015"/>
              </a:xfrm>
              <a:prstGeom prst="rect">
                <a:avLst/>
              </a:prstGeom>
              <a:blipFill>
                <a:blip r:embed="rId2"/>
                <a:stretch>
                  <a:fillRect l="-1087" t="-1024" b="-2389"/>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708820D-0016-FB9A-F1AB-865B0E7F747A}"/>
                  </a:ext>
                </a:extLst>
              </p14:cNvPr>
              <p14:cNvContentPartPr/>
              <p14:nvPr/>
            </p14:nvContentPartPr>
            <p14:xfrm>
              <a:off x="136440" y="866520"/>
              <a:ext cx="12055680" cy="3398400"/>
            </p14:xfrm>
          </p:contentPart>
        </mc:Choice>
        <mc:Fallback xmlns="">
          <p:pic>
            <p:nvPicPr>
              <p:cNvPr id="2" name="Ink 1">
                <a:extLst>
                  <a:ext uri="{FF2B5EF4-FFF2-40B4-BE49-F238E27FC236}">
                    <a16:creationId xmlns:a16="http://schemas.microsoft.com/office/drawing/2014/main" id="{E708820D-0016-FB9A-F1AB-865B0E7F747A}"/>
                  </a:ext>
                </a:extLst>
              </p:cNvPr>
              <p:cNvPicPr/>
              <p:nvPr/>
            </p:nvPicPr>
            <p:blipFill>
              <a:blip r:embed="rId4"/>
              <a:stretch>
                <a:fillRect/>
              </a:stretch>
            </p:blipFill>
            <p:spPr>
              <a:xfrm>
                <a:off x="127080" y="857160"/>
                <a:ext cx="12074400" cy="3417120"/>
              </a:xfrm>
              <a:prstGeom prst="rect">
                <a:avLst/>
              </a:prstGeom>
            </p:spPr>
          </p:pic>
        </mc:Fallback>
      </mc:AlternateContent>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 name="Hypothesis Testing"/>
          <p:cNvSpPr txBox="1">
            <a:spLocks noGrp="1"/>
          </p:cNvSpPr>
          <p:nvPr>
            <p:ph type="title"/>
          </p:nvPr>
        </p:nvSpPr>
        <p:spPr>
          <a:xfrm>
            <a:off x="637309" y="-131491"/>
            <a:ext cx="9956800" cy="1143000"/>
          </a:xfrm>
          <a:prstGeom prst="rect">
            <a:avLst/>
          </a:prstGeom>
        </p:spPr>
        <p:txBody>
          <a:bodyPr/>
          <a:lstStyle/>
          <a:p>
            <a:r>
              <a:rPr lang="en-US" dirty="0">
                <a:latin typeface="+mn-lt"/>
              </a:rPr>
              <a:t>Formal Setup</a:t>
            </a:r>
            <a:endParaRPr dirty="0">
              <a:latin typeface="+mn-lt"/>
            </a:endParaRPr>
          </a:p>
        </p:txBody>
      </p:sp>
      <p:sp>
        <p:nvSpPr>
          <p:cNvPr id="1179" name="Problem Formulation: Is there a difference between the treatment and control? If there is, is it significant? Which one is better?"/>
          <p:cNvSpPr txBox="1"/>
          <p:nvPr/>
        </p:nvSpPr>
        <p:spPr>
          <a:xfrm>
            <a:off x="844550" y="1202267"/>
            <a:ext cx="10502900" cy="6052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algn="l"/>
            <a:r>
              <a:rPr dirty="0">
                <a:latin typeface="+mn-lt"/>
                <a:ea typeface="Avenir Heavy"/>
                <a:cs typeface="Gill Sans" panose="020B0502020104020203" pitchFamily="34" charset="-79"/>
                <a:sym typeface="Avenir Heavy"/>
              </a:rPr>
              <a:t>Problem Formulation:</a:t>
            </a:r>
            <a:r>
              <a:rPr dirty="0">
                <a:latin typeface="+mn-lt"/>
              </a:rPr>
              <a:t> Is there a difference between the treatment and control? If there is, is it significant? Which one is better?</a:t>
            </a:r>
          </a:p>
        </p:txBody>
      </p:sp>
      <p:pic>
        <p:nvPicPr>
          <p:cNvPr id="1180" name="Image" descr="Image"/>
          <p:cNvPicPr>
            <a:picLocks noChangeAspect="1"/>
          </p:cNvPicPr>
          <p:nvPr/>
        </p:nvPicPr>
        <p:blipFill>
          <a:blip r:embed="rId3"/>
          <a:stretch>
            <a:fillRect/>
          </a:stretch>
        </p:blipFill>
        <p:spPr>
          <a:xfrm>
            <a:off x="5191032" y="1937302"/>
            <a:ext cx="1763571" cy="722997"/>
          </a:xfrm>
          <a:prstGeom prst="rect">
            <a:avLst/>
          </a:prstGeom>
          <a:ln w="12700">
            <a:miter lim="400000"/>
          </a:ln>
        </p:spPr>
      </p:pic>
      <p:pic>
        <p:nvPicPr>
          <p:cNvPr id="1181" name="Image" descr="Image"/>
          <p:cNvPicPr>
            <a:picLocks noChangeAspect="1"/>
          </p:cNvPicPr>
          <p:nvPr/>
        </p:nvPicPr>
        <p:blipFill>
          <a:blip r:embed="rId4"/>
          <a:stretch>
            <a:fillRect/>
          </a:stretch>
        </p:blipFill>
        <p:spPr>
          <a:xfrm>
            <a:off x="3595799" y="5432860"/>
            <a:ext cx="5000401" cy="602380"/>
          </a:xfrm>
          <a:prstGeom prst="rect">
            <a:avLst/>
          </a:prstGeom>
          <a:ln w="12700">
            <a:miter lim="400000"/>
          </a:ln>
        </p:spPr>
      </p:pic>
      <p:sp>
        <p:nvSpPr>
          <p:cNvPr id="1182" name="Data:"/>
          <p:cNvSpPr txBox="1"/>
          <p:nvPr/>
        </p:nvSpPr>
        <p:spPr>
          <a:xfrm>
            <a:off x="832993" y="4510738"/>
            <a:ext cx="7904408" cy="6052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a:latin typeface="Avenir Heavy"/>
                <a:ea typeface="Avenir Heavy"/>
                <a:cs typeface="Avenir Heavy"/>
                <a:sym typeface="Avenir Heavy"/>
              </a:defRPr>
            </a:lvl1pPr>
          </a:lstStyle>
          <a:p>
            <a:r>
              <a:rPr dirty="0">
                <a:latin typeface="+mn-lt"/>
                <a:cs typeface="Gill Sans" panose="020B0502020104020203" pitchFamily="34" charset="-79"/>
              </a:rPr>
              <a:t>Data:</a:t>
            </a:r>
            <a:r>
              <a:rPr lang="en-US" dirty="0">
                <a:latin typeface="+mn-lt"/>
                <a:cs typeface="Gill Sans" panose="020B0502020104020203" pitchFamily="34" charset="-79"/>
              </a:rPr>
              <a:t> Raw data would consist of 0, 1 when a customer chooses to buy the product. </a:t>
            </a:r>
          </a:p>
          <a:p>
            <a:r>
              <a:rPr lang="en-US" dirty="0">
                <a:latin typeface="+mn-lt"/>
                <a:cs typeface="Gill Sans" panose="020B0502020104020203" pitchFamily="34" charset="-79"/>
              </a:rPr>
              <a:t>          With this we first calculate,</a:t>
            </a:r>
            <a:endParaRPr dirty="0">
              <a:latin typeface="+mn-lt"/>
              <a:cs typeface="Gill Sans" panose="020B0502020104020203" pitchFamily="34" charset="-79"/>
            </a:endParaRPr>
          </a:p>
        </p:txBody>
      </p:sp>
      <p:sp>
        <p:nvSpPr>
          <p:cNvPr id="118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latin typeface="+mn-lt"/>
              </a:rPr>
              <a:t>6</a:t>
            </a:fld>
            <a:endParaRPr>
              <a:latin typeface="+mn-lt"/>
            </a:endParaRPr>
          </a:p>
        </p:txBody>
      </p:sp>
      <p:sp>
        <p:nvSpPr>
          <p:cNvPr id="1185" name="Experiment: Show both variations n times to customers at random"/>
          <p:cNvSpPr txBox="1"/>
          <p:nvPr/>
        </p:nvSpPr>
        <p:spPr>
          <a:xfrm>
            <a:off x="832993" y="3743060"/>
            <a:ext cx="6371937"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a:latin typeface="Avenir Heavy"/>
                <a:ea typeface="Avenir Heavy"/>
                <a:cs typeface="Avenir Heavy"/>
                <a:sym typeface="Avenir Heavy"/>
              </a:defRPr>
            </a:pPr>
            <a:r>
              <a:rPr dirty="0">
                <a:latin typeface="+mn-lt"/>
                <a:cs typeface="Gill Sans" panose="020B0502020104020203" pitchFamily="34" charset="-79"/>
              </a:rPr>
              <a:t>Experiment: </a:t>
            </a:r>
            <a:r>
              <a:rPr dirty="0">
                <a:latin typeface="+mn-lt"/>
                <a:ea typeface="Avenir Medium"/>
                <a:cs typeface="Avenir Medium"/>
                <a:sym typeface="Avenir Medium"/>
              </a:rPr>
              <a:t>Show both variations </a:t>
            </a:r>
            <a:r>
              <a:rPr dirty="0">
                <a:latin typeface="+mn-lt"/>
                <a:ea typeface="Avenir Book Oblique"/>
                <a:cs typeface="Gill Sans" panose="020B0502020104020203" pitchFamily="34" charset="-79"/>
                <a:sym typeface="Avenir Book Oblique"/>
              </a:rPr>
              <a:t>n</a:t>
            </a:r>
            <a:r>
              <a:rPr dirty="0">
                <a:latin typeface="+mn-lt"/>
                <a:ea typeface="Avenir Medium"/>
                <a:cs typeface="Avenir Medium"/>
                <a:sym typeface="Avenir Medium"/>
              </a:rPr>
              <a:t> times to customers at random </a:t>
            </a:r>
          </a:p>
        </p:txBody>
      </p:sp>
      <mc:AlternateContent xmlns:mc="http://schemas.openxmlformats.org/markup-compatibility/2006" xmlns:a14="http://schemas.microsoft.com/office/drawing/2010/main">
        <mc:Choice Requires="a14">
          <p:sp>
            <p:nvSpPr>
              <p:cNvPr id="3" name="Experiment: Show both variations n times to customers at random">
                <a:extLst>
                  <a:ext uri="{FF2B5EF4-FFF2-40B4-BE49-F238E27FC236}">
                    <a16:creationId xmlns:a16="http://schemas.microsoft.com/office/drawing/2014/main" id="{ACE1CD97-5620-7330-633D-EE225EB938D1}"/>
                  </a:ext>
                </a:extLst>
              </p:cNvPr>
              <p:cNvSpPr txBox="1"/>
              <p:nvPr/>
            </p:nvSpPr>
            <p:spPr>
              <a:xfrm>
                <a:off x="2509011" y="2763610"/>
                <a:ext cx="8838439" cy="898259"/>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wrap="square" lIns="25400" tIns="25400" rIns="25400" bIns="25400" anchor="ctr">
                <a:spAutoFit/>
              </a:bodyPr>
              <a:lstStyle/>
              <a:p>
                <a:pPr>
                  <a:defRPr>
                    <a:latin typeface="Avenir Heavy"/>
                    <a:ea typeface="Avenir Heavy"/>
                    <a:cs typeface="Avenir Heavy"/>
                    <a:sym typeface="Avenir Heavy"/>
                  </a:defRPr>
                </a:pPr>
                <a:r>
                  <a:rPr lang="en-US" dirty="0">
                    <a:latin typeface="+mn-lt"/>
                    <a:cs typeface="Gill Sans" panose="020B0502020104020203" pitchFamily="34" charset="-79"/>
                    <a:sym typeface="Avenir Medium"/>
                  </a:rPr>
                  <a:t>If testing for better, can use   </a:t>
                </a:r>
                <a14:m>
                  <m:oMath xmlns:m="http://schemas.openxmlformats.org/officeDocument/2006/math">
                    <m:sSub>
                      <m:sSubPr>
                        <m:ctrlPr>
                          <a:rPr lang="en-US" i="1" smtClean="0">
                            <a:latin typeface="Cambria Math" panose="02040503050406030204" pitchFamily="18" charset="0"/>
                            <a:sym typeface="Avenir Medium"/>
                          </a:rPr>
                        </m:ctrlPr>
                      </m:sSubPr>
                      <m:e>
                        <m:r>
                          <a:rPr lang="en-US" smtClean="0">
                            <a:latin typeface="Cambria Math" panose="02040503050406030204" pitchFamily="18" charset="0"/>
                            <a:sym typeface="Avenir Medium"/>
                          </a:rPr>
                          <m:t>𝐻</m:t>
                        </m:r>
                      </m:e>
                      <m:sub>
                        <m:r>
                          <m:rPr>
                            <m:nor/>
                          </m:rPr>
                          <a:rPr lang="en-US" smtClean="0">
                            <a:latin typeface="+mn-lt"/>
                            <a:cs typeface="Gill Sans" panose="020B0502020104020203" pitchFamily="34" charset="-79"/>
                            <a:sym typeface="Avenir Medium"/>
                          </a:rPr>
                          <m:t>alt</m:t>
                        </m:r>
                      </m:sub>
                    </m:sSub>
                    <m:r>
                      <a:rPr lang="en-US" smtClean="0">
                        <a:latin typeface="Cambria Math" panose="02040503050406030204" pitchFamily="18" charset="0"/>
                        <a:sym typeface="Avenir Medium"/>
                      </a:rPr>
                      <m:t> :</m:t>
                    </m:r>
                    <m:sSub>
                      <m:sSubPr>
                        <m:ctrlPr>
                          <a:rPr lang="en-US" i="1" smtClean="0">
                            <a:latin typeface="Cambria Math" panose="02040503050406030204" pitchFamily="18" charset="0"/>
                            <a:sym typeface="Avenir Medium"/>
                          </a:rPr>
                        </m:ctrlPr>
                      </m:sSubPr>
                      <m:e>
                        <m:r>
                          <a:rPr lang="en-US" smtClean="0">
                            <a:latin typeface="Cambria Math" panose="02040503050406030204" pitchFamily="18" charset="0"/>
                            <a:sym typeface="Avenir Medium"/>
                          </a:rPr>
                          <m:t>  </m:t>
                        </m:r>
                        <m:r>
                          <a:rPr lang="en-US" smtClean="0">
                            <a:latin typeface="Cambria Math" panose="02040503050406030204" pitchFamily="18" charset="0"/>
                            <a:sym typeface="Avenir Medium"/>
                          </a:rPr>
                          <m:t>𝑝</m:t>
                        </m:r>
                      </m:e>
                      <m:sub>
                        <m:r>
                          <a:rPr lang="en-US" smtClean="0">
                            <a:latin typeface="Cambria Math" panose="02040503050406030204" pitchFamily="18" charset="0"/>
                            <a:sym typeface="Avenir Medium"/>
                          </a:rPr>
                          <m:t>𝐴</m:t>
                        </m:r>
                      </m:sub>
                    </m:sSub>
                    <m:r>
                      <a:rPr lang="en-US" smtClean="0">
                        <a:latin typeface="Cambria Math" panose="02040503050406030204" pitchFamily="18" charset="0"/>
                        <a:sym typeface="Avenir Medium"/>
                      </a:rPr>
                      <m:t>&lt;</m:t>
                    </m:r>
                    <m:sSub>
                      <m:sSubPr>
                        <m:ctrlPr>
                          <a:rPr lang="en-US" i="1">
                            <a:latin typeface="Cambria Math" panose="02040503050406030204" pitchFamily="18" charset="0"/>
                            <a:sym typeface="Avenir Medium"/>
                          </a:rPr>
                        </m:ctrlPr>
                      </m:sSubPr>
                      <m:e>
                        <m:r>
                          <a:rPr lang="en-US" smtClean="0">
                            <a:latin typeface="Cambria Math" panose="02040503050406030204" pitchFamily="18" charset="0"/>
                            <a:sym typeface="Avenir Medium"/>
                          </a:rPr>
                          <m:t>𝑝</m:t>
                        </m:r>
                      </m:e>
                      <m:sub>
                        <m:r>
                          <a:rPr lang="en-US" smtClean="0">
                            <a:latin typeface="Cambria Math" panose="02040503050406030204" pitchFamily="18" charset="0"/>
                            <a:sym typeface="Avenir Medium"/>
                          </a:rPr>
                          <m:t>𝐵</m:t>
                        </m:r>
                      </m:sub>
                    </m:sSub>
                  </m:oMath>
                </a14:m>
                <a:r>
                  <a:rPr lang="en-US" dirty="0">
                    <a:latin typeface="+mn-lt"/>
                    <a:ea typeface="Avenir Medium"/>
                    <a:cs typeface="Avenir Medium"/>
                    <a:sym typeface="Avenir Medium"/>
                  </a:rPr>
                  <a:t> </a:t>
                </a:r>
                <a:br>
                  <a:rPr lang="en-US" dirty="0">
                    <a:latin typeface="+mn-lt"/>
                    <a:ea typeface="Avenir Medium"/>
                    <a:cs typeface="Avenir Medium"/>
                    <a:sym typeface="Avenir Medium"/>
                  </a:rPr>
                </a:br>
                <a:r>
                  <a:rPr lang="en-US" dirty="0">
                    <a:latin typeface="+mn-lt"/>
                    <a:ea typeface="Avenir Medium"/>
                    <a:cs typeface="Avenir Medium"/>
                    <a:sym typeface="Avenir Medium"/>
                  </a:rPr>
                  <a:t>That is, conversion rate of B is greater than B (A is the default GPU, so this means that we are testing if B is better than A)</a:t>
                </a:r>
                <a:endParaRPr dirty="0">
                  <a:latin typeface="+mn-lt"/>
                  <a:ea typeface="Avenir Medium"/>
                  <a:cs typeface="Avenir Medium"/>
                  <a:sym typeface="Avenir Medium"/>
                </a:endParaRPr>
              </a:p>
            </p:txBody>
          </p:sp>
        </mc:Choice>
        <mc:Fallback xmlns="">
          <p:sp>
            <p:nvSpPr>
              <p:cNvPr id="3" name="Experiment: Show both variations n times to customers at random">
                <a:extLst>
                  <a:ext uri="{FF2B5EF4-FFF2-40B4-BE49-F238E27FC236}">
                    <a16:creationId xmlns:a16="http://schemas.microsoft.com/office/drawing/2014/main" id="{ACE1CD97-5620-7330-633D-EE225EB938D1}"/>
                  </a:ext>
                </a:extLst>
              </p:cNvPr>
              <p:cNvSpPr txBox="1">
                <a:spLocks noRot="1" noChangeAspect="1" noMove="1" noResize="1" noEditPoints="1" noAdjustHandles="1" noChangeArrowheads="1" noChangeShapeType="1" noTextEdit="1"/>
              </p:cNvSpPr>
              <p:nvPr/>
            </p:nvSpPr>
            <p:spPr>
              <a:xfrm>
                <a:off x="2509011" y="2763610"/>
                <a:ext cx="8838439" cy="898259"/>
              </a:xfrm>
              <a:prstGeom prst="rect">
                <a:avLst/>
              </a:prstGeom>
              <a:blipFill>
                <a:blip r:embed="rId5"/>
                <a:stretch>
                  <a:fillRect l="-1291" t="-4167" r="-1865" b="-12500"/>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74063AD4-48B7-4FD3-0554-E9EEBEF37068}"/>
                  </a:ext>
                </a:extLst>
              </p14:cNvPr>
              <p14:cNvContentPartPr/>
              <p14:nvPr/>
            </p14:nvContentPartPr>
            <p14:xfrm>
              <a:off x="254160" y="1293480"/>
              <a:ext cx="11250000" cy="5045040"/>
            </p14:xfrm>
          </p:contentPart>
        </mc:Choice>
        <mc:Fallback xmlns="">
          <p:pic>
            <p:nvPicPr>
              <p:cNvPr id="2" name="Ink 1">
                <a:extLst>
                  <a:ext uri="{FF2B5EF4-FFF2-40B4-BE49-F238E27FC236}">
                    <a16:creationId xmlns:a16="http://schemas.microsoft.com/office/drawing/2014/main" id="{74063AD4-48B7-4FD3-0554-E9EEBEF37068}"/>
                  </a:ext>
                </a:extLst>
              </p:cNvPr>
              <p:cNvPicPr/>
              <p:nvPr/>
            </p:nvPicPr>
            <p:blipFill>
              <a:blip r:embed="rId7"/>
              <a:stretch>
                <a:fillRect/>
              </a:stretch>
            </p:blipFill>
            <p:spPr>
              <a:xfrm>
                <a:off x="244800" y="1284120"/>
                <a:ext cx="11268720" cy="5063760"/>
              </a:xfrm>
              <a:prstGeom prst="rect">
                <a:avLst/>
              </a:prstGeom>
            </p:spPr>
          </p:pic>
        </mc:Fallback>
      </mc:AlternateContent>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2">
          <a:extLst>
            <a:ext uri="{FF2B5EF4-FFF2-40B4-BE49-F238E27FC236}">
              <a16:creationId xmlns:a16="http://schemas.microsoft.com/office/drawing/2014/main" id="{B800F442-10CE-34B7-6482-C839074412D0}"/>
            </a:ext>
          </a:extLst>
        </p:cNvPr>
        <p:cNvGrpSpPr/>
        <p:nvPr/>
      </p:nvGrpSpPr>
      <p:grpSpPr>
        <a:xfrm>
          <a:off x="0" y="0"/>
          <a:ext cx="0" cy="0"/>
          <a:chOff x="0" y="0"/>
          <a:chExt cx="0" cy="0"/>
        </a:xfrm>
      </p:grpSpPr>
      <p:sp>
        <p:nvSpPr>
          <p:cNvPr id="313" name="Google Shape;313;p9">
            <a:extLst>
              <a:ext uri="{FF2B5EF4-FFF2-40B4-BE49-F238E27FC236}">
                <a16:creationId xmlns:a16="http://schemas.microsoft.com/office/drawing/2014/main" id="{72E81F8A-CF25-5A1A-1A18-18CEDFE058ED}"/>
              </a:ext>
            </a:extLst>
          </p:cNvPr>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STEPS OF HYPOTHESIS TESTING</a:t>
            </a:r>
            <a:endParaRPr/>
          </a:p>
        </p:txBody>
      </p:sp>
      <p:sp>
        <p:nvSpPr>
          <p:cNvPr id="314" name="Google Shape;314;p9">
            <a:extLst>
              <a:ext uri="{FF2B5EF4-FFF2-40B4-BE49-F238E27FC236}">
                <a16:creationId xmlns:a16="http://schemas.microsoft.com/office/drawing/2014/main" id="{A0587FF5-3D17-2015-92CF-436FE0D00AF8}"/>
              </a:ext>
            </a:extLst>
          </p:cNvPr>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Rockwell"/>
              <a:buAutoNum type="arabicPeriod"/>
            </a:pPr>
            <a:r>
              <a:rPr lang="en-US" dirty="0">
                <a:solidFill>
                  <a:schemeClr val="bg1">
                    <a:lumMod val="75000"/>
                  </a:schemeClr>
                </a:solidFill>
              </a:rPr>
              <a:t>Specify the </a:t>
            </a:r>
            <a:r>
              <a:rPr lang="en-US" b="1" dirty="0">
                <a:solidFill>
                  <a:schemeClr val="bg1">
                    <a:lumMod val="75000"/>
                  </a:schemeClr>
                </a:solidFill>
              </a:rPr>
              <a:t>null hypothesis </a:t>
            </a:r>
            <a:r>
              <a:rPr lang="en-US" dirty="0">
                <a:solidFill>
                  <a:schemeClr val="bg1">
                    <a:lumMod val="75000"/>
                  </a:schemeClr>
                </a:solidFill>
              </a:rPr>
              <a:t>𝑯𝟎 and the </a:t>
            </a:r>
            <a:r>
              <a:rPr lang="en-US" b="1" dirty="0">
                <a:solidFill>
                  <a:schemeClr val="bg1">
                    <a:lumMod val="75000"/>
                  </a:schemeClr>
                </a:solidFill>
              </a:rPr>
              <a:t>alternative hypothesis </a:t>
            </a:r>
            <a:r>
              <a:rPr lang="en-US" dirty="0">
                <a:solidFill>
                  <a:schemeClr val="bg1">
                    <a:lumMod val="75000"/>
                  </a:schemeClr>
                </a:solidFill>
              </a:rPr>
              <a:t>𝑯𝒂</a:t>
            </a:r>
            <a:endParaRPr dirty="0">
              <a:solidFill>
                <a:schemeClr val="bg1">
                  <a:lumMod val="75000"/>
                </a:schemeClr>
              </a:solidFill>
            </a:endParaRPr>
          </a:p>
          <a:p>
            <a:pPr marL="457200" lvl="0" indent="-457200" algn="l" rtl="0">
              <a:lnSpc>
                <a:spcPct val="90000"/>
              </a:lnSpc>
              <a:spcBef>
                <a:spcPts val="1200"/>
              </a:spcBef>
              <a:spcAft>
                <a:spcPts val="0"/>
              </a:spcAft>
              <a:buSzPts val="1700"/>
              <a:buFont typeface="Rockwell"/>
              <a:buAutoNum type="arabicPeriod"/>
            </a:pPr>
            <a:r>
              <a:rPr lang="en-US" dirty="0">
                <a:solidFill>
                  <a:schemeClr val="bg1">
                    <a:lumMod val="75000"/>
                  </a:schemeClr>
                </a:solidFill>
              </a:rPr>
              <a:t>Specify the </a:t>
            </a:r>
            <a:r>
              <a:rPr lang="en-US" b="1" dirty="0">
                <a:solidFill>
                  <a:schemeClr val="bg1">
                    <a:lumMod val="75000"/>
                  </a:schemeClr>
                </a:solidFill>
              </a:rPr>
              <a:t>significance level threshold </a:t>
            </a:r>
            <a:r>
              <a:rPr lang="en-US" dirty="0">
                <a:solidFill>
                  <a:schemeClr val="bg1">
                    <a:lumMod val="75000"/>
                  </a:schemeClr>
                </a:solidFill>
              </a:rPr>
              <a:t>𝜶</a:t>
            </a:r>
            <a:r>
              <a:rPr lang="en-US" baseline="-25000" dirty="0">
                <a:solidFill>
                  <a:schemeClr val="bg1">
                    <a:lumMod val="75000"/>
                  </a:schemeClr>
                </a:solidFill>
              </a:rPr>
              <a:t>t</a:t>
            </a:r>
            <a:endParaRPr dirty="0">
              <a:solidFill>
                <a:schemeClr val="bg1">
                  <a:lumMod val="75000"/>
                </a:schemeClr>
              </a:solidFill>
            </a:endParaRPr>
          </a:p>
          <a:p>
            <a:pPr marL="457200" lvl="0" indent="-457200" algn="l" rtl="0">
              <a:lnSpc>
                <a:spcPct val="90000"/>
              </a:lnSpc>
              <a:spcBef>
                <a:spcPts val="1200"/>
              </a:spcBef>
              <a:spcAft>
                <a:spcPts val="0"/>
              </a:spcAft>
              <a:buSzPts val="1700"/>
              <a:buFont typeface="Rockwell"/>
              <a:buAutoNum type="arabicPeriod"/>
            </a:pPr>
            <a:r>
              <a:rPr lang="en-US" dirty="0">
                <a:solidFill>
                  <a:schemeClr val="bg1">
                    <a:lumMod val="75000"/>
                  </a:schemeClr>
                </a:solidFill>
              </a:rPr>
              <a:t>Collect the </a:t>
            </a:r>
            <a:r>
              <a:rPr lang="en-US" b="1" dirty="0">
                <a:solidFill>
                  <a:schemeClr val="bg1">
                    <a:lumMod val="75000"/>
                  </a:schemeClr>
                </a:solidFill>
              </a:rPr>
              <a:t>data</a:t>
            </a:r>
            <a:endParaRPr dirty="0">
              <a:solidFill>
                <a:schemeClr val="bg1">
                  <a:lumMod val="75000"/>
                </a:schemeClr>
              </a:solidFill>
            </a:endParaRPr>
          </a:p>
          <a:p>
            <a:pPr marL="457200" lvl="0" indent="-457200" algn="l" rtl="0">
              <a:lnSpc>
                <a:spcPct val="90000"/>
              </a:lnSpc>
              <a:spcBef>
                <a:spcPts val="1200"/>
              </a:spcBef>
              <a:spcAft>
                <a:spcPts val="0"/>
              </a:spcAft>
              <a:buSzPts val="1700"/>
              <a:buFont typeface="Rockwell"/>
              <a:buAutoNum type="arabicPeriod"/>
            </a:pPr>
            <a:r>
              <a:rPr lang="en-US" dirty="0"/>
              <a:t>Calculate the </a:t>
            </a:r>
            <a:r>
              <a:rPr lang="en-US" b="1" dirty="0"/>
              <a:t>test statistic</a:t>
            </a:r>
            <a:endParaRPr dirty="0"/>
          </a:p>
          <a:p>
            <a:pPr marL="457200" lvl="0" indent="-457200" algn="l" rtl="0">
              <a:lnSpc>
                <a:spcPct val="90000"/>
              </a:lnSpc>
              <a:spcBef>
                <a:spcPts val="1200"/>
              </a:spcBef>
              <a:spcAft>
                <a:spcPts val="0"/>
              </a:spcAft>
              <a:buSzPts val="1700"/>
              <a:buFont typeface="Rockwell"/>
              <a:buAutoNum type="arabicPeriod"/>
            </a:pPr>
            <a:r>
              <a:rPr lang="en-US" dirty="0"/>
              <a:t>Calculate the corresponding 𝒑</a:t>
            </a:r>
            <a:r>
              <a:rPr lang="en-US" b="1" dirty="0"/>
              <a:t>-value</a:t>
            </a:r>
            <a:endParaRPr dirty="0"/>
          </a:p>
          <a:p>
            <a:pPr marL="457200" lvl="0" indent="-457200" algn="l" rtl="0">
              <a:lnSpc>
                <a:spcPct val="90000"/>
              </a:lnSpc>
              <a:spcBef>
                <a:spcPts val="1200"/>
              </a:spcBef>
              <a:spcAft>
                <a:spcPts val="0"/>
              </a:spcAft>
              <a:buSzPts val="1700"/>
              <a:buFont typeface="Rockwell"/>
              <a:buAutoNum type="arabicPeriod"/>
            </a:pPr>
            <a:r>
              <a:rPr lang="en-US" dirty="0"/>
              <a:t>Compare the 𝒑</a:t>
            </a:r>
            <a:r>
              <a:rPr lang="en-US" b="1" dirty="0"/>
              <a:t>-value </a:t>
            </a:r>
            <a:r>
              <a:rPr lang="en-US" dirty="0"/>
              <a:t>with the </a:t>
            </a:r>
            <a:r>
              <a:rPr lang="en-US" b="1" dirty="0"/>
              <a:t>significance level</a:t>
            </a:r>
            <a:endParaRPr dirty="0"/>
          </a:p>
          <a:p>
            <a:pPr marL="457200" lvl="0" indent="-457200" algn="l" rtl="0">
              <a:lnSpc>
                <a:spcPct val="90000"/>
              </a:lnSpc>
              <a:spcBef>
                <a:spcPts val="1200"/>
              </a:spcBef>
              <a:spcAft>
                <a:spcPts val="0"/>
              </a:spcAft>
              <a:buSzPts val="1700"/>
              <a:buFont typeface="Rockwell"/>
              <a:buAutoNum type="arabicPeriod"/>
            </a:pPr>
            <a:r>
              <a:rPr lang="en-US" dirty="0"/>
              <a:t>Determine whether to </a:t>
            </a:r>
            <a:r>
              <a:rPr lang="en-US" b="1" dirty="0"/>
              <a:t>reject </a:t>
            </a:r>
            <a:r>
              <a:rPr lang="en-US" dirty="0"/>
              <a:t>or </a:t>
            </a:r>
            <a:r>
              <a:rPr lang="en-US" b="1" dirty="0"/>
              <a:t>fail to reject </a:t>
            </a:r>
            <a:r>
              <a:rPr lang="en-US" dirty="0"/>
              <a:t>the </a:t>
            </a:r>
            <a:r>
              <a:rPr lang="en-US" b="1" dirty="0"/>
              <a:t>null hypothesis </a:t>
            </a:r>
            <a:r>
              <a:rPr lang="en-US" dirty="0"/>
              <a:t>𝑯𝟎</a:t>
            </a:r>
            <a:endParaRPr dirty="0"/>
          </a:p>
        </p:txBody>
      </p:sp>
    </p:spTree>
    <p:extLst>
      <p:ext uri="{BB962C8B-B14F-4D97-AF65-F5344CB8AC3E}">
        <p14:creationId xmlns:p14="http://schemas.microsoft.com/office/powerpoint/2010/main" val="2574647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3B2F9-9E9B-516A-C4B6-91776E2FEB03}"/>
            </a:ext>
          </a:extLst>
        </p:cNvPr>
        <p:cNvGrpSpPr/>
        <p:nvPr/>
      </p:nvGrpSpPr>
      <p:grpSpPr>
        <a:xfrm>
          <a:off x="0" y="0"/>
          <a:ext cx="0" cy="0"/>
          <a:chOff x="0" y="0"/>
          <a:chExt cx="0" cy="0"/>
        </a:xfrm>
      </p:grpSpPr>
      <p:sp>
        <p:nvSpPr>
          <p:cNvPr id="1189" name="Test Statistic">
            <a:extLst>
              <a:ext uri="{FF2B5EF4-FFF2-40B4-BE49-F238E27FC236}">
                <a16:creationId xmlns:a16="http://schemas.microsoft.com/office/drawing/2014/main" id="{E6243927-DB06-5A9A-14FB-326CFBABE63C}"/>
              </a:ext>
            </a:extLst>
          </p:cNvPr>
          <p:cNvSpPr txBox="1">
            <a:spLocks noGrp="1"/>
          </p:cNvSpPr>
          <p:nvPr>
            <p:ph type="title"/>
          </p:nvPr>
        </p:nvSpPr>
        <p:spPr>
          <a:xfrm>
            <a:off x="784899" y="-195251"/>
            <a:ext cx="10559376" cy="1143000"/>
          </a:xfrm>
          <a:prstGeom prst="rect">
            <a:avLst/>
          </a:prstGeom>
        </p:spPr>
        <p:txBody>
          <a:bodyPr/>
          <a:lstStyle/>
          <a:p>
            <a:r>
              <a:rPr lang="en-US" dirty="0">
                <a:latin typeface="+mn-lt"/>
              </a:rPr>
              <a:t>Useful Calculations/Formulas for binary random variables</a:t>
            </a:r>
            <a:endParaRPr dirty="0">
              <a:latin typeface="+mn-lt"/>
            </a:endParaRPr>
          </a:p>
        </p:txBody>
      </p:sp>
      <mc:AlternateContent xmlns:mc="http://schemas.openxmlformats.org/markup-compatibility/2006" xmlns:a14="http://schemas.microsoft.com/office/drawing/2010/main">
        <mc:Choice Requires="a14">
          <p:sp>
            <p:nvSpPr>
              <p:cNvPr id="1192" name="Represent a click, a conversion, a signup, a subscription, … a success as getting a heads on a coin flip.">
                <a:extLst>
                  <a:ext uri="{FF2B5EF4-FFF2-40B4-BE49-F238E27FC236}">
                    <a16:creationId xmlns:a16="http://schemas.microsoft.com/office/drawing/2014/main" id="{B1AA6F4B-B8CA-0623-3682-0435D1F907FA}"/>
                  </a:ext>
                </a:extLst>
              </p:cNvPr>
              <p:cNvSpPr txBox="1"/>
              <p:nvPr/>
            </p:nvSpPr>
            <p:spPr>
              <a:xfrm>
                <a:off x="841375" y="952792"/>
                <a:ext cx="10502900" cy="3549626"/>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25400" tIns="25400" rIns="25400" bIns="25400">
                <a:spAutoFit/>
              </a:bodyPr>
              <a:lstStyle>
                <a:lvl1pPr algn="l"/>
              </a:lstStyle>
              <a:p>
                <a:r>
                  <a:rPr lang="en-US" sz="2400" dirty="0">
                    <a:latin typeface="+mn-lt"/>
                  </a:rPr>
                  <a:t>Consider the random variable </a:t>
                </a:r>
                <a14:m>
                  <m:oMath xmlns:m="http://schemas.openxmlformats.org/officeDocument/2006/math">
                    <m:r>
                      <m:rPr>
                        <m:sty m:val="p"/>
                      </m:rPr>
                      <a:rPr lang="en-US" sz="2400" b="0" i="0" smtClean="0">
                        <a:latin typeface="Cambria Math" panose="02040503050406030204" pitchFamily="18" charset="0"/>
                        <a:sym typeface="Avenir Medium"/>
                      </a:rPr>
                      <m:t>X</m:t>
                    </m:r>
                    <m:r>
                      <a:rPr lang="en-US" sz="2400" b="0" i="1" smtClean="0">
                        <a:latin typeface="Cambria Math" panose="02040503050406030204" pitchFamily="18" charset="0"/>
                        <a:sym typeface="Avenir Medium"/>
                      </a:rPr>
                      <m:t>=</m:t>
                    </m:r>
                    <m:d>
                      <m:dPr>
                        <m:begChr m:val="{"/>
                        <m:endChr m:val=""/>
                        <m:ctrlPr>
                          <a:rPr lang="en-US" sz="2400" b="0" i="1" smtClean="0">
                            <a:latin typeface="Cambria Math" panose="02040503050406030204" pitchFamily="18" charset="0"/>
                            <a:sym typeface="Avenir Medium"/>
                          </a:rPr>
                        </m:ctrlPr>
                      </m:dPr>
                      <m:e>
                        <m:eqArr>
                          <m:eqArrPr>
                            <m:ctrlPr>
                              <a:rPr lang="en-US" sz="2400" b="0" i="1" smtClean="0">
                                <a:latin typeface="Cambria Math" panose="02040503050406030204" pitchFamily="18" charset="0"/>
                                <a:sym typeface="Avenir Medium"/>
                              </a:rPr>
                            </m:ctrlPr>
                          </m:eqArrPr>
                          <m:e>
                            <m:r>
                              <a:rPr lang="en-US" sz="2400" b="0" i="1" smtClean="0">
                                <a:latin typeface="Cambria Math" panose="02040503050406030204" pitchFamily="18" charset="0"/>
                                <a:sym typeface="Avenir Medium"/>
                              </a:rPr>
                              <m:t>0</m:t>
                            </m:r>
                            <m:r>
                              <m:rPr>
                                <m:nor/>
                              </m:rPr>
                              <a:rPr lang="en-US" sz="2400" b="0" i="0" smtClean="0">
                                <a:latin typeface="+mn-lt"/>
                                <a:sym typeface="Avenir Medium"/>
                              </a:rPr>
                              <m:t>,  </m:t>
                            </m:r>
                            <m:r>
                              <m:rPr>
                                <m:nor/>
                              </m:rPr>
                              <a:rPr lang="en-US" sz="2400" b="0" i="0" smtClean="0">
                                <a:latin typeface="+mn-lt"/>
                                <a:sym typeface="Avenir Medium"/>
                              </a:rPr>
                              <m:t>with</m:t>
                            </m:r>
                            <m:r>
                              <m:rPr>
                                <m:nor/>
                              </m:rPr>
                              <a:rPr lang="en-US" sz="2400" b="0" i="0" smtClean="0">
                                <a:latin typeface="+mn-lt"/>
                                <a:sym typeface="Avenir Medium"/>
                              </a:rPr>
                              <m:t> </m:t>
                            </m:r>
                            <m:r>
                              <m:rPr>
                                <m:nor/>
                              </m:rPr>
                              <a:rPr lang="en-US" sz="2400" b="0" i="0" smtClean="0">
                                <a:latin typeface="+mn-lt"/>
                                <a:sym typeface="Avenir Medium"/>
                              </a:rPr>
                              <m:t>probability</m:t>
                            </m:r>
                            <m:r>
                              <m:rPr>
                                <m:nor/>
                              </m:rPr>
                              <a:rPr lang="en-US" sz="2400" b="0" i="0" smtClean="0">
                                <a:latin typeface="+mn-lt"/>
                                <a:sym typeface="Avenir Medium"/>
                              </a:rPr>
                              <m:t> </m:t>
                            </m:r>
                            <m:r>
                              <a:rPr lang="en-US" sz="2400" b="0" i="1" smtClean="0">
                                <a:latin typeface="Cambria Math" panose="02040503050406030204" pitchFamily="18" charset="0"/>
                                <a:sym typeface="Avenir Medium"/>
                              </a:rPr>
                              <m:t>1−</m:t>
                            </m:r>
                            <m:r>
                              <a:rPr lang="en-US" sz="2400" b="0" i="1" smtClean="0">
                                <a:latin typeface="Cambria Math" panose="02040503050406030204" pitchFamily="18" charset="0"/>
                                <a:sym typeface="Avenir Medium"/>
                              </a:rPr>
                              <m:t>𝑝</m:t>
                            </m:r>
                          </m:e>
                          <m:e>
                            <m:r>
                              <a:rPr lang="en-US" sz="2400" i="1">
                                <a:latin typeface="Cambria Math" panose="02040503050406030204" pitchFamily="18" charset="0"/>
                                <a:sym typeface="Avenir Medium"/>
                              </a:rPr>
                              <m:t>1</m:t>
                            </m:r>
                            <m:r>
                              <a:rPr lang="en-US" sz="2400" b="0" i="1" smtClean="0">
                                <a:latin typeface="Cambria Math" panose="02040503050406030204" pitchFamily="18" charset="0"/>
                                <a:sym typeface="Avenir Medium"/>
                              </a:rPr>
                              <m:t>,</m:t>
                            </m:r>
                            <m:r>
                              <m:rPr>
                                <m:nor/>
                              </m:rPr>
                              <a:rPr lang="en-US" sz="2400" b="0" i="0" smtClean="0">
                                <a:latin typeface="+mn-lt"/>
                                <a:sym typeface="Avenir Medium"/>
                              </a:rPr>
                              <m:t> </m:t>
                            </m:r>
                            <m:r>
                              <m:rPr>
                                <m:nor/>
                              </m:rPr>
                              <a:rPr lang="en-US" sz="2400" i="0">
                                <a:latin typeface="+mn-lt"/>
                                <a:sym typeface="Avenir Medium"/>
                              </a:rPr>
                              <m:t>wit</m:t>
                            </m:r>
                            <m:r>
                              <m:rPr>
                                <m:nor/>
                              </m:rPr>
                              <a:rPr lang="en-US" sz="2400" i="0" smtClean="0">
                                <a:latin typeface="+mn-lt"/>
                                <a:sym typeface="Avenir Medium"/>
                              </a:rPr>
                              <m:t>h</m:t>
                            </m:r>
                            <m:r>
                              <m:rPr>
                                <m:nor/>
                              </m:rPr>
                              <a:rPr lang="en-US" sz="2400" b="0" i="0" smtClean="0">
                                <a:latin typeface="+mn-lt"/>
                                <a:sym typeface="Avenir Medium"/>
                              </a:rPr>
                              <m:t> </m:t>
                            </m:r>
                            <m:r>
                              <a:rPr lang="en-US" sz="2400" b="0" i="1" smtClean="0">
                                <a:latin typeface="Cambria Math" panose="02040503050406030204" pitchFamily="18" charset="0"/>
                                <a:sym typeface="Avenir Medium"/>
                              </a:rPr>
                              <m:t>       </m:t>
                            </m:r>
                            <m:r>
                              <m:rPr>
                                <m:nor/>
                              </m:rPr>
                              <a:rPr lang="en-US" sz="2400" i="0" smtClean="0">
                                <a:latin typeface="+mn-lt"/>
                                <a:sym typeface="Avenir Medium"/>
                              </a:rPr>
                              <m:t> </m:t>
                            </m:r>
                            <m:r>
                              <m:rPr>
                                <m:nor/>
                              </m:rPr>
                              <a:rPr lang="en-US" sz="2400" i="0" smtClean="0">
                                <a:latin typeface="+mn-lt"/>
                                <a:sym typeface="Avenir Medium"/>
                              </a:rPr>
                              <m:t>probability</m:t>
                            </m:r>
                            <m:r>
                              <a:rPr lang="en-US" sz="2400" i="1" smtClean="0">
                                <a:latin typeface="Cambria Math" panose="02040503050406030204" pitchFamily="18" charset="0"/>
                                <a:sym typeface="Avenir Medium"/>
                              </a:rPr>
                              <m:t> </m:t>
                            </m:r>
                            <m:r>
                              <a:rPr lang="en-US" sz="2400" b="0" i="1" smtClean="0">
                                <a:latin typeface="Cambria Math" panose="02040503050406030204" pitchFamily="18" charset="0"/>
                                <a:sym typeface="Avenir Medium"/>
                              </a:rPr>
                              <m:t>𝑝</m:t>
                            </m:r>
                          </m:e>
                        </m:eqArr>
                      </m:e>
                    </m:d>
                  </m:oMath>
                </a14:m>
                <a:endParaRPr lang="en-US" sz="2400" b="0" dirty="0">
                  <a:latin typeface="+mn-lt"/>
                  <a:sym typeface="Avenir Medium"/>
                </a:endParaRPr>
              </a:p>
              <a:p>
                <a:pPr marL="342900" indent="-342900">
                  <a:buFont typeface="Arial" panose="020B0604020202020204" pitchFamily="34" charset="0"/>
                  <a:buChar char="•"/>
                </a:pPr>
                <a:endParaRPr lang="en-US" sz="2400" i="1" dirty="0">
                  <a:solidFill>
                    <a:srgbClr val="FF0000"/>
                  </a:solidFill>
                  <a:latin typeface="+mn-lt"/>
                  <a:ea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𝔼</m:t>
                    </m:r>
                    <m:d>
                      <m:dPr>
                        <m:begChr m:val="["/>
                        <m:endChr m:val="]"/>
                        <m:ctrlPr>
                          <a:rPr lang="en-US" sz="2400" i="1">
                            <a:solidFill>
                              <a:srgbClr val="FF0000"/>
                            </a:solidFill>
                            <a:latin typeface="Cambria Math" panose="02040503050406030204" pitchFamily="18" charset="0"/>
                            <a:ea typeface="Cambria Math" panose="02040503050406030204" pitchFamily="18" charset="0"/>
                          </a:rPr>
                        </m:ctrlPr>
                      </m:dPr>
                      <m:e>
                        <m:r>
                          <a:rPr lang="en-US" sz="2400" b="0" i="1" smtClean="0">
                            <a:solidFill>
                              <a:srgbClr val="FF0000"/>
                            </a:solidFill>
                            <a:latin typeface="Cambria Math" panose="02040503050406030204" pitchFamily="18" charset="0"/>
                            <a:sym typeface="Avenir Medium"/>
                          </a:rPr>
                          <m:t>𝑋</m:t>
                        </m:r>
                      </m:e>
                    </m:d>
                    <m:r>
                      <a:rPr lang="en-US" sz="2400" b="0" i="1" smtClean="0">
                        <a:latin typeface="Cambria Math" panose="02040503050406030204" pitchFamily="18" charset="0"/>
                        <a:sym typeface="Avenir Medium"/>
                      </a:rPr>
                      <m:t>=0</m:t>
                    </m:r>
                    <m:r>
                      <a:rPr lang="en-US" sz="2400" i="1">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sym typeface="Avenir Medium"/>
                          </a:rPr>
                        </m:ctrlPr>
                      </m:dPr>
                      <m:e>
                        <m: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𝑝</m:t>
                        </m:r>
                      </m:e>
                    </m:d>
                    <m:r>
                      <a:rPr lang="en-US" sz="2400" b="0" i="1" smtClean="0">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𝑝</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𝑝</m:t>
                    </m:r>
                  </m:oMath>
                </a14:m>
                <a:endParaRPr lang="en-US" sz="2400" b="0" dirty="0">
                  <a:latin typeface="+mn-lt"/>
                  <a:ea typeface="Cambria Math" panose="02040503050406030204" pitchFamily="18" charset="0"/>
                </a:endParaRPr>
              </a:p>
              <a:p>
                <a:pPr marL="342900" indent="-342900">
                  <a:buFont typeface="Arial" panose="020B0604020202020204" pitchFamily="34" charset="0"/>
                  <a:buChar char="•"/>
                </a:pPr>
                <a:endParaRPr lang="en-US" sz="2400" b="0" dirty="0">
                  <a:latin typeface="+mn-lt"/>
                  <a:ea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US" sz="2400" i="1" smtClean="0">
                        <a:solidFill>
                          <a:srgbClr val="0070C0"/>
                        </a:solidFill>
                        <a:latin typeface="Cambria Math" panose="02040503050406030204" pitchFamily="18" charset="0"/>
                        <a:ea typeface="Cambria Math" panose="02040503050406030204" pitchFamily="18" charset="0"/>
                      </a:rPr>
                      <m:t>𝔼</m:t>
                    </m:r>
                    <m:d>
                      <m:dPr>
                        <m:begChr m:val="["/>
                        <m:endChr m:val="]"/>
                        <m:ctrlPr>
                          <a:rPr lang="en-US" sz="2400" i="1">
                            <a:solidFill>
                              <a:srgbClr val="0070C0"/>
                            </a:solidFill>
                            <a:latin typeface="Cambria Math" panose="02040503050406030204" pitchFamily="18" charset="0"/>
                            <a:ea typeface="Cambria Math" panose="02040503050406030204" pitchFamily="18" charset="0"/>
                          </a:rPr>
                        </m:ctrlPr>
                      </m:dPr>
                      <m:e>
                        <m:sSup>
                          <m:sSupPr>
                            <m:ctrlPr>
                              <a:rPr lang="en-US" sz="2400" i="1" smtClean="0">
                                <a:solidFill>
                                  <a:srgbClr val="0070C0"/>
                                </a:solidFill>
                                <a:latin typeface="Cambria Math" panose="02040503050406030204" pitchFamily="18" charset="0"/>
                                <a:ea typeface="Cambria Math" panose="02040503050406030204" pitchFamily="18" charset="0"/>
                              </a:rPr>
                            </m:ctrlPr>
                          </m:sSupPr>
                          <m:e>
                            <m:r>
                              <a:rPr lang="en-US" sz="2400" b="0" i="1" smtClean="0">
                                <a:solidFill>
                                  <a:srgbClr val="0070C0"/>
                                </a:solidFill>
                                <a:latin typeface="Cambria Math" panose="02040503050406030204" pitchFamily="18" charset="0"/>
                                <a:ea typeface="Cambria Math" panose="02040503050406030204" pitchFamily="18" charset="0"/>
                              </a:rPr>
                              <m:t>𝑋</m:t>
                            </m:r>
                          </m:e>
                          <m:sup>
                            <m:r>
                              <a:rPr lang="en-US" sz="2400" b="0" i="1" smtClean="0">
                                <a:solidFill>
                                  <a:srgbClr val="0070C0"/>
                                </a:solidFill>
                                <a:latin typeface="Cambria Math" panose="02040503050406030204" pitchFamily="18" charset="0"/>
                                <a:ea typeface="Cambria Math" panose="02040503050406030204" pitchFamily="18" charset="0"/>
                              </a:rPr>
                              <m:t>2</m:t>
                            </m:r>
                          </m:sup>
                        </m:sSup>
                      </m:e>
                    </m:d>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0</m:t>
                        </m:r>
                      </m:e>
                      <m:sup>
                        <m:r>
                          <a:rPr lang="en-US" sz="2400" b="0" i="1" smtClean="0">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𝑝</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1</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oMath>
                </a14:m>
                <a:r>
                  <a:rPr lang="en-US" sz="2400" b="0" dirty="0">
                    <a:latin typeface="+mn-lt"/>
                    <a:ea typeface="Cambria Math" panose="02040503050406030204" pitchFamily="18" charset="0"/>
                  </a:rPr>
                  <a:t> </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14:m>
                  <m:oMath xmlns:m="http://schemas.openxmlformats.org/officeDocument/2006/math">
                    <m:r>
                      <m:rPr>
                        <m:nor/>
                      </m:rPr>
                      <a:rPr lang="en-US" sz="2400" smtClean="0">
                        <a:latin typeface="+mn-lt"/>
                      </a:rPr>
                      <m:t>Var</m:t>
                    </m:r>
                    <m:d>
                      <m:dPr>
                        <m:begChr m:val="["/>
                        <m:endChr m:val="]"/>
                        <m:ctrlPr>
                          <a:rPr lang="en-US" sz="2400" i="1">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sym typeface="Avenir Medium"/>
                          </a:rPr>
                          <m:t>𝑋</m:t>
                        </m:r>
                      </m:e>
                    </m:d>
                    <m:r>
                      <a:rPr lang="en-US" sz="2400" b="0" i="1" smtClean="0">
                        <a:latin typeface="Cambria Math" panose="02040503050406030204" pitchFamily="18" charset="0"/>
                        <a:sym typeface="Avenir Medium"/>
                      </a:rPr>
                      <m:t>=</m:t>
                    </m:r>
                  </m:oMath>
                </a14:m>
                <a:r>
                  <a:rPr lang="en-US" sz="2400" dirty="0">
                    <a:latin typeface="+mn-lt"/>
                    <a:ea typeface="Cambria Math" panose="02040503050406030204" pitchFamily="18" charset="0"/>
                  </a:rPr>
                  <a:t> </a:t>
                </a:r>
                <a14:m>
                  <m:oMath xmlns:m="http://schemas.openxmlformats.org/officeDocument/2006/math">
                    <m:r>
                      <a:rPr lang="en-US" sz="2400" i="1" smtClean="0">
                        <a:solidFill>
                          <a:srgbClr val="0070C0"/>
                        </a:solidFill>
                        <a:latin typeface="Cambria Math" panose="02040503050406030204" pitchFamily="18" charset="0"/>
                        <a:ea typeface="Cambria Math" panose="02040503050406030204" pitchFamily="18" charset="0"/>
                      </a:rPr>
                      <m:t>𝔼</m:t>
                    </m:r>
                    <m:d>
                      <m:dPr>
                        <m:begChr m:val="["/>
                        <m:endChr m:val="]"/>
                        <m:ctrlPr>
                          <a:rPr lang="en-US" sz="2400" i="1">
                            <a:solidFill>
                              <a:srgbClr val="0070C0"/>
                            </a:solidFill>
                            <a:latin typeface="Cambria Math" panose="02040503050406030204" pitchFamily="18" charset="0"/>
                            <a:ea typeface="Cambria Math" panose="02040503050406030204" pitchFamily="18" charset="0"/>
                          </a:rPr>
                        </m:ctrlPr>
                      </m:dPr>
                      <m:e>
                        <m:sSup>
                          <m:sSupPr>
                            <m:ctrlPr>
                              <a:rPr lang="en-US" sz="2400" i="1" smtClean="0">
                                <a:solidFill>
                                  <a:srgbClr val="0070C0"/>
                                </a:solidFill>
                                <a:latin typeface="Cambria Math" panose="02040503050406030204" pitchFamily="18" charset="0"/>
                                <a:ea typeface="Cambria Math" panose="02040503050406030204" pitchFamily="18" charset="0"/>
                              </a:rPr>
                            </m:ctrlPr>
                          </m:sSupPr>
                          <m:e>
                            <m:r>
                              <a:rPr lang="en-US" sz="2400" b="0" i="1" smtClean="0">
                                <a:solidFill>
                                  <a:srgbClr val="0070C0"/>
                                </a:solidFill>
                                <a:latin typeface="Cambria Math" panose="02040503050406030204" pitchFamily="18" charset="0"/>
                                <a:ea typeface="Cambria Math" panose="02040503050406030204" pitchFamily="18" charset="0"/>
                              </a:rPr>
                              <m:t>𝑋</m:t>
                            </m:r>
                          </m:e>
                          <m:sup>
                            <m:r>
                              <a:rPr lang="en-US" sz="2400" b="0" i="1" smtClean="0">
                                <a:solidFill>
                                  <a:srgbClr val="0070C0"/>
                                </a:solidFill>
                                <a:latin typeface="Cambria Math" panose="02040503050406030204" pitchFamily="18" charset="0"/>
                                <a:ea typeface="Cambria Math" panose="02040503050406030204" pitchFamily="18" charset="0"/>
                              </a:rPr>
                              <m:t>2</m:t>
                            </m:r>
                          </m:sup>
                        </m:sSup>
                      </m:e>
                    </m:d>
                    <m:r>
                      <a:rPr lang="en-US" sz="2400" b="0" i="1" smtClean="0">
                        <a:latin typeface="Cambria Math" panose="02040503050406030204" pitchFamily="18" charset="0"/>
                        <a:sym typeface="Avenir Medium"/>
                      </a:rPr>
                      <m:t>−</m:t>
                    </m:r>
                    <m:sSup>
                      <m:sSupPr>
                        <m:ctrlPr>
                          <a:rPr lang="en-US" sz="2400" b="0" i="1" smtClean="0">
                            <a:latin typeface="Cambria Math" panose="02040503050406030204" pitchFamily="18" charset="0"/>
                            <a:sym typeface="Avenir Medium"/>
                          </a:rPr>
                        </m:ctrlPr>
                      </m:sSupPr>
                      <m:e>
                        <m:d>
                          <m:dPr>
                            <m:ctrlPr>
                              <a:rPr lang="en-US" sz="2400" i="1" smtClean="0">
                                <a:solidFill>
                                  <a:srgbClr val="FF0000"/>
                                </a:solidFill>
                                <a:latin typeface="Cambria Math" panose="02040503050406030204" pitchFamily="18" charset="0"/>
                                <a:sym typeface="Avenir Medium"/>
                              </a:rPr>
                            </m:ctrlPr>
                          </m:dPr>
                          <m:e>
                            <m:r>
                              <a:rPr lang="en-US" sz="2400" i="1">
                                <a:solidFill>
                                  <a:srgbClr val="FF0000"/>
                                </a:solidFill>
                                <a:latin typeface="Cambria Math" panose="02040503050406030204" pitchFamily="18" charset="0"/>
                                <a:ea typeface="Cambria Math" panose="02040503050406030204" pitchFamily="18" charset="0"/>
                              </a:rPr>
                              <m:t>𝔼</m:t>
                            </m:r>
                            <m:d>
                              <m:dPr>
                                <m:begChr m:val="["/>
                                <m:endChr m:val="]"/>
                                <m:ctrlPr>
                                  <a:rPr lang="en-US" sz="2400" i="1">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𝑋</m:t>
                                </m:r>
                              </m:e>
                            </m:d>
                          </m:e>
                        </m:d>
                      </m:e>
                      <m:sup>
                        <m:r>
                          <a:rPr lang="en-US" sz="2400" b="0" i="1" smtClean="0">
                            <a:latin typeface="Cambria Math" panose="02040503050406030204" pitchFamily="18" charset="0"/>
                            <a:sym typeface="Avenir Medium"/>
                          </a:rPr>
                          <m:t>2</m:t>
                        </m:r>
                      </m:sup>
                    </m:sSup>
                    <m:r>
                      <a:rPr lang="en-US" sz="2400" b="0" i="1" smtClean="0">
                        <a:latin typeface="Cambria Math" panose="02040503050406030204" pitchFamily="18" charset="0"/>
                        <a:sym typeface="Avenir Medium"/>
                      </a:rPr>
                      <m:t>=</m:t>
                    </m:r>
                    <m:r>
                      <a:rPr lang="en-US" sz="2400" b="0" i="1" smtClean="0">
                        <a:latin typeface="Cambria Math" panose="02040503050406030204" pitchFamily="18" charset="0"/>
                        <a:sym typeface="Avenir Medium"/>
                      </a:rPr>
                      <m:t>𝑝</m:t>
                    </m:r>
                    <m:r>
                      <a:rPr lang="en-US" sz="2400" b="0" i="1" smtClean="0">
                        <a:latin typeface="Cambria Math" panose="02040503050406030204" pitchFamily="18" charset="0"/>
                        <a:sym typeface="Avenir Medium"/>
                      </a:rPr>
                      <m:t>−</m:t>
                    </m:r>
                    <m:sSup>
                      <m:sSupPr>
                        <m:ctrlPr>
                          <a:rPr lang="en-US" sz="2400" b="0" i="1" smtClean="0">
                            <a:latin typeface="Cambria Math" panose="02040503050406030204" pitchFamily="18" charset="0"/>
                            <a:sym typeface="Avenir Medium"/>
                          </a:rPr>
                        </m:ctrlPr>
                      </m:sSupPr>
                      <m:e>
                        <m:r>
                          <a:rPr lang="en-US" sz="2400" b="0" i="1" smtClean="0">
                            <a:latin typeface="Cambria Math" panose="02040503050406030204" pitchFamily="18" charset="0"/>
                            <a:sym typeface="Avenir Medium"/>
                          </a:rPr>
                          <m:t>𝑝</m:t>
                        </m:r>
                      </m:e>
                      <m:sup>
                        <m:r>
                          <a:rPr lang="en-US" sz="2400" b="0" i="1" smtClean="0">
                            <a:latin typeface="Cambria Math" panose="02040503050406030204" pitchFamily="18" charset="0"/>
                            <a:sym typeface="Avenir Medium"/>
                          </a:rPr>
                          <m:t>2</m:t>
                        </m:r>
                      </m:sup>
                    </m:sSup>
                    <m:r>
                      <a:rPr lang="en-US" sz="2400" b="0" i="1" smtClean="0">
                        <a:latin typeface="Cambria Math" panose="02040503050406030204" pitchFamily="18" charset="0"/>
                        <a:sym typeface="Avenir Medium"/>
                      </a:rPr>
                      <m:t>=</m:t>
                    </m:r>
                    <m:r>
                      <a:rPr lang="en-US" sz="2400" b="0" i="1" smtClean="0">
                        <a:latin typeface="Cambria Math" panose="02040503050406030204" pitchFamily="18" charset="0"/>
                        <a:sym typeface="Avenir Medium"/>
                      </a:rPr>
                      <m:t>𝑝</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sym typeface="Avenir Medium"/>
                      </a:rPr>
                      <m:t>(1−</m:t>
                    </m:r>
                    <m:r>
                      <a:rPr lang="en-US" sz="2400" b="0" i="1" smtClean="0">
                        <a:latin typeface="Cambria Math" panose="02040503050406030204" pitchFamily="18" charset="0"/>
                        <a:sym typeface="Avenir Medium"/>
                      </a:rPr>
                      <m:t>𝑝</m:t>
                    </m:r>
                    <m:r>
                      <a:rPr lang="en-US" sz="2400" b="0" i="1" smtClean="0">
                        <a:latin typeface="Cambria Math" panose="02040503050406030204" pitchFamily="18" charset="0"/>
                        <a:sym typeface="Avenir Medium"/>
                      </a:rPr>
                      <m:t>)</m:t>
                    </m:r>
                  </m:oMath>
                </a14:m>
                <a:endParaRPr lang="en-US" sz="2400" dirty="0">
                  <a:latin typeface="+mn-lt"/>
                </a:endParaRPr>
              </a:p>
              <a:p>
                <a:pPr marL="342900" indent="-342900">
                  <a:buFont typeface="Arial" panose="020B0604020202020204" pitchFamily="34" charset="0"/>
                  <a:buChar char="•"/>
                </a:pPr>
                <a:endParaRPr sz="2400" dirty="0">
                  <a:latin typeface="+mn-lt"/>
                </a:endParaRPr>
              </a:p>
            </p:txBody>
          </p:sp>
        </mc:Choice>
        <mc:Fallback xmlns="">
          <p:sp>
            <p:nvSpPr>
              <p:cNvPr id="1192" name="Represent a click, a conversion, a signup, a subscription, … a success as getting a heads on a coin flip.">
                <a:extLst>
                  <a:ext uri="{FF2B5EF4-FFF2-40B4-BE49-F238E27FC236}">
                    <a16:creationId xmlns:a16="http://schemas.microsoft.com/office/drawing/2014/main" id="{B1AA6F4B-B8CA-0623-3682-0435D1F907FA}"/>
                  </a:ext>
                </a:extLst>
              </p:cNvPr>
              <p:cNvSpPr txBox="1">
                <a:spLocks noRot="1" noChangeAspect="1" noMove="1" noResize="1" noEditPoints="1" noAdjustHandles="1" noChangeArrowheads="1" noChangeShapeType="1" noTextEdit="1"/>
              </p:cNvSpPr>
              <p:nvPr/>
            </p:nvSpPr>
            <p:spPr>
              <a:xfrm>
                <a:off x="841375" y="952792"/>
                <a:ext cx="10502900" cy="3549626"/>
              </a:xfrm>
              <a:prstGeom prst="rect">
                <a:avLst/>
              </a:prstGeom>
              <a:blipFill>
                <a:blip r:embed="rId3"/>
                <a:stretch>
                  <a:fillRect l="-1570" t="-51957" b="-712"/>
                </a:stretch>
              </a:blipFill>
              <a:ln w="12700">
                <a:miter lim="400000"/>
              </a:ln>
              <a:extLst>
                <a:ext uri="{C572A759-6A51-4108-AA02-DFA0A04FC94B}">
                  <ma14:wrappingTextBoxFlag xmlns:a14="http://schemas.microsoft.com/office/drawing/2010/main" xmlns="" xmlns:m="http://schemas.openxmlformats.org/officeDocument/2006/math" xmlns:ma14="http://schemas.microsoft.com/office/mac/drawingml/2011/main" val="1"/>
                </a:ext>
              </a:extLst>
            </p:spPr>
            <p:txBody>
              <a:bodyPr/>
              <a:lstStyle/>
              <a:p>
                <a:r>
                  <a:rPr lang="en-US">
                    <a:noFill/>
                  </a:rPr>
                  <a:t> </a:t>
                </a:r>
              </a:p>
            </p:txBody>
          </p:sp>
        </mc:Fallback>
      </mc:AlternateContent>
      <p:sp>
        <p:nvSpPr>
          <p:cNvPr id="1194" name="Slide Number">
            <a:extLst>
              <a:ext uri="{FF2B5EF4-FFF2-40B4-BE49-F238E27FC236}">
                <a16:creationId xmlns:a16="http://schemas.microsoft.com/office/drawing/2014/main" id="{8A8BA614-0E7A-78F4-BD6F-66F6CC27B4BF}"/>
              </a:ext>
            </a:extLst>
          </p:cNvPr>
          <p:cNvSpPr txBox="1">
            <a:spLocks noGrp="1"/>
          </p:cNvSpPr>
          <p:nvPr>
            <p:ph type="sldNum" sz="quarter" idx="2"/>
          </p:nvPr>
        </p:nvSpPr>
        <p:spPr>
          <a:xfrm>
            <a:off x="5979516" y="7017791"/>
            <a:ext cx="226619" cy="23053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latin typeface="+mn-lt"/>
              </a:rPr>
              <a:t>8</a:t>
            </a:fld>
            <a:endParaRPr>
              <a:latin typeface="+mn-lt"/>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FEF9BFF-9ACA-FE0D-B8E9-8383A88C9EF0}"/>
                  </a:ext>
                </a:extLst>
              </p14:cNvPr>
              <p14:cNvContentPartPr/>
              <p14:nvPr/>
            </p14:nvContentPartPr>
            <p14:xfrm>
              <a:off x="154800" y="1315440"/>
              <a:ext cx="11318760" cy="5542560"/>
            </p14:xfrm>
          </p:contentPart>
        </mc:Choice>
        <mc:Fallback xmlns="">
          <p:pic>
            <p:nvPicPr>
              <p:cNvPr id="2" name="Ink 1">
                <a:extLst>
                  <a:ext uri="{FF2B5EF4-FFF2-40B4-BE49-F238E27FC236}">
                    <a16:creationId xmlns:a16="http://schemas.microsoft.com/office/drawing/2014/main" id="{CFEF9BFF-9ACA-FE0D-B8E9-8383A88C9EF0}"/>
                  </a:ext>
                </a:extLst>
              </p:cNvPr>
              <p:cNvPicPr/>
              <p:nvPr/>
            </p:nvPicPr>
            <p:blipFill>
              <a:blip r:embed="rId5"/>
              <a:stretch>
                <a:fillRect/>
              </a:stretch>
            </p:blipFill>
            <p:spPr>
              <a:xfrm>
                <a:off x="145440" y="1306080"/>
                <a:ext cx="11337480" cy="5561280"/>
              </a:xfrm>
              <a:prstGeom prst="rect">
                <a:avLst/>
              </a:prstGeom>
            </p:spPr>
          </p:pic>
        </mc:Fallback>
      </mc:AlternateContent>
    </p:spTree>
    <p:extLst>
      <p:ext uri="{BB962C8B-B14F-4D97-AF65-F5344CB8AC3E}">
        <p14:creationId xmlns:p14="http://schemas.microsoft.com/office/powerpoint/2010/main" val="8567364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92">
                                            <p:bg/>
                                          </p:spTgt>
                                        </p:tgtEl>
                                        <p:attrNameLst>
                                          <p:attrName>style.visibility</p:attrName>
                                        </p:attrNameLst>
                                      </p:cBhvr>
                                      <p:to>
                                        <p:strVal val="visible"/>
                                      </p:to>
                                    </p:set>
                                    <p:animEffect transition="in" filter="dissolve">
                                      <p:cBhvr>
                                        <p:cTn id="7" dur="500"/>
                                        <p:tgtEl>
                                          <p:spTgt spid="1192">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92">
                                            <p:txEl>
                                              <p:pRg st="0" end="0"/>
                                            </p:txEl>
                                          </p:spTgt>
                                        </p:tgtEl>
                                        <p:attrNameLst>
                                          <p:attrName>style.visibility</p:attrName>
                                        </p:attrNameLst>
                                      </p:cBhvr>
                                      <p:to>
                                        <p:strVal val="visible"/>
                                      </p:to>
                                    </p:set>
                                    <p:animEffect transition="in" filter="dissolve">
                                      <p:cBhvr>
                                        <p:cTn id="12" dur="500"/>
                                        <p:tgtEl>
                                          <p:spTgt spid="119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92">
                                            <p:txEl>
                                              <p:pRg st="2" end="2"/>
                                            </p:txEl>
                                          </p:spTgt>
                                        </p:tgtEl>
                                        <p:attrNameLst>
                                          <p:attrName>style.visibility</p:attrName>
                                        </p:attrNameLst>
                                      </p:cBhvr>
                                      <p:to>
                                        <p:strVal val="visible"/>
                                      </p:to>
                                    </p:set>
                                    <p:animEffect transition="in" filter="dissolve">
                                      <p:cBhvr>
                                        <p:cTn id="17" dur="500"/>
                                        <p:tgtEl>
                                          <p:spTgt spid="119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92">
                                            <p:txEl>
                                              <p:pRg st="4" end="4"/>
                                            </p:txEl>
                                          </p:spTgt>
                                        </p:tgtEl>
                                        <p:attrNameLst>
                                          <p:attrName>style.visibility</p:attrName>
                                        </p:attrNameLst>
                                      </p:cBhvr>
                                      <p:to>
                                        <p:strVal val="visible"/>
                                      </p:to>
                                    </p:set>
                                    <p:animEffect transition="in" filter="dissolve">
                                      <p:cBhvr>
                                        <p:cTn id="22" dur="500"/>
                                        <p:tgtEl>
                                          <p:spTgt spid="119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92">
                                            <p:txEl>
                                              <p:pRg st="6" end="6"/>
                                            </p:txEl>
                                          </p:spTgt>
                                        </p:tgtEl>
                                        <p:attrNameLst>
                                          <p:attrName>style.visibility</p:attrName>
                                        </p:attrNameLst>
                                      </p:cBhvr>
                                      <p:to>
                                        <p:strVal val="visible"/>
                                      </p:to>
                                    </p:set>
                                    <p:animEffect transition="in" filter="dissolve">
                                      <p:cBhvr>
                                        <p:cTn id="27" dur="500"/>
                                        <p:tgtEl>
                                          <p:spTgt spid="119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2"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9" name="Test Statistic"/>
          <p:cNvSpPr txBox="1">
            <a:spLocks noGrp="1"/>
          </p:cNvSpPr>
          <p:nvPr>
            <p:ph type="title"/>
          </p:nvPr>
        </p:nvSpPr>
        <p:spPr>
          <a:xfrm>
            <a:off x="784899" y="-195251"/>
            <a:ext cx="10658956" cy="1143000"/>
          </a:xfrm>
          <a:prstGeom prst="rect">
            <a:avLst/>
          </a:prstGeom>
        </p:spPr>
        <p:txBody>
          <a:bodyPr/>
          <a:lstStyle/>
          <a:p>
            <a:r>
              <a:rPr lang="en-US" dirty="0">
                <a:latin typeface="+mn-lt"/>
              </a:rPr>
              <a:t>Test Statistic derivation</a:t>
            </a:r>
            <a:endParaRPr dirty="0">
              <a:latin typeface="+mn-lt"/>
            </a:endParaRPr>
          </a:p>
        </p:txBody>
      </p:sp>
      <mc:AlternateContent xmlns:mc="http://schemas.openxmlformats.org/markup-compatibility/2006" xmlns:a14="http://schemas.microsoft.com/office/drawing/2010/main">
        <mc:Choice Requires="a14">
          <p:sp>
            <p:nvSpPr>
              <p:cNvPr id="1192" name="Represent a click, a conversion, a signup, a subscription, … a success as getting a heads on a coin flip."/>
              <p:cNvSpPr txBox="1"/>
              <p:nvPr/>
            </p:nvSpPr>
            <p:spPr>
              <a:xfrm>
                <a:off x="841375" y="952792"/>
                <a:ext cx="10502900" cy="789960"/>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25400" tIns="25400" rIns="25400" bIns="25400">
                <a:spAutoFit/>
              </a:bodyPr>
              <a:lstStyle>
                <a:lvl1pPr algn="l"/>
              </a:lstStyle>
              <a:p>
                <a:r>
                  <a:rPr lang="en-US" sz="2400" dirty="0">
                    <a:latin typeface="+mn-lt"/>
                  </a:rPr>
                  <a:t>Consider GPU A (similar for B): Assume/Represent a conversion or a success as getting a heads on flipping a coin with bias </a:t>
                </a:r>
                <a14:m>
                  <m:oMath xmlns:m="http://schemas.openxmlformats.org/officeDocument/2006/math">
                    <m:sSub>
                      <m:sSubPr>
                        <m:ctrlPr>
                          <a:rPr lang="ar-AE" sz="2400" i="1" smtClean="0">
                            <a:latin typeface="Cambria Math" panose="02040503050406030204" pitchFamily="18" charset="0"/>
                          </a:rPr>
                        </m:ctrlPr>
                      </m:sSubPr>
                      <m:e>
                        <m:r>
                          <a:rPr lang="en-US" sz="2400" b="0" i="1" smtClean="0">
                            <a:latin typeface="Cambria Math" panose="02040503050406030204" pitchFamily="18" charset="0"/>
                          </a:rPr>
                          <m:t>𝑝</m:t>
                        </m:r>
                      </m:e>
                      <m:sub>
                        <m:r>
                          <a:rPr lang="ar-AE" sz="2400" b="0" i="1" smtClean="0">
                            <a:latin typeface="Cambria Math" panose="02040503050406030204" pitchFamily="18" charset="0"/>
                          </a:rPr>
                          <m:t>𝐴</m:t>
                        </m:r>
                      </m:sub>
                    </m:sSub>
                  </m:oMath>
                </a14:m>
                <a:r>
                  <a:rPr lang="ar-AE" sz="2400" dirty="0">
                    <a:latin typeface="+mn-lt"/>
                  </a:rPr>
                  <a:t> </a:t>
                </a:r>
                <a:endParaRPr sz="2400" dirty="0">
                  <a:latin typeface="+mn-lt"/>
                </a:endParaRPr>
              </a:p>
            </p:txBody>
          </p:sp>
        </mc:Choice>
        <mc:Fallback xmlns="">
          <p:sp>
            <p:nvSpPr>
              <p:cNvPr id="1192" name="Represent a click, a conversion, a signup, a subscription, … a success as getting a heads on a coin flip."/>
              <p:cNvSpPr txBox="1">
                <a:spLocks noRot="1" noChangeAspect="1" noMove="1" noResize="1" noEditPoints="1" noAdjustHandles="1" noChangeArrowheads="1" noChangeShapeType="1" noTextEdit="1"/>
              </p:cNvSpPr>
              <p:nvPr/>
            </p:nvSpPr>
            <p:spPr>
              <a:xfrm>
                <a:off x="841375" y="952792"/>
                <a:ext cx="10502900" cy="789960"/>
              </a:xfrm>
              <a:prstGeom prst="rect">
                <a:avLst/>
              </a:prstGeom>
              <a:blipFill>
                <a:blip r:embed="rId3"/>
                <a:stretch>
                  <a:fillRect l="-1570" t="-7813" b="-18750"/>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sp>
        <p:nvSpPr>
          <p:cNvPr id="1194" name="Slide Number"/>
          <p:cNvSpPr txBox="1">
            <a:spLocks noGrp="1"/>
          </p:cNvSpPr>
          <p:nvPr>
            <p:ph type="sldNum" sz="quarter" idx="2"/>
          </p:nvPr>
        </p:nvSpPr>
        <p:spPr>
          <a:xfrm>
            <a:off x="5979516" y="7017791"/>
            <a:ext cx="226619" cy="23053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latin typeface="+mn-lt"/>
              </a:rPr>
              <a:t>9</a:t>
            </a:fld>
            <a:endParaRPr>
              <a:latin typeface="+mn-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2B09871-87DE-4622-71B6-5749A3DA9C35}"/>
                  </a:ext>
                </a:extLst>
              </p:cNvPr>
              <p:cNvSpPr txBox="1"/>
              <p:nvPr/>
            </p:nvSpPr>
            <p:spPr>
              <a:xfrm>
                <a:off x="784899" y="1991539"/>
                <a:ext cx="10102342" cy="41359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342900" indent="-342900">
                  <a:buFont typeface="Arial" panose="020B0604020202020204" pitchFamily="34" charset="0"/>
                  <a:buChar char="•"/>
                </a:pPr>
                <a14:m>
                  <m:oMath xmlns:m="http://schemas.openxmlformats.org/officeDocument/2006/math">
                    <m:sSub>
                      <m:sSubPr>
                        <m:ctrlPr>
                          <a:rPr lang="en-US" sz="2400" i="1" smtClean="0">
                            <a:solidFill>
                              <a:srgbClr val="000000"/>
                            </a:solidFill>
                            <a:latin typeface="Cambria Math" panose="02040503050406030204" pitchFamily="18" charset="0"/>
                            <a:sym typeface="Avenir Medium"/>
                          </a:rPr>
                        </m:ctrlPr>
                      </m:sSubPr>
                      <m:e>
                        <m:r>
                          <a:rPr lang="en-US" sz="2400" i="1">
                            <a:solidFill>
                              <a:srgbClr val="000000"/>
                            </a:solidFill>
                            <a:latin typeface="Cambria Math" panose="02040503050406030204" pitchFamily="18" charset="0"/>
                            <a:sym typeface="Avenir Medium"/>
                          </a:rPr>
                          <m:t>𝑋</m:t>
                        </m:r>
                      </m:e>
                      <m:sub>
                        <m:r>
                          <a:rPr lang="en-US" sz="2400" i="1">
                            <a:solidFill>
                              <a:srgbClr val="000000"/>
                            </a:solidFill>
                            <a:latin typeface="Cambria Math" panose="02040503050406030204" pitchFamily="18" charset="0"/>
                            <a:sym typeface="Avenir Medium"/>
                          </a:rPr>
                          <m:t>𝐴</m:t>
                        </m:r>
                      </m:sub>
                    </m:sSub>
                    <m:r>
                      <a:rPr lang="en-US" sz="2400" i="1">
                        <a:solidFill>
                          <a:srgbClr val="000000"/>
                        </a:solidFill>
                        <a:latin typeface="Cambria Math" panose="02040503050406030204" pitchFamily="18" charset="0"/>
                        <a:ea typeface="Avenir Medium"/>
                        <a:cs typeface="Avenir Medium"/>
                        <a:sym typeface="Avenir Medium"/>
                      </a:rPr>
                      <m:t> −</m:t>
                    </m:r>
                    <m:r>
                      <m:rPr>
                        <m:nor/>
                      </m:rPr>
                      <a:rPr lang="en-US" sz="2400">
                        <a:solidFill>
                          <a:srgbClr val="000000"/>
                        </a:solidFill>
                        <a:latin typeface="+mn-lt"/>
                        <a:ea typeface="Avenir Medium"/>
                        <a:cs typeface="Avenir Medium"/>
                        <a:sym typeface="Avenir Medium"/>
                      </a:rPr>
                      <m:t>random</m:t>
                    </m:r>
                    <m:r>
                      <m:rPr>
                        <m:nor/>
                      </m:rPr>
                      <a:rPr lang="en-US" sz="2400">
                        <a:solidFill>
                          <a:srgbClr val="000000"/>
                        </a:solidFill>
                        <a:latin typeface="+mn-lt"/>
                        <a:ea typeface="Avenir Medium"/>
                        <a:cs typeface="Avenir Medium"/>
                        <a:sym typeface="Avenir Medium"/>
                      </a:rPr>
                      <m:t> </m:t>
                    </m:r>
                    <m:r>
                      <m:rPr>
                        <m:nor/>
                      </m:rPr>
                      <a:rPr lang="en-US" sz="2400">
                        <a:solidFill>
                          <a:srgbClr val="000000"/>
                        </a:solidFill>
                        <a:latin typeface="+mn-lt"/>
                        <a:ea typeface="Avenir Medium"/>
                        <a:cs typeface="Avenir Medium"/>
                        <a:sym typeface="Avenir Medium"/>
                      </a:rPr>
                      <m:t>variable</m:t>
                    </m:r>
                    <m:r>
                      <m:rPr>
                        <m:nor/>
                      </m:rPr>
                      <a:rPr lang="en-US" sz="2400">
                        <a:solidFill>
                          <a:srgbClr val="000000"/>
                        </a:solidFill>
                        <a:latin typeface="+mn-lt"/>
                        <a:ea typeface="Avenir Medium"/>
                        <a:cs typeface="Avenir Medium"/>
                        <a:sym typeface="Avenir Medium"/>
                      </a:rPr>
                      <m:t> </m:t>
                    </m:r>
                    <m:r>
                      <m:rPr>
                        <m:nor/>
                      </m:rPr>
                      <a:rPr lang="en-US" sz="2400">
                        <a:solidFill>
                          <a:srgbClr val="000000"/>
                        </a:solidFill>
                        <a:latin typeface="+mn-lt"/>
                        <a:ea typeface="Avenir Medium"/>
                        <a:cs typeface="Avenir Medium"/>
                        <a:sym typeface="Avenir Medium"/>
                      </a:rPr>
                      <m:t>representing</m:t>
                    </m:r>
                    <m:r>
                      <m:rPr>
                        <m:nor/>
                      </m:rPr>
                      <a:rPr lang="en-US" sz="2400">
                        <a:solidFill>
                          <a:srgbClr val="000000"/>
                        </a:solidFill>
                        <a:latin typeface="+mn-lt"/>
                        <a:ea typeface="Avenir Medium"/>
                        <a:cs typeface="Avenir Medium"/>
                        <a:sym typeface="Avenir Medium"/>
                      </a:rPr>
                      <m:t> </m:t>
                    </m:r>
                    <m:r>
                      <m:rPr>
                        <m:nor/>
                      </m:rPr>
                      <a:rPr lang="en-US" sz="2400">
                        <a:solidFill>
                          <a:srgbClr val="000000"/>
                        </a:solidFill>
                        <a:latin typeface="+mn-lt"/>
                        <a:ea typeface="Avenir Medium"/>
                        <a:cs typeface="Avenir Medium"/>
                        <a:sym typeface="Avenir Medium"/>
                      </a:rPr>
                      <m:t>number</m:t>
                    </m:r>
                    <m:r>
                      <m:rPr>
                        <m:nor/>
                      </m:rPr>
                      <a:rPr lang="en-US" sz="2400">
                        <a:solidFill>
                          <a:srgbClr val="000000"/>
                        </a:solidFill>
                        <a:latin typeface="+mn-lt"/>
                        <a:ea typeface="Avenir Medium"/>
                        <a:cs typeface="Avenir Medium"/>
                        <a:sym typeface="Avenir Medium"/>
                      </a:rPr>
                      <m:t> </m:t>
                    </m:r>
                    <m:r>
                      <m:rPr>
                        <m:nor/>
                      </m:rPr>
                      <a:rPr lang="en-US" sz="2400">
                        <a:solidFill>
                          <a:srgbClr val="000000"/>
                        </a:solidFill>
                        <a:latin typeface="+mn-lt"/>
                        <a:ea typeface="Avenir Medium"/>
                        <a:cs typeface="Avenir Medium"/>
                        <a:sym typeface="Avenir Medium"/>
                      </a:rPr>
                      <m:t>of</m:t>
                    </m:r>
                    <m:r>
                      <m:rPr>
                        <m:nor/>
                      </m:rPr>
                      <a:rPr lang="en-US" sz="2400">
                        <a:solidFill>
                          <a:srgbClr val="000000"/>
                        </a:solidFill>
                        <a:latin typeface="+mn-lt"/>
                        <a:ea typeface="Avenir Medium"/>
                        <a:cs typeface="Avenir Medium"/>
                        <a:sym typeface="Avenir Medium"/>
                      </a:rPr>
                      <m:t> </m:t>
                    </m:r>
                    <m:r>
                      <m:rPr>
                        <m:nor/>
                      </m:rPr>
                      <a:rPr lang="en-US" sz="2400">
                        <a:solidFill>
                          <a:srgbClr val="000000"/>
                        </a:solidFill>
                        <a:latin typeface="+mn-lt"/>
                        <a:ea typeface="Avenir Medium"/>
                        <a:cs typeface="Avenir Medium"/>
                        <a:sym typeface="Avenir Medium"/>
                      </a:rPr>
                      <m:t>successful</m:t>
                    </m:r>
                    <m:r>
                      <m:rPr>
                        <m:nor/>
                      </m:rPr>
                      <a:rPr lang="en-US" sz="2400">
                        <a:solidFill>
                          <a:srgbClr val="000000"/>
                        </a:solidFill>
                        <a:latin typeface="+mn-lt"/>
                        <a:ea typeface="Avenir Medium"/>
                        <a:cs typeface="Avenir Medium"/>
                        <a:sym typeface="Avenir Medium"/>
                      </a:rPr>
                      <m:t> </m:t>
                    </m:r>
                    <m:r>
                      <m:rPr>
                        <m:nor/>
                      </m:rPr>
                      <a:rPr lang="en-US" sz="2400" b="0" i="0" smtClean="0">
                        <a:solidFill>
                          <a:srgbClr val="000000"/>
                        </a:solidFill>
                        <a:latin typeface="+mn-lt"/>
                        <a:ea typeface="Avenir Medium"/>
                        <a:cs typeface="Avenir Medium"/>
                        <a:sym typeface="Avenir Medium"/>
                      </a:rPr>
                      <m:t>buys</m:t>
                    </m:r>
                    <m:r>
                      <m:rPr>
                        <m:nor/>
                      </m:rPr>
                      <a:rPr lang="en-US" sz="2400">
                        <a:solidFill>
                          <a:srgbClr val="000000"/>
                        </a:solidFill>
                        <a:latin typeface="+mn-lt"/>
                        <a:ea typeface="Avenir Medium"/>
                        <a:cs typeface="Avenir Medium"/>
                        <a:sym typeface="Avenir Medium"/>
                      </a:rPr>
                      <m:t> </m:t>
                    </m:r>
                    <m:r>
                      <m:rPr>
                        <m:nor/>
                      </m:rPr>
                      <a:rPr lang="en-US" sz="2400">
                        <a:solidFill>
                          <a:srgbClr val="000000"/>
                        </a:solidFill>
                        <a:latin typeface="+mn-lt"/>
                        <a:ea typeface="Avenir Medium"/>
                        <a:cs typeface="Avenir Medium"/>
                        <a:sym typeface="Avenir Medium"/>
                      </a:rPr>
                      <m:t>of</m:t>
                    </m:r>
                    <m:r>
                      <m:rPr>
                        <m:nor/>
                      </m:rPr>
                      <a:rPr lang="en-US" sz="2400">
                        <a:solidFill>
                          <a:srgbClr val="000000"/>
                        </a:solidFill>
                        <a:latin typeface="+mn-lt"/>
                        <a:ea typeface="Avenir Medium"/>
                        <a:cs typeface="Avenir Medium"/>
                        <a:sym typeface="Avenir Medium"/>
                      </a:rPr>
                      <m:t> </m:t>
                    </m:r>
                    <m:r>
                      <a:rPr lang="en-US" sz="2400" b="0" i="1" smtClean="0">
                        <a:solidFill>
                          <a:srgbClr val="000000"/>
                        </a:solidFill>
                        <a:latin typeface="Cambria Math" panose="02040503050406030204" pitchFamily="18" charset="0"/>
                        <a:ea typeface="Avenir Medium"/>
                        <a:cs typeface="Avenir Medium"/>
                        <a:sym typeface="Avenir Medium"/>
                      </a:rPr>
                      <m:t>𝐺𝑃𝑈</m:t>
                    </m:r>
                    <m:r>
                      <a:rPr lang="en-US" sz="2400" b="0" i="1" smtClean="0">
                        <a:solidFill>
                          <a:srgbClr val="000000"/>
                        </a:solidFill>
                        <a:latin typeface="Cambria Math" panose="02040503050406030204" pitchFamily="18" charset="0"/>
                        <a:ea typeface="Avenir Medium"/>
                        <a:cs typeface="Avenir Medium"/>
                        <a:sym typeface="Avenir Medium"/>
                      </a:rPr>
                      <m:t> </m:t>
                    </m:r>
                    <m:r>
                      <a:rPr lang="en-US" sz="2400" i="1">
                        <a:solidFill>
                          <a:srgbClr val="000000"/>
                        </a:solidFill>
                        <a:latin typeface="Cambria Math" panose="02040503050406030204" pitchFamily="18" charset="0"/>
                        <a:ea typeface="Avenir Medium"/>
                        <a:cs typeface="Avenir Medium"/>
                        <a:sym typeface="Avenir Medium"/>
                      </a:rPr>
                      <m:t>𝐴</m:t>
                    </m:r>
                    <m:r>
                      <a:rPr lang="en-US" sz="2400" i="1">
                        <a:solidFill>
                          <a:srgbClr val="000000"/>
                        </a:solidFill>
                        <a:latin typeface="Cambria Math" panose="02040503050406030204" pitchFamily="18" charset="0"/>
                        <a:ea typeface="Avenir Medium"/>
                        <a:cs typeface="Avenir Medium"/>
                        <a:sym typeface="Avenir Medium"/>
                      </a:rPr>
                      <m:t>, </m:t>
                    </m:r>
                    <m:r>
                      <m:rPr>
                        <m:nor/>
                      </m:rPr>
                      <a:rPr lang="en-US" sz="2400" b="0" i="0" smtClean="0">
                        <a:solidFill>
                          <a:srgbClr val="000000"/>
                        </a:solidFill>
                        <a:latin typeface="+mn-lt"/>
                        <a:ea typeface="Avenir Medium"/>
                        <a:cs typeface="Avenir Medium"/>
                        <a:sym typeface="Avenir Medium"/>
                      </a:rPr>
                      <m:t>amongst</m:t>
                    </m:r>
                    <m:r>
                      <a:rPr lang="en-US" sz="2400" b="0" i="1" smtClean="0">
                        <a:solidFill>
                          <a:srgbClr val="000000"/>
                        </a:solidFill>
                        <a:latin typeface="Cambria Math" panose="02040503050406030204" pitchFamily="18" charset="0"/>
                        <a:ea typeface="Avenir Medium"/>
                        <a:cs typeface="Avenir Medium"/>
                        <a:sym typeface="Avenir Medium"/>
                      </a:rPr>
                      <m:t> </m:t>
                    </m:r>
                    <m:r>
                      <a:rPr lang="en-US" sz="2400" b="0" i="1" smtClean="0">
                        <a:solidFill>
                          <a:srgbClr val="000000"/>
                        </a:solidFill>
                        <a:latin typeface="Cambria Math" panose="02040503050406030204" pitchFamily="18" charset="0"/>
                        <a:ea typeface="Avenir Medium"/>
                        <a:cs typeface="Avenir Medium"/>
                        <a:sym typeface="Avenir Medium"/>
                      </a:rPr>
                      <m:t>𝑛𝐴</m:t>
                    </m:r>
                    <m:r>
                      <a:rPr lang="en-US" sz="2400" b="0" i="1" smtClean="0">
                        <a:solidFill>
                          <a:srgbClr val="000000"/>
                        </a:solidFill>
                        <a:latin typeface="Cambria Math" panose="02040503050406030204" pitchFamily="18" charset="0"/>
                        <a:ea typeface="Avenir Medium"/>
                        <a:cs typeface="Avenir Medium"/>
                        <a:sym typeface="Avenir Medium"/>
                      </a:rPr>
                      <m:t> </m:t>
                    </m:r>
                    <m:r>
                      <m:rPr>
                        <m:nor/>
                      </m:rPr>
                      <a:rPr lang="en-US" sz="2400" b="0" i="0" smtClean="0">
                        <a:solidFill>
                          <a:srgbClr val="000000"/>
                        </a:solidFill>
                        <a:latin typeface="+mn-lt"/>
                        <a:ea typeface="Avenir Medium"/>
                        <a:cs typeface="Avenir Medium"/>
                        <a:sym typeface="Avenir Medium"/>
                      </a:rPr>
                      <m:t>customers</m:t>
                    </m:r>
                    <m:r>
                      <m:rPr>
                        <m:nor/>
                      </m:rPr>
                      <a:rPr lang="en-US" sz="2400" b="0" i="0" smtClean="0">
                        <a:solidFill>
                          <a:srgbClr val="000000"/>
                        </a:solidFill>
                        <a:latin typeface="+mn-lt"/>
                        <a:ea typeface="Avenir Medium"/>
                        <a:cs typeface="Avenir Medium"/>
                        <a:sym typeface="Avenir Medium"/>
                      </a:rPr>
                      <m:t>.</m:t>
                    </m:r>
                    <m:r>
                      <a:rPr lang="en-US" sz="2400" i="1">
                        <a:solidFill>
                          <a:srgbClr val="000000"/>
                        </a:solidFill>
                        <a:latin typeface="Cambria Math" panose="02040503050406030204" pitchFamily="18" charset="0"/>
                        <a:ea typeface="Avenir Medium"/>
                        <a:cs typeface="Avenir Medium"/>
                        <a:sym typeface="Avenir Medium"/>
                      </a:rPr>
                      <m:t> </m:t>
                    </m:r>
                    <m:r>
                      <m:rPr>
                        <m:nor/>
                      </m:rPr>
                      <a:rPr lang="en-US" sz="2400" b="0" i="0" smtClean="0">
                        <a:solidFill>
                          <a:srgbClr val="000000"/>
                        </a:solidFill>
                        <a:latin typeface="+mn-lt"/>
                        <a:ea typeface="Avenir Medium"/>
                        <a:cs typeface="Avenir Medium"/>
                        <a:sym typeface="Avenir Medium"/>
                      </a:rPr>
                      <m:t> </m:t>
                    </m:r>
                    <m:r>
                      <m:rPr>
                        <m:nor/>
                      </m:rPr>
                      <a:rPr lang="en-US" sz="2400" b="0" i="0" smtClean="0">
                        <a:solidFill>
                          <a:srgbClr val="000000"/>
                        </a:solidFill>
                        <a:latin typeface="+mn-lt"/>
                        <a:ea typeface="Avenir Medium"/>
                        <a:cs typeface="Avenir Medium"/>
                        <a:sym typeface="Avenir Medium"/>
                      </a:rPr>
                      <m:t>So</m:t>
                    </m:r>
                    <m:r>
                      <m:rPr>
                        <m:nor/>
                      </m:rPr>
                      <a:rPr lang="en-US" sz="2400" b="0" i="0" smtClean="0">
                        <a:solidFill>
                          <a:srgbClr val="000000"/>
                        </a:solidFill>
                        <a:latin typeface="+mn-lt"/>
                        <a:ea typeface="Avenir Medium"/>
                        <a:cs typeface="Avenir Medium"/>
                        <a:sym typeface="Avenir Medium"/>
                      </a:rPr>
                      <m:t>,</m:t>
                    </m:r>
                    <m:r>
                      <a:rPr lang="en-US" sz="2400" b="0" i="1" smtClean="0">
                        <a:solidFill>
                          <a:srgbClr val="000000"/>
                        </a:solidFill>
                        <a:latin typeface="Cambria Math" panose="02040503050406030204" pitchFamily="18" charset="0"/>
                        <a:ea typeface="Avenir Medium"/>
                        <a:cs typeface="Avenir Medium"/>
                        <a:sym typeface="Avenir Medium"/>
                      </a:rPr>
                      <m:t>   </m:t>
                    </m:r>
                    <m:r>
                      <a:rPr lang="en-US" sz="2400" i="1">
                        <a:solidFill>
                          <a:srgbClr val="000000"/>
                        </a:solidFill>
                        <a:latin typeface="Cambria Math" panose="02040503050406030204" pitchFamily="18" charset="0"/>
                        <a:ea typeface="Avenir Medium"/>
                        <a:cs typeface="Avenir Medium"/>
                        <a:sym typeface="Avenir Medium"/>
                      </a:rPr>
                      <m:t>0≤</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𝐴</m:t>
                        </m:r>
                      </m:sub>
                    </m:sSub>
                    <m:r>
                      <a:rPr lang="en-US" sz="2400" b="0" i="1" smtClean="0">
                        <a:latin typeface="Cambria Math" panose="02040503050406030204" pitchFamily="18" charset="0"/>
                      </a:rPr>
                      <m:t>≤</m:t>
                    </m:r>
                    <m:r>
                      <a:rPr lang="en-US" sz="2400" b="0" i="1" smtClean="0">
                        <a:latin typeface="Cambria Math" panose="02040503050406030204" pitchFamily="18" charset="0"/>
                      </a:rPr>
                      <m:t>𝑛𝐴</m:t>
                    </m:r>
                  </m:oMath>
                </a14:m>
                <a:endParaRPr lang="en-US" sz="2400" b="0" i="0" baseline="-25000" dirty="0">
                  <a:latin typeface="+mn-lt"/>
                </a:endParaRPr>
              </a:p>
              <a:p>
                <a:pPr marL="342900" indent="-342900">
                  <a:buFont typeface="Arial" panose="020B0604020202020204" pitchFamily="34" charset="0"/>
                  <a:buChar char="•"/>
                </a:pPr>
                <a:endParaRPr lang="en-US" sz="2400" b="0" i="0" baseline="-25000" dirty="0">
                  <a:latin typeface="+mn-lt"/>
                </a:endParaRPr>
              </a:p>
              <a:p>
                <a:pPr marL="342900" indent="-342900">
                  <a:buFont typeface="Arial" panose="020B0604020202020204" pitchFamily="34" charset="0"/>
                  <a:buChar char="•"/>
                </a:pPr>
                <a:r>
                  <a:rPr lang="en-US" sz="2400" b="0" i="0" dirty="0">
                    <a:latin typeface="+mn-lt"/>
                  </a:rPr>
                  <a:t>Let </a:t>
                </a:r>
                <a14:m>
                  <m:oMath xmlns:m="http://schemas.openxmlformats.org/officeDocument/2006/math">
                    <m:sSub>
                      <m:sSubPr>
                        <m:ctrlPr>
                          <a:rPr lang="en-US" sz="2400" b="0" i="1" smtClean="0">
                            <a:latin typeface="Cambria Math" panose="02040503050406030204" pitchFamily="18" charset="0"/>
                            <a:sym typeface="Avenir Medium"/>
                          </a:rPr>
                        </m:ctrlPr>
                      </m:sSubPr>
                      <m:e>
                        <m:r>
                          <a:rPr lang="en-US" sz="2400" b="0" i="1" smtClean="0">
                            <a:latin typeface="Cambria Math" panose="02040503050406030204" pitchFamily="18" charset="0"/>
                            <a:sym typeface="Avenir Medium"/>
                          </a:rPr>
                          <m:t>𝑋</m:t>
                        </m:r>
                      </m:e>
                      <m:sub>
                        <m:r>
                          <a:rPr lang="en-US" sz="2400" b="0" i="1" smtClean="0">
                            <a:latin typeface="Cambria Math" panose="02040503050406030204" pitchFamily="18" charset="0"/>
                            <a:sym typeface="Avenir Medium"/>
                          </a:rPr>
                          <m:t>1</m:t>
                        </m:r>
                      </m:sub>
                    </m:sSub>
                    <m:r>
                      <a:rPr lang="en-US" sz="2400" b="0" i="1" smtClean="0">
                        <a:latin typeface="Cambria Math" panose="02040503050406030204" pitchFamily="18" charset="0"/>
                        <a:sym typeface="Avenir Medium"/>
                      </a:rPr>
                      <m:t>,</m:t>
                    </m:r>
                    <m:sSub>
                      <m:sSubPr>
                        <m:ctrlPr>
                          <a:rPr lang="en-US" sz="2400" i="1">
                            <a:latin typeface="Cambria Math" panose="02040503050406030204" pitchFamily="18" charset="0"/>
                            <a:sym typeface="Avenir Medium"/>
                          </a:rPr>
                        </m:ctrlPr>
                      </m:sSubPr>
                      <m:e>
                        <m:r>
                          <a:rPr lang="en-US" sz="2400" b="0" i="1" smtClean="0">
                            <a:latin typeface="Cambria Math" panose="02040503050406030204" pitchFamily="18" charset="0"/>
                            <a:sym typeface="Avenir Medium"/>
                          </a:rPr>
                          <m:t>𝑋</m:t>
                        </m:r>
                      </m:e>
                      <m:sub>
                        <m:r>
                          <a:rPr lang="en-US" sz="2400" b="0" i="1" smtClean="0">
                            <a:latin typeface="Cambria Math" panose="02040503050406030204" pitchFamily="18" charset="0"/>
                            <a:sym typeface="Avenir Medium"/>
                          </a:rPr>
                          <m:t>2</m:t>
                        </m:r>
                      </m:sub>
                    </m:sSub>
                  </m:oMath>
                </a14:m>
                <a:r>
                  <a:rPr lang="en-US" sz="2400" b="0" i="0" dirty="0">
                    <a:latin typeface="+mn-lt"/>
                  </a:rPr>
                  <a:t>,…,</a:t>
                </a:r>
                <a:r>
                  <a:rPr lang="en-US" sz="2400" dirty="0">
                    <a:latin typeface="+mn-lt"/>
                    <a:sym typeface="Avenir Medium"/>
                  </a:rPr>
                  <a:t> </a:t>
                </a:r>
                <a14:m>
                  <m:oMath xmlns:m="http://schemas.openxmlformats.org/officeDocument/2006/math">
                    <m:sSub>
                      <m:sSubPr>
                        <m:ctrlPr>
                          <a:rPr lang="en-US" sz="2400" i="1">
                            <a:latin typeface="Cambria Math" panose="02040503050406030204" pitchFamily="18" charset="0"/>
                            <a:sym typeface="Avenir Medium"/>
                          </a:rPr>
                        </m:ctrlPr>
                      </m:sSubPr>
                      <m:e>
                        <m:r>
                          <a:rPr lang="en-US" sz="2400" b="0" i="1" smtClean="0">
                            <a:latin typeface="Cambria Math" panose="02040503050406030204" pitchFamily="18" charset="0"/>
                            <a:sym typeface="Avenir Medium"/>
                          </a:rPr>
                          <m:t>𝑋</m:t>
                        </m:r>
                      </m:e>
                      <m:sub>
                        <m:r>
                          <a:rPr lang="en-US" sz="2400" b="0" i="1" smtClean="0">
                            <a:latin typeface="Cambria Math" panose="02040503050406030204" pitchFamily="18" charset="0"/>
                            <a:sym typeface="Avenir Medium"/>
                          </a:rPr>
                          <m:t>𝑛</m:t>
                        </m:r>
                        <m:r>
                          <a:rPr lang="en-US" sz="2400" b="0" i="1" baseline="-25000" smtClean="0">
                            <a:latin typeface="Cambria Math" panose="02040503050406030204" pitchFamily="18" charset="0"/>
                            <a:sym typeface="Avenir Medium"/>
                          </a:rPr>
                          <m:t>𝐴</m:t>
                        </m:r>
                      </m:sub>
                    </m:sSub>
                  </m:oMath>
                </a14:m>
                <a:r>
                  <a:rPr lang="en-US" sz="2400" b="0" i="0" dirty="0">
                    <a:latin typeface="+mn-lt"/>
                  </a:rPr>
                  <a:t> be binary variab</a:t>
                </a:r>
                <a:r>
                  <a:rPr lang="en-US" sz="2400" dirty="0">
                    <a:latin typeface="+mn-lt"/>
                  </a:rPr>
                  <a:t>les </a:t>
                </a:r>
                <a:r>
                  <a:rPr lang="en-US" sz="2400" b="0" i="0" dirty="0">
                    <a:latin typeface="+mn-lt"/>
                  </a:rPr>
                  <a:t>indicating whether </a:t>
                </a:r>
                <a14:m>
                  <m:oMath xmlns:m="http://schemas.openxmlformats.org/officeDocument/2006/math">
                    <m:r>
                      <a:rPr lang="en-US" sz="2400" b="0" i="1" smtClean="0">
                        <a:latin typeface="Cambria Math" panose="02040503050406030204" pitchFamily="18" charset="0"/>
                      </a:rPr>
                      <m:t>𝑛</m:t>
                    </m:r>
                    <m:r>
                      <a:rPr lang="en-US" sz="2400" b="0" i="1" baseline="-25000" smtClean="0">
                        <a:latin typeface="Cambria Math" panose="02040503050406030204" pitchFamily="18" charset="0"/>
                      </a:rPr>
                      <m:t>𝐴</m:t>
                    </m:r>
                  </m:oMath>
                </a14:m>
                <a:r>
                  <a:rPr lang="en-US" sz="2400" b="0" i="0" dirty="0">
                    <a:latin typeface="+mn-lt"/>
                  </a:rPr>
                  <a:t> customers purchased the GPU</a:t>
                </a:r>
              </a:p>
              <a:p>
                <a:pPr marL="342900" indent="-342900">
                  <a:buFont typeface="Arial" panose="020B0604020202020204" pitchFamily="34" charset="0"/>
                  <a:buChar char="•"/>
                </a:pPr>
                <a:endParaRPr lang="en-US" sz="2400" b="0" i="0" dirty="0">
                  <a:latin typeface="+mn-lt"/>
                </a:endParaRPr>
              </a:p>
              <a:p>
                <a:pPr marL="342900" indent="-342900">
                  <a:buFont typeface="Arial" panose="020B0604020202020204" pitchFamily="34" charset="0"/>
                  <a:buChar char="•"/>
                </a:pPr>
                <a:r>
                  <a:rPr lang="en-US" sz="2400" dirty="0">
                    <a:latin typeface="+mn-lt"/>
                  </a:rPr>
                  <a:t>Then, number of GPU bought is </a:t>
                </a:r>
                <a14:m>
                  <m:oMath xmlns:m="http://schemas.openxmlformats.org/officeDocument/2006/math">
                    <m:sSub>
                      <m:sSubPr>
                        <m:ctrlPr>
                          <a:rPr lang="en-US" sz="2400" b="0" i="1" smtClean="0">
                            <a:latin typeface="Cambria Math" panose="02040503050406030204" pitchFamily="18" charset="0"/>
                            <a:sym typeface="Avenir Medium"/>
                          </a:rPr>
                        </m:ctrlPr>
                      </m:sSubPr>
                      <m:e>
                        <m:r>
                          <a:rPr lang="en-US" sz="2400" b="0" i="1" smtClean="0">
                            <a:latin typeface="Cambria Math" panose="02040503050406030204" pitchFamily="18" charset="0"/>
                            <a:sym typeface="Avenir Medium"/>
                          </a:rPr>
                          <m:t>𝑋</m:t>
                        </m:r>
                      </m:e>
                      <m:sub>
                        <m:r>
                          <a:rPr lang="en-US" sz="2400" b="0" i="1" smtClean="0">
                            <a:latin typeface="Cambria Math" panose="02040503050406030204" pitchFamily="18" charset="0"/>
                            <a:sym typeface="Avenir Medium"/>
                          </a:rPr>
                          <m:t>𝐴</m:t>
                        </m:r>
                      </m:sub>
                    </m:sSub>
                    <m:r>
                      <a:rPr lang="en-US" sz="2400" b="0" i="1" smtClean="0">
                        <a:latin typeface="Cambria Math" panose="02040503050406030204" pitchFamily="18" charset="0"/>
                        <a:sym typeface="Avenir Medium"/>
                      </a:rPr>
                      <m:t>=</m:t>
                    </m:r>
                    <m:sSub>
                      <m:sSubPr>
                        <m:ctrlPr>
                          <a:rPr lang="en-US" sz="2400" i="1">
                            <a:latin typeface="Cambria Math" panose="02040503050406030204" pitchFamily="18" charset="0"/>
                            <a:sym typeface="Avenir Medium"/>
                          </a:rPr>
                        </m:ctrlPr>
                      </m:sSubPr>
                      <m:e>
                        <m:r>
                          <a:rPr lang="en-US" sz="2400" b="0" i="1" smtClean="0">
                            <a:latin typeface="Cambria Math" panose="02040503050406030204" pitchFamily="18" charset="0"/>
                            <a:sym typeface="Avenir Medium"/>
                          </a:rPr>
                          <m:t>𝑋</m:t>
                        </m:r>
                      </m:e>
                      <m:sub>
                        <m:r>
                          <a:rPr lang="en-US" sz="2400" b="0" i="1" smtClean="0">
                            <a:latin typeface="Cambria Math" panose="02040503050406030204" pitchFamily="18" charset="0"/>
                            <a:sym typeface="Avenir Medium"/>
                          </a:rPr>
                          <m:t>1</m:t>
                        </m:r>
                      </m:sub>
                    </m:sSub>
                    <m:r>
                      <a:rPr lang="en-US" sz="2400" b="0" i="1" smtClean="0">
                        <a:latin typeface="Cambria Math" panose="02040503050406030204" pitchFamily="18" charset="0"/>
                        <a:sym typeface="Avenir Medium"/>
                      </a:rPr>
                      <m:t>+</m:t>
                    </m:r>
                    <m:sSub>
                      <m:sSubPr>
                        <m:ctrlPr>
                          <a:rPr lang="en-US" sz="2400" i="1">
                            <a:latin typeface="Cambria Math" panose="02040503050406030204" pitchFamily="18" charset="0"/>
                            <a:sym typeface="Avenir Medium"/>
                          </a:rPr>
                        </m:ctrlPr>
                      </m:sSubPr>
                      <m:e>
                        <m:r>
                          <a:rPr lang="en-US" sz="2400" b="0" i="1" smtClean="0">
                            <a:latin typeface="Cambria Math" panose="02040503050406030204" pitchFamily="18" charset="0"/>
                            <a:sym typeface="Avenir Medium"/>
                          </a:rPr>
                          <m:t>𝑋</m:t>
                        </m:r>
                      </m:e>
                      <m:sub>
                        <m:r>
                          <a:rPr lang="en-US" sz="2400" b="0" i="1" smtClean="0">
                            <a:latin typeface="Cambria Math" panose="02040503050406030204" pitchFamily="18" charset="0"/>
                            <a:sym typeface="Avenir Medium"/>
                          </a:rPr>
                          <m:t>2</m:t>
                        </m:r>
                      </m:sub>
                    </m:sSub>
                    <m:r>
                      <a:rPr lang="en-US" sz="2400" b="0" i="1" smtClean="0">
                        <a:latin typeface="Cambria Math" panose="02040503050406030204" pitchFamily="18" charset="0"/>
                        <a:sym typeface="Avenir Medium"/>
                      </a:rPr>
                      <m:t>+…+</m:t>
                    </m:r>
                    <m:sSub>
                      <m:sSubPr>
                        <m:ctrlPr>
                          <a:rPr lang="en-US" sz="2400" i="1">
                            <a:latin typeface="Cambria Math" panose="02040503050406030204" pitchFamily="18" charset="0"/>
                            <a:sym typeface="Avenir Medium"/>
                          </a:rPr>
                        </m:ctrlPr>
                      </m:sSubPr>
                      <m:e>
                        <m:r>
                          <a:rPr lang="en-US" sz="2400" b="0" i="1" smtClean="0">
                            <a:latin typeface="Cambria Math" panose="02040503050406030204" pitchFamily="18" charset="0"/>
                            <a:sym typeface="Avenir Medium"/>
                          </a:rPr>
                          <m:t>𝑋</m:t>
                        </m:r>
                      </m:e>
                      <m:sub>
                        <m:r>
                          <a:rPr lang="en-US" sz="2400" b="0" i="1" smtClean="0">
                            <a:latin typeface="Cambria Math" panose="02040503050406030204" pitchFamily="18" charset="0"/>
                            <a:sym typeface="Avenir Medium"/>
                          </a:rPr>
                          <m:t>𝑛</m:t>
                        </m:r>
                        <m:r>
                          <a:rPr lang="en-US" sz="2400" b="0" i="1" baseline="-25000" smtClean="0">
                            <a:latin typeface="Cambria Math" panose="02040503050406030204" pitchFamily="18" charset="0"/>
                            <a:sym typeface="Avenir Medium"/>
                          </a:rPr>
                          <m:t>𝐴</m:t>
                        </m:r>
                      </m:sub>
                    </m:sSub>
                  </m:oMath>
                </a14:m>
                <a:r>
                  <a:rPr lang="en-US" sz="2400" b="0" i="0" dirty="0">
                    <a:latin typeface="+mn-lt"/>
                  </a:rPr>
                  <a:t> </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r>
                  <a:rPr lang="en-US" sz="2400" b="0" i="0" dirty="0">
                    <a:latin typeface="+mn-lt"/>
                  </a:rPr>
                  <a:t>From data, define empirical mean bias (or mean conversion rate) as                      </a:t>
                </a:r>
              </a:p>
              <a:p>
                <a:pPr algn="ctr"/>
                <a14:m>
                  <m:oMath xmlns:m="http://schemas.openxmlformats.org/officeDocument/2006/math">
                    <m:acc>
                      <m:accPr>
                        <m:chr m:val="̂"/>
                        <m:ctrlPr>
                          <a:rPr lang="ar-AE"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𝑝</m:t>
                        </m:r>
                      </m:e>
                    </m:acc>
                    <m:r>
                      <a:rPr lang="en-US" sz="2400" i="1" baseline="-25000">
                        <a:solidFill>
                          <a:srgbClr val="000000"/>
                        </a:solidFill>
                        <a:latin typeface="Cambria Math" panose="02040503050406030204" pitchFamily="18" charset="0"/>
                      </a:rPr>
                      <m:t>𝐴</m:t>
                    </m:r>
                    <m:r>
                      <a:rPr lang="en-US" sz="2400" b="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𝑋</m:t>
                        </m:r>
                        <m:r>
                          <a:rPr lang="en-US" sz="2400" b="0" i="1" baseline="-25000" smtClean="0">
                            <a:solidFill>
                              <a:srgbClr val="000000"/>
                            </a:solidFill>
                            <a:latin typeface="Cambria Math" panose="02040503050406030204" pitchFamily="18" charset="0"/>
                          </a:rPr>
                          <m:t>𝐴</m:t>
                        </m:r>
                      </m:num>
                      <m:den>
                        <m:r>
                          <a:rPr lang="en-US" sz="2400" i="1">
                            <a:solidFill>
                              <a:srgbClr val="000000"/>
                            </a:solidFill>
                            <a:latin typeface="Cambria Math" panose="02040503050406030204" pitchFamily="18" charset="0"/>
                          </a:rPr>
                          <m:t>𝑛</m:t>
                        </m:r>
                        <m:r>
                          <a:rPr lang="en-US" sz="2400" i="1" baseline="-25000">
                            <a:solidFill>
                              <a:srgbClr val="000000"/>
                            </a:solidFill>
                            <a:latin typeface="Cambria Math" panose="02040503050406030204" pitchFamily="18" charset="0"/>
                          </a:rPr>
                          <m:t>𝐴</m:t>
                        </m:r>
                      </m:den>
                    </m:f>
                    <m:r>
                      <a:rPr lang="en-US" sz="2400" b="0" i="1" smtClean="0">
                        <a:solidFill>
                          <a:srgbClr val="000000"/>
                        </a:solidFill>
                        <a:latin typeface="Cambria Math" panose="02040503050406030204" pitchFamily="18" charset="0"/>
                      </a:rPr>
                      <m:t>=</m:t>
                    </m:r>
                    <m:f>
                      <m:fPr>
                        <m:ctrlPr>
                          <a:rPr lang="en-US" sz="2400" b="0" i="1" smtClean="0">
                            <a:solidFill>
                              <a:srgbClr val="000000"/>
                            </a:solidFill>
                            <a:latin typeface="Cambria Math" panose="02040503050406030204" pitchFamily="18" charset="0"/>
                          </a:rPr>
                        </m:ctrlPr>
                      </m:fPr>
                      <m:num>
                        <m:nary>
                          <m:naryPr>
                            <m:chr m:val="∑"/>
                            <m:ctrlPr>
                              <a:rPr lang="en-US" sz="2400" b="0" i="1" smtClean="0">
                                <a:solidFill>
                                  <a:srgbClr val="000000"/>
                                </a:solidFill>
                                <a:latin typeface="Cambria Math" panose="02040503050406030204" pitchFamily="18" charset="0"/>
                              </a:rPr>
                            </m:ctrlPr>
                          </m:naryPr>
                          <m:sub>
                            <m:r>
                              <m:rPr>
                                <m:brk m:alnAt="23"/>
                              </m:rPr>
                              <a:rPr lang="en-US" sz="2400" b="0" i="1" smtClean="0">
                                <a:solidFill>
                                  <a:srgbClr val="000000"/>
                                </a:solidFill>
                                <a:latin typeface="Cambria Math" panose="02040503050406030204" pitchFamily="18" charset="0"/>
                              </a:rPr>
                              <m:t>𝑖</m:t>
                            </m:r>
                            <m:r>
                              <a:rPr lang="en-US" sz="2400" b="0" i="1" smtClean="0">
                                <a:solidFill>
                                  <a:srgbClr val="000000"/>
                                </a:solidFill>
                                <a:latin typeface="Cambria Math" panose="02040503050406030204" pitchFamily="18" charset="0"/>
                              </a:rPr>
                              <m:t>=1</m:t>
                            </m:r>
                          </m:sub>
                          <m:sup>
                            <m:r>
                              <a:rPr lang="en-US" sz="2400" b="0" i="1" smtClean="0">
                                <a:solidFill>
                                  <a:srgbClr val="000000"/>
                                </a:solidFill>
                                <a:latin typeface="Cambria Math" panose="02040503050406030204" pitchFamily="18" charset="0"/>
                              </a:rPr>
                              <m:t>𝑛</m:t>
                            </m:r>
                          </m:sup>
                          <m:e>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sym typeface="Avenir Medium"/>
                                  </a:rPr>
                                  <m:t>𝑋</m:t>
                                </m:r>
                              </m:e>
                              <m:sub>
                                <m:r>
                                  <a:rPr lang="en-US" sz="2400" b="0" i="1" smtClean="0">
                                    <a:latin typeface="Cambria Math" panose="02040503050406030204" pitchFamily="18" charset="0"/>
                                    <a:sym typeface="Avenir Medium"/>
                                  </a:rPr>
                                  <m:t>𝑖</m:t>
                                </m:r>
                              </m:sub>
                            </m:sSub>
                          </m:e>
                        </m:nary>
                      </m:num>
                      <m:den>
                        <m:r>
                          <a:rPr lang="en-US" sz="2400" b="0" i="1" smtClean="0">
                            <a:solidFill>
                              <a:srgbClr val="000000"/>
                            </a:solidFill>
                            <a:latin typeface="Cambria Math" panose="02040503050406030204" pitchFamily="18" charset="0"/>
                          </a:rPr>
                          <m:t>𝑛</m:t>
                        </m:r>
                        <m:r>
                          <a:rPr lang="en-US" sz="2400" b="0" i="1" baseline="-25000" smtClean="0">
                            <a:solidFill>
                              <a:srgbClr val="000000"/>
                            </a:solidFill>
                            <a:latin typeface="Cambria Math" panose="02040503050406030204" pitchFamily="18" charset="0"/>
                          </a:rPr>
                          <m:t>𝐴</m:t>
                        </m:r>
                      </m:den>
                    </m:f>
                    <m:r>
                      <a:rPr lang="en-US" sz="2400" b="0" i="0" smtClean="0">
                        <a:solidFill>
                          <a:srgbClr val="000000"/>
                        </a:solidFill>
                        <a:latin typeface="Cambria Math" panose="02040503050406030204" pitchFamily="18" charset="0"/>
                      </a:rPr>
                      <m:t> </m:t>
                    </m:r>
                  </m:oMath>
                </a14:m>
                <a:r>
                  <a:rPr lang="en-US" sz="2400" dirty="0">
                    <a:latin typeface="+mn-lt"/>
                  </a:rPr>
                  <a:t>  (Remember: </a:t>
                </a:r>
                <a14:m>
                  <m:oMath xmlns:m="http://schemas.openxmlformats.org/officeDocument/2006/math">
                    <m:acc>
                      <m:accPr>
                        <m:chr m:val="̂"/>
                        <m:ctrlPr>
                          <a:rPr lang="ar-AE"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𝑝</m:t>
                        </m:r>
                      </m:e>
                    </m:acc>
                    <m:r>
                      <a:rPr lang="en-US" sz="2400" i="1" baseline="-25000">
                        <a:solidFill>
                          <a:srgbClr val="000000"/>
                        </a:solidFill>
                        <a:latin typeface="Cambria Math" panose="02040503050406030204" pitchFamily="18" charset="0"/>
                      </a:rPr>
                      <m:t>𝐴</m:t>
                    </m:r>
                  </m:oMath>
                </a14:m>
                <a:r>
                  <a:rPr lang="en-US" sz="2400" dirty="0">
                    <a:latin typeface="+mn-lt"/>
                  </a:rPr>
                  <a:t>is also random)</a:t>
                </a:r>
              </a:p>
              <a:p>
                <a:pPr algn="ctr"/>
                <a:endParaRPr lang="en-US" sz="2400" dirty="0">
                  <a:latin typeface="+mn-lt"/>
                </a:endParaRPr>
              </a:p>
            </p:txBody>
          </p:sp>
        </mc:Choice>
        <mc:Fallback xmlns="">
          <p:sp>
            <p:nvSpPr>
              <p:cNvPr id="2" name="TextBox 1">
                <a:extLst>
                  <a:ext uri="{FF2B5EF4-FFF2-40B4-BE49-F238E27FC236}">
                    <a16:creationId xmlns:a16="http://schemas.microsoft.com/office/drawing/2014/main" id="{C2B09871-87DE-4622-71B6-5749A3DA9C35}"/>
                  </a:ext>
                </a:extLst>
              </p:cNvPr>
              <p:cNvSpPr txBox="1">
                <a:spLocks noRot="1" noChangeAspect="1" noMove="1" noResize="1" noEditPoints="1" noAdjustHandles="1" noChangeArrowheads="1" noChangeShapeType="1" noTextEdit="1"/>
              </p:cNvSpPr>
              <p:nvPr/>
            </p:nvSpPr>
            <p:spPr>
              <a:xfrm>
                <a:off x="784899" y="1991539"/>
                <a:ext cx="10102342" cy="4135940"/>
              </a:xfrm>
              <a:prstGeom prst="rect">
                <a:avLst/>
              </a:prstGeom>
              <a:blipFill>
                <a:blip r:embed="rId4"/>
                <a:stretch>
                  <a:fillRect l="-1631" t="-1223" r="-5521" b="-612"/>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5A41D981-6A17-A8AF-03A6-AE00969DE983}"/>
                  </a:ext>
                </a:extLst>
              </p14:cNvPr>
              <p14:cNvContentPartPr/>
              <p14:nvPr/>
            </p14:nvContentPartPr>
            <p14:xfrm>
              <a:off x="2056680" y="2182320"/>
              <a:ext cx="10135440" cy="1680480"/>
            </p14:xfrm>
          </p:contentPart>
        </mc:Choice>
        <mc:Fallback xmlns="">
          <p:pic>
            <p:nvPicPr>
              <p:cNvPr id="3" name="Ink 2">
                <a:extLst>
                  <a:ext uri="{FF2B5EF4-FFF2-40B4-BE49-F238E27FC236}">
                    <a16:creationId xmlns:a16="http://schemas.microsoft.com/office/drawing/2014/main" id="{5A41D981-6A17-A8AF-03A6-AE00969DE983}"/>
                  </a:ext>
                </a:extLst>
              </p:cNvPr>
              <p:cNvPicPr/>
              <p:nvPr/>
            </p:nvPicPr>
            <p:blipFill>
              <a:blip r:embed="rId6"/>
              <a:stretch>
                <a:fillRect/>
              </a:stretch>
            </p:blipFill>
            <p:spPr>
              <a:xfrm>
                <a:off x="2047320" y="2172960"/>
                <a:ext cx="10154160" cy="16992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dissolv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dissolve">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dissolve">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dissolve">
                                      <p:cBhvr>
                                        <p:cTn id="2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978E4-ABF9-4C6F-F670-7A197D93FAF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9" name="Test Statistic">
                <a:extLst>
                  <a:ext uri="{FF2B5EF4-FFF2-40B4-BE49-F238E27FC236}">
                    <a16:creationId xmlns:a16="http://schemas.microsoft.com/office/drawing/2014/main" id="{AED62499-169E-4A1A-FF4F-DCB229A7E24C}"/>
                  </a:ext>
                </a:extLst>
              </p:cNvPr>
              <p:cNvSpPr txBox="1">
                <a:spLocks noGrp="1"/>
              </p:cNvSpPr>
              <p:nvPr>
                <p:ph type="title"/>
              </p:nvPr>
            </p:nvSpPr>
            <p:spPr>
              <a:xfrm>
                <a:off x="574262" y="-571500"/>
                <a:ext cx="11263745" cy="1143000"/>
              </a:xfrm>
              <a:prstGeom prst="rect">
                <a:avLst/>
              </a:prstGeom>
            </p:spPr>
            <p:txBody>
              <a:bodyPr/>
              <a:lstStyle/>
              <a:p>
                <a:r>
                  <a:rPr lang="en-US" dirty="0">
                    <a:latin typeface="+mn-lt"/>
                  </a:rPr>
                  <a:t>Step 1: Relate unknown </a:t>
                </a:r>
                <a14:m>
                  <m:oMath xmlns:m="http://schemas.openxmlformats.org/officeDocument/2006/math">
                    <m:sSub>
                      <m:sSubPr>
                        <m:ctrlPr>
                          <a:rPr lang="ar-AE"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𝐴</m:t>
                        </m:r>
                      </m:sub>
                    </m:sSub>
                  </m:oMath>
                </a14:m>
                <a:r>
                  <a:rPr lang="en-US" dirty="0">
                    <a:latin typeface="+mn-lt"/>
                  </a:rPr>
                  <a:t>to data using</a:t>
                </a:r>
                <a14:m>
                  <m:oMath xmlns:m="http://schemas.openxmlformats.org/officeDocument/2006/math">
                    <m:r>
                      <a:rPr lang="en-US" sz="3200" b="0" i="0" smtClean="0">
                        <a:latin typeface="Cambria Math" panose="02040503050406030204" pitchFamily="18" charset="0"/>
                        <a:ea typeface="Cambria Math" panose="02040503050406030204" pitchFamily="18" charset="0"/>
                      </a:rPr>
                      <m:t> </m:t>
                    </m:r>
                    <m:r>
                      <a:rPr lang="en-US" sz="3200" i="1">
                        <a:latin typeface="Cambria Math" panose="02040503050406030204" pitchFamily="18" charset="0"/>
                        <a:ea typeface="Cambria Math" panose="02040503050406030204" pitchFamily="18" charset="0"/>
                      </a:rPr>
                      <m:t>𝔼</m:t>
                    </m:r>
                  </m:oMath>
                </a14:m>
                <a:endParaRPr dirty="0">
                  <a:latin typeface="+mn-lt"/>
                </a:endParaRPr>
              </a:p>
            </p:txBody>
          </p:sp>
        </mc:Choice>
        <mc:Fallback xmlns="">
          <p:sp>
            <p:nvSpPr>
              <p:cNvPr id="1189" name="Test Statistic">
                <a:extLst>
                  <a:ext uri="{FF2B5EF4-FFF2-40B4-BE49-F238E27FC236}">
                    <a16:creationId xmlns:a16="http://schemas.microsoft.com/office/drawing/2014/main" id="{AED62499-169E-4A1A-FF4F-DCB229A7E24C}"/>
                  </a:ext>
                </a:extLst>
              </p:cNvPr>
              <p:cNvSpPr txBox="1">
                <a:spLocks noGrp="1" noRot="1" noChangeAspect="1" noMove="1" noResize="1" noEditPoints="1" noAdjustHandles="1" noChangeArrowheads="1" noChangeShapeType="1" noTextEdit="1"/>
              </p:cNvSpPr>
              <p:nvPr>
                <p:ph type="title"/>
              </p:nvPr>
            </p:nvSpPr>
            <p:spPr>
              <a:xfrm>
                <a:off x="574262" y="-571500"/>
                <a:ext cx="11263745" cy="1143000"/>
              </a:xfrm>
              <a:prstGeom prst="rect">
                <a:avLst/>
              </a:prstGeom>
              <a:blipFill>
                <a:blip r:embed="rId3"/>
                <a:stretch>
                  <a:fillRect l="-1239"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CD733C6-C913-3F0D-DFE1-55238F422B22}"/>
                  </a:ext>
                </a:extLst>
              </p:cNvPr>
              <p:cNvSpPr txBox="1"/>
              <p:nvPr/>
            </p:nvSpPr>
            <p:spPr>
              <a:xfrm>
                <a:off x="1214438" y="1171575"/>
                <a:ext cx="9786937" cy="5676619"/>
              </a:xfrm>
              <a:prstGeom prst="rect">
                <a:avLst/>
              </a:prstGeom>
              <a:noFill/>
            </p:spPr>
            <p:txBody>
              <a:bodyPr wrap="square">
                <a:spAutoFit/>
              </a:bodyPr>
              <a:lstStyle/>
              <a:p>
                <a:pPr marL="342900" indent="-342900">
                  <a:buFont typeface="Arial" panose="020B0604020202020204" pitchFamily="34" charset="0"/>
                  <a:buChar char="•"/>
                </a:pPr>
                <a:r>
                  <a:rPr lang="en-US" sz="2800" dirty="0">
                    <a:latin typeface="+mn-lt"/>
                  </a:rPr>
                  <a:t>Calculate Expected mean conversion rate</a:t>
                </a:r>
                <a14:m>
                  <m:oMath xmlns:m="http://schemas.openxmlformats.org/officeDocument/2006/math">
                    <m:r>
                      <a:rPr lang="en-US" sz="2800" i="1">
                        <a:latin typeface="Cambria Math" panose="02040503050406030204" pitchFamily="18" charset="0"/>
                        <a:ea typeface="Cambria Math" panose="02040503050406030204" pitchFamily="18" charset="0"/>
                      </a:rPr>
                      <m:t> </m:t>
                    </m:r>
                  </m:oMath>
                </a14:m>
                <a:r>
                  <a:rPr lang="en-US" sz="2800" dirty="0">
                    <a:latin typeface="+mn-lt"/>
                  </a:rPr>
                  <a:t>: Applying </a:t>
                </a:r>
                <a14:m>
                  <m:oMath xmlns:m="http://schemas.openxmlformats.org/officeDocument/2006/math">
                    <m:r>
                      <a:rPr lang="en-US" sz="2800" i="1">
                        <a:latin typeface="Cambria Math" panose="02040503050406030204" pitchFamily="18" charset="0"/>
                        <a:ea typeface="Cambria Math" panose="02040503050406030204" pitchFamily="18" charset="0"/>
                      </a:rPr>
                      <m:t>𝔼</m:t>
                    </m:r>
                  </m:oMath>
                </a14:m>
                <a:r>
                  <a:rPr lang="en-US" sz="2800" dirty="0">
                    <a:latin typeface="+mn-lt"/>
                  </a:rPr>
                  <a:t> to both sides of definition of </a:t>
                </a:r>
                <a14:m>
                  <m:oMath xmlns:m="http://schemas.openxmlformats.org/officeDocument/2006/math">
                    <m:acc>
                      <m:accPr>
                        <m:chr m:val="̂"/>
                        <m:ctrlPr>
                          <a:rPr lang="ar-AE"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r>
                      <a:rPr lang="en-US" sz="2800" i="1" baseline="-25000">
                        <a:solidFill>
                          <a:srgbClr val="000000"/>
                        </a:solidFill>
                        <a:latin typeface="Cambria Math" panose="02040503050406030204" pitchFamily="18" charset="0"/>
                      </a:rPr>
                      <m:t>𝐴</m:t>
                    </m:r>
                  </m:oMath>
                </a14:m>
                <a:r>
                  <a:rPr lang="en-US" sz="2800" dirty="0">
                    <a:latin typeface="+mn-lt"/>
                  </a:rPr>
                  <a:t>, we get,</a:t>
                </a:r>
              </a:p>
              <a:p>
                <a:pPr marL="342900" indent="-342900">
                  <a:buFont typeface="Arial" panose="020B0604020202020204" pitchFamily="34" charset="0"/>
                  <a:buChar char="•"/>
                </a:pPr>
                <a:endParaRPr lang="en-US" sz="2800" dirty="0">
                  <a:latin typeface="+mn-lt"/>
                </a:endParaRPr>
              </a:p>
              <a:p>
                <a:pPr algn="ctr"/>
                <a14:m>
                  <m:oMathPara xmlns:m="http://schemas.openxmlformats.org/officeDocument/2006/math">
                    <m:oMathParaPr>
                      <m:jc m:val="center"/>
                    </m:oMathParaPr>
                    <m:oMath xmlns:m="http://schemas.openxmlformats.org/officeDocument/2006/math">
                      <m:r>
                        <a:rPr lang="en-US" sz="2800" i="1">
                          <a:latin typeface="Cambria Math" panose="02040503050406030204" pitchFamily="18" charset="0"/>
                          <a:ea typeface="Cambria Math" panose="02040503050406030204" pitchFamily="18" charset="0"/>
                        </a:rPr>
                        <m:t>𝔼</m:t>
                      </m:r>
                      <m:d>
                        <m:dPr>
                          <m:begChr m:val="["/>
                          <m:endChr m:val="]"/>
                          <m:ctrlPr>
                            <a:rPr lang="en-US" sz="2800" i="1">
                              <a:solidFill>
                                <a:srgbClr val="000000"/>
                              </a:solidFill>
                              <a:latin typeface="Cambria Math" panose="02040503050406030204" pitchFamily="18" charset="0"/>
                              <a:ea typeface="Cambria Math" panose="02040503050406030204" pitchFamily="18" charset="0"/>
                            </a:rPr>
                          </m:ctrlPr>
                        </m:dPr>
                        <m:e>
                          <m:acc>
                            <m:accPr>
                              <m:chr m:val="̂"/>
                              <m:ctrlPr>
                                <a:rPr lang="ar-AE"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r>
                            <a:rPr lang="en-US" sz="2800" i="1" baseline="-25000">
                              <a:solidFill>
                                <a:srgbClr val="000000"/>
                              </a:solidFill>
                              <a:latin typeface="Cambria Math" panose="02040503050406030204" pitchFamily="18" charset="0"/>
                            </a:rPr>
                            <m:t>𝐴</m:t>
                          </m:r>
                        </m:e>
                      </m:d>
                      <m:r>
                        <a:rPr lang="en-US" sz="2800" i="1">
                          <a:latin typeface="Cambria Math" panose="02040503050406030204" pitchFamily="18" charset="0"/>
                          <a:sym typeface="Avenir Medium"/>
                        </a:rPr>
                        <m:t>=</m:t>
                      </m:r>
                      <m:r>
                        <a:rPr lang="en-US" sz="2800" i="1">
                          <a:latin typeface="Cambria Math" panose="02040503050406030204" pitchFamily="18" charset="0"/>
                          <a:ea typeface="Cambria Math" panose="02040503050406030204" pitchFamily="18" charset="0"/>
                        </a:rPr>
                        <m:t>𝔼</m:t>
                      </m:r>
                      <m:d>
                        <m:dPr>
                          <m:begChr m:val="["/>
                          <m:endChr m:val="]"/>
                          <m:ctrlPr>
                            <a:rPr lang="en-US" sz="2800" b="1" i="1">
                              <a:solidFill>
                                <a:srgbClr val="000000"/>
                              </a:solidFill>
                              <a:latin typeface="Cambria Math" panose="02040503050406030204" pitchFamily="18" charset="0"/>
                              <a:ea typeface="Cambria Math" panose="02040503050406030204" pitchFamily="18" charset="0"/>
                            </a:rPr>
                          </m:ctrlPr>
                        </m:dPr>
                        <m:e>
                          <m:f>
                            <m:fPr>
                              <m:ctrlPr>
                                <a:rPr lang="en-US" sz="2800" i="1">
                                  <a:solidFill>
                                    <a:srgbClr val="000000"/>
                                  </a:solidFill>
                                  <a:latin typeface="Cambria Math" panose="02040503050406030204" pitchFamily="18" charset="0"/>
                                </a:rPr>
                              </m:ctrlPr>
                            </m:fPr>
                            <m:num>
                              <m:nary>
                                <m:naryPr>
                                  <m:chr m:val="∑"/>
                                  <m:ctrlPr>
                                    <a:rPr lang="en-US" sz="2800" i="1">
                                      <a:solidFill>
                                        <a:srgbClr val="000000"/>
                                      </a:solidFill>
                                      <a:latin typeface="Cambria Math" panose="02040503050406030204" pitchFamily="18" charset="0"/>
                                    </a:rPr>
                                  </m:ctrlPr>
                                </m:naryPr>
                                <m:sub>
                                  <m:r>
                                    <m:rPr>
                                      <m:brk m:alnAt="23"/>
                                    </m:rPr>
                                    <a:rPr lang="en-US" sz="2800" i="1">
                                      <a:solidFill>
                                        <a:srgbClr val="000000"/>
                                      </a:solidFill>
                                      <a:latin typeface="Cambria Math" panose="02040503050406030204" pitchFamily="18" charset="0"/>
                                    </a:rPr>
                                    <m:t>𝑖</m:t>
                                  </m:r>
                                  <m:r>
                                    <a:rPr lang="en-US" sz="2800" i="1">
                                      <a:solidFill>
                                        <a:srgbClr val="000000"/>
                                      </a:solidFill>
                                      <a:latin typeface="Cambria Math" panose="02040503050406030204" pitchFamily="18" charset="0"/>
                                    </a:rPr>
                                    <m:t>=1</m:t>
                                  </m:r>
                                </m:sub>
                                <m:sup>
                                  <m:r>
                                    <a:rPr lang="en-US" sz="2800" i="1">
                                      <a:solidFill>
                                        <a:srgbClr val="000000"/>
                                      </a:solidFill>
                                      <a:latin typeface="Cambria Math" panose="02040503050406030204" pitchFamily="18" charset="0"/>
                                    </a:rPr>
                                    <m:t>𝑛</m:t>
                                  </m:r>
                                </m:sup>
                                <m:e>
                                  <m:sSub>
                                    <m:sSubPr>
                                      <m:ctrlPr>
                                        <a:rPr lang="en-US" sz="2800" i="1">
                                          <a:latin typeface="Cambria Math" panose="02040503050406030204" pitchFamily="18" charset="0"/>
                                          <a:sym typeface="Avenir Medium"/>
                                        </a:rPr>
                                      </m:ctrlPr>
                                    </m:sSubPr>
                                    <m:e>
                                      <m:r>
                                        <a:rPr lang="en-US" sz="2800" i="1">
                                          <a:latin typeface="Cambria Math" panose="02040503050406030204" pitchFamily="18" charset="0"/>
                                          <a:sym typeface="Avenir Medium"/>
                                        </a:rPr>
                                        <m:t>𝑋</m:t>
                                      </m:r>
                                    </m:e>
                                    <m:sub>
                                      <m:r>
                                        <a:rPr lang="en-US" sz="2800" i="1">
                                          <a:latin typeface="Cambria Math" panose="02040503050406030204" pitchFamily="18" charset="0"/>
                                          <a:sym typeface="Avenir Medium"/>
                                        </a:rPr>
                                        <m:t>𝑖</m:t>
                                      </m:r>
                                    </m:sub>
                                  </m:sSub>
                                </m:e>
                              </m:nary>
                            </m:num>
                            <m:den>
                              <m:r>
                                <a:rPr lang="en-US" sz="2800" i="1">
                                  <a:solidFill>
                                    <a:srgbClr val="000000"/>
                                  </a:solidFill>
                                  <a:latin typeface="Cambria Math" panose="02040503050406030204" pitchFamily="18" charset="0"/>
                                </a:rPr>
                                <m:t>𝑛</m:t>
                              </m:r>
                              <m:r>
                                <a:rPr lang="en-US" sz="2800" i="1" baseline="-25000">
                                  <a:solidFill>
                                    <a:srgbClr val="000000"/>
                                  </a:solidFill>
                                  <a:latin typeface="Cambria Math" panose="02040503050406030204" pitchFamily="18" charset="0"/>
                                </a:rPr>
                                <m:t>𝐴</m:t>
                              </m:r>
                            </m:den>
                          </m:f>
                        </m:e>
                      </m:d>
                      <m:r>
                        <a:rPr lang="en-US" sz="2800" b="0" i="1" baseline="-25000" smtClean="0">
                          <a:solidFill>
                            <a:srgbClr val="000000"/>
                          </a:solidFill>
                          <a:latin typeface="Cambria Math" panose="02040503050406030204" pitchFamily="18" charset="0"/>
                        </a:rPr>
                        <m:t>   </m:t>
                      </m:r>
                      <m:r>
                        <a:rPr lang="en-US" sz="2800" b="0" i="1" smtClean="0">
                          <a:latin typeface="Cambria Math" panose="02040503050406030204" pitchFamily="18" charset="0"/>
                          <a:sym typeface="Avenir Medium"/>
                        </a:rPr>
                        <m:t>=</m:t>
                      </m:r>
                      <m:f>
                        <m:fPr>
                          <m:ctrlPr>
                            <a:rPr lang="en-US" sz="2800" b="0" i="1" smtClean="0">
                              <a:solidFill>
                                <a:srgbClr val="000000"/>
                              </a:solidFill>
                              <a:latin typeface="Cambria Math" panose="02040503050406030204" pitchFamily="18" charset="0"/>
                              <a:sym typeface="Avenir Medium"/>
                            </a:rPr>
                          </m:ctrlPr>
                        </m:fPr>
                        <m:num>
                          <m:sSub>
                            <m:sSubPr>
                              <m:ctrlPr>
                                <a:rPr lang="en-US" sz="2800" i="1">
                                  <a:latin typeface="Cambria Math" panose="02040503050406030204" pitchFamily="18" charset="0"/>
                                  <a:sym typeface="Avenir Medium"/>
                                </a:rPr>
                              </m:ctrlPr>
                            </m:sSubPr>
                            <m:e>
                              <m:r>
                                <a:rPr lang="en-US" sz="2800" i="1">
                                  <a:latin typeface="Cambria Math" panose="02040503050406030204" pitchFamily="18" charset="0"/>
                                  <a:ea typeface="Cambria Math" panose="02040503050406030204" pitchFamily="18" charset="0"/>
                                </a:rPr>
                                <m:t>𝔼</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sym typeface="Avenir Medium"/>
                                </a:rPr>
                                <m:t>𝑋</m:t>
                              </m:r>
                            </m:e>
                            <m:sub>
                              <m:r>
                                <a:rPr lang="en-US" sz="2800" i="1">
                                  <a:latin typeface="Cambria Math" panose="02040503050406030204" pitchFamily="18" charset="0"/>
                                  <a:sym typeface="Avenir Medium"/>
                                </a:rPr>
                                <m:t>1</m:t>
                              </m:r>
                            </m:sub>
                          </m:sSub>
                          <m:r>
                            <a:rPr lang="en-US" sz="2800" i="1">
                              <a:latin typeface="Cambria Math" panose="02040503050406030204" pitchFamily="18" charset="0"/>
                              <a:sym typeface="Avenir Medium"/>
                            </a:rPr>
                            <m:t>+</m:t>
                          </m:r>
                          <m:sSub>
                            <m:sSubPr>
                              <m:ctrlPr>
                                <a:rPr lang="en-US" sz="2800" i="1">
                                  <a:latin typeface="Cambria Math" panose="02040503050406030204" pitchFamily="18" charset="0"/>
                                  <a:sym typeface="Avenir Medium"/>
                                </a:rPr>
                              </m:ctrlPr>
                            </m:sSubPr>
                            <m:e>
                              <m:r>
                                <a:rPr lang="en-US" sz="2800" i="1">
                                  <a:latin typeface="Cambria Math" panose="02040503050406030204" pitchFamily="18" charset="0"/>
                                  <a:sym typeface="Avenir Medium"/>
                                </a:rPr>
                                <m:t>𝑋</m:t>
                              </m:r>
                            </m:e>
                            <m:sub>
                              <m:r>
                                <a:rPr lang="en-US" sz="2800" i="1">
                                  <a:latin typeface="Cambria Math" panose="02040503050406030204" pitchFamily="18" charset="0"/>
                                  <a:sym typeface="Avenir Medium"/>
                                </a:rPr>
                                <m:t>2</m:t>
                              </m:r>
                            </m:sub>
                          </m:sSub>
                          <m:r>
                            <a:rPr lang="en-US" sz="2800" i="1">
                              <a:latin typeface="Cambria Math" panose="02040503050406030204" pitchFamily="18" charset="0"/>
                              <a:sym typeface="Avenir Medium"/>
                            </a:rPr>
                            <m:t>+…+</m:t>
                          </m:r>
                          <m:sSub>
                            <m:sSubPr>
                              <m:ctrlPr>
                                <a:rPr lang="en-US" sz="2800" i="1">
                                  <a:latin typeface="Cambria Math" panose="02040503050406030204" pitchFamily="18" charset="0"/>
                                  <a:sym typeface="Avenir Medium"/>
                                </a:rPr>
                              </m:ctrlPr>
                            </m:sSubPr>
                            <m:e>
                              <m:r>
                                <a:rPr lang="en-US" sz="2800" i="1">
                                  <a:latin typeface="Cambria Math" panose="02040503050406030204" pitchFamily="18" charset="0"/>
                                  <a:sym typeface="Avenir Medium"/>
                                </a:rPr>
                                <m:t>𝑋</m:t>
                              </m:r>
                            </m:e>
                            <m:sub>
                              <m:r>
                                <a:rPr lang="en-US" sz="2800" i="1">
                                  <a:latin typeface="Cambria Math" panose="02040503050406030204" pitchFamily="18" charset="0"/>
                                  <a:sym typeface="Avenir Medium"/>
                                </a:rPr>
                                <m:t>𝑛</m:t>
                              </m:r>
                              <m:r>
                                <a:rPr lang="en-US" sz="2800" b="0" i="1" baseline="-25000" smtClean="0">
                                  <a:latin typeface="Cambria Math" panose="02040503050406030204" pitchFamily="18" charset="0"/>
                                  <a:sym typeface="Avenir Medium"/>
                                </a:rPr>
                                <m:t>𝐴</m:t>
                              </m:r>
                            </m:sub>
                          </m:sSub>
                          <m:r>
                            <a:rPr lang="en-US" sz="2800" i="1">
                              <a:latin typeface="Cambria Math" panose="02040503050406030204" pitchFamily="18" charset="0"/>
                              <a:sym typeface="Avenir Medium"/>
                            </a:rPr>
                            <m:t>]</m:t>
                          </m:r>
                        </m:num>
                        <m:den>
                          <m:r>
                            <a:rPr lang="en-US" sz="2800" b="0" i="1" smtClean="0">
                              <a:latin typeface="Cambria Math" panose="02040503050406030204" pitchFamily="18" charset="0"/>
                              <a:sym typeface="Avenir Medium"/>
                            </a:rPr>
                            <m:t>𝑛</m:t>
                          </m:r>
                          <m:r>
                            <a:rPr lang="en-US" sz="2800" b="0" i="1" baseline="-25000" smtClean="0">
                              <a:latin typeface="Cambria Math" panose="02040503050406030204" pitchFamily="18" charset="0"/>
                              <a:sym typeface="Avenir Medium"/>
                            </a:rPr>
                            <m:t>𝐴</m:t>
                          </m:r>
                        </m:den>
                      </m:f>
                    </m:oMath>
                    <m:oMath xmlns:m="http://schemas.openxmlformats.org/officeDocument/2006/math">
                      <m:r>
                        <a:rPr lang="en-US" sz="2800" b="0" i="1" smtClean="0">
                          <a:latin typeface="Cambria Math" panose="02040503050406030204" pitchFamily="18" charset="0"/>
                          <a:sym typeface="Avenir Medium"/>
                        </a:rPr>
                        <m:t>                                                    </m:t>
                      </m:r>
                      <m:r>
                        <a:rPr lang="en-US" sz="2800" i="1">
                          <a:latin typeface="Cambria Math" panose="02040503050406030204" pitchFamily="18" charset="0"/>
                          <a:sym typeface="Avenir Medium"/>
                        </a:rPr>
                        <m:t>=</m:t>
                      </m:r>
                      <m:f>
                        <m:fPr>
                          <m:ctrlPr>
                            <a:rPr lang="en-US" sz="2800" b="0" i="1" smtClean="0">
                              <a:solidFill>
                                <a:srgbClr val="000000"/>
                              </a:solidFill>
                              <a:latin typeface="Cambria Math" panose="02040503050406030204" pitchFamily="18" charset="0"/>
                              <a:sym typeface="Avenir Medium"/>
                            </a:rPr>
                          </m:ctrlPr>
                        </m:fPr>
                        <m:num>
                          <m:r>
                            <a:rPr lang="en-US" sz="2800" i="1">
                              <a:latin typeface="Cambria Math" panose="02040503050406030204" pitchFamily="18" charset="0"/>
                              <a:ea typeface="Cambria Math" panose="02040503050406030204" pitchFamily="18" charset="0"/>
                            </a:rPr>
                            <m:t>𝔼</m:t>
                          </m:r>
                          <m:d>
                            <m:dPr>
                              <m:begChr m:val="["/>
                              <m:endChr m:val="]"/>
                              <m:ctrlPr>
                                <a:rPr lang="en-US" sz="2800" i="1">
                                  <a:latin typeface="Cambria Math" panose="02040503050406030204" pitchFamily="18" charset="0"/>
                                  <a:ea typeface="Cambria Math" panose="02040503050406030204" pitchFamily="18" charset="0"/>
                                </a:rPr>
                              </m:ctrlPr>
                            </m:dPr>
                            <m:e>
                              <m:sSub>
                                <m:sSubPr>
                                  <m:ctrlPr>
                                    <a:rPr lang="en-US" sz="2800" i="1">
                                      <a:latin typeface="Cambria Math" panose="02040503050406030204" pitchFamily="18" charset="0"/>
                                      <a:sym typeface="Avenir Medium"/>
                                    </a:rPr>
                                  </m:ctrlPr>
                                </m:sSubPr>
                                <m:e>
                                  <m:r>
                                    <a:rPr lang="en-US" sz="2800" i="1">
                                      <a:latin typeface="Cambria Math" panose="02040503050406030204" pitchFamily="18" charset="0"/>
                                      <a:sym typeface="Avenir Medium"/>
                                    </a:rPr>
                                    <m:t>𝑋</m:t>
                                  </m:r>
                                </m:e>
                                <m:sub>
                                  <m:r>
                                    <a:rPr lang="en-US" sz="2800" i="1">
                                      <a:latin typeface="Cambria Math" panose="02040503050406030204" pitchFamily="18" charset="0"/>
                                      <a:sym typeface="Avenir Medium"/>
                                    </a:rPr>
                                    <m:t>1</m:t>
                                  </m:r>
                                </m:sub>
                              </m:sSub>
                            </m:e>
                          </m:d>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𝔼</m:t>
                          </m:r>
                          <m:d>
                            <m:dPr>
                              <m:begChr m:val="["/>
                              <m:endChr m:val="]"/>
                              <m:ctrlPr>
                                <a:rPr lang="en-US" sz="2800" i="1">
                                  <a:latin typeface="Cambria Math" panose="02040503050406030204" pitchFamily="18" charset="0"/>
                                  <a:ea typeface="Cambria Math" panose="02040503050406030204" pitchFamily="18" charset="0"/>
                                </a:rPr>
                              </m:ctrlPr>
                            </m:dPr>
                            <m:e>
                              <m:sSub>
                                <m:sSubPr>
                                  <m:ctrlPr>
                                    <a:rPr lang="en-US" sz="2800" i="1">
                                      <a:latin typeface="Cambria Math" panose="02040503050406030204" pitchFamily="18" charset="0"/>
                                      <a:sym typeface="Avenir Medium"/>
                                    </a:rPr>
                                  </m:ctrlPr>
                                </m:sSubPr>
                                <m:e>
                                  <m:r>
                                    <a:rPr lang="en-US" sz="2800" i="1">
                                      <a:latin typeface="Cambria Math" panose="02040503050406030204" pitchFamily="18" charset="0"/>
                                      <a:sym typeface="Avenir Medium"/>
                                    </a:rPr>
                                    <m:t>𝑋</m:t>
                                  </m:r>
                                </m:e>
                                <m:sub>
                                  <m:r>
                                    <a:rPr lang="en-US" sz="2800" i="1">
                                      <a:latin typeface="Cambria Math" panose="02040503050406030204" pitchFamily="18" charset="0"/>
                                      <a:sym typeface="Avenir Medium"/>
                                    </a:rPr>
                                    <m:t>2</m:t>
                                  </m:r>
                                </m:sub>
                              </m:sSub>
                            </m:e>
                          </m:d>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𝔼</m:t>
                          </m:r>
                          <m:d>
                            <m:dPr>
                              <m:begChr m:val="["/>
                              <m:endChr m:val="]"/>
                              <m:ctrlPr>
                                <a:rPr lang="en-US" sz="2800" i="1">
                                  <a:latin typeface="Cambria Math" panose="02040503050406030204" pitchFamily="18" charset="0"/>
                                  <a:ea typeface="Cambria Math" panose="02040503050406030204" pitchFamily="18" charset="0"/>
                                </a:rPr>
                              </m:ctrlPr>
                            </m:dPr>
                            <m:e>
                              <m:sSub>
                                <m:sSubPr>
                                  <m:ctrlPr>
                                    <a:rPr lang="en-US" sz="2800" i="1">
                                      <a:latin typeface="Cambria Math" panose="02040503050406030204" pitchFamily="18" charset="0"/>
                                      <a:sym typeface="Avenir Medium"/>
                                    </a:rPr>
                                  </m:ctrlPr>
                                </m:sSubPr>
                                <m:e>
                                  <m:r>
                                    <a:rPr lang="en-US" sz="2800" i="1">
                                      <a:latin typeface="Cambria Math" panose="02040503050406030204" pitchFamily="18" charset="0"/>
                                      <a:sym typeface="Avenir Medium"/>
                                    </a:rPr>
                                    <m:t>𝑋</m:t>
                                  </m:r>
                                </m:e>
                                <m:sub>
                                  <m:r>
                                    <a:rPr lang="en-US" sz="2800" i="1">
                                      <a:latin typeface="Cambria Math" panose="02040503050406030204" pitchFamily="18" charset="0"/>
                                      <a:sym typeface="Avenir Medium"/>
                                    </a:rPr>
                                    <m:t>𝑛</m:t>
                                  </m:r>
                                  <m:r>
                                    <a:rPr lang="en-US" sz="2800" b="0" i="1" baseline="-25000" smtClean="0">
                                      <a:latin typeface="Cambria Math" panose="02040503050406030204" pitchFamily="18" charset="0"/>
                                      <a:sym typeface="Avenir Medium"/>
                                    </a:rPr>
                                    <m:t>𝐴</m:t>
                                  </m:r>
                                </m:sub>
                              </m:sSub>
                            </m:e>
                          </m:d>
                        </m:num>
                        <m:den>
                          <m:r>
                            <a:rPr lang="en-US" sz="2800" b="0" i="1" smtClean="0">
                              <a:solidFill>
                                <a:srgbClr val="000000"/>
                              </a:solidFill>
                              <a:latin typeface="Cambria Math" panose="02040503050406030204" pitchFamily="18" charset="0"/>
                              <a:sym typeface="Avenir Medium"/>
                            </a:rPr>
                            <m:t>𝑛</m:t>
                          </m:r>
                          <m:r>
                            <a:rPr lang="en-US" sz="2800" i="1" baseline="-25000">
                              <a:latin typeface="Cambria Math" panose="02040503050406030204" pitchFamily="18" charset="0"/>
                            </a:rPr>
                            <m:t>𝐴</m:t>
                          </m:r>
                        </m:den>
                      </m:f>
                    </m:oMath>
                  </m:oMathPara>
                </a14:m>
                <a:endParaRPr lang="en-US" sz="2800" i="1" baseline="-25000" dirty="0">
                  <a:latin typeface="+mn-lt"/>
                </a:endParaRPr>
              </a:p>
              <a:p>
                <a:pPr algn="ctr"/>
                <a:r>
                  <a:rPr lang="en-US" sz="2800" dirty="0">
                    <a:latin typeface="+mn-lt"/>
                    <a:ea typeface="Cambria Math" panose="02040503050406030204" pitchFamily="18" charset="0"/>
                  </a:rPr>
                  <a:t>    </a:t>
                </a:r>
                <a14:m>
                  <m:oMath xmlns:m="http://schemas.openxmlformats.org/officeDocument/2006/math">
                    <m:r>
                      <a:rPr lang="en-US" sz="2800" b="0" i="0" smtClean="0">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m:t>
                    </m:r>
                    <m:f>
                      <m:fPr>
                        <m:ctrlPr>
                          <a:rPr lang="en-US" sz="2800" b="0" i="1" smtClean="0">
                            <a:solidFill>
                              <a:srgbClr val="000000"/>
                            </a:solidFill>
                            <a:latin typeface="Cambria Math" panose="02040503050406030204" pitchFamily="18" charset="0"/>
                            <a:ea typeface="Cambria Math" panose="02040503050406030204" pitchFamily="18" charset="0"/>
                            <a:sym typeface="Avenir Medium"/>
                          </a:rPr>
                        </m:ctrlPr>
                      </m:fPr>
                      <m:num>
                        <m:r>
                          <a:rPr lang="en-US" sz="2800" i="1" smtClean="0">
                            <a:latin typeface="Cambria Math" panose="02040503050406030204" pitchFamily="18" charset="0"/>
                            <a:ea typeface="Cambria Math" panose="02040503050406030204" pitchFamily="18" charset="0"/>
                          </a:rPr>
                          <m:t>𝑛</m:t>
                        </m:r>
                        <m:r>
                          <a:rPr lang="en-US" sz="2800" i="1" baseline="-25000">
                            <a:latin typeface="Cambria Math" panose="02040503050406030204" pitchFamily="18" charset="0"/>
                          </a:rPr>
                          <m:t>𝐴</m:t>
                        </m:r>
                        <m:r>
                          <a:rPr lang="en-US" sz="2800" i="1">
                            <a:latin typeface="Cambria Math" panose="02040503050406030204" pitchFamily="18" charset="0"/>
                            <a:ea typeface="Cambria Math" panose="02040503050406030204" pitchFamily="18" charset="0"/>
                          </a:rPr>
                          <m:t>∙</m:t>
                        </m:r>
                        <m:sSub>
                          <m:sSubPr>
                            <m:ctrlPr>
                              <a:rPr lang="ar-AE" sz="2800" i="1">
                                <a:latin typeface="Cambria Math" panose="02040503050406030204" pitchFamily="18" charset="0"/>
                              </a:rPr>
                            </m:ctrlPr>
                          </m:sSubPr>
                          <m:e>
                            <m:r>
                              <a:rPr lang="en-US" sz="2800" i="1">
                                <a:latin typeface="Cambria Math" panose="02040503050406030204" pitchFamily="18" charset="0"/>
                              </a:rPr>
                              <m:t>𝑝</m:t>
                            </m:r>
                          </m:e>
                          <m:sub>
                            <m:r>
                              <a:rPr lang="ar-AE" sz="2800" i="1">
                                <a:latin typeface="Cambria Math" panose="02040503050406030204" pitchFamily="18" charset="0"/>
                              </a:rPr>
                              <m:t>𝐴</m:t>
                            </m:r>
                          </m:sub>
                        </m:sSub>
                      </m:num>
                      <m:den>
                        <m:r>
                          <a:rPr lang="en-US" sz="2800" b="0" i="1" smtClean="0">
                            <a:solidFill>
                              <a:srgbClr val="000000"/>
                            </a:solidFill>
                            <a:latin typeface="Cambria Math" panose="02040503050406030204" pitchFamily="18" charset="0"/>
                            <a:sym typeface="Avenir Medium"/>
                          </a:rPr>
                          <m:t>𝑛</m:t>
                        </m:r>
                        <m:r>
                          <a:rPr lang="en-US" sz="2800" i="1" baseline="-25000">
                            <a:latin typeface="Cambria Math" panose="02040503050406030204" pitchFamily="18" charset="0"/>
                          </a:rPr>
                          <m:t>𝐴</m:t>
                        </m:r>
                      </m:den>
                    </m:f>
                  </m:oMath>
                </a14:m>
                <a:endParaRPr lang="en-US" sz="2800" i="1" baseline="-25000" dirty="0">
                  <a:latin typeface="+mn-lt"/>
                </a:endParaRPr>
              </a:p>
              <a:p>
                <a:pPr algn="ctr"/>
                <a:r>
                  <a:rPr lang="en-US" sz="2800" b="0" dirty="0">
                    <a:solidFill>
                      <a:srgbClr val="000000"/>
                    </a:solidFill>
                    <a:latin typeface="+mn-lt"/>
                    <a:ea typeface="Cambria Math" panose="02040503050406030204" pitchFamily="18" charset="0"/>
                    <a:sym typeface="Avenir Medium"/>
                  </a:rPr>
                  <a:t> </a:t>
                </a:r>
                <a14:m>
                  <m:oMath xmlns:m="http://schemas.openxmlformats.org/officeDocument/2006/math">
                    <m:r>
                      <a:rPr lang="en-US" sz="2800" b="0" i="1" smtClean="0">
                        <a:solidFill>
                          <a:srgbClr val="000000"/>
                        </a:solidFill>
                        <a:latin typeface="Cambria Math" panose="02040503050406030204" pitchFamily="18" charset="0"/>
                        <a:ea typeface="Cambria Math" panose="02040503050406030204" pitchFamily="18" charset="0"/>
                        <a:sym typeface="Avenir Medium"/>
                      </a:rPr>
                      <m:t>=</m:t>
                    </m:r>
                    <m:sSub>
                      <m:sSubPr>
                        <m:ctrlPr>
                          <a:rPr lang="ar-AE" sz="2800" i="1">
                            <a:latin typeface="Cambria Math" panose="02040503050406030204" pitchFamily="18" charset="0"/>
                          </a:rPr>
                        </m:ctrlPr>
                      </m:sSubPr>
                      <m:e>
                        <m:r>
                          <a:rPr lang="en-US" sz="2800" i="1">
                            <a:latin typeface="Cambria Math" panose="02040503050406030204" pitchFamily="18" charset="0"/>
                          </a:rPr>
                          <m:t>𝑝</m:t>
                        </m:r>
                      </m:e>
                      <m:sub>
                        <m:r>
                          <a:rPr lang="ar-AE" sz="2800" i="1">
                            <a:latin typeface="Cambria Math" panose="02040503050406030204" pitchFamily="18" charset="0"/>
                          </a:rPr>
                          <m:t>𝐴</m:t>
                        </m:r>
                      </m:sub>
                    </m:sSub>
                  </m:oMath>
                </a14:m>
                <a:endParaRPr lang="en-US" sz="2800" i="1" dirty="0">
                  <a:latin typeface="+mn-lt"/>
                </a:endParaRPr>
              </a:p>
              <a:p>
                <a:pPr marL="342900" indent="-342900">
                  <a:buFont typeface="Arial" panose="020B0604020202020204" pitchFamily="34" charset="0"/>
                  <a:buChar char="•"/>
                </a:pPr>
                <a:r>
                  <a:rPr lang="en-US" sz="2800" dirty="0">
                    <a:latin typeface="+mn-lt"/>
                  </a:rPr>
                  <a:t>Great, </a:t>
                </a:r>
                <a14:m>
                  <m:oMath xmlns:m="http://schemas.openxmlformats.org/officeDocument/2006/math">
                    <m:acc>
                      <m:accPr>
                        <m:chr m:val="̂"/>
                        <m:ctrlPr>
                          <a:rPr lang="ar-AE"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r>
                      <a:rPr lang="en-US" sz="2800" i="1" baseline="-25000">
                        <a:solidFill>
                          <a:srgbClr val="000000"/>
                        </a:solidFill>
                        <a:latin typeface="Cambria Math" panose="02040503050406030204" pitchFamily="18" charset="0"/>
                      </a:rPr>
                      <m:t>𝐴</m:t>
                    </m:r>
                  </m:oMath>
                </a14:m>
                <a:r>
                  <a:rPr lang="en-US" sz="2800" b="0" dirty="0">
                    <a:latin typeface="+mn-lt"/>
                  </a:rPr>
                  <a:t> has the same expectation as the unknown coin bias</a:t>
                </a:r>
                <a:r>
                  <a:rPr lang="ar-AE" sz="2800" dirty="0">
                    <a:latin typeface="+mn-lt"/>
                  </a:rPr>
                  <a:t>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𝐴</m:t>
                        </m:r>
                      </m:sub>
                    </m:sSub>
                  </m:oMath>
                </a14:m>
                <a:r>
                  <a:rPr lang="en-US" sz="2800" b="0" dirty="0">
                    <a:latin typeface="+mn-lt"/>
                  </a:rPr>
                  <a:t>!! </a:t>
                </a:r>
              </a:p>
              <a:p>
                <a:pPr marL="342900" indent="-342900">
                  <a:buFont typeface="Arial" panose="020B0604020202020204" pitchFamily="34" charset="0"/>
                  <a:buChar char="•"/>
                </a:pPr>
                <a:r>
                  <a:rPr lang="en-US" sz="2800" dirty="0">
                    <a:latin typeface="+mn-lt"/>
                  </a:rPr>
                  <a:t>Almost done, need to calculate </a:t>
                </a:r>
                <a14:m>
                  <m:oMath xmlns:m="http://schemas.openxmlformats.org/officeDocument/2006/math">
                    <m:r>
                      <m:rPr>
                        <m:nor/>
                      </m:rPr>
                      <a:rPr lang="en-US" sz="2800" b="0" i="0" smtClean="0">
                        <a:latin typeface="+mn-lt"/>
                      </a:rPr>
                      <m:t>Var</m:t>
                    </m:r>
                    <m:d>
                      <m:dPr>
                        <m:begChr m:val="["/>
                        <m:endChr m:val="]"/>
                        <m:ctrlPr>
                          <a:rPr lang="en-US" sz="2800" b="0" i="1" smtClean="0">
                            <a:latin typeface="Cambria Math" panose="02040503050406030204" pitchFamily="18" charset="0"/>
                          </a:rPr>
                        </m:ctrlPr>
                      </m:dPr>
                      <m:e>
                        <m:acc>
                          <m:accPr>
                            <m:chr m:val="̂"/>
                            <m:ctrlPr>
                              <a:rPr lang="ar-AE"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r>
                          <a:rPr lang="en-US" sz="2800" i="1" baseline="-25000">
                            <a:solidFill>
                              <a:srgbClr val="000000"/>
                            </a:solidFill>
                            <a:latin typeface="Cambria Math" panose="02040503050406030204" pitchFamily="18" charset="0"/>
                          </a:rPr>
                          <m:t>𝐴</m:t>
                        </m:r>
                      </m:e>
                    </m:d>
                  </m:oMath>
                </a14:m>
                <a:endParaRPr lang="en-US" sz="2800" dirty="0">
                  <a:latin typeface="+mn-lt"/>
                </a:endParaRPr>
              </a:p>
            </p:txBody>
          </p:sp>
        </mc:Choice>
        <mc:Fallback xmlns="">
          <p:sp>
            <p:nvSpPr>
              <p:cNvPr id="7" name="TextBox 6">
                <a:extLst>
                  <a:ext uri="{FF2B5EF4-FFF2-40B4-BE49-F238E27FC236}">
                    <a16:creationId xmlns:a16="http://schemas.microsoft.com/office/drawing/2014/main" id="{3CD733C6-C913-3F0D-DFE1-55238F422B22}"/>
                  </a:ext>
                </a:extLst>
              </p:cNvPr>
              <p:cNvSpPr txBox="1">
                <a:spLocks noRot="1" noChangeAspect="1" noMove="1" noResize="1" noEditPoints="1" noAdjustHandles="1" noChangeArrowheads="1" noChangeShapeType="1" noTextEdit="1"/>
              </p:cNvSpPr>
              <p:nvPr/>
            </p:nvSpPr>
            <p:spPr>
              <a:xfrm>
                <a:off x="1214438" y="1171575"/>
                <a:ext cx="9786937" cy="5676619"/>
              </a:xfrm>
              <a:prstGeom prst="rect">
                <a:avLst/>
              </a:prstGeom>
              <a:blipFill>
                <a:blip r:embed="rId4"/>
                <a:stretch>
                  <a:fillRect l="-1166" t="-1339"/>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56237A51-8096-A163-7FB8-40B6791C7D23}"/>
                  </a:ext>
                </a:extLst>
              </p14:cNvPr>
              <p14:cNvContentPartPr/>
              <p14:nvPr/>
            </p14:nvContentPartPr>
            <p14:xfrm>
              <a:off x="1901880" y="433440"/>
              <a:ext cx="9732960" cy="4675320"/>
            </p14:xfrm>
          </p:contentPart>
        </mc:Choice>
        <mc:Fallback xmlns="">
          <p:pic>
            <p:nvPicPr>
              <p:cNvPr id="2" name="Ink 1">
                <a:extLst>
                  <a:ext uri="{FF2B5EF4-FFF2-40B4-BE49-F238E27FC236}">
                    <a16:creationId xmlns:a16="http://schemas.microsoft.com/office/drawing/2014/main" id="{56237A51-8096-A163-7FB8-40B6791C7D23}"/>
                  </a:ext>
                </a:extLst>
              </p:cNvPr>
              <p:cNvPicPr/>
              <p:nvPr/>
            </p:nvPicPr>
            <p:blipFill>
              <a:blip r:embed="rId6"/>
              <a:stretch>
                <a:fillRect/>
              </a:stretch>
            </p:blipFill>
            <p:spPr>
              <a:xfrm>
                <a:off x="1892520" y="424080"/>
                <a:ext cx="9751680" cy="4694040"/>
              </a:xfrm>
              <a:prstGeom prst="rect">
                <a:avLst/>
              </a:prstGeom>
            </p:spPr>
          </p:pic>
        </mc:Fallback>
      </mc:AlternateContent>
    </p:spTree>
    <p:extLst>
      <p:ext uri="{BB962C8B-B14F-4D97-AF65-F5344CB8AC3E}">
        <p14:creationId xmlns:p14="http://schemas.microsoft.com/office/powerpoint/2010/main" val="24526394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dissolv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dissolv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dissolv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dissolv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dissolve">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dissolve">
                                      <p:cBhvr>
                                        <p:cTn id="3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168AF-21D5-D015-63A9-4F514F404E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9" name="Test Statistic">
                <a:extLst>
                  <a:ext uri="{FF2B5EF4-FFF2-40B4-BE49-F238E27FC236}">
                    <a16:creationId xmlns:a16="http://schemas.microsoft.com/office/drawing/2014/main" id="{3821D76C-9BD0-8FEA-55A9-AE514265BAEE}"/>
                  </a:ext>
                </a:extLst>
              </p:cNvPr>
              <p:cNvSpPr txBox="1">
                <a:spLocks noGrp="1"/>
              </p:cNvSpPr>
              <p:nvPr>
                <p:ph type="title"/>
              </p:nvPr>
            </p:nvSpPr>
            <p:spPr>
              <a:xfrm>
                <a:off x="574262" y="-571500"/>
                <a:ext cx="11263745" cy="1143000"/>
              </a:xfrm>
              <a:prstGeom prst="rect">
                <a:avLst/>
              </a:prstGeom>
            </p:spPr>
            <p:txBody>
              <a:bodyPr/>
              <a:lstStyle/>
              <a:p>
                <a:r>
                  <a:rPr lang="en-US" dirty="0"/>
                  <a:t>Test Statistic derivation: Relate unknown </a:t>
                </a:r>
                <a14:m>
                  <m:oMath xmlns:m="http://schemas.openxmlformats.org/officeDocument/2006/math">
                    <m:sSub>
                      <m:sSubPr>
                        <m:ctrlPr>
                          <a:rPr lang="ar-AE"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𝐴</m:t>
                        </m:r>
                      </m:sub>
                    </m:sSub>
                  </m:oMath>
                </a14:m>
                <a:r>
                  <a:rPr lang="en-US" dirty="0"/>
                  <a:t>to data using </a:t>
                </a:r>
                <a14:m>
                  <m:oMath xmlns:m="http://schemas.openxmlformats.org/officeDocument/2006/math">
                    <m:r>
                      <m:rPr>
                        <m:nor/>
                      </m:rPr>
                      <a:rPr lang="en-US" sz="3200">
                        <a:latin typeface="Cambria Math" panose="02040503050406030204" pitchFamily="18" charset="0"/>
                      </a:rPr>
                      <m:t>Var</m:t>
                    </m:r>
                  </m:oMath>
                </a14:m>
                <a:endParaRPr dirty="0"/>
              </a:p>
            </p:txBody>
          </p:sp>
        </mc:Choice>
        <mc:Fallback xmlns="">
          <p:sp>
            <p:nvSpPr>
              <p:cNvPr id="1189" name="Test Statistic">
                <a:extLst>
                  <a:ext uri="{FF2B5EF4-FFF2-40B4-BE49-F238E27FC236}">
                    <a16:creationId xmlns:a16="http://schemas.microsoft.com/office/drawing/2014/main" id="{3821D76C-9BD0-8FEA-55A9-AE514265BAEE}"/>
                  </a:ext>
                </a:extLst>
              </p:cNvPr>
              <p:cNvSpPr txBox="1">
                <a:spLocks noGrp="1" noRot="1" noChangeAspect="1" noMove="1" noResize="1" noEditPoints="1" noAdjustHandles="1" noChangeArrowheads="1" noChangeShapeType="1" noTextEdit="1"/>
              </p:cNvSpPr>
              <p:nvPr>
                <p:ph type="title"/>
              </p:nvPr>
            </p:nvSpPr>
            <p:spPr>
              <a:xfrm>
                <a:off x="574262" y="-571500"/>
                <a:ext cx="11263745" cy="1143000"/>
              </a:xfrm>
              <a:prstGeom prst="rect">
                <a:avLst/>
              </a:prstGeom>
              <a:blipFill>
                <a:blip r:embed="rId3"/>
                <a:stretch>
                  <a:fillRect l="-1239" b="-15217"/>
                </a:stretch>
              </a:blipFill>
            </p:spPr>
            <p:txBody>
              <a:bodyPr/>
              <a:lstStyle/>
              <a:p>
                <a:r>
                  <a:rPr lang="en-US">
                    <a:noFill/>
                  </a:rPr>
                  <a:t> </a:t>
                </a:r>
              </a:p>
            </p:txBody>
          </p:sp>
        </mc:Fallback>
      </mc:AlternateContent>
      <p:sp>
        <p:nvSpPr>
          <p:cNvPr id="1194" name="Slide Number">
            <a:extLst>
              <a:ext uri="{FF2B5EF4-FFF2-40B4-BE49-F238E27FC236}">
                <a16:creationId xmlns:a16="http://schemas.microsoft.com/office/drawing/2014/main" id="{4F8CCA0E-8946-D6A6-8272-218C50CCC43E}"/>
              </a:ext>
            </a:extLst>
          </p:cNvPr>
          <p:cNvSpPr txBox="1">
            <a:spLocks noGrp="1"/>
          </p:cNvSpPr>
          <p:nvPr>
            <p:ph type="sldNum" sz="quarter" idx="2"/>
          </p:nvPr>
        </p:nvSpPr>
        <p:spPr>
          <a:xfrm>
            <a:off x="5979516" y="7017791"/>
            <a:ext cx="226619" cy="23053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11</a:t>
            </a:fld>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087F33E-FEE8-4BB4-ACB9-43EBE3D629A1}"/>
                  </a:ext>
                </a:extLst>
              </p:cNvPr>
              <p:cNvSpPr txBox="1"/>
              <p:nvPr/>
            </p:nvSpPr>
            <p:spPr>
              <a:xfrm>
                <a:off x="353993" y="452114"/>
                <a:ext cx="10502900" cy="64234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342900" indent="-342900">
                  <a:buFont typeface="Arial" panose="020B0604020202020204" pitchFamily="34" charset="0"/>
                  <a:buChar char="•"/>
                </a:pPr>
                <a:r>
                  <a:rPr lang="en-US" sz="2400" dirty="0">
                    <a:latin typeface="+mn-lt"/>
                  </a:rPr>
                  <a:t>Calculate</a:t>
                </a:r>
                <a14:m>
                  <m:oMath xmlns:m="http://schemas.openxmlformats.org/officeDocument/2006/math">
                    <m:r>
                      <a:rPr lang="en-US" sz="2400" b="0" i="0" smtClean="0">
                        <a:latin typeface="Cambria Math" panose="02040503050406030204" pitchFamily="18" charset="0"/>
                      </a:rPr>
                      <m:t> </m:t>
                    </m:r>
                    <m:r>
                      <m:rPr>
                        <m:nor/>
                      </m:rPr>
                      <a:rPr lang="en-US" sz="2400">
                        <a:latin typeface="+mn-lt"/>
                      </a:rPr>
                      <m:t>Var</m:t>
                    </m:r>
                  </m:oMath>
                </a14:m>
                <a:r>
                  <a:rPr lang="en-US" sz="2400" dirty="0">
                    <a:latin typeface="+mn-lt"/>
                  </a:rPr>
                  <a:t>: Applying</a:t>
                </a:r>
                <a14:m>
                  <m:oMath xmlns:m="http://schemas.openxmlformats.org/officeDocument/2006/math">
                    <m:r>
                      <a:rPr lang="en-US" sz="2400" b="0" i="0" smtClean="0">
                        <a:latin typeface="Cambria Math" panose="02040503050406030204" pitchFamily="18" charset="0"/>
                      </a:rPr>
                      <m:t> </m:t>
                    </m:r>
                    <m:r>
                      <m:rPr>
                        <m:nor/>
                      </m:rPr>
                      <a:rPr lang="en-US" sz="2400">
                        <a:latin typeface="+mn-lt"/>
                      </a:rPr>
                      <m:t>Var</m:t>
                    </m:r>
                  </m:oMath>
                </a14:m>
                <a:r>
                  <a:rPr lang="en-US" sz="2400" dirty="0">
                    <a:latin typeface="+mn-lt"/>
                  </a:rPr>
                  <a:t> to both sides of definition of </a:t>
                </a:r>
                <a14:m>
                  <m:oMath xmlns:m="http://schemas.openxmlformats.org/officeDocument/2006/math">
                    <m:acc>
                      <m:accPr>
                        <m:chr m:val="̂"/>
                        <m:ctrlPr>
                          <a:rPr lang="ar-AE"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𝑝</m:t>
                        </m:r>
                      </m:e>
                    </m:acc>
                    <m:r>
                      <a:rPr lang="en-US" sz="2400" i="1" baseline="-25000">
                        <a:solidFill>
                          <a:srgbClr val="000000"/>
                        </a:solidFill>
                        <a:latin typeface="Cambria Math" panose="02040503050406030204" pitchFamily="18" charset="0"/>
                      </a:rPr>
                      <m:t>𝐴</m:t>
                    </m:r>
                  </m:oMath>
                </a14:m>
                <a:r>
                  <a:rPr lang="en-US" sz="2400" dirty="0">
                    <a:latin typeface="+mn-lt"/>
                  </a:rPr>
                  <a:t>, we get,</a:t>
                </a:r>
              </a:p>
              <a:p>
                <a:endParaRPr lang="en-US" sz="2400" dirty="0">
                  <a:latin typeface="+mn-lt"/>
                </a:endParaRPr>
              </a:p>
              <a:p>
                <a:pPr algn="ctr"/>
                <a14:m>
                  <m:oMathPara xmlns:m="http://schemas.openxmlformats.org/officeDocument/2006/math">
                    <m:oMathParaPr>
                      <m:jc m:val="centerGroup"/>
                    </m:oMathParaPr>
                    <m:oMath xmlns:m="http://schemas.openxmlformats.org/officeDocument/2006/math">
                      <m:r>
                        <m:rPr>
                          <m:nor/>
                        </m:rPr>
                        <a:rPr lang="en-US" sz="2400" b="1">
                          <a:latin typeface="+mn-lt"/>
                        </a:rPr>
                        <m:t>Var</m:t>
                      </m:r>
                      <m:d>
                        <m:dPr>
                          <m:begChr m:val="["/>
                          <m:endChr m:val="]"/>
                          <m:ctrlPr>
                            <a:rPr lang="en-US" sz="2400" b="1" i="1">
                              <a:solidFill>
                                <a:srgbClr val="000000"/>
                              </a:solidFill>
                              <a:latin typeface="Cambria Math" panose="02040503050406030204" pitchFamily="18" charset="0"/>
                              <a:ea typeface="Cambria Math" panose="02040503050406030204" pitchFamily="18" charset="0"/>
                            </a:rPr>
                          </m:ctrlPr>
                        </m:dPr>
                        <m:e>
                          <m:acc>
                            <m:accPr>
                              <m:chr m:val="̂"/>
                              <m:ctrlPr>
                                <a:rPr lang="en-US" sz="2400" b="1" i="1" smtClean="0">
                                  <a:solidFill>
                                    <a:srgbClr val="000000"/>
                                  </a:solidFill>
                                  <a:latin typeface="Cambria Math" panose="02040503050406030204" pitchFamily="18" charset="0"/>
                                </a:rPr>
                              </m:ctrlPr>
                            </m:accPr>
                            <m:e>
                              <m:r>
                                <a:rPr lang="en-US" sz="2400" b="1" i="1" smtClean="0">
                                  <a:solidFill>
                                    <a:srgbClr val="000000"/>
                                  </a:solidFill>
                                  <a:latin typeface="Cambria Math" panose="02040503050406030204" pitchFamily="18" charset="0"/>
                                </a:rPr>
                                <m:t>𝒑</m:t>
                              </m:r>
                            </m:e>
                          </m:acc>
                          <m:r>
                            <a:rPr lang="en-US" sz="2400" b="1" i="1" baseline="-25000" smtClean="0">
                              <a:latin typeface="Cambria Math" panose="02040503050406030204" pitchFamily="18" charset="0"/>
                            </a:rPr>
                            <m:t>𝑨</m:t>
                          </m:r>
                        </m:e>
                      </m:d>
                      <m:r>
                        <a:rPr lang="en-US" sz="2400" b="1" i="1">
                          <a:latin typeface="Cambria Math" panose="02040503050406030204" pitchFamily="18" charset="0"/>
                          <a:sym typeface="Avenir Medium"/>
                        </a:rPr>
                        <m:t>=</m:t>
                      </m:r>
                      <m:r>
                        <m:rPr>
                          <m:nor/>
                        </m:rPr>
                        <a:rPr lang="en-US" sz="2400" b="1">
                          <a:latin typeface="+mn-lt"/>
                        </a:rPr>
                        <m:t>Var</m:t>
                      </m:r>
                      <m:d>
                        <m:dPr>
                          <m:begChr m:val="["/>
                          <m:endChr m:val="]"/>
                          <m:ctrlPr>
                            <a:rPr lang="en-US" sz="2400" b="1" i="1">
                              <a:solidFill>
                                <a:srgbClr val="000000"/>
                              </a:solidFill>
                              <a:latin typeface="Cambria Math" panose="02040503050406030204" pitchFamily="18" charset="0"/>
                              <a:ea typeface="Cambria Math" panose="02040503050406030204" pitchFamily="18" charset="0"/>
                            </a:rPr>
                          </m:ctrlPr>
                        </m:dPr>
                        <m:e>
                          <m:f>
                            <m:fPr>
                              <m:ctrlPr>
                                <a:rPr lang="en-US" sz="2400" i="1">
                                  <a:solidFill>
                                    <a:srgbClr val="000000"/>
                                  </a:solidFill>
                                  <a:latin typeface="Cambria Math" panose="02040503050406030204" pitchFamily="18" charset="0"/>
                                </a:rPr>
                              </m:ctrlPr>
                            </m:fPr>
                            <m:num>
                              <m:nary>
                                <m:naryPr>
                                  <m:chr m:val="∑"/>
                                  <m:ctrlPr>
                                    <a:rPr lang="en-US" sz="2400" i="1">
                                      <a:solidFill>
                                        <a:srgbClr val="000000"/>
                                      </a:solidFill>
                                      <a:latin typeface="Cambria Math" panose="02040503050406030204" pitchFamily="18" charset="0"/>
                                    </a:rPr>
                                  </m:ctrlPr>
                                </m:naryPr>
                                <m:sub>
                                  <m:r>
                                    <m:rPr>
                                      <m:brk m:alnAt="23"/>
                                    </m:rPr>
                                    <a:rPr lang="en-US" sz="2400" i="1">
                                      <a:solidFill>
                                        <a:srgbClr val="000000"/>
                                      </a:solidFill>
                                      <a:latin typeface="Cambria Math" panose="02040503050406030204" pitchFamily="18" charset="0"/>
                                    </a:rPr>
                                    <m:t>𝑖</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𝑛</m:t>
                                  </m:r>
                                </m:sup>
                                <m:e>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sym typeface="Avenir Medium"/>
                                        </a:rPr>
                                        <m:t>𝑋</m:t>
                                      </m:r>
                                    </m:e>
                                    <m:sub>
                                      <m:r>
                                        <a:rPr lang="en-US" sz="2400" i="1">
                                          <a:latin typeface="Cambria Math" panose="02040503050406030204" pitchFamily="18" charset="0"/>
                                          <a:sym typeface="Avenir Medium"/>
                                        </a:rPr>
                                        <m:t>𝑖</m:t>
                                      </m:r>
                                    </m:sub>
                                  </m:sSub>
                                </m:e>
                              </m:nary>
                            </m:num>
                            <m:den>
                              <m:r>
                                <a:rPr lang="en-US" sz="2400" i="1">
                                  <a:solidFill>
                                    <a:srgbClr val="000000"/>
                                  </a:solidFill>
                                  <a:latin typeface="Cambria Math" panose="02040503050406030204" pitchFamily="18" charset="0"/>
                                </a:rPr>
                                <m:t>𝑛</m:t>
                              </m:r>
                              <m:r>
                                <a:rPr lang="en-US" sz="2400" i="1" baseline="-25000">
                                  <a:solidFill>
                                    <a:srgbClr val="000000"/>
                                  </a:solidFill>
                                  <a:latin typeface="Cambria Math" panose="02040503050406030204" pitchFamily="18" charset="0"/>
                                </a:rPr>
                                <m:t>𝐴</m:t>
                              </m:r>
                            </m:den>
                          </m:f>
                        </m:e>
                      </m:d>
                      <m:r>
                        <a:rPr lang="en-US" sz="2400" b="1" i="1" baseline="-25000" smtClean="0">
                          <a:latin typeface="Cambria Math" panose="02040503050406030204" pitchFamily="18" charset="0"/>
                        </a:rPr>
                        <m:t>      </m:t>
                      </m:r>
                      <m:r>
                        <a:rPr lang="en-US" sz="2400" b="1" i="1">
                          <a:latin typeface="Cambria Math" panose="02040503050406030204" pitchFamily="18" charset="0"/>
                          <a:sym typeface="Avenir Medium"/>
                        </a:rPr>
                        <m:t>=</m:t>
                      </m:r>
                      <m:r>
                        <m:rPr>
                          <m:nor/>
                        </m:rPr>
                        <a:rPr lang="en-US" sz="2400">
                          <a:latin typeface="+mn-lt"/>
                        </a:rPr>
                        <m:t>Var</m:t>
                      </m:r>
                      <m:d>
                        <m:dPr>
                          <m:begChr m:val="["/>
                          <m:endChr m:val="]"/>
                          <m:ctrlPr>
                            <a:rPr lang="en-US" sz="2400" i="1" smtClean="0">
                              <a:latin typeface="Cambria Math" panose="02040503050406030204" pitchFamily="18" charset="0"/>
                            </a:rPr>
                          </m:ctrlPr>
                        </m:dPr>
                        <m:e>
                          <m:f>
                            <m:fPr>
                              <m:ctrlPr>
                                <a:rPr lang="en-US" sz="2400" i="1">
                                  <a:solidFill>
                                    <a:srgbClr val="000000"/>
                                  </a:solidFill>
                                  <a:latin typeface="Cambria Math" panose="02040503050406030204" pitchFamily="18" charset="0"/>
                                  <a:sym typeface="Avenir Medium"/>
                                </a:rPr>
                              </m:ctrlPr>
                            </m:fPr>
                            <m:num>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rPr>
                                    <m:t> </m:t>
                                  </m:r>
                                  <m:r>
                                    <a:rPr lang="en-US" sz="2400" i="1">
                                      <a:latin typeface="Cambria Math" panose="02040503050406030204" pitchFamily="18" charset="0"/>
                                      <a:sym typeface="Avenir Medium"/>
                                    </a:rPr>
                                    <m:t>𝑋</m:t>
                                  </m:r>
                                </m:e>
                                <m:sub>
                                  <m:r>
                                    <a:rPr lang="en-US" sz="2400" i="1">
                                      <a:latin typeface="Cambria Math" panose="02040503050406030204" pitchFamily="18" charset="0"/>
                                      <a:sym typeface="Avenir Medium"/>
                                    </a:rPr>
                                    <m:t>1</m:t>
                                  </m:r>
                                </m:sub>
                              </m:sSub>
                              <m:r>
                                <a:rPr lang="en-US" sz="2400" i="1">
                                  <a:latin typeface="Cambria Math" panose="02040503050406030204" pitchFamily="18" charset="0"/>
                                  <a:sym typeface="Avenir Medium"/>
                                </a:rPr>
                                <m:t>+</m:t>
                              </m:r>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sym typeface="Avenir Medium"/>
                                    </a:rPr>
                                    <m:t>𝑋</m:t>
                                  </m:r>
                                </m:e>
                                <m:sub>
                                  <m:r>
                                    <a:rPr lang="en-US" sz="2400" i="1">
                                      <a:latin typeface="Cambria Math" panose="02040503050406030204" pitchFamily="18" charset="0"/>
                                      <a:sym typeface="Avenir Medium"/>
                                    </a:rPr>
                                    <m:t>2</m:t>
                                  </m:r>
                                </m:sub>
                              </m:sSub>
                              <m:r>
                                <a:rPr lang="en-US" sz="2400" i="1">
                                  <a:latin typeface="Cambria Math" panose="02040503050406030204" pitchFamily="18" charset="0"/>
                                  <a:sym typeface="Avenir Medium"/>
                                </a:rPr>
                                <m:t>+…+</m:t>
                              </m:r>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sym typeface="Avenir Medium"/>
                                    </a:rPr>
                                    <m:t>𝑋</m:t>
                                  </m:r>
                                </m:e>
                                <m:sub>
                                  <m:r>
                                    <a:rPr lang="en-US" sz="2400" i="1">
                                      <a:latin typeface="Cambria Math" panose="02040503050406030204" pitchFamily="18" charset="0"/>
                                      <a:sym typeface="Avenir Medium"/>
                                    </a:rPr>
                                    <m:t>𝑛</m:t>
                                  </m:r>
                                  <m:r>
                                    <a:rPr lang="en-US" sz="2400" b="0" i="1" baseline="-25000" smtClean="0">
                                      <a:latin typeface="Cambria Math" panose="02040503050406030204" pitchFamily="18" charset="0"/>
                                      <a:sym typeface="Avenir Medium"/>
                                    </a:rPr>
                                    <m:t>𝐴</m:t>
                                  </m:r>
                                </m:sub>
                              </m:sSub>
                            </m:num>
                            <m:den>
                              <m:r>
                                <a:rPr lang="en-US" sz="2400" i="1">
                                  <a:solidFill>
                                    <a:srgbClr val="000000"/>
                                  </a:solidFill>
                                  <a:latin typeface="Cambria Math" panose="02040503050406030204" pitchFamily="18" charset="0"/>
                                  <a:sym typeface="Avenir Medium"/>
                                </a:rPr>
                                <m:t>𝑛</m:t>
                              </m:r>
                              <m:r>
                                <a:rPr lang="en-US" sz="2400" b="0" i="1" baseline="-25000" smtClean="0">
                                  <a:solidFill>
                                    <a:srgbClr val="000000"/>
                                  </a:solidFill>
                                  <a:latin typeface="Cambria Math" panose="02040503050406030204" pitchFamily="18" charset="0"/>
                                  <a:sym typeface="Avenir Medium"/>
                                </a:rPr>
                                <m:t>𝐴</m:t>
                              </m:r>
                            </m:den>
                          </m:f>
                        </m:e>
                      </m:d>
                    </m:oMath>
                  </m:oMathPara>
                </a14:m>
                <a:endParaRPr lang="en-US" sz="2400" i="1" dirty="0">
                  <a:latin typeface="+mn-lt"/>
                </a:endParaRPr>
              </a:p>
              <a:p>
                <a:pPr algn="ctr"/>
                <a:br>
                  <a:rPr lang="en-US" sz="2400" i="1" dirty="0">
                    <a:latin typeface="+mn-lt"/>
                  </a:rPr>
                </a:br>
                <a:r>
                  <a:rPr lang="en-US" sz="2400" i="1" dirty="0">
                    <a:latin typeface="+mn-lt"/>
                  </a:rPr>
                  <a:t>                                     </a:t>
                </a:r>
                <a14:m>
                  <m:oMath xmlns:m="http://schemas.openxmlformats.org/officeDocument/2006/math">
                    <m:r>
                      <m:rPr>
                        <m:aln/>
                      </m:rPr>
                      <a:rPr lang="en-US" sz="2800" i="1">
                        <a:latin typeface="Cambria Math" panose="02040503050406030204" pitchFamily="18" charset="0"/>
                        <a:sym typeface="Avenir Medium"/>
                      </a:rPr>
                      <m:t>=</m:t>
                    </m:r>
                    <m:f>
                      <m:fPr>
                        <m:ctrlPr>
                          <a:rPr lang="en-US" sz="2800" b="0" i="1" smtClean="0">
                            <a:solidFill>
                              <a:srgbClr val="000000"/>
                            </a:solidFill>
                            <a:latin typeface="Cambria Math" panose="02040503050406030204" pitchFamily="18" charset="0"/>
                            <a:sym typeface="Avenir Medium"/>
                          </a:rPr>
                        </m:ctrlPr>
                      </m:fPr>
                      <m:num>
                        <m:r>
                          <m:rPr>
                            <m:nor/>
                          </m:rPr>
                          <a:rPr lang="en-US" sz="2800">
                            <a:latin typeface="+mn-lt"/>
                          </a:rPr>
                          <m:t>Var</m:t>
                        </m:r>
                        <m:d>
                          <m:dPr>
                            <m:begChr m:val="["/>
                            <m:endChr m:val="]"/>
                            <m:ctrlPr>
                              <a:rPr lang="en-US" sz="2800" i="1">
                                <a:latin typeface="Cambria Math" panose="02040503050406030204" pitchFamily="18" charset="0"/>
                                <a:ea typeface="Cambria Math" panose="02040503050406030204" pitchFamily="18" charset="0"/>
                              </a:rPr>
                            </m:ctrlPr>
                          </m:dPr>
                          <m:e>
                            <m:sSub>
                              <m:sSubPr>
                                <m:ctrlPr>
                                  <a:rPr lang="en-US" sz="2800" i="1">
                                    <a:latin typeface="Cambria Math" panose="02040503050406030204" pitchFamily="18" charset="0"/>
                                    <a:sym typeface="Avenir Medium"/>
                                  </a:rPr>
                                </m:ctrlPr>
                              </m:sSubPr>
                              <m:e>
                                <m:r>
                                  <a:rPr lang="en-US" sz="2800" i="1">
                                    <a:latin typeface="Cambria Math" panose="02040503050406030204" pitchFamily="18" charset="0"/>
                                  </a:rPr>
                                  <m:t> </m:t>
                                </m:r>
                                <m:r>
                                  <a:rPr lang="en-US" sz="2800" i="1">
                                    <a:latin typeface="Cambria Math" panose="02040503050406030204" pitchFamily="18" charset="0"/>
                                    <a:sym typeface="Avenir Medium"/>
                                  </a:rPr>
                                  <m:t>𝑋</m:t>
                                </m:r>
                              </m:e>
                              <m:sub>
                                <m:r>
                                  <a:rPr lang="en-US" sz="2800" i="1">
                                    <a:latin typeface="Cambria Math" panose="02040503050406030204" pitchFamily="18" charset="0"/>
                                    <a:sym typeface="Avenir Medium"/>
                                  </a:rPr>
                                  <m:t>1</m:t>
                                </m:r>
                              </m:sub>
                            </m:sSub>
                            <m:r>
                              <a:rPr lang="en-US" sz="2800" i="1">
                                <a:latin typeface="Cambria Math" panose="02040503050406030204" pitchFamily="18" charset="0"/>
                                <a:sym typeface="Avenir Medium"/>
                              </a:rPr>
                              <m:t>+</m:t>
                            </m:r>
                            <m:sSub>
                              <m:sSubPr>
                                <m:ctrlPr>
                                  <a:rPr lang="en-US" sz="2800" i="1">
                                    <a:latin typeface="Cambria Math" panose="02040503050406030204" pitchFamily="18" charset="0"/>
                                    <a:sym typeface="Avenir Medium"/>
                                  </a:rPr>
                                </m:ctrlPr>
                              </m:sSubPr>
                              <m:e>
                                <m:r>
                                  <a:rPr lang="en-US" sz="2800" i="1">
                                    <a:latin typeface="Cambria Math" panose="02040503050406030204" pitchFamily="18" charset="0"/>
                                    <a:sym typeface="Avenir Medium"/>
                                  </a:rPr>
                                  <m:t>𝑋</m:t>
                                </m:r>
                              </m:e>
                              <m:sub>
                                <m:r>
                                  <a:rPr lang="en-US" sz="2800" i="1">
                                    <a:latin typeface="Cambria Math" panose="02040503050406030204" pitchFamily="18" charset="0"/>
                                    <a:sym typeface="Avenir Medium"/>
                                  </a:rPr>
                                  <m:t>2</m:t>
                                </m:r>
                              </m:sub>
                            </m:sSub>
                            <m:r>
                              <a:rPr lang="en-US" sz="2800" i="1">
                                <a:latin typeface="Cambria Math" panose="02040503050406030204" pitchFamily="18" charset="0"/>
                                <a:sym typeface="Avenir Medium"/>
                              </a:rPr>
                              <m:t>+…+</m:t>
                            </m:r>
                            <m:sSub>
                              <m:sSubPr>
                                <m:ctrlPr>
                                  <a:rPr lang="en-US" sz="2800" i="1">
                                    <a:latin typeface="Cambria Math" panose="02040503050406030204" pitchFamily="18" charset="0"/>
                                    <a:sym typeface="Avenir Medium"/>
                                  </a:rPr>
                                </m:ctrlPr>
                              </m:sSubPr>
                              <m:e>
                                <m:r>
                                  <a:rPr lang="en-US" sz="2800" i="1">
                                    <a:latin typeface="Cambria Math" panose="02040503050406030204" pitchFamily="18" charset="0"/>
                                    <a:sym typeface="Avenir Medium"/>
                                  </a:rPr>
                                  <m:t>𝑋</m:t>
                                </m:r>
                              </m:e>
                              <m:sub>
                                <m:r>
                                  <a:rPr lang="en-US" sz="2800" i="1">
                                    <a:latin typeface="Cambria Math" panose="02040503050406030204" pitchFamily="18" charset="0"/>
                                    <a:sym typeface="Avenir Medium"/>
                                  </a:rPr>
                                  <m:t>𝑛</m:t>
                                </m:r>
                                <m:r>
                                  <a:rPr lang="en-US" sz="2800" b="0" i="1" baseline="-25000" smtClean="0">
                                    <a:latin typeface="Cambria Math" panose="02040503050406030204" pitchFamily="18" charset="0"/>
                                    <a:sym typeface="Avenir Medium"/>
                                  </a:rPr>
                                  <m:t>𝐴</m:t>
                                </m:r>
                              </m:sub>
                            </m:sSub>
                          </m:e>
                        </m:d>
                      </m:num>
                      <m:den>
                        <m:sSup>
                          <m:sSupPr>
                            <m:ctrlPr>
                              <a:rPr lang="en-US" sz="2800" b="0" i="1" smtClean="0">
                                <a:solidFill>
                                  <a:srgbClr val="000000"/>
                                </a:solidFill>
                                <a:latin typeface="Cambria Math" panose="02040503050406030204" pitchFamily="18" charset="0"/>
                                <a:sym typeface="Avenir Medium"/>
                              </a:rPr>
                            </m:ctrlPr>
                          </m:sSupPr>
                          <m:e>
                            <m:r>
                              <a:rPr lang="en-US" sz="2800" b="0" i="1" smtClean="0">
                                <a:solidFill>
                                  <a:srgbClr val="000000"/>
                                </a:solidFill>
                                <a:latin typeface="Cambria Math" panose="02040503050406030204" pitchFamily="18" charset="0"/>
                                <a:sym typeface="Avenir Medium"/>
                              </a:rPr>
                              <m:t>𝑛</m:t>
                            </m:r>
                            <m:r>
                              <a:rPr lang="en-US" sz="2800" b="0" i="1" baseline="-25000" smtClean="0">
                                <a:solidFill>
                                  <a:srgbClr val="000000"/>
                                </a:solidFill>
                                <a:latin typeface="Cambria Math" panose="02040503050406030204" pitchFamily="18" charset="0"/>
                                <a:sym typeface="Avenir Medium"/>
                              </a:rPr>
                              <m:t>𝐴</m:t>
                            </m:r>
                          </m:e>
                          <m:sup>
                            <m:r>
                              <a:rPr lang="en-US" sz="2800" b="0" i="1" smtClean="0">
                                <a:solidFill>
                                  <a:srgbClr val="000000"/>
                                </a:solidFill>
                                <a:latin typeface="Cambria Math" panose="02040503050406030204" pitchFamily="18" charset="0"/>
                                <a:sym typeface="Avenir Medium"/>
                              </a:rPr>
                              <m:t>2</m:t>
                            </m:r>
                          </m:sup>
                        </m:sSup>
                      </m:den>
                    </m:f>
                    <m:r>
                      <a:rPr lang="en-US" sz="2800" b="0" i="1" smtClean="0">
                        <a:solidFill>
                          <a:srgbClr val="000000"/>
                        </a:solidFill>
                        <a:latin typeface="Cambria Math" panose="02040503050406030204" pitchFamily="18" charset="0"/>
                        <a:sym typeface="Avenir Medium"/>
                      </a:rPr>
                      <m:t>  </m:t>
                    </m:r>
                  </m:oMath>
                </a14:m>
                <a:endParaRPr lang="en-US" sz="2400" b="0" i="1" dirty="0">
                  <a:solidFill>
                    <a:srgbClr val="000000"/>
                  </a:solidFill>
                  <a:latin typeface="+mn-lt"/>
                  <a:sym typeface="Avenir Medium"/>
                </a:endParaRPr>
              </a:p>
              <a:p>
                <a:pPr algn="ctr"/>
                <a:endParaRPr lang="en-US" sz="2400" b="0" i="1" dirty="0">
                  <a:solidFill>
                    <a:srgbClr val="000000"/>
                  </a:solidFill>
                  <a:latin typeface="+mn-lt"/>
                  <a:sym typeface="Avenir Medium"/>
                </a:endParaRPr>
              </a:p>
              <a:p>
                <a:pPr algn="ct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sym typeface="Avenir Medium"/>
                        </a:rPr>
                        <m:t>                                                                     </m:t>
                      </m:r>
                      <m:r>
                        <m:rPr>
                          <m:aln/>
                        </m:rPr>
                        <a:rPr lang="en-US" sz="2400" b="0" i="1" smtClean="0">
                          <a:solidFill>
                            <a:srgbClr val="000000"/>
                          </a:solidFill>
                          <a:latin typeface="Cambria Math" panose="02040503050406030204" pitchFamily="18" charset="0"/>
                          <a:sym typeface="Avenir Medium"/>
                        </a:rPr>
                        <m:t>=</m:t>
                      </m:r>
                      <m:f>
                        <m:fPr>
                          <m:ctrlPr>
                            <a:rPr lang="en-US" sz="2400" i="1">
                              <a:solidFill>
                                <a:srgbClr val="000000"/>
                              </a:solidFill>
                              <a:latin typeface="Cambria Math" panose="02040503050406030204" pitchFamily="18" charset="0"/>
                              <a:sym typeface="Avenir Medium"/>
                            </a:rPr>
                          </m:ctrlPr>
                        </m:fPr>
                        <m:num>
                          <m:r>
                            <m:rPr>
                              <m:nor/>
                            </m:rPr>
                            <a:rPr lang="en-US" sz="2400">
                              <a:latin typeface="+mn-lt"/>
                            </a:rPr>
                            <m:t>Var</m:t>
                          </m:r>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sym typeface="Avenir Medium"/>
                                    </a:rPr>
                                    <m:t>𝑋</m:t>
                                  </m:r>
                                </m:e>
                                <m:sub>
                                  <m:r>
                                    <a:rPr lang="en-US" sz="2400" i="1">
                                      <a:latin typeface="Cambria Math" panose="02040503050406030204" pitchFamily="18" charset="0"/>
                                      <a:sym typeface="Avenir Medium"/>
                                    </a:rPr>
                                    <m:t>1</m:t>
                                  </m:r>
                                </m:sub>
                              </m:sSub>
                            </m:e>
                          </m:d>
                          <m:r>
                            <a:rPr lang="en-US" sz="2400" i="1">
                              <a:latin typeface="Cambria Math" panose="02040503050406030204" pitchFamily="18" charset="0"/>
                              <a:ea typeface="Cambria Math" panose="02040503050406030204" pitchFamily="18" charset="0"/>
                            </a:rPr>
                            <m:t>+</m:t>
                          </m:r>
                          <m:r>
                            <m:rPr>
                              <m:nor/>
                            </m:rPr>
                            <a:rPr lang="en-US" sz="2400">
                              <a:latin typeface="+mn-lt"/>
                            </a:rPr>
                            <m:t>Var</m:t>
                          </m:r>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sym typeface="Avenir Medium"/>
                                    </a:rPr>
                                    <m:t>𝑋</m:t>
                                  </m:r>
                                </m:e>
                                <m:sub>
                                  <m:r>
                                    <a:rPr lang="en-US" sz="2400" i="1">
                                      <a:latin typeface="Cambria Math" panose="02040503050406030204" pitchFamily="18" charset="0"/>
                                      <a:sym typeface="Avenir Medium"/>
                                    </a:rPr>
                                    <m:t>2</m:t>
                                  </m:r>
                                </m:sub>
                              </m:sSub>
                            </m:e>
                          </m:d>
                          <m:r>
                            <a:rPr lang="en-US" sz="2400" i="1">
                              <a:latin typeface="Cambria Math" panose="02040503050406030204" pitchFamily="18" charset="0"/>
                              <a:ea typeface="Cambria Math" panose="02040503050406030204" pitchFamily="18" charset="0"/>
                            </a:rPr>
                            <m:t>+…+</m:t>
                          </m:r>
                          <m:r>
                            <m:rPr>
                              <m:nor/>
                            </m:rPr>
                            <a:rPr lang="en-US" sz="2400">
                              <a:latin typeface="+mn-lt"/>
                            </a:rPr>
                            <m:t>Var</m:t>
                          </m:r>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sym typeface="Avenir Medium"/>
                                    </a:rPr>
                                    <m:t>𝑋</m:t>
                                  </m:r>
                                </m:e>
                                <m:sub>
                                  <m:r>
                                    <a:rPr lang="en-US" sz="2400" i="1">
                                      <a:latin typeface="Cambria Math" panose="02040503050406030204" pitchFamily="18" charset="0"/>
                                      <a:sym typeface="Avenir Medium"/>
                                    </a:rPr>
                                    <m:t>𝑛</m:t>
                                  </m:r>
                                  <m:r>
                                    <a:rPr lang="en-US" sz="2400" b="0" i="1" baseline="-25000" smtClean="0">
                                      <a:latin typeface="Cambria Math" panose="02040503050406030204" pitchFamily="18" charset="0"/>
                                      <a:sym typeface="Avenir Medium"/>
                                    </a:rPr>
                                    <m:t>𝐴</m:t>
                                  </m:r>
                                </m:sub>
                              </m:sSub>
                            </m:e>
                          </m:d>
                        </m:num>
                        <m:den>
                          <m:sSup>
                            <m:sSupPr>
                              <m:ctrlPr>
                                <a:rPr lang="en-US" sz="2400" i="1">
                                  <a:solidFill>
                                    <a:srgbClr val="000000"/>
                                  </a:solidFill>
                                  <a:latin typeface="Cambria Math" panose="02040503050406030204" pitchFamily="18" charset="0"/>
                                  <a:sym typeface="Avenir Medium"/>
                                </a:rPr>
                              </m:ctrlPr>
                            </m:sSupPr>
                            <m:e>
                              <m:r>
                                <a:rPr lang="en-US" sz="2400" i="1">
                                  <a:solidFill>
                                    <a:srgbClr val="000000"/>
                                  </a:solidFill>
                                  <a:latin typeface="Cambria Math" panose="02040503050406030204" pitchFamily="18" charset="0"/>
                                  <a:sym typeface="Avenir Medium"/>
                                </a:rPr>
                                <m:t>𝑛</m:t>
                              </m:r>
                              <m:r>
                                <a:rPr lang="en-US" sz="2400" b="0" i="1" baseline="-25000" smtClean="0">
                                  <a:solidFill>
                                    <a:srgbClr val="000000"/>
                                  </a:solidFill>
                                  <a:latin typeface="Cambria Math" panose="02040503050406030204" pitchFamily="18" charset="0"/>
                                  <a:sym typeface="Avenir Medium"/>
                                </a:rPr>
                                <m:t>𝐴</m:t>
                              </m:r>
                            </m:e>
                            <m:sup>
                              <m:r>
                                <a:rPr lang="en-US" sz="2400" i="1">
                                  <a:solidFill>
                                    <a:srgbClr val="000000"/>
                                  </a:solidFill>
                                  <a:latin typeface="Cambria Math" panose="02040503050406030204" pitchFamily="18" charset="0"/>
                                  <a:sym typeface="Avenir Medium"/>
                                </a:rPr>
                                <m:t>2</m:t>
                              </m:r>
                            </m:sup>
                          </m:sSup>
                        </m:den>
                      </m:f>
                    </m:oMath>
                  </m:oMathPara>
                </a14:m>
                <a:endParaRPr lang="en-US" sz="2400" i="1" dirty="0">
                  <a:solidFill>
                    <a:srgbClr val="000000"/>
                  </a:solidFill>
                  <a:latin typeface="+mn-lt"/>
                  <a:sym typeface="Avenir Medium"/>
                </a:endParaRPr>
              </a:p>
              <a:p>
                <a:pPr algn="ctr"/>
                <a:r>
                  <a:rPr lang="en-US" sz="2400" dirty="0">
                    <a:latin typeface="+mn-lt"/>
                    <a:ea typeface="Cambria Math" panose="02040503050406030204" pitchFamily="18" charset="0"/>
                  </a:rPr>
                  <a:t>                                                </a:t>
                </a:r>
              </a:p>
              <a:p>
                <a:pPr algn="ctr"/>
                <a:r>
                  <a:rPr lang="en-US" sz="2400" dirty="0">
                    <a:latin typeface="+mn-lt"/>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f>
                      <m:fPr>
                        <m:ctrlPr>
                          <a:rPr lang="en-US" sz="2400" b="0" i="1" smtClean="0">
                            <a:solidFill>
                              <a:srgbClr val="000000"/>
                            </a:solidFill>
                            <a:latin typeface="Cambria Math" panose="02040503050406030204" pitchFamily="18" charset="0"/>
                            <a:ea typeface="Cambria Math" panose="02040503050406030204" pitchFamily="18" charset="0"/>
                            <a:sym typeface="Avenir Medium"/>
                          </a:rPr>
                        </m:ctrlPr>
                      </m:fPr>
                      <m:num>
                        <m:r>
                          <a:rPr lang="en-US" sz="2400" i="1">
                            <a:latin typeface="Cambria Math" panose="02040503050406030204" pitchFamily="18" charset="0"/>
                            <a:ea typeface="Cambria Math" panose="02040503050406030204" pitchFamily="18" charset="0"/>
                          </a:rPr>
                          <m:t>𝑛</m:t>
                        </m:r>
                        <m:r>
                          <a:rPr lang="en-US" sz="2400" b="0" i="1" baseline="-25000" smtClean="0">
                            <a:latin typeface="Cambria Math" panose="02040503050406030204" pitchFamily="18" charset="0"/>
                            <a:ea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sSub>
                          <m:sSubPr>
                            <m:ctrlPr>
                              <a:rPr lang="ar-AE" sz="2400" i="1">
                                <a:latin typeface="Cambria Math" panose="02040503050406030204" pitchFamily="18" charset="0"/>
                              </a:rPr>
                            </m:ctrlPr>
                          </m:sSubPr>
                          <m:e>
                            <m:r>
                              <a:rPr lang="en-US" sz="2400" i="1">
                                <a:latin typeface="Cambria Math" panose="02040503050406030204" pitchFamily="18" charset="0"/>
                              </a:rPr>
                              <m:t>𝑝</m:t>
                            </m:r>
                          </m:e>
                          <m:sub>
                            <m:r>
                              <a:rPr lang="ar-AE" sz="2400" i="1">
                                <a:latin typeface="Cambria Math" panose="02040503050406030204" pitchFamily="18" charset="0"/>
                              </a:rPr>
                              <m:t>𝐴</m:t>
                            </m:r>
                          </m:sub>
                        </m:sSub>
                        <m:r>
                          <a:rPr lang="en-US" sz="2400" b="0" i="1" smtClean="0">
                            <a:latin typeface="Cambria Math" panose="02040503050406030204" pitchFamily="18" charset="0"/>
                          </a:rPr>
                          <m:t>(</m:t>
                        </m:r>
                        <m:sSub>
                          <m:sSubPr>
                            <m:ctrlPr>
                              <a:rPr lang="ar-AE" sz="2400" i="1">
                                <a:latin typeface="Cambria Math" panose="02040503050406030204" pitchFamily="18" charset="0"/>
                              </a:rPr>
                            </m:ctrlPr>
                          </m:sSubPr>
                          <m:e>
                            <m:r>
                              <a:rPr lang="en-US" sz="2400" b="0" i="1" smtClean="0">
                                <a:latin typeface="Cambria Math" panose="02040503050406030204" pitchFamily="18" charset="0"/>
                              </a:rPr>
                              <m:t>1−</m:t>
                            </m:r>
                            <m:r>
                              <a:rPr lang="en-US" sz="2400" i="1">
                                <a:latin typeface="Cambria Math" panose="02040503050406030204" pitchFamily="18" charset="0"/>
                              </a:rPr>
                              <m:t>𝑝</m:t>
                            </m:r>
                          </m:e>
                          <m:sub>
                            <m:r>
                              <a:rPr lang="ar-AE" sz="2400" i="1">
                                <a:latin typeface="Cambria Math" panose="02040503050406030204" pitchFamily="18" charset="0"/>
                              </a:rPr>
                              <m:t>𝐴</m:t>
                            </m:r>
                          </m:sub>
                        </m:sSub>
                        <m:r>
                          <a:rPr lang="en-US" sz="2400" b="0" i="1" smtClean="0">
                            <a:latin typeface="Cambria Math" panose="02040503050406030204" pitchFamily="18" charset="0"/>
                          </a:rPr>
                          <m:t>)</m:t>
                        </m:r>
                      </m:num>
                      <m:den>
                        <m:sSup>
                          <m:sSupPr>
                            <m:ctrlPr>
                              <a:rPr lang="en-US" sz="2400" i="1">
                                <a:solidFill>
                                  <a:srgbClr val="000000"/>
                                </a:solidFill>
                                <a:latin typeface="Cambria Math" panose="02040503050406030204" pitchFamily="18" charset="0"/>
                                <a:sym typeface="Avenir Medium"/>
                              </a:rPr>
                            </m:ctrlPr>
                          </m:sSupPr>
                          <m:e>
                            <m:r>
                              <a:rPr lang="en-US" sz="2400" i="1">
                                <a:solidFill>
                                  <a:srgbClr val="000000"/>
                                </a:solidFill>
                                <a:latin typeface="Cambria Math" panose="02040503050406030204" pitchFamily="18" charset="0"/>
                                <a:sym typeface="Avenir Medium"/>
                              </a:rPr>
                              <m:t>𝑛</m:t>
                            </m:r>
                            <m:r>
                              <a:rPr lang="en-US" sz="2400" b="0" i="1" baseline="-25000" smtClean="0">
                                <a:solidFill>
                                  <a:srgbClr val="000000"/>
                                </a:solidFill>
                                <a:latin typeface="Cambria Math" panose="02040503050406030204" pitchFamily="18" charset="0"/>
                                <a:sym typeface="Avenir Medium"/>
                              </a:rPr>
                              <m:t>𝐴</m:t>
                            </m:r>
                          </m:e>
                          <m:sup>
                            <m:r>
                              <a:rPr lang="en-US" sz="2400" i="1">
                                <a:solidFill>
                                  <a:srgbClr val="000000"/>
                                </a:solidFill>
                                <a:latin typeface="Cambria Math" panose="02040503050406030204" pitchFamily="18" charset="0"/>
                                <a:sym typeface="Avenir Medium"/>
                              </a:rPr>
                              <m:t>2</m:t>
                            </m:r>
                          </m:sup>
                        </m:sSup>
                      </m:den>
                    </m:f>
                  </m:oMath>
                </a14:m>
                <a:endParaRPr lang="en-US" sz="2400" b="0" i="1" dirty="0">
                  <a:solidFill>
                    <a:srgbClr val="000000"/>
                  </a:solidFill>
                  <a:latin typeface="+mn-lt"/>
                  <a:sym typeface="Avenir Medium"/>
                </a:endParaRPr>
              </a:p>
              <a:p>
                <a:pPr algn="ctr"/>
                <a:endParaRPr lang="en-US" sz="2400" b="0" i="1" dirty="0">
                  <a:solidFill>
                    <a:srgbClr val="000000"/>
                  </a:solidFill>
                  <a:latin typeface="+mn-lt"/>
                  <a:sym typeface="Avenir Medium"/>
                </a:endParaRPr>
              </a:p>
              <a:p>
                <a:pPr algn="ctr"/>
                <a14:m>
                  <m:oMathPara xmlns:m="http://schemas.openxmlformats.org/officeDocument/2006/math">
                    <m:oMathParaPr>
                      <m:jc m:val="centerGroup"/>
                    </m:oMathParaPr>
                    <m:oMath xmlns:m="http://schemas.openxmlformats.org/officeDocument/2006/math">
                      <m:r>
                        <a:rPr lang="en-US" sz="2400" b="1" i="1" smtClean="0">
                          <a:solidFill>
                            <a:srgbClr val="000000"/>
                          </a:solidFill>
                          <a:latin typeface="Cambria Math" panose="02040503050406030204" pitchFamily="18" charset="0"/>
                          <a:ea typeface="Cambria Math" panose="02040503050406030204" pitchFamily="18" charset="0"/>
                          <a:sym typeface="Avenir Medium"/>
                        </a:rPr>
                        <m:t>                         =</m:t>
                      </m:r>
                      <m:f>
                        <m:fPr>
                          <m:ctrlPr>
                            <a:rPr lang="en-US" sz="2400" b="1" i="1">
                              <a:solidFill>
                                <a:srgbClr val="000000"/>
                              </a:solidFill>
                              <a:latin typeface="Cambria Math" panose="02040503050406030204" pitchFamily="18" charset="0"/>
                              <a:ea typeface="Cambria Math" panose="02040503050406030204" pitchFamily="18" charset="0"/>
                              <a:sym typeface="Avenir Medium"/>
                            </a:rPr>
                          </m:ctrlPr>
                        </m:fPr>
                        <m:num>
                          <m:sSub>
                            <m:sSubPr>
                              <m:ctrlPr>
                                <a:rPr lang="ar-AE" sz="2400" b="1" i="1" smtClean="0">
                                  <a:latin typeface="Cambria Math" panose="02040503050406030204" pitchFamily="18" charset="0"/>
                                </a:rPr>
                              </m:ctrlPr>
                            </m:sSubPr>
                            <m:e>
                              <m:r>
                                <a:rPr lang="en-US" sz="2400" b="1" i="1">
                                  <a:latin typeface="Cambria Math" panose="02040503050406030204" pitchFamily="18" charset="0"/>
                                </a:rPr>
                                <m:t>𝒑</m:t>
                              </m:r>
                            </m:e>
                            <m:sub>
                              <m:r>
                                <a:rPr lang="ar-AE" sz="2400" b="1" i="1">
                                  <a:latin typeface="Cambria Math" panose="02040503050406030204" pitchFamily="18" charset="0"/>
                                </a:rPr>
                                <m:t>𝑨</m:t>
                              </m:r>
                            </m:sub>
                          </m:sSub>
                          <m:r>
                            <a:rPr lang="en-US" sz="2400" b="1" i="1">
                              <a:latin typeface="Cambria Math" panose="02040503050406030204" pitchFamily="18" charset="0"/>
                            </a:rPr>
                            <m:t>(</m:t>
                          </m:r>
                          <m:sSub>
                            <m:sSubPr>
                              <m:ctrlPr>
                                <a:rPr lang="ar-AE" sz="2400" b="1" i="1">
                                  <a:latin typeface="Cambria Math" panose="02040503050406030204" pitchFamily="18" charset="0"/>
                                </a:rPr>
                              </m:ctrlPr>
                            </m:sSubPr>
                            <m:e>
                              <m:r>
                                <a:rPr lang="en-US" sz="2400" b="1" i="1">
                                  <a:latin typeface="Cambria Math" panose="02040503050406030204" pitchFamily="18" charset="0"/>
                                </a:rPr>
                                <m:t>𝟏</m:t>
                              </m:r>
                              <m:r>
                                <a:rPr lang="en-US" sz="2400" b="1" i="1">
                                  <a:latin typeface="Cambria Math" panose="02040503050406030204" pitchFamily="18" charset="0"/>
                                </a:rPr>
                                <m:t>−</m:t>
                              </m:r>
                              <m:r>
                                <a:rPr lang="en-US" sz="2400" b="1" i="1">
                                  <a:latin typeface="Cambria Math" panose="02040503050406030204" pitchFamily="18" charset="0"/>
                                </a:rPr>
                                <m:t>𝒑</m:t>
                              </m:r>
                            </m:e>
                            <m:sub>
                              <m:r>
                                <a:rPr lang="ar-AE" sz="2400" b="1" i="1">
                                  <a:latin typeface="Cambria Math" panose="02040503050406030204" pitchFamily="18" charset="0"/>
                                </a:rPr>
                                <m:t>𝑨</m:t>
                              </m:r>
                            </m:sub>
                          </m:sSub>
                          <m:r>
                            <a:rPr lang="en-US" sz="2400" b="1" i="1">
                              <a:latin typeface="Cambria Math" panose="02040503050406030204" pitchFamily="18" charset="0"/>
                            </a:rPr>
                            <m:t>)</m:t>
                          </m:r>
                        </m:num>
                        <m:den>
                          <m:r>
                            <a:rPr lang="en-US" sz="2400" b="1" i="1" smtClean="0">
                              <a:latin typeface="Cambria Math" panose="02040503050406030204" pitchFamily="18" charset="0"/>
                            </a:rPr>
                            <m:t>𝒏</m:t>
                          </m:r>
                          <m:r>
                            <a:rPr lang="en-US" sz="2400" b="1" i="1" baseline="-25000" smtClean="0">
                              <a:latin typeface="Cambria Math" panose="02040503050406030204" pitchFamily="18" charset="0"/>
                            </a:rPr>
                            <m:t>𝑨</m:t>
                          </m:r>
                        </m:den>
                      </m:f>
                    </m:oMath>
                  </m:oMathPara>
                </a14:m>
                <a:endParaRPr lang="en-US" sz="2400" b="1" i="1" dirty="0">
                  <a:latin typeface="+mn-lt"/>
                </a:endParaRPr>
              </a:p>
              <a:p>
                <a:pPr marL="342900" indent="-342900">
                  <a:buFont typeface="Arial" panose="020B0604020202020204" pitchFamily="34" charset="0"/>
                  <a:buChar char="•"/>
                </a:pPr>
                <a:r>
                  <a:rPr lang="en-US" sz="2400" dirty="0">
                    <a:latin typeface="+mn-lt"/>
                  </a:rPr>
                  <a:t>Great, the variance of </a:t>
                </a:r>
                <a14:m>
                  <m:oMath xmlns:m="http://schemas.openxmlformats.org/officeDocument/2006/math">
                    <m:acc>
                      <m:accPr>
                        <m:chr m:val="̂"/>
                        <m:ctrlPr>
                          <a:rPr lang="ar-AE"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𝑝</m:t>
                        </m:r>
                      </m:e>
                    </m:acc>
                    <m:r>
                      <a:rPr lang="en-US" sz="2400" i="1" baseline="-25000">
                        <a:solidFill>
                          <a:srgbClr val="000000"/>
                        </a:solidFill>
                        <a:latin typeface="Cambria Math" panose="02040503050406030204" pitchFamily="18" charset="0"/>
                      </a:rPr>
                      <m:t>𝐴</m:t>
                    </m:r>
                    <m:r>
                      <a:rPr lang="en-US" sz="2400" i="1" baseline="-25000">
                        <a:solidFill>
                          <a:srgbClr val="000000"/>
                        </a:solidFill>
                        <a:latin typeface="Cambria Math" panose="02040503050406030204" pitchFamily="18" charset="0"/>
                      </a:rPr>
                      <m:t> </m:t>
                    </m:r>
                  </m:oMath>
                </a14:m>
                <a:r>
                  <a:rPr lang="en-US" sz="2400" b="0" dirty="0">
                    <a:latin typeface="+mn-lt"/>
                  </a:rPr>
                  <a:t>decreases as </a:t>
                </a:r>
                <a14:m>
                  <m:oMath xmlns:m="http://schemas.openxmlformats.org/officeDocument/2006/math">
                    <m:r>
                      <a:rPr lang="en-US" sz="2400" i="1">
                        <a:latin typeface="Cambria Math" panose="02040503050406030204" pitchFamily="18" charset="0"/>
                        <a:ea typeface="Cambria Math" panose="02040503050406030204" pitchFamily="18" charset="0"/>
                      </a:rPr>
                      <m:t>𝑛</m:t>
                    </m:r>
                  </m:oMath>
                </a14:m>
                <a:r>
                  <a:rPr lang="en-US" sz="2400" b="0" dirty="0">
                    <a:latin typeface="+mn-lt"/>
                  </a:rPr>
                  <a:t> (dataset or sample size) increases! Basic mathematical result that enables hypothesis testing!!</a:t>
                </a:r>
              </a:p>
            </p:txBody>
          </p:sp>
        </mc:Choice>
        <mc:Fallback xmlns="">
          <p:sp>
            <p:nvSpPr>
              <p:cNvPr id="2" name="TextBox 1">
                <a:extLst>
                  <a:ext uri="{FF2B5EF4-FFF2-40B4-BE49-F238E27FC236}">
                    <a16:creationId xmlns:a16="http://schemas.microsoft.com/office/drawing/2014/main" id="{2087F33E-FEE8-4BB4-ACB9-43EBE3D629A1}"/>
                  </a:ext>
                </a:extLst>
              </p:cNvPr>
              <p:cNvSpPr txBox="1">
                <a:spLocks noRot="1" noChangeAspect="1" noMove="1" noResize="1" noEditPoints="1" noAdjustHandles="1" noChangeArrowheads="1" noChangeShapeType="1" noTextEdit="1"/>
              </p:cNvSpPr>
              <p:nvPr/>
            </p:nvSpPr>
            <p:spPr>
              <a:xfrm>
                <a:off x="353993" y="452114"/>
                <a:ext cx="10502900" cy="6423425"/>
              </a:xfrm>
              <a:prstGeom prst="rect">
                <a:avLst/>
              </a:prstGeom>
              <a:blipFill>
                <a:blip r:embed="rId4"/>
                <a:stretch>
                  <a:fillRect l="-1691" t="-986" r="-242" b="-2564"/>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9F3EB58-78EC-84AF-01CA-B8F1CC59828A}"/>
                  </a:ext>
                </a:extLst>
              </p14:cNvPr>
              <p14:cNvContentPartPr/>
              <p14:nvPr/>
            </p14:nvContentPartPr>
            <p14:xfrm>
              <a:off x="2744280" y="984240"/>
              <a:ext cx="9212760" cy="5118840"/>
            </p14:xfrm>
          </p:contentPart>
        </mc:Choice>
        <mc:Fallback xmlns="">
          <p:pic>
            <p:nvPicPr>
              <p:cNvPr id="3" name="Ink 2">
                <a:extLst>
                  <a:ext uri="{FF2B5EF4-FFF2-40B4-BE49-F238E27FC236}">
                    <a16:creationId xmlns:a16="http://schemas.microsoft.com/office/drawing/2014/main" id="{A9F3EB58-78EC-84AF-01CA-B8F1CC59828A}"/>
                  </a:ext>
                </a:extLst>
              </p:cNvPr>
              <p:cNvPicPr/>
              <p:nvPr/>
            </p:nvPicPr>
            <p:blipFill>
              <a:blip r:embed="rId6"/>
              <a:stretch>
                <a:fillRect/>
              </a:stretch>
            </p:blipFill>
            <p:spPr>
              <a:xfrm>
                <a:off x="2734920" y="974880"/>
                <a:ext cx="9231480" cy="5137560"/>
              </a:xfrm>
              <a:prstGeom prst="rect">
                <a:avLst/>
              </a:prstGeom>
            </p:spPr>
          </p:pic>
        </mc:Fallback>
      </mc:AlternateContent>
    </p:spTree>
    <p:extLst>
      <p:ext uri="{BB962C8B-B14F-4D97-AF65-F5344CB8AC3E}">
        <p14:creationId xmlns:p14="http://schemas.microsoft.com/office/powerpoint/2010/main" val="99324121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dissolv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dissolv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dissolve">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dissolve">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dissolve">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animEffect transition="in" filter="dissolve">
                                      <p:cBhvr>
                                        <p:cTn id="37" dur="500"/>
                                        <p:tgtEl>
                                          <p:spTgt spid="2">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dissolve">
                                      <p:cBhvr>
                                        <p:cTn id="42" dur="500"/>
                                        <p:tgtEl>
                                          <p:spTgt spid="2">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1" nodeType="clickEffect">
                                  <p:stCondLst>
                                    <p:cond delay="0"/>
                                  </p:stCondLst>
                                  <p:childTnLst>
                                    <p:set>
                                      <p:cBhvr>
                                        <p:cTn id="46" dur="1" fill="hold">
                                          <p:stCondLst>
                                            <p:cond delay="0"/>
                                          </p:stCondLst>
                                        </p:cTn>
                                        <p:tgtEl>
                                          <p:spTgt spid="2">
                                            <p:txEl>
                                              <p:pRg st="0" end="0"/>
                                            </p:txEl>
                                          </p:spTgt>
                                        </p:tgtEl>
                                        <p:attrNameLst>
                                          <p:attrName>style.visibility</p:attrName>
                                        </p:attrNameLst>
                                      </p:cBhvr>
                                      <p:to>
                                        <p:strVal val="visible"/>
                                      </p:to>
                                    </p:set>
                                    <p:animEffect transition="in" filter="dissolve">
                                      <p:cBhvr>
                                        <p:cTn id="47" dur="500"/>
                                        <p:tgtEl>
                                          <p:spTgt spid="2">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1" nodeType="clickEffect">
                                  <p:stCondLst>
                                    <p:cond delay="0"/>
                                  </p:stCondLst>
                                  <p:childTnLst>
                                    <p:set>
                                      <p:cBhvr>
                                        <p:cTn id="51" dur="1" fill="hold">
                                          <p:stCondLst>
                                            <p:cond delay="0"/>
                                          </p:stCondLst>
                                        </p:cTn>
                                        <p:tgtEl>
                                          <p:spTgt spid="2">
                                            <p:txEl>
                                              <p:pRg st="2" end="2"/>
                                            </p:txEl>
                                          </p:spTgt>
                                        </p:tgtEl>
                                        <p:attrNameLst>
                                          <p:attrName>style.visibility</p:attrName>
                                        </p:attrNameLst>
                                      </p:cBhvr>
                                      <p:to>
                                        <p:strVal val="visible"/>
                                      </p:to>
                                    </p:set>
                                    <p:animEffect transition="in" filter="dissolve">
                                      <p:cBhvr>
                                        <p:cTn id="52" dur="500"/>
                                        <p:tgtEl>
                                          <p:spTgt spid="2">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1" nodeType="clickEffect">
                                  <p:stCondLst>
                                    <p:cond delay="0"/>
                                  </p:stCondLst>
                                  <p:childTnLst>
                                    <p:set>
                                      <p:cBhvr>
                                        <p:cTn id="56" dur="1" fill="hold">
                                          <p:stCondLst>
                                            <p:cond delay="0"/>
                                          </p:stCondLst>
                                        </p:cTn>
                                        <p:tgtEl>
                                          <p:spTgt spid="2">
                                            <p:txEl>
                                              <p:pRg st="3" end="3"/>
                                            </p:txEl>
                                          </p:spTgt>
                                        </p:tgtEl>
                                        <p:attrNameLst>
                                          <p:attrName>style.visibility</p:attrName>
                                        </p:attrNameLst>
                                      </p:cBhvr>
                                      <p:to>
                                        <p:strVal val="visible"/>
                                      </p:to>
                                    </p:set>
                                    <p:animEffect transition="in" filter="dissolve">
                                      <p:cBhvr>
                                        <p:cTn id="57" dur="500"/>
                                        <p:tgtEl>
                                          <p:spTgt spid="2">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1" nodeType="clickEffect">
                                  <p:stCondLst>
                                    <p:cond delay="0"/>
                                  </p:stCondLst>
                                  <p:childTnLst>
                                    <p:set>
                                      <p:cBhvr>
                                        <p:cTn id="61" dur="1" fill="hold">
                                          <p:stCondLst>
                                            <p:cond delay="0"/>
                                          </p:stCondLst>
                                        </p:cTn>
                                        <p:tgtEl>
                                          <p:spTgt spid="2">
                                            <p:txEl>
                                              <p:pRg st="5" end="5"/>
                                            </p:txEl>
                                          </p:spTgt>
                                        </p:tgtEl>
                                        <p:attrNameLst>
                                          <p:attrName>style.visibility</p:attrName>
                                        </p:attrNameLst>
                                      </p:cBhvr>
                                      <p:to>
                                        <p:strVal val="visible"/>
                                      </p:to>
                                    </p:set>
                                    <p:animEffect transition="in" filter="dissolve">
                                      <p:cBhvr>
                                        <p:cTn id="62" dur="500"/>
                                        <p:tgtEl>
                                          <p:spTgt spid="2">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1" nodeType="clickEffect">
                                  <p:stCondLst>
                                    <p:cond delay="0"/>
                                  </p:stCondLst>
                                  <p:childTnLst>
                                    <p:set>
                                      <p:cBhvr>
                                        <p:cTn id="66" dur="1" fill="hold">
                                          <p:stCondLst>
                                            <p:cond delay="0"/>
                                          </p:stCondLst>
                                        </p:cTn>
                                        <p:tgtEl>
                                          <p:spTgt spid="2">
                                            <p:txEl>
                                              <p:pRg st="6" end="6"/>
                                            </p:txEl>
                                          </p:spTgt>
                                        </p:tgtEl>
                                        <p:attrNameLst>
                                          <p:attrName>style.visibility</p:attrName>
                                        </p:attrNameLst>
                                      </p:cBhvr>
                                      <p:to>
                                        <p:strVal val="visible"/>
                                      </p:to>
                                    </p:set>
                                    <p:animEffect transition="in" filter="dissolve">
                                      <p:cBhvr>
                                        <p:cTn id="67" dur="500"/>
                                        <p:tgtEl>
                                          <p:spTgt spid="2">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1" nodeType="clickEffect">
                                  <p:stCondLst>
                                    <p:cond delay="0"/>
                                  </p:stCondLst>
                                  <p:childTnLst>
                                    <p:set>
                                      <p:cBhvr>
                                        <p:cTn id="71" dur="1" fill="hold">
                                          <p:stCondLst>
                                            <p:cond delay="0"/>
                                          </p:stCondLst>
                                        </p:cTn>
                                        <p:tgtEl>
                                          <p:spTgt spid="2">
                                            <p:txEl>
                                              <p:pRg st="7" end="7"/>
                                            </p:txEl>
                                          </p:spTgt>
                                        </p:tgtEl>
                                        <p:attrNameLst>
                                          <p:attrName>style.visibility</p:attrName>
                                        </p:attrNameLst>
                                      </p:cBhvr>
                                      <p:to>
                                        <p:strVal val="visible"/>
                                      </p:to>
                                    </p:set>
                                    <p:animEffect transition="in" filter="dissolve">
                                      <p:cBhvr>
                                        <p:cTn id="72" dur="500"/>
                                        <p:tgtEl>
                                          <p:spTgt spid="2">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1"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dissolve">
                                      <p:cBhvr>
                                        <p:cTn id="77" dur="500"/>
                                        <p:tgtEl>
                                          <p:spTgt spid="2">
                                            <p:txEl>
                                              <p:pRg st="9" end="9"/>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1" nodeType="clickEffect">
                                  <p:stCondLst>
                                    <p:cond delay="0"/>
                                  </p:stCondLst>
                                  <p:childTnLst>
                                    <p:set>
                                      <p:cBhvr>
                                        <p:cTn id="81" dur="1" fill="hold">
                                          <p:stCondLst>
                                            <p:cond delay="0"/>
                                          </p:stCondLst>
                                        </p:cTn>
                                        <p:tgtEl>
                                          <p:spTgt spid="2">
                                            <p:txEl>
                                              <p:pRg st="10" end="10"/>
                                            </p:txEl>
                                          </p:spTgt>
                                        </p:tgtEl>
                                        <p:attrNameLst>
                                          <p:attrName>style.visibility</p:attrName>
                                        </p:attrNameLst>
                                      </p:cBhvr>
                                      <p:to>
                                        <p:strVal val="visible"/>
                                      </p:to>
                                    </p:set>
                                    <p:animEffect transition="in" filter="dissolve">
                                      <p:cBhvr>
                                        <p:cTn id="8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4D5AF-EFAD-F9AF-A67A-3918D98DC4F5}"/>
            </a:ext>
          </a:extLst>
        </p:cNvPr>
        <p:cNvGrpSpPr/>
        <p:nvPr/>
      </p:nvGrpSpPr>
      <p:grpSpPr>
        <a:xfrm>
          <a:off x="0" y="0"/>
          <a:ext cx="0" cy="0"/>
          <a:chOff x="0" y="0"/>
          <a:chExt cx="0" cy="0"/>
        </a:xfrm>
      </p:grpSpPr>
      <p:sp>
        <p:nvSpPr>
          <p:cNvPr id="1189" name="Test Statistic">
            <a:extLst>
              <a:ext uri="{FF2B5EF4-FFF2-40B4-BE49-F238E27FC236}">
                <a16:creationId xmlns:a16="http://schemas.microsoft.com/office/drawing/2014/main" id="{35277A58-20EB-09D4-0B99-92E0B999DC75}"/>
              </a:ext>
            </a:extLst>
          </p:cNvPr>
          <p:cNvSpPr txBox="1">
            <a:spLocks noGrp="1"/>
          </p:cNvSpPr>
          <p:nvPr>
            <p:ph type="title"/>
          </p:nvPr>
        </p:nvSpPr>
        <p:spPr>
          <a:xfrm>
            <a:off x="784899" y="-195251"/>
            <a:ext cx="10565726" cy="1143000"/>
          </a:xfrm>
          <a:prstGeom prst="rect">
            <a:avLst/>
          </a:prstGeom>
        </p:spPr>
        <p:txBody>
          <a:bodyPr/>
          <a:lstStyle/>
          <a:p>
            <a:r>
              <a:rPr lang="en-US" dirty="0"/>
              <a:t>Very Very Useful Mathematical Result: Central Limit Theorem</a:t>
            </a:r>
            <a:endParaRPr dirty="0"/>
          </a:p>
        </p:txBody>
      </p:sp>
      <mc:AlternateContent xmlns:mc="http://schemas.openxmlformats.org/markup-compatibility/2006" xmlns:a14="http://schemas.microsoft.com/office/drawing/2010/main">
        <mc:Choice Requires="a14">
          <p:sp>
            <p:nvSpPr>
              <p:cNvPr id="1192" name="Represent a click, a conversion, a signup, a subscription, … a success as getting a heads on a coin flip.">
                <a:extLst>
                  <a:ext uri="{FF2B5EF4-FFF2-40B4-BE49-F238E27FC236}">
                    <a16:creationId xmlns:a16="http://schemas.microsoft.com/office/drawing/2014/main" id="{BF929409-0FE9-306A-8772-3C22BA163CFD}"/>
                  </a:ext>
                </a:extLst>
              </p:cNvPr>
              <p:cNvSpPr txBox="1"/>
              <p:nvPr/>
            </p:nvSpPr>
            <p:spPr>
              <a:xfrm>
                <a:off x="841375" y="866761"/>
                <a:ext cx="10502900" cy="5719899"/>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25400" tIns="25400" rIns="25400" bIns="25400">
                <a:spAutoFit/>
              </a:bodyPr>
              <a:lstStyle>
                <a:lvl1pPr algn="l"/>
              </a:lstStyle>
              <a:p>
                <a:r>
                  <a:rPr lang="en-US" sz="2400" dirty="0">
                    <a:latin typeface="+mn-lt"/>
                  </a:rPr>
                  <a:t>Suppose</a:t>
                </a:r>
                <a14:m>
                  <m:oMath xmlns:m="http://schemas.openxmlformats.org/officeDocument/2006/math">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rPr>
                          <m:t> </m:t>
                        </m:r>
                        <m:r>
                          <a:rPr lang="en-US" sz="2400" i="1">
                            <a:latin typeface="Cambria Math" panose="02040503050406030204" pitchFamily="18" charset="0"/>
                            <a:sym typeface="Avenir Medium"/>
                          </a:rPr>
                          <m:t>𝑋</m:t>
                        </m:r>
                      </m:e>
                      <m:sub>
                        <m:r>
                          <a:rPr lang="en-US" sz="2400" i="1">
                            <a:latin typeface="Cambria Math" panose="02040503050406030204" pitchFamily="18" charset="0"/>
                            <a:sym typeface="Avenir Medium"/>
                          </a:rPr>
                          <m:t>1</m:t>
                        </m:r>
                      </m:sub>
                    </m:sSub>
                    <m:r>
                      <a:rPr lang="en-US" sz="2400" b="0" i="1" smtClean="0">
                        <a:latin typeface="Cambria Math" panose="02040503050406030204" pitchFamily="18" charset="0"/>
                        <a:sym typeface="Avenir Medium"/>
                      </a:rPr>
                      <m:t>,</m:t>
                    </m:r>
                    <m:sSub>
                      <m:sSubPr>
                        <m:ctrlPr>
                          <a:rPr lang="en-US" sz="2400" i="1" smtClean="0">
                            <a:latin typeface="Cambria Math" panose="02040503050406030204" pitchFamily="18" charset="0"/>
                            <a:sym typeface="Avenir Medium"/>
                          </a:rPr>
                        </m:ctrlPr>
                      </m:sSubPr>
                      <m:e>
                        <m:r>
                          <a:rPr lang="en-US" sz="2400" i="1">
                            <a:latin typeface="Cambria Math" panose="02040503050406030204" pitchFamily="18" charset="0"/>
                            <a:sym typeface="Avenir Medium"/>
                          </a:rPr>
                          <m:t>𝑋</m:t>
                        </m:r>
                      </m:e>
                      <m:sub>
                        <m:r>
                          <a:rPr lang="en-US" sz="2400" i="1">
                            <a:latin typeface="Cambria Math" panose="02040503050406030204" pitchFamily="18" charset="0"/>
                            <a:sym typeface="Avenir Medium"/>
                          </a:rPr>
                          <m:t>2</m:t>
                        </m:r>
                      </m:sub>
                    </m:sSub>
                    <m:r>
                      <a:rPr lang="en-US" sz="2400" b="0" i="1" smtClean="0">
                        <a:latin typeface="Cambria Math" panose="02040503050406030204" pitchFamily="18" charset="0"/>
                        <a:sym typeface="Avenir Medium"/>
                      </a:rPr>
                      <m:t>,</m:t>
                    </m:r>
                    <m:r>
                      <a:rPr lang="en-US" sz="2400" i="1">
                        <a:latin typeface="Cambria Math" panose="02040503050406030204" pitchFamily="18" charset="0"/>
                        <a:sym typeface="Avenir Medium"/>
                      </a:rPr>
                      <m:t>…</m:t>
                    </m:r>
                    <m:r>
                      <a:rPr lang="en-US" sz="2400" b="0" i="1" smtClean="0">
                        <a:latin typeface="Cambria Math" panose="02040503050406030204" pitchFamily="18" charset="0"/>
                        <a:sym typeface="Avenir Medium"/>
                      </a:rPr>
                      <m:t>,</m:t>
                    </m:r>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sym typeface="Avenir Medium"/>
                          </a:rPr>
                          <m:t>𝑋</m:t>
                        </m:r>
                      </m:e>
                      <m:sub>
                        <m:r>
                          <a:rPr lang="en-US" sz="2400" i="1">
                            <a:latin typeface="Cambria Math" panose="02040503050406030204" pitchFamily="18" charset="0"/>
                            <a:sym typeface="Avenir Medium"/>
                          </a:rPr>
                          <m:t>𝑛</m:t>
                        </m:r>
                      </m:sub>
                    </m:sSub>
                  </m:oMath>
                </a14:m>
                <a:r>
                  <a:rPr lang="en-US" sz="2400" dirty="0">
                    <a:latin typeface="+mn-lt"/>
                  </a:rPr>
                  <a:t> are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 </m:t>
                    </m:r>
                  </m:oMath>
                </a14:m>
                <a:r>
                  <a:rPr lang="en-US" sz="2400" dirty="0" err="1">
                    <a:latin typeface="+mn-lt"/>
                  </a:rPr>
                  <a:t>iid</a:t>
                </a:r>
                <a:r>
                  <a:rPr lang="en-US" sz="2400" dirty="0">
                    <a:latin typeface="+mn-lt"/>
                  </a:rPr>
                  <a:t> random variables: </a:t>
                </a:r>
                <a14:m>
                  <m:oMath xmlns:m="http://schemas.openxmlformats.org/officeDocument/2006/math">
                    <m:r>
                      <a:rPr lang="en-US" sz="2400" i="1">
                        <a:latin typeface="Cambria Math" panose="02040503050406030204" pitchFamily="18" charset="0"/>
                        <a:ea typeface="Cambria Math" panose="02040503050406030204" pitchFamily="18" charset="0"/>
                      </a:rPr>
                      <m:t>𝔼</m:t>
                    </m:r>
                    <m:d>
                      <m:dPr>
                        <m:begChr m:val="["/>
                        <m:endChr m:val="]"/>
                        <m:ctrlPr>
                          <a:rPr lang="en-US" sz="2400" b="0" i="1" smtClean="0">
                            <a:latin typeface="Cambria Math" panose="02040503050406030204" pitchFamily="18" charset="0"/>
                            <a:ea typeface="Cambria Math" panose="02040503050406030204" pitchFamily="18" charset="0"/>
                            <a:sym typeface="Avenir Medium"/>
                          </a:rPr>
                        </m:ctrlPr>
                      </m:dPr>
                      <m:e>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rPr>
                              <m:t> </m:t>
                            </m:r>
                            <m:r>
                              <a:rPr lang="en-US" sz="2400" i="1">
                                <a:latin typeface="Cambria Math" panose="02040503050406030204" pitchFamily="18" charset="0"/>
                                <a:sym typeface="Avenir Medium"/>
                              </a:rPr>
                              <m:t>𝑋</m:t>
                            </m:r>
                          </m:e>
                          <m:sub>
                            <m:r>
                              <a:rPr lang="en-US" sz="2400" b="0" i="1" smtClean="0">
                                <a:latin typeface="Cambria Math" panose="02040503050406030204" pitchFamily="18" charset="0"/>
                                <a:sym typeface="Avenir Medium"/>
                              </a:rPr>
                              <m:t>𝑖</m:t>
                            </m:r>
                          </m:sub>
                        </m:sSub>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𝜇</m:t>
                    </m:r>
                  </m:oMath>
                </a14:m>
                <a:r>
                  <a:rPr lang="en-US" sz="2400" dirty="0">
                    <a:latin typeface="+mn-lt"/>
                  </a:rPr>
                  <a:t> and </a:t>
                </a:r>
                <a14:m>
                  <m:oMath xmlns:m="http://schemas.openxmlformats.org/officeDocument/2006/math">
                    <m:r>
                      <m:rPr>
                        <m:nor/>
                      </m:rPr>
                      <a:rPr lang="en-US" sz="2400">
                        <a:latin typeface="+mn-lt"/>
                      </a:rPr>
                      <m:t>Var</m:t>
                    </m:r>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sym typeface="Avenir Medium"/>
                              </a:rPr>
                            </m:ctrlPr>
                          </m:sSubPr>
                          <m:e>
                            <m:r>
                              <a:rPr lang="en-US" sz="2400" i="1">
                                <a:latin typeface="Cambria Math" panose="02040503050406030204" pitchFamily="18" charset="0"/>
                                <a:sym typeface="Avenir Medium"/>
                              </a:rPr>
                              <m:t>𝑋</m:t>
                            </m:r>
                          </m:e>
                          <m:sub>
                            <m:r>
                              <a:rPr lang="en-US" sz="2400" b="0" i="1" smtClean="0">
                                <a:latin typeface="Cambria Math" panose="02040503050406030204" pitchFamily="18" charset="0"/>
                                <a:sym typeface="Avenir Medium"/>
                              </a:rPr>
                              <m:t>𝑖</m:t>
                            </m:r>
                          </m:sub>
                        </m:sSub>
                      </m:e>
                    </m:d>
                    <m:r>
                      <a:rPr lang="en-US" sz="2400" b="0" i="1" smtClean="0">
                        <a:latin typeface="Cambria Math" panose="02040503050406030204" pitchFamily="18" charset="0"/>
                        <a:sym typeface="Avenir Medium"/>
                      </a:rPr>
                      <m:t>=</m:t>
                    </m:r>
                    <m:sSup>
                      <m:sSupPr>
                        <m:ctrlPr>
                          <a:rPr lang="en-US" sz="2400" b="0" i="1" smtClean="0">
                            <a:latin typeface="Cambria Math" panose="02040503050406030204" pitchFamily="18" charset="0"/>
                            <a:sym typeface="Avenir Medium"/>
                          </a:rPr>
                        </m:ctrlPr>
                      </m:sSupPr>
                      <m:e>
                        <m:r>
                          <a:rPr lang="en-US" sz="2400" b="0" i="1" smtClean="0">
                            <a:latin typeface="Cambria Math" panose="02040503050406030204" pitchFamily="18" charset="0"/>
                            <a:ea typeface="Cambria Math" panose="02040503050406030204" pitchFamily="18" charset="0"/>
                            <a:sym typeface="Avenir Medium"/>
                          </a:rPr>
                          <m:t>𝜎</m:t>
                        </m:r>
                      </m:e>
                      <m:sup>
                        <m:r>
                          <a:rPr lang="en-US" sz="2400" b="0" i="1" smtClean="0">
                            <a:latin typeface="Cambria Math" panose="02040503050406030204" pitchFamily="18" charset="0"/>
                            <a:sym typeface="Avenir Medium"/>
                          </a:rPr>
                          <m:t>2</m:t>
                        </m:r>
                      </m:sup>
                    </m:sSup>
                  </m:oMath>
                </a14:m>
                <a:r>
                  <a:rPr lang="en-US" sz="2400" dirty="0">
                    <a:latin typeface="+mn-lt"/>
                  </a:rPr>
                  <a:t>. </a:t>
                </a:r>
              </a:p>
              <a:p>
                <a:r>
                  <a:rPr lang="en-US" sz="2400" dirty="0">
                    <a:latin typeface="+mn-lt"/>
                  </a:rPr>
                  <a:t>Then as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oMath>
                </a14:m>
                <a:r>
                  <a:rPr lang="en-US" sz="2400" dirty="0">
                    <a:latin typeface="+mn-lt"/>
                  </a:rPr>
                  <a:t> the distribution of the mean </a:t>
                </a:r>
                <a14:m>
                  <m:oMath xmlns:m="http://schemas.openxmlformats.org/officeDocument/2006/math">
                    <m:nary>
                      <m:naryPr>
                        <m:chr m:val="∑"/>
                        <m:ctrlPr>
                          <a:rPr lang="en-US" sz="240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𝑖</m:t>
                        </m:r>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𝑛</m:t>
                        </m:r>
                      </m:sup>
                      <m:e>
                        <m:f>
                          <m:fPr>
                            <m:ctrlPr>
                              <a:rPr lang="en-US" sz="2400" i="1" dirty="0" smtClean="0">
                                <a:latin typeface="Cambria Math" panose="02040503050406030204" pitchFamily="18" charset="0"/>
                              </a:rPr>
                            </m:ctrlPr>
                          </m:fPr>
                          <m:num>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𝑋</m:t>
                                </m:r>
                              </m:e>
                              <m:sub>
                                <m:r>
                                  <a:rPr lang="en-US" sz="2400" b="0" i="1" dirty="0" smtClean="0">
                                    <a:latin typeface="Cambria Math" panose="02040503050406030204" pitchFamily="18" charset="0"/>
                                  </a:rPr>
                                  <m:t>𝑖</m:t>
                                </m:r>
                              </m:sub>
                            </m:sSub>
                          </m:num>
                          <m:den>
                            <m:r>
                              <a:rPr lang="en-US" sz="2400" b="0" i="1" dirty="0" smtClean="0">
                                <a:latin typeface="Cambria Math" panose="02040503050406030204" pitchFamily="18" charset="0"/>
                              </a:rPr>
                              <m:t>𝑛</m:t>
                            </m:r>
                          </m:den>
                        </m:f>
                      </m:e>
                    </m:nary>
                  </m:oMath>
                </a14:m>
                <a:r>
                  <a:rPr lang="en-US" sz="2400" dirty="0">
                    <a:latin typeface="+mn-lt"/>
                  </a:rPr>
                  <a:t> is approximately </a:t>
                </a:r>
                <a14:m>
                  <m:oMath xmlns:m="http://schemas.openxmlformats.org/officeDocument/2006/math">
                    <m:r>
                      <a:rPr lang="en-US" sz="2400" b="0" i="1" smtClean="0">
                        <a:latin typeface="Cambria Math" panose="02040503050406030204" pitchFamily="18" charset="0"/>
                      </a:rPr>
                      <m:t>𝑁</m:t>
                    </m:r>
                    <m:d>
                      <m:dPr>
                        <m:ctrlPr>
                          <a:rPr lang="en-US" sz="2400" b="0" i="1" smtClean="0">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𝜇</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i="1">
                                    <a:latin typeface="Cambria Math" panose="02040503050406030204" pitchFamily="18" charset="0"/>
                                    <a:sym typeface="Avenir Medium"/>
                                  </a:rPr>
                                </m:ctrlPr>
                              </m:sSupPr>
                              <m:e>
                                <m:r>
                                  <a:rPr lang="en-US" sz="2400" i="1">
                                    <a:latin typeface="Cambria Math" panose="02040503050406030204" pitchFamily="18" charset="0"/>
                                    <a:ea typeface="Cambria Math" panose="02040503050406030204" pitchFamily="18" charset="0"/>
                                    <a:sym typeface="Avenir Medium"/>
                                  </a:rPr>
                                  <m:t>𝜎</m:t>
                                </m:r>
                              </m:e>
                              <m:sup>
                                <m:r>
                                  <a:rPr lang="en-US" sz="2400" i="1">
                                    <a:latin typeface="Cambria Math" panose="02040503050406030204" pitchFamily="18" charset="0"/>
                                    <a:sym typeface="Avenir Medium"/>
                                  </a:rPr>
                                  <m:t>2</m:t>
                                </m:r>
                              </m:sup>
                            </m:sSup>
                          </m:num>
                          <m:den>
                            <m:r>
                              <a:rPr lang="en-US" sz="2400" b="0" i="1" smtClean="0">
                                <a:latin typeface="Cambria Math" panose="02040503050406030204" pitchFamily="18" charset="0"/>
                              </a:rPr>
                              <m:t>𝑛</m:t>
                            </m:r>
                          </m:den>
                        </m:f>
                      </m:e>
                    </m:d>
                  </m:oMath>
                </a14:m>
                <a:r>
                  <a:rPr lang="en-US" sz="2400" dirty="0">
                    <a:latin typeface="+mn-lt"/>
                  </a:rPr>
                  <a:t>. </a:t>
                </a:r>
              </a:p>
              <a:p>
                <a:endParaRPr lang="en-US" sz="2400" dirty="0">
                  <a:latin typeface="+mn-lt"/>
                </a:endParaRPr>
              </a:p>
              <a:p>
                <a:pPr marL="342900" indent="-342900">
                  <a:buFont typeface="Arial" panose="020B0604020202020204" pitchFamily="34" charset="0"/>
                  <a:buChar char="•"/>
                </a:pPr>
                <a:r>
                  <a:rPr lang="en-US" sz="2400" dirty="0">
                    <a:latin typeface="+mn-lt"/>
                  </a:rPr>
                  <a:t>This is a type of “convergence in distribution”, that is, the cumulative distribution function (CDF) of the </a:t>
                </a:r>
                <a:r>
                  <a:rPr lang="en-US" sz="2400" b="1" u="sng" dirty="0">
                    <a:latin typeface="+mn-lt"/>
                  </a:rPr>
                  <a:t>empirical mean</a:t>
                </a:r>
                <a:r>
                  <a:rPr lang="en-US" sz="2400" dirty="0">
                    <a:latin typeface="+mn-lt"/>
                  </a:rPr>
                  <a:t> will be close to CDF of a normal distribution with the </a:t>
                </a:r>
                <a:r>
                  <a:rPr lang="en-US" sz="2400" b="1" u="sng" dirty="0">
                    <a:latin typeface="+mn-lt"/>
                  </a:rPr>
                  <a:t>actual mean</a:t>
                </a:r>
                <a:r>
                  <a:rPr lang="en-US" sz="2400" dirty="0">
                    <a:latin typeface="+mn-lt"/>
                  </a:rPr>
                  <a:t> from which samples were drawn from and variance scaled down by </a:t>
                </a:r>
                <a14:m>
                  <m:oMath xmlns:m="http://schemas.openxmlformats.org/officeDocument/2006/math">
                    <m:r>
                      <a:rPr lang="en-US" sz="2400" b="0" i="1" smtClean="0">
                        <a:latin typeface="Cambria Math" panose="02040503050406030204" pitchFamily="18" charset="0"/>
                      </a:rPr>
                      <m:t>𝑛</m:t>
                    </m:r>
                  </m:oMath>
                </a14:m>
                <a:r>
                  <a:rPr lang="en-US" sz="2400" dirty="0">
                    <a:latin typeface="+mn-lt"/>
                  </a:rPr>
                  <a:t> (number of samples)</a:t>
                </a:r>
              </a:p>
              <a:p>
                <a:pPr marL="342900" indent="-342900">
                  <a:buFont typeface="Arial" panose="020B0604020202020204" pitchFamily="34" charset="0"/>
                  <a:buChar char="•"/>
                </a:pPr>
                <a:r>
                  <a:rPr lang="en-US" sz="2400" dirty="0">
                    <a:latin typeface="+mn-lt"/>
                  </a:rPr>
                  <a:t>The above result can be equivalently stated as: the distribution of centered, scaled mean given by </a:t>
                </a:r>
                <a14:m>
                  <m:oMath xmlns:m="http://schemas.openxmlformats.org/officeDocument/2006/math">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nary>
                              <m:naryPr>
                                <m:chr m:val="∑"/>
                                <m:ctrlPr>
                                  <a:rPr lang="en-US" sz="2400" i="1" dirty="0">
                                    <a:latin typeface="Cambria Math" panose="02040503050406030204" pitchFamily="18" charset="0"/>
                                  </a:rPr>
                                </m:ctrlPr>
                              </m:naryPr>
                              <m:sub>
                                <m:r>
                                  <m:rPr>
                                    <m:brk m:alnAt="23"/>
                                  </m:rPr>
                                  <a:rPr lang="en-US" sz="2400" i="1" dirty="0">
                                    <a:latin typeface="Cambria Math" panose="02040503050406030204" pitchFamily="18" charset="0"/>
                                  </a:rPr>
                                  <m:t>𝑖</m:t>
                                </m:r>
                                <m:r>
                                  <a:rPr lang="en-US" sz="2400" i="1" dirty="0">
                                    <a:latin typeface="Cambria Math" panose="02040503050406030204" pitchFamily="18" charset="0"/>
                                  </a:rPr>
                                  <m:t>=1</m:t>
                                </m:r>
                              </m:sub>
                              <m:sup>
                                <m:r>
                                  <a:rPr lang="en-US" sz="2400" i="1" dirty="0">
                                    <a:latin typeface="Cambria Math" panose="02040503050406030204" pitchFamily="18" charset="0"/>
                                  </a:rPr>
                                  <m:t>𝑛</m:t>
                                </m:r>
                              </m:sup>
                              <m:e>
                                <m:f>
                                  <m:fPr>
                                    <m:ctrlPr>
                                      <a:rPr lang="en-US" sz="2400" i="1" dirty="0">
                                        <a:latin typeface="Cambria Math" panose="02040503050406030204" pitchFamily="18" charset="0"/>
                                      </a:rPr>
                                    </m:ctrlPr>
                                  </m:fPr>
                                  <m:num>
                                    <m:sSub>
                                      <m:sSubPr>
                                        <m:ctrlPr>
                                          <a:rPr lang="en-US" sz="2400" i="1" dirty="0">
                                            <a:latin typeface="Cambria Math" panose="02040503050406030204" pitchFamily="18" charset="0"/>
                                          </a:rPr>
                                        </m:ctrlPr>
                                      </m:sSubPr>
                                      <m:e>
                                        <m:r>
                                          <a:rPr lang="en-US" sz="2400" i="1" dirty="0">
                                            <a:latin typeface="Cambria Math" panose="02040503050406030204" pitchFamily="18" charset="0"/>
                                          </a:rPr>
                                          <m:t>𝑋</m:t>
                                        </m:r>
                                      </m:e>
                                      <m:sub>
                                        <m:r>
                                          <a:rPr lang="en-US" sz="2400" i="1" dirty="0">
                                            <a:latin typeface="Cambria Math" panose="02040503050406030204" pitchFamily="18" charset="0"/>
                                          </a:rPr>
                                          <m:t>𝑖</m:t>
                                        </m:r>
                                      </m:sub>
                                    </m:sSub>
                                  </m:num>
                                  <m:den>
                                    <m:r>
                                      <a:rPr lang="en-US" sz="2400" i="1" dirty="0">
                                        <a:latin typeface="Cambria Math" panose="02040503050406030204" pitchFamily="18" charset="0"/>
                                      </a:rPr>
                                      <m:t>𝑛</m:t>
                                    </m:r>
                                  </m:den>
                                </m:f>
                              </m:e>
                            </m:nary>
                            <m:r>
                              <a:rPr lang="en-US" sz="2400" b="0" i="1" dirty="0" smtClean="0">
                                <a:latin typeface="Cambria Math" panose="02040503050406030204" pitchFamily="18" charset="0"/>
                              </a:rPr>
                              <m:t> −</m:t>
                            </m:r>
                            <m:r>
                              <a:rPr lang="en-US" sz="2400" i="1">
                                <a:latin typeface="Cambria Math" panose="02040503050406030204" pitchFamily="18" charset="0"/>
                                <a:ea typeface="Cambria Math" panose="02040503050406030204" pitchFamily="18" charset="0"/>
                              </a:rPr>
                              <m:t>𝜇</m:t>
                            </m:r>
                          </m:num>
                          <m:den>
                            <m:f>
                              <m:fPr>
                                <m:ctrlPr>
                                  <a:rPr lang="en-US" sz="2400" i="1" smtClean="0">
                                    <a:latin typeface="Cambria Math" panose="02040503050406030204" pitchFamily="18" charset="0"/>
                                  </a:rPr>
                                </m:ctrlPr>
                              </m:fPr>
                              <m:num>
                                <m:r>
                                  <a:rPr lang="en-US" sz="2400" i="1" smtClean="0">
                                    <a:latin typeface="Cambria Math" panose="02040503050406030204" pitchFamily="18" charset="0"/>
                                    <a:ea typeface="Cambria Math" panose="02040503050406030204" pitchFamily="18" charset="0"/>
                                  </a:rPr>
                                  <m:t>𝜎</m:t>
                                </m:r>
                              </m:num>
                              <m:den>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𝑛</m:t>
                                    </m:r>
                                  </m:e>
                                </m:rad>
                              </m:den>
                            </m:f>
                          </m:den>
                        </m:f>
                      </m:e>
                    </m:d>
                  </m:oMath>
                </a14:m>
                <a:r>
                  <a:rPr lang="en-US" sz="2400" dirty="0">
                    <a:latin typeface="+mn-lt"/>
                  </a:rPr>
                  <a:t> is approximately equal to the standard normal distribution </a:t>
                </a:r>
                <a14:m>
                  <m:oMath xmlns:m="http://schemas.openxmlformats.org/officeDocument/2006/math">
                    <m:r>
                      <a:rPr lang="en-US" sz="2400" i="1">
                        <a:latin typeface="Cambria Math" panose="02040503050406030204" pitchFamily="18" charset="0"/>
                      </a:rPr>
                      <m:t>𝑁</m:t>
                    </m:r>
                    <m:d>
                      <m:dPr>
                        <m:ctrlPr>
                          <a:rPr lang="en-US" sz="2400" i="1">
                            <a:latin typeface="Cambria Math" panose="02040503050406030204" pitchFamily="18" charset="0"/>
                          </a:rPr>
                        </m:ctrlPr>
                      </m:dPr>
                      <m:e>
                        <m:r>
                          <a:rPr lang="en-US" sz="2400" i="1">
                            <a:latin typeface="Cambria Math" panose="02040503050406030204" pitchFamily="18" charset="0"/>
                          </a:rPr>
                          <m:t>0</m:t>
                        </m:r>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rPr>
                          <m:t> </m:t>
                        </m:r>
                      </m:e>
                    </m:d>
                    <m:r>
                      <a:rPr lang="en-US" sz="2400" i="1">
                        <a:latin typeface="Cambria Math" panose="02040503050406030204" pitchFamily="18" charset="0"/>
                      </a:rPr>
                      <m:t> </m:t>
                    </m:r>
                  </m:oMath>
                </a14:m>
                <a:r>
                  <a:rPr lang="en-US" sz="2400" dirty="0">
                    <a:latin typeface="+mn-lt"/>
                  </a:rPr>
                  <a:t>i.e., 0 mean and unit variance.</a:t>
                </a:r>
              </a:p>
              <a:p>
                <a:pPr marL="342900" indent="-342900">
                  <a:buFont typeface="Arial" panose="020B0604020202020204" pitchFamily="34" charset="0"/>
                  <a:buChar char="•"/>
                </a:pPr>
                <a:r>
                  <a:rPr lang="en-US" sz="2400" dirty="0">
                    <a:latin typeface="+mn-lt"/>
                  </a:rPr>
                  <a:t>In our coin toss or AB testing example, </a:t>
                </a:r>
                <a14:m>
                  <m:oMath xmlns:m="http://schemas.openxmlformats.org/officeDocument/2006/math">
                    <m:nary>
                      <m:naryPr>
                        <m:chr m:val="∑"/>
                        <m:ctrlPr>
                          <a:rPr lang="en-US" sz="2400" i="1" dirty="0">
                            <a:latin typeface="Cambria Math" panose="02040503050406030204" pitchFamily="18" charset="0"/>
                          </a:rPr>
                        </m:ctrlPr>
                      </m:naryPr>
                      <m:sub>
                        <m:r>
                          <m:rPr>
                            <m:brk m:alnAt="23"/>
                          </m:rPr>
                          <a:rPr lang="en-US" sz="2400" i="1" dirty="0">
                            <a:latin typeface="Cambria Math" panose="02040503050406030204" pitchFamily="18" charset="0"/>
                          </a:rPr>
                          <m:t>𝑖</m:t>
                        </m:r>
                        <m:r>
                          <a:rPr lang="en-US" sz="2400" i="1" dirty="0">
                            <a:latin typeface="Cambria Math" panose="02040503050406030204" pitchFamily="18" charset="0"/>
                          </a:rPr>
                          <m:t>=1</m:t>
                        </m:r>
                      </m:sub>
                      <m:sup>
                        <m:r>
                          <a:rPr lang="en-US" sz="2400" i="1" dirty="0">
                            <a:latin typeface="Cambria Math" panose="02040503050406030204" pitchFamily="18" charset="0"/>
                          </a:rPr>
                          <m:t>𝑛</m:t>
                        </m:r>
                      </m:sup>
                      <m:e>
                        <m:f>
                          <m:fPr>
                            <m:ctrlPr>
                              <a:rPr lang="en-US" sz="2400" i="1" dirty="0">
                                <a:latin typeface="Cambria Math" panose="02040503050406030204" pitchFamily="18" charset="0"/>
                              </a:rPr>
                            </m:ctrlPr>
                          </m:fPr>
                          <m:num>
                            <m:sSub>
                              <m:sSubPr>
                                <m:ctrlPr>
                                  <a:rPr lang="en-US" sz="2400" i="1" dirty="0">
                                    <a:latin typeface="Cambria Math" panose="02040503050406030204" pitchFamily="18" charset="0"/>
                                  </a:rPr>
                                </m:ctrlPr>
                              </m:sSubPr>
                              <m:e>
                                <m:r>
                                  <a:rPr lang="en-US" sz="2400" i="1" dirty="0">
                                    <a:latin typeface="Cambria Math" panose="02040503050406030204" pitchFamily="18" charset="0"/>
                                  </a:rPr>
                                  <m:t>𝑋</m:t>
                                </m:r>
                              </m:e>
                              <m:sub>
                                <m:r>
                                  <a:rPr lang="en-US" sz="2400" i="1" dirty="0">
                                    <a:latin typeface="Cambria Math" panose="02040503050406030204" pitchFamily="18" charset="0"/>
                                  </a:rPr>
                                  <m:t>𝑖</m:t>
                                </m:r>
                              </m:sub>
                            </m:sSub>
                          </m:num>
                          <m:den>
                            <m:r>
                              <a:rPr lang="en-US" sz="2400" i="1" dirty="0">
                                <a:latin typeface="Cambria Math" panose="02040503050406030204" pitchFamily="18" charset="0"/>
                              </a:rPr>
                              <m:t>𝑛</m:t>
                            </m:r>
                          </m:den>
                        </m:f>
                      </m:e>
                    </m:nary>
                    <m:r>
                      <a:rPr lang="en-US" sz="2400" b="0" i="1" dirty="0" smtClean="0">
                        <a:latin typeface="Cambria Math" panose="02040503050406030204" pitchFamily="18" charset="0"/>
                      </a:rPr>
                      <m:t>= </m:t>
                    </m:r>
                    <m:acc>
                      <m:accPr>
                        <m:chr m:val="̂"/>
                        <m:ctrlPr>
                          <a:rPr lang="en-US" sz="2400" b="0" i="1" dirty="0" smtClean="0">
                            <a:latin typeface="Cambria Math" panose="02040503050406030204" pitchFamily="18" charset="0"/>
                          </a:rPr>
                        </m:ctrlPr>
                      </m:accPr>
                      <m:e>
                        <m:r>
                          <a:rPr lang="en-US" sz="2400" b="0" i="1" dirty="0" smtClean="0">
                            <a:latin typeface="Cambria Math" panose="02040503050406030204" pitchFamily="18" charset="0"/>
                          </a:rPr>
                          <m:t>𝑝</m:t>
                        </m:r>
                      </m:e>
                    </m:acc>
                    <m:r>
                      <a:rPr lang="en-US" sz="2400" b="0" i="1" dirty="0"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𝜇</m:t>
                    </m:r>
                    <m:r>
                      <a:rPr lang="en-US" sz="2400" b="0" i="0"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𝑝</m:t>
                    </m:r>
                  </m:oMath>
                </a14:m>
                <a:r>
                  <a:rPr lang="en-US" sz="2400" dirty="0">
                    <a:latin typeface="+mn-lt"/>
                  </a:rPr>
                  <a:t> and  </a:t>
                </a:r>
                <a:br>
                  <a:rPr lang="en-US" sz="2400" dirty="0">
                    <a:latin typeface="+mn-lt"/>
                  </a:rPr>
                </a:br>
                <a14:m>
                  <m:oMath xmlns:m="http://schemas.openxmlformats.org/officeDocument/2006/math">
                    <m:sSup>
                      <m:sSupPr>
                        <m:ctrlPr>
                          <a:rPr lang="en-US" sz="2400" i="1">
                            <a:latin typeface="Cambria Math" panose="02040503050406030204" pitchFamily="18" charset="0"/>
                            <a:sym typeface="Avenir Medium"/>
                          </a:rPr>
                        </m:ctrlPr>
                      </m:sSupPr>
                      <m:e>
                        <m:r>
                          <a:rPr lang="en-US" sz="2400" i="1">
                            <a:latin typeface="Cambria Math" panose="02040503050406030204" pitchFamily="18" charset="0"/>
                            <a:ea typeface="Cambria Math" panose="02040503050406030204" pitchFamily="18" charset="0"/>
                            <a:sym typeface="Avenir Medium"/>
                          </a:rPr>
                          <m:t>𝜎</m:t>
                        </m:r>
                      </m:e>
                      <m:sup>
                        <m:r>
                          <a:rPr lang="en-US" sz="2400" i="1">
                            <a:latin typeface="Cambria Math" panose="02040503050406030204" pitchFamily="18" charset="0"/>
                            <a:sym typeface="Avenir Medium"/>
                          </a:rPr>
                          <m:t>2</m:t>
                        </m:r>
                      </m:sup>
                    </m:sSup>
                    <m:r>
                      <a:rPr lang="en-US" sz="2400" b="0" i="1" smtClean="0">
                        <a:latin typeface="Cambria Math" panose="02040503050406030204" pitchFamily="18" charset="0"/>
                        <a:sym typeface="Avenir Medium"/>
                      </a:rPr>
                      <m:t>=</m:t>
                    </m:r>
                    <m:r>
                      <a:rPr lang="en-US" sz="2400" b="0" i="1" smtClean="0">
                        <a:latin typeface="Cambria Math" panose="02040503050406030204" pitchFamily="18" charset="0"/>
                        <a:sym typeface="Avenir Medium"/>
                      </a:rPr>
                      <m:t>𝑝</m:t>
                    </m:r>
                    <m:r>
                      <a:rPr lang="en-US" sz="2400" b="0" i="1" smtClean="0">
                        <a:latin typeface="Cambria Math" panose="02040503050406030204" pitchFamily="18" charset="0"/>
                        <a:ea typeface="Cambria Math" panose="02040503050406030204" pitchFamily="18" charset="0"/>
                        <a:sym typeface="Avenir Medium"/>
                      </a:rPr>
                      <m:t>∙(1−</m:t>
                    </m:r>
                    <m:r>
                      <a:rPr lang="en-US" sz="2400" b="0" i="1" smtClean="0">
                        <a:latin typeface="Cambria Math" panose="02040503050406030204" pitchFamily="18" charset="0"/>
                        <a:ea typeface="Cambria Math" panose="02040503050406030204" pitchFamily="18" charset="0"/>
                        <a:sym typeface="Avenir Medium"/>
                      </a:rPr>
                      <m:t>𝑝</m:t>
                    </m:r>
                    <m:r>
                      <a:rPr lang="en-US" sz="2400" b="0" i="1" smtClean="0">
                        <a:latin typeface="Cambria Math" panose="02040503050406030204" pitchFamily="18" charset="0"/>
                        <a:ea typeface="Cambria Math" panose="02040503050406030204" pitchFamily="18" charset="0"/>
                        <a:sym typeface="Avenir Medium"/>
                      </a:rPr>
                      <m:t>)</m:t>
                    </m:r>
                  </m:oMath>
                </a14:m>
                <a:r>
                  <a:rPr lang="en-US" sz="2400" dirty="0">
                    <a:latin typeface="+mn-lt"/>
                  </a:rPr>
                  <a:t>. </a:t>
                </a:r>
              </a:p>
              <a:p>
                <a:pPr marL="342900" indent="-342900">
                  <a:buFont typeface="Arial" panose="020B0604020202020204" pitchFamily="34" charset="0"/>
                  <a:buChar char="•"/>
                </a:pPr>
                <a:r>
                  <a:rPr lang="en-US" sz="2400" dirty="0">
                    <a:latin typeface="+mn-lt"/>
                  </a:rPr>
                  <a:t>Applying above,…</a:t>
                </a:r>
                <a:endParaRPr sz="2400" dirty="0">
                  <a:latin typeface="+mn-lt"/>
                </a:endParaRPr>
              </a:p>
            </p:txBody>
          </p:sp>
        </mc:Choice>
        <mc:Fallback xmlns="">
          <p:sp>
            <p:nvSpPr>
              <p:cNvPr id="1192" name="Represent a click, a conversion, a signup, a subscription, … a success as getting a heads on a coin flip.">
                <a:extLst>
                  <a:ext uri="{FF2B5EF4-FFF2-40B4-BE49-F238E27FC236}">
                    <a16:creationId xmlns:a16="http://schemas.microsoft.com/office/drawing/2014/main" id="{BF929409-0FE9-306A-8772-3C22BA163CFD}"/>
                  </a:ext>
                </a:extLst>
              </p:cNvPr>
              <p:cNvSpPr txBox="1">
                <a:spLocks noRot="1" noChangeAspect="1" noMove="1" noResize="1" noEditPoints="1" noAdjustHandles="1" noChangeArrowheads="1" noChangeShapeType="1" noTextEdit="1"/>
              </p:cNvSpPr>
              <p:nvPr/>
            </p:nvSpPr>
            <p:spPr>
              <a:xfrm>
                <a:off x="841375" y="866761"/>
                <a:ext cx="10502900" cy="5719899"/>
              </a:xfrm>
              <a:prstGeom prst="rect">
                <a:avLst/>
              </a:prstGeom>
              <a:blipFill>
                <a:blip r:embed="rId3"/>
                <a:stretch>
                  <a:fillRect l="-1570" t="-2217" r="-1570" b="-1996"/>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sp>
        <p:nvSpPr>
          <p:cNvPr id="1194" name="Slide Number">
            <a:extLst>
              <a:ext uri="{FF2B5EF4-FFF2-40B4-BE49-F238E27FC236}">
                <a16:creationId xmlns:a16="http://schemas.microsoft.com/office/drawing/2014/main" id="{037C36D7-C130-B4AB-E480-813880021191}"/>
              </a:ext>
            </a:extLst>
          </p:cNvPr>
          <p:cNvSpPr txBox="1">
            <a:spLocks noGrp="1"/>
          </p:cNvSpPr>
          <p:nvPr>
            <p:ph type="sldNum" sz="quarter" idx="2"/>
          </p:nvPr>
        </p:nvSpPr>
        <p:spPr>
          <a:xfrm>
            <a:off x="5979516" y="7017791"/>
            <a:ext cx="226619" cy="23053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B5A4DB1-5839-05FC-7419-87316FA03DCD}"/>
                  </a:ext>
                </a:extLst>
              </p14:cNvPr>
              <p14:cNvContentPartPr/>
              <p14:nvPr/>
            </p14:nvContentPartPr>
            <p14:xfrm>
              <a:off x="210600" y="43200"/>
              <a:ext cx="11950920" cy="6072480"/>
            </p14:xfrm>
          </p:contentPart>
        </mc:Choice>
        <mc:Fallback xmlns="">
          <p:pic>
            <p:nvPicPr>
              <p:cNvPr id="2" name="Ink 1">
                <a:extLst>
                  <a:ext uri="{FF2B5EF4-FFF2-40B4-BE49-F238E27FC236}">
                    <a16:creationId xmlns:a16="http://schemas.microsoft.com/office/drawing/2014/main" id="{8B5A4DB1-5839-05FC-7419-87316FA03DCD}"/>
                  </a:ext>
                </a:extLst>
              </p:cNvPr>
              <p:cNvPicPr/>
              <p:nvPr/>
            </p:nvPicPr>
            <p:blipFill>
              <a:blip r:embed="rId5"/>
              <a:stretch>
                <a:fillRect/>
              </a:stretch>
            </p:blipFill>
            <p:spPr>
              <a:xfrm>
                <a:off x="201240" y="33840"/>
                <a:ext cx="11969640" cy="6091200"/>
              </a:xfrm>
              <a:prstGeom prst="rect">
                <a:avLst/>
              </a:prstGeom>
            </p:spPr>
          </p:pic>
        </mc:Fallback>
      </mc:AlternateContent>
    </p:spTree>
    <p:extLst>
      <p:ext uri="{BB962C8B-B14F-4D97-AF65-F5344CB8AC3E}">
        <p14:creationId xmlns:p14="http://schemas.microsoft.com/office/powerpoint/2010/main" val="167664948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192">
                                            <p:bg/>
                                          </p:spTgt>
                                        </p:tgtEl>
                                        <p:attrNameLst>
                                          <p:attrName>style.visibility</p:attrName>
                                        </p:attrNameLst>
                                      </p:cBhvr>
                                      <p:to>
                                        <p:strVal val="visible"/>
                                      </p:to>
                                    </p:set>
                                    <p:animEffect transition="in" filter="dissolve">
                                      <p:cBhvr>
                                        <p:cTn id="7" dur="500"/>
                                        <p:tgtEl>
                                          <p:spTgt spid="1192">
                                            <p:bg/>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192">
                                            <p:txEl>
                                              <p:pRg st="0" end="0"/>
                                            </p:txEl>
                                          </p:spTgt>
                                        </p:tgtEl>
                                        <p:attrNameLst>
                                          <p:attrName>style.visibility</p:attrName>
                                        </p:attrNameLst>
                                      </p:cBhvr>
                                      <p:to>
                                        <p:strVal val="visible"/>
                                      </p:to>
                                    </p:set>
                                    <p:animEffect transition="in" filter="dissolve">
                                      <p:cBhvr>
                                        <p:cTn id="10" dur="500"/>
                                        <p:tgtEl>
                                          <p:spTgt spid="1192">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192">
                                            <p:txEl>
                                              <p:pRg st="1" end="1"/>
                                            </p:txEl>
                                          </p:spTgt>
                                        </p:tgtEl>
                                        <p:attrNameLst>
                                          <p:attrName>style.visibility</p:attrName>
                                        </p:attrNameLst>
                                      </p:cBhvr>
                                      <p:to>
                                        <p:strVal val="visible"/>
                                      </p:to>
                                    </p:set>
                                    <p:animEffect transition="in" filter="dissolve">
                                      <p:cBhvr>
                                        <p:cTn id="13" dur="500"/>
                                        <p:tgtEl>
                                          <p:spTgt spid="1192">
                                            <p:txEl>
                                              <p:pRg st="1" end="1"/>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192">
                                            <p:txEl>
                                              <p:pRg st="3" end="3"/>
                                            </p:txEl>
                                          </p:spTgt>
                                        </p:tgtEl>
                                        <p:attrNameLst>
                                          <p:attrName>style.visibility</p:attrName>
                                        </p:attrNameLst>
                                      </p:cBhvr>
                                      <p:to>
                                        <p:strVal val="visible"/>
                                      </p:to>
                                    </p:set>
                                    <p:animEffect transition="in" filter="dissolve">
                                      <p:cBhvr>
                                        <p:cTn id="16" dur="500"/>
                                        <p:tgtEl>
                                          <p:spTgt spid="1192">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192">
                                            <p:txEl>
                                              <p:pRg st="4" end="4"/>
                                            </p:txEl>
                                          </p:spTgt>
                                        </p:tgtEl>
                                        <p:attrNameLst>
                                          <p:attrName>style.visibility</p:attrName>
                                        </p:attrNameLst>
                                      </p:cBhvr>
                                      <p:to>
                                        <p:strVal val="visible"/>
                                      </p:to>
                                    </p:set>
                                    <p:animEffect transition="in" filter="dissolve">
                                      <p:cBhvr>
                                        <p:cTn id="19" dur="500"/>
                                        <p:tgtEl>
                                          <p:spTgt spid="1192">
                                            <p:txEl>
                                              <p:pRg st="4" end="4"/>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192">
                                            <p:txEl>
                                              <p:pRg st="5" end="5"/>
                                            </p:txEl>
                                          </p:spTgt>
                                        </p:tgtEl>
                                        <p:attrNameLst>
                                          <p:attrName>style.visibility</p:attrName>
                                        </p:attrNameLst>
                                      </p:cBhvr>
                                      <p:to>
                                        <p:strVal val="visible"/>
                                      </p:to>
                                    </p:set>
                                    <p:animEffect transition="in" filter="dissolve">
                                      <p:cBhvr>
                                        <p:cTn id="22" dur="500"/>
                                        <p:tgtEl>
                                          <p:spTgt spid="1192">
                                            <p:txEl>
                                              <p:pRg st="5" end="5"/>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192">
                                            <p:txEl>
                                              <p:pRg st="6" end="6"/>
                                            </p:txEl>
                                          </p:spTgt>
                                        </p:tgtEl>
                                        <p:attrNameLst>
                                          <p:attrName>style.visibility</p:attrName>
                                        </p:attrNameLst>
                                      </p:cBhvr>
                                      <p:to>
                                        <p:strVal val="visible"/>
                                      </p:to>
                                    </p:set>
                                    <p:animEffect transition="in" filter="dissolve">
                                      <p:cBhvr>
                                        <p:cTn id="25" dur="500"/>
                                        <p:tgtEl>
                                          <p:spTgt spid="119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2" grpId="0" uiExpand="1"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3" name="Test Statistic"/>
          <p:cNvSpPr txBox="1">
            <a:spLocks noGrp="1"/>
          </p:cNvSpPr>
          <p:nvPr>
            <p:ph type="title"/>
          </p:nvPr>
        </p:nvSpPr>
        <p:spPr>
          <a:prstGeom prst="rect">
            <a:avLst/>
          </a:prstGeom>
        </p:spPr>
        <p:txBody>
          <a:bodyPr/>
          <a:lstStyle/>
          <a:p>
            <a:r>
              <a:rPr dirty="0">
                <a:latin typeface="+mn-lt"/>
              </a:rPr>
              <a:t>Test Statistic</a:t>
            </a:r>
            <a:r>
              <a:rPr lang="en-US" dirty="0">
                <a:latin typeface="+mn-lt"/>
              </a:rPr>
              <a:t> derivation</a:t>
            </a:r>
            <a:endParaRPr dirty="0">
              <a:latin typeface="+mn-lt"/>
            </a:endParaRPr>
          </a:p>
        </p:txBody>
      </p:sp>
      <p:grpSp>
        <p:nvGrpSpPr>
          <p:cNvPr id="5" name="Group 4">
            <a:extLst>
              <a:ext uri="{FF2B5EF4-FFF2-40B4-BE49-F238E27FC236}">
                <a16:creationId xmlns:a16="http://schemas.microsoft.com/office/drawing/2014/main" id="{FEF00CA0-315B-743B-50E1-3F010C6562FB}"/>
              </a:ext>
            </a:extLst>
          </p:cNvPr>
          <p:cNvGrpSpPr/>
          <p:nvPr/>
        </p:nvGrpSpPr>
        <p:grpSpPr>
          <a:xfrm>
            <a:off x="432168" y="1397584"/>
            <a:ext cx="11160206" cy="1409966"/>
            <a:chOff x="432168" y="1397584"/>
            <a:chExt cx="11160206" cy="1409966"/>
          </a:xfrm>
        </p:grpSpPr>
        <p:pic>
          <p:nvPicPr>
            <p:cNvPr id="1204" name="Image" descr="Image"/>
            <p:cNvPicPr>
              <a:picLocks noChangeAspect="1"/>
            </p:cNvPicPr>
            <p:nvPr/>
          </p:nvPicPr>
          <p:blipFill>
            <a:blip r:embed="rId3"/>
            <a:stretch>
              <a:fillRect/>
            </a:stretch>
          </p:blipFill>
          <p:spPr>
            <a:xfrm>
              <a:off x="432168" y="1942318"/>
              <a:ext cx="5590718" cy="865232"/>
            </a:xfrm>
            <a:prstGeom prst="rect">
              <a:avLst/>
            </a:prstGeom>
            <a:ln w="12700">
              <a:miter lim="400000"/>
            </a:ln>
          </p:spPr>
        </p:pic>
        <p:sp>
          <p:nvSpPr>
            <p:cNvPr id="1205" name="Use the CLT"/>
            <p:cNvSpPr txBox="1"/>
            <p:nvPr/>
          </p:nvSpPr>
          <p:spPr>
            <a:xfrm>
              <a:off x="2545224" y="1397584"/>
              <a:ext cx="3384773"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lang="en-US" b="1" u="sng" dirty="0">
                  <a:latin typeface="+mn-lt"/>
                </a:rPr>
                <a:t>By the </a:t>
              </a:r>
              <a:r>
                <a:rPr b="1" u="sng" dirty="0">
                  <a:latin typeface="+mn-lt"/>
                </a:rPr>
                <a:t>C</a:t>
              </a:r>
              <a:r>
                <a:rPr lang="en-US" b="1" u="sng" dirty="0">
                  <a:latin typeface="+mn-lt"/>
                </a:rPr>
                <a:t>entral </a:t>
              </a:r>
              <a:r>
                <a:rPr b="1" u="sng" dirty="0">
                  <a:latin typeface="+mn-lt"/>
                </a:rPr>
                <a:t>L</a:t>
              </a:r>
              <a:r>
                <a:rPr lang="en-US" b="1" u="sng" dirty="0">
                  <a:latin typeface="+mn-lt"/>
                </a:rPr>
                <a:t>imit </a:t>
              </a:r>
              <a:r>
                <a:rPr b="1" u="sng" dirty="0">
                  <a:latin typeface="+mn-lt"/>
                </a:rPr>
                <a:t>T</a:t>
              </a:r>
              <a:r>
                <a:rPr lang="en-US" b="1" u="sng" dirty="0">
                  <a:latin typeface="+mn-lt"/>
                </a:rPr>
                <a:t>heorem,</a:t>
              </a:r>
              <a:endParaRPr b="1" u="sng" dirty="0">
                <a:latin typeface="+mn-lt"/>
              </a:endParaRPr>
            </a:p>
          </p:txBody>
        </p:sp>
        <p:pic>
          <p:nvPicPr>
            <p:cNvPr id="1206" name="Image" descr="Image"/>
            <p:cNvPicPr>
              <a:picLocks noChangeAspect="1"/>
            </p:cNvPicPr>
            <p:nvPr/>
          </p:nvPicPr>
          <p:blipFill>
            <a:blip r:embed="rId4"/>
            <a:stretch>
              <a:fillRect/>
            </a:stretch>
          </p:blipFill>
          <p:spPr>
            <a:xfrm>
              <a:off x="6258413" y="1977911"/>
              <a:ext cx="5333961" cy="815784"/>
            </a:xfrm>
            <a:prstGeom prst="rect">
              <a:avLst/>
            </a:prstGeom>
            <a:ln w="12700">
              <a:miter lim="400000"/>
            </a:ln>
          </p:spPr>
        </p:pic>
      </p:grpSp>
      <p:grpSp>
        <p:nvGrpSpPr>
          <p:cNvPr id="7" name="Group 6">
            <a:extLst>
              <a:ext uri="{FF2B5EF4-FFF2-40B4-BE49-F238E27FC236}">
                <a16:creationId xmlns:a16="http://schemas.microsoft.com/office/drawing/2014/main" id="{222FD42E-E64D-57CC-46A0-68118D1768BB}"/>
              </a:ext>
            </a:extLst>
          </p:cNvPr>
          <p:cNvGrpSpPr/>
          <p:nvPr/>
        </p:nvGrpSpPr>
        <p:grpSpPr>
          <a:xfrm>
            <a:off x="1670086" y="4030585"/>
            <a:ext cx="7824752" cy="2224673"/>
            <a:chOff x="1670086" y="4030585"/>
            <a:chExt cx="7824752" cy="2224673"/>
          </a:xfrm>
        </p:grpSpPr>
        <p:sp>
          <p:nvSpPr>
            <p:cNvPr id="1207" name="Use the null hypothesis,"/>
            <p:cNvSpPr txBox="1"/>
            <p:nvPr/>
          </p:nvSpPr>
          <p:spPr>
            <a:xfrm>
              <a:off x="2545224" y="4030585"/>
              <a:ext cx="280204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a:lstStyle>
            <a:p>
              <a:r>
                <a:rPr lang="en-US" b="1" u="sng" dirty="0">
                  <a:latin typeface="+mn-lt"/>
                </a:rPr>
                <a:t>Using </a:t>
              </a:r>
              <a:r>
                <a:rPr b="1" u="sng" dirty="0">
                  <a:latin typeface="+mn-lt"/>
                </a:rPr>
                <a:t>the null hypothesis,</a:t>
              </a:r>
            </a:p>
          </p:txBody>
        </p:sp>
        <p:sp>
          <p:nvSpPr>
            <p:cNvPr id="1210" name="Rectangle"/>
            <p:cNvSpPr/>
            <p:nvPr/>
          </p:nvSpPr>
          <p:spPr>
            <a:xfrm>
              <a:off x="1670086" y="4533229"/>
              <a:ext cx="7824752" cy="1722029"/>
            </a:xfrm>
            <a:prstGeom prst="rect">
              <a:avLst/>
            </a:prstGeom>
            <a:ln w="25400">
              <a:solidFill>
                <a:schemeClr val="accent1"/>
              </a:solidFill>
              <a:miter lim="400000"/>
            </a:ln>
          </p:spPr>
          <p:txBody>
            <a:bodyPr lIns="0" tIns="0" rIns="0" bIns="0" anchor="ctr"/>
            <a:lstStyle/>
            <a:p>
              <a:pPr>
                <a:defRPr sz="3200">
                  <a:solidFill>
                    <a:srgbClr val="FFFFFF"/>
                  </a:solidFill>
                  <a:latin typeface="+mn-lt"/>
                  <a:ea typeface="+mn-ea"/>
                  <a:cs typeface="+mn-cs"/>
                  <a:sym typeface="Helvetica Neue Medium"/>
                </a:defRPr>
              </a:pPr>
              <a:endParaRPr sz="1600">
                <a:latin typeface="+mn-lt"/>
              </a:endParaRPr>
            </a:p>
          </p:txBody>
        </p:sp>
      </p:grpSp>
      <p:sp>
        <p:nvSpPr>
          <p:cNvPr id="121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latin typeface="+mn-lt"/>
              </a:rPr>
              <a:t>13</a:t>
            </a:fld>
            <a:endParaRPr>
              <a:latin typeface="+mn-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B700748-6F9E-CAD8-FFE6-B8EA4949D8C9}"/>
                  </a:ext>
                </a:extLst>
              </p:cNvPr>
              <p:cNvSpPr txBox="1"/>
              <p:nvPr/>
            </p:nvSpPr>
            <p:spPr>
              <a:xfrm>
                <a:off x="1670086" y="4966242"/>
                <a:ext cx="7824752" cy="988347"/>
              </a:xfrm>
              <a:prstGeom prst="rect">
                <a:avLst/>
              </a:prstGeom>
              <a:noFill/>
            </p:spPr>
            <p:txBody>
              <a:bodyPr wrap="square" lIns="0" tIns="0" rIns="0" bIns="0" rtlCol="0">
                <a:spAutoFit/>
              </a:bodyPr>
              <a:lstStyle/>
              <a:p>
                <a:r>
                  <a:rPr lang="en-US" sz="2800" b="0" dirty="0">
                    <a:latin typeface="+mn-lt"/>
                  </a:rPr>
                  <a:t>Final test statistic: </a:t>
                </a:r>
                <a14:m>
                  <m:oMath xmlns:m="http://schemas.openxmlformats.org/officeDocument/2006/math">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𝑧</m:t>
                        </m:r>
                      </m:e>
                    </m:acc>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acc>
                          <m:accPr>
                            <m:chr m:val="̂"/>
                            <m:ctrlPr>
                              <a:rPr lang="ar-AE"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r>
                          <a:rPr lang="en-US" sz="2800" i="1" baseline="-25000">
                            <a:solidFill>
                              <a:srgbClr val="000000"/>
                            </a:solidFill>
                            <a:latin typeface="Cambria Math" panose="02040503050406030204" pitchFamily="18" charset="0"/>
                          </a:rPr>
                          <m:t>𝐴</m:t>
                        </m:r>
                        <m:r>
                          <a:rPr lang="en-US" sz="2800" b="0" i="1" smtClean="0">
                            <a:solidFill>
                              <a:srgbClr val="000000"/>
                            </a:solidFill>
                            <a:latin typeface="Cambria Math" panose="02040503050406030204" pitchFamily="18" charset="0"/>
                          </a:rPr>
                          <m:t>−</m:t>
                        </m:r>
                        <m:acc>
                          <m:accPr>
                            <m:chr m:val="̂"/>
                            <m:ctrlPr>
                              <a:rPr lang="ar-AE"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r>
                          <a:rPr lang="en-US" sz="2800" b="0" i="1" baseline="-25000" smtClean="0">
                            <a:solidFill>
                              <a:srgbClr val="000000"/>
                            </a:solidFill>
                            <a:latin typeface="Cambria Math" panose="02040503050406030204" pitchFamily="18" charset="0"/>
                          </a:rPr>
                          <m:t>𝐵</m:t>
                        </m:r>
                      </m:num>
                      <m:den>
                        <m:rad>
                          <m:radPr>
                            <m:degHide m:val="on"/>
                            <m:ctrlPr>
                              <a:rPr lang="en-US" sz="2800" b="0" i="1" smtClean="0">
                                <a:latin typeface="Cambria Math" panose="02040503050406030204" pitchFamily="18" charset="0"/>
                              </a:rPr>
                            </m:ctrlPr>
                          </m:radPr>
                          <m:deg/>
                          <m:e>
                            <m:f>
                              <m:fPr>
                                <m:ctrlPr>
                                  <a:rPr lang="ar-AE" sz="2800" i="1">
                                    <a:solidFill>
                                      <a:srgbClr val="000000"/>
                                    </a:solidFill>
                                    <a:latin typeface="Cambria Math" panose="02040503050406030204" pitchFamily="18" charset="0"/>
                                  </a:rPr>
                                </m:ctrlPr>
                              </m:fPr>
                              <m:num>
                                <m:acc>
                                  <m:accPr>
                                    <m:chr m:val="̂"/>
                                    <m:ctrlPr>
                                      <a:rPr lang="ar-AE"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𝑝</m:t>
                                    </m:r>
                                  </m:e>
                                </m:acc>
                                <m:r>
                                  <a:rPr lang="en-US" sz="3200" i="1" baseline="-25000">
                                    <a:solidFill>
                                      <a:srgbClr val="000000"/>
                                    </a:solidFill>
                                    <a:latin typeface="Cambria Math" panose="02040503050406030204" pitchFamily="18" charset="0"/>
                                  </a:rPr>
                                  <m:t>𝐴</m:t>
                                </m:r>
                                <m:r>
                                  <a:rPr lang="ar-AE" sz="2800" i="1">
                                    <a:solidFill>
                                      <a:srgbClr val="000000"/>
                                    </a:solidFill>
                                    <a:latin typeface="Cambria Math" panose="02040503050406030204" pitchFamily="18" charset="0"/>
                                  </a:rPr>
                                  <m:t>(1−</m:t>
                                </m:r>
                                <m:acc>
                                  <m:accPr>
                                    <m:chr m:val="̂"/>
                                    <m:ctrlPr>
                                      <a:rPr lang="ar-AE"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r>
                                  <a:rPr lang="en-US" sz="2800" i="1" baseline="-25000">
                                    <a:solidFill>
                                      <a:srgbClr val="000000"/>
                                    </a:solidFill>
                                    <a:latin typeface="Cambria Math" panose="02040503050406030204" pitchFamily="18" charset="0"/>
                                  </a:rPr>
                                  <m:t>𝐴</m:t>
                                </m:r>
                                <m:r>
                                  <a:rPr lang="ar-AE" sz="2800" i="1">
                                    <a:solidFill>
                                      <a:srgbClr val="000000"/>
                                    </a:solidFill>
                                    <a:latin typeface="Cambria Math" panose="02040503050406030204" pitchFamily="18" charset="0"/>
                                  </a:rPr>
                                  <m:t>)</m:t>
                                </m:r>
                              </m:num>
                              <m:den>
                                <m:r>
                                  <a:rPr lang="ar-AE" sz="2800" i="1">
                                    <a:solidFill>
                                      <a:srgbClr val="000000"/>
                                    </a:solidFill>
                                    <a:latin typeface="Cambria Math" panose="02040503050406030204" pitchFamily="18" charset="0"/>
                                  </a:rPr>
                                  <m:t>𝑛</m:t>
                                </m:r>
                                <m:r>
                                  <a:rPr lang="en-US" sz="2800" b="0" i="1" baseline="-25000" smtClean="0">
                                    <a:solidFill>
                                      <a:srgbClr val="000000"/>
                                    </a:solidFill>
                                    <a:latin typeface="Cambria Math" panose="02040503050406030204" pitchFamily="18" charset="0"/>
                                  </a:rPr>
                                  <m:t>𝐴</m:t>
                                </m:r>
                              </m:den>
                            </m:f>
                            <m:r>
                              <a:rPr lang="en-US" sz="2800" i="1">
                                <a:latin typeface="Cambria Math" panose="02040503050406030204" pitchFamily="18" charset="0"/>
                              </a:rPr>
                              <m:t>+</m:t>
                            </m:r>
                            <m:f>
                              <m:fPr>
                                <m:ctrlPr>
                                  <a:rPr lang="ar-AE" sz="2800" i="1">
                                    <a:solidFill>
                                      <a:srgbClr val="000000"/>
                                    </a:solidFill>
                                    <a:latin typeface="Cambria Math" panose="02040503050406030204" pitchFamily="18" charset="0"/>
                                  </a:rPr>
                                </m:ctrlPr>
                              </m:fPr>
                              <m:num>
                                <m:acc>
                                  <m:accPr>
                                    <m:chr m:val="̂"/>
                                    <m:ctrlPr>
                                      <a:rPr lang="ar-AE"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𝑝</m:t>
                                    </m:r>
                                  </m:e>
                                </m:acc>
                                <m:r>
                                  <a:rPr lang="en-US" sz="3200" i="1" baseline="-25000">
                                    <a:solidFill>
                                      <a:srgbClr val="000000"/>
                                    </a:solidFill>
                                    <a:latin typeface="Cambria Math" panose="02040503050406030204" pitchFamily="18" charset="0"/>
                                  </a:rPr>
                                  <m:t>𝐵</m:t>
                                </m:r>
                                <m:r>
                                  <a:rPr lang="ar-AE" sz="2800" i="1">
                                    <a:solidFill>
                                      <a:srgbClr val="000000"/>
                                    </a:solidFill>
                                    <a:latin typeface="Cambria Math" panose="02040503050406030204" pitchFamily="18" charset="0"/>
                                  </a:rPr>
                                  <m:t>(1−</m:t>
                                </m:r>
                                <m:acc>
                                  <m:accPr>
                                    <m:chr m:val="̂"/>
                                    <m:ctrlPr>
                                      <a:rPr lang="ar-AE"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r>
                                  <a:rPr lang="en-US" sz="2800" i="1" baseline="-25000">
                                    <a:solidFill>
                                      <a:srgbClr val="000000"/>
                                    </a:solidFill>
                                    <a:latin typeface="Cambria Math" panose="02040503050406030204" pitchFamily="18" charset="0"/>
                                  </a:rPr>
                                  <m:t>𝐵</m:t>
                                </m:r>
                                <m:r>
                                  <a:rPr lang="ar-AE" sz="2800" i="1">
                                    <a:solidFill>
                                      <a:srgbClr val="000000"/>
                                    </a:solidFill>
                                    <a:latin typeface="Cambria Math" panose="02040503050406030204" pitchFamily="18" charset="0"/>
                                  </a:rPr>
                                  <m:t>)</m:t>
                                </m:r>
                              </m:num>
                              <m:den>
                                <m:r>
                                  <a:rPr lang="ar-AE" sz="2800" i="1">
                                    <a:solidFill>
                                      <a:srgbClr val="000000"/>
                                    </a:solidFill>
                                    <a:latin typeface="Cambria Math" panose="02040503050406030204" pitchFamily="18" charset="0"/>
                                  </a:rPr>
                                  <m:t>𝑛</m:t>
                                </m:r>
                                <m:r>
                                  <a:rPr lang="en-US" sz="2800" b="0" i="1" baseline="-25000" smtClean="0">
                                    <a:solidFill>
                                      <a:srgbClr val="000000"/>
                                    </a:solidFill>
                                    <a:latin typeface="Cambria Math" panose="02040503050406030204" pitchFamily="18" charset="0"/>
                                  </a:rPr>
                                  <m:t>𝐵</m:t>
                                </m:r>
                              </m:den>
                            </m:f>
                          </m:e>
                        </m:rad>
                      </m:den>
                    </m:f>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𝑁</m:t>
                    </m:r>
                    <m:r>
                      <a:rPr lang="en-US" sz="2800" b="0" i="1" smtClean="0">
                        <a:latin typeface="Cambria Math" panose="02040503050406030204" pitchFamily="18" charset="0"/>
                        <a:ea typeface="Cambria Math" panose="02040503050406030204" pitchFamily="18" charset="0"/>
                      </a:rPr>
                      <m:t>(0,1)</m:t>
                    </m:r>
                  </m:oMath>
                </a14:m>
                <a:endParaRPr lang="en-US" sz="2800" dirty="0">
                  <a:latin typeface="+mn-lt"/>
                </a:endParaRPr>
              </a:p>
            </p:txBody>
          </p:sp>
        </mc:Choice>
        <mc:Fallback xmlns="">
          <p:sp>
            <p:nvSpPr>
              <p:cNvPr id="2" name="TextBox 1">
                <a:extLst>
                  <a:ext uri="{FF2B5EF4-FFF2-40B4-BE49-F238E27FC236}">
                    <a16:creationId xmlns:a16="http://schemas.microsoft.com/office/drawing/2014/main" id="{0B700748-6F9E-CAD8-FFE6-B8EA4949D8C9}"/>
                  </a:ext>
                </a:extLst>
              </p:cNvPr>
              <p:cNvSpPr txBox="1">
                <a:spLocks noRot="1" noChangeAspect="1" noMove="1" noResize="1" noEditPoints="1" noAdjustHandles="1" noChangeArrowheads="1" noChangeShapeType="1" noTextEdit="1"/>
              </p:cNvSpPr>
              <p:nvPr/>
            </p:nvSpPr>
            <p:spPr>
              <a:xfrm>
                <a:off x="1670086" y="4966242"/>
                <a:ext cx="7824752" cy="988347"/>
              </a:xfrm>
              <a:prstGeom prst="rect">
                <a:avLst/>
              </a:prstGeom>
              <a:blipFill>
                <a:blip r:embed="rId5"/>
                <a:stretch>
                  <a:fillRect l="-2755" t="-8974" b="-8974"/>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68FC2061-16AF-62DF-7502-10B66AA34CDD}"/>
              </a:ext>
            </a:extLst>
          </p:cNvPr>
          <p:cNvGrpSpPr/>
          <p:nvPr/>
        </p:nvGrpSpPr>
        <p:grpSpPr>
          <a:xfrm>
            <a:off x="957987" y="2891377"/>
            <a:ext cx="10600851" cy="1125353"/>
            <a:chOff x="957987" y="2891377"/>
            <a:chExt cx="10600851" cy="1125353"/>
          </a:xfrm>
        </p:grpSpPr>
        <p:pic>
          <p:nvPicPr>
            <p:cNvPr id="1208" name="Image" descr="Image"/>
            <p:cNvPicPr>
              <a:picLocks noChangeAspect="1"/>
            </p:cNvPicPr>
            <p:nvPr/>
          </p:nvPicPr>
          <p:blipFill>
            <a:blip r:embed="rId6"/>
            <a:stretch>
              <a:fillRect/>
            </a:stretch>
          </p:blipFill>
          <p:spPr>
            <a:xfrm>
              <a:off x="957987" y="3211757"/>
              <a:ext cx="10600851" cy="804973"/>
            </a:xfrm>
            <a:prstGeom prst="rect">
              <a:avLst/>
            </a:prstGeom>
            <a:ln w="12700">
              <a:miter lim="400000"/>
            </a:ln>
          </p:spPr>
        </p:pic>
        <p:sp>
          <p:nvSpPr>
            <p:cNvPr id="3" name="Use the CLT">
              <a:extLst>
                <a:ext uri="{FF2B5EF4-FFF2-40B4-BE49-F238E27FC236}">
                  <a16:creationId xmlns:a16="http://schemas.microsoft.com/office/drawing/2014/main" id="{16BB55BE-EDF8-D447-6B66-6E62FDA0FE45}"/>
                </a:ext>
              </a:extLst>
            </p:cNvPr>
            <p:cNvSpPr txBox="1"/>
            <p:nvPr/>
          </p:nvSpPr>
          <p:spPr>
            <a:xfrm>
              <a:off x="2239531" y="2891377"/>
              <a:ext cx="5475858"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lang="en-US" b="1" u="sng" dirty="0">
                  <a:latin typeface="+mn-lt"/>
                </a:rPr>
                <a:t>By sum of independent normal random variables,</a:t>
              </a:r>
              <a:endParaRPr b="1" u="sng" dirty="0">
                <a:latin typeface="+mn-lt"/>
              </a:endParaRPr>
            </a:p>
          </p:txBody>
        </p:sp>
      </p:grpSp>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46E158CE-BF52-54B3-25A4-64ED10A21355}"/>
                  </a:ext>
                </a:extLst>
              </p14:cNvPr>
              <p14:cNvContentPartPr/>
              <p14:nvPr/>
            </p14:nvContentPartPr>
            <p14:xfrm>
              <a:off x="297360" y="4035600"/>
              <a:ext cx="11436480" cy="1051920"/>
            </p14:xfrm>
          </p:contentPart>
        </mc:Choice>
        <mc:Fallback xmlns="">
          <p:pic>
            <p:nvPicPr>
              <p:cNvPr id="4" name="Ink 3">
                <a:extLst>
                  <a:ext uri="{FF2B5EF4-FFF2-40B4-BE49-F238E27FC236}">
                    <a16:creationId xmlns:a16="http://schemas.microsoft.com/office/drawing/2014/main" id="{46E158CE-BF52-54B3-25A4-64ED10A21355}"/>
                  </a:ext>
                </a:extLst>
              </p:cNvPr>
              <p:cNvPicPr/>
              <p:nvPr/>
            </p:nvPicPr>
            <p:blipFill>
              <a:blip r:embed="rId8"/>
              <a:stretch>
                <a:fillRect/>
              </a:stretch>
            </p:blipFill>
            <p:spPr>
              <a:xfrm>
                <a:off x="288000" y="4026240"/>
                <a:ext cx="11455200" cy="107064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1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STEPS OF HYPOTHESIS TESTING</a:t>
            </a:r>
            <a:endParaRPr/>
          </a:p>
        </p:txBody>
      </p:sp>
      <p:sp>
        <p:nvSpPr>
          <p:cNvPr id="345" name="Google Shape;345;p13"/>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Rockwell"/>
              <a:buAutoNum type="arabicPeriod"/>
            </a:pPr>
            <a:r>
              <a:rPr lang="en-US" dirty="0">
                <a:solidFill>
                  <a:srgbClr val="BFBFBF"/>
                </a:solidFill>
              </a:rPr>
              <a:t>Specify the </a:t>
            </a:r>
            <a:r>
              <a:rPr lang="en-US" b="1" dirty="0">
                <a:solidFill>
                  <a:srgbClr val="BFBFBF"/>
                </a:solidFill>
              </a:rPr>
              <a:t>null hypothesis </a:t>
            </a:r>
            <a:r>
              <a:rPr lang="en-US" dirty="0">
                <a:solidFill>
                  <a:srgbClr val="BFBFBF"/>
                </a:solidFill>
              </a:rPr>
              <a:t>𝑯𝟎 and the </a:t>
            </a:r>
            <a:r>
              <a:rPr lang="en-US" b="1" dirty="0">
                <a:solidFill>
                  <a:srgbClr val="BFBFBF"/>
                </a:solidFill>
              </a:rPr>
              <a:t>alternative hypothesis </a:t>
            </a:r>
            <a:r>
              <a:rPr lang="en-US" dirty="0">
                <a:solidFill>
                  <a:srgbClr val="BFBFBF"/>
                </a:solidFill>
              </a:rPr>
              <a:t>𝑯𝒂</a:t>
            </a:r>
            <a:endParaRPr dirty="0"/>
          </a:p>
          <a:p>
            <a:pPr marL="457200" lvl="0" indent="-457200" algn="l" rtl="0">
              <a:lnSpc>
                <a:spcPct val="90000"/>
              </a:lnSpc>
              <a:spcBef>
                <a:spcPts val="1200"/>
              </a:spcBef>
              <a:spcAft>
                <a:spcPts val="0"/>
              </a:spcAft>
              <a:buSzPts val="1700"/>
              <a:buFont typeface="Rockwell"/>
              <a:buAutoNum type="arabicPeriod"/>
            </a:pPr>
            <a:r>
              <a:rPr lang="en-US" dirty="0">
                <a:solidFill>
                  <a:srgbClr val="BFBFBF"/>
                </a:solidFill>
              </a:rPr>
              <a:t>Specify the </a:t>
            </a:r>
            <a:r>
              <a:rPr lang="en-US" b="1" dirty="0">
                <a:solidFill>
                  <a:srgbClr val="BFBFBF"/>
                </a:solidFill>
              </a:rPr>
              <a:t>significance level threshold </a:t>
            </a:r>
            <a:r>
              <a:rPr lang="en-US" dirty="0">
                <a:solidFill>
                  <a:srgbClr val="BFBFBF"/>
                </a:solidFill>
              </a:rPr>
              <a:t>𝜶</a:t>
            </a:r>
            <a:r>
              <a:rPr lang="en-US" baseline="-25000" dirty="0">
                <a:solidFill>
                  <a:srgbClr val="BFBFBF"/>
                </a:solidFill>
              </a:rPr>
              <a:t>t</a:t>
            </a:r>
            <a:endParaRPr dirty="0"/>
          </a:p>
          <a:p>
            <a:pPr marL="457200" lvl="0" indent="-457200" algn="l" rtl="0">
              <a:lnSpc>
                <a:spcPct val="90000"/>
              </a:lnSpc>
              <a:spcBef>
                <a:spcPts val="1200"/>
              </a:spcBef>
              <a:spcAft>
                <a:spcPts val="0"/>
              </a:spcAft>
              <a:buSzPts val="1700"/>
              <a:buFont typeface="Rockwell"/>
              <a:buAutoNum type="arabicPeriod"/>
            </a:pPr>
            <a:r>
              <a:rPr lang="en-US" dirty="0">
                <a:solidFill>
                  <a:srgbClr val="BFBFBF"/>
                </a:solidFill>
              </a:rPr>
              <a:t>Collect the </a:t>
            </a:r>
            <a:r>
              <a:rPr lang="en-US" b="1" dirty="0">
                <a:solidFill>
                  <a:srgbClr val="BFBFBF"/>
                </a:solidFill>
              </a:rPr>
              <a:t>data</a:t>
            </a:r>
            <a:endParaRPr dirty="0">
              <a:solidFill>
                <a:srgbClr val="BFBFBF"/>
              </a:solidFill>
            </a:endParaRPr>
          </a:p>
          <a:p>
            <a:pPr marL="457200" lvl="0" indent="-457200" algn="l" rtl="0">
              <a:lnSpc>
                <a:spcPct val="90000"/>
              </a:lnSpc>
              <a:spcBef>
                <a:spcPts val="1200"/>
              </a:spcBef>
              <a:spcAft>
                <a:spcPts val="0"/>
              </a:spcAft>
              <a:buSzPts val="1700"/>
              <a:buFont typeface="Rockwell"/>
              <a:buAutoNum type="arabicPeriod"/>
            </a:pPr>
            <a:r>
              <a:rPr lang="en-US" dirty="0">
                <a:solidFill>
                  <a:srgbClr val="BFBFBF"/>
                </a:solidFill>
              </a:rPr>
              <a:t>Calculate the </a:t>
            </a:r>
            <a:r>
              <a:rPr lang="en-US" b="1" dirty="0">
                <a:solidFill>
                  <a:srgbClr val="BFBFBF"/>
                </a:solidFill>
              </a:rPr>
              <a:t>test statistic</a:t>
            </a:r>
            <a:endParaRPr dirty="0">
              <a:solidFill>
                <a:srgbClr val="BFBFBF"/>
              </a:solidFill>
            </a:endParaRPr>
          </a:p>
          <a:p>
            <a:pPr marL="457200" lvl="0" indent="-457200" algn="l" rtl="0">
              <a:lnSpc>
                <a:spcPct val="90000"/>
              </a:lnSpc>
              <a:spcBef>
                <a:spcPts val="1200"/>
              </a:spcBef>
              <a:spcAft>
                <a:spcPts val="0"/>
              </a:spcAft>
              <a:buSzPts val="1700"/>
              <a:buFont typeface="Rockwell"/>
              <a:buAutoNum type="arabicPeriod"/>
            </a:pPr>
            <a:r>
              <a:rPr lang="en-US" dirty="0"/>
              <a:t>Calculate the corresponding 𝒑</a:t>
            </a:r>
            <a:r>
              <a:rPr lang="en-US" b="1" dirty="0"/>
              <a:t>-value</a:t>
            </a:r>
            <a:endParaRPr dirty="0"/>
          </a:p>
          <a:p>
            <a:pPr marL="457200" lvl="0" indent="-457200" algn="l" rtl="0">
              <a:lnSpc>
                <a:spcPct val="90000"/>
              </a:lnSpc>
              <a:spcBef>
                <a:spcPts val="1200"/>
              </a:spcBef>
              <a:spcAft>
                <a:spcPts val="0"/>
              </a:spcAft>
              <a:buSzPts val="1700"/>
              <a:buFont typeface="Rockwell"/>
              <a:buAutoNum type="arabicPeriod"/>
            </a:pPr>
            <a:r>
              <a:rPr lang="en-US" dirty="0"/>
              <a:t>Compare the 𝒑</a:t>
            </a:r>
            <a:r>
              <a:rPr lang="en-US" b="1" dirty="0"/>
              <a:t>-value </a:t>
            </a:r>
            <a:r>
              <a:rPr lang="en-US" dirty="0"/>
              <a:t>with the </a:t>
            </a:r>
            <a:r>
              <a:rPr lang="en-US" b="1" dirty="0"/>
              <a:t>significance level threshold</a:t>
            </a:r>
            <a:endParaRPr dirty="0"/>
          </a:p>
          <a:p>
            <a:pPr marL="457200" lvl="0" indent="-457200" algn="l" rtl="0">
              <a:lnSpc>
                <a:spcPct val="90000"/>
              </a:lnSpc>
              <a:spcBef>
                <a:spcPts val="1200"/>
              </a:spcBef>
              <a:spcAft>
                <a:spcPts val="0"/>
              </a:spcAft>
              <a:buSzPts val="1700"/>
              <a:buFont typeface="Rockwell"/>
              <a:buAutoNum type="arabicPeriod"/>
            </a:pPr>
            <a:r>
              <a:rPr lang="en-US" dirty="0"/>
              <a:t>Determine whether to </a:t>
            </a:r>
            <a:r>
              <a:rPr lang="en-US" b="1" dirty="0"/>
              <a:t>reject </a:t>
            </a:r>
            <a:r>
              <a:rPr lang="en-US" dirty="0"/>
              <a:t>or </a:t>
            </a:r>
            <a:r>
              <a:rPr lang="en-US" b="1" dirty="0"/>
              <a:t>fail to reject </a:t>
            </a:r>
            <a:r>
              <a:rPr lang="en-US" dirty="0"/>
              <a:t>the </a:t>
            </a:r>
            <a:r>
              <a:rPr lang="en-US" b="1" dirty="0"/>
              <a:t>null hypothesis </a:t>
            </a:r>
            <a:r>
              <a:rPr lang="en-US" dirty="0"/>
              <a:t>𝑯𝟎</a:t>
            </a:r>
            <a:endParaRPr dirty="0"/>
          </a:p>
        </p:txBody>
      </p:sp>
    </p:spTree>
    <p:extLst>
      <p:ext uri="{BB962C8B-B14F-4D97-AF65-F5344CB8AC3E}">
        <p14:creationId xmlns:p14="http://schemas.microsoft.com/office/powerpoint/2010/main" val="1281745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5" name="p-Value"/>
          <p:cNvSpPr txBox="1">
            <a:spLocks noGrp="1"/>
          </p:cNvSpPr>
          <p:nvPr>
            <p:ph type="title"/>
          </p:nvPr>
        </p:nvSpPr>
        <p:spPr>
          <a:prstGeom prst="rect">
            <a:avLst/>
          </a:prstGeom>
        </p:spPr>
        <p:txBody>
          <a:bodyPr/>
          <a:lstStyle/>
          <a:p>
            <a:r>
              <a:rPr dirty="0"/>
              <a:t>p-Value</a:t>
            </a:r>
          </a:p>
        </p:txBody>
      </p:sp>
      <p:sp>
        <p:nvSpPr>
          <p:cNvPr id="1216" name="Rectangle"/>
          <p:cNvSpPr/>
          <p:nvPr/>
        </p:nvSpPr>
        <p:spPr>
          <a:xfrm>
            <a:off x="6096000" y="1156476"/>
            <a:ext cx="5486400" cy="1435879"/>
          </a:xfrm>
          <a:prstGeom prst="rect">
            <a:avLst/>
          </a:prstGeom>
          <a:ln w="25400">
            <a:solidFill>
              <a:schemeClr val="accent1"/>
            </a:solidFill>
            <a:miter lim="400000"/>
          </a:ln>
        </p:spPr>
        <p:txBody>
          <a:bodyPr lIns="0" tIns="0" rIns="0" bIns="0" anchor="ctr"/>
          <a:lstStyle/>
          <a:p>
            <a:pPr>
              <a:defRPr sz="3200">
                <a:solidFill>
                  <a:srgbClr val="FFFFFF"/>
                </a:solidFill>
                <a:latin typeface="+mn-lt"/>
                <a:ea typeface="+mn-ea"/>
                <a:cs typeface="+mn-cs"/>
                <a:sym typeface="Helvetica Neue Medium"/>
              </a:defRPr>
            </a:pPr>
            <a:endParaRPr sz="1600"/>
          </a:p>
        </p:txBody>
      </p:sp>
      <p:sp>
        <p:nvSpPr>
          <p:cNvPr id="1217" name="p-Value: If the null was true, and I redid this experiment, what is the probability of getting a result as extreme as what I got?…"/>
          <p:cNvSpPr txBox="1"/>
          <p:nvPr/>
        </p:nvSpPr>
        <p:spPr>
          <a:xfrm>
            <a:off x="5588000" y="4000347"/>
            <a:ext cx="6123688" cy="17132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algn="l"/>
            <a:r>
              <a:rPr dirty="0"/>
              <a:t>p-Value: If the </a:t>
            </a:r>
            <a:r>
              <a:rPr dirty="0">
                <a:latin typeface="Gill Sans" panose="020B0502020104020203" pitchFamily="34" charset="-79"/>
                <a:ea typeface="Avenir Heavy"/>
                <a:cs typeface="Gill Sans" panose="020B0502020104020203" pitchFamily="34" charset="-79"/>
                <a:sym typeface="Avenir Heavy"/>
              </a:rPr>
              <a:t>null was true</a:t>
            </a:r>
            <a:r>
              <a:rPr dirty="0"/>
              <a:t>, and I redid this experiment, what is the probability of getting a result as extreme as what I got?</a:t>
            </a:r>
          </a:p>
          <a:p>
            <a:pPr algn="l"/>
            <a:endParaRPr dirty="0"/>
          </a:p>
          <a:p>
            <a:pPr algn="l"/>
            <a:r>
              <a:rPr dirty="0"/>
              <a:t>The gold standard in 20th century statistics for reporting the outcome of an experiment. </a:t>
            </a:r>
          </a:p>
        </p:txBody>
      </p:sp>
      <p:sp>
        <p:nvSpPr>
          <p:cNvPr id="121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grpSp>
        <p:nvGrpSpPr>
          <p:cNvPr id="1222" name="Group"/>
          <p:cNvGrpSpPr/>
          <p:nvPr/>
        </p:nvGrpSpPr>
        <p:grpSpPr>
          <a:xfrm>
            <a:off x="1099176" y="1301898"/>
            <a:ext cx="4837974" cy="4625382"/>
            <a:chOff x="0" y="16084"/>
            <a:chExt cx="9675946" cy="9250761"/>
          </a:xfrm>
        </p:grpSpPr>
        <p:pic>
          <p:nvPicPr>
            <p:cNvPr id="1219" name="Image" descr="Image"/>
            <p:cNvPicPr>
              <a:picLocks noChangeAspect="1"/>
            </p:cNvPicPr>
            <p:nvPr/>
          </p:nvPicPr>
          <p:blipFill>
            <a:blip r:embed="rId2"/>
            <a:srcRect l="2680" t="2680" r="2681" b="2680"/>
            <a:stretch>
              <a:fillRect/>
            </a:stretch>
          </p:blipFill>
          <p:spPr>
            <a:xfrm>
              <a:off x="0" y="16084"/>
              <a:ext cx="9614694" cy="925076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13" y="21600"/>
                  </a:lnTo>
                  <a:cubicBezTo>
                    <a:pt x="107" y="21512"/>
                    <a:pt x="103" y="21349"/>
                    <a:pt x="107" y="21088"/>
                  </a:cubicBezTo>
                  <a:lnTo>
                    <a:pt x="116" y="20512"/>
                  </a:lnTo>
                  <a:lnTo>
                    <a:pt x="556" y="20397"/>
                  </a:lnTo>
                  <a:cubicBezTo>
                    <a:pt x="798" y="20334"/>
                    <a:pt x="1096" y="20242"/>
                    <a:pt x="1217" y="20194"/>
                  </a:cubicBezTo>
                  <a:cubicBezTo>
                    <a:pt x="2709" y="19607"/>
                    <a:pt x="3826" y="18302"/>
                    <a:pt x="4906" y="15881"/>
                  </a:cubicBezTo>
                  <a:cubicBezTo>
                    <a:pt x="5616" y="14292"/>
                    <a:pt x="6228" y="12493"/>
                    <a:pt x="7464" y="8370"/>
                  </a:cubicBezTo>
                  <a:cubicBezTo>
                    <a:pt x="8969" y="3345"/>
                    <a:pt x="9586" y="1776"/>
                    <a:pt x="10376" y="954"/>
                  </a:cubicBezTo>
                  <a:cubicBezTo>
                    <a:pt x="10665" y="652"/>
                    <a:pt x="10819" y="567"/>
                    <a:pt x="11071" y="570"/>
                  </a:cubicBezTo>
                  <a:cubicBezTo>
                    <a:pt x="11425" y="574"/>
                    <a:pt x="11769" y="859"/>
                    <a:pt x="12155" y="1469"/>
                  </a:cubicBezTo>
                  <a:cubicBezTo>
                    <a:pt x="12805" y="2494"/>
                    <a:pt x="13390" y="4110"/>
                    <a:pt x="14711" y="8528"/>
                  </a:cubicBezTo>
                  <a:cubicBezTo>
                    <a:pt x="15639" y="11628"/>
                    <a:pt x="16101" y="13051"/>
                    <a:pt x="16641" y="14463"/>
                  </a:cubicBezTo>
                  <a:cubicBezTo>
                    <a:pt x="17843" y="17610"/>
                    <a:pt x="18936" y="19193"/>
                    <a:pt x="20449" y="19979"/>
                  </a:cubicBezTo>
                  <a:cubicBezTo>
                    <a:pt x="20824" y="20174"/>
                    <a:pt x="21039" y="20253"/>
                    <a:pt x="21586" y="20396"/>
                  </a:cubicBezTo>
                  <a:lnTo>
                    <a:pt x="21600" y="20400"/>
                  </a:lnTo>
                  <a:lnTo>
                    <a:pt x="21600" y="20355"/>
                  </a:lnTo>
                  <a:cubicBezTo>
                    <a:pt x="21439" y="20314"/>
                    <a:pt x="21256" y="20262"/>
                    <a:pt x="21089" y="20204"/>
                  </a:cubicBezTo>
                  <a:cubicBezTo>
                    <a:pt x="20672" y="20059"/>
                    <a:pt x="20122" y="19758"/>
                    <a:pt x="19770" y="19483"/>
                  </a:cubicBezTo>
                  <a:cubicBezTo>
                    <a:pt x="18945" y="18838"/>
                    <a:pt x="18180" y="17780"/>
                    <a:pt x="17475" y="16309"/>
                  </a:cubicBezTo>
                  <a:cubicBezTo>
                    <a:pt x="16698" y="14686"/>
                    <a:pt x="16080" y="12918"/>
                    <a:pt x="14809" y="8687"/>
                  </a:cubicBezTo>
                  <a:cubicBezTo>
                    <a:pt x="13617" y="4718"/>
                    <a:pt x="13120" y="3262"/>
                    <a:pt x="12571" y="2122"/>
                  </a:cubicBezTo>
                  <a:cubicBezTo>
                    <a:pt x="11965" y="865"/>
                    <a:pt x="11377" y="348"/>
                    <a:pt x="10795" y="564"/>
                  </a:cubicBezTo>
                  <a:cubicBezTo>
                    <a:pt x="10092" y="826"/>
                    <a:pt x="9353" y="2244"/>
                    <a:pt x="8408" y="5147"/>
                  </a:cubicBezTo>
                  <a:cubicBezTo>
                    <a:pt x="8183" y="5836"/>
                    <a:pt x="7654" y="7567"/>
                    <a:pt x="7110" y="9391"/>
                  </a:cubicBezTo>
                  <a:cubicBezTo>
                    <a:pt x="5697" y="14126"/>
                    <a:pt x="4715" y="16572"/>
                    <a:pt x="3587" y="18169"/>
                  </a:cubicBezTo>
                  <a:cubicBezTo>
                    <a:pt x="3291" y="18588"/>
                    <a:pt x="2690" y="19231"/>
                    <a:pt x="2354" y="19490"/>
                  </a:cubicBezTo>
                  <a:cubicBezTo>
                    <a:pt x="1853" y="19875"/>
                    <a:pt x="1255" y="20167"/>
                    <a:pt x="645" y="20325"/>
                  </a:cubicBezTo>
                  <a:cubicBezTo>
                    <a:pt x="141" y="20455"/>
                    <a:pt x="134" y="20457"/>
                    <a:pt x="116" y="20407"/>
                  </a:cubicBezTo>
                  <a:cubicBezTo>
                    <a:pt x="107" y="20383"/>
                    <a:pt x="103" y="15679"/>
                    <a:pt x="108" y="9954"/>
                  </a:cubicBezTo>
                  <a:lnTo>
                    <a:pt x="116" y="0"/>
                  </a:lnTo>
                  <a:lnTo>
                    <a:pt x="0" y="0"/>
                  </a:lnTo>
                  <a:close/>
                </a:path>
              </a:pathLst>
            </a:custGeom>
            <a:ln w="12700" cap="flat">
              <a:noFill/>
              <a:miter lim="400000"/>
            </a:ln>
            <a:effectLst/>
          </p:spPr>
        </p:pic>
        <p:sp>
          <p:nvSpPr>
            <p:cNvPr id="1220" name="Line"/>
            <p:cNvSpPr/>
            <p:nvPr/>
          </p:nvSpPr>
          <p:spPr>
            <a:xfrm flipV="1">
              <a:off x="4868565" y="110746"/>
              <a:ext cx="2" cy="8824711"/>
            </a:xfrm>
            <a:prstGeom prst="line">
              <a:avLst/>
            </a:prstGeom>
            <a:noFill/>
            <a:ln w="25400" cap="flat">
              <a:solidFill>
                <a:srgbClr val="000000"/>
              </a:solidFill>
              <a:prstDash val="solid"/>
              <a:miter lim="400000"/>
              <a:tailEnd type="triangle" w="med" len="med"/>
            </a:ln>
            <a:effectLst/>
          </p:spPr>
          <p:txBody>
            <a:bodyPr wrap="square" lIns="0" tIns="0" rIns="0" bIns="0" numCol="1" anchor="ctr">
              <a:noAutofit/>
            </a:bodyPr>
            <a:lstStyle/>
            <a:p>
              <a:pPr>
                <a:defRPr sz="3200">
                  <a:solidFill>
                    <a:srgbClr val="FFFFFF"/>
                  </a:solidFill>
                  <a:latin typeface="+mn-lt"/>
                  <a:ea typeface="+mn-ea"/>
                  <a:cs typeface="+mn-cs"/>
                  <a:sym typeface="Helvetica Neue Medium"/>
                </a:defRPr>
              </a:pPr>
              <a:endParaRPr sz="1600"/>
            </a:p>
          </p:txBody>
        </p:sp>
        <p:sp>
          <p:nvSpPr>
            <p:cNvPr id="1221" name="Line"/>
            <p:cNvSpPr/>
            <p:nvPr/>
          </p:nvSpPr>
          <p:spPr>
            <a:xfrm>
              <a:off x="61185" y="8839559"/>
              <a:ext cx="9614761" cy="1"/>
            </a:xfrm>
            <a:prstGeom prst="line">
              <a:avLst/>
            </a:prstGeom>
            <a:noFill/>
            <a:ln w="25400" cap="flat">
              <a:solidFill>
                <a:srgbClr val="000000"/>
              </a:solidFill>
              <a:prstDash val="solid"/>
              <a:miter lim="400000"/>
              <a:tailEnd type="triangle" w="med" len="med"/>
            </a:ln>
            <a:effectLst/>
          </p:spPr>
          <p:txBody>
            <a:bodyPr wrap="square" lIns="0" tIns="0" rIns="0" bIns="0" numCol="1" anchor="ctr">
              <a:noAutofit/>
            </a:bodyPr>
            <a:lstStyle/>
            <a:p>
              <a:pPr>
                <a:defRPr sz="3200">
                  <a:solidFill>
                    <a:srgbClr val="FFFFFF"/>
                  </a:solidFill>
                  <a:latin typeface="+mn-lt"/>
                  <a:ea typeface="+mn-ea"/>
                  <a:cs typeface="+mn-cs"/>
                  <a:sym typeface="Helvetica Neue Medium"/>
                </a:defRPr>
              </a:pPr>
              <a:endParaRPr sz="1600"/>
            </a:p>
          </p:txBody>
        </p:sp>
      </p:grpSp>
      <p:sp>
        <p:nvSpPr>
          <p:cNvPr id="1223" name="p-value:"/>
          <p:cNvSpPr txBox="1"/>
          <p:nvPr/>
        </p:nvSpPr>
        <p:spPr>
          <a:xfrm>
            <a:off x="7001834" y="3064828"/>
            <a:ext cx="93615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t>p-value: </a:t>
            </a:r>
          </a:p>
        </p:txBody>
      </p:sp>
      <p:sp>
        <p:nvSpPr>
          <p:cNvPr id="1225" name="Rectangle"/>
          <p:cNvSpPr/>
          <p:nvPr/>
        </p:nvSpPr>
        <p:spPr>
          <a:xfrm>
            <a:off x="6744194" y="2777289"/>
            <a:ext cx="4596907" cy="903373"/>
          </a:xfrm>
          <a:prstGeom prst="rect">
            <a:avLst/>
          </a:prstGeom>
          <a:ln w="25400">
            <a:solidFill>
              <a:schemeClr val="accent1"/>
            </a:solidFill>
            <a:miter lim="400000"/>
          </a:ln>
        </p:spPr>
        <p:txBody>
          <a:bodyPr lIns="0" tIns="0" rIns="0" bIns="0" anchor="ctr"/>
          <a:lstStyle/>
          <a:p>
            <a:pPr>
              <a:defRPr sz="3200">
                <a:solidFill>
                  <a:srgbClr val="FFFFFF"/>
                </a:solidFill>
                <a:latin typeface="+mn-lt"/>
                <a:ea typeface="+mn-ea"/>
                <a:cs typeface="+mn-cs"/>
                <a:sym typeface="Helvetica Neue Medium"/>
              </a:defRPr>
            </a:pPr>
            <a:endParaRPr sz="1600"/>
          </a:p>
        </p:txBody>
      </p:sp>
      <p:pic>
        <p:nvPicPr>
          <p:cNvPr id="1226" name="Image" descr="Image"/>
          <p:cNvPicPr>
            <a:picLocks noChangeAspect="1"/>
          </p:cNvPicPr>
          <p:nvPr/>
        </p:nvPicPr>
        <p:blipFill>
          <a:blip r:embed="rId3"/>
          <a:srcRect l="76867"/>
          <a:stretch>
            <a:fillRect/>
          </a:stretch>
        </p:blipFill>
        <p:spPr>
          <a:xfrm>
            <a:off x="3037050" y="1008106"/>
            <a:ext cx="962151" cy="571501"/>
          </a:xfrm>
          <a:prstGeom prst="rect">
            <a:avLst/>
          </a:prstGeom>
          <a:ln w="12700">
            <a:miter lim="400000"/>
          </a:ln>
        </p:spPr>
      </p:pic>
      <mc:AlternateContent xmlns:mc="http://schemas.openxmlformats.org/markup-compatibility/2006" xmlns:a14="http://schemas.microsoft.com/office/drawing/2010/main">
        <mc:Choice Requires="a14">
          <p:sp>
            <p:nvSpPr>
              <p:cNvPr id="1227" name="Equation"/>
              <p:cNvSpPr txBox="1"/>
              <p:nvPr/>
            </p:nvSpPr>
            <p:spPr>
              <a:xfrm>
                <a:off x="8037899" y="2912040"/>
                <a:ext cx="2151130" cy="492443"/>
              </a:xfrm>
              <a:prstGeom prst="rect">
                <a:avLst/>
              </a:prstGeom>
              <a:ln w="12700">
                <a:miter lim="400000"/>
              </a:ln>
            </p:spPr>
            <p:txBody>
              <a:bodyPr wrap="square" lIns="0" tIns="0" rIns="0" bIns="0">
                <a:spAutoFit/>
              </a:bodyPr>
              <a:lstStyle/>
              <a:p>
                <a:pPr defTabSz="457200" latinLnBrk="1">
                  <a:defRPr sz="1800"/>
                </a:pPr>
                <a14:m>
                  <m:oMathPara xmlns:m="http://schemas.openxmlformats.org/officeDocument/2006/math">
                    <m:oMathParaPr>
                      <m:jc m:val="centerGroup"/>
                    </m:oMathParaPr>
                    <m:oMath xmlns:m="http://schemas.openxmlformats.org/officeDocument/2006/math">
                      <m:r>
                        <a:rPr lang="ar-AE" sz="3200" i="1" smtClean="0">
                          <a:solidFill>
                            <a:srgbClr val="000000"/>
                          </a:solidFill>
                          <a:latin typeface="Cambria Math" panose="02040503050406030204" pitchFamily="18" charset="0"/>
                        </a:rPr>
                        <m:t>𝑃</m:t>
                      </m:r>
                      <m:r>
                        <a:rPr lang="ar-AE" sz="3200" i="1" smtClean="0">
                          <a:solidFill>
                            <a:srgbClr val="000000"/>
                          </a:solidFill>
                          <a:latin typeface="Cambria Math" panose="02040503050406030204" pitchFamily="18" charset="0"/>
                        </a:rPr>
                        <m:t>(|</m:t>
                      </m:r>
                      <m:r>
                        <a:rPr lang="ar-AE" sz="3200" i="1" smtClean="0">
                          <a:solidFill>
                            <a:srgbClr val="000000"/>
                          </a:solidFill>
                          <a:latin typeface="Cambria Math" panose="02040503050406030204" pitchFamily="18" charset="0"/>
                        </a:rPr>
                        <m:t>𝑍</m:t>
                      </m:r>
                      <m:r>
                        <a:rPr lang="ar-AE" sz="3200" i="1" smtClean="0">
                          <a:solidFill>
                            <a:srgbClr val="000000"/>
                          </a:solidFill>
                          <a:latin typeface="Cambria Math" panose="02040503050406030204" pitchFamily="18" charset="0"/>
                        </a:rPr>
                        <m:t>|&gt;|</m:t>
                      </m:r>
                      <m:acc>
                        <m:accPr>
                          <m:chr m:val="̂"/>
                          <m:ctrlPr>
                            <a:rPr lang="ar-AE" sz="3200" i="1">
                              <a:latin typeface="Cambria Math" panose="02040503050406030204" pitchFamily="18" charset="0"/>
                            </a:rPr>
                          </m:ctrlPr>
                        </m:accPr>
                        <m:e>
                          <m:r>
                            <a:rPr lang="ar-AE" sz="3200" i="1">
                              <a:latin typeface="Cambria Math" panose="02040503050406030204" pitchFamily="18" charset="0"/>
                            </a:rPr>
                            <m:t>𝑧</m:t>
                          </m:r>
                        </m:e>
                      </m:acc>
                      <m:r>
                        <a:rPr lang="ar-AE" sz="3200" b="0" i="1" smtClean="0">
                          <a:latin typeface="Cambria Math" panose="02040503050406030204" pitchFamily="18" charset="0"/>
                        </a:rPr>
                        <m:t>|</m:t>
                      </m:r>
                      <m:r>
                        <a:rPr lang="ar-AE" sz="3200" i="1">
                          <a:solidFill>
                            <a:srgbClr val="000000"/>
                          </a:solidFill>
                          <a:latin typeface="Cambria Math" panose="02040503050406030204" pitchFamily="18" charset="0"/>
                        </a:rPr>
                        <m:t>)</m:t>
                      </m:r>
                    </m:oMath>
                  </m:oMathPara>
                </a14:m>
                <a:endParaRPr sz="3200" dirty="0"/>
              </a:p>
            </p:txBody>
          </p:sp>
        </mc:Choice>
        <mc:Fallback xmlns="">
          <p:sp>
            <p:nvSpPr>
              <p:cNvPr id="1227" name="Equation"/>
              <p:cNvSpPr txBox="1">
                <a:spLocks noRot="1" noChangeAspect="1" noMove="1" noResize="1" noEditPoints="1" noAdjustHandles="1" noChangeArrowheads="1" noChangeShapeType="1" noTextEdit="1"/>
              </p:cNvSpPr>
              <p:nvPr/>
            </p:nvSpPr>
            <p:spPr>
              <a:xfrm>
                <a:off x="8037899" y="2912040"/>
                <a:ext cx="2151130" cy="492443"/>
              </a:xfrm>
              <a:prstGeom prst="rect">
                <a:avLst/>
              </a:prstGeom>
              <a:blipFill>
                <a:blip r:embed="rId4"/>
                <a:stretch>
                  <a:fillRect l="-5294" t="-17949" r="-7647" b="-38462"/>
                </a:stretch>
              </a:blipFill>
              <a:ln w="12700">
                <a:miter lim="400000"/>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304C45-725D-DFBF-1145-DCF078DC4117}"/>
                  </a:ext>
                </a:extLst>
              </p:cNvPr>
              <p:cNvSpPr txBox="1"/>
              <p:nvPr/>
            </p:nvSpPr>
            <p:spPr>
              <a:xfrm>
                <a:off x="5447807" y="1156477"/>
                <a:ext cx="6639718" cy="12556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𝑧</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acc>
                            <m:accPr>
                              <m:chr m:val="̂"/>
                              <m:ctrlPr>
                                <a:rPr lang="ar-AE"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𝑝</m:t>
                              </m:r>
                            </m:e>
                          </m:acc>
                          <m:r>
                            <a:rPr lang="en-US" sz="2400" i="1" baseline="-25000">
                              <a:solidFill>
                                <a:srgbClr val="000000"/>
                              </a:solidFill>
                              <a:latin typeface="Cambria Math" panose="02040503050406030204" pitchFamily="18" charset="0"/>
                            </a:rPr>
                            <m:t>𝐴</m:t>
                          </m:r>
                          <m:r>
                            <a:rPr lang="en-US" sz="2400" b="0" i="1" smtClean="0">
                              <a:solidFill>
                                <a:srgbClr val="000000"/>
                              </a:solidFill>
                              <a:latin typeface="Cambria Math" panose="02040503050406030204" pitchFamily="18" charset="0"/>
                            </a:rPr>
                            <m:t>−</m:t>
                          </m:r>
                          <m:acc>
                            <m:accPr>
                              <m:chr m:val="̂"/>
                              <m:ctrlPr>
                                <a:rPr lang="ar-AE"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𝑝</m:t>
                              </m:r>
                            </m:e>
                          </m:acc>
                          <m:r>
                            <a:rPr lang="en-US" sz="2400" b="0" i="1" baseline="-25000" smtClean="0">
                              <a:solidFill>
                                <a:srgbClr val="000000"/>
                              </a:solidFill>
                              <a:latin typeface="Cambria Math" panose="02040503050406030204" pitchFamily="18" charset="0"/>
                            </a:rPr>
                            <m:t>𝐵</m:t>
                          </m:r>
                        </m:num>
                        <m:den>
                          <m:rad>
                            <m:radPr>
                              <m:degHide m:val="on"/>
                              <m:ctrlPr>
                                <a:rPr lang="en-US" sz="2400" b="0" i="1" smtClean="0">
                                  <a:latin typeface="Cambria Math" panose="02040503050406030204" pitchFamily="18" charset="0"/>
                                </a:rPr>
                              </m:ctrlPr>
                            </m:radPr>
                            <m:deg/>
                            <m:e>
                              <m:f>
                                <m:fPr>
                                  <m:ctrlPr>
                                    <a:rPr lang="ar-AE" sz="2400" i="1">
                                      <a:solidFill>
                                        <a:srgbClr val="000000"/>
                                      </a:solidFill>
                                      <a:latin typeface="Cambria Math" panose="02040503050406030204" pitchFamily="18" charset="0"/>
                                    </a:rPr>
                                  </m:ctrlPr>
                                </m:fPr>
                                <m:num>
                                  <m:acc>
                                    <m:accPr>
                                      <m:chr m:val="̂"/>
                                      <m:ctrlPr>
                                        <a:rPr lang="ar-AE"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r>
                                    <a:rPr lang="en-US" sz="2800" i="1" baseline="-25000">
                                      <a:solidFill>
                                        <a:srgbClr val="000000"/>
                                      </a:solidFill>
                                      <a:latin typeface="Cambria Math" panose="02040503050406030204" pitchFamily="18" charset="0"/>
                                    </a:rPr>
                                    <m:t>𝐴</m:t>
                                  </m:r>
                                  <m:r>
                                    <a:rPr lang="ar-AE" sz="2400" i="1">
                                      <a:solidFill>
                                        <a:srgbClr val="000000"/>
                                      </a:solidFill>
                                      <a:latin typeface="Cambria Math" panose="02040503050406030204" pitchFamily="18" charset="0"/>
                                    </a:rPr>
                                    <m:t>(1−</m:t>
                                  </m:r>
                                  <m:acc>
                                    <m:accPr>
                                      <m:chr m:val="̂"/>
                                      <m:ctrlPr>
                                        <a:rPr lang="ar-AE"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𝑝</m:t>
                                      </m:r>
                                    </m:e>
                                  </m:acc>
                                  <m:r>
                                    <a:rPr lang="en-US" sz="2400" i="1" baseline="-25000">
                                      <a:solidFill>
                                        <a:srgbClr val="000000"/>
                                      </a:solidFill>
                                      <a:latin typeface="Cambria Math" panose="02040503050406030204" pitchFamily="18" charset="0"/>
                                    </a:rPr>
                                    <m:t>𝐴</m:t>
                                  </m:r>
                                  <m:r>
                                    <a:rPr lang="ar-AE" sz="2400" i="1">
                                      <a:solidFill>
                                        <a:srgbClr val="000000"/>
                                      </a:solidFill>
                                      <a:latin typeface="Cambria Math" panose="02040503050406030204" pitchFamily="18" charset="0"/>
                                    </a:rPr>
                                    <m:t>)</m:t>
                                  </m:r>
                                </m:num>
                                <m:den>
                                  <m:r>
                                    <a:rPr lang="ar-AE" sz="2400" i="1">
                                      <a:solidFill>
                                        <a:srgbClr val="000000"/>
                                      </a:solidFill>
                                      <a:latin typeface="Cambria Math" panose="02040503050406030204" pitchFamily="18" charset="0"/>
                                    </a:rPr>
                                    <m:t>𝑛</m:t>
                                  </m:r>
                                  <m:r>
                                    <a:rPr lang="en-US" sz="2400" b="0" i="1" baseline="-25000" smtClean="0">
                                      <a:solidFill>
                                        <a:srgbClr val="000000"/>
                                      </a:solidFill>
                                      <a:latin typeface="Cambria Math" panose="02040503050406030204" pitchFamily="18" charset="0"/>
                                    </a:rPr>
                                    <m:t>𝐴</m:t>
                                  </m:r>
                                </m:den>
                              </m:f>
                              <m:r>
                                <a:rPr lang="en-US" sz="2400" i="1">
                                  <a:latin typeface="Cambria Math" panose="02040503050406030204" pitchFamily="18" charset="0"/>
                                </a:rPr>
                                <m:t>+</m:t>
                              </m:r>
                              <m:f>
                                <m:fPr>
                                  <m:ctrlPr>
                                    <a:rPr lang="ar-AE" sz="2400" i="1">
                                      <a:solidFill>
                                        <a:srgbClr val="000000"/>
                                      </a:solidFill>
                                      <a:latin typeface="Cambria Math" panose="02040503050406030204" pitchFamily="18" charset="0"/>
                                    </a:rPr>
                                  </m:ctrlPr>
                                </m:fPr>
                                <m:num>
                                  <m:acc>
                                    <m:accPr>
                                      <m:chr m:val="̂"/>
                                      <m:ctrlPr>
                                        <a:rPr lang="ar-AE"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r>
                                    <a:rPr lang="en-US" sz="2800" i="1" baseline="-25000">
                                      <a:solidFill>
                                        <a:srgbClr val="000000"/>
                                      </a:solidFill>
                                      <a:latin typeface="Cambria Math" panose="02040503050406030204" pitchFamily="18" charset="0"/>
                                    </a:rPr>
                                    <m:t>𝐵</m:t>
                                  </m:r>
                                  <m:r>
                                    <a:rPr lang="ar-AE" sz="2400" i="1">
                                      <a:solidFill>
                                        <a:srgbClr val="000000"/>
                                      </a:solidFill>
                                      <a:latin typeface="Cambria Math" panose="02040503050406030204" pitchFamily="18" charset="0"/>
                                    </a:rPr>
                                    <m:t>(1−</m:t>
                                  </m:r>
                                  <m:acc>
                                    <m:accPr>
                                      <m:chr m:val="̂"/>
                                      <m:ctrlPr>
                                        <a:rPr lang="ar-AE"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𝑝</m:t>
                                      </m:r>
                                    </m:e>
                                  </m:acc>
                                  <m:r>
                                    <a:rPr lang="en-US" sz="2400" i="1" baseline="-25000">
                                      <a:solidFill>
                                        <a:srgbClr val="000000"/>
                                      </a:solidFill>
                                      <a:latin typeface="Cambria Math" panose="02040503050406030204" pitchFamily="18" charset="0"/>
                                    </a:rPr>
                                    <m:t>𝐵</m:t>
                                  </m:r>
                                  <m:r>
                                    <a:rPr lang="ar-AE" sz="2400" i="1">
                                      <a:solidFill>
                                        <a:srgbClr val="000000"/>
                                      </a:solidFill>
                                      <a:latin typeface="Cambria Math" panose="02040503050406030204" pitchFamily="18" charset="0"/>
                                    </a:rPr>
                                    <m:t>)</m:t>
                                  </m:r>
                                </m:num>
                                <m:den>
                                  <m:r>
                                    <a:rPr lang="ar-AE" sz="2400" i="1">
                                      <a:solidFill>
                                        <a:srgbClr val="000000"/>
                                      </a:solidFill>
                                      <a:latin typeface="Cambria Math" panose="02040503050406030204" pitchFamily="18" charset="0"/>
                                    </a:rPr>
                                    <m:t>𝑛</m:t>
                                  </m:r>
                                  <m:r>
                                    <a:rPr lang="en-US" sz="2400" b="0" i="1" baseline="-25000" smtClean="0">
                                      <a:solidFill>
                                        <a:srgbClr val="000000"/>
                                      </a:solidFill>
                                      <a:latin typeface="Cambria Math" panose="02040503050406030204" pitchFamily="18" charset="0"/>
                                    </a:rPr>
                                    <m:t>𝐵</m:t>
                                  </m:r>
                                </m:den>
                              </m:f>
                            </m:e>
                          </m:rad>
                        </m:den>
                      </m:f>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(0,1)</m:t>
                      </m:r>
                    </m:oMath>
                  </m:oMathPara>
                </a14:m>
                <a:endParaRPr lang="en-US" sz="2400" dirty="0"/>
              </a:p>
            </p:txBody>
          </p:sp>
        </mc:Choice>
        <mc:Fallback xmlns="">
          <p:sp>
            <p:nvSpPr>
              <p:cNvPr id="3" name="TextBox 2">
                <a:extLst>
                  <a:ext uri="{FF2B5EF4-FFF2-40B4-BE49-F238E27FC236}">
                    <a16:creationId xmlns:a16="http://schemas.microsoft.com/office/drawing/2014/main" id="{B3304C45-725D-DFBF-1145-DCF078DC4117}"/>
                  </a:ext>
                </a:extLst>
              </p:cNvPr>
              <p:cNvSpPr txBox="1">
                <a:spLocks noRot="1" noChangeAspect="1" noMove="1" noResize="1" noEditPoints="1" noAdjustHandles="1" noChangeArrowheads="1" noChangeShapeType="1" noTextEdit="1"/>
              </p:cNvSpPr>
              <p:nvPr/>
            </p:nvSpPr>
            <p:spPr>
              <a:xfrm>
                <a:off x="5447807" y="1156477"/>
                <a:ext cx="6639718" cy="1255600"/>
              </a:xfrm>
              <a:prstGeom prst="rect">
                <a:avLst/>
              </a:prstGeom>
              <a:blipFill>
                <a:blip r:embed="rId5"/>
                <a:stretch>
                  <a:fillRect t="-3000" b="-5000"/>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81028E3B-8912-7A3A-83C9-14EC683096F3}"/>
                  </a:ext>
                </a:extLst>
              </p14:cNvPr>
              <p14:cNvContentPartPr/>
              <p14:nvPr/>
            </p14:nvContentPartPr>
            <p14:xfrm>
              <a:off x="164520" y="19080"/>
              <a:ext cx="11532240" cy="6838920"/>
            </p14:xfrm>
          </p:contentPart>
        </mc:Choice>
        <mc:Fallback xmlns="">
          <p:pic>
            <p:nvPicPr>
              <p:cNvPr id="2" name="Ink 1">
                <a:extLst>
                  <a:ext uri="{FF2B5EF4-FFF2-40B4-BE49-F238E27FC236}">
                    <a16:creationId xmlns:a16="http://schemas.microsoft.com/office/drawing/2014/main" id="{81028E3B-8912-7A3A-83C9-14EC683096F3}"/>
                  </a:ext>
                </a:extLst>
              </p:cNvPr>
              <p:cNvPicPr/>
              <p:nvPr/>
            </p:nvPicPr>
            <p:blipFill>
              <a:blip r:embed="rId7"/>
              <a:stretch>
                <a:fillRect/>
              </a:stretch>
            </p:blipFill>
            <p:spPr>
              <a:xfrm>
                <a:off x="155160" y="9720"/>
                <a:ext cx="11550960" cy="6857640"/>
              </a:xfrm>
              <a:prstGeom prst="rect">
                <a:avLst/>
              </a:prstGeom>
            </p:spPr>
          </p:pic>
        </mc:Fallback>
      </mc:AlternateContent>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 name="Running a Hypothesis Test"/>
          <p:cNvSpPr txBox="1">
            <a:spLocks noGrp="1"/>
          </p:cNvSpPr>
          <p:nvPr>
            <p:ph type="title"/>
          </p:nvPr>
        </p:nvSpPr>
        <p:spPr>
          <a:prstGeom prst="rect">
            <a:avLst/>
          </a:prstGeom>
        </p:spPr>
        <p:txBody>
          <a:bodyPr/>
          <a:lstStyle/>
          <a:p>
            <a:r>
              <a:t>Running a Hypothesis Test</a:t>
            </a:r>
          </a:p>
        </p:txBody>
      </p:sp>
      <p:sp>
        <p:nvSpPr>
          <p:cNvPr id="123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pic>
        <p:nvPicPr>
          <p:cNvPr id="1231" name="Image" descr="Image"/>
          <p:cNvPicPr>
            <a:picLocks noChangeAspect="1"/>
          </p:cNvPicPr>
          <p:nvPr/>
        </p:nvPicPr>
        <p:blipFill>
          <a:blip r:embed="rId2"/>
          <a:srcRect l="2680" t="2680" r="2682" b="2680"/>
          <a:stretch>
            <a:fillRect/>
          </a:stretch>
        </p:blipFill>
        <p:spPr>
          <a:xfrm>
            <a:off x="485565" y="2199976"/>
            <a:ext cx="4110435" cy="39548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14" y="21600"/>
                </a:lnTo>
                <a:cubicBezTo>
                  <a:pt x="108" y="21512"/>
                  <a:pt x="103" y="21349"/>
                  <a:pt x="107" y="21087"/>
                </a:cubicBezTo>
                <a:lnTo>
                  <a:pt x="116" y="20512"/>
                </a:lnTo>
                <a:lnTo>
                  <a:pt x="556" y="20397"/>
                </a:lnTo>
                <a:cubicBezTo>
                  <a:pt x="798" y="20334"/>
                  <a:pt x="1096" y="20242"/>
                  <a:pt x="1217" y="20194"/>
                </a:cubicBezTo>
                <a:cubicBezTo>
                  <a:pt x="2709" y="19607"/>
                  <a:pt x="3826" y="18301"/>
                  <a:pt x="4906" y="15881"/>
                </a:cubicBezTo>
                <a:cubicBezTo>
                  <a:pt x="5616" y="14291"/>
                  <a:pt x="6229" y="12493"/>
                  <a:pt x="7464" y="8370"/>
                </a:cubicBezTo>
                <a:cubicBezTo>
                  <a:pt x="8970" y="3345"/>
                  <a:pt x="9586" y="1776"/>
                  <a:pt x="10376" y="954"/>
                </a:cubicBezTo>
                <a:cubicBezTo>
                  <a:pt x="10665" y="653"/>
                  <a:pt x="10819" y="567"/>
                  <a:pt x="11071" y="570"/>
                </a:cubicBezTo>
                <a:cubicBezTo>
                  <a:pt x="11425" y="574"/>
                  <a:pt x="11769" y="859"/>
                  <a:pt x="12156" y="1469"/>
                </a:cubicBezTo>
                <a:cubicBezTo>
                  <a:pt x="12805" y="2494"/>
                  <a:pt x="13391" y="4110"/>
                  <a:pt x="14712" y="8528"/>
                </a:cubicBezTo>
                <a:cubicBezTo>
                  <a:pt x="15640" y="11629"/>
                  <a:pt x="16102" y="13051"/>
                  <a:pt x="16642" y="14463"/>
                </a:cubicBezTo>
                <a:cubicBezTo>
                  <a:pt x="17844" y="17610"/>
                  <a:pt x="18937" y="19193"/>
                  <a:pt x="20450" y="19980"/>
                </a:cubicBezTo>
                <a:cubicBezTo>
                  <a:pt x="20825" y="20175"/>
                  <a:pt x="21038" y="20253"/>
                  <a:pt x="21585" y="20396"/>
                </a:cubicBezTo>
                <a:lnTo>
                  <a:pt x="21600" y="20400"/>
                </a:lnTo>
                <a:lnTo>
                  <a:pt x="21600" y="20353"/>
                </a:lnTo>
                <a:cubicBezTo>
                  <a:pt x="21439" y="20312"/>
                  <a:pt x="21256" y="20262"/>
                  <a:pt x="21089" y="20204"/>
                </a:cubicBezTo>
                <a:cubicBezTo>
                  <a:pt x="20672" y="20059"/>
                  <a:pt x="20122" y="19758"/>
                  <a:pt x="19771" y="19483"/>
                </a:cubicBezTo>
                <a:cubicBezTo>
                  <a:pt x="18946" y="18838"/>
                  <a:pt x="18180" y="17780"/>
                  <a:pt x="17476" y="16309"/>
                </a:cubicBezTo>
                <a:cubicBezTo>
                  <a:pt x="16699" y="14687"/>
                  <a:pt x="16080" y="12918"/>
                  <a:pt x="14809" y="8687"/>
                </a:cubicBezTo>
                <a:cubicBezTo>
                  <a:pt x="13617" y="4718"/>
                  <a:pt x="13120" y="3262"/>
                  <a:pt x="12571" y="2122"/>
                </a:cubicBezTo>
                <a:cubicBezTo>
                  <a:pt x="11965" y="865"/>
                  <a:pt x="11377" y="348"/>
                  <a:pt x="10795" y="565"/>
                </a:cubicBezTo>
                <a:cubicBezTo>
                  <a:pt x="10092" y="826"/>
                  <a:pt x="9353" y="2244"/>
                  <a:pt x="8408" y="5147"/>
                </a:cubicBezTo>
                <a:cubicBezTo>
                  <a:pt x="8184" y="5836"/>
                  <a:pt x="7654" y="7567"/>
                  <a:pt x="7110" y="9391"/>
                </a:cubicBezTo>
                <a:cubicBezTo>
                  <a:pt x="5697" y="14126"/>
                  <a:pt x="4715" y="16571"/>
                  <a:pt x="3587" y="18169"/>
                </a:cubicBezTo>
                <a:cubicBezTo>
                  <a:pt x="3291" y="18588"/>
                  <a:pt x="2690" y="19231"/>
                  <a:pt x="2354" y="19490"/>
                </a:cubicBezTo>
                <a:cubicBezTo>
                  <a:pt x="1853" y="19875"/>
                  <a:pt x="1255" y="20167"/>
                  <a:pt x="644" y="20325"/>
                </a:cubicBezTo>
                <a:cubicBezTo>
                  <a:pt x="141" y="20456"/>
                  <a:pt x="134" y="20457"/>
                  <a:pt x="116" y="20408"/>
                </a:cubicBezTo>
                <a:cubicBezTo>
                  <a:pt x="107" y="20383"/>
                  <a:pt x="103" y="15679"/>
                  <a:pt x="107" y="9955"/>
                </a:cubicBezTo>
                <a:lnTo>
                  <a:pt x="116" y="0"/>
                </a:lnTo>
                <a:lnTo>
                  <a:pt x="0" y="0"/>
                </a:lnTo>
                <a:close/>
              </a:path>
            </a:pathLst>
          </a:custGeom>
          <a:ln w="12700">
            <a:miter lim="400000"/>
          </a:ln>
        </p:spPr>
      </p:pic>
      <p:sp>
        <p:nvSpPr>
          <p:cNvPr id="1232" name="Line"/>
          <p:cNvSpPr/>
          <p:nvPr/>
        </p:nvSpPr>
        <p:spPr>
          <a:xfrm flipV="1">
            <a:off x="2540781" y="2199976"/>
            <a:ext cx="1" cy="3772735"/>
          </a:xfrm>
          <a:prstGeom prst="line">
            <a:avLst/>
          </a:prstGeom>
          <a:ln w="25400">
            <a:solidFill>
              <a:srgbClr val="000000"/>
            </a:solidFill>
            <a:miter lim="400000"/>
            <a:tailEnd type="triangle"/>
          </a:ln>
        </p:spPr>
        <p:txBody>
          <a:bodyPr lIns="0" tIns="0" rIns="0" bIns="0" anchor="ctr"/>
          <a:lstStyle/>
          <a:p>
            <a:pPr>
              <a:defRPr sz="3200">
                <a:solidFill>
                  <a:srgbClr val="FFFFFF"/>
                </a:solidFill>
                <a:latin typeface="+mn-lt"/>
                <a:ea typeface="+mn-ea"/>
                <a:cs typeface="+mn-cs"/>
                <a:sym typeface="Helvetica Neue Medium"/>
              </a:defRPr>
            </a:pPr>
            <a:endParaRPr sz="1600"/>
          </a:p>
        </p:txBody>
      </p:sp>
      <p:sp>
        <p:nvSpPr>
          <p:cNvPr id="1233" name="Line"/>
          <p:cNvSpPr/>
          <p:nvPr/>
        </p:nvSpPr>
        <p:spPr>
          <a:xfrm>
            <a:off x="511723" y="5972182"/>
            <a:ext cx="4110496" cy="1"/>
          </a:xfrm>
          <a:prstGeom prst="line">
            <a:avLst/>
          </a:prstGeom>
          <a:ln w="25400">
            <a:solidFill>
              <a:srgbClr val="000000"/>
            </a:solidFill>
            <a:miter lim="400000"/>
            <a:tailEnd type="triangle"/>
          </a:ln>
        </p:spPr>
        <p:txBody>
          <a:bodyPr lIns="0" tIns="0" rIns="0" bIns="0" anchor="ctr"/>
          <a:lstStyle/>
          <a:p>
            <a:pPr>
              <a:defRPr sz="3200">
                <a:solidFill>
                  <a:srgbClr val="FFFFFF"/>
                </a:solidFill>
                <a:latin typeface="+mn-lt"/>
                <a:ea typeface="+mn-ea"/>
                <a:cs typeface="+mn-cs"/>
                <a:sym typeface="Helvetica Neue Medium"/>
              </a:defRPr>
            </a:pPr>
            <a:endParaRPr sz="1600"/>
          </a:p>
        </p:txBody>
      </p:sp>
      <mc:AlternateContent xmlns:mc="http://schemas.openxmlformats.org/markup-compatibility/2006" xmlns:a14="http://schemas.microsoft.com/office/drawing/2010/main">
        <mc:Choice Requires="a14">
          <p:sp>
            <p:nvSpPr>
              <p:cNvPr id="1234" name="Choose a null and alternative hypothesis.…"/>
              <p:cNvSpPr txBox="1"/>
              <p:nvPr/>
            </p:nvSpPr>
            <p:spPr>
              <a:xfrm>
                <a:off x="4984827" y="1856888"/>
                <a:ext cx="6473244" cy="2432076"/>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25400" tIns="25400" rIns="25400" bIns="25400" anchor="ctr">
                <a:spAutoFit/>
              </a:bodyPr>
              <a:lstStyle/>
              <a:p>
                <a:pPr marL="370417" indent="-370417">
                  <a:buSzPct val="100000"/>
                  <a:buAutoNum type="arabicPeriod"/>
                </a:pPr>
                <a:r>
                  <a:rPr sz="2400" dirty="0"/>
                  <a:t>Choose a null and alternative hypothesis.</a:t>
                </a:r>
              </a:p>
              <a:p>
                <a:pPr marL="370417" indent="-370417">
                  <a:buSzPct val="100000"/>
                  <a:buAutoNum type="arabicPeriod"/>
                </a:pPr>
                <a:r>
                  <a:rPr sz="2400" dirty="0"/>
                  <a:t>Choose a </a:t>
                </a:r>
                <a:r>
                  <a:rPr sz="2400" dirty="0">
                    <a:latin typeface="Gill Sans" panose="020B0502020104020203" pitchFamily="34" charset="-79"/>
                    <a:ea typeface="Avenir Heavy"/>
                    <a:cs typeface="Gill Sans" panose="020B0502020104020203" pitchFamily="34" charset="-79"/>
                    <a:sym typeface="Avenir Heavy"/>
                  </a:rPr>
                  <a:t>significance level</a:t>
                </a:r>
                <a:r>
                  <a:rPr sz="2400" dirty="0"/>
                  <a:t> </a:t>
                </a:r>
                <a14:m>
                  <m:oMath xmlns:m="http://schemas.openxmlformats.org/officeDocument/2006/math">
                    <m:r>
                      <a:rPr sz="2800" i="1">
                        <a:solidFill>
                          <a:srgbClr val="000000"/>
                        </a:solidFill>
                        <a:latin typeface="Cambria Math" panose="02040503050406030204" pitchFamily="18" charset="0"/>
                      </a:rPr>
                      <m:t>𝛼</m:t>
                    </m:r>
                  </m:oMath>
                </a14:m>
                <a:r>
                  <a:rPr sz="2400" dirty="0"/>
                  <a:t>, generally 5%, 10%</a:t>
                </a:r>
              </a:p>
              <a:p>
                <a:pPr marL="370417" indent="-370417">
                  <a:buSzPct val="100000"/>
                  <a:buAutoNum type="arabicPeriod"/>
                </a:pPr>
                <a:r>
                  <a:rPr sz="2400" dirty="0"/>
                  <a:t>Compute</a:t>
                </a:r>
                <a:r>
                  <a:rPr lang="en-US" sz="2400" b="0" dirty="0"/>
                  <a:t>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𝑧</m:t>
                        </m:r>
                      </m:e>
                    </m:acc>
                  </m:oMath>
                </a14:m>
                <a:endParaRPr sz="2400" dirty="0"/>
              </a:p>
              <a:p>
                <a:pPr marL="370417" indent="-370417">
                  <a:buSzPct val="100000"/>
                  <a:buAutoNum type="arabicPeriod"/>
                </a:pPr>
                <a:r>
                  <a:rPr sz="2400" dirty="0"/>
                  <a:t>p-value: </a:t>
                </a:r>
                <a14:m>
                  <m:oMath xmlns:m="http://schemas.openxmlformats.org/officeDocument/2006/math">
                    <m:r>
                      <a:rPr sz="2800" i="1">
                        <a:solidFill>
                          <a:srgbClr val="000000"/>
                        </a:solidFill>
                        <a:latin typeface="Cambria Math" panose="02040503050406030204" pitchFamily="18" charset="0"/>
                      </a:rPr>
                      <m:t>2</m:t>
                    </m:r>
                    <m:r>
                      <a:rPr sz="2800" i="1">
                        <a:solidFill>
                          <a:srgbClr val="000000"/>
                        </a:solidFill>
                        <a:latin typeface="Cambria Math" panose="02040503050406030204" pitchFamily="18" charset="0"/>
                      </a:rPr>
                      <m:t>𝑃</m:t>
                    </m:r>
                    <m:r>
                      <a:rPr sz="2800" i="1">
                        <a:solidFill>
                          <a:srgbClr val="000000"/>
                        </a:solidFill>
                        <a:latin typeface="Cambria Math" panose="02040503050406030204" pitchFamily="18" charset="0"/>
                      </a:rPr>
                      <m:t>(</m:t>
                    </m:r>
                    <m:r>
                      <a:rPr sz="2800" i="1">
                        <a:solidFill>
                          <a:srgbClr val="000000"/>
                        </a:solidFill>
                        <a:latin typeface="Cambria Math" panose="02040503050406030204" pitchFamily="18" charset="0"/>
                      </a:rPr>
                      <m:t>𝑍</m:t>
                    </m:r>
                    <m:r>
                      <a:rPr sz="2800" i="1">
                        <a:solidFill>
                          <a:srgbClr val="000000"/>
                        </a:solidFill>
                        <a:latin typeface="Cambria Math" panose="02040503050406030204" pitchFamily="18" charset="0"/>
                      </a:rPr>
                      <m:t>&gt;|</m:t>
                    </m:r>
                    <m:acc>
                      <m:accPr>
                        <m:chr m:val="̂"/>
                        <m:ctrlPr>
                          <a:rPr lang="en-US" sz="2800" i="1">
                            <a:latin typeface="Cambria Math" panose="02040503050406030204" pitchFamily="18" charset="0"/>
                          </a:rPr>
                        </m:ctrlPr>
                      </m:accPr>
                      <m:e>
                        <m:r>
                          <a:rPr lang="en-US" sz="2800" i="1">
                            <a:latin typeface="Cambria Math" panose="02040503050406030204" pitchFamily="18" charset="0"/>
                          </a:rPr>
                          <m:t>𝑧</m:t>
                        </m:r>
                      </m:e>
                    </m:acc>
                    <m:r>
                      <a:rPr sz="2800" i="1">
                        <a:solidFill>
                          <a:srgbClr val="000000"/>
                        </a:solidFill>
                        <a:latin typeface="Cambria Math" panose="02040503050406030204" pitchFamily="18" charset="0"/>
                      </a:rPr>
                      <m:t>|)</m:t>
                    </m:r>
                  </m:oMath>
                </a14:m>
                <a:endParaRPr sz="2400" dirty="0"/>
              </a:p>
              <a:p>
                <a:pPr marL="370417" indent="-370417">
                  <a:buSzPct val="100000"/>
                  <a:buAutoNum type="arabicPeriod"/>
                </a:pPr>
                <a:r>
                  <a:rPr sz="2400" dirty="0"/>
                  <a:t>If p-value is &lt; </a:t>
                </a:r>
                <a14:m>
                  <m:oMath xmlns:m="http://schemas.openxmlformats.org/officeDocument/2006/math">
                    <m:r>
                      <a:rPr sz="2800" i="1">
                        <a:solidFill>
                          <a:srgbClr val="000000"/>
                        </a:solidFill>
                        <a:latin typeface="Cambria Math" panose="02040503050406030204" pitchFamily="18" charset="0"/>
                      </a:rPr>
                      <m:t>𝛼</m:t>
                    </m:r>
                  </m:oMath>
                </a14:m>
                <a:r>
                  <a:rPr sz="2400" dirty="0"/>
                  <a:t>, reject the null</a:t>
                </a:r>
              </a:p>
            </p:txBody>
          </p:sp>
        </mc:Choice>
        <mc:Fallback xmlns="">
          <p:sp>
            <p:nvSpPr>
              <p:cNvPr id="1234" name="Choose a null and alternative hypothesis.…"/>
              <p:cNvSpPr txBox="1">
                <a:spLocks noRot="1" noChangeAspect="1" noMove="1" noResize="1" noEditPoints="1" noAdjustHandles="1" noChangeArrowheads="1" noChangeShapeType="1" noTextEdit="1"/>
              </p:cNvSpPr>
              <p:nvPr/>
            </p:nvSpPr>
            <p:spPr>
              <a:xfrm>
                <a:off x="4984827" y="1856888"/>
                <a:ext cx="6473244" cy="2432076"/>
              </a:xfrm>
              <a:prstGeom prst="rect">
                <a:avLst/>
              </a:prstGeom>
              <a:blipFill>
                <a:blip r:embed="rId3"/>
                <a:stretch>
                  <a:fillRect l="-2348" t="-2604" b="-5208"/>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pic>
        <p:nvPicPr>
          <p:cNvPr id="1235" name="Image" descr="Image"/>
          <p:cNvPicPr>
            <a:picLocks noChangeAspect="1"/>
          </p:cNvPicPr>
          <p:nvPr/>
        </p:nvPicPr>
        <p:blipFill>
          <a:blip r:embed="rId4"/>
          <a:srcRect l="76867"/>
          <a:stretch>
            <a:fillRect/>
          </a:stretch>
        </p:blipFill>
        <p:spPr>
          <a:xfrm>
            <a:off x="2085859" y="1744737"/>
            <a:ext cx="962151" cy="571501"/>
          </a:xfrm>
          <a:prstGeom prst="rect">
            <a:avLst/>
          </a:prstGeom>
          <a:ln w="12700">
            <a:miter lim="400000"/>
          </a:ln>
        </p:spPr>
      </p:pic>
      <mc:AlternateContent xmlns:mc="http://schemas.openxmlformats.org/markup-compatibility/2006" xmlns:a14="http://schemas.microsoft.com/office/drawing/2010/main">
        <mc:Choice Requires="a14">
          <p:sp>
            <p:nvSpPr>
              <p:cNvPr id="1236" name="Equation"/>
              <p:cNvSpPr txBox="1"/>
              <p:nvPr/>
            </p:nvSpPr>
            <p:spPr>
              <a:xfrm>
                <a:off x="4245186" y="7810124"/>
                <a:ext cx="1004314" cy="435760"/>
              </a:xfrm>
              <a:prstGeom prst="rect">
                <a:avLst/>
              </a:prstGeom>
              <a:ln w="12700">
                <a:miter lim="400000"/>
              </a:ln>
            </p:spPr>
            <p:txBody>
              <a:bodyPr wrap="none" lIns="0" tIns="0" rIns="0" bIns="0">
                <a:spAutoFit/>
              </a:bodyPr>
              <a:lstStyle/>
              <a:p>
                <a:pPr defTabSz="457200" latinLnBrk="1">
                  <a:defRPr sz="1800"/>
                </a:pPr>
                <a14:m>
                  <m:oMathPara xmlns:m="http://schemas.openxmlformats.org/officeDocument/2006/math">
                    <m:oMathParaPr>
                      <m:jc m:val="centerGroup"/>
                    </m:oMathParaPr>
                    <m:oMath xmlns:m="http://schemas.openxmlformats.org/officeDocument/2006/math">
                      <m:limUpp>
                        <m:limUppPr>
                          <m:ctrlPr>
                            <a:rPr sz="2000" i="1">
                              <a:solidFill>
                                <a:srgbClr val="000000"/>
                              </a:solidFill>
                              <a:latin typeface="Cambria Math" panose="02040503050406030204" pitchFamily="18" charset="0"/>
                            </a:rPr>
                          </m:ctrlPr>
                        </m:limUppPr>
                        <m:e>
                          <m:r>
                            <a:rPr sz="2000" i="1">
                              <a:solidFill>
                                <a:srgbClr val="000000"/>
                              </a:solidFill>
                              <a:latin typeface="Cambria Math" panose="02040503050406030204" pitchFamily="18" charset="0"/>
                            </a:rPr>
                            <m:t>𝑧</m:t>
                          </m:r>
                        </m:e>
                        <m:lim>
                          <m:r>
                            <a:rPr sz="2000" i="1">
                              <a:solidFill>
                                <a:srgbClr val="000000"/>
                              </a:solidFill>
                              <a:latin typeface="Cambria Math" panose="02040503050406030204" pitchFamily="18" charset="0"/>
                            </a:rPr>
                            <m:t>̂</m:t>
                          </m:r>
                        </m:lim>
                      </m:limUpp>
                      <m:r>
                        <a:rPr sz="2000" i="1">
                          <a:solidFill>
                            <a:srgbClr val="000000"/>
                          </a:solidFill>
                          <a:latin typeface="Cambria Math" panose="02040503050406030204" pitchFamily="18" charset="0"/>
                        </a:rPr>
                        <m:t>&lt;</m:t>
                      </m:r>
                      <m:sSub>
                        <m:sSubPr>
                          <m:ctrlPr>
                            <a:rPr sz="2000" i="1">
                              <a:solidFill>
                                <a:srgbClr val="000000"/>
                              </a:solidFill>
                              <a:latin typeface="Cambria Math" panose="02040503050406030204" pitchFamily="18" charset="0"/>
                            </a:rPr>
                          </m:ctrlPr>
                        </m:sSubPr>
                        <m:e>
                          <m:r>
                            <a:rPr sz="2000" i="1">
                              <a:solidFill>
                                <a:srgbClr val="000000"/>
                              </a:solidFill>
                              <a:latin typeface="Cambria Math" panose="02040503050406030204" pitchFamily="18" charset="0"/>
                            </a:rPr>
                            <m:t>𝑧</m:t>
                          </m:r>
                        </m:e>
                        <m:sub>
                          <m:f>
                            <m:fPr>
                              <m:type m:val="lin"/>
                              <m:ctrlPr>
                                <a:rPr sz="2000" i="1">
                                  <a:solidFill>
                                    <a:srgbClr val="000000"/>
                                  </a:solidFill>
                                  <a:latin typeface="Cambria Math" panose="02040503050406030204" pitchFamily="18" charset="0"/>
                                </a:rPr>
                              </m:ctrlPr>
                            </m:fPr>
                            <m:num>
                              <m:r>
                                <a:rPr sz="2000" i="1">
                                  <a:solidFill>
                                    <a:srgbClr val="000000"/>
                                  </a:solidFill>
                                  <a:latin typeface="Cambria Math" panose="02040503050406030204" pitchFamily="18" charset="0"/>
                                </a:rPr>
                                <m:t>𝛼</m:t>
                              </m:r>
                            </m:num>
                            <m:den>
                              <m:r>
                                <a:rPr sz="2000" i="1">
                                  <a:solidFill>
                                    <a:srgbClr val="000000"/>
                                  </a:solidFill>
                                  <a:latin typeface="Cambria Math" panose="02040503050406030204" pitchFamily="18" charset="0"/>
                                </a:rPr>
                                <m:t>2</m:t>
                              </m:r>
                            </m:den>
                          </m:f>
                        </m:sub>
                      </m:sSub>
                    </m:oMath>
                  </m:oMathPara>
                </a14:m>
                <a:endParaRPr sz="2000"/>
              </a:p>
            </p:txBody>
          </p:sp>
        </mc:Choice>
        <mc:Fallback xmlns="">
          <p:sp>
            <p:nvSpPr>
              <p:cNvPr id="1236" name="Equation"/>
              <p:cNvSpPr txBox="1">
                <a:spLocks noRot="1" noChangeAspect="1" noMove="1" noResize="1" noEditPoints="1" noAdjustHandles="1" noChangeArrowheads="1" noChangeShapeType="1" noTextEdit="1"/>
              </p:cNvSpPr>
              <p:nvPr/>
            </p:nvSpPr>
            <p:spPr>
              <a:xfrm>
                <a:off x="4245186" y="7810124"/>
                <a:ext cx="1004314" cy="435760"/>
              </a:xfrm>
              <a:prstGeom prst="rect">
                <a:avLst/>
              </a:prstGeom>
              <a:blipFill>
                <a:blip r:embed="rId5"/>
                <a:stretch>
                  <a:fillRect l="-2500" t="-38889" r="-8750" b="-136111"/>
                </a:stretch>
              </a:blipFill>
              <a:ln w="12700">
                <a:miter lim="400000"/>
              </a:ln>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62DEF54A-9F08-D821-E4CE-15B31BB1B488}"/>
                  </a:ext>
                </a:extLst>
              </p14:cNvPr>
              <p14:cNvContentPartPr/>
              <p14:nvPr/>
            </p14:nvContentPartPr>
            <p14:xfrm>
              <a:off x="5404320" y="866520"/>
              <a:ext cx="6292440" cy="5540040"/>
            </p14:xfrm>
          </p:contentPart>
        </mc:Choice>
        <mc:Fallback xmlns="">
          <p:pic>
            <p:nvPicPr>
              <p:cNvPr id="2" name="Ink 1">
                <a:extLst>
                  <a:ext uri="{FF2B5EF4-FFF2-40B4-BE49-F238E27FC236}">
                    <a16:creationId xmlns:a16="http://schemas.microsoft.com/office/drawing/2014/main" id="{62DEF54A-9F08-D821-E4CE-15B31BB1B488}"/>
                  </a:ext>
                </a:extLst>
              </p:cNvPr>
              <p:cNvPicPr/>
              <p:nvPr/>
            </p:nvPicPr>
            <p:blipFill>
              <a:blip r:embed="rId7"/>
              <a:stretch>
                <a:fillRect/>
              </a:stretch>
            </p:blipFill>
            <p:spPr>
              <a:xfrm>
                <a:off x="5394960" y="857160"/>
                <a:ext cx="6311160" cy="5558760"/>
              </a:xfrm>
              <a:prstGeom prst="rect">
                <a:avLst/>
              </a:prstGeom>
            </p:spPr>
          </p:pic>
        </mc:Fallback>
      </mc:AlternateContent>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2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ACKNOWLEDGMENTS</a:t>
            </a:r>
            <a:endParaRPr/>
          </a:p>
        </p:txBody>
      </p:sp>
      <p:sp>
        <p:nvSpPr>
          <p:cNvPr id="471" name="Google Shape;471;p2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These slides use materials by the Berkeley DS 100 team, Elena </a:t>
            </a:r>
            <a:r>
              <a:rPr lang="en-US" dirty="0" err="1"/>
              <a:t>Zheleva</a:t>
            </a:r>
            <a:r>
              <a:rPr lang="en-US" dirty="0"/>
              <a:t>, Gonzalo Bello, Lalit Jain</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8976</TotalTime>
  <Words>1391</Words>
  <Application>Microsoft Macintosh PowerPoint</Application>
  <PresentationFormat>Widescreen</PresentationFormat>
  <Paragraphs>154</Paragraphs>
  <Slides>17</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Arial</vt:lpstr>
      <vt:lpstr>Avenir Medium</vt:lpstr>
      <vt:lpstr>Calibri</vt:lpstr>
      <vt:lpstr>Cambria Math</vt:lpstr>
      <vt:lpstr>Gill Sans</vt:lpstr>
      <vt:lpstr>Gill Sans MT</vt:lpstr>
      <vt:lpstr>Rockwell</vt:lpstr>
      <vt:lpstr>Times</vt:lpstr>
      <vt:lpstr>Wingdings</vt:lpstr>
      <vt:lpstr>Wingdings 2</vt:lpstr>
      <vt:lpstr>Oriel</vt:lpstr>
      <vt:lpstr>Hypothesis Testing: Chapter 17</vt:lpstr>
      <vt:lpstr>NOW</vt:lpstr>
      <vt:lpstr>HYPOTHESIS TESTING (also known as A/B Testing)</vt:lpstr>
      <vt:lpstr>STEPS OF HYPOTHESIS TESTING</vt:lpstr>
      <vt:lpstr>Example Setup</vt:lpstr>
      <vt:lpstr>Formal Setup</vt:lpstr>
      <vt:lpstr>STEPS OF HYPOTHESIS TESTING</vt:lpstr>
      <vt:lpstr>Useful Calculations/Formulas for binary random variables</vt:lpstr>
      <vt:lpstr>Test Statistic derivation</vt:lpstr>
      <vt:lpstr>Step 1: Relate unknown p_Ato data using E</vt:lpstr>
      <vt:lpstr>Test Statistic derivation: Relate unknown p_Ato data using "Var"</vt:lpstr>
      <vt:lpstr>Very Very Useful Mathematical Result: Central Limit Theorem</vt:lpstr>
      <vt:lpstr>Test Statistic derivation</vt:lpstr>
      <vt:lpstr>STEPS OF HYPOTHESIS TESTING</vt:lpstr>
      <vt:lpstr>p-Value</vt:lpstr>
      <vt:lpstr>Running a Hypothesis Test</vt:lpstr>
      <vt:lpstr>ACKNOWLEDGMENTS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DATA SCIENCE</dc:title>
  <dc:subject/>
  <dc:creator>sathya@uic.edu</dc:creator>
  <cp:keywords/>
  <dc:description/>
  <cp:lastModifiedBy>Ravi, Sathya</cp:lastModifiedBy>
  <cp:revision>469</cp:revision>
  <dcterms:created xsi:type="dcterms:W3CDTF">2017-08-21T17:08:06Z</dcterms:created>
  <dcterms:modified xsi:type="dcterms:W3CDTF">2024-10-10T17:41:52Z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
    <vt:lpwstr>Sathya Ravi</vt:lpwstr>
  </property>
</Properties>
</file>